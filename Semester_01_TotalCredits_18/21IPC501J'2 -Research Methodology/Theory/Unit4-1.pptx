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49" r:id="rId2"/>
    <p:sldMasterId id="2147483673" r:id="rId3"/>
  </p:sldMasterIdLst>
  <p:notesMasterIdLst>
    <p:notesMasterId r:id="rId159"/>
  </p:notesMasterIdLst>
  <p:handoutMasterIdLst>
    <p:handoutMasterId r:id="rId160"/>
  </p:handoutMasterIdLst>
  <p:sldIdLst>
    <p:sldId id="659" r:id="rId4"/>
    <p:sldId id="691" r:id="rId5"/>
    <p:sldId id="750" r:id="rId6"/>
    <p:sldId id="751" r:id="rId7"/>
    <p:sldId id="797" r:id="rId8"/>
    <p:sldId id="907" r:id="rId9"/>
    <p:sldId id="909" r:id="rId10"/>
    <p:sldId id="910" r:id="rId11"/>
    <p:sldId id="911" r:id="rId12"/>
    <p:sldId id="912" r:id="rId13"/>
    <p:sldId id="913" r:id="rId14"/>
    <p:sldId id="1212" r:id="rId15"/>
    <p:sldId id="1213" r:id="rId16"/>
    <p:sldId id="932" r:id="rId17"/>
    <p:sldId id="933" r:id="rId18"/>
    <p:sldId id="934" r:id="rId19"/>
    <p:sldId id="1214" r:id="rId20"/>
    <p:sldId id="1215" r:id="rId21"/>
    <p:sldId id="1216" r:id="rId22"/>
    <p:sldId id="949" r:id="rId23"/>
    <p:sldId id="1223" r:id="rId24"/>
    <p:sldId id="1224" r:id="rId25"/>
    <p:sldId id="1225" r:id="rId26"/>
    <p:sldId id="1226" r:id="rId27"/>
    <p:sldId id="1227" r:id="rId28"/>
    <p:sldId id="951" r:id="rId29"/>
    <p:sldId id="952" r:id="rId30"/>
    <p:sldId id="954" r:id="rId31"/>
    <p:sldId id="955" r:id="rId32"/>
    <p:sldId id="956" r:id="rId33"/>
    <p:sldId id="960" r:id="rId34"/>
    <p:sldId id="961" r:id="rId35"/>
    <p:sldId id="963" r:id="rId36"/>
    <p:sldId id="965" r:id="rId37"/>
    <p:sldId id="970" r:id="rId38"/>
    <p:sldId id="972" r:id="rId39"/>
    <p:sldId id="973" r:id="rId40"/>
    <p:sldId id="974" r:id="rId41"/>
    <p:sldId id="975" r:id="rId42"/>
    <p:sldId id="976" r:id="rId43"/>
    <p:sldId id="978" r:id="rId44"/>
    <p:sldId id="983" r:id="rId45"/>
    <p:sldId id="984" r:id="rId46"/>
    <p:sldId id="987" r:id="rId47"/>
    <p:sldId id="988" r:id="rId48"/>
    <p:sldId id="990" r:id="rId49"/>
    <p:sldId id="995" r:id="rId50"/>
    <p:sldId id="997" r:id="rId51"/>
    <p:sldId id="1001" r:id="rId52"/>
    <p:sldId id="1012" r:id="rId53"/>
    <p:sldId id="257" r:id="rId54"/>
    <p:sldId id="258" r:id="rId55"/>
    <p:sldId id="1222" r:id="rId56"/>
    <p:sldId id="1031" r:id="rId57"/>
    <p:sldId id="1032" r:id="rId58"/>
    <p:sldId id="1033" r:id="rId59"/>
    <p:sldId id="1034" r:id="rId60"/>
    <p:sldId id="1035" r:id="rId61"/>
    <p:sldId id="1036" r:id="rId62"/>
    <p:sldId id="1037" r:id="rId63"/>
    <p:sldId id="1039" r:id="rId64"/>
    <p:sldId id="1040" r:id="rId65"/>
    <p:sldId id="1041" r:id="rId66"/>
    <p:sldId id="1043" r:id="rId67"/>
    <p:sldId id="1045" r:id="rId68"/>
    <p:sldId id="1218" r:id="rId69"/>
    <p:sldId id="1219" r:id="rId70"/>
    <p:sldId id="1220" r:id="rId71"/>
    <p:sldId id="1221" r:id="rId72"/>
    <p:sldId id="1072" r:id="rId73"/>
    <p:sldId id="1073" r:id="rId74"/>
    <p:sldId id="1074" r:id="rId75"/>
    <p:sldId id="1076" r:id="rId76"/>
    <p:sldId id="1080" r:id="rId77"/>
    <p:sldId id="1081" r:id="rId78"/>
    <p:sldId id="1082" r:id="rId79"/>
    <p:sldId id="1083" r:id="rId80"/>
    <p:sldId id="1084" r:id="rId81"/>
    <p:sldId id="1085" r:id="rId82"/>
    <p:sldId id="1086" r:id="rId83"/>
    <p:sldId id="1087" r:id="rId84"/>
    <p:sldId id="1088" r:id="rId85"/>
    <p:sldId id="1089" r:id="rId86"/>
    <p:sldId id="1090" r:id="rId87"/>
    <p:sldId id="1091" r:id="rId88"/>
    <p:sldId id="1092" r:id="rId89"/>
    <p:sldId id="1093" r:id="rId90"/>
    <p:sldId id="1094" r:id="rId91"/>
    <p:sldId id="1095" r:id="rId92"/>
    <p:sldId id="1096" r:id="rId93"/>
    <p:sldId id="1097" r:id="rId94"/>
    <p:sldId id="1098" r:id="rId95"/>
    <p:sldId id="1099" r:id="rId96"/>
    <p:sldId id="1100" r:id="rId97"/>
    <p:sldId id="1101" r:id="rId98"/>
    <p:sldId id="1102" r:id="rId99"/>
    <p:sldId id="1103" r:id="rId100"/>
    <p:sldId id="1104" r:id="rId101"/>
    <p:sldId id="1105" r:id="rId102"/>
    <p:sldId id="1106" r:id="rId103"/>
    <p:sldId id="1107" r:id="rId104"/>
    <p:sldId id="1108" r:id="rId105"/>
    <p:sldId id="1109" r:id="rId106"/>
    <p:sldId id="1110" r:id="rId107"/>
    <p:sldId id="1111" r:id="rId108"/>
    <p:sldId id="1112" r:id="rId109"/>
    <p:sldId id="1113" r:id="rId110"/>
    <p:sldId id="1114" r:id="rId111"/>
    <p:sldId id="1115" r:id="rId112"/>
    <p:sldId id="1116" r:id="rId113"/>
    <p:sldId id="1117" r:id="rId114"/>
    <p:sldId id="1118" r:id="rId115"/>
    <p:sldId id="1119" r:id="rId116"/>
    <p:sldId id="1120" r:id="rId117"/>
    <p:sldId id="1121" r:id="rId118"/>
    <p:sldId id="1122" r:id="rId119"/>
    <p:sldId id="1123" r:id="rId120"/>
    <p:sldId id="1124" r:id="rId121"/>
    <p:sldId id="1125" r:id="rId122"/>
    <p:sldId id="1126" r:id="rId123"/>
    <p:sldId id="1127" r:id="rId124"/>
    <p:sldId id="1205" r:id="rId125"/>
    <p:sldId id="1206" r:id="rId126"/>
    <p:sldId id="1207" r:id="rId127"/>
    <p:sldId id="1128" r:id="rId128"/>
    <p:sldId id="1129" r:id="rId129"/>
    <p:sldId id="1208" r:id="rId130"/>
    <p:sldId id="1209" r:id="rId131"/>
    <p:sldId id="1210" r:id="rId132"/>
    <p:sldId id="1130" r:id="rId133"/>
    <p:sldId id="1131" r:id="rId134"/>
    <p:sldId id="1132" r:id="rId135"/>
    <p:sldId id="1133" r:id="rId136"/>
    <p:sldId id="1134" r:id="rId137"/>
    <p:sldId id="296" r:id="rId138"/>
    <p:sldId id="1217" r:id="rId139"/>
    <p:sldId id="259" r:id="rId140"/>
    <p:sldId id="330" r:id="rId141"/>
    <p:sldId id="675" r:id="rId142"/>
    <p:sldId id="678" r:id="rId143"/>
    <p:sldId id="673" r:id="rId144"/>
    <p:sldId id="686" r:id="rId145"/>
    <p:sldId id="619" r:id="rId146"/>
    <p:sldId id="606" r:id="rId147"/>
    <p:sldId id="599" r:id="rId148"/>
    <p:sldId id="684" r:id="rId149"/>
    <p:sldId id="679" r:id="rId150"/>
    <p:sldId id="260" r:id="rId151"/>
    <p:sldId id="261" r:id="rId152"/>
    <p:sldId id="680" r:id="rId153"/>
    <p:sldId id="262" r:id="rId154"/>
    <p:sldId id="326" r:id="rId155"/>
    <p:sldId id="327" r:id="rId156"/>
    <p:sldId id="328" r:id="rId157"/>
    <p:sldId id="685" r:id="rId158"/>
  </p:sldIdLst>
  <p:sldSz cx="9144000" cy="6858000" type="screen4x3"/>
  <p:notesSz cx="6797675" cy="9874250"/>
  <p:custDataLst>
    <p:tags r:id="rId161"/>
  </p:custDataLst>
  <p:defaultTextStyle>
    <a:defPPr>
      <a:defRPr lang="ko-KR"/>
    </a:defPPr>
    <a:lvl1pPr algn="l" rtl="0" eaLnBrk="0" fontAlgn="base" hangingPunct="0">
      <a:spcBef>
        <a:spcPct val="0"/>
      </a:spcBef>
      <a:spcAft>
        <a:spcPct val="0"/>
      </a:spcAft>
      <a:defRPr kumimoji="1" sz="1400" kern="1200">
        <a:solidFill>
          <a:srgbClr val="2B3749"/>
        </a:solidFill>
        <a:latin typeface="맑은 고딕" panose="020B0503020000020004" pitchFamily="50" charset="-127"/>
        <a:ea typeface="맑은 고딕" panose="020B0503020000020004" pitchFamily="50" charset="-127"/>
        <a:cs typeface="+mn-cs"/>
      </a:defRPr>
    </a:lvl1pPr>
    <a:lvl2pPr marL="457200" algn="l" rtl="0" eaLnBrk="0" fontAlgn="base" hangingPunct="0">
      <a:spcBef>
        <a:spcPct val="0"/>
      </a:spcBef>
      <a:spcAft>
        <a:spcPct val="0"/>
      </a:spcAft>
      <a:defRPr kumimoji="1" sz="1400" kern="1200">
        <a:solidFill>
          <a:srgbClr val="2B3749"/>
        </a:solidFill>
        <a:latin typeface="맑은 고딕" panose="020B0503020000020004" pitchFamily="50" charset="-127"/>
        <a:ea typeface="맑은 고딕" panose="020B0503020000020004" pitchFamily="50" charset="-127"/>
        <a:cs typeface="+mn-cs"/>
      </a:defRPr>
    </a:lvl2pPr>
    <a:lvl3pPr marL="914400" algn="l" rtl="0" eaLnBrk="0" fontAlgn="base" hangingPunct="0">
      <a:spcBef>
        <a:spcPct val="0"/>
      </a:spcBef>
      <a:spcAft>
        <a:spcPct val="0"/>
      </a:spcAft>
      <a:defRPr kumimoji="1" sz="1400" kern="1200">
        <a:solidFill>
          <a:srgbClr val="2B3749"/>
        </a:solidFill>
        <a:latin typeface="맑은 고딕" panose="020B0503020000020004" pitchFamily="50" charset="-127"/>
        <a:ea typeface="맑은 고딕" panose="020B0503020000020004" pitchFamily="50" charset="-127"/>
        <a:cs typeface="+mn-cs"/>
      </a:defRPr>
    </a:lvl3pPr>
    <a:lvl4pPr marL="1371600" algn="l" rtl="0" eaLnBrk="0" fontAlgn="base" hangingPunct="0">
      <a:spcBef>
        <a:spcPct val="0"/>
      </a:spcBef>
      <a:spcAft>
        <a:spcPct val="0"/>
      </a:spcAft>
      <a:defRPr kumimoji="1" sz="1400" kern="1200">
        <a:solidFill>
          <a:srgbClr val="2B3749"/>
        </a:solidFill>
        <a:latin typeface="맑은 고딕" panose="020B0503020000020004" pitchFamily="50" charset="-127"/>
        <a:ea typeface="맑은 고딕" panose="020B0503020000020004" pitchFamily="50" charset="-127"/>
        <a:cs typeface="+mn-cs"/>
      </a:defRPr>
    </a:lvl4pPr>
    <a:lvl5pPr marL="1828800" algn="l" rtl="0" eaLnBrk="0" fontAlgn="base" hangingPunct="0">
      <a:spcBef>
        <a:spcPct val="0"/>
      </a:spcBef>
      <a:spcAft>
        <a:spcPct val="0"/>
      </a:spcAft>
      <a:defRPr kumimoji="1" sz="1400" kern="1200">
        <a:solidFill>
          <a:srgbClr val="2B3749"/>
        </a:solidFill>
        <a:latin typeface="맑은 고딕" panose="020B0503020000020004" pitchFamily="50" charset="-127"/>
        <a:ea typeface="맑은 고딕" panose="020B0503020000020004" pitchFamily="50" charset="-127"/>
        <a:cs typeface="+mn-cs"/>
      </a:defRPr>
    </a:lvl5pPr>
    <a:lvl6pPr marL="2286000" algn="l" defTabSz="914400" rtl="0" eaLnBrk="1" latinLnBrk="1" hangingPunct="1">
      <a:defRPr kumimoji="1" sz="1400" kern="1200">
        <a:solidFill>
          <a:srgbClr val="2B3749"/>
        </a:solidFill>
        <a:latin typeface="맑은 고딕" panose="020B0503020000020004" pitchFamily="50" charset="-127"/>
        <a:ea typeface="맑은 고딕" panose="020B0503020000020004" pitchFamily="50" charset="-127"/>
        <a:cs typeface="+mn-cs"/>
      </a:defRPr>
    </a:lvl6pPr>
    <a:lvl7pPr marL="2743200" algn="l" defTabSz="914400" rtl="0" eaLnBrk="1" latinLnBrk="1" hangingPunct="1">
      <a:defRPr kumimoji="1" sz="1400" kern="1200">
        <a:solidFill>
          <a:srgbClr val="2B3749"/>
        </a:solidFill>
        <a:latin typeface="맑은 고딕" panose="020B0503020000020004" pitchFamily="50" charset="-127"/>
        <a:ea typeface="맑은 고딕" panose="020B0503020000020004" pitchFamily="50" charset="-127"/>
        <a:cs typeface="+mn-cs"/>
      </a:defRPr>
    </a:lvl7pPr>
    <a:lvl8pPr marL="3200400" algn="l" defTabSz="914400" rtl="0" eaLnBrk="1" latinLnBrk="1" hangingPunct="1">
      <a:defRPr kumimoji="1" sz="1400" kern="1200">
        <a:solidFill>
          <a:srgbClr val="2B3749"/>
        </a:solidFill>
        <a:latin typeface="맑은 고딕" panose="020B0503020000020004" pitchFamily="50" charset="-127"/>
        <a:ea typeface="맑은 고딕" panose="020B0503020000020004" pitchFamily="50" charset="-127"/>
        <a:cs typeface="+mn-cs"/>
      </a:defRPr>
    </a:lvl8pPr>
    <a:lvl9pPr marL="3657600" algn="l" defTabSz="914400" rtl="0" eaLnBrk="1" latinLnBrk="1" hangingPunct="1">
      <a:defRPr kumimoji="1" sz="1400" kern="1200">
        <a:solidFill>
          <a:srgbClr val="2B3749"/>
        </a:solidFill>
        <a:latin typeface="맑은 고딕" panose="020B0503020000020004" pitchFamily="50" charset="-127"/>
        <a:ea typeface="맑은 고딕" panose="020B0503020000020004" pitchFamily="50" charset="-127"/>
        <a:cs typeface="+mn-cs"/>
      </a:defRPr>
    </a:lvl9pPr>
  </p:defaultTextStyle>
  <p:extLst>
    <p:ext uri="{EFAFB233-063F-42B5-8137-9DF3F51BA10A}">
      <p15:sldGuideLst xmlns:p15="http://schemas.microsoft.com/office/powerpoint/2012/main">
        <p15:guide id="1" orient="horz" pos="4088" userDrawn="1">
          <p15:clr>
            <a:srgbClr val="A4A3A4"/>
          </p15:clr>
        </p15:guide>
        <p15:guide id="2" orient="horz" pos="142" userDrawn="1">
          <p15:clr>
            <a:srgbClr val="A4A3A4"/>
          </p15:clr>
        </p15:guide>
        <p15:guide id="3" pos="159" userDrawn="1">
          <p15:clr>
            <a:srgbClr val="A4A3A4"/>
          </p15:clr>
        </p15:guide>
        <p15:guide id="4" pos="5601" userDrawn="1">
          <p15:clr>
            <a:srgbClr val="A4A3A4"/>
          </p15:clr>
        </p15:guide>
      </p15:sldGuideLst>
    </p:ext>
    <p:ext uri="{2D200454-40CA-4A62-9FC3-DE9A4176ACB9}">
      <p15:notesGuideLst xmlns:p15="http://schemas.microsoft.com/office/powerpoint/2012/main">
        <p15:guide id="1" orient="horz" pos="3110">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FFED9F"/>
    <a:srgbClr val="FFD700"/>
    <a:srgbClr val="00008B"/>
    <a:srgbClr val="FF6600"/>
    <a:srgbClr val="F462C7"/>
    <a:srgbClr val="000000"/>
    <a:srgbClr val="99FDEC"/>
    <a:srgbClr val="F89EDC"/>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30" autoAdjust="0"/>
    <p:restoredTop sz="95535" autoAdjust="0"/>
  </p:normalViewPr>
  <p:slideViewPr>
    <p:cSldViewPr snapToObjects="1">
      <p:cViewPr varScale="1">
        <p:scale>
          <a:sx n="74" d="100"/>
          <a:sy n="74" d="100"/>
        </p:scale>
        <p:origin x="1398" y="72"/>
      </p:cViewPr>
      <p:guideLst>
        <p:guide orient="horz" pos="4088"/>
        <p:guide orient="horz" pos="142"/>
        <p:guide pos="159"/>
        <p:guide pos="5601"/>
      </p:guideLst>
    </p:cSldViewPr>
  </p:slideViewPr>
  <p:notesTextViewPr>
    <p:cViewPr>
      <p:scale>
        <a:sx n="3" d="2"/>
        <a:sy n="3" d="2"/>
      </p:scale>
      <p:origin x="0" y="0"/>
    </p:cViewPr>
  </p:notesTextViewPr>
  <p:sorterViewPr>
    <p:cViewPr>
      <p:scale>
        <a:sx n="47" d="100"/>
        <a:sy n="47" d="100"/>
      </p:scale>
      <p:origin x="0" y="-1648"/>
    </p:cViewPr>
  </p:sorterViewPr>
  <p:notesViewPr>
    <p:cSldViewPr snapToObjects="1">
      <p:cViewPr varScale="1">
        <p:scale>
          <a:sx n="86" d="100"/>
          <a:sy n="86" d="100"/>
        </p:scale>
        <p:origin x="3192" y="84"/>
      </p:cViewPr>
      <p:guideLst>
        <p:guide orient="horz" pos="3110"/>
        <p:guide pos="2141"/>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38" Type="http://schemas.openxmlformats.org/officeDocument/2006/relationships/slide" Target="slides/slide135.xml"/><Relationship Id="rId154" Type="http://schemas.openxmlformats.org/officeDocument/2006/relationships/slide" Target="slides/slide151.xml"/><Relationship Id="rId159" Type="http://schemas.openxmlformats.org/officeDocument/2006/relationships/notesMaster" Target="notesMasters/notesMaster1.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28" Type="http://schemas.openxmlformats.org/officeDocument/2006/relationships/slide" Target="slides/slide125.xml"/><Relationship Id="rId144" Type="http://schemas.openxmlformats.org/officeDocument/2006/relationships/slide" Target="slides/slide141.xml"/><Relationship Id="rId149" Type="http://schemas.openxmlformats.org/officeDocument/2006/relationships/slide" Target="slides/slide146.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160" Type="http://schemas.openxmlformats.org/officeDocument/2006/relationships/handoutMaster" Target="handoutMasters/handoutMaster1.xml"/><Relationship Id="rId165" Type="http://schemas.openxmlformats.org/officeDocument/2006/relationships/tableStyles" Target="tableStyles.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134" Type="http://schemas.openxmlformats.org/officeDocument/2006/relationships/slide" Target="slides/slide131.xml"/><Relationship Id="rId139" Type="http://schemas.openxmlformats.org/officeDocument/2006/relationships/slide" Target="slides/slide136.xml"/><Relationship Id="rId80" Type="http://schemas.openxmlformats.org/officeDocument/2006/relationships/slide" Target="slides/slide77.xml"/><Relationship Id="rId85" Type="http://schemas.openxmlformats.org/officeDocument/2006/relationships/slide" Target="slides/slide82.xml"/><Relationship Id="rId150" Type="http://schemas.openxmlformats.org/officeDocument/2006/relationships/slide" Target="slides/slide147.xml"/><Relationship Id="rId155" Type="http://schemas.openxmlformats.org/officeDocument/2006/relationships/slide" Target="slides/slide15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40" Type="http://schemas.openxmlformats.org/officeDocument/2006/relationships/slide" Target="slides/slide137.xml"/><Relationship Id="rId145" Type="http://schemas.openxmlformats.org/officeDocument/2006/relationships/slide" Target="slides/slide142.xml"/><Relationship Id="rId161"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14" Type="http://schemas.openxmlformats.org/officeDocument/2006/relationships/slide" Target="slides/slide111.xml"/><Relationship Id="rId119" Type="http://schemas.openxmlformats.org/officeDocument/2006/relationships/slide" Target="slides/slide116.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30" Type="http://schemas.openxmlformats.org/officeDocument/2006/relationships/slide" Target="slides/slide127.xml"/><Relationship Id="rId135" Type="http://schemas.openxmlformats.org/officeDocument/2006/relationships/slide" Target="slides/slide132.xml"/><Relationship Id="rId143" Type="http://schemas.openxmlformats.org/officeDocument/2006/relationships/slide" Target="slides/slide140.xml"/><Relationship Id="rId148" Type="http://schemas.openxmlformats.org/officeDocument/2006/relationships/slide" Target="slides/slide145.xml"/><Relationship Id="rId151" Type="http://schemas.openxmlformats.org/officeDocument/2006/relationships/slide" Target="slides/slide148.xml"/><Relationship Id="rId156" Type="http://schemas.openxmlformats.org/officeDocument/2006/relationships/slide" Target="slides/slide153.xml"/><Relationship Id="rId16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slide" Target="slides/slide138.xml"/><Relationship Id="rId146" Type="http://schemas.openxmlformats.org/officeDocument/2006/relationships/slide" Target="slides/slide143.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16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157" Type="http://schemas.openxmlformats.org/officeDocument/2006/relationships/slide" Target="slides/slide154.xml"/><Relationship Id="rId61" Type="http://schemas.openxmlformats.org/officeDocument/2006/relationships/slide" Target="slides/slide58.xml"/><Relationship Id="rId82" Type="http://schemas.openxmlformats.org/officeDocument/2006/relationships/slide" Target="slides/slide79.xml"/><Relationship Id="rId152" Type="http://schemas.openxmlformats.org/officeDocument/2006/relationships/slide" Target="slides/slide14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viewProps" Target="viewProps.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s>
</file>

<file path=ppt/drawings/_rels/vmlDrawing1.vml.rels><?xml version="1.0" encoding="UTF-8" standalone="yes"?>
<Relationships xmlns="http://schemas.openxmlformats.org/package/2006/relationships"><Relationship Id="rId1" Type="http://schemas.openxmlformats.org/officeDocument/2006/relationships/image" Target="NULL"/></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6400" cy="495300"/>
          </a:xfrm>
          <a:prstGeom prst="rect">
            <a:avLst/>
          </a:prstGeom>
        </p:spPr>
        <p:txBody>
          <a:bodyPr vert="horz" lIns="91440" tIns="45720" rIns="91440" bIns="45720" rtlCol="0"/>
          <a:lstStyle>
            <a:lvl1pPr algn="l">
              <a:defRPr sz="1200"/>
            </a:lvl1pPr>
          </a:lstStyle>
          <a:p>
            <a:pPr>
              <a:defRPr/>
            </a:pPr>
            <a:endParaRPr lang="ko-KR" altLang="en-US"/>
          </a:p>
        </p:txBody>
      </p:sp>
      <p:sp>
        <p:nvSpPr>
          <p:cNvPr id="3" name="날짜 개체 틀 2"/>
          <p:cNvSpPr>
            <a:spLocks noGrp="1"/>
          </p:cNvSpPr>
          <p:nvPr>
            <p:ph type="dt" sz="quarter" idx="1"/>
          </p:nvPr>
        </p:nvSpPr>
        <p:spPr>
          <a:xfrm>
            <a:off x="3849688" y="0"/>
            <a:ext cx="2946400" cy="495300"/>
          </a:xfrm>
          <a:prstGeom prst="rect">
            <a:avLst/>
          </a:prstGeom>
        </p:spPr>
        <p:txBody>
          <a:bodyPr vert="horz" lIns="91440" tIns="45720" rIns="91440" bIns="45720" rtlCol="0"/>
          <a:lstStyle>
            <a:lvl1pPr algn="r">
              <a:defRPr sz="1200"/>
            </a:lvl1pPr>
          </a:lstStyle>
          <a:p>
            <a:pPr>
              <a:defRPr/>
            </a:pPr>
            <a:fld id="{EABE511C-0FA6-4D51-A8B3-7C04F07918F8}" type="datetimeFigureOut">
              <a:rPr lang="ko-KR" altLang="en-US"/>
              <a:pPr>
                <a:defRPr/>
              </a:pPr>
              <a:t>2025-11-05</a:t>
            </a:fld>
            <a:endParaRPr lang="ko-KR" altLang="en-US"/>
          </a:p>
        </p:txBody>
      </p:sp>
      <p:sp>
        <p:nvSpPr>
          <p:cNvPr id="4" name="바닥글 개체 틀 3"/>
          <p:cNvSpPr>
            <a:spLocks noGrp="1"/>
          </p:cNvSpPr>
          <p:nvPr>
            <p:ph type="ftr" sz="quarter" idx="2"/>
          </p:nvPr>
        </p:nvSpPr>
        <p:spPr>
          <a:xfrm>
            <a:off x="0" y="9378950"/>
            <a:ext cx="2946400" cy="495300"/>
          </a:xfrm>
          <a:prstGeom prst="rect">
            <a:avLst/>
          </a:prstGeom>
        </p:spPr>
        <p:txBody>
          <a:bodyPr vert="horz" lIns="91440" tIns="45720" rIns="91440" bIns="45720" rtlCol="0" anchor="b"/>
          <a:lstStyle>
            <a:lvl1pPr algn="l">
              <a:defRPr sz="1200"/>
            </a:lvl1pPr>
          </a:lstStyle>
          <a:p>
            <a:pPr>
              <a:defRPr/>
            </a:pPr>
            <a:endParaRPr lang="ko-KR" altLang="en-US"/>
          </a:p>
        </p:txBody>
      </p:sp>
      <p:sp>
        <p:nvSpPr>
          <p:cNvPr id="5" name="슬라이드 번호 개체 틀 4"/>
          <p:cNvSpPr>
            <a:spLocks noGrp="1"/>
          </p:cNvSpPr>
          <p:nvPr>
            <p:ph type="sldNum" sz="quarter" idx="3"/>
          </p:nvPr>
        </p:nvSpPr>
        <p:spPr>
          <a:xfrm>
            <a:off x="3849688" y="9378950"/>
            <a:ext cx="2946400" cy="495300"/>
          </a:xfrm>
          <a:prstGeom prst="rect">
            <a:avLst/>
          </a:prstGeom>
        </p:spPr>
        <p:txBody>
          <a:bodyPr vert="horz" lIns="91440" tIns="45720" rIns="91440" bIns="45720" rtlCol="0" anchor="b"/>
          <a:lstStyle>
            <a:lvl1pPr algn="r">
              <a:defRPr sz="1200"/>
            </a:lvl1pPr>
          </a:lstStyle>
          <a:p>
            <a:pPr>
              <a:defRPr/>
            </a:pPr>
            <a:fld id="{959E5A63-28D4-4E7E-9E7C-08904FEF9EB0}" type="slidenum">
              <a:rPr lang="ko-KR" altLang="en-US"/>
              <a:pPr>
                <a:defRPr/>
              </a:pPr>
              <a:t>‹#›</a:t>
            </a:fld>
            <a:endParaRPr lang="ko-KR" altLang="en-US"/>
          </a:p>
        </p:txBody>
      </p:sp>
    </p:spTree>
    <p:extLst>
      <p:ext uri="{BB962C8B-B14F-4D97-AF65-F5344CB8AC3E}">
        <p14:creationId xmlns:p14="http://schemas.microsoft.com/office/powerpoint/2010/main" val="40791825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2620" tIns="46310" rIns="92620" bIns="46310" numCol="1" anchor="t" anchorCtr="0" compatLnSpc="1">
            <a:prstTxWarp prst="textNoShape">
              <a:avLst/>
            </a:prstTxWarp>
          </a:bodyPr>
          <a:lstStyle>
            <a:lvl1pPr algn="l" defTabSz="925513" eaLnBrk="1" latinLnBrk="1" hangingPunct="1">
              <a:defRPr sz="1200">
                <a:solidFill>
                  <a:schemeClr val="tx1"/>
                </a:solidFill>
                <a:latin typeface="굴림" pitchFamily="50" charset="-127"/>
                <a:ea typeface="굴림" pitchFamily="50" charset="-127"/>
              </a:defRPr>
            </a:lvl1pPr>
          </a:lstStyle>
          <a:p>
            <a:pPr>
              <a:defRPr/>
            </a:pPr>
            <a:endParaRPr lang="en-US" altLang="ko-KR"/>
          </a:p>
        </p:txBody>
      </p:sp>
      <p:sp>
        <p:nvSpPr>
          <p:cNvPr id="8195" name="Rectangle 3"/>
          <p:cNvSpPr>
            <a:spLocks noGrp="1" noChangeArrowheads="1"/>
          </p:cNvSpPr>
          <p:nvPr>
            <p:ph type="dt" idx="1"/>
          </p:nvPr>
        </p:nvSpPr>
        <p:spPr bwMode="auto">
          <a:xfrm>
            <a:off x="3849688" y="0"/>
            <a:ext cx="2946400" cy="493713"/>
          </a:xfrm>
          <a:prstGeom prst="rect">
            <a:avLst/>
          </a:prstGeom>
          <a:noFill/>
          <a:ln w="9525">
            <a:noFill/>
            <a:miter lim="800000"/>
            <a:headEnd/>
            <a:tailEnd/>
          </a:ln>
          <a:effectLst/>
        </p:spPr>
        <p:txBody>
          <a:bodyPr vert="horz" wrap="square" lIns="92620" tIns="46310" rIns="92620" bIns="46310" numCol="1" anchor="t" anchorCtr="0" compatLnSpc="1">
            <a:prstTxWarp prst="textNoShape">
              <a:avLst/>
            </a:prstTxWarp>
          </a:bodyPr>
          <a:lstStyle>
            <a:lvl1pPr algn="r" defTabSz="925513" eaLnBrk="1" latinLnBrk="1" hangingPunct="1">
              <a:defRPr sz="1200">
                <a:solidFill>
                  <a:schemeClr val="tx1"/>
                </a:solidFill>
                <a:latin typeface="굴림" pitchFamily="50" charset="-127"/>
                <a:ea typeface="굴림" pitchFamily="50" charset="-127"/>
              </a:defRPr>
            </a:lvl1pPr>
          </a:lstStyle>
          <a:p>
            <a:pPr>
              <a:defRPr/>
            </a:pPr>
            <a:endParaRPr lang="en-US" altLang="ko-KR"/>
          </a:p>
        </p:txBody>
      </p:sp>
      <p:sp>
        <p:nvSpPr>
          <p:cNvPr id="3076" name="Rectangle 4"/>
          <p:cNvSpPr>
            <a:spLocks noGrp="1" noRot="1" noChangeAspect="1" noChangeArrowheads="1" noTextEdit="1"/>
          </p:cNvSpPr>
          <p:nvPr>
            <p:ph type="sldImg" idx="2"/>
          </p:nvPr>
        </p:nvSpPr>
        <p:spPr bwMode="auto">
          <a:xfrm>
            <a:off x="935038" y="742950"/>
            <a:ext cx="4933950" cy="37004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p:cNvSpPr>
            <a:spLocks noGrp="1" noChangeArrowheads="1"/>
          </p:cNvSpPr>
          <p:nvPr>
            <p:ph type="body" sz="quarter" idx="3"/>
          </p:nvPr>
        </p:nvSpPr>
        <p:spPr bwMode="auto">
          <a:xfrm>
            <a:off x="679450" y="4691063"/>
            <a:ext cx="5438775" cy="4441825"/>
          </a:xfrm>
          <a:prstGeom prst="rect">
            <a:avLst/>
          </a:prstGeom>
          <a:noFill/>
          <a:ln w="9525">
            <a:noFill/>
            <a:miter lim="800000"/>
            <a:headEnd/>
            <a:tailEnd/>
          </a:ln>
          <a:effectLst/>
        </p:spPr>
        <p:txBody>
          <a:bodyPr vert="horz" wrap="square" lIns="92620" tIns="46310" rIns="92620" bIns="46310"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8198" name="Rectangle 6"/>
          <p:cNvSpPr>
            <a:spLocks noGrp="1" noChangeArrowheads="1"/>
          </p:cNvSpPr>
          <p:nvPr>
            <p:ph type="ftr" sz="quarter" idx="4"/>
          </p:nvPr>
        </p:nvSpPr>
        <p:spPr bwMode="auto">
          <a:xfrm>
            <a:off x="0" y="9378950"/>
            <a:ext cx="2946400" cy="493713"/>
          </a:xfrm>
          <a:prstGeom prst="rect">
            <a:avLst/>
          </a:prstGeom>
          <a:noFill/>
          <a:ln w="9525">
            <a:noFill/>
            <a:miter lim="800000"/>
            <a:headEnd/>
            <a:tailEnd/>
          </a:ln>
          <a:effectLst/>
        </p:spPr>
        <p:txBody>
          <a:bodyPr vert="horz" wrap="square" lIns="92620" tIns="46310" rIns="92620" bIns="46310" numCol="1" anchor="b" anchorCtr="0" compatLnSpc="1">
            <a:prstTxWarp prst="textNoShape">
              <a:avLst/>
            </a:prstTxWarp>
          </a:bodyPr>
          <a:lstStyle>
            <a:lvl1pPr algn="l" defTabSz="925513" eaLnBrk="1" latinLnBrk="1" hangingPunct="1">
              <a:defRPr sz="1200">
                <a:solidFill>
                  <a:schemeClr val="tx1"/>
                </a:solidFill>
                <a:latin typeface="굴림" pitchFamily="50" charset="-127"/>
                <a:ea typeface="굴림" pitchFamily="50" charset="-127"/>
              </a:defRPr>
            </a:lvl1pPr>
          </a:lstStyle>
          <a:p>
            <a:pPr>
              <a:defRPr/>
            </a:pPr>
            <a:endParaRPr lang="en-US" altLang="ko-KR"/>
          </a:p>
        </p:txBody>
      </p:sp>
      <p:sp>
        <p:nvSpPr>
          <p:cNvPr id="8199" name="Rectangle 7"/>
          <p:cNvSpPr>
            <a:spLocks noGrp="1" noChangeArrowheads="1"/>
          </p:cNvSpPr>
          <p:nvPr>
            <p:ph type="sldNum" sz="quarter" idx="5"/>
          </p:nvPr>
        </p:nvSpPr>
        <p:spPr bwMode="auto">
          <a:xfrm>
            <a:off x="3849688" y="9378950"/>
            <a:ext cx="2946400" cy="493713"/>
          </a:xfrm>
          <a:prstGeom prst="rect">
            <a:avLst/>
          </a:prstGeom>
          <a:noFill/>
          <a:ln w="9525">
            <a:noFill/>
            <a:miter lim="800000"/>
            <a:headEnd/>
            <a:tailEnd/>
          </a:ln>
          <a:effectLst/>
        </p:spPr>
        <p:txBody>
          <a:bodyPr vert="horz" wrap="square" lIns="92620" tIns="46310" rIns="92620" bIns="46310" numCol="1" anchor="b" anchorCtr="0" compatLnSpc="1">
            <a:prstTxWarp prst="textNoShape">
              <a:avLst/>
            </a:prstTxWarp>
          </a:bodyPr>
          <a:lstStyle>
            <a:lvl1pPr algn="r" defTabSz="925513" eaLnBrk="1" latinLnBrk="1" hangingPunct="1">
              <a:defRPr sz="1200">
                <a:solidFill>
                  <a:schemeClr val="tx1"/>
                </a:solidFill>
                <a:latin typeface="굴림" panose="020B0600000101010101" pitchFamily="50" charset="-127"/>
                <a:ea typeface="굴림" panose="020B0600000101010101" pitchFamily="50" charset="-127"/>
              </a:defRPr>
            </a:lvl1pPr>
          </a:lstStyle>
          <a:p>
            <a:pPr>
              <a:defRPr/>
            </a:pPr>
            <a:fld id="{524695D2-9D53-4741-8B14-4E817D3A42AD}" type="slidenum">
              <a:rPr lang="en-US" altLang="ko-KR"/>
              <a:pPr>
                <a:defRPr/>
              </a:pPr>
              <a:t>‹#›</a:t>
            </a:fld>
            <a:endParaRPr lang="en-US" altLang="ko-KR"/>
          </a:p>
        </p:txBody>
      </p:sp>
    </p:spTree>
    <p:extLst>
      <p:ext uri="{BB962C8B-B14F-4D97-AF65-F5344CB8AC3E}">
        <p14:creationId xmlns:p14="http://schemas.microsoft.com/office/powerpoint/2010/main" val="1005518556"/>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a:t>
            </a:fld>
            <a:endParaRPr lang="en-US" altLang="ko-KR"/>
          </a:p>
        </p:txBody>
      </p:sp>
    </p:spTree>
    <p:extLst>
      <p:ext uri="{BB962C8B-B14F-4D97-AF65-F5344CB8AC3E}">
        <p14:creationId xmlns:p14="http://schemas.microsoft.com/office/powerpoint/2010/main" val="1051351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524695D2-9D53-4741-8B14-4E817D3A42AD}" type="slidenum">
              <a:rPr lang="en-US" altLang="ko-KR" smtClean="0"/>
              <a:pPr>
                <a:defRPr/>
              </a:pPr>
              <a:t>4</a:t>
            </a:fld>
            <a:endParaRPr lang="en-US" altLang="ko-KR"/>
          </a:p>
        </p:txBody>
      </p:sp>
    </p:spTree>
    <p:extLst>
      <p:ext uri="{BB962C8B-B14F-4D97-AF65-F5344CB8AC3E}">
        <p14:creationId xmlns:p14="http://schemas.microsoft.com/office/powerpoint/2010/main" val="2887141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20</a:t>
            </a:fld>
            <a:endParaRPr lang="en-US" altLang="ko-KR"/>
          </a:p>
        </p:txBody>
      </p:sp>
    </p:spTree>
    <p:extLst>
      <p:ext uri="{BB962C8B-B14F-4D97-AF65-F5344CB8AC3E}">
        <p14:creationId xmlns:p14="http://schemas.microsoft.com/office/powerpoint/2010/main" val="3216869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21</a:t>
            </a:fld>
            <a:endParaRPr lang="en-US" altLang="ko-KR"/>
          </a:p>
        </p:txBody>
      </p:sp>
    </p:spTree>
    <p:extLst>
      <p:ext uri="{BB962C8B-B14F-4D97-AF65-F5344CB8AC3E}">
        <p14:creationId xmlns:p14="http://schemas.microsoft.com/office/powerpoint/2010/main" val="1399339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22</a:t>
            </a:fld>
            <a:endParaRPr lang="en-US" altLang="ko-KR"/>
          </a:p>
        </p:txBody>
      </p:sp>
    </p:spTree>
    <p:extLst>
      <p:ext uri="{BB962C8B-B14F-4D97-AF65-F5344CB8AC3E}">
        <p14:creationId xmlns:p14="http://schemas.microsoft.com/office/powerpoint/2010/main" val="40004034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23</a:t>
            </a:fld>
            <a:endParaRPr lang="en-US" altLang="ko-KR"/>
          </a:p>
        </p:txBody>
      </p:sp>
    </p:spTree>
    <p:extLst>
      <p:ext uri="{BB962C8B-B14F-4D97-AF65-F5344CB8AC3E}">
        <p14:creationId xmlns:p14="http://schemas.microsoft.com/office/powerpoint/2010/main" val="1868384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24</a:t>
            </a:fld>
            <a:endParaRPr lang="en-US" altLang="ko-KR"/>
          </a:p>
        </p:txBody>
      </p:sp>
    </p:spTree>
    <p:extLst>
      <p:ext uri="{BB962C8B-B14F-4D97-AF65-F5344CB8AC3E}">
        <p14:creationId xmlns:p14="http://schemas.microsoft.com/office/powerpoint/2010/main" val="3331020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25</a:t>
            </a:fld>
            <a:endParaRPr lang="en-US" altLang="ko-KR"/>
          </a:p>
        </p:txBody>
      </p:sp>
    </p:spTree>
    <p:extLst>
      <p:ext uri="{BB962C8B-B14F-4D97-AF65-F5344CB8AC3E}">
        <p14:creationId xmlns:p14="http://schemas.microsoft.com/office/powerpoint/2010/main" val="3306547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26</a:t>
            </a:fld>
            <a:endParaRPr lang="en-US" altLang="ko-KR"/>
          </a:p>
        </p:txBody>
      </p:sp>
    </p:spTree>
    <p:extLst>
      <p:ext uri="{BB962C8B-B14F-4D97-AF65-F5344CB8AC3E}">
        <p14:creationId xmlns:p14="http://schemas.microsoft.com/office/powerpoint/2010/main" val="1281062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en-IN" dirty="0"/>
              <a:t>https://www.youtube.com/watch?v=4ti8rfzh4xg</a:t>
            </a:r>
          </a:p>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27</a:t>
            </a:fld>
            <a:endParaRPr lang="en-US" altLang="ko-KR"/>
          </a:p>
        </p:txBody>
      </p:sp>
    </p:spTree>
    <p:extLst>
      <p:ext uri="{BB962C8B-B14F-4D97-AF65-F5344CB8AC3E}">
        <p14:creationId xmlns:p14="http://schemas.microsoft.com/office/powerpoint/2010/main" val="5674189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28</a:t>
            </a:fld>
            <a:endParaRPr lang="en-US" altLang="ko-KR"/>
          </a:p>
        </p:txBody>
      </p:sp>
    </p:spTree>
    <p:extLst>
      <p:ext uri="{BB962C8B-B14F-4D97-AF65-F5344CB8AC3E}">
        <p14:creationId xmlns:p14="http://schemas.microsoft.com/office/powerpoint/2010/main" val="38099329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29</a:t>
            </a:fld>
            <a:endParaRPr lang="en-US" altLang="ko-KR"/>
          </a:p>
        </p:txBody>
      </p:sp>
    </p:spTree>
    <p:extLst>
      <p:ext uri="{BB962C8B-B14F-4D97-AF65-F5344CB8AC3E}">
        <p14:creationId xmlns:p14="http://schemas.microsoft.com/office/powerpoint/2010/main" val="35880399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30</a:t>
            </a:fld>
            <a:endParaRPr lang="en-US" altLang="ko-KR"/>
          </a:p>
        </p:txBody>
      </p:sp>
    </p:spTree>
    <p:extLst>
      <p:ext uri="{BB962C8B-B14F-4D97-AF65-F5344CB8AC3E}">
        <p14:creationId xmlns:p14="http://schemas.microsoft.com/office/powerpoint/2010/main" val="28833393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31</a:t>
            </a:fld>
            <a:endParaRPr lang="en-US" altLang="ko-KR"/>
          </a:p>
        </p:txBody>
      </p:sp>
    </p:spTree>
    <p:extLst>
      <p:ext uri="{BB962C8B-B14F-4D97-AF65-F5344CB8AC3E}">
        <p14:creationId xmlns:p14="http://schemas.microsoft.com/office/powerpoint/2010/main" val="17803763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32</a:t>
            </a:fld>
            <a:endParaRPr lang="en-US" altLang="ko-KR"/>
          </a:p>
        </p:txBody>
      </p:sp>
    </p:spTree>
    <p:extLst>
      <p:ext uri="{BB962C8B-B14F-4D97-AF65-F5344CB8AC3E}">
        <p14:creationId xmlns:p14="http://schemas.microsoft.com/office/powerpoint/2010/main" val="23145780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36</a:t>
            </a:fld>
            <a:endParaRPr lang="en-US" altLang="ko-KR"/>
          </a:p>
        </p:txBody>
      </p:sp>
    </p:spTree>
    <p:extLst>
      <p:ext uri="{BB962C8B-B14F-4D97-AF65-F5344CB8AC3E}">
        <p14:creationId xmlns:p14="http://schemas.microsoft.com/office/powerpoint/2010/main" val="30648030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r>
              <a:rPr lang="en-IN" dirty="0"/>
              <a:t>https://www.youtube.com/watch?v=ZS4vBrKMU5s</a:t>
            </a:r>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42</a:t>
            </a:fld>
            <a:endParaRPr lang="en-US" altLang="ko-KR"/>
          </a:p>
        </p:txBody>
      </p:sp>
    </p:spTree>
    <p:extLst>
      <p:ext uri="{BB962C8B-B14F-4D97-AF65-F5344CB8AC3E}">
        <p14:creationId xmlns:p14="http://schemas.microsoft.com/office/powerpoint/2010/main" val="20743580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r>
              <a:rPr lang="en-IN"/>
              <a:t>https://www.youtube.com/watch?v=ZS4vBrKMU5s</a:t>
            </a:r>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43</a:t>
            </a:fld>
            <a:endParaRPr lang="en-US" altLang="ko-KR"/>
          </a:p>
        </p:txBody>
      </p:sp>
    </p:spTree>
    <p:extLst>
      <p:ext uri="{BB962C8B-B14F-4D97-AF65-F5344CB8AC3E}">
        <p14:creationId xmlns:p14="http://schemas.microsoft.com/office/powerpoint/2010/main" val="8641893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44</a:t>
            </a:fld>
            <a:endParaRPr lang="en-US" altLang="ko-KR"/>
          </a:p>
        </p:txBody>
      </p:sp>
    </p:spTree>
    <p:extLst>
      <p:ext uri="{BB962C8B-B14F-4D97-AF65-F5344CB8AC3E}">
        <p14:creationId xmlns:p14="http://schemas.microsoft.com/office/powerpoint/2010/main" val="22535893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r>
              <a:rPr lang="en-IN"/>
              <a:t>https://www.youtube.com/watch?v=ZS4vBrKMU5s</a:t>
            </a:r>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47</a:t>
            </a:fld>
            <a:endParaRPr lang="en-US" altLang="ko-KR"/>
          </a:p>
        </p:txBody>
      </p:sp>
    </p:spTree>
    <p:extLst>
      <p:ext uri="{BB962C8B-B14F-4D97-AF65-F5344CB8AC3E}">
        <p14:creationId xmlns:p14="http://schemas.microsoft.com/office/powerpoint/2010/main" val="19551539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r>
              <a:rPr lang="en-IN"/>
              <a:t>https://www.youtube.com/watch?v=ZS4vBrKMU5s</a:t>
            </a:r>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48</a:t>
            </a:fld>
            <a:endParaRPr lang="en-US" altLang="ko-KR"/>
          </a:p>
        </p:txBody>
      </p:sp>
    </p:spTree>
    <p:extLst>
      <p:ext uri="{BB962C8B-B14F-4D97-AF65-F5344CB8AC3E}">
        <p14:creationId xmlns:p14="http://schemas.microsoft.com/office/powerpoint/2010/main" val="18202669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r>
              <a:rPr lang="en-IN"/>
              <a:t>https://www.youtube.com/watch?v=ZS4vBrKMU5s</a:t>
            </a:r>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49</a:t>
            </a:fld>
            <a:endParaRPr lang="en-US" altLang="ko-KR"/>
          </a:p>
        </p:txBody>
      </p:sp>
    </p:spTree>
    <p:extLst>
      <p:ext uri="{BB962C8B-B14F-4D97-AF65-F5344CB8AC3E}">
        <p14:creationId xmlns:p14="http://schemas.microsoft.com/office/powerpoint/2010/main" val="33335238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en-IN" dirty="0"/>
              <a:t>https://www.youtube.com/watch?v=O0NF4tKe5lM&amp;t=3s</a:t>
            </a:r>
          </a:p>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70</a:t>
            </a:fld>
            <a:endParaRPr lang="en-US" altLang="ko-KR"/>
          </a:p>
        </p:txBody>
      </p:sp>
    </p:spTree>
    <p:extLst>
      <p:ext uri="{BB962C8B-B14F-4D97-AF65-F5344CB8AC3E}">
        <p14:creationId xmlns:p14="http://schemas.microsoft.com/office/powerpoint/2010/main" val="14311898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en-IN" dirty="0"/>
              <a:t>https://www.youtube.com/watch?v=O0NF4tKe5lM&amp;t=3s</a:t>
            </a:r>
          </a:p>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71</a:t>
            </a:fld>
            <a:endParaRPr lang="en-US" altLang="ko-KR"/>
          </a:p>
        </p:txBody>
      </p:sp>
    </p:spTree>
    <p:extLst>
      <p:ext uri="{BB962C8B-B14F-4D97-AF65-F5344CB8AC3E}">
        <p14:creationId xmlns:p14="http://schemas.microsoft.com/office/powerpoint/2010/main" val="32168698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en-IN" dirty="0"/>
              <a:t>https://www.youtube.com/watch?v=O0NF4tKe5lM&amp;t=3s</a:t>
            </a:r>
          </a:p>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72</a:t>
            </a:fld>
            <a:endParaRPr lang="en-US" altLang="ko-KR"/>
          </a:p>
        </p:txBody>
      </p:sp>
    </p:spTree>
    <p:extLst>
      <p:ext uri="{BB962C8B-B14F-4D97-AF65-F5344CB8AC3E}">
        <p14:creationId xmlns:p14="http://schemas.microsoft.com/office/powerpoint/2010/main" val="1370699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en-IN" dirty="0"/>
              <a:t>https://www.youtube.com/watch?v=O0NF4tKe5lM&amp;t=3s</a:t>
            </a:r>
          </a:p>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73</a:t>
            </a:fld>
            <a:endParaRPr lang="en-US" altLang="ko-KR"/>
          </a:p>
        </p:txBody>
      </p:sp>
    </p:spTree>
    <p:extLst>
      <p:ext uri="{BB962C8B-B14F-4D97-AF65-F5344CB8AC3E}">
        <p14:creationId xmlns:p14="http://schemas.microsoft.com/office/powerpoint/2010/main" val="32114992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en-IN" dirty="0"/>
              <a:t>https://www.youtube.com/watch?v=O0NF4tKe5lM&amp;t=3s</a:t>
            </a:r>
          </a:p>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74</a:t>
            </a:fld>
            <a:endParaRPr lang="en-US" altLang="ko-KR"/>
          </a:p>
        </p:txBody>
      </p:sp>
    </p:spTree>
    <p:extLst>
      <p:ext uri="{BB962C8B-B14F-4D97-AF65-F5344CB8AC3E}">
        <p14:creationId xmlns:p14="http://schemas.microsoft.com/office/powerpoint/2010/main" val="13632959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en-IN" dirty="0"/>
              <a:t>https://www.youtube.com/watch?v=O0NF4tKe5lM&amp;t=3s</a:t>
            </a:r>
          </a:p>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75</a:t>
            </a:fld>
            <a:endParaRPr lang="en-US" altLang="ko-KR"/>
          </a:p>
        </p:txBody>
      </p:sp>
    </p:spTree>
    <p:extLst>
      <p:ext uri="{BB962C8B-B14F-4D97-AF65-F5344CB8AC3E}">
        <p14:creationId xmlns:p14="http://schemas.microsoft.com/office/powerpoint/2010/main" val="39014519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en-IN" dirty="0"/>
              <a:t>https://www.youtube.com/watch?v=O0NF4tKe5lM&amp;t=3s</a:t>
            </a:r>
          </a:p>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76</a:t>
            </a:fld>
            <a:endParaRPr lang="en-US" altLang="ko-KR"/>
          </a:p>
        </p:txBody>
      </p:sp>
    </p:spTree>
    <p:extLst>
      <p:ext uri="{BB962C8B-B14F-4D97-AF65-F5344CB8AC3E}">
        <p14:creationId xmlns:p14="http://schemas.microsoft.com/office/powerpoint/2010/main" val="21044108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en-IN" dirty="0"/>
              <a:t>https://www.youtube.com/watch?v=O0NF4tKe5lM&amp;t=3s</a:t>
            </a:r>
          </a:p>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77</a:t>
            </a:fld>
            <a:endParaRPr lang="en-US" altLang="ko-KR"/>
          </a:p>
        </p:txBody>
      </p:sp>
    </p:spTree>
    <p:extLst>
      <p:ext uri="{BB962C8B-B14F-4D97-AF65-F5344CB8AC3E}">
        <p14:creationId xmlns:p14="http://schemas.microsoft.com/office/powerpoint/2010/main" val="6879556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en-IN" dirty="0"/>
              <a:t>https://www.youtube.com/watch?v=O0NF4tKe5lM&amp;t=3s</a:t>
            </a:r>
          </a:p>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78</a:t>
            </a:fld>
            <a:endParaRPr lang="en-US" altLang="ko-KR"/>
          </a:p>
        </p:txBody>
      </p:sp>
    </p:spTree>
    <p:extLst>
      <p:ext uri="{BB962C8B-B14F-4D97-AF65-F5344CB8AC3E}">
        <p14:creationId xmlns:p14="http://schemas.microsoft.com/office/powerpoint/2010/main" val="19177473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en-IN" dirty="0"/>
              <a:t>https://www.youtube.com/watch?v=O0NF4tKe5lM&amp;t=3s</a:t>
            </a:r>
          </a:p>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79</a:t>
            </a:fld>
            <a:endParaRPr lang="en-US" altLang="ko-KR"/>
          </a:p>
        </p:txBody>
      </p:sp>
    </p:spTree>
    <p:extLst>
      <p:ext uri="{BB962C8B-B14F-4D97-AF65-F5344CB8AC3E}">
        <p14:creationId xmlns:p14="http://schemas.microsoft.com/office/powerpoint/2010/main" val="12180174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80</a:t>
            </a:fld>
            <a:endParaRPr lang="en-US" altLang="ko-KR"/>
          </a:p>
        </p:txBody>
      </p:sp>
    </p:spTree>
    <p:extLst>
      <p:ext uri="{BB962C8B-B14F-4D97-AF65-F5344CB8AC3E}">
        <p14:creationId xmlns:p14="http://schemas.microsoft.com/office/powerpoint/2010/main" val="13999503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81</a:t>
            </a:fld>
            <a:endParaRPr lang="en-US" altLang="ko-KR"/>
          </a:p>
        </p:txBody>
      </p:sp>
    </p:spTree>
    <p:extLst>
      <p:ext uri="{BB962C8B-B14F-4D97-AF65-F5344CB8AC3E}">
        <p14:creationId xmlns:p14="http://schemas.microsoft.com/office/powerpoint/2010/main" val="12642994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82</a:t>
            </a:fld>
            <a:endParaRPr lang="en-US" altLang="ko-KR"/>
          </a:p>
        </p:txBody>
      </p:sp>
    </p:spTree>
    <p:extLst>
      <p:ext uri="{BB962C8B-B14F-4D97-AF65-F5344CB8AC3E}">
        <p14:creationId xmlns:p14="http://schemas.microsoft.com/office/powerpoint/2010/main" val="42542170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83</a:t>
            </a:fld>
            <a:endParaRPr lang="en-US" altLang="ko-KR"/>
          </a:p>
        </p:txBody>
      </p:sp>
    </p:spTree>
    <p:extLst>
      <p:ext uri="{BB962C8B-B14F-4D97-AF65-F5344CB8AC3E}">
        <p14:creationId xmlns:p14="http://schemas.microsoft.com/office/powerpoint/2010/main" val="13582342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84</a:t>
            </a:fld>
            <a:endParaRPr lang="en-US" altLang="ko-KR"/>
          </a:p>
        </p:txBody>
      </p:sp>
    </p:spTree>
    <p:extLst>
      <p:ext uri="{BB962C8B-B14F-4D97-AF65-F5344CB8AC3E}">
        <p14:creationId xmlns:p14="http://schemas.microsoft.com/office/powerpoint/2010/main" val="35498975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85</a:t>
            </a:fld>
            <a:endParaRPr lang="en-US" altLang="ko-KR"/>
          </a:p>
        </p:txBody>
      </p:sp>
    </p:spTree>
    <p:extLst>
      <p:ext uri="{BB962C8B-B14F-4D97-AF65-F5344CB8AC3E}">
        <p14:creationId xmlns:p14="http://schemas.microsoft.com/office/powerpoint/2010/main" val="4865598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86</a:t>
            </a:fld>
            <a:endParaRPr lang="en-US" altLang="ko-KR"/>
          </a:p>
        </p:txBody>
      </p:sp>
    </p:spTree>
    <p:extLst>
      <p:ext uri="{BB962C8B-B14F-4D97-AF65-F5344CB8AC3E}">
        <p14:creationId xmlns:p14="http://schemas.microsoft.com/office/powerpoint/2010/main" val="38785357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87</a:t>
            </a:fld>
            <a:endParaRPr lang="en-US" altLang="ko-KR"/>
          </a:p>
        </p:txBody>
      </p:sp>
    </p:spTree>
    <p:extLst>
      <p:ext uri="{BB962C8B-B14F-4D97-AF65-F5344CB8AC3E}">
        <p14:creationId xmlns:p14="http://schemas.microsoft.com/office/powerpoint/2010/main" val="3594331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88</a:t>
            </a:fld>
            <a:endParaRPr lang="en-US" altLang="ko-KR"/>
          </a:p>
        </p:txBody>
      </p:sp>
    </p:spTree>
    <p:extLst>
      <p:ext uri="{BB962C8B-B14F-4D97-AF65-F5344CB8AC3E}">
        <p14:creationId xmlns:p14="http://schemas.microsoft.com/office/powerpoint/2010/main" val="13864241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89</a:t>
            </a:fld>
            <a:endParaRPr lang="en-US" altLang="ko-KR"/>
          </a:p>
        </p:txBody>
      </p:sp>
    </p:spTree>
    <p:extLst>
      <p:ext uri="{BB962C8B-B14F-4D97-AF65-F5344CB8AC3E}">
        <p14:creationId xmlns:p14="http://schemas.microsoft.com/office/powerpoint/2010/main" val="40955960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90</a:t>
            </a:fld>
            <a:endParaRPr lang="en-US" altLang="ko-KR"/>
          </a:p>
        </p:txBody>
      </p:sp>
    </p:spTree>
    <p:extLst>
      <p:ext uri="{BB962C8B-B14F-4D97-AF65-F5344CB8AC3E}">
        <p14:creationId xmlns:p14="http://schemas.microsoft.com/office/powerpoint/2010/main" val="25140578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91</a:t>
            </a:fld>
            <a:endParaRPr lang="en-US" altLang="ko-KR"/>
          </a:p>
        </p:txBody>
      </p:sp>
    </p:spTree>
    <p:extLst>
      <p:ext uri="{BB962C8B-B14F-4D97-AF65-F5344CB8AC3E}">
        <p14:creationId xmlns:p14="http://schemas.microsoft.com/office/powerpoint/2010/main" val="25871706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92</a:t>
            </a:fld>
            <a:endParaRPr lang="en-US" altLang="ko-KR"/>
          </a:p>
        </p:txBody>
      </p:sp>
    </p:spTree>
    <p:extLst>
      <p:ext uri="{BB962C8B-B14F-4D97-AF65-F5344CB8AC3E}">
        <p14:creationId xmlns:p14="http://schemas.microsoft.com/office/powerpoint/2010/main" val="548766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93</a:t>
            </a:fld>
            <a:endParaRPr lang="en-US" altLang="ko-KR"/>
          </a:p>
        </p:txBody>
      </p:sp>
    </p:spTree>
    <p:extLst>
      <p:ext uri="{BB962C8B-B14F-4D97-AF65-F5344CB8AC3E}">
        <p14:creationId xmlns:p14="http://schemas.microsoft.com/office/powerpoint/2010/main" val="6338540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94</a:t>
            </a:fld>
            <a:endParaRPr lang="en-US" altLang="ko-KR"/>
          </a:p>
        </p:txBody>
      </p:sp>
    </p:spTree>
    <p:extLst>
      <p:ext uri="{BB962C8B-B14F-4D97-AF65-F5344CB8AC3E}">
        <p14:creationId xmlns:p14="http://schemas.microsoft.com/office/powerpoint/2010/main" val="15395448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95</a:t>
            </a:fld>
            <a:endParaRPr lang="en-US" altLang="ko-KR"/>
          </a:p>
        </p:txBody>
      </p:sp>
    </p:spTree>
    <p:extLst>
      <p:ext uri="{BB962C8B-B14F-4D97-AF65-F5344CB8AC3E}">
        <p14:creationId xmlns:p14="http://schemas.microsoft.com/office/powerpoint/2010/main" val="42524770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96</a:t>
            </a:fld>
            <a:endParaRPr lang="en-US" altLang="ko-KR"/>
          </a:p>
        </p:txBody>
      </p:sp>
    </p:spTree>
    <p:extLst>
      <p:ext uri="{BB962C8B-B14F-4D97-AF65-F5344CB8AC3E}">
        <p14:creationId xmlns:p14="http://schemas.microsoft.com/office/powerpoint/2010/main" val="5074168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97</a:t>
            </a:fld>
            <a:endParaRPr lang="en-US" altLang="ko-KR"/>
          </a:p>
        </p:txBody>
      </p:sp>
    </p:spTree>
    <p:extLst>
      <p:ext uri="{BB962C8B-B14F-4D97-AF65-F5344CB8AC3E}">
        <p14:creationId xmlns:p14="http://schemas.microsoft.com/office/powerpoint/2010/main" val="18493768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98</a:t>
            </a:fld>
            <a:endParaRPr lang="en-US" altLang="ko-KR"/>
          </a:p>
        </p:txBody>
      </p:sp>
    </p:spTree>
    <p:extLst>
      <p:ext uri="{BB962C8B-B14F-4D97-AF65-F5344CB8AC3E}">
        <p14:creationId xmlns:p14="http://schemas.microsoft.com/office/powerpoint/2010/main" val="40893790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99</a:t>
            </a:fld>
            <a:endParaRPr lang="en-US" altLang="ko-KR"/>
          </a:p>
        </p:txBody>
      </p:sp>
    </p:spTree>
    <p:extLst>
      <p:ext uri="{BB962C8B-B14F-4D97-AF65-F5344CB8AC3E}">
        <p14:creationId xmlns:p14="http://schemas.microsoft.com/office/powerpoint/2010/main" val="36241377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100</a:t>
            </a:fld>
            <a:endParaRPr lang="en-US" altLang="ko-KR"/>
          </a:p>
        </p:txBody>
      </p:sp>
    </p:spTree>
    <p:extLst>
      <p:ext uri="{BB962C8B-B14F-4D97-AF65-F5344CB8AC3E}">
        <p14:creationId xmlns:p14="http://schemas.microsoft.com/office/powerpoint/2010/main" val="233246311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101</a:t>
            </a:fld>
            <a:endParaRPr lang="en-US" altLang="ko-KR"/>
          </a:p>
        </p:txBody>
      </p:sp>
    </p:spTree>
    <p:extLst>
      <p:ext uri="{BB962C8B-B14F-4D97-AF65-F5344CB8AC3E}">
        <p14:creationId xmlns:p14="http://schemas.microsoft.com/office/powerpoint/2010/main" val="2158142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102</a:t>
            </a:fld>
            <a:endParaRPr lang="en-US" altLang="ko-KR"/>
          </a:p>
        </p:txBody>
      </p:sp>
    </p:spTree>
    <p:extLst>
      <p:ext uri="{BB962C8B-B14F-4D97-AF65-F5344CB8AC3E}">
        <p14:creationId xmlns:p14="http://schemas.microsoft.com/office/powerpoint/2010/main" val="87072350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103</a:t>
            </a:fld>
            <a:endParaRPr lang="en-US" altLang="ko-KR"/>
          </a:p>
        </p:txBody>
      </p:sp>
    </p:spTree>
    <p:extLst>
      <p:ext uri="{BB962C8B-B14F-4D97-AF65-F5344CB8AC3E}">
        <p14:creationId xmlns:p14="http://schemas.microsoft.com/office/powerpoint/2010/main" val="110781172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104</a:t>
            </a:fld>
            <a:endParaRPr lang="en-US" altLang="ko-KR"/>
          </a:p>
        </p:txBody>
      </p:sp>
    </p:spTree>
    <p:extLst>
      <p:ext uri="{BB962C8B-B14F-4D97-AF65-F5344CB8AC3E}">
        <p14:creationId xmlns:p14="http://schemas.microsoft.com/office/powerpoint/2010/main" val="10094611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105</a:t>
            </a:fld>
            <a:endParaRPr lang="en-US" altLang="ko-KR"/>
          </a:p>
        </p:txBody>
      </p:sp>
    </p:spTree>
    <p:extLst>
      <p:ext uri="{BB962C8B-B14F-4D97-AF65-F5344CB8AC3E}">
        <p14:creationId xmlns:p14="http://schemas.microsoft.com/office/powerpoint/2010/main" val="209125093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106</a:t>
            </a:fld>
            <a:endParaRPr lang="en-US" altLang="ko-KR"/>
          </a:p>
        </p:txBody>
      </p:sp>
    </p:spTree>
    <p:extLst>
      <p:ext uri="{BB962C8B-B14F-4D97-AF65-F5344CB8AC3E}">
        <p14:creationId xmlns:p14="http://schemas.microsoft.com/office/powerpoint/2010/main" val="38283207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107</a:t>
            </a:fld>
            <a:endParaRPr lang="en-US" altLang="ko-KR"/>
          </a:p>
        </p:txBody>
      </p:sp>
    </p:spTree>
    <p:extLst>
      <p:ext uri="{BB962C8B-B14F-4D97-AF65-F5344CB8AC3E}">
        <p14:creationId xmlns:p14="http://schemas.microsoft.com/office/powerpoint/2010/main" val="292789800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en-IN" dirty="0"/>
              <a:t>https://www.youtube.com/watch?v=O0NF4tKe5lM&amp;t=3s</a:t>
            </a:r>
          </a:p>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108</a:t>
            </a:fld>
            <a:endParaRPr lang="en-US" altLang="ko-KR"/>
          </a:p>
        </p:txBody>
      </p:sp>
    </p:spTree>
    <p:extLst>
      <p:ext uri="{BB962C8B-B14F-4D97-AF65-F5344CB8AC3E}">
        <p14:creationId xmlns:p14="http://schemas.microsoft.com/office/powerpoint/2010/main" val="179700111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en-IN" dirty="0"/>
              <a:t>https://www.youtube.com/watch?v=O0NF4tKe5lM&amp;t=3s</a:t>
            </a:r>
          </a:p>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109</a:t>
            </a:fld>
            <a:endParaRPr lang="en-US" altLang="ko-KR"/>
          </a:p>
        </p:txBody>
      </p:sp>
    </p:spTree>
    <p:extLst>
      <p:ext uri="{BB962C8B-B14F-4D97-AF65-F5344CB8AC3E}">
        <p14:creationId xmlns:p14="http://schemas.microsoft.com/office/powerpoint/2010/main" val="292162818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en-IN" dirty="0"/>
              <a:t>https://www.youtube.com/watch?v=O0NF4tKe5lM&amp;t=3s</a:t>
            </a:r>
          </a:p>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110</a:t>
            </a:fld>
            <a:endParaRPr lang="en-US" altLang="ko-KR"/>
          </a:p>
        </p:txBody>
      </p:sp>
    </p:spTree>
    <p:extLst>
      <p:ext uri="{BB962C8B-B14F-4D97-AF65-F5344CB8AC3E}">
        <p14:creationId xmlns:p14="http://schemas.microsoft.com/office/powerpoint/2010/main" val="296432280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en-IN" dirty="0"/>
              <a:t>https://support.minitab.com/en-us/minitab/18/help-and-how-to/modeling-statistics/doe/supporting-topics/response-surface-designs/response-surface-central-composite-and-box-behnken-designs/</a:t>
            </a:r>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111</a:t>
            </a:fld>
            <a:endParaRPr lang="en-US" altLang="ko-KR"/>
          </a:p>
        </p:txBody>
      </p:sp>
    </p:spTree>
    <p:extLst>
      <p:ext uri="{BB962C8B-B14F-4D97-AF65-F5344CB8AC3E}">
        <p14:creationId xmlns:p14="http://schemas.microsoft.com/office/powerpoint/2010/main" val="13073348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112</a:t>
            </a:fld>
            <a:endParaRPr lang="en-US" altLang="ko-KR"/>
          </a:p>
        </p:txBody>
      </p:sp>
    </p:spTree>
    <p:extLst>
      <p:ext uri="{BB962C8B-B14F-4D97-AF65-F5344CB8AC3E}">
        <p14:creationId xmlns:p14="http://schemas.microsoft.com/office/powerpoint/2010/main" val="42944944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113</a:t>
            </a:fld>
            <a:endParaRPr lang="en-US" altLang="ko-KR"/>
          </a:p>
        </p:txBody>
      </p:sp>
    </p:spTree>
    <p:extLst>
      <p:ext uri="{BB962C8B-B14F-4D97-AF65-F5344CB8AC3E}">
        <p14:creationId xmlns:p14="http://schemas.microsoft.com/office/powerpoint/2010/main" val="417110107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114</a:t>
            </a:fld>
            <a:endParaRPr lang="en-US" altLang="ko-KR"/>
          </a:p>
        </p:txBody>
      </p:sp>
    </p:spTree>
    <p:extLst>
      <p:ext uri="{BB962C8B-B14F-4D97-AF65-F5344CB8AC3E}">
        <p14:creationId xmlns:p14="http://schemas.microsoft.com/office/powerpoint/2010/main" val="350947160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115</a:t>
            </a:fld>
            <a:endParaRPr lang="en-US" altLang="ko-KR"/>
          </a:p>
        </p:txBody>
      </p:sp>
    </p:spTree>
    <p:extLst>
      <p:ext uri="{BB962C8B-B14F-4D97-AF65-F5344CB8AC3E}">
        <p14:creationId xmlns:p14="http://schemas.microsoft.com/office/powerpoint/2010/main" val="334073117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116</a:t>
            </a:fld>
            <a:endParaRPr lang="en-US" altLang="ko-KR"/>
          </a:p>
        </p:txBody>
      </p:sp>
    </p:spTree>
    <p:extLst>
      <p:ext uri="{BB962C8B-B14F-4D97-AF65-F5344CB8AC3E}">
        <p14:creationId xmlns:p14="http://schemas.microsoft.com/office/powerpoint/2010/main" val="22685406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117</a:t>
            </a:fld>
            <a:endParaRPr lang="en-US" altLang="ko-KR"/>
          </a:p>
        </p:txBody>
      </p:sp>
    </p:spTree>
    <p:extLst>
      <p:ext uri="{BB962C8B-B14F-4D97-AF65-F5344CB8AC3E}">
        <p14:creationId xmlns:p14="http://schemas.microsoft.com/office/powerpoint/2010/main" val="149769568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118</a:t>
            </a:fld>
            <a:endParaRPr lang="en-US" altLang="ko-KR"/>
          </a:p>
        </p:txBody>
      </p:sp>
    </p:spTree>
    <p:extLst>
      <p:ext uri="{BB962C8B-B14F-4D97-AF65-F5344CB8AC3E}">
        <p14:creationId xmlns:p14="http://schemas.microsoft.com/office/powerpoint/2010/main" val="14972423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119</a:t>
            </a:fld>
            <a:endParaRPr lang="en-US" altLang="ko-KR"/>
          </a:p>
        </p:txBody>
      </p:sp>
    </p:spTree>
    <p:extLst>
      <p:ext uri="{BB962C8B-B14F-4D97-AF65-F5344CB8AC3E}">
        <p14:creationId xmlns:p14="http://schemas.microsoft.com/office/powerpoint/2010/main" val="258447758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en-IN" dirty="0"/>
              <a:t>https://support.minitab.com/en-us/minitab/18/help-and-how-to/modeling-statistics/doe/supporting-topics/response-surface-designs/response-surface-central-composite-and-box-behnken-designs/</a:t>
            </a:r>
          </a:p>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120</a:t>
            </a:fld>
            <a:endParaRPr lang="en-US" altLang="ko-KR"/>
          </a:p>
        </p:txBody>
      </p:sp>
    </p:spTree>
    <p:extLst>
      <p:ext uri="{BB962C8B-B14F-4D97-AF65-F5344CB8AC3E}">
        <p14:creationId xmlns:p14="http://schemas.microsoft.com/office/powerpoint/2010/main" val="378347699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en-IN" sz="1000" dirty="0"/>
              <a:t>https://support.minitab.com/en-us/minitab/18/help-and-how-to/modeling-statistics/doe/supporting-topics/response-surface-designs/response-surface-central-composite-and-box-behnken-designs/</a:t>
            </a:r>
          </a:p>
          <a:p>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121</a:t>
            </a:fld>
            <a:endParaRPr lang="en-US" altLang="ko-KR"/>
          </a:p>
        </p:txBody>
      </p:sp>
    </p:spTree>
    <p:extLst>
      <p:ext uri="{BB962C8B-B14F-4D97-AF65-F5344CB8AC3E}">
        <p14:creationId xmlns:p14="http://schemas.microsoft.com/office/powerpoint/2010/main" val="358690960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125</a:t>
            </a:fld>
            <a:endParaRPr lang="en-US" altLang="ko-KR"/>
          </a:p>
        </p:txBody>
      </p:sp>
    </p:spTree>
    <p:extLst>
      <p:ext uri="{BB962C8B-B14F-4D97-AF65-F5344CB8AC3E}">
        <p14:creationId xmlns:p14="http://schemas.microsoft.com/office/powerpoint/2010/main" val="254510028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126</a:t>
            </a:fld>
            <a:endParaRPr lang="en-US" altLang="ko-KR"/>
          </a:p>
        </p:txBody>
      </p:sp>
    </p:spTree>
    <p:extLst>
      <p:ext uri="{BB962C8B-B14F-4D97-AF65-F5344CB8AC3E}">
        <p14:creationId xmlns:p14="http://schemas.microsoft.com/office/powerpoint/2010/main" val="397073889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130</a:t>
            </a:fld>
            <a:endParaRPr lang="en-US" altLang="ko-KR"/>
          </a:p>
        </p:txBody>
      </p:sp>
    </p:spTree>
    <p:extLst>
      <p:ext uri="{BB962C8B-B14F-4D97-AF65-F5344CB8AC3E}">
        <p14:creationId xmlns:p14="http://schemas.microsoft.com/office/powerpoint/2010/main" val="17702321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131</a:t>
            </a:fld>
            <a:endParaRPr lang="en-US" altLang="ko-KR"/>
          </a:p>
        </p:txBody>
      </p:sp>
    </p:spTree>
    <p:extLst>
      <p:ext uri="{BB962C8B-B14F-4D97-AF65-F5344CB8AC3E}">
        <p14:creationId xmlns:p14="http://schemas.microsoft.com/office/powerpoint/2010/main" val="260953251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132</a:t>
            </a:fld>
            <a:endParaRPr lang="en-US" altLang="ko-KR"/>
          </a:p>
        </p:txBody>
      </p:sp>
    </p:spTree>
    <p:extLst>
      <p:ext uri="{BB962C8B-B14F-4D97-AF65-F5344CB8AC3E}">
        <p14:creationId xmlns:p14="http://schemas.microsoft.com/office/powerpoint/2010/main" val="97312085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133</a:t>
            </a:fld>
            <a:endParaRPr lang="en-US" altLang="ko-KR"/>
          </a:p>
        </p:txBody>
      </p:sp>
    </p:spTree>
    <p:extLst>
      <p:ext uri="{BB962C8B-B14F-4D97-AF65-F5344CB8AC3E}">
        <p14:creationId xmlns:p14="http://schemas.microsoft.com/office/powerpoint/2010/main" val="412687862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5038" y="742950"/>
            <a:ext cx="4933950" cy="3700463"/>
          </a:xfrm>
        </p:spPr>
      </p:sp>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pPr>
              <a:defRPr/>
            </a:pPr>
            <a:fld id="{524695D2-9D53-4741-8B14-4E817D3A42AD}" type="slidenum">
              <a:rPr lang="en-US" altLang="ko-KR" smtClean="0"/>
              <a:pPr>
                <a:defRPr/>
              </a:pPr>
              <a:t>134</a:t>
            </a:fld>
            <a:endParaRPr lang="en-US" altLang="ko-KR"/>
          </a:p>
        </p:txBody>
      </p:sp>
    </p:spTree>
    <p:extLst>
      <p:ext uri="{BB962C8B-B14F-4D97-AF65-F5344CB8AC3E}">
        <p14:creationId xmlns:p14="http://schemas.microsoft.com/office/powerpoint/2010/main" val="317970847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 xmlns:a16="http://schemas.microsoft.com/office/drawing/2014/main" id="{1B4452CF-7EF4-8E2C-2E9A-FD0C6F30450D}"/>
              </a:ext>
            </a:extLst>
          </p:cNvPr>
          <p:cNvSpPr>
            <a:spLocks noGrp="1" noRot="1" noChangeAspect="1" noChangeArrowheads="1" noTextEdit="1"/>
          </p:cNvSpPr>
          <p:nvPr>
            <p:ph type="sldImg"/>
          </p:nvPr>
        </p:nvSpPr>
        <p:spPr>
          <a:ln/>
        </p:spPr>
      </p:sp>
      <p:sp>
        <p:nvSpPr>
          <p:cNvPr id="17411" name="Notes Placeholder 2">
            <a:extLst>
              <a:ext uri="{FF2B5EF4-FFF2-40B4-BE49-F238E27FC236}">
                <a16:creationId xmlns="" xmlns:a16="http://schemas.microsoft.com/office/drawing/2014/main" id="{DF83AF90-4FAC-E402-DA4B-7EA01F722A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7412" name="Slide Number Placeholder 3">
            <a:extLst>
              <a:ext uri="{FF2B5EF4-FFF2-40B4-BE49-F238E27FC236}">
                <a16:creationId xmlns="" xmlns:a16="http://schemas.microsoft.com/office/drawing/2014/main" id="{6866C045-33FA-D3B7-B954-CB6AE96764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C735A70-C912-49CF-8D7E-F35AD69B6C4C}" type="slidenum">
              <a:rPr lang="en-US" altLang="en-US" smtClean="0"/>
              <a:pPr/>
              <a:t>135</a:t>
            </a:fld>
            <a:endParaRPr lang="en-US" altLang="en-US"/>
          </a:p>
        </p:txBody>
      </p:sp>
    </p:spTree>
    <p:extLst>
      <p:ext uri="{BB962C8B-B14F-4D97-AF65-F5344CB8AC3E}">
        <p14:creationId xmlns:p14="http://schemas.microsoft.com/office/powerpoint/2010/main" val="8358985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7"/>
            <a:ext cx="7772400" cy="1470025"/>
          </a:xfrm>
          <a:prstGeom prst="rect">
            <a:avLst/>
          </a:prstGeom>
        </p:spPr>
        <p:txBody>
          <a:bodyPr/>
          <a:lstStyle/>
          <a:p>
            <a:r>
              <a:rPr lang="ko-KR" altLang="en-US"/>
              <a:t>마스터 제목 스타일 편집</a:t>
            </a:r>
          </a:p>
        </p:txBody>
      </p:sp>
      <p:sp>
        <p:nvSpPr>
          <p:cNvPr id="3" name="부제목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2"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ko-KR" altLang="en-US"/>
              <a:t>마스터 부제목 스타일 편집</a:t>
            </a:r>
          </a:p>
        </p:txBody>
      </p:sp>
      <p:sp>
        <p:nvSpPr>
          <p:cNvPr id="4" name="Rectangle 6"/>
          <p:cNvSpPr>
            <a:spLocks noGrp="1" noChangeArrowheads="1"/>
          </p:cNvSpPr>
          <p:nvPr>
            <p:ph type="sldNum" sz="quarter" idx="10"/>
            <p:custDataLst>
              <p:tags r:id="rId1"/>
            </p:custDataLst>
          </p:nvPr>
        </p:nvSpPr>
        <p:spPr>
          <a:ln/>
        </p:spPr>
        <p:txBody>
          <a:bodyPr/>
          <a:lstStyle>
            <a:lvl1pPr>
              <a:defRPr/>
            </a:lvl1pPr>
          </a:lstStyle>
          <a:p>
            <a:pPr>
              <a:defRPr/>
            </a:pPr>
            <a:fld id="{8C567F9A-E78D-41A1-BE93-92019483F86F}" type="slidenum">
              <a:rPr lang="en-US" altLang="ko-KR"/>
              <a:pPr>
                <a:defRPr/>
              </a:pPr>
              <a:t>‹#›</a:t>
            </a:fld>
            <a:endParaRPr lang="en-US" altLang="ko-KR"/>
          </a:p>
        </p:txBody>
      </p:sp>
    </p:spTree>
    <p:extLst>
      <p:ext uri="{BB962C8B-B14F-4D97-AF65-F5344CB8AC3E}">
        <p14:creationId xmlns:p14="http://schemas.microsoft.com/office/powerpoint/2010/main" val="3662628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1434785" y="146129"/>
            <a:ext cx="7698318" cy="431800"/>
          </a:xfrm>
          <a:prstGeom prst="rect">
            <a:avLst/>
          </a:prstGeom>
        </p:spPr>
        <p:txBody>
          <a:bodyPr/>
          <a:lstStyle/>
          <a:p>
            <a:r>
              <a:rPr lang="ko-KR" altLang="en-US" dirty="0"/>
              <a:t>마스터 제목 스타일 편집</a:t>
            </a:r>
          </a:p>
        </p:txBody>
      </p:sp>
      <p:sp>
        <p:nvSpPr>
          <p:cNvPr id="3" name="내용 개체 틀 2"/>
          <p:cNvSpPr>
            <a:spLocks noGrp="1"/>
          </p:cNvSpPr>
          <p:nvPr>
            <p:ph idx="1"/>
          </p:nvPr>
        </p:nvSpPr>
        <p:spPr>
          <a:xfrm>
            <a:off x="457200" y="980729"/>
            <a:ext cx="8229600" cy="5145436"/>
          </a:xfrm>
          <a:prstGeom prst="rect">
            <a:avLst/>
          </a:prstGeom>
        </p:spPr>
        <p:txBody>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Rectangle 6"/>
          <p:cNvSpPr>
            <a:spLocks noGrp="1" noChangeArrowheads="1"/>
          </p:cNvSpPr>
          <p:nvPr>
            <p:ph type="sldNum" sz="quarter" idx="10"/>
            <p:custDataLst>
              <p:tags r:id="rId1"/>
            </p:custDataLst>
          </p:nvPr>
        </p:nvSpPr>
        <p:spPr>
          <a:ln/>
        </p:spPr>
        <p:txBody>
          <a:bodyPr/>
          <a:lstStyle>
            <a:lvl1pPr>
              <a:defRPr/>
            </a:lvl1pPr>
          </a:lstStyle>
          <a:p>
            <a:pPr>
              <a:defRPr/>
            </a:pPr>
            <a:fld id="{DBBF992C-F1AA-4A66-8CC7-87949E2D5226}" type="slidenum">
              <a:rPr lang="en-US" altLang="ko-KR"/>
              <a:pPr>
                <a:defRPr/>
              </a:pPr>
              <a:t>‹#›</a:t>
            </a:fld>
            <a:endParaRPr lang="en-US" altLang="ko-KR"/>
          </a:p>
        </p:txBody>
      </p:sp>
    </p:spTree>
    <p:extLst>
      <p:ext uri="{BB962C8B-B14F-4D97-AF65-F5344CB8AC3E}">
        <p14:creationId xmlns:p14="http://schemas.microsoft.com/office/powerpoint/2010/main" val="570242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435" y="4406902"/>
            <a:ext cx="7772400" cy="1362075"/>
          </a:xfrm>
          <a:prstGeom prst="rect">
            <a:avLst/>
          </a:prstGeom>
        </p:spPr>
        <p:txBody>
          <a:bodyPr anchor="t"/>
          <a:lstStyle>
            <a:lvl1pPr algn="l">
              <a:defRPr sz="3692" b="1" cap="all"/>
            </a:lvl1pPr>
          </a:lstStyle>
          <a:p>
            <a:r>
              <a:rPr lang="ko-KR" altLang="en-US"/>
              <a:t>마스터 제목 스타일 편집</a:t>
            </a:r>
          </a:p>
        </p:txBody>
      </p:sp>
      <p:sp>
        <p:nvSpPr>
          <p:cNvPr id="3" name="텍스트 개체 틀 2"/>
          <p:cNvSpPr>
            <a:spLocks noGrp="1"/>
          </p:cNvSpPr>
          <p:nvPr>
            <p:ph type="body" idx="1"/>
          </p:nvPr>
        </p:nvSpPr>
        <p:spPr>
          <a:xfrm>
            <a:off x="722435" y="2906713"/>
            <a:ext cx="7772400" cy="1500187"/>
          </a:xfrm>
          <a:prstGeom prst="rect">
            <a:avLst/>
          </a:prstGeom>
        </p:spPr>
        <p:txBody>
          <a:bodyPr anchor="b"/>
          <a:lstStyle>
            <a:lvl1pPr marL="0" indent="0">
              <a:buNone/>
              <a:defRPr sz="1847"/>
            </a:lvl1pPr>
            <a:lvl2pPr marL="422042" indent="0">
              <a:buNone/>
              <a:defRPr sz="1661"/>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ko-KR" altLang="en-US"/>
              <a:t>마스터 텍스트 스타일을 편집합니다</a:t>
            </a:r>
          </a:p>
        </p:txBody>
      </p:sp>
      <p:sp>
        <p:nvSpPr>
          <p:cNvPr id="4" name="Rectangle 6"/>
          <p:cNvSpPr>
            <a:spLocks noGrp="1" noChangeArrowheads="1"/>
          </p:cNvSpPr>
          <p:nvPr>
            <p:ph type="sldNum" sz="quarter" idx="10"/>
            <p:custDataLst>
              <p:tags r:id="rId1"/>
            </p:custDataLst>
          </p:nvPr>
        </p:nvSpPr>
        <p:spPr>
          <a:ln/>
        </p:spPr>
        <p:txBody>
          <a:bodyPr/>
          <a:lstStyle>
            <a:lvl1pPr>
              <a:defRPr/>
            </a:lvl1pPr>
          </a:lstStyle>
          <a:p>
            <a:pPr>
              <a:defRPr/>
            </a:pPr>
            <a:fld id="{F0B3D587-9E88-4BBC-A5ED-063E6CDE2F6D}" type="slidenum">
              <a:rPr lang="en-US" altLang="ko-KR"/>
              <a:pPr>
                <a:defRPr/>
              </a:pPr>
              <a:t>‹#›</a:t>
            </a:fld>
            <a:endParaRPr lang="en-US" altLang="ko-KR"/>
          </a:p>
        </p:txBody>
      </p:sp>
    </p:spTree>
    <p:extLst>
      <p:ext uri="{BB962C8B-B14F-4D97-AF65-F5344CB8AC3E}">
        <p14:creationId xmlns:p14="http://schemas.microsoft.com/office/powerpoint/2010/main" val="16935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a:xfrm>
            <a:off x="1434785" y="146129"/>
            <a:ext cx="7698318" cy="431800"/>
          </a:xfrm>
          <a:prstGeom prst="rect">
            <a:avLst/>
          </a:prstGeom>
        </p:spPr>
        <p:txBody>
          <a:bodyPr/>
          <a:lstStyle/>
          <a:p>
            <a:r>
              <a:rPr lang="ko-KR" altLang="en-US"/>
              <a:t>마스터 제목 스타일 편집</a:t>
            </a:r>
          </a:p>
        </p:txBody>
      </p:sp>
      <p:sp>
        <p:nvSpPr>
          <p:cNvPr id="3" name="내용 개체 틀 2"/>
          <p:cNvSpPr>
            <a:spLocks noGrp="1"/>
          </p:cNvSpPr>
          <p:nvPr>
            <p:ph sz="half" idx="1"/>
          </p:nvPr>
        </p:nvSpPr>
        <p:spPr>
          <a:xfrm>
            <a:off x="457201" y="1600202"/>
            <a:ext cx="4044461" cy="4525963"/>
          </a:xfrm>
          <a:prstGeom prst="rect">
            <a:avLst/>
          </a:prstGeom>
        </p:spPr>
        <p:txBody>
          <a:bodyPr/>
          <a:lstStyle>
            <a:lvl1pPr>
              <a:defRPr sz="2585"/>
            </a:lvl1pPr>
            <a:lvl2pPr>
              <a:defRPr sz="2216"/>
            </a:lvl2pPr>
            <a:lvl3pPr>
              <a:defRPr sz="1847"/>
            </a:lvl3pPr>
            <a:lvl4pPr>
              <a:defRPr sz="1661"/>
            </a:lvl4pPr>
            <a:lvl5pPr>
              <a:defRPr sz="1661"/>
            </a:lvl5pPr>
            <a:lvl6pPr>
              <a:defRPr sz="1661"/>
            </a:lvl6pPr>
            <a:lvl7pPr>
              <a:defRPr sz="1661"/>
            </a:lvl7pPr>
            <a:lvl8pPr>
              <a:defRPr sz="1661"/>
            </a:lvl8pPr>
            <a:lvl9pPr>
              <a:defRPr sz="1661"/>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2339" y="1600202"/>
            <a:ext cx="4044461" cy="4525963"/>
          </a:xfrm>
          <a:prstGeom prst="rect">
            <a:avLst/>
          </a:prstGeom>
        </p:spPr>
        <p:txBody>
          <a:bodyPr/>
          <a:lstStyle>
            <a:lvl1pPr>
              <a:defRPr sz="2585"/>
            </a:lvl1pPr>
            <a:lvl2pPr>
              <a:defRPr sz="2216"/>
            </a:lvl2pPr>
            <a:lvl3pPr>
              <a:defRPr sz="1847"/>
            </a:lvl3pPr>
            <a:lvl4pPr>
              <a:defRPr sz="1661"/>
            </a:lvl4pPr>
            <a:lvl5pPr>
              <a:defRPr sz="1661"/>
            </a:lvl5pPr>
            <a:lvl6pPr>
              <a:defRPr sz="1661"/>
            </a:lvl6pPr>
            <a:lvl7pPr>
              <a:defRPr sz="1661"/>
            </a:lvl7pPr>
            <a:lvl8pPr>
              <a:defRPr sz="1661"/>
            </a:lvl8pPr>
            <a:lvl9pPr>
              <a:defRPr sz="1661"/>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6"/>
          <p:cNvSpPr>
            <a:spLocks noGrp="1" noChangeArrowheads="1"/>
          </p:cNvSpPr>
          <p:nvPr>
            <p:ph type="sldNum" sz="quarter" idx="10"/>
            <p:custDataLst>
              <p:tags r:id="rId1"/>
            </p:custDataLst>
          </p:nvPr>
        </p:nvSpPr>
        <p:spPr>
          <a:ln/>
        </p:spPr>
        <p:txBody>
          <a:bodyPr/>
          <a:lstStyle>
            <a:lvl1pPr>
              <a:defRPr/>
            </a:lvl1pPr>
          </a:lstStyle>
          <a:p>
            <a:pPr>
              <a:defRPr/>
            </a:pPr>
            <a:fld id="{2E37D5C8-CBD0-466B-8C80-D963F5617AB6}" type="slidenum">
              <a:rPr lang="en-US" altLang="ko-KR"/>
              <a:pPr>
                <a:defRPr/>
              </a:pPr>
              <a:t>‹#›</a:t>
            </a:fld>
            <a:endParaRPr lang="en-US" altLang="ko-KR"/>
          </a:p>
        </p:txBody>
      </p:sp>
    </p:spTree>
    <p:extLst>
      <p:ext uri="{BB962C8B-B14F-4D97-AF65-F5344CB8AC3E}">
        <p14:creationId xmlns:p14="http://schemas.microsoft.com/office/powerpoint/2010/main" val="2590284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066" cy="639762"/>
          </a:xfrm>
          <a:prstGeom prst="rect">
            <a:avLst/>
          </a:prstGeom>
        </p:spPr>
        <p:txBody>
          <a:bodyPr anchor="b"/>
          <a:lstStyle>
            <a:lvl1pPr marL="0" indent="0">
              <a:buNone/>
              <a:defRPr sz="2216" b="1"/>
            </a:lvl1pPr>
            <a:lvl2pPr marL="422042" indent="0">
              <a:buNone/>
              <a:defRPr sz="1847" b="1"/>
            </a:lvl2pPr>
            <a:lvl3pPr marL="844083" indent="0">
              <a:buNone/>
              <a:defRPr sz="1661"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066" cy="3951288"/>
          </a:xfrm>
          <a:prstGeom prst="rect">
            <a:avLst/>
          </a:prstGeom>
        </p:spPr>
        <p:txBody>
          <a:bodyPr/>
          <a:lstStyle>
            <a:lvl1pPr>
              <a:defRPr sz="2216"/>
            </a:lvl1pPr>
            <a:lvl2pPr>
              <a:defRPr sz="1847"/>
            </a:lvl2pPr>
            <a:lvl3pPr>
              <a:defRPr sz="1661"/>
            </a:lvl3pPr>
            <a:lvl4pPr>
              <a:defRPr sz="1477"/>
            </a:lvl4pPr>
            <a:lvl5pPr>
              <a:defRPr sz="1477"/>
            </a:lvl5pPr>
            <a:lvl6pPr>
              <a:defRPr sz="1477"/>
            </a:lvl6pPr>
            <a:lvl7pPr>
              <a:defRPr sz="1477"/>
            </a:lvl7pPr>
            <a:lvl8pPr>
              <a:defRPr sz="1477"/>
            </a:lvl8pPr>
            <a:lvl9pPr>
              <a:defRPr sz="1477"/>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270" y="1535113"/>
            <a:ext cx="4041531" cy="639762"/>
          </a:xfrm>
          <a:prstGeom prst="rect">
            <a:avLst/>
          </a:prstGeom>
        </p:spPr>
        <p:txBody>
          <a:bodyPr anchor="b"/>
          <a:lstStyle>
            <a:lvl1pPr marL="0" indent="0">
              <a:buNone/>
              <a:defRPr sz="2216" b="1"/>
            </a:lvl1pPr>
            <a:lvl2pPr marL="422042" indent="0">
              <a:buNone/>
              <a:defRPr sz="1847" b="1"/>
            </a:lvl2pPr>
            <a:lvl3pPr marL="844083" indent="0">
              <a:buNone/>
              <a:defRPr sz="1661"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ko-KR" altLang="en-US"/>
              <a:t>마스터 텍스트 스타일을 편집합니다</a:t>
            </a:r>
          </a:p>
        </p:txBody>
      </p:sp>
      <p:sp>
        <p:nvSpPr>
          <p:cNvPr id="6" name="내용 개체 틀 5"/>
          <p:cNvSpPr>
            <a:spLocks noGrp="1"/>
          </p:cNvSpPr>
          <p:nvPr>
            <p:ph sz="quarter" idx="4"/>
          </p:nvPr>
        </p:nvSpPr>
        <p:spPr>
          <a:xfrm>
            <a:off x="4645270" y="2174875"/>
            <a:ext cx="4041531" cy="3951288"/>
          </a:xfrm>
          <a:prstGeom prst="rect">
            <a:avLst/>
          </a:prstGeom>
        </p:spPr>
        <p:txBody>
          <a:bodyPr/>
          <a:lstStyle>
            <a:lvl1pPr>
              <a:defRPr sz="2216"/>
            </a:lvl1pPr>
            <a:lvl2pPr>
              <a:defRPr sz="1847"/>
            </a:lvl2pPr>
            <a:lvl3pPr>
              <a:defRPr sz="1661"/>
            </a:lvl3pPr>
            <a:lvl4pPr>
              <a:defRPr sz="1477"/>
            </a:lvl4pPr>
            <a:lvl5pPr>
              <a:defRPr sz="1477"/>
            </a:lvl5pPr>
            <a:lvl6pPr>
              <a:defRPr sz="1477"/>
            </a:lvl6pPr>
            <a:lvl7pPr>
              <a:defRPr sz="1477"/>
            </a:lvl7pPr>
            <a:lvl8pPr>
              <a:defRPr sz="1477"/>
            </a:lvl8pPr>
            <a:lvl9pPr>
              <a:defRPr sz="1477"/>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6"/>
          <p:cNvSpPr>
            <a:spLocks noGrp="1" noChangeArrowheads="1"/>
          </p:cNvSpPr>
          <p:nvPr>
            <p:ph type="sldNum" sz="quarter" idx="10"/>
            <p:custDataLst>
              <p:tags r:id="rId1"/>
            </p:custDataLst>
          </p:nvPr>
        </p:nvSpPr>
        <p:spPr>
          <a:ln/>
        </p:spPr>
        <p:txBody>
          <a:bodyPr/>
          <a:lstStyle>
            <a:lvl1pPr>
              <a:defRPr/>
            </a:lvl1pPr>
          </a:lstStyle>
          <a:p>
            <a:pPr>
              <a:defRPr/>
            </a:pPr>
            <a:fld id="{2BB691C7-E646-43CD-B762-BB00A3AEE52F}" type="slidenum">
              <a:rPr lang="en-US" altLang="ko-KR"/>
              <a:pPr>
                <a:defRPr/>
              </a:pPr>
              <a:t>‹#›</a:t>
            </a:fld>
            <a:endParaRPr lang="en-US" altLang="ko-KR"/>
          </a:p>
        </p:txBody>
      </p:sp>
    </p:spTree>
    <p:extLst>
      <p:ext uri="{BB962C8B-B14F-4D97-AF65-F5344CB8AC3E}">
        <p14:creationId xmlns:p14="http://schemas.microsoft.com/office/powerpoint/2010/main" val="1649593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a:xfrm>
            <a:off x="1434785" y="146129"/>
            <a:ext cx="7698318" cy="431800"/>
          </a:xfrm>
          <a:prstGeom prst="rect">
            <a:avLst/>
          </a:prstGeom>
        </p:spPr>
        <p:txBody>
          <a:bodyPr/>
          <a:lstStyle/>
          <a:p>
            <a:r>
              <a:rPr lang="ko-KR" altLang="en-US" dirty="0"/>
              <a:t>마스터 제목 스타일 편집</a:t>
            </a:r>
          </a:p>
        </p:txBody>
      </p:sp>
      <p:sp>
        <p:nvSpPr>
          <p:cNvPr id="3" name="Rectangle 6"/>
          <p:cNvSpPr>
            <a:spLocks noGrp="1" noChangeArrowheads="1"/>
          </p:cNvSpPr>
          <p:nvPr>
            <p:ph type="sldNum" sz="quarter" idx="10"/>
            <p:custDataLst>
              <p:tags r:id="rId1"/>
            </p:custDataLst>
          </p:nvPr>
        </p:nvSpPr>
        <p:spPr>
          <a:ln/>
        </p:spPr>
        <p:txBody>
          <a:bodyPr/>
          <a:lstStyle>
            <a:lvl1pPr>
              <a:defRPr/>
            </a:lvl1pPr>
          </a:lstStyle>
          <a:p>
            <a:pPr>
              <a:defRPr/>
            </a:pPr>
            <a:fld id="{3D2E67BE-DBC0-4623-8B14-EB6DFEF5475A}" type="slidenum">
              <a:rPr lang="en-US" altLang="ko-KR"/>
              <a:pPr>
                <a:defRPr/>
              </a:pPr>
              <a:t>‹#›</a:t>
            </a:fld>
            <a:endParaRPr lang="en-US" altLang="ko-KR"/>
          </a:p>
        </p:txBody>
      </p:sp>
    </p:spTree>
    <p:extLst>
      <p:ext uri="{BB962C8B-B14F-4D97-AF65-F5344CB8AC3E}">
        <p14:creationId xmlns:p14="http://schemas.microsoft.com/office/powerpoint/2010/main" val="3273684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6"/>
          <p:cNvSpPr>
            <a:spLocks noGrp="1" noChangeArrowheads="1"/>
          </p:cNvSpPr>
          <p:nvPr>
            <p:ph type="sldNum" sz="quarter" idx="10"/>
            <p:custDataLst>
              <p:tags r:id="rId1"/>
            </p:custDataLst>
          </p:nvPr>
        </p:nvSpPr>
        <p:spPr>
          <a:ln/>
        </p:spPr>
        <p:txBody>
          <a:bodyPr/>
          <a:lstStyle>
            <a:lvl1pPr>
              <a:defRPr/>
            </a:lvl1pPr>
          </a:lstStyle>
          <a:p>
            <a:pPr>
              <a:defRPr/>
            </a:pPr>
            <a:fld id="{10C0A1F7-B8A1-42CB-81DC-06B1B2881CE1}" type="slidenum">
              <a:rPr lang="en-US" altLang="ko-KR"/>
              <a:pPr>
                <a:defRPr/>
              </a:pPr>
              <a:t>‹#›</a:t>
            </a:fld>
            <a:endParaRPr lang="en-US" altLang="ko-KR"/>
          </a:p>
        </p:txBody>
      </p:sp>
    </p:spTree>
    <p:extLst>
      <p:ext uri="{BB962C8B-B14F-4D97-AF65-F5344CB8AC3E}">
        <p14:creationId xmlns:p14="http://schemas.microsoft.com/office/powerpoint/2010/main" val="244678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1" y="273050"/>
            <a:ext cx="3008435" cy="1162050"/>
          </a:xfrm>
          <a:prstGeom prst="rect">
            <a:avLst/>
          </a:prstGeom>
        </p:spPr>
        <p:txBody>
          <a:bodyPr anchor="b"/>
          <a:lstStyle>
            <a:lvl1pPr algn="l">
              <a:defRPr sz="1847" b="1"/>
            </a:lvl1pPr>
          </a:lstStyle>
          <a:p>
            <a:r>
              <a:rPr lang="ko-KR" altLang="en-US"/>
              <a:t>마스터 제목 스타일 편집</a:t>
            </a:r>
          </a:p>
        </p:txBody>
      </p:sp>
      <p:sp>
        <p:nvSpPr>
          <p:cNvPr id="3" name="내용 개체 틀 2"/>
          <p:cNvSpPr>
            <a:spLocks noGrp="1"/>
          </p:cNvSpPr>
          <p:nvPr>
            <p:ph idx="1"/>
          </p:nvPr>
        </p:nvSpPr>
        <p:spPr>
          <a:xfrm>
            <a:off x="3575539" y="273052"/>
            <a:ext cx="5111261" cy="5853113"/>
          </a:xfrm>
          <a:prstGeom prst="rect">
            <a:avLst/>
          </a:prstGeom>
        </p:spPr>
        <p:txBody>
          <a:bodyPr/>
          <a:lstStyle>
            <a:lvl1pPr>
              <a:defRPr sz="2954"/>
            </a:lvl1pPr>
            <a:lvl2pPr>
              <a:defRPr sz="2585"/>
            </a:lvl2pPr>
            <a:lvl3pPr>
              <a:defRPr sz="2216"/>
            </a:lvl3pPr>
            <a:lvl4pPr>
              <a:defRPr sz="1847"/>
            </a:lvl4pPr>
            <a:lvl5pPr>
              <a:defRPr sz="1847"/>
            </a:lvl5pPr>
            <a:lvl6pPr>
              <a:defRPr sz="1847"/>
            </a:lvl6pPr>
            <a:lvl7pPr>
              <a:defRPr sz="1847"/>
            </a:lvl7pPr>
            <a:lvl8pPr>
              <a:defRPr sz="1847"/>
            </a:lvl8pPr>
            <a:lvl9pPr>
              <a:defRPr sz="1847"/>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1" y="1435102"/>
            <a:ext cx="3008435" cy="4691063"/>
          </a:xfrm>
          <a:prstGeom prst="rect">
            <a:avLst/>
          </a:prstGeom>
        </p:spPr>
        <p:txBody>
          <a:bodyPr/>
          <a:lstStyle>
            <a:lvl1pPr marL="0" indent="0">
              <a:buNone/>
              <a:defRPr sz="1292"/>
            </a:lvl1pPr>
            <a:lvl2pPr marL="422042"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ko-KR" altLang="en-US"/>
              <a:t>마스터 텍스트 스타일을 편집합니다</a:t>
            </a:r>
          </a:p>
        </p:txBody>
      </p:sp>
      <p:sp>
        <p:nvSpPr>
          <p:cNvPr id="5" name="Rectangle 6"/>
          <p:cNvSpPr>
            <a:spLocks noGrp="1" noChangeArrowheads="1"/>
          </p:cNvSpPr>
          <p:nvPr>
            <p:ph type="sldNum" sz="quarter" idx="10"/>
            <p:custDataLst>
              <p:tags r:id="rId1"/>
            </p:custDataLst>
          </p:nvPr>
        </p:nvSpPr>
        <p:spPr>
          <a:ln/>
        </p:spPr>
        <p:txBody>
          <a:bodyPr/>
          <a:lstStyle>
            <a:lvl1pPr>
              <a:defRPr/>
            </a:lvl1pPr>
          </a:lstStyle>
          <a:p>
            <a:pPr>
              <a:defRPr/>
            </a:pPr>
            <a:fld id="{A087C36C-3CCD-4277-A365-9BEFAAC9AFDD}" type="slidenum">
              <a:rPr lang="en-US" altLang="ko-KR"/>
              <a:pPr>
                <a:defRPr/>
              </a:pPr>
              <a:t>‹#›</a:t>
            </a:fld>
            <a:endParaRPr lang="en-US" altLang="ko-KR"/>
          </a:p>
        </p:txBody>
      </p:sp>
    </p:spTree>
    <p:extLst>
      <p:ext uri="{BB962C8B-B14F-4D97-AF65-F5344CB8AC3E}">
        <p14:creationId xmlns:p14="http://schemas.microsoft.com/office/powerpoint/2010/main" val="3149811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166" y="4800600"/>
            <a:ext cx="5486400" cy="566738"/>
          </a:xfrm>
          <a:prstGeom prst="rect">
            <a:avLst/>
          </a:prstGeom>
        </p:spPr>
        <p:txBody>
          <a:bodyPr anchor="b"/>
          <a:lstStyle>
            <a:lvl1pPr algn="l">
              <a:defRPr sz="1847" b="1"/>
            </a:lvl1pPr>
          </a:lstStyle>
          <a:p>
            <a:r>
              <a:rPr lang="ko-KR" altLang="en-US"/>
              <a:t>마스터 제목 스타일 편집</a:t>
            </a:r>
          </a:p>
        </p:txBody>
      </p:sp>
      <p:sp>
        <p:nvSpPr>
          <p:cNvPr id="3" name="그림 개체 틀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2" indent="0">
              <a:buNone/>
              <a:defRPr sz="2585"/>
            </a:lvl2pPr>
            <a:lvl3pPr marL="844083" indent="0">
              <a:buNone/>
              <a:defRPr sz="2216"/>
            </a:lvl3pPr>
            <a:lvl4pPr marL="1266124" indent="0">
              <a:buNone/>
              <a:defRPr sz="1847"/>
            </a:lvl4pPr>
            <a:lvl5pPr marL="1688165" indent="0">
              <a:buNone/>
              <a:defRPr sz="1847"/>
            </a:lvl5pPr>
            <a:lvl6pPr marL="2110207" indent="0">
              <a:buNone/>
              <a:defRPr sz="1847"/>
            </a:lvl6pPr>
            <a:lvl7pPr marL="2532248" indent="0">
              <a:buNone/>
              <a:defRPr sz="1847"/>
            </a:lvl7pPr>
            <a:lvl8pPr marL="2954289" indent="0">
              <a:buNone/>
              <a:defRPr sz="1847"/>
            </a:lvl8pPr>
            <a:lvl9pPr marL="3376331" indent="0">
              <a:buNone/>
              <a:defRPr sz="1847"/>
            </a:lvl9pPr>
          </a:lstStyle>
          <a:p>
            <a:pPr lvl="0"/>
            <a:endParaRPr lang="ko-KR" altLang="en-US" noProof="0"/>
          </a:p>
        </p:txBody>
      </p:sp>
      <p:sp>
        <p:nvSpPr>
          <p:cNvPr id="4" name="텍스트 개체 틀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2"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ko-KR" altLang="en-US"/>
              <a:t>마스터 텍스트 스타일을 편집합니다</a:t>
            </a:r>
          </a:p>
        </p:txBody>
      </p:sp>
      <p:sp>
        <p:nvSpPr>
          <p:cNvPr id="5" name="Rectangle 6"/>
          <p:cNvSpPr>
            <a:spLocks noGrp="1" noChangeArrowheads="1"/>
          </p:cNvSpPr>
          <p:nvPr>
            <p:ph type="sldNum" sz="quarter" idx="10"/>
            <p:custDataLst>
              <p:tags r:id="rId1"/>
            </p:custDataLst>
          </p:nvPr>
        </p:nvSpPr>
        <p:spPr>
          <a:ln/>
        </p:spPr>
        <p:txBody>
          <a:bodyPr/>
          <a:lstStyle>
            <a:lvl1pPr>
              <a:defRPr/>
            </a:lvl1pPr>
          </a:lstStyle>
          <a:p>
            <a:pPr>
              <a:defRPr/>
            </a:pPr>
            <a:fld id="{2D8A44CB-1BEC-43BB-9219-E16F9F1E3E4C}" type="slidenum">
              <a:rPr lang="en-US" altLang="ko-KR"/>
              <a:pPr>
                <a:defRPr/>
              </a:pPr>
              <a:t>‹#›</a:t>
            </a:fld>
            <a:endParaRPr lang="en-US" altLang="ko-KR"/>
          </a:p>
        </p:txBody>
      </p:sp>
    </p:spTree>
    <p:extLst>
      <p:ext uri="{BB962C8B-B14F-4D97-AF65-F5344CB8AC3E}">
        <p14:creationId xmlns:p14="http://schemas.microsoft.com/office/powerpoint/2010/main" val="2951349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a:xfrm>
            <a:off x="1434785" y="146129"/>
            <a:ext cx="7698318" cy="431800"/>
          </a:xfrm>
          <a:prstGeom prst="rect">
            <a:avLst/>
          </a:prstGeom>
        </p:spPr>
        <p:txBody>
          <a:bodyPr/>
          <a:lstStyle/>
          <a:p>
            <a:r>
              <a:rPr lang="ko-KR" altLang="en-US"/>
              <a:t>마스터 제목 스타일 편집</a:t>
            </a:r>
          </a:p>
        </p:txBody>
      </p:sp>
      <p:sp>
        <p:nvSpPr>
          <p:cNvPr id="3" name="세로 텍스트 개체 틀 2"/>
          <p:cNvSpPr>
            <a:spLocks noGrp="1"/>
          </p:cNvSpPr>
          <p:nvPr>
            <p:ph type="body" orient="vert" idx="1"/>
          </p:nvPr>
        </p:nvSpPr>
        <p:spPr>
          <a:xfrm>
            <a:off x="457200" y="1600202"/>
            <a:ext cx="8229600" cy="4525963"/>
          </a:xfrm>
          <a:prstGeom prst="rect">
            <a:avLst/>
          </a:prstGeo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6"/>
          <p:cNvSpPr>
            <a:spLocks noGrp="1" noChangeArrowheads="1"/>
          </p:cNvSpPr>
          <p:nvPr>
            <p:ph type="sldNum" sz="quarter" idx="10"/>
            <p:custDataLst>
              <p:tags r:id="rId1"/>
            </p:custDataLst>
          </p:nvPr>
        </p:nvSpPr>
        <p:spPr>
          <a:ln/>
        </p:spPr>
        <p:txBody>
          <a:bodyPr/>
          <a:lstStyle>
            <a:lvl1pPr>
              <a:defRPr/>
            </a:lvl1pPr>
          </a:lstStyle>
          <a:p>
            <a:pPr>
              <a:defRPr/>
            </a:pPr>
            <a:fld id="{746719C3-1FF9-4866-8919-D52187D82200}" type="slidenum">
              <a:rPr lang="en-US" altLang="ko-KR"/>
              <a:pPr>
                <a:defRPr/>
              </a:pPr>
              <a:t>‹#›</a:t>
            </a:fld>
            <a:endParaRPr lang="en-US" altLang="ko-KR"/>
          </a:p>
        </p:txBody>
      </p:sp>
    </p:spTree>
    <p:extLst>
      <p:ext uri="{BB962C8B-B14F-4D97-AF65-F5344CB8AC3E}">
        <p14:creationId xmlns:p14="http://schemas.microsoft.com/office/powerpoint/2010/main" val="1444970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578112" y="1052513"/>
            <a:ext cx="2108688" cy="5073650"/>
          </a:xfrm>
          <a:prstGeom prst="rect">
            <a:avLst/>
          </a:prstGeo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252047" y="1052513"/>
            <a:ext cx="6185389" cy="5073650"/>
          </a:xfrm>
          <a:prstGeom prst="rect">
            <a:avLst/>
          </a:prstGeo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6"/>
          <p:cNvSpPr>
            <a:spLocks noGrp="1" noChangeArrowheads="1"/>
          </p:cNvSpPr>
          <p:nvPr>
            <p:ph type="sldNum" sz="quarter" idx="10"/>
            <p:custDataLst>
              <p:tags r:id="rId1"/>
            </p:custDataLst>
          </p:nvPr>
        </p:nvSpPr>
        <p:spPr>
          <a:ln/>
        </p:spPr>
        <p:txBody>
          <a:bodyPr/>
          <a:lstStyle>
            <a:lvl1pPr>
              <a:defRPr/>
            </a:lvl1pPr>
          </a:lstStyle>
          <a:p>
            <a:pPr>
              <a:defRPr/>
            </a:pPr>
            <a:fld id="{05AEED7C-7190-40A3-B20F-721B435BE2C1}" type="slidenum">
              <a:rPr lang="en-US" altLang="ko-KR"/>
              <a:pPr>
                <a:defRPr/>
              </a:pPr>
              <a:t>‹#›</a:t>
            </a:fld>
            <a:endParaRPr lang="en-US" altLang="ko-KR"/>
          </a:p>
        </p:txBody>
      </p:sp>
    </p:spTree>
    <p:extLst>
      <p:ext uri="{BB962C8B-B14F-4D97-AF65-F5344CB8AC3E}">
        <p14:creationId xmlns:p14="http://schemas.microsoft.com/office/powerpoint/2010/main" val="27404005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제목 및 표">
    <p:spTree>
      <p:nvGrpSpPr>
        <p:cNvPr id="1" name=""/>
        <p:cNvGrpSpPr/>
        <p:nvPr/>
      </p:nvGrpSpPr>
      <p:grpSpPr>
        <a:xfrm>
          <a:off x="0" y="0"/>
          <a:ext cx="0" cy="0"/>
          <a:chOff x="0" y="0"/>
          <a:chExt cx="0" cy="0"/>
        </a:xfrm>
      </p:grpSpPr>
      <p:sp>
        <p:nvSpPr>
          <p:cNvPr id="2" name="제목 1"/>
          <p:cNvSpPr>
            <a:spLocks noGrp="1"/>
          </p:cNvSpPr>
          <p:nvPr>
            <p:ph type="title"/>
          </p:nvPr>
        </p:nvSpPr>
        <p:spPr>
          <a:xfrm>
            <a:off x="252046" y="1052513"/>
            <a:ext cx="7510097" cy="431800"/>
          </a:xfrm>
          <a:prstGeom prst="rect">
            <a:avLst/>
          </a:prstGeom>
        </p:spPr>
        <p:txBody>
          <a:bodyPr/>
          <a:lstStyle/>
          <a:p>
            <a:r>
              <a:rPr lang="ko-KR" altLang="en-US"/>
              <a:t>마스터 제목 스타일 편집</a:t>
            </a:r>
          </a:p>
        </p:txBody>
      </p:sp>
      <p:sp>
        <p:nvSpPr>
          <p:cNvPr id="3" name="표 개체 틀 2"/>
          <p:cNvSpPr>
            <a:spLocks noGrp="1"/>
          </p:cNvSpPr>
          <p:nvPr>
            <p:ph type="tbl" idx="1"/>
          </p:nvPr>
        </p:nvSpPr>
        <p:spPr>
          <a:xfrm>
            <a:off x="457200" y="1600202"/>
            <a:ext cx="8229600" cy="4525963"/>
          </a:xfrm>
          <a:prstGeom prst="rect">
            <a:avLst/>
          </a:prstGeom>
        </p:spPr>
        <p:txBody>
          <a:bodyPr/>
          <a:lstStyle/>
          <a:p>
            <a:pPr lvl="0"/>
            <a:endParaRPr lang="ko-KR" altLang="en-US" noProof="0"/>
          </a:p>
        </p:txBody>
      </p:sp>
      <p:sp>
        <p:nvSpPr>
          <p:cNvPr id="4" name="Rectangle 6"/>
          <p:cNvSpPr>
            <a:spLocks noGrp="1" noChangeArrowheads="1"/>
          </p:cNvSpPr>
          <p:nvPr>
            <p:ph type="sldNum" sz="quarter" idx="10"/>
            <p:custDataLst>
              <p:tags r:id="rId1"/>
            </p:custDataLst>
          </p:nvPr>
        </p:nvSpPr>
        <p:spPr>
          <a:ln/>
        </p:spPr>
        <p:txBody>
          <a:bodyPr/>
          <a:lstStyle>
            <a:lvl1pPr>
              <a:defRPr/>
            </a:lvl1pPr>
          </a:lstStyle>
          <a:p>
            <a:pPr>
              <a:defRPr/>
            </a:pPr>
            <a:fld id="{30A3EFE8-C838-45C8-8079-8B2673051792}" type="slidenum">
              <a:rPr lang="en-US" altLang="ko-KR"/>
              <a:pPr>
                <a:defRPr/>
              </a:pPr>
              <a:t>‹#›</a:t>
            </a:fld>
            <a:endParaRPr lang="en-US" altLang="ko-KR"/>
          </a:p>
        </p:txBody>
      </p:sp>
    </p:spTree>
    <p:extLst>
      <p:ext uri="{BB962C8B-B14F-4D97-AF65-F5344CB8AC3E}">
        <p14:creationId xmlns:p14="http://schemas.microsoft.com/office/powerpoint/2010/main" val="3082900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7"/>
            <a:ext cx="7772400" cy="1470025"/>
          </a:xfrm>
          <a:prstGeom prst="rect">
            <a:avLst/>
          </a:prstGeom>
        </p:spPr>
        <p:txBody>
          <a:bodyPr/>
          <a:lstStyle/>
          <a:p>
            <a:r>
              <a:rPr lang="ko-KR" altLang="en-US"/>
              <a:t>마스터 제목 스타일 편집</a:t>
            </a:r>
          </a:p>
        </p:txBody>
      </p:sp>
      <p:sp>
        <p:nvSpPr>
          <p:cNvPr id="3" name="부제목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2"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ko-KR" altLang="en-US"/>
              <a:t>마스터 부제목 스타일 편집</a:t>
            </a:r>
          </a:p>
        </p:txBody>
      </p:sp>
    </p:spTree>
    <p:extLst>
      <p:ext uri="{BB962C8B-B14F-4D97-AF65-F5344CB8AC3E}">
        <p14:creationId xmlns:p14="http://schemas.microsoft.com/office/powerpoint/2010/main" val="23074433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p>
            <a:r>
              <a:rPr lang="ko-KR" altLang="en-US"/>
              <a:t>마스터 제목 스타일 편집</a:t>
            </a:r>
          </a:p>
        </p:txBody>
      </p:sp>
      <p:sp>
        <p:nvSpPr>
          <p:cNvPr id="3" name="내용 개체 틀 2"/>
          <p:cNvSpPr>
            <a:spLocks noGrp="1"/>
          </p:cNvSpPr>
          <p:nvPr>
            <p:ph idx="1"/>
          </p:nvPr>
        </p:nvSpPr>
        <p:spPr>
          <a:xfrm>
            <a:off x="457200" y="1600202"/>
            <a:ext cx="8229600" cy="4525963"/>
          </a:xfrm>
          <a:prstGeom prst="rect">
            <a:avLst/>
          </a:prstGeo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6399154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435" y="4406902"/>
            <a:ext cx="7772400" cy="1362075"/>
          </a:xfrm>
          <a:prstGeom prst="rect">
            <a:avLst/>
          </a:prstGeom>
        </p:spPr>
        <p:txBody>
          <a:bodyPr anchor="t"/>
          <a:lstStyle>
            <a:lvl1pPr algn="l">
              <a:defRPr sz="3692" b="1" cap="all"/>
            </a:lvl1pPr>
          </a:lstStyle>
          <a:p>
            <a:r>
              <a:rPr lang="ko-KR" altLang="en-US"/>
              <a:t>마스터 제목 스타일 편집</a:t>
            </a:r>
          </a:p>
        </p:txBody>
      </p:sp>
      <p:sp>
        <p:nvSpPr>
          <p:cNvPr id="3" name="텍스트 개체 틀 2"/>
          <p:cNvSpPr>
            <a:spLocks noGrp="1"/>
          </p:cNvSpPr>
          <p:nvPr>
            <p:ph type="body" idx="1"/>
          </p:nvPr>
        </p:nvSpPr>
        <p:spPr>
          <a:xfrm>
            <a:off x="722435" y="2906713"/>
            <a:ext cx="7772400" cy="1500187"/>
          </a:xfrm>
          <a:prstGeom prst="rect">
            <a:avLst/>
          </a:prstGeom>
        </p:spPr>
        <p:txBody>
          <a:bodyPr anchor="b"/>
          <a:lstStyle>
            <a:lvl1pPr marL="0" indent="0">
              <a:buNone/>
              <a:defRPr sz="1847"/>
            </a:lvl1pPr>
            <a:lvl2pPr marL="422042" indent="0">
              <a:buNone/>
              <a:defRPr sz="1661"/>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ko-KR" altLang="en-US"/>
              <a:t>마스터 텍스트 스타일을 편집합니다</a:t>
            </a:r>
          </a:p>
        </p:txBody>
      </p:sp>
    </p:spTree>
    <p:extLst>
      <p:ext uri="{BB962C8B-B14F-4D97-AF65-F5344CB8AC3E}">
        <p14:creationId xmlns:p14="http://schemas.microsoft.com/office/powerpoint/2010/main" val="14624250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p>
            <a:r>
              <a:rPr lang="ko-KR" altLang="en-US"/>
              <a:t>마스터 제목 스타일 편집</a:t>
            </a:r>
          </a:p>
        </p:txBody>
      </p:sp>
      <p:sp>
        <p:nvSpPr>
          <p:cNvPr id="3" name="내용 개체 틀 2"/>
          <p:cNvSpPr>
            <a:spLocks noGrp="1"/>
          </p:cNvSpPr>
          <p:nvPr>
            <p:ph sz="half" idx="1"/>
          </p:nvPr>
        </p:nvSpPr>
        <p:spPr>
          <a:xfrm>
            <a:off x="457201" y="1600202"/>
            <a:ext cx="4044461" cy="4525963"/>
          </a:xfrm>
          <a:prstGeom prst="rect">
            <a:avLst/>
          </a:prstGeom>
        </p:spPr>
        <p:txBody>
          <a:bodyPr/>
          <a:lstStyle>
            <a:lvl1pPr>
              <a:defRPr sz="2585"/>
            </a:lvl1pPr>
            <a:lvl2pPr>
              <a:defRPr sz="2216"/>
            </a:lvl2pPr>
            <a:lvl3pPr>
              <a:defRPr sz="1847"/>
            </a:lvl3pPr>
            <a:lvl4pPr>
              <a:defRPr sz="1661"/>
            </a:lvl4pPr>
            <a:lvl5pPr>
              <a:defRPr sz="1661"/>
            </a:lvl5pPr>
            <a:lvl6pPr>
              <a:defRPr sz="1661"/>
            </a:lvl6pPr>
            <a:lvl7pPr>
              <a:defRPr sz="1661"/>
            </a:lvl7pPr>
            <a:lvl8pPr>
              <a:defRPr sz="1661"/>
            </a:lvl8pPr>
            <a:lvl9pPr>
              <a:defRPr sz="1661"/>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2339" y="1600202"/>
            <a:ext cx="4044461" cy="4525963"/>
          </a:xfrm>
          <a:prstGeom prst="rect">
            <a:avLst/>
          </a:prstGeom>
        </p:spPr>
        <p:txBody>
          <a:bodyPr/>
          <a:lstStyle>
            <a:lvl1pPr>
              <a:defRPr sz="2585"/>
            </a:lvl1pPr>
            <a:lvl2pPr>
              <a:defRPr sz="2216"/>
            </a:lvl2pPr>
            <a:lvl3pPr>
              <a:defRPr sz="1847"/>
            </a:lvl3pPr>
            <a:lvl4pPr>
              <a:defRPr sz="1661"/>
            </a:lvl4pPr>
            <a:lvl5pPr>
              <a:defRPr sz="1661"/>
            </a:lvl5pPr>
            <a:lvl6pPr>
              <a:defRPr sz="1661"/>
            </a:lvl6pPr>
            <a:lvl7pPr>
              <a:defRPr sz="1661"/>
            </a:lvl7pPr>
            <a:lvl8pPr>
              <a:defRPr sz="1661"/>
            </a:lvl8pPr>
            <a:lvl9pPr>
              <a:defRPr sz="1661"/>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1827563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066" cy="639762"/>
          </a:xfrm>
          <a:prstGeom prst="rect">
            <a:avLst/>
          </a:prstGeom>
        </p:spPr>
        <p:txBody>
          <a:bodyPr anchor="b"/>
          <a:lstStyle>
            <a:lvl1pPr marL="0" indent="0">
              <a:buNone/>
              <a:defRPr sz="2216" b="1"/>
            </a:lvl1pPr>
            <a:lvl2pPr marL="422042" indent="0">
              <a:buNone/>
              <a:defRPr sz="1847" b="1"/>
            </a:lvl2pPr>
            <a:lvl3pPr marL="844083" indent="0">
              <a:buNone/>
              <a:defRPr sz="1661"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066" cy="3951288"/>
          </a:xfrm>
          <a:prstGeom prst="rect">
            <a:avLst/>
          </a:prstGeom>
        </p:spPr>
        <p:txBody>
          <a:bodyPr/>
          <a:lstStyle>
            <a:lvl1pPr>
              <a:defRPr sz="2216"/>
            </a:lvl1pPr>
            <a:lvl2pPr>
              <a:defRPr sz="1847"/>
            </a:lvl2pPr>
            <a:lvl3pPr>
              <a:defRPr sz="1661"/>
            </a:lvl3pPr>
            <a:lvl4pPr>
              <a:defRPr sz="1477"/>
            </a:lvl4pPr>
            <a:lvl5pPr>
              <a:defRPr sz="1477"/>
            </a:lvl5pPr>
            <a:lvl6pPr>
              <a:defRPr sz="1477"/>
            </a:lvl6pPr>
            <a:lvl7pPr>
              <a:defRPr sz="1477"/>
            </a:lvl7pPr>
            <a:lvl8pPr>
              <a:defRPr sz="1477"/>
            </a:lvl8pPr>
            <a:lvl9pPr>
              <a:defRPr sz="1477"/>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270" y="1535113"/>
            <a:ext cx="4041531" cy="639762"/>
          </a:xfrm>
          <a:prstGeom prst="rect">
            <a:avLst/>
          </a:prstGeom>
        </p:spPr>
        <p:txBody>
          <a:bodyPr anchor="b"/>
          <a:lstStyle>
            <a:lvl1pPr marL="0" indent="0">
              <a:buNone/>
              <a:defRPr sz="2216" b="1"/>
            </a:lvl1pPr>
            <a:lvl2pPr marL="422042" indent="0">
              <a:buNone/>
              <a:defRPr sz="1847" b="1"/>
            </a:lvl2pPr>
            <a:lvl3pPr marL="844083" indent="0">
              <a:buNone/>
              <a:defRPr sz="1661"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ko-KR" altLang="en-US"/>
              <a:t>마스터 텍스트 스타일을 편집합니다</a:t>
            </a:r>
          </a:p>
        </p:txBody>
      </p:sp>
      <p:sp>
        <p:nvSpPr>
          <p:cNvPr id="6" name="내용 개체 틀 5"/>
          <p:cNvSpPr>
            <a:spLocks noGrp="1"/>
          </p:cNvSpPr>
          <p:nvPr>
            <p:ph sz="quarter" idx="4"/>
          </p:nvPr>
        </p:nvSpPr>
        <p:spPr>
          <a:xfrm>
            <a:off x="4645270" y="2174875"/>
            <a:ext cx="4041531" cy="3951288"/>
          </a:xfrm>
          <a:prstGeom prst="rect">
            <a:avLst/>
          </a:prstGeom>
        </p:spPr>
        <p:txBody>
          <a:bodyPr/>
          <a:lstStyle>
            <a:lvl1pPr>
              <a:defRPr sz="2216"/>
            </a:lvl1pPr>
            <a:lvl2pPr>
              <a:defRPr sz="1847"/>
            </a:lvl2pPr>
            <a:lvl3pPr>
              <a:defRPr sz="1661"/>
            </a:lvl3pPr>
            <a:lvl4pPr>
              <a:defRPr sz="1477"/>
            </a:lvl4pPr>
            <a:lvl5pPr>
              <a:defRPr sz="1477"/>
            </a:lvl5pPr>
            <a:lvl6pPr>
              <a:defRPr sz="1477"/>
            </a:lvl6pPr>
            <a:lvl7pPr>
              <a:defRPr sz="1477"/>
            </a:lvl7pPr>
            <a:lvl8pPr>
              <a:defRPr sz="1477"/>
            </a:lvl8pPr>
            <a:lvl9pPr>
              <a:defRPr sz="1477"/>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22884268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p>
            <a:r>
              <a:rPr lang="ko-KR" altLang="en-US"/>
              <a:t>마스터 제목 스타일 편집</a:t>
            </a:r>
          </a:p>
        </p:txBody>
      </p:sp>
    </p:spTree>
    <p:extLst>
      <p:ext uri="{BB962C8B-B14F-4D97-AF65-F5344CB8AC3E}">
        <p14:creationId xmlns:p14="http://schemas.microsoft.com/office/powerpoint/2010/main" val="9633450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7718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1" y="273050"/>
            <a:ext cx="3008435" cy="1162050"/>
          </a:xfrm>
          <a:prstGeom prst="rect">
            <a:avLst/>
          </a:prstGeom>
        </p:spPr>
        <p:txBody>
          <a:bodyPr anchor="b"/>
          <a:lstStyle>
            <a:lvl1pPr algn="l">
              <a:defRPr sz="1847" b="1"/>
            </a:lvl1pPr>
          </a:lstStyle>
          <a:p>
            <a:r>
              <a:rPr lang="ko-KR" altLang="en-US"/>
              <a:t>마스터 제목 스타일 편집</a:t>
            </a:r>
          </a:p>
        </p:txBody>
      </p:sp>
      <p:sp>
        <p:nvSpPr>
          <p:cNvPr id="3" name="내용 개체 틀 2"/>
          <p:cNvSpPr>
            <a:spLocks noGrp="1"/>
          </p:cNvSpPr>
          <p:nvPr>
            <p:ph idx="1"/>
          </p:nvPr>
        </p:nvSpPr>
        <p:spPr>
          <a:xfrm>
            <a:off x="3575539" y="273052"/>
            <a:ext cx="5111261" cy="5853113"/>
          </a:xfrm>
          <a:prstGeom prst="rect">
            <a:avLst/>
          </a:prstGeom>
        </p:spPr>
        <p:txBody>
          <a:bodyPr/>
          <a:lstStyle>
            <a:lvl1pPr>
              <a:defRPr sz="2954"/>
            </a:lvl1pPr>
            <a:lvl2pPr>
              <a:defRPr sz="2585"/>
            </a:lvl2pPr>
            <a:lvl3pPr>
              <a:defRPr sz="2216"/>
            </a:lvl3pPr>
            <a:lvl4pPr>
              <a:defRPr sz="1847"/>
            </a:lvl4pPr>
            <a:lvl5pPr>
              <a:defRPr sz="1847"/>
            </a:lvl5pPr>
            <a:lvl6pPr>
              <a:defRPr sz="1847"/>
            </a:lvl6pPr>
            <a:lvl7pPr>
              <a:defRPr sz="1847"/>
            </a:lvl7pPr>
            <a:lvl8pPr>
              <a:defRPr sz="1847"/>
            </a:lvl8pPr>
            <a:lvl9pPr>
              <a:defRPr sz="1847"/>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1" y="1435102"/>
            <a:ext cx="3008435" cy="4691063"/>
          </a:xfrm>
          <a:prstGeom prst="rect">
            <a:avLst/>
          </a:prstGeom>
        </p:spPr>
        <p:txBody>
          <a:bodyPr/>
          <a:lstStyle>
            <a:lvl1pPr marL="0" indent="0">
              <a:buNone/>
              <a:defRPr sz="1292"/>
            </a:lvl1pPr>
            <a:lvl2pPr marL="422042"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ko-KR" altLang="en-US"/>
              <a:t>마스터 텍스트 스타일을 편집합니다</a:t>
            </a:r>
          </a:p>
        </p:txBody>
      </p:sp>
    </p:spTree>
    <p:extLst>
      <p:ext uri="{BB962C8B-B14F-4D97-AF65-F5344CB8AC3E}">
        <p14:creationId xmlns:p14="http://schemas.microsoft.com/office/powerpoint/2010/main" val="23309668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166" y="4800600"/>
            <a:ext cx="5486400" cy="566738"/>
          </a:xfrm>
          <a:prstGeom prst="rect">
            <a:avLst/>
          </a:prstGeom>
        </p:spPr>
        <p:txBody>
          <a:bodyPr anchor="b"/>
          <a:lstStyle>
            <a:lvl1pPr algn="l">
              <a:defRPr sz="1847" b="1"/>
            </a:lvl1pPr>
          </a:lstStyle>
          <a:p>
            <a:r>
              <a:rPr lang="ko-KR" altLang="en-US"/>
              <a:t>마스터 제목 스타일 편집</a:t>
            </a:r>
          </a:p>
        </p:txBody>
      </p:sp>
      <p:sp>
        <p:nvSpPr>
          <p:cNvPr id="3" name="그림 개체 틀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2" indent="0">
              <a:buNone/>
              <a:defRPr sz="2585"/>
            </a:lvl2pPr>
            <a:lvl3pPr marL="844083" indent="0">
              <a:buNone/>
              <a:defRPr sz="2216"/>
            </a:lvl3pPr>
            <a:lvl4pPr marL="1266124" indent="0">
              <a:buNone/>
              <a:defRPr sz="1847"/>
            </a:lvl4pPr>
            <a:lvl5pPr marL="1688165" indent="0">
              <a:buNone/>
              <a:defRPr sz="1847"/>
            </a:lvl5pPr>
            <a:lvl6pPr marL="2110207" indent="0">
              <a:buNone/>
              <a:defRPr sz="1847"/>
            </a:lvl6pPr>
            <a:lvl7pPr marL="2532248" indent="0">
              <a:buNone/>
              <a:defRPr sz="1847"/>
            </a:lvl7pPr>
            <a:lvl8pPr marL="2954289" indent="0">
              <a:buNone/>
              <a:defRPr sz="1847"/>
            </a:lvl8pPr>
            <a:lvl9pPr marL="3376331" indent="0">
              <a:buNone/>
              <a:defRPr sz="1847"/>
            </a:lvl9pPr>
          </a:lstStyle>
          <a:p>
            <a:pPr lvl="0"/>
            <a:endParaRPr lang="ko-KR" altLang="en-US" noProof="0"/>
          </a:p>
        </p:txBody>
      </p:sp>
      <p:sp>
        <p:nvSpPr>
          <p:cNvPr id="4" name="텍스트 개체 틀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2"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ko-KR" altLang="en-US"/>
              <a:t>마스터 텍스트 스타일을 편집합니다</a:t>
            </a:r>
          </a:p>
        </p:txBody>
      </p:sp>
    </p:spTree>
    <p:extLst>
      <p:ext uri="{BB962C8B-B14F-4D97-AF65-F5344CB8AC3E}">
        <p14:creationId xmlns:p14="http://schemas.microsoft.com/office/powerpoint/2010/main" val="924806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a:prstGeom prst="rect">
            <a:avLst/>
          </a:prstGeom>
        </p:spPr>
        <p:txBody>
          <a:bodyPr/>
          <a:lstStyle/>
          <a:p>
            <a:r>
              <a:rPr lang="ko-KR" altLang="en-US"/>
              <a:t>마스터 제목 스타일 편집</a:t>
            </a:r>
          </a:p>
        </p:txBody>
      </p:sp>
      <p:sp>
        <p:nvSpPr>
          <p:cNvPr id="3" name="세로 텍스트 개체 틀 2"/>
          <p:cNvSpPr>
            <a:spLocks noGrp="1"/>
          </p:cNvSpPr>
          <p:nvPr>
            <p:ph type="body" orient="vert" idx="1"/>
          </p:nvPr>
        </p:nvSpPr>
        <p:spPr>
          <a:xfrm>
            <a:off x="457200" y="1600202"/>
            <a:ext cx="8229600" cy="4525963"/>
          </a:xfrm>
          <a:prstGeom prst="rect">
            <a:avLst/>
          </a:prstGeo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15881366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40"/>
            <a:ext cx="2057400" cy="5851525"/>
          </a:xfrm>
          <a:prstGeom prst="rect">
            <a:avLst/>
          </a:prstGeo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1" y="274640"/>
            <a:ext cx="6031523" cy="5851525"/>
          </a:xfrm>
          <a:prstGeom prst="rect">
            <a:avLst/>
          </a:prstGeo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34047605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Rectangle 21">
            <a:extLst>
              <a:ext uri="{FF2B5EF4-FFF2-40B4-BE49-F238E27FC236}">
                <a16:creationId xmlns="" xmlns:a16="http://schemas.microsoft.com/office/drawing/2014/main" id="{1A39DEB4-6D7C-04A4-89EF-C6FEF5CE0675}"/>
              </a:ext>
            </a:extLst>
          </p:cNvPr>
          <p:cNvSpPr>
            <a:spLocks noChangeArrowheads="1"/>
          </p:cNvSpPr>
          <p:nvPr/>
        </p:nvSpPr>
        <p:spPr bwMode="white">
          <a:xfrm>
            <a:off x="0" y="6705600"/>
            <a:ext cx="9144000" cy="1524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3" name="Rectangle 25">
            <a:extLst>
              <a:ext uri="{FF2B5EF4-FFF2-40B4-BE49-F238E27FC236}">
                <a16:creationId xmlns="" xmlns:a16="http://schemas.microsoft.com/office/drawing/2014/main" id="{2C980404-A2D8-F5E0-1831-764512DB0EBC}"/>
              </a:ext>
            </a:extLst>
          </p:cNvPr>
          <p:cNvSpPr>
            <a:spLocks noChangeArrowheads="1"/>
          </p:cNvSpPr>
          <p:nvPr/>
        </p:nvSpPr>
        <p:spPr bwMode="white">
          <a:xfrm>
            <a:off x="8991600" y="3175"/>
            <a:ext cx="152400" cy="68580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4" name="Rectangle 26">
            <a:extLst>
              <a:ext uri="{FF2B5EF4-FFF2-40B4-BE49-F238E27FC236}">
                <a16:creationId xmlns="" xmlns:a16="http://schemas.microsoft.com/office/drawing/2014/main" id="{5DB35137-D87B-545E-4C81-01275D5A56E4}"/>
              </a:ext>
            </a:extLst>
          </p:cNvPr>
          <p:cNvSpPr>
            <a:spLocks noChangeArrowheads="1"/>
          </p:cNvSpPr>
          <p:nvPr/>
        </p:nvSpPr>
        <p:spPr bwMode="white">
          <a:xfrm>
            <a:off x="0" y="0"/>
            <a:ext cx="152400" cy="68580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5" name="Rectangle 27">
            <a:extLst>
              <a:ext uri="{FF2B5EF4-FFF2-40B4-BE49-F238E27FC236}">
                <a16:creationId xmlns="" xmlns:a16="http://schemas.microsoft.com/office/drawing/2014/main" id="{3BA79EE5-0145-FE7A-252B-324564A7C1D6}"/>
              </a:ext>
            </a:extLst>
          </p:cNvPr>
          <p:cNvSpPr>
            <a:spLocks noChangeArrowheads="1"/>
          </p:cNvSpPr>
          <p:nvPr/>
        </p:nvSpPr>
        <p:spPr bwMode="white">
          <a:xfrm>
            <a:off x="0" y="0"/>
            <a:ext cx="9144000" cy="25146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6" name="Rectangle 5">
            <a:extLst>
              <a:ext uri="{FF2B5EF4-FFF2-40B4-BE49-F238E27FC236}">
                <a16:creationId xmlns="" xmlns:a16="http://schemas.microsoft.com/office/drawing/2014/main" id="{AEC7BAA3-3B58-C6FB-C673-1F4A8A9469C1}"/>
              </a:ext>
            </a:extLst>
          </p:cNvPr>
          <p:cNvSpPr>
            <a:spLocks noChangeArrowheads="1"/>
          </p:cNvSpPr>
          <p:nvPr/>
        </p:nvSpPr>
        <p:spPr bwMode="auto">
          <a:xfrm>
            <a:off x="146448" y="6391276"/>
            <a:ext cx="8832056"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sz="1050">
              <a:latin typeface="Arial" charset="0"/>
            </a:endParaRPr>
          </a:p>
        </p:txBody>
      </p:sp>
      <p:sp>
        <p:nvSpPr>
          <p:cNvPr id="7" name="Straight Connector 6">
            <a:extLst>
              <a:ext uri="{FF2B5EF4-FFF2-40B4-BE49-F238E27FC236}">
                <a16:creationId xmlns="" xmlns:a16="http://schemas.microsoft.com/office/drawing/2014/main" id="{63E6E44B-D45E-EEE8-2114-A0C2AB8870C5}"/>
              </a:ext>
            </a:extLst>
          </p:cNvPr>
          <p:cNvSpPr>
            <a:spLocks noChangeShapeType="1"/>
          </p:cNvSpPr>
          <p:nvPr/>
        </p:nvSpPr>
        <p:spPr bwMode="auto">
          <a:xfrm>
            <a:off x="155973" y="2419350"/>
            <a:ext cx="8832056"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hangingPunct="1">
              <a:defRPr/>
            </a:pPr>
            <a:endParaRPr lang="en-US" sz="1050">
              <a:latin typeface="Arial" charset="0"/>
            </a:endParaRPr>
          </a:p>
        </p:txBody>
      </p:sp>
      <p:sp>
        <p:nvSpPr>
          <p:cNvPr id="10" name="Rectangle 9">
            <a:extLst>
              <a:ext uri="{FF2B5EF4-FFF2-40B4-BE49-F238E27FC236}">
                <a16:creationId xmlns="" xmlns:a16="http://schemas.microsoft.com/office/drawing/2014/main" id="{18914C1B-B8ED-0A97-BF99-042547E0A24B}"/>
              </a:ext>
            </a:extLst>
          </p:cNvPr>
          <p:cNvSpPr>
            <a:spLocks noChangeArrowheads="1"/>
          </p:cNvSpPr>
          <p:nvPr/>
        </p:nvSpPr>
        <p:spPr bwMode="auto">
          <a:xfrm>
            <a:off x="152401" y="152400"/>
            <a:ext cx="8833247"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hangingPunct="1">
              <a:defRPr/>
            </a:pPr>
            <a:endParaRPr lang="en-US" sz="1050" dirty="0">
              <a:latin typeface="Arial" charset="0"/>
            </a:endParaRPr>
          </a:p>
        </p:txBody>
      </p:sp>
      <p:sp>
        <p:nvSpPr>
          <p:cNvPr id="11" name="Oval 10">
            <a:extLst>
              <a:ext uri="{FF2B5EF4-FFF2-40B4-BE49-F238E27FC236}">
                <a16:creationId xmlns="" xmlns:a16="http://schemas.microsoft.com/office/drawing/2014/main" id="{EF0AFE70-6858-93A9-BF23-A7317427334D}"/>
              </a:ext>
            </a:extLst>
          </p:cNvPr>
          <p:cNvSpPr/>
          <p:nvPr/>
        </p:nvSpPr>
        <p:spPr>
          <a:xfrm>
            <a:off x="4267200" y="211455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
        <p:nvSpPr>
          <p:cNvPr id="12" name="Oval 11">
            <a:extLst>
              <a:ext uri="{FF2B5EF4-FFF2-40B4-BE49-F238E27FC236}">
                <a16:creationId xmlns="" xmlns:a16="http://schemas.microsoft.com/office/drawing/2014/main" id="{EA502605-482E-3D3F-776E-075F6B3B48DF}"/>
              </a:ext>
            </a:extLst>
          </p:cNvPr>
          <p:cNvSpPr/>
          <p:nvPr/>
        </p:nvSpPr>
        <p:spPr>
          <a:xfrm>
            <a:off x="4362450" y="2209800"/>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
        <p:nvSpPr>
          <p:cNvPr id="9" name="Subtitle 8"/>
          <p:cNvSpPr>
            <a:spLocks noGrp="1"/>
          </p:cNvSpPr>
          <p:nvPr>
            <p:ph type="subTitle" idx="1"/>
          </p:nvPr>
        </p:nvSpPr>
        <p:spPr>
          <a:xfrm>
            <a:off x="1371600" y="2819400"/>
            <a:ext cx="6400800" cy="1752600"/>
          </a:xfrm>
        </p:spPr>
        <p:txBody>
          <a:bodyPr/>
          <a:lstStyle>
            <a:lvl1pPr marL="0" indent="0" algn="ctr">
              <a:buNone/>
              <a:defRPr sz="1200" b="1" cap="all" spc="188" baseline="0">
                <a:solidFill>
                  <a:schemeClr val="tx2"/>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en-US"/>
              <a:t>Click to edit Master subtitle style</a:t>
            </a:r>
          </a:p>
        </p:txBody>
      </p:sp>
      <p:sp>
        <p:nvSpPr>
          <p:cNvPr id="8" name="Title 7"/>
          <p:cNvSpPr>
            <a:spLocks noGrp="1"/>
          </p:cNvSpPr>
          <p:nvPr>
            <p:ph type="ctrTitle"/>
          </p:nvPr>
        </p:nvSpPr>
        <p:spPr>
          <a:xfrm>
            <a:off x="685800" y="381000"/>
            <a:ext cx="7772400" cy="1752600"/>
          </a:xfrm>
        </p:spPr>
        <p:txBody>
          <a:bodyPr/>
          <a:lstStyle>
            <a:lvl1pPr>
              <a:defRPr sz="3150">
                <a:solidFill>
                  <a:schemeClr val="accent1"/>
                </a:solidFill>
              </a:defRPr>
            </a:lvl1pPr>
          </a:lstStyle>
          <a:p>
            <a:r>
              <a:rPr lang="en-US"/>
              <a:t>Click to edit Master title style</a:t>
            </a:r>
          </a:p>
        </p:txBody>
      </p:sp>
      <p:sp>
        <p:nvSpPr>
          <p:cNvPr id="13" name="Date Placeholder 27">
            <a:extLst>
              <a:ext uri="{FF2B5EF4-FFF2-40B4-BE49-F238E27FC236}">
                <a16:creationId xmlns="" xmlns:a16="http://schemas.microsoft.com/office/drawing/2014/main" id="{01144809-6306-0DC8-FEB9-B0830AA59FC3}"/>
              </a:ext>
            </a:extLst>
          </p:cNvPr>
          <p:cNvSpPr>
            <a:spLocks noGrp="1"/>
          </p:cNvSpPr>
          <p:nvPr>
            <p:ph type="dt" sz="half" idx="10"/>
          </p:nvPr>
        </p:nvSpPr>
        <p:spPr/>
        <p:txBody>
          <a:bodyPr/>
          <a:lstStyle>
            <a:lvl1pPr>
              <a:defRPr/>
            </a:lvl1pPr>
          </a:lstStyle>
          <a:p>
            <a:pPr>
              <a:defRPr/>
            </a:pPr>
            <a:endParaRPr lang="en-US"/>
          </a:p>
        </p:txBody>
      </p:sp>
      <p:sp>
        <p:nvSpPr>
          <p:cNvPr id="14" name="Footer Placeholder 16">
            <a:extLst>
              <a:ext uri="{FF2B5EF4-FFF2-40B4-BE49-F238E27FC236}">
                <a16:creationId xmlns="" xmlns:a16="http://schemas.microsoft.com/office/drawing/2014/main" id="{A6F900C5-683D-6C4A-C641-F1CD650FEC58}"/>
              </a:ext>
            </a:extLst>
          </p:cNvPr>
          <p:cNvSpPr>
            <a:spLocks noGrp="1"/>
          </p:cNvSpPr>
          <p:nvPr>
            <p:ph type="ftr" sz="quarter" idx="11"/>
          </p:nvPr>
        </p:nvSpPr>
        <p:spPr/>
        <p:txBody>
          <a:bodyPr/>
          <a:lstStyle>
            <a:lvl1pPr>
              <a:defRPr/>
            </a:lvl1pPr>
          </a:lstStyle>
          <a:p>
            <a:pPr>
              <a:defRPr/>
            </a:pPr>
            <a:endParaRPr lang="en-US"/>
          </a:p>
        </p:txBody>
      </p:sp>
      <p:sp>
        <p:nvSpPr>
          <p:cNvPr id="15" name="Slide Number Placeholder 28">
            <a:extLst>
              <a:ext uri="{FF2B5EF4-FFF2-40B4-BE49-F238E27FC236}">
                <a16:creationId xmlns="" xmlns:a16="http://schemas.microsoft.com/office/drawing/2014/main" id="{9D4DC45F-8660-08F3-6FAF-4D1FBB2328FE}"/>
              </a:ext>
            </a:extLst>
          </p:cNvPr>
          <p:cNvSpPr>
            <a:spLocks noGrp="1"/>
          </p:cNvSpPr>
          <p:nvPr>
            <p:ph type="sldNum" sz="quarter" idx="12"/>
          </p:nvPr>
        </p:nvSpPr>
        <p:spPr>
          <a:xfrm>
            <a:off x="4343400" y="2198689"/>
            <a:ext cx="457200" cy="441325"/>
          </a:xfrm>
        </p:spPr>
        <p:txBody>
          <a:bodyPr/>
          <a:lstStyle>
            <a:lvl1pPr>
              <a:defRPr/>
            </a:lvl1pPr>
          </a:lstStyle>
          <a:p>
            <a:pPr>
              <a:defRPr/>
            </a:pPr>
            <a:fld id="{13953B8B-02B5-4110-B315-64FA00983707}" type="slidenum">
              <a:rPr lang="en-US" altLang="en-US"/>
              <a:pPr>
                <a:defRPr/>
              </a:pPr>
              <a:t>‹#›</a:t>
            </a:fld>
            <a:endParaRPr lang="en-US" altLang="en-US"/>
          </a:p>
        </p:txBody>
      </p:sp>
    </p:spTree>
    <p:extLst>
      <p:ext uri="{BB962C8B-B14F-4D97-AF65-F5344CB8AC3E}">
        <p14:creationId xmlns:p14="http://schemas.microsoft.com/office/powerpoint/2010/main" val="2018698988"/>
      </p:ext>
    </p:extLst>
  </p:cSld>
  <p:clrMapOvr>
    <a:overrideClrMapping bg1="lt1" tx1="dk1" bg2="lt2" tx2="dk2" accent1="accent1" accent2="accent2" accent3="accent3" accent4="accent4" accent5="accent5" accent6="accent6" hlink="hlink" folHlink="folHlink"/>
  </p:clrMapOvr>
  <p:transition>
    <p:dissolv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lang="en-US"/>
              <a:t>Click to edit Master title style</a:t>
            </a:r>
          </a:p>
        </p:txBody>
      </p:sp>
      <p:sp>
        <p:nvSpPr>
          <p:cNvPr id="8" name="Content Placeholder 7"/>
          <p:cNvSpPr>
            <a:spLocks noGrp="1"/>
          </p:cNvSpPr>
          <p:nvPr>
            <p:ph sz="quarter" idx="1"/>
          </p:nvPr>
        </p:nvSpPr>
        <p:spPr>
          <a:xfrm>
            <a:off x="301752" y="1527048"/>
            <a:ext cx="85039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 xmlns:a16="http://schemas.microsoft.com/office/drawing/2014/main" id="{4BAACF65-1DA2-E0B3-22E3-AADB3BF0A04D}"/>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 xmlns:a16="http://schemas.microsoft.com/office/drawing/2014/main" id="{28547D9F-B6AF-814F-7F36-2FE978FE8C7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 xmlns:a16="http://schemas.microsoft.com/office/drawing/2014/main" id="{90E0E886-5E4C-2767-FE75-A61437E6B87D}"/>
              </a:ext>
            </a:extLst>
          </p:cNvPr>
          <p:cNvSpPr>
            <a:spLocks noGrp="1"/>
          </p:cNvSpPr>
          <p:nvPr>
            <p:ph type="sldNum" sz="quarter" idx="12"/>
          </p:nvPr>
        </p:nvSpPr>
        <p:spPr>
          <a:xfrm>
            <a:off x="4362450" y="1027114"/>
            <a:ext cx="457200" cy="441325"/>
          </a:xfrm>
        </p:spPr>
        <p:txBody>
          <a:bodyPr/>
          <a:lstStyle>
            <a:lvl1pPr>
              <a:defRPr/>
            </a:lvl1pPr>
          </a:lstStyle>
          <a:p>
            <a:pPr>
              <a:defRPr/>
            </a:pPr>
            <a:fld id="{F993FB95-63C2-4389-92BB-BE35B70797EA}" type="slidenum">
              <a:rPr lang="en-US" altLang="en-US"/>
              <a:pPr>
                <a:defRPr/>
              </a:pPr>
              <a:t>‹#›</a:t>
            </a:fld>
            <a:endParaRPr lang="en-US" altLang="en-US"/>
          </a:p>
        </p:txBody>
      </p:sp>
    </p:spTree>
    <p:extLst>
      <p:ext uri="{BB962C8B-B14F-4D97-AF65-F5344CB8AC3E}">
        <p14:creationId xmlns:p14="http://schemas.microsoft.com/office/powerpoint/2010/main" val="2433167739"/>
      </p:ext>
    </p:extLst>
  </p:cSld>
  <p:clrMapOvr>
    <a:overrideClrMapping bg1="lt1" tx1="dk1" bg2="lt2" tx2="dk2" accent1="accent1" accent2="accent2" accent3="accent3" accent4="accent4" accent5="accent5" accent6="accent6" hlink="hlink" folHlink="folHlink"/>
  </p:clrMapOvr>
  <p:transition>
    <p:dissolv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21">
            <a:extLst>
              <a:ext uri="{FF2B5EF4-FFF2-40B4-BE49-F238E27FC236}">
                <a16:creationId xmlns="" xmlns:a16="http://schemas.microsoft.com/office/drawing/2014/main" id="{A1FE2CA7-B7CE-5E91-3508-0BEC33B69F80}"/>
              </a:ext>
            </a:extLst>
          </p:cNvPr>
          <p:cNvSpPr>
            <a:spLocks noChangeArrowheads="1"/>
          </p:cNvSpPr>
          <p:nvPr/>
        </p:nvSpPr>
        <p:spPr bwMode="white">
          <a:xfrm>
            <a:off x="0" y="0"/>
            <a:ext cx="152400" cy="68580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5" name="Rectangle 25">
            <a:extLst>
              <a:ext uri="{FF2B5EF4-FFF2-40B4-BE49-F238E27FC236}">
                <a16:creationId xmlns="" xmlns:a16="http://schemas.microsoft.com/office/drawing/2014/main" id="{8A029717-F933-2B8E-B609-5F78BA1B06BF}"/>
              </a:ext>
            </a:extLst>
          </p:cNvPr>
          <p:cNvSpPr>
            <a:spLocks noChangeArrowheads="1"/>
          </p:cNvSpPr>
          <p:nvPr/>
        </p:nvSpPr>
        <p:spPr bwMode="white">
          <a:xfrm>
            <a:off x="0" y="6705600"/>
            <a:ext cx="9144000" cy="1524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6" name="Rectangle 26">
            <a:extLst>
              <a:ext uri="{FF2B5EF4-FFF2-40B4-BE49-F238E27FC236}">
                <a16:creationId xmlns="" xmlns:a16="http://schemas.microsoft.com/office/drawing/2014/main" id="{21B965B5-C7B6-3211-087D-AE59090ABF36}"/>
              </a:ext>
            </a:extLst>
          </p:cNvPr>
          <p:cNvSpPr>
            <a:spLocks noChangeArrowheads="1"/>
          </p:cNvSpPr>
          <p:nvPr/>
        </p:nvSpPr>
        <p:spPr bwMode="white">
          <a:xfrm>
            <a:off x="0" y="0"/>
            <a:ext cx="9144000" cy="1524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7" name="Rectangle 27">
            <a:extLst>
              <a:ext uri="{FF2B5EF4-FFF2-40B4-BE49-F238E27FC236}">
                <a16:creationId xmlns="" xmlns:a16="http://schemas.microsoft.com/office/drawing/2014/main" id="{49953DB3-00DE-B694-AA43-66FCFC59DCF3}"/>
              </a:ext>
            </a:extLst>
          </p:cNvPr>
          <p:cNvSpPr>
            <a:spLocks noChangeArrowheads="1"/>
          </p:cNvSpPr>
          <p:nvPr/>
        </p:nvSpPr>
        <p:spPr bwMode="white">
          <a:xfrm>
            <a:off x="8991600" y="19050"/>
            <a:ext cx="152400" cy="68580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8" name="Rectangle 28">
            <a:extLst>
              <a:ext uri="{FF2B5EF4-FFF2-40B4-BE49-F238E27FC236}">
                <a16:creationId xmlns="" xmlns:a16="http://schemas.microsoft.com/office/drawing/2014/main" id="{56B321BD-0DD3-B7E9-A8C0-C83D61A068E0}"/>
              </a:ext>
            </a:extLst>
          </p:cNvPr>
          <p:cNvSpPr>
            <a:spLocks noChangeArrowheads="1"/>
          </p:cNvSpPr>
          <p:nvPr/>
        </p:nvSpPr>
        <p:spPr bwMode="white">
          <a:xfrm>
            <a:off x="152401" y="2286000"/>
            <a:ext cx="8833247" cy="3048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9" name="Rectangle 29">
            <a:extLst>
              <a:ext uri="{FF2B5EF4-FFF2-40B4-BE49-F238E27FC236}">
                <a16:creationId xmlns="" xmlns:a16="http://schemas.microsoft.com/office/drawing/2014/main" id="{3A419562-4BAC-82D4-14C1-8A022E47C11B}"/>
              </a:ext>
            </a:extLst>
          </p:cNvPr>
          <p:cNvSpPr>
            <a:spLocks noChangeArrowheads="1"/>
          </p:cNvSpPr>
          <p:nvPr/>
        </p:nvSpPr>
        <p:spPr bwMode="auto">
          <a:xfrm>
            <a:off x="155973" y="142875"/>
            <a:ext cx="8832056" cy="2139950"/>
          </a:xfrm>
          <a:prstGeom prst="rect">
            <a:avLst/>
          </a:prstGeom>
          <a:solidFill>
            <a:schemeClr val="accent1"/>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10" name="Rectangle 9">
            <a:extLst>
              <a:ext uri="{FF2B5EF4-FFF2-40B4-BE49-F238E27FC236}">
                <a16:creationId xmlns="" xmlns:a16="http://schemas.microsoft.com/office/drawing/2014/main" id="{5BFC4D74-D662-3F2C-C735-7E058E68A122}"/>
              </a:ext>
            </a:extLst>
          </p:cNvPr>
          <p:cNvSpPr>
            <a:spLocks noChangeArrowheads="1"/>
          </p:cNvSpPr>
          <p:nvPr/>
        </p:nvSpPr>
        <p:spPr bwMode="auto">
          <a:xfrm>
            <a:off x="146448" y="6391276"/>
            <a:ext cx="8832056"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sz="1050">
              <a:latin typeface="Arial" charset="0"/>
            </a:endParaRPr>
          </a:p>
        </p:txBody>
      </p:sp>
      <p:sp>
        <p:nvSpPr>
          <p:cNvPr id="11" name="Rectangle 10">
            <a:extLst>
              <a:ext uri="{FF2B5EF4-FFF2-40B4-BE49-F238E27FC236}">
                <a16:creationId xmlns="" xmlns:a16="http://schemas.microsoft.com/office/drawing/2014/main" id="{9B22ADD2-136E-6D64-3AB3-2A99EBD9D276}"/>
              </a:ext>
            </a:extLst>
          </p:cNvPr>
          <p:cNvSpPr>
            <a:spLocks noChangeArrowheads="1"/>
          </p:cNvSpPr>
          <p:nvPr/>
        </p:nvSpPr>
        <p:spPr bwMode="auto">
          <a:xfrm>
            <a:off x="152401" y="152400"/>
            <a:ext cx="8833247"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hangingPunct="1">
              <a:defRPr/>
            </a:pPr>
            <a:endParaRPr lang="en-US" sz="1050" dirty="0">
              <a:latin typeface="Arial" charset="0"/>
            </a:endParaRPr>
          </a:p>
        </p:txBody>
      </p:sp>
      <p:sp>
        <p:nvSpPr>
          <p:cNvPr id="12" name="Straight Connector 11">
            <a:extLst>
              <a:ext uri="{FF2B5EF4-FFF2-40B4-BE49-F238E27FC236}">
                <a16:creationId xmlns="" xmlns:a16="http://schemas.microsoft.com/office/drawing/2014/main" id="{E7399FCD-F6CF-E5F1-481D-57B2C4E86189}"/>
              </a:ext>
            </a:extLst>
          </p:cNvPr>
          <p:cNvSpPr>
            <a:spLocks noChangeShapeType="1"/>
          </p:cNvSpPr>
          <p:nvPr/>
        </p:nvSpPr>
        <p:spPr bwMode="auto">
          <a:xfrm>
            <a:off x="152401" y="2438400"/>
            <a:ext cx="8833247"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hangingPunct="1">
              <a:defRPr/>
            </a:pPr>
            <a:endParaRPr lang="en-US" sz="1050">
              <a:latin typeface="Arial" charset="0"/>
            </a:endParaRPr>
          </a:p>
        </p:txBody>
      </p:sp>
      <p:sp>
        <p:nvSpPr>
          <p:cNvPr id="13" name="Oval 12">
            <a:extLst>
              <a:ext uri="{FF2B5EF4-FFF2-40B4-BE49-F238E27FC236}">
                <a16:creationId xmlns="" xmlns:a16="http://schemas.microsoft.com/office/drawing/2014/main" id="{2E27F758-F26B-788A-D905-78752F6F9677}"/>
              </a:ext>
            </a:extLst>
          </p:cNvPr>
          <p:cNvSpPr/>
          <p:nvPr/>
        </p:nvSpPr>
        <p:spPr>
          <a:xfrm>
            <a:off x="4267200" y="211455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
        <p:nvSpPr>
          <p:cNvPr id="14" name="Oval 13">
            <a:extLst>
              <a:ext uri="{FF2B5EF4-FFF2-40B4-BE49-F238E27FC236}">
                <a16:creationId xmlns="" xmlns:a16="http://schemas.microsoft.com/office/drawing/2014/main" id="{CED1D790-67EC-13DD-251E-171F6A88BAE3}"/>
              </a:ext>
            </a:extLst>
          </p:cNvPr>
          <p:cNvSpPr/>
          <p:nvPr/>
        </p:nvSpPr>
        <p:spPr>
          <a:xfrm>
            <a:off x="4362450" y="2209800"/>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
        <p:nvSpPr>
          <p:cNvPr id="3" name="Text Placeholder 2"/>
          <p:cNvSpPr>
            <a:spLocks noGrp="1"/>
          </p:cNvSpPr>
          <p:nvPr>
            <p:ph type="body" idx="1"/>
          </p:nvPr>
        </p:nvSpPr>
        <p:spPr>
          <a:xfrm>
            <a:off x="1368426" y="2743200"/>
            <a:ext cx="6480174" cy="1673225"/>
          </a:xfrm>
        </p:spPr>
        <p:txBody>
          <a:bodyPr/>
          <a:lstStyle>
            <a:lvl1pPr marL="0" indent="0" algn="ctr">
              <a:buNone/>
              <a:defRPr sz="1200" b="1" cap="all" spc="188" baseline="0">
                <a:solidFill>
                  <a:schemeClr val="tx2"/>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722313" y="533400"/>
            <a:ext cx="7772400" cy="1524000"/>
          </a:xfrm>
        </p:spPr>
        <p:txBody>
          <a:bodyPr/>
          <a:lstStyle>
            <a:lvl1pPr algn="ctr">
              <a:buNone/>
              <a:defRPr sz="3150" b="0" cap="none" baseline="0">
                <a:solidFill>
                  <a:srgbClr val="FFFFFF"/>
                </a:solidFill>
              </a:defRPr>
            </a:lvl1pPr>
          </a:lstStyle>
          <a:p>
            <a:r>
              <a:rPr lang="en-US"/>
              <a:t>Click to edit Master title style</a:t>
            </a:r>
          </a:p>
        </p:txBody>
      </p:sp>
      <p:sp>
        <p:nvSpPr>
          <p:cNvPr id="15" name="Footer Placeholder 4">
            <a:extLst>
              <a:ext uri="{FF2B5EF4-FFF2-40B4-BE49-F238E27FC236}">
                <a16:creationId xmlns="" xmlns:a16="http://schemas.microsoft.com/office/drawing/2014/main" id="{A690B6E9-ACBF-8CA0-8DB2-DFA0C267379B}"/>
              </a:ext>
            </a:extLst>
          </p:cNvPr>
          <p:cNvSpPr>
            <a:spLocks noGrp="1"/>
          </p:cNvSpPr>
          <p:nvPr>
            <p:ph type="ftr" sz="quarter" idx="10"/>
          </p:nvPr>
        </p:nvSpPr>
        <p:spPr/>
        <p:txBody>
          <a:bodyPr/>
          <a:lstStyle>
            <a:lvl1pPr>
              <a:defRPr/>
            </a:lvl1pPr>
          </a:lstStyle>
          <a:p>
            <a:pPr>
              <a:defRPr/>
            </a:pPr>
            <a:endParaRPr lang="en-US"/>
          </a:p>
        </p:txBody>
      </p:sp>
      <p:sp>
        <p:nvSpPr>
          <p:cNvPr id="16" name="Date Placeholder 3">
            <a:extLst>
              <a:ext uri="{FF2B5EF4-FFF2-40B4-BE49-F238E27FC236}">
                <a16:creationId xmlns="" xmlns:a16="http://schemas.microsoft.com/office/drawing/2014/main" id="{2C8C1A8F-C1B8-6807-9FDA-04A0FC85DBDD}"/>
              </a:ext>
            </a:extLst>
          </p:cNvPr>
          <p:cNvSpPr>
            <a:spLocks noGrp="1"/>
          </p:cNvSpPr>
          <p:nvPr>
            <p:ph type="dt" sz="half" idx="11"/>
          </p:nvPr>
        </p:nvSpPr>
        <p:spPr/>
        <p:txBody>
          <a:bodyPr/>
          <a:lstStyle>
            <a:lvl1pPr>
              <a:defRPr/>
            </a:lvl1pPr>
          </a:lstStyle>
          <a:p>
            <a:pPr>
              <a:defRPr/>
            </a:pPr>
            <a:endParaRPr lang="en-US"/>
          </a:p>
        </p:txBody>
      </p:sp>
      <p:sp>
        <p:nvSpPr>
          <p:cNvPr id="17" name="Slide Number Placeholder 5">
            <a:extLst>
              <a:ext uri="{FF2B5EF4-FFF2-40B4-BE49-F238E27FC236}">
                <a16:creationId xmlns="" xmlns:a16="http://schemas.microsoft.com/office/drawing/2014/main" id="{E1D1DCF0-A3D2-4C1E-0CCE-849226862AE1}"/>
              </a:ext>
            </a:extLst>
          </p:cNvPr>
          <p:cNvSpPr>
            <a:spLocks noGrp="1"/>
          </p:cNvSpPr>
          <p:nvPr>
            <p:ph type="sldNum" sz="quarter" idx="12"/>
          </p:nvPr>
        </p:nvSpPr>
        <p:spPr>
          <a:xfrm>
            <a:off x="4343400" y="2198689"/>
            <a:ext cx="457200" cy="441325"/>
          </a:xfrm>
        </p:spPr>
        <p:txBody>
          <a:bodyPr/>
          <a:lstStyle>
            <a:lvl1pPr>
              <a:defRPr/>
            </a:lvl1pPr>
          </a:lstStyle>
          <a:p>
            <a:pPr>
              <a:defRPr/>
            </a:pPr>
            <a:fld id="{8AA8E004-C176-4CD7-96C1-F3DD582F2EB8}" type="slidenum">
              <a:rPr lang="en-US" altLang="en-US"/>
              <a:pPr>
                <a:defRPr/>
              </a:pPr>
              <a:t>‹#›</a:t>
            </a:fld>
            <a:endParaRPr lang="en-US" altLang="en-US"/>
          </a:p>
        </p:txBody>
      </p:sp>
    </p:spTree>
    <p:extLst>
      <p:ext uri="{BB962C8B-B14F-4D97-AF65-F5344CB8AC3E}">
        <p14:creationId xmlns:p14="http://schemas.microsoft.com/office/powerpoint/2010/main" val="1277173340"/>
      </p:ext>
    </p:extLst>
  </p:cSld>
  <p:clrMapOvr>
    <a:overrideClrMapping bg1="lt1" tx1="dk1" bg2="lt2" tx2="dk2" accent1="accent1" accent2="accent2" accent3="accent3" accent4="accent4" accent5="accent5" accent6="accent6" hlink="hlink" folHlink="folHlink"/>
  </p:clrMapOvr>
  <p:transition>
    <p:dissolv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bg2"/>
        </a:solidFill>
        <a:effectLst/>
      </p:bgPr>
    </p:bg>
    <p:spTree>
      <p:nvGrpSpPr>
        <p:cNvPr id="1" name=""/>
        <p:cNvGrpSpPr/>
        <p:nvPr/>
      </p:nvGrpSpPr>
      <p:grpSpPr>
        <a:xfrm>
          <a:off x="0" y="0"/>
          <a:ext cx="0" cy="0"/>
          <a:chOff x="0" y="0"/>
          <a:chExt cx="0" cy="0"/>
        </a:xfrm>
      </p:grpSpPr>
      <p:sp>
        <p:nvSpPr>
          <p:cNvPr id="3" name="Straight Connector 21">
            <a:extLst>
              <a:ext uri="{FF2B5EF4-FFF2-40B4-BE49-F238E27FC236}">
                <a16:creationId xmlns="" xmlns:a16="http://schemas.microsoft.com/office/drawing/2014/main" id="{13FC3EF6-5AB9-5F1B-A874-F63E188E720A}"/>
              </a:ext>
            </a:extLst>
          </p:cNvPr>
          <p:cNvSpPr>
            <a:spLocks noChangeShapeType="1"/>
          </p:cNvSpPr>
          <p:nvPr/>
        </p:nvSpPr>
        <p:spPr bwMode="auto">
          <a:xfrm flipV="1">
            <a:off x="4562475" y="1576388"/>
            <a:ext cx="9525" cy="4818062"/>
          </a:xfrm>
          <a:prstGeom prst="line">
            <a:avLst/>
          </a:prstGeom>
          <a:noFill/>
          <a:ln w="9525" algn="ctr">
            <a:solidFill>
              <a:schemeClr val="tx2"/>
            </a:solidFill>
            <a:prstDash val="sysDash"/>
            <a:round/>
            <a:headEnd/>
            <a:tailEnd/>
          </a:ln>
          <a:extLst>
            <a:ext uri="{909E8E84-426E-40DD-AFC4-6F175D3DCCD1}">
              <a14:hiddenFill xmlns:a14="http://schemas.microsoft.com/office/drawing/2010/main">
                <a:noFill/>
              </a14:hiddenFill>
            </a:ext>
          </a:extLst>
        </p:spPr>
        <p:txBody>
          <a:bodyPr wrap="none" anchor="ctr"/>
          <a:lstStyle/>
          <a:p>
            <a:endParaRPr lang="en-US" sz="1050"/>
          </a:p>
        </p:txBody>
      </p:sp>
      <p:sp>
        <p:nvSpPr>
          <p:cNvPr id="2" name="Title 1"/>
          <p:cNvSpPr>
            <a:spLocks noGrp="1"/>
          </p:cNvSpPr>
          <p:nvPr>
            <p:ph type="title"/>
          </p:nvPr>
        </p:nvSpPr>
        <p:spPr>
          <a:xfrm>
            <a:off x="301752" y="228600"/>
            <a:ext cx="8534400" cy="758952"/>
          </a:xfrm>
        </p:spPr>
        <p:txBody>
          <a:bodyPr/>
          <a:lstStyle/>
          <a:p>
            <a:r>
              <a:rPr lang="en-US"/>
              <a:t>Click to edit Master title style</a:t>
            </a:r>
          </a:p>
        </p:txBody>
      </p:sp>
      <p:sp>
        <p:nvSpPr>
          <p:cNvPr id="10" name="Content Placeholder 9"/>
          <p:cNvSpPr>
            <a:spLocks noGrp="1"/>
          </p:cNvSpPr>
          <p:nvPr>
            <p:ph sz="half" idx="1"/>
          </p:nvPr>
        </p:nvSpPr>
        <p:spPr>
          <a:xfrm>
            <a:off x="301752" y="1371600"/>
            <a:ext cx="4038600" cy="4681728"/>
          </a:xfrm>
        </p:spPr>
        <p:txBody>
          <a:bodyPr/>
          <a:lstStyle>
            <a:lvl1pPr>
              <a:defRPr sz="1875"/>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half" idx="2"/>
          </p:nvPr>
        </p:nvSpPr>
        <p:spPr>
          <a:xfrm>
            <a:off x="4800600" y="1371600"/>
            <a:ext cx="4038600" cy="4681728"/>
          </a:xfrm>
        </p:spPr>
        <p:txBody>
          <a:bodyPr/>
          <a:lstStyle>
            <a:lvl1pPr>
              <a:defRPr sz="1875"/>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a:extLst>
              <a:ext uri="{FF2B5EF4-FFF2-40B4-BE49-F238E27FC236}">
                <a16:creationId xmlns="" xmlns:a16="http://schemas.microsoft.com/office/drawing/2014/main" id="{17A3AA35-4B45-E30A-579B-48A8EB6EEF09}"/>
              </a:ext>
            </a:extLst>
          </p:cNvPr>
          <p:cNvSpPr>
            <a:spLocks noGrp="1"/>
          </p:cNvSpPr>
          <p:nvPr>
            <p:ph type="dt" sz="half" idx="10"/>
          </p:nvPr>
        </p:nvSpPr>
        <p:spPr>
          <a:xfrm>
            <a:off x="5791200" y="6410326"/>
            <a:ext cx="3044429" cy="365125"/>
          </a:xfrm>
        </p:spPr>
        <p:txBody>
          <a:bodyPr/>
          <a:lstStyle>
            <a:lvl1pPr>
              <a:defRPr/>
            </a:lvl1pPr>
          </a:lstStyle>
          <a:p>
            <a:pPr>
              <a:defRPr/>
            </a:pPr>
            <a:endParaRPr lang="en-US"/>
          </a:p>
        </p:txBody>
      </p:sp>
      <p:sp>
        <p:nvSpPr>
          <p:cNvPr id="5" name="Footer Placeholder 5">
            <a:extLst>
              <a:ext uri="{FF2B5EF4-FFF2-40B4-BE49-F238E27FC236}">
                <a16:creationId xmlns="" xmlns:a16="http://schemas.microsoft.com/office/drawing/2014/main" id="{66889457-9EBA-23BD-6646-F9CBC3B44B5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6">
            <a:extLst>
              <a:ext uri="{FF2B5EF4-FFF2-40B4-BE49-F238E27FC236}">
                <a16:creationId xmlns="" xmlns:a16="http://schemas.microsoft.com/office/drawing/2014/main" id="{3BAB2A83-0D7E-8BB0-8F70-49BCC5C2F6BB}"/>
              </a:ext>
            </a:extLst>
          </p:cNvPr>
          <p:cNvSpPr>
            <a:spLocks noGrp="1"/>
          </p:cNvSpPr>
          <p:nvPr>
            <p:ph type="sldNum" sz="quarter" idx="12"/>
          </p:nvPr>
        </p:nvSpPr>
        <p:spPr/>
        <p:txBody>
          <a:bodyPr/>
          <a:lstStyle>
            <a:lvl1pPr>
              <a:defRPr/>
            </a:lvl1pPr>
          </a:lstStyle>
          <a:p>
            <a:pPr>
              <a:defRPr/>
            </a:pPr>
            <a:fld id="{21A14B7F-7A7B-4DEC-BA77-EEF9B00D0431}" type="slidenum">
              <a:rPr lang="en-US" altLang="en-US"/>
              <a:pPr>
                <a:defRPr/>
              </a:pPr>
              <a:t>‹#›</a:t>
            </a:fld>
            <a:endParaRPr lang="en-US" altLang="en-US"/>
          </a:p>
        </p:txBody>
      </p:sp>
    </p:spTree>
    <p:extLst>
      <p:ext uri="{BB962C8B-B14F-4D97-AF65-F5344CB8AC3E}">
        <p14:creationId xmlns:p14="http://schemas.microsoft.com/office/powerpoint/2010/main" val="2205244949"/>
      </p:ext>
    </p:extLst>
  </p:cSld>
  <p:clrMapOvr>
    <a:overrideClrMapping bg1="lt1" tx1="dk1" bg2="lt2" tx2="dk2" accent1="accent1" accent2="accent2" accent3="accent3" accent4="accent4" accent5="accent5" accent6="accent6" hlink="hlink" folHlink="folHlink"/>
  </p:clrMapOvr>
  <p:transition>
    <p:dissolv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solidFill>
          <a:schemeClr val="bg2"/>
        </a:solidFill>
        <a:effectLst/>
      </p:bgPr>
    </p:bg>
    <p:spTree>
      <p:nvGrpSpPr>
        <p:cNvPr id="1" name=""/>
        <p:cNvGrpSpPr/>
        <p:nvPr/>
      </p:nvGrpSpPr>
      <p:grpSpPr>
        <a:xfrm>
          <a:off x="0" y="0"/>
          <a:ext cx="0" cy="0"/>
          <a:chOff x="0" y="0"/>
          <a:chExt cx="0" cy="0"/>
        </a:xfrm>
      </p:grpSpPr>
      <p:sp>
        <p:nvSpPr>
          <p:cNvPr id="2" name="Straight Connector 21">
            <a:extLst>
              <a:ext uri="{FF2B5EF4-FFF2-40B4-BE49-F238E27FC236}">
                <a16:creationId xmlns="" xmlns:a16="http://schemas.microsoft.com/office/drawing/2014/main" id="{4A946E57-BF6D-F3D3-144A-D635B0E64FE1}"/>
              </a:ext>
            </a:extLst>
          </p:cNvPr>
          <p:cNvSpPr>
            <a:spLocks noChangeShapeType="1"/>
          </p:cNvSpPr>
          <p:nvPr/>
        </p:nvSpPr>
        <p:spPr bwMode="auto">
          <a:xfrm flipV="1">
            <a:off x="4572000" y="2200276"/>
            <a:ext cx="0" cy="4187825"/>
          </a:xfrm>
          <a:prstGeom prst="line">
            <a:avLst/>
          </a:prstGeom>
          <a:noFill/>
          <a:ln w="9525" algn="ctr">
            <a:solidFill>
              <a:schemeClr val="tx2"/>
            </a:solidFill>
            <a:prstDash val="sysDash"/>
            <a:round/>
            <a:headEnd/>
            <a:tailEnd/>
          </a:ln>
          <a:extLst>
            <a:ext uri="{909E8E84-426E-40DD-AFC4-6F175D3DCCD1}">
              <a14:hiddenFill xmlns:a14="http://schemas.microsoft.com/office/drawing/2010/main">
                <a:noFill/>
              </a14:hiddenFill>
            </a:ext>
          </a:extLst>
        </p:spPr>
        <p:txBody>
          <a:bodyPr wrap="none" anchor="ctr"/>
          <a:lstStyle/>
          <a:p>
            <a:endParaRPr lang="en-US" sz="1050"/>
          </a:p>
        </p:txBody>
      </p:sp>
      <p:sp>
        <p:nvSpPr>
          <p:cNvPr id="5" name="Rectangle 25">
            <a:extLst>
              <a:ext uri="{FF2B5EF4-FFF2-40B4-BE49-F238E27FC236}">
                <a16:creationId xmlns="" xmlns:a16="http://schemas.microsoft.com/office/drawing/2014/main" id="{538AF5CA-95C6-684A-FAE5-8B4734026B9D}"/>
              </a:ext>
            </a:extLst>
          </p:cNvPr>
          <p:cNvSpPr>
            <a:spLocks noChangeArrowheads="1"/>
          </p:cNvSpPr>
          <p:nvPr/>
        </p:nvSpPr>
        <p:spPr bwMode="white">
          <a:xfrm>
            <a:off x="0" y="0"/>
            <a:ext cx="9144000" cy="14478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6" name="Rectangle 26">
            <a:extLst>
              <a:ext uri="{FF2B5EF4-FFF2-40B4-BE49-F238E27FC236}">
                <a16:creationId xmlns="" xmlns:a16="http://schemas.microsoft.com/office/drawing/2014/main" id="{72FCA2AE-BDDF-A2ED-60C3-4AF854264265}"/>
              </a:ext>
            </a:extLst>
          </p:cNvPr>
          <p:cNvSpPr>
            <a:spLocks noChangeArrowheads="1"/>
          </p:cNvSpPr>
          <p:nvPr/>
        </p:nvSpPr>
        <p:spPr bwMode="white">
          <a:xfrm>
            <a:off x="0" y="6705600"/>
            <a:ext cx="9144000" cy="1524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7" name="Rectangle 27">
            <a:extLst>
              <a:ext uri="{FF2B5EF4-FFF2-40B4-BE49-F238E27FC236}">
                <a16:creationId xmlns="" xmlns:a16="http://schemas.microsoft.com/office/drawing/2014/main" id="{D13C43A6-E9D9-B41C-B11E-FA7A950B6AD2}"/>
              </a:ext>
            </a:extLst>
          </p:cNvPr>
          <p:cNvSpPr>
            <a:spLocks noChangeArrowheads="1"/>
          </p:cNvSpPr>
          <p:nvPr/>
        </p:nvSpPr>
        <p:spPr bwMode="white">
          <a:xfrm>
            <a:off x="0" y="0"/>
            <a:ext cx="152400" cy="68580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8" name="Rectangle 28">
            <a:extLst>
              <a:ext uri="{FF2B5EF4-FFF2-40B4-BE49-F238E27FC236}">
                <a16:creationId xmlns="" xmlns:a16="http://schemas.microsoft.com/office/drawing/2014/main" id="{78EAC5C9-A8C1-37D9-40F9-A99E645DC341}"/>
              </a:ext>
            </a:extLst>
          </p:cNvPr>
          <p:cNvSpPr>
            <a:spLocks noChangeArrowheads="1"/>
          </p:cNvSpPr>
          <p:nvPr/>
        </p:nvSpPr>
        <p:spPr bwMode="white">
          <a:xfrm>
            <a:off x="8991600" y="0"/>
            <a:ext cx="152400" cy="68580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9" name="Rectangle 8">
            <a:extLst>
              <a:ext uri="{FF2B5EF4-FFF2-40B4-BE49-F238E27FC236}">
                <a16:creationId xmlns="" xmlns:a16="http://schemas.microsoft.com/office/drawing/2014/main" id="{012F0958-B4A9-6D21-9C0D-01C77168B011}"/>
              </a:ext>
            </a:extLst>
          </p:cNvPr>
          <p:cNvSpPr/>
          <p:nvPr/>
        </p:nvSpPr>
        <p:spPr>
          <a:xfrm>
            <a:off x="152401" y="1371600"/>
            <a:ext cx="8833247"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
        <p:nvSpPr>
          <p:cNvPr id="10" name="Rectangle 9">
            <a:extLst>
              <a:ext uri="{FF2B5EF4-FFF2-40B4-BE49-F238E27FC236}">
                <a16:creationId xmlns="" xmlns:a16="http://schemas.microsoft.com/office/drawing/2014/main" id="{5B78AFAE-9C76-54FF-8E43-969AA8FBC32C}"/>
              </a:ext>
            </a:extLst>
          </p:cNvPr>
          <p:cNvSpPr>
            <a:spLocks noChangeArrowheads="1"/>
          </p:cNvSpPr>
          <p:nvPr/>
        </p:nvSpPr>
        <p:spPr bwMode="auto">
          <a:xfrm>
            <a:off x="146448" y="6391275"/>
            <a:ext cx="8832056" cy="31115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sz="1050">
              <a:latin typeface="Arial" charset="0"/>
            </a:endParaRPr>
          </a:p>
        </p:txBody>
      </p:sp>
      <p:sp>
        <p:nvSpPr>
          <p:cNvPr id="11" name="Straight Connector 10">
            <a:extLst>
              <a:ext uri="{FF2B5EF4-FFF2-40B4-BE49-F238E27FC236}">
                <a16:creationId xmlns="" xmlns:a16="http://schemas.microsoft.com/office/drawing/2014/main" id="{E9AD8371-FC07-ACF2-1306-35E8DBF769BC}"/>
              </a:ext>
            </a:extLst>
          </p:cNvPr>
          <p:cNvSpPr>
            <a:spLocks noChangeShapeType="1"/>
          </p:cNvSpPr>
          <p:nvPr/>
        </p:nvSpPr>
        <p:spPr bwMode="auto">
          <a:xfrm>
            <a:off x="152401" y="1279525"/>
            <a:ext cx="8833247"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hangingPunct="1">
              <a:defRPr/>
            </a:pPr>
            <a:endParaRPr lang="en-US" sz="1050">
              <a:latin typeface="Arial" charset="0"/>
            </a:endParaRPr>
          </a:p>
        </p:txBody>
      </p:sp>
      <p:sp>
        <p:nvSpPr>
          <p:cNvPr id="12" name="Rectangle 11">
            <a:extLst>
              <a:ext uri="{FF2B5EF4-FFF2-40B4-BE49-F238E27FC236}">
                <a16:creationId xmlns="" xmlns:a16="http://schemas.microsoft.com/office/drawing/2014/main" id="{DC4E53D9-7E04-C2D4-67F1-85B481287B5C}"/>
              </a:ext>
            </a:extLst>
          </p:cNvPr>
          <p:cNvSpPr>
            <a:spLocks noChangeArrowheads="1"/>
          </p:cNvSpPr>
          <p:nvPr/>
        </p:nvSpPr>
        <p:spPr bwMode="auto">
          <a:xfrm>
            <a:off x="152401" y="155575"/>
            <a:ext cx="8833247"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hangingPunct="1">
              <a:defRPr/>
            </a:pPr>
            <a:endParaRPr lang="en-US" sz="1050" dirty="0">
              <a:latin typeface="Arial" charset="0"/>
            </a:endParaRPr>
          </a:p>
        </p:txBody>
      </p:sp>
      <p:sp>
        <p:nvSpPr>
          <p:cNvPr id="13" name="Oval 12">
            <a:extLst>
              <a:ext uri="{FF2B5EF4-FFF2-40B4-BE49-F238E27FC236}">
                <a16:creationId xmlns="" xmlns:a16="http://schemas.microsoft.com/office/drawing/2014/main" id="{2C8093B9-002D-1C55-B363-54CC7388C458}"/>
              </a:ext>
            </a:extLst>
          </p:cNvPr>
          <p:cNvSpPr/>
          <p:nvPr/>
        </p:nvSpPr>
        <p:spPr>
          <a:xfrm>
            <a:off x="4267200" y="955675"/>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
        <p:nvSpPr>
          <p:cNvPr id="14" name="Oval 13">
            <a:extLst>
              <a:ext uri="{FF2B5EF4-FFF2-40B4-BE49-F238E27FC236}">
                <a16:creationId xmlns="" xmlns:a16="http://schemas.microsoft.com/office/drawing/2014/main" id="{03A0B427-0257-7A1D-697F-9EAC43C48DE5}"/>
              </a:ext>
            </a:extLst>
          </p:cNvPr>
          <p:cNvSpPr/>
          <p:nvPr/>
        </p:nvSpPr>
        <p:spPr>
          <a:xfrm>
            <a:off x="4362450" y="1050925"/>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1650" b="1" dirty="0" smtClean="0">
                <a:solidFill>
                  <a:srgbClr val="FFFFFF"/>
                </a:solidFill>
              </a:defRPr>
            </a:lvl1pPr>
            <a:lvl2pPr>
              <a:buNone/>
              <a:defRPr sz="1500" b="1"/>
            </a:lvl2pPr>
            <a:lvl3pPr>
              <a:buNone/>
              <a:defRPr sz="1350" b="1"/>
            </a:lvl3pPr>
            <a:lvl4pPr>
              <a:buNone/>
              <a:defRPr sz="1200" b="1"/>
            </a:lvl4pPr>
            <a:lvl5pPr>
              <a:buNone/>
              <a:defRPr sz="1200" b="1"/>
            </a:lvl5pPr>
          </a:lstStyle>
          <a:p>
            <a:pPr lvl="0"/>
            <a:r>
              <a:rPr lang="en-US"/>
              <a:t>Click to edit Master text styles</a:t>
            </a:r>
          </a:p>
        </p:txBody>
      </p:sp>
      <p:sp>
        <p:nvSpPr>
          <p:cNvPr id="4" name="Text Placeholder 3"/>
          <p:cNvSpPr>
            <a:spLocks noGrp="1"/>
          </p:cNvSpPr>
          <p:nvPr>
            <p:ph type="body" sz="half" idx="3"/>
          </p:nvPr>
        </p:nvSpPr>
        <p:spPr>
          <a:xfrm>
            <a:off x="4791331"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1650" b="1"/>
            </a:lvl1pPr>
            <a:lvl2pPr>
              <a:buNone/>
              <a:defRPr sz="1500" b="1"/>
            </a:lvl2pPr>
            <a:lvl3pPr>
              <a:buNone/>
              <a:defRPr sz="1350" b="1"/>
            </a:lvl3pPr>
            <a:lvl4pPr>
              <a:buNone/>
              <a:defRPr sz="1200" b="1"/>
            </a:lvl4pPr>
            <a:lvl5pPr>
              <a:buNone/>
              <a:defRPr sz="1200" b="1"/>
            </a:lvl5pPr>
          </a:lstStyle>
          <a:p>
            <a:pPr lvl="0"/>
            <a:r>
              <a:rPr lang="en-US"/>
              <a:t>Click to edit Master text styles</a:t>
            </a:r>
          </a:p>
        </p:txBody>
      </p:sp>
      <p:sp>
        <p:nvSpPr>
          <p:cNvPr id="24" name="Content Placeholder 23"/>
          <p:cNvSpPr>
            <a:spLocks noGrp="1"/>
          </p:cNvSpPr>
          <p:nvPr>
            <p:ph sz="quarter" idx="2"/>
          </p:nvPr>
        </p:nvSpPr>
        <p:spPr>
          <a:xfrm>
            <a:off x="301752" y="2471383"/>
            <a:ext cx="4041648" cy="3818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p:cNvSpPr>
            <a:spLocks noGrp="1"/>
          </p:cNvSpPr>
          <p:nvPr>
            <p:ph sz="quarter" idx="4"/>
          </p:nvPr>
        </p:nvSpPr>
        <p:spPr>
          <a:xfrm>
            <a:off x="4800600" y="2471383"/>
            <a:ext cx="4038600" cy="3822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22"/>
          <p:cNvSpPr>
            <a:spLocks noGrp="1"/>
          </p:cNvSpPr>
          <p:nvPr>
            <p:ph type="title"/>
          </p:nvPr>
        </p:nvSpPr>
        <p:spPr/>
        <p:txBody>
          <a:bodyPr rtlCol="0"/>
          <a:lstStyle/>
          <a:p>
            <a:r>
              <a:rPr lang="en-US"/>
              <a:t>Click to edit Master title style</a:t>
            </a:r>
          </a:p>
        </p:txBody>
      </p:sp>
      <p:sp>
        <p:nvSpPr>
          <p:cNvPr id="15" name="Date Placeholder 6">
            <a:extLst>
              <a:ext uri="{FF2B5EF4-FFF2-40B4-BE49-F238E27FC236}">
                <a16:creationId xmlns="" xmlns:a16="http://schemas.microsoft.com/office/drawing/2014/main" id="{A974CC9B-7A6C-3AE4-3C17-D9B0B065CEAF}"/>
              </a:ext>
            </a:extLst>
          </p:cNvPr>
          <p:cNvSpPr>
            <a:spLocks noGrp="1"/>
          </p:cNvSpPr>
          <p:nvPr>
            <p:ph type="dt" sz="half" idx="10"/>
          </p:nvPr>
        </p:nvSpPr>
        <p:spPr/>
        <p:txBody>
          <a:bodyPr/>
          <a:lstStyle>
            <a:lvl1pPr>
              <a:defRPr/>
            </a:lvl1pPr>
          </a:lstStyle>
          <a:p>
            <a:pPr>
              <a:defRPr/>
            </a:pPr>
            <a:endParaRPr lang="en-US"/>
          </a:p>
        </p:txBody>
      </p:sp>
      <p:sp>
        <p:nvSpPr>
          <p:cNvPr id="16" name="Footer Placeholder 7">
            <a:extLst>
              <a:ext uri="{FF2B5EF4-FFF2-40B4-BE49-F238E27FC236}">
                <a16:creationId xmlns="" xmlns:a16="http://schemas.microsoft.com/office/drawing/2014/main" id="{5CF94E86-A2D8-90A3-B077-EF64C084B8EC}"/>
              </a:ext>
            </a:extLst>
          </p:cNvPr>
          <p:cNvSpPr>
            <a:spLocks noGrp="1"/>
          </p:cNvSpPr>
          <p:nvPr>
            <p:ph type="ftr" sz="quarter" idx="11"/>
          </p:nvPr>
        </p:nvSpPr>
        <p:spPr>
          <a:xfrm>
            <a:off x="304800" y="6410326"/>
            <a:ext cx="3581400" cy="365125"/>
          </a:xfrm>
        </p:spPr>
        <p:txBody>
          <a:bodyPr/>
          <a:lstStyle>
            <a:lvl1pPr>
              <a:defRPr/>
            </a:lvl1pPr>
          </a:lstStyle>
          <a:p>
            <a:pPr>
              <a:defRPr/>
            </a:pPr>
            <a:endParaRPr lang="en-US"/>
          </a:p>
        </p:txBody>
      </p:sp>
      <p:sp>
        <p:nvSpPr>
          <p:cNvPr id="17" name="Slide Number Placeholder 8">
            <a:extLst>
              <a:ext uri="{FF2B5EF4-FFF2-40B4-BE49-F238E27FC236}">
                <a16:creationId xmlns="" xmlns:a16="http://schemas.microsoft.com/office/drawing/2014/main" id="{26D8CD77-6F2A-F632-DFB3-ABB58BD8D1D7}"/>
              </a:ext>
            </a:extLst>
          </p:cNvPr>
          <p:cNvSpPr>
            <a:spLocks noGrp="1"/>
          </p:cNvSpPr>
          <p:nvPr>
            <p:ph type="sldNum" sz="quarter" idx="12"/>
          </p:nvPr>
        </p:nvSpPr>
        <p:spPr>
          <a:xfrm>
            <a:off x="4343400" y="1042989"/>
            <a:ext cx="457200" cy="441325"/>
          </a:xfrm>
        </p:spPr>
        <p:txBody>
          <a:bodyPr/>
          <a:lstStyle>
            <a:lvl1pPr>
              <a:defRPr/>
            </a:lvl1pPr>
          </a:lstStyle>
          <a:p>
            <a:pPr>
              <a:defRPr/>
            </a:pPr>
            <a:fld id="{C295D022-3679-4ED3-91EE-4A5CBF88A5D9}" type="slidenum">
              <a:rPr lang="en-US" altLang="en-US"/>
              <a:pPr>
                <a:defRPr/>
              </a:pPr>
              <a:t>‹#›</a:t>
            </a:fld>
            <a:endParaRPr lang="en-US" altLang="en-US"/>
          </a:p>
        </p:txBody>
      </p:sp>
    </p:spTree>
    <p:extLst>
      <p:ext uri="{BB962C8B-B14F-4D97-AF65-F5344CB8AC3E}">
        <p14:creationId xmlns:p14="http://schemas.microsoft.com/office/powerpoint/2010/main" val="403382248"/>
      </p:ext>
    </p:extLst>
  </p:cSld>
  <p:clrMapOvr>
    <a:overrideClrMapping bg1="lt1" tx1="dk1" bg2="lt2" tx2="dk2" accent1="accent1" accent2="accent2" accent3="accent3" accent4="accent4" accent5="accent5" accent6="accent6" hlink="hlink" folHlink="folHlink"/>
  </p:clrMapOvr>
  <p:transition>
    <p:dissolv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95F406FE-F1F1-3B96-10BE-048375A2835E}"/>
              </a:ext>
            </a:extLst>
          </p:cNvPr>
          <p:cNvSpPr>
            <a:spLocks noGrp="1"/>
          </p:cNvSpPr>
          <p:nvPr>
            <p:ph type="dt" sz="half" idx="10"/>
          </p:nvPr>
        </p:nvSpPr>
        <p:spPr/>
        <p:txBody>
          <a:bodyPr/>
          <a:lstStyle>
            <a:lvl1pPr>
              <a:defRPr/>
            </a:lvl1pPr>
          </a:lstStyle>
          <a:p>
            <a:pPr>
              <a:defRPr/>
            </a:pPr>
            <a:endParaRPr lang="en-US"/>
          </a:p>
        </p:txBody>
      </p:sp>
      <p:sp>
        <p:nvSpPr>
          <p:cNvPr id="4" name="Footer Placeholder 3">
            <a:extLst>
              <a:ext uri="{FF2B5EF4-FFF2-40B4-BE49-F238E27FC236}">
                <a16:creationId xmlns="" xmlns:a16="http://schemas.microsoft.com/office/drawing/2014/main" id="{E4E3DB3C-E00A-E2F5-78AD-E51CF615FB1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 xmlns:a16="http://schemas.microsoft.com/office/drawing/2014/main" id="{FBDA143D-81D5-B08B-56D5-B25316FFC6DB}"/>
              </a:ext>
            </a:extLst>
          </p:cNvPr>
          <p:cNvSpPr>
            <a:spLocks noGrp="1"/>
          </p:cNvSpPr>
          <p:nvPr>
            <p:ph type="sldNum" sz="quarter" idx="12"/>
          </p:nvPr>
        </p:nvSpPr>
        <p:spPr>
          <a:xfrm>
            <a:off x="4343400" y="1036639"/>
            <a:ext cx="457200" cy="441325"/>
          </a:xfrm>
        </p:spPr>
        <p:txBody>
          <a:bodyPr/>
          <a:lstStyle>
            <a:lvl1pPr>
              <a:defRPr/>
            </a:lvl1pPr>
          </a:lstStyle>
          <a:p>
            <a:pPr>
              <a:defRPr/>
            </a:pPr>
            <a:fld id="{F87C62D6-8B11-4D3E-9C42-D211174C3D41}" type="slidenum">
              <a:rPr lang="en-US" altLang="en-US"/>
              <a:pPr>
                <a:defRPr/>
              </a:pPr>
              <a:t>‹#›</a:t>
            </a:fld>
            <a:endParaRPr lang="en-US" altLang="en-US"/>
          </a:p>
        </p:txBody>
      </p:sp>
    </p:spTree>
    <p:extLst>
      <p:ext uri="{BB962C8B-B14F-4D97-AF65-F5344CB8AC3E}">
        <p14:creationId xmlns:p14="http://schemas.microsoft.com/office/powerpoint/2010/main" val="1672973726"/>
      </p:ext>
    </p:extLst>
  </p:cSld>
  <p:clrMapOvr>
    <a:masterClrMapping/>
  </p:clrMapOvr>
  <p:transition>
    <p:dissolv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21">
            <a:extLst>
              <a:ext uri="{FF2B5EF4-FFF2-40B4-BE49-F238E27FC236}">
                <a16:creationId xmlns="" xmlns:a16="http://schemas.microsoft.com/office/drawing/2014/main" id="{67E270B6-15E8-7DCA-5A96-870F02882A72}"/>
              </a:ext>
            </a:extLst>
          </p:cNvPr>
          <p:cNvSpPr>
            <a:spLocks noChangeArrowheads="1"/>
          </p:cNvSpPr>
          <p:nvPr/>
        </p:nvSpPr>
        <p:spPr bwMode="white">
          <a:xfrm>
            <a:off x="0" y="6705600"/>
            <a:ext cx="9144000" cy="1524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3" name="Rectangle 25">
            <a:extLst>
              <a:ext uri="{FF2B5EF4-FFF2-40B4-BE49-F238E27FC236}">
                <a16:creationId xmlns="" xmlns:a16="http://schemas.microsoft.com/office/drawing/2014/main" id="{69B804C2-5BA2-6F16-6445-698FC65915D6}"/>
              </a:ext>
            </a:extLst>
          </p:cNvPr>
          <p:cNvSpPr>
            <a:spLocks noChangeArrowheads="1"/>
          </p:cNvSpPr>
          <p:nvPr/>
        </p:nvSpPr>
        <p:spPr bwMode="white">
          <a:xfrm>
            <a:off x="0" y="1"/>
            <a:ext cx="9144000" cy="155575"/>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4" name="Rectangle 26">
            <a:extLst>
              <a:ext uri="{FF2B5EF4-FFF2-40B4-BE49-F238E27FC236}">
                <a16:creationId xmlns="" xmlns:a16="http://schemas.microsoft.com/office/drawing/2014/main" id="{1FBBC5D9-A060-DD79-E9DD-88F29178465A}"/>
              </a:ext>
            </a:extLst>
          </p:cNvPr>
          <p:cNvSpPr>
            <a:spLocks noChangeArrowheads="1"/>
          </p:cNvSpPr>
          <p:nvPr/>
        </p:nvSpPr>
        <p:spPr bwMode="white">
          <a:xfrm>
            <a:off x="8991600" y="0"/>
            <a:ext cx="152400" cy="68580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5" name="Rectangle 27">
            <a:extLst>
              <a:ext uri="{FF2B5EF4-FFF2-40B4-BE49-F238E27FC236}">
                <a16:creationId xmlns="" xmlns:a16="http://schemas.microsoft.com/office/drawing/2014/main" id="{3BC60D0D-8207-42B4-F7EC-61CD20C4E1DE}"/>
              </a:ext>
            </a:extLst>
          </p:cNvPr>
          <p:cNvSpPr>
            <a:spLocks noChangeArrowheads="1"/>
          </p:cNvSpPr>
          <p:nvPr/>
        </p:nvSpPr>
        <p:spPr bwMode="white">
          <a:xfrm>
            <a:off x="0" y="0"/>
            <a:ext cx="152400" cy="68580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6" name="Rectangle 5">
            <a:extLst>
              <a:ext uri="{FF2B5EF4-FFF2-40B4-BE49-F238E27FC236}">
                <a16:creationId xmlns="" xmlns:a16="http://schemas.microsoft.com/office/drawing/2014/main" id="{704D2813-78BF-FC75-A388-B12427A50659}"/>
              </a:ext>
            </a:extLst>
          </p:cNvPr>
          <p:cNvSpPr>
            <a:spLocks noChangeArrowheads="1"/>
          </p:cNvSpPr>
          <p:nvPr/>
        </p:nvSpPr>
        <p:spPr bwMode="auto">
          <a:xfrm>
            <a:off x="146448" y="6391276"/>
            <a:ext cx="8832056"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sz="1050">
              <a:latin typeface="Arial" charset="0"/>
            </a:endParaRPr>
          </a:p>
        </p:txBody>
      </p:sp>
      <p:sp>
        <p:nvSpPr>
          <p:cNvPr id="7" name="Rectangle 6">
            <a:extLst>
              <a:ext uri="{FF2B5EF4-FFF2-40B4-BE49-F238E27FC236}">
                <a16:creationId xmlns="" xmlns:a16="http://schemas.microsoft.com/office/drawing/2014/main" id="{0E13DC01-D226-3595-1897-25480C6CEF48}"/>
              </a:ext>
            </a:extLst>
          </p:cNvPr>
          <p:cNvSpPr>
            <a:spLocks noChangeArrowheads="1"/>
          </p:cNvSpPr>
          <p:nvPr/>
        </p:nvSpPr>
        <p:spPr bwMode="auto">
          <a:xfrm>
            <a:off x="152401" y="158750"/>
            <a:ext cx="8833247"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hangingPunct="1">
              <a:defRPr/>
            </a:pPr>
            <a:endParaRPr lang="en-US" sz="1050" dirty="0">
              <a:latin typeface="Arial" charset="0"/>
            </a:endParaRPr>
          </a:p>
        </p:txBody>
      </p:sp>
      <p:sp>
        <p:nvSpPr>
          <p:cNvPr id="8" name="Date Placeholder 1">
            <a:extLst>
              <a:ext uri="{FF2B5EF4-FFF2-40B4-BE49-F238E27FC236}">
                <a16:creationId xmlns="" xmlns:a16="http://schemas.microsoft.com/office/drawing/2014/main" id="{C3FC7008-1C23-D6FF-BE19-22B55A18D2FD}"/>
              </a:ext>
            </a:extLst>
          </p:cNvPr>
          <p:cNvSpPr>
            <a:spLocks noGrp="1"/>
          </p:cNvSpPr>
          <p:nvPr>
            <p:ph type="dt" sz="half" idx="10"/>
          </p:nvPr>
        </p:nvSpPr>
        <p:spPr/>
        <p:txBody>
          <a:bodyPr/>
          <a:lstStyle>
            <a:lvl1pPr>
              <a:defRPr/>
            </a:lvl1pPr>
          </a:lstStyle>
          <a:p>
            <a:pPr>
              <a:defRPr/>
            </a:pPr>
            <a:endParaRPr lang="en-US"/>
          </a:p>
        </p:txBody>
      </p:sp>
      <p:sp>
        <p:nvSpPr>
          <p:cNvPr id="9" name="Footer Placeholder 2">
            <a:extLst>
              <a:ext uri="{FF2B5EF4-FFF2-40B4-BE49-F238E27FC236}">
                <a16:creationId xmlns="" xmlns:a16="http://schemas.microsoft.com/office/drawing/2014/main" id="{8EBE5B8A-1B25-85D5-C30F-75B153BB938F}"/>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3">
            <a:extLst>
              <a:ext uri="{FF2B5EF4-FFF2-40B4-BE49-F238E27FC236}">
                <a16:creationId xmlns="" xmlns:a16="http://schemas.microsoft.com/office/drawing/2014/main" id="{B6646E86-9C6C-BB00-F8A6-3D26D4460435}"/>
              </a:ext>
            </a:extLst>
          </p:cNvPr>
          <p:cNvSpPr>
            <a:spLocks noGrp="1"/>
          </p:cNvSpPr>
          <p:nvPr>
            <p:ph type="sldNum" sz="quarter" idx="12"/>
          </p:nvPr>
        </p:nvSpPr>
        <p:spPr>
          <a:xfrm>
            <a:off x="4267200" y="6324601"/>
            <a:ext cx="609600" cy="441325"/>
          </a:xfrm>
        </p:spPr>
        <p:txBody>
          <a:bodyPr/>
          <a:lstStyle>
            <a:lvl1pPr>
              <a:defRPr>
                <a:solidFill>
                  <a:srgbClr val="FFFFFF"/>
                </a:solidFill>
              </a:defRPr>
            </a:lvl1pPr>
          </a:lstStyle>
          <a:p>
            <a:pPr>
              <a:defRPr/>
            </a:pPr>
            <a:fld id="{D83A192D-2EBA-49B9-A037-CE5410BAA181}" type="slidenum">
              <a:rPr lang="en-US" altLang="en-US"/>
              <a:pPr>
                <a:defRPr/>
              </a:pPr>
              <a:t>‹#›</a:t>
            </a:fld>
            <a:endParaRPr lang="en-US" altLang="en-US"/>
          </a:p>
        </p:txBody>
      </p:sp>
    </p:spTree>
    <p:extLst>
      <p:ext uri="{BB962C8B-B14F-4D97-AF65-F5344CB8AC3E}">
        <p14:creationId xmlns:p14="http://schemas.microsoft.com/office/powerpoint/2010/main" val="3612134743"/>
      </p:ext>
    </p:extLst>
  </p:cSld>
  <p:clrMapOvr>
    <a:masterClrMapping/>
  </p:clrMapOvr>
  <p:transition>
    <p:dissolv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55FB8E7F-FC10-E88B-5A15-129A042B1FA9}"/>
              </a:ext>
            </a:extLst>
          </p:cNvPr>
          <p:cNvSpPr>
            <a:spLocks noChangeArrowheads="1"/>
          </p:cNvSpPr>
          <p:nvPr/>
        </p:nvSpPr>
        <p:spPr bwMode="auto">
          <a:xfrm>
            <a:off x="152401" y="152400"/>
            <a:ext cx="8833247" cy="30480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sz="1050">
              <a:latin typeface="Arial" charset="0"/>
            </a:endParaRPr>
          </a:p>
        </p:txBody>
      </p:sp>
      <p:sp>
        <p:nvSpPr>
          <p:cNvPr id="5" name="Rectangle 25">
            <a:extLst>
              <a:ext uri="{FF2B5EF4-FFF2-40B4-BE49-F238E27FC236}">
                <a16:creationId xmlns="" xmlns:a16="http://schemas.microsoft.com/office/drawing/2014/main" id="{4F4D5514-2732-F73C-C833-7E16C165CB43}"/>
              </a:ext>
            </a:extLst>
          </p:cNvPr>
          <p:cNvSpPr>
            <a:spLocks noChangeArrowheads="1"/>
          </p:cNvSpPr>
          <p:nvPr/>
        </p:nvSpPr>
        <p:spPr bwMode="white">
          <a:xfrm>
            <a:off x="0" y="6705600"/>
            <a:ext cx="9144000" cy="1524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6" name="Rectangle 26">
            <a:extLst>
              <a:ext uri="{FF2B5EF4-FFF2-40B4-BE49-F238E27FC236}">
                <a16:creationId xmlns="" xmlns:a16="http://schemas.microsoft.com/office/drawing/2014/main" id="{6F7CEE30-1120-F75A-448D-7CC9BBD65889}"/>
              </a:ext>
            </a:extLst>
          </p:cNvPr>
          <p:cNvSpPr>
            <a:spLocks noChangeArrowheads="1"/>
          </p:cNvSpPr>
          <p:nvPr/>
        </p:nvSpPr>
        <p:spPr bwMode="white">
          <a:xfrm>
            <a:off x="8991600" y="0"/>
            <a:ext cx="152400" cy="68580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7" name="Rectangle 27">
            <a:extLst>
              <a:ext uri="{FF2B5EF4-FFF2-40B4-BE49-F238E27FC236}">
                <a16:creationId xmlns="" xmlns:a16="http://schemas.microsoft.com/office/drawing/2014/main" id="{77F43554-F420-C662-A963-68601D96638E}"/>
              </a:ext>
            </a:extLst>
          </p:cNvPr>
          <p:cNvSpPr>
            <a:spLocks noChangeArrowheads="1"/>
          </p:cNvSpPr>
          <p:nvPr/>
        </p:nvSpPr>
        <p:spPr bwMode="white">
          <a:xfrm>
            <a:off x="0" y="1"/>
            <a:ext cx="9144000" cy="119063"/>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8" name="Rectangle 28">
            <a:extLst>
              <a:ext uri="{FF2B5EF4-FFF2-40B4-BE49-F238E27FC236}">
                <a16:creationId xmlns="" xmlns:a16="http://schemas.microsoft.com/office/drawing/2014/main" id="{28D4E7F5-5229-6B43-5EED-491EC57E4788}"/>
              </a:ext>
            </a:extLst>
          </p:cNvPr>
          <p:cNvSpPr>
            <a:spLocks noChangeArrowheads="1"/>
          </p:cNvSpPr>
          <p:nvPr/>
        </p:nvSpPr>
        <p:spPr bwMode="white">
          <a:xfrm>
            <a:off x="0" y="0"/>
            <a:ext cx="152400" cy="68580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9" name="Rectangle 8">
            <a:extLst>
              <a:ext uri="{FF2B5EF4-FFF2-40B4-BE49-F238E27FC236}">
                <a16:creationId xmlns="" xmlns:a16="http://schemas.microsoft.com/office/drawing/2014/main" id="{728C8BCC-37C6-CE0E-D013-64B9EAA0610D}"/>
              </a:ext>
            </a:extLst>
          </p:cNvPr>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
        <p:nvSpPr>
          <p:cNvPr id="10" name="Rectangle 9">
            <a:extLst>
              <a:ext uri="{FF2B5EF4-FFF2-40B4-BE49-F238E27FC236}">
                <a16:creationId xmlns="" xmlns:a16="http://schemas.microsoft.com/office/drawing/2014/main" id="{0C83B149-77E8-755D-FBCA-5220725FE18D}"/>
              </a:ext>
            </a:extLst>
          </p:cNvPr>
          <p:cNvSpPr>
            <a:spLocks noChangeArrowheads="1"/>
          </p:cNvSpPr>
          <p:nvPr/>
        </p:nvSpPr>
        <p:spPr bwMode="auto">
          <a:xfrm>
            <a:off x="152401" y="152400"/>
            <a:ext cx="8833247"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hangingPunct="1">
              <a:defRPr/>
            </a:pPr>
            <a:endParaRPr lang="en-US" sz="1050" dirty="0">
              <a:latin typeface="Arial" charset="0"/>
            </a:endParaRPr>
          </a:p>
        </p:txBody>
      </p:sp>
      <p:sp>
        <p:nvSpPr>
          <p:cNvPr id="11" name="Straight Connector 10">
            <a:extLst>
              <a:ext uri="{FF2B5EF4-FFF2-40B4-BE49-F238E27FC236}">
                <a16:creationId xmlns="" xmlns:a16="http://schemas.microsoft.com/office/drawing/2014/main" id="{2543D1E8-C9BA-121A-1EA0-0308A564FE1B}"/>
              </a:ext>
            </a:extLst>
          </p:cNvPr>
          <p:cNvSpPr>
            <a:spLocks noChangeShapeType="1"/>
          </p:cNvSpPr>
          <p:nvPr/>
        </p:nvSpPr>
        <p:spPr bwMode="auto">
          <a:xfrm>
            <a:off x="152401" y="533400"/>
            <a:ext cx="8833247"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hangingPunct="1">
              <a:defRPr/>
            </a:pPr>
            <a:endParaRPr lang="en-US" sz="1050">
              <a:latin typeface="Arial" charset="0"/>
            </a:endParaRPr>
          </a:p>
        </p:txBody>
      </p:sp>
      <p:sp>
        <p:nvSpPr>
          <p:cNvPr id="12" name="Oval 11">
            <a:extLst>
              <a:ext uri="{FF2B5EF4-FFF2-40B4-BE49-F238E27FC236}">
                <a16:creationId xmlns="" xmlns:a16="http://schemas.microsoft.com/office/drawing/2014/main" id="{91FD68BF-6D11-B897-34B6-0DE9014BA9C7}"/>
              </a:ext>
            </a:extLst>
          </p:cNvPr>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
        <p:nvSpPr>
          <p:cNvPr id="13" name="Oval 12">
            <a:extLst>
              <a:ext uri="{FF2B5EF4-FFF2-40B4-BE49-F238E27FC236}">
                <a16:creationId xmlns="" xmlns:a16="http://schemas.microsoft.com/office/drawing/2014/main" id="{47FA4425-74A0-6D65-BD74-FA947A2AF501}"/>
              </a:ext>
            </a:extLst>
          </p:cNvPr>
          <p:cNvSpPr/>
          <p:nvPr/>
        </p:nvSpPr>
        <p:spPr>
          <a:xfrm>
            <a:off x="1390650" y="323850"/>
            <a:ext cx="4191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
        <p:nvSpPr>
          <p:cNvPr id="14" name="Rectangle 13">
            <a:extLst>
              <a:ext uri="{FF2B5EF4-FFF2-40B4-BE49-F238E27FC236}">
                <a16:creationId xmlns="" xmlns:a16="http://schemas.microsoft.com/office/drawing/2014/main" id="{5D3BEB5A-B018-E623-9A25-BA7E33052C83}"/>
              </a:ext>
            </a:extLst>
          </p:cNvPr>
          <p:cNvSpPr>
            <a:spLocks noChangeArrowheads="1"/>
          </p:cNvSpPr>
          <p:nvPr/>
        </p:nvSpPr>
        <p:spPr bwMode="auto">
          <a:xfrm>
            <a:off x="148828" y="6388101"/>
            <a:ext cx="8833247"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sz="1050">
              <a:latin typeface="Arial" charset="0"/>
            </a:endParaRPr>
          </a:p>
        </p:txBody>
      </p:sp>
      <p:sp>
        <p:nvSpPr>
          <p:cNvPr id="2" name="Title 1"/>
          <p:cNvSpPr>
            <a:spLocks noGrp="1"/>
          </p:cNvSpPr>
          <p:nvPr>
            <p:ph type="title"/>
          </p:nvPr>
        </p:nvSpPr>
        <p:spPr>
          <a:xfrm>
            <a:off x="381000" y="914400"/>
            <a:ext cx="2362200" cy="990600"/>
          </a:xfrm>
        </p:spPr>
        <p:txBody>
          <a:bodyPr>
            <a:noAutofit/>
          </a:bodyPr>
          <a:lstStyle>
            <a:lvl1pPr algn="l">
              <a:buNone/>
              <a:defRPr sz="1650" b="1">
                <a:solidFill>
                  <a:srgbClr val="FFFFFF"/>
                </a:solidFill>
              </a:defRPr>
            </a:lvl1pPr>
          </a:lstStyle>
          <a:p>
            <a:r>
              <a:rPr lang="en-US"/>
              <a:t>Click to edit Master title style</a:t>
            </a:r>
          </a:p>
        </p:txBody>
      </p:sp>
      <p:sp>
        <p:nvSpPr>
          <p:cNvPr id="3" name="Text Placeholder 2"/>
          <p:cNvSpPr>
            <a:spLocks noGrp="1"/>
          </p:cNvSpPr>
          <p:nvPr>
            <p:ph type="body" idx="2"/>
          </p:nvPr>
        </p:nvSpPr>
        <p:spPr>
          <a:xfrm>
            <a:off x="381000" y="1981202"/>
            <a:ext cx="2362200" cy="4144963"/>
          </a:xfrm>
        </p:spPr>
        <p:txBody>
          <a:bodyPr/>
          <a:lstStyle>
            <a:lvl1pPr marL="0" indent="0">
              <a:spcAft>
                <a:spcPts val="750"/>
              </a:spcAft>
              <a:buNone/>
              <a:defRPr sz="1200">
                <a:solidFill>
                  <a:srgbClr val="FFFFFF"/>
                </a:solidFill>
              </a:defRPr>
            </a:lvl1pPr>
            <a:lvl2pPr>
              <a:buNone/>
              <a:defRPr sz="900"/>
            </a:lvl2pPr>
            <a:lvl3pPr>
              <a:buNone/>
              <a:defRPr sz="750"/>
            </a:lvl3pPr>
            <a:lvl4pPr>
              <a:buNone/>
              <a:defRPr sz="675"/>
            </a:lvl4pPr>
            <a:lvl5pPr>
              <a:buNone/>
              <a:defRPr sz="675"/>
            </a:lvl5pPr>
          </a:lstStyle>
          <a:p>
            <a:pPr lvl="0"/>
            <a:r>
              <a:rPr lang="en-US"/>
              <a:t>Click to edit Master text styles</a:t>
            </a:r>
          </a:p>
        </p:txBody>
      </p:sp>
      <p:sp>
        <p:nvSpPr>
          <p:cNvPr id="20" name="Content Placeholder 19"/>
          <p:cNvSpPr>
            <a:spLocks noGrp="1"/>
          </p:cNvSpPr>
          <p:nvPr>
            <p:ph sz="quarter" idx="1"/>
          </p:nvPr>
        </p:nvSpPr>
        <p:spPr>
          <a:xfrm>
            <a:off x="3124200" y="685800"/>
            <a:ext cx="56388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6">
            <a:extLst>
              <a:ext uri="{FF2B5EF4-FFF2-40B4-BE49-F238E27FC236}">
                <a16:creationId xmlns="" xmlns:a16="http://schemas.microsoft.com/office/drawing/2014/main" id="{5B6D3B3B-5812-C238-E681-6437A1A59011}"/>
              </a:ext>
            </a:extLst>
          </p:cNvPr>
          <p:cNvSpPr>
            <a:spLocks noGrp="1"/>
          </p:cNvSpPr>
          <p:nvPr>
            <p:ph type="sldNum" sz="quarter" idx="10"/>
          </p:nvPr>
        </p:nvSpPr>
        <p:spPr>
          <a:xfrm>
            <a:off x="1371600" y="312739"/>
            <a:ext cx="457200" cy="441325"/>
          </a:xfrm>
        </p:spPr>
        <p:txBody>
          <a:bodyPr/>
          <a:lstStyle>
            <a:lvl1pPr>
              <a:defRPr/>
            </a:lvl1pPr>
          </a:lstStyle>
          <a:p>
            <a:pPr>
              <a:defRPr/>
            </a:pPr>
            <a:fld id="{52BBFACF-CDFA-4A90-A7F4-C6AC66544F42}" type="slidenum">
              <a:rPr lang="en-US" altLang="en-US"/>
              <a:pPr>
                <a:defRPr/>
              </a:pPr>
              <a:t>‹#›</a:t>
            </a:fld>
            <a:endParaRPr lang="en-US" altLang="en-US"/>
          </a:p>
        </p:txBody>
      </p:sp>
      <p:sp>
        <p:nvSpPr>
          <p:cNvPr id="16" name="Date Placeholder 4">
            <a:extLst>
              <a:ext uri="{FF2B5EF4-FFF2-40B4-BE49-F238E27FC236}">
                <a16:creationId xmlns="" xmlns:a16="http://schemas.microsoft.com/office/drawing/2014/main" id="{F3EEACF3-3428-E2A1-BA69-2821BA920AED}"/>
              </a:ext>
            </a:extLst>
          </p:cNvPr>
          <p:cNvSpPr>
            <a:spLocks noGrp="1"/>
          </p:cNvSpPr>
          <p:nvPr>
            <p:ph type="dt" sz="half" idx="11"/>
          </p:nvPr>
        </p:nvSpPr>
        <p:spPr/>
        <p:txBody>
          <a:bodyPr/>
          <a:lstStyle>
            <a:lvl1pPr>
              <a:defRPr/>
            </a:lvl1pPr>
          </a:lstStyle>
          <a:p>
            <a:pPr>
              <a:defRPr/>
            </a:pPr>
            <a:endParaRPr lang="en-US"/>
          </a:p>
        </p:txBody>
      </p:sp>
      <p:sp>
        <p:nvSpPr>
          <p:cNvPr id="17" name="Footer Placeholder 5">
            <a:extLst>
              <a:ext uri="{FF2B5EF4-FFF2-40B4-BE49-F238E27FC236}">
                <a16:creationId xmlns="" xmlns:a16="http://schemas.microsoft.com/office/drawing/2014/main" id="{5CC00B3E-3BB1-F6D4-9EC9-6A433E9E72F4}"/>
              </a:ext>
            </a:extLst>
          </p:cNvPr>
          <p:cNvSpPr>
            <a:spLocks noGrp="1"/>
          </p:cNvSpPr>
          <p:nvPr>
            <p:ph type="ftr" sz="quarter" idx="12"/>
          </p:nvPr>
        </p:nvSpPr>
        <p:spPr>
          <a:xfrm>
            <a:off x="301229" y="6410326"/>
            <a:ext cx="3383756" cy="366713"/>
          </a:xfrm>
        </p:spPr>
        <p:txBody>
          <a:bodyPr/>
          <a:lstStyle>
            <a:lvl1pPr>
              <a:defRPr/>
            </a:lvl1pPr>
          </a:lstStyle>
          <a:p>
            <a:pPr>
              <a:defRPr/>
            </a:pPr>
            <a:endParaRPr lang="en-US"/>
          </a:p>
        </p:txBody>
      </p:sp>
    </p:spTree>
    <p:extLst>
      <p:ext uri="{BB962C8B-B14F-4D97-AF65-F5344CB8AC3E}">
        <p14:creationId xmlns:p14="http://schemas.microsoft.com/office/powerpoint/2010/main" val="3957330635"/>
      </p:ext>
    </p:extLst>
  </p:cSld>
  <p:clrMapOvr>
    <a:overrideClrMapping bg1="lt1" tx1="dk1" bg2="lt2" tx2="dk2" accent1="accent1" accent2="accent2" accent3="accent3" accent4="accent4" accent5="accent5" accent6="accent6" hlink="hlink" folHlink="folHlink"/>
  </p:clrMapOvr>
  <p:transition>
    <p:dissolv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a:extLst>
              <a:ext uri="{FF2B5EF4-FFF2-40B4-BE49-F238E27FC236}">
                <a16:creationId xmlns="" xmlns:a16="http://schemas.microsoft.com/office/drawing/2014/main" id="{DEDE21D9-AFAD-BE20-0B79-F207DF7C00D0}"/>
              </a:ext>
            </a:extLst>
          </p:cNvPr>
          <p:cNvSpPr>
            <a:spLocks noChangeShapeType="1"/>
          </p:cNvSpPr>
          <p:nvPr/>
        </p:nvSpPr>
        <p:spPr bwMode="auto">
          <a:xfrm>
            <a:off x="152401" y="533400"/>
            <a:ext cx="8833247"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hangingPunct="1">
              <a:defRPr/>
            </a:pPr>
            <a:endParaRPr lang="en-US" sz="1050">
              <a:latin typeface="Arial" charset="0"/>
            </a:endParaRPr>
          </a:p>
        </p:txBody>
      </p:sp>
      <p:sp>
        <p:nvSpPr>
          <p:cNvPr id="6" name="Rectangle 25">
            <a:extLst>
              <a:ext uri="{FF2B5EF4-FFF2-40B4-BE49-F238E27FC236}">
                <a16:creationId xmlns="" xmlns:a16="http://schemas.microsoft.com/office/drawing/2014/main" id="{4A424C68-C985-B9AB-2D34-E56477EF8565}"/>
              </a:ext>
            </a:extLst>
          </p:cNvPr>
          <p:cNvSpPr>
            <a:spLocks noChangeArrowheads="1"/>
          </p:cNvSpPr>
          <p:nvPr/>
        </p:nvSpPr>
        <p:spPr bwMode="white">
          <a:xfrm>
            <a:off x="0" y="6705600"/>
            <a:ext cx="9144000" cy="1524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7" name="Rectangle 26">
            <a:extLst>
              <a:ext uri="{FF2B5EF4-FFF2-40B4-BE49-F238E27FC236}">
                <a16:creationId xmlns="" xmlns:a16="http://schemas.microsoft.com/office/drawing/2014/main" id="{8ADABAA0-4237-2AFF-2EE0-001C56359617}"/>
              </a:ext>
            </a:extLst>
          </p:cNvPr>
          <p:cNvSpPr>
            <a:spLocks noChangeArrowheads="1"/>
          </p:cNvSpPr>
          <p:nvPr/>
        </p:nvSpPr>
        <p:spPr bwMode="white">
          <a:xfrm>
            <a:off x="8991600" y="0"/>
            <a:ext cx="152400" cy="68580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8" name="Rectangle 27">
            <a:extLst>
              <a:ext uri="{FF2B5EF4-FFF2-40B4-BE49-F238E27FC236}">
                <a16:creationId xmlns="" xmlns:a16="http://schemas.microsoft.com/office/drawing/2014/main" id="{D965B583-74C7-C8F0-94FB-443ACEBDBA4E}"/>
              </a:ext>
            </a:extLst>
          </p:cNvPr>
          <p:cNvSpPr>
            <a:spLocks noChangeArrowheads="1"/>
          </p:cNvSpPr>
          <p:nvPr/>
        </p:nvSpPr>
        <p:spPr bwMode="white">
          <a:xfrm>
            <a:off x="0" y="0"/>
            <a:ext cx="9144000" cy="1524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9" name="Rectangle 28">
            <a:extLst>
              <a:ext uri="{FF2B5EF4-FFF2-40B4-BE49-F238E27FC236}">
                <a16:creationId xmlns="" xmlns:a16="http://schemas.microsoft.com/office/drawing/2014/main" id="{1C82A988-5593-FAE4-E744-39DEBC997A7E}"/>
              </a:ext>
            </a:extLst>
          </p:cNvPr>
          <p:cNvSpPr>
            <a:spLocks noChangeArrowheads="1"/>
          </p:cNvSpPr>
          <p:nvPr/>
        </p:nvSpPr>
        <p:spPr bwMode="white">
          <a:xfrm>
            <a:off x="0" y="0"/>
            <a:ext cx="152400" cy="68580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10" name="Rectangle 9">
            <a:extLst>
              <a:ext uri="{FF2B5EF4-FFF2-40B4-BE49-F238E27FC236}">
                <a16:creationId xmlns="" xmlns:a16="http://schemas.microsoft.com/office/drawing/2014/main" id="{F5199749-ABA0-86EB-BB67-5197BFFDE2F7}"/>
              </a:ext>
            </a:extLst>
          </p:cNvPr>
          <p:cNvSpPr>
            <a:spLocks noChangeArrowheads="1"/>
          </p:cNvSpPr>
          <p:nvPr/>
        </p:nvSpPr>
        <p:spPr bwMode="auto">
          <a:xfrm>
            <a:off x="152401" y="152401"/>
            <a:ext cx="8833247" cy="301625"/>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sz="1050">
              <a:latin typeface="Arial" charset="0"/>
            </a:endParaRPr>
          </a:p>
        </p:txBody>
      </p:sp>
      <p:sp>
        <p:nvSpPr>
          <p:cNvPr id="11" name="Rectangle 10">
            <a:extLst>
              <a:ext uri="{FF2B5EF4-FFF2-40B4-BE49-F238E27FC236}">
                <a16:creationId xmlns="" xmlns:a16="http://schemas.microsoft.com/office/drawing/2014/main" id="{C8EB8A78-EA70-EA91-94F1-A1CC6C1814DA}"/>
              </a:ext>
            </a:extLst>
          </p:cNvPr>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
        <p:nvSpPr>
          <p:cNvPr id="12" name="Rectangle 11">
            <a:extLst>
              <a:ext uri="{FF2B5EF4-FFF2-40B4-BE49-F238E27FC236}">
                <a16:creationId xmlns="" xmlns:a16="http://schemas.microsoft.com/office/drawing/2014/main" id="{ACF016B3-17D6-15A8-BBA0-A57E4D2BB20F}"/>
              </a:ext>
            </a:extLst>
          </p:cNvPr>
          <p:cNvSpPr>
            <a:spLocks noChangeArrowheads="1"/>
          </p:cNvSpPr>
          <p:nvPr/>
        </p:nvSpPr>
        <p:spPr bwMode="auto">
          <a:xfrm>
            <a:off x="152401" y="155575"/>
            <a:ext cx="8833247"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hangingPunct="1">
              <a:defRPr/>
            </a:pPr>
            <a:endParaRPr lang="en-US" sz="1050" dirty="0">
              <a:latin typeface="Arial" charset="0"/>
            </a:endParaRPr>
          </a:p>
        </p:txBody>
      </p:sp>
      <p:sp>
        <p:nvSpPr>
          <p:cNvPr id="13" name="Oval 12">
            <a:extLst>
              <a:ext uri="{FF2B5EF4-FFF2-40B4-BE49-F238E27FC236}">
                <a16:creationId xmlns="" xmlns:a16="http://schemas.microsoft.com/office/drawing/2014/main" id="{E30D1FAA-C180-5912-BE2C-DA3BB0EC8935}"/>
              </a:ext>
            </a:extLst>
          </p:cNvPr>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
        <p:nvSpPr>
          <p:cNvPr id="14" name="Oval 13">
            <a:extLst>
              <a:ext uri="{FF2B5EF4-FFF2-40B4-BE49-F238E27FC236}">
                <a16:creationId xmlns="" xmlns:a16="http://schemas.microsoft.com/office/drawing/2014/main" id="{CFB74F9A-98EB-3246-5D3D-8D17EBEA4A83}"/>
              </a:ext>
            </a:extLst>
          </p:cNvPr>
          <p:cNvSpPr/>
          <p:nvPr/>
        </p:nvSpPr>
        <p:spPr>
          <a:xfrm>
            <a:off x="1390650" y="323850"/>
            <a:ext cx="4191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
        <p:nvSpPr>
          <p:cNvPr id="15" name="Rectangle 14">
            <a:extLst>
              <a:ext uri="{FF2B5EF4-FFF2-40B4-BE49-F238E27FC236}">
                <a16:creationId xmlns="" xmlns:a16="http://schemas.microsoft.com/office/drawing/2014/main" id="{47D7BD33-5459-AE0E-E5C5-109CA55C3FD4}"/>
              </a:ext>
            </a:extLst>
          </p:cNvPr>
          <p:cNvSpPr>
            <a:spLocks noChangeArrowheads="1"/>
          </p:cNvSpPr>
          <p:nvPr/>
        </p:nvSpPr>
        <p:spPr bwMode="auto">
          <a:xfrm>
            <a:off x="148828" y="6388101"/>
            <a:ext cx="8833247"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sz="1050">
              <a:latin typeface="Arial" charset="0"/>
            </a:endParaRPr>
          </a:p>
        </p:txBody>
      </p:sp>
      <p:sp>
        <p:nvSpPr>
          <p:cNvPr id="2" name="Title 1"/>
          <p:cNvSpPr>
            <a:spLocks noGrp="1"/>
          </p:cNvSpPr>
          <p:nvPr>
            <p:ph type="title"/>
          </p:nvPr>
        </p:nvSpPr>
        <p:spPr>
          <a:xfrm>
            <a:off x="3000375" y="5029200"/>
            <a:ext cx="5867400" cy="1219200"/>
          </a:xfrm>
        </p:spPr>
        <p:txBody>
          <a:bodyPr anchor="t">
            <a:noAutofit/>
          </a:bodyPr>
          <a:lstStyle>
            <a:lvl1pPr algn="l">
              <a:buNone/>
              <a:defRPr sz="1800" b="1">
                <a:solidFill>
                  <a:schemeClr val="tx2"/>
                </a:solidFill>
              </a:defRPr>
            </a:lvl1pPr>
          </a:lstStyle>
          <a:p>
            <a:r>
              <a:rPr lang="en-US"/>
              <a:t>Click to edit Master title style</a:t>
            </a:r>
          </a:p>
        </p:txBody>
      </p:sp>
      <p:sp>
        <p:nvSpPr>
          <p:cNvPr id="3" name="Picture Placeholder 2"/>
          <p:cNvSpPr>
            <a:spLocks noGrp="1"/>
          </p:cNvSpPr>
          <p:nvPr>
            <p:ph type="pic" idx="1"/>
          </p:nvPr>
        </p:nvSpPr>
        <p:spPr>
          <a:xfrm>
            <a:off x="3000375" y="609600"/>
            <a:ext cx="5867400" cy="4267200"/>
          </a:xfrm>
        </p:spPr>
        <p:txBody>
          <a:bodyPr>
            <a:normAutofit/>
          </a:bodyPr>
          <a:lstStyle>
            <a:lvl1pPr marL="0" indent="0">
              <a:buNone/>
              <a:defRPr sz="24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750"/>
              </a:spcAft>
              <a:buFontTx/>
              <a:buNone/>
              <a:defRPr sz="1200">
                <a:solidFill>
                  <a:srgbClr val="FFFFFF"/>
                </a:solidFill>
              </a:defRPr>
            </a:lvl1pPr>
            <a:lvl2pPr>
              <a:defRPr sz="900"/>
            </a:lvl2pPr>
            <a:lvl3pPr>
              <a:defRPr sz="750"/>
            </a:lvl3pPr>
            <a:lvl4pPr>
              <a:defRPr sz="675"/>
            </a:lvl4pPr>
            <a:lvl5pPr>
              <a:defRPr sz="675"/>
            </a:lvl5pPr>
          </a:lstStyle>
          <a:p>
            <a:pPr lvl="0"/>
            <a:r>
              <a:rPr lang="en-US"/>
              <a:t>Click to edit Master text styles</a:t>
            </a:r>
          </a:p>
        </p:txBody>
      </p:sp>
      <p:sp>
        <p:nvSpPr>
          <p:cNvPr id="16" name="Slide Number Placeholder 6">
            <a:extLst>
              <a:ext uri="{FF2B5EF4-FFF2-40B4-BE49-F238E27FC236}">
                <a16:creationId xmlns="" xmlns:a16="http://schemas.microsoft.com/office/drawing/2014/main" id="{CF3C5BC0-6C8B-DDC8-902F-507534273500}"/>
              </a:ext>
            </a:extLst>
          </p:cNvPr>
          <p:cNvSpPr>
            <a:spLocks noGrp="1"/>
          </p:cNvSpPr>
          <p:nvPr>
            <p:ph type="sldNum" sz="quarter" idx="10"/>
          </p:nvPr>
        </p:nvSpPr>
        <p:spPr>
          <a:xfrm>
            <a:off x="1371600" y="312739"/>
            <a:ext cx="457200" cy="441325"/>
          </a:xfrm>
        </p:spPr>
        <p:txBody>
          <a:bodyPr/>
          <a:lstStyle>
            <a:lvl1pPr>
              <a:defRPr/>
            </a:lvl1pPr>
          </a:lstStyle>
          <a:p>
            <a:pPr>
              <a:defRPr/>
            </a:pPr>
            <a:fld id="{AFAD6BDD-EEBD-423C-9AAC-B63DDCD2E0DC}" type="slidenum">
              <a:rPr lang="en-US" altLang="en-US"/>
              <a:pPr>
                <a:defRPr/>
              </a:pPr>
              <a:t>‹#›</a:t>
            </a:fld>
            <a:endParaRPr lang="en-US" altLang="en-US"/>
          </a:p>
        </p:txBody>
      </p:sp>
      <p:sp>
        <p:nvSpPr>
          <p:cNvPr id="17" name="Date Placeholder 4">
            <a:extLst>
              <a:ext uri="{FF2B5EF4-FFF2-40B4-BE49-F238E27FC236}">
                <a16:creationId xmlns="" xmlns:a16="http://schemas.microsoft.com/office/drawing/2014/main" id="{EAF0D39C-8CA3-573C-D40F-F451DBB1FCE0}"/>
              </a:ext>
            </a:extLst>
          </p:cNvPr>
          <p:cNvSpPr>
            <a:spLocks noGrp="1"/>
          </p:cNvSpPr>
          <p:nvPr>
            <p:ph type="dt" sz="half" idx="11"/>
          </p:nvPr>
        </p:nvSpPr>
        <p:spPr>
          <a:xfrm>
            <a:off x="5787629" y="6405564"/>
            <a:ext cx="3045619" cy="365125"/>
          </a:xfrm>
        </p:spPr>
        <p:txBody>
          <a:bodyPr/>
          <a:lstStyle>
            <a:lvl1pPr>
              <a:defRPr/>
            </a:lvl1pPr>
          </a:lstStyle>
          <a:p>
            <a:pPr>
              <a:defRPr/>
            </a:pPr>
            <a:endParaRPr lang="en-US"/>
          </a:p>
        </p:txBody>
      </p:sp>
      <p:sp>
        <p:nvSpPr>
          <p:cNvPr id="18" name="Footer Placeholder 5">
            <a:extLst>
              <a:ext uri="{FF2B5EF4-FFF2-40B4-BE49-F238E27FC236}">
                <a16:creationId xmlns="" xmlns:a16="http://schemas.microsoft.com/office/drawing/2014/main" id="{D37D3E58-8B78-C3B6-D4F9-D9EF7F1D5331}"/>
              </a:ext>
            </a:extLst>
          </p:cNvPr>
          <p:cNvSpPr>
            <a:spLocks noGrp="1"/>
          </p:cNvSpPr>
          <p:nvPr>
            <p:ph type="ftr" sz="quarter" idx="12"/>
          </p:nvPr>
        </p:nvSpPr>
        <p:spPr>
          <a:xfrm>
            <a:off x="301228" y="6410326"/>
            <a:ext cx="3584972" cy="366713"/>
          </a:xfrm>
        </p:spPr>
        <p:txBody>
          <a:bodyPr/>
          <a:lstStyle>
            <a:lvl1pPr>
              <a:defRPr/>
            </a:lvl1pPr>
          </a:lstStyle>
          <a:p>
            <a:pPr>
              <a:defRPr/>
            </a:pPr>
            <a:endParaRPr lang="en-US"/>
          </a:p>
        </p:txBody>
      </p:sp>
    </p:spTree>
    <p:extLst>
      <p:ext uri="{BB962C8B-B14F-4D97-AF65-F5344CB8AC3E}">
        <p14:creationId xmlns:p14="http://schemas.microsoft.com/office/powerpoint/2010/main" val="999294408"/>
      </p:ext>
    </p:extLst>
  </p:cSld>
  <p:clrMapOvr>
    <a:masterClrMapping/>
  </p:clrMapOvr>
  <p:transition>
    <p:dissolv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947373A-8D6A-C444-DACC-4CD96CE15561}"/>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 xmlns:a16="http://schemas.microsoft.com/office/drawing/2014/main" id="{41208177-DF0C-B0C9-2C8D-37CAA756483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 xmlns:a16="http://schemas.microsoft.com/office/drawing/2014/main" id="{6440B735-1DB9-792E-BE97-85A011BBB96B}"/>
              </a:ext>
            </a:extLst>
          </p:cNvPr>
          <p:cNvSpPr>
            <a:spLocks noGrp="1"/>
          </p:cNvSpPr>
          <p:nvPr>
            <p:ph type="sldNum" sz="quarter" idx="12"/>
          </p:nvPr>
        </p:nvSpPr>
        <p:spPr/>
        <p:txBody>
          <a:bodyPr/>
          <a:lstStyle>
            <a:lvl1pPr>
              <a:defRPr/>
            </a:lvl1pPr>
          </a:lstStyle>
          <a:p>
            <a:pPr>
              <a:defRPr/>
            </a:pPr>
            <a:fld id="{0B513957-7B06-40BC-854C-1B4EDF7248AD}" type="slidenum">
              <a:rPr lang="en-US" altLang="en-US"/>
              <a:pPr>
                <a:defRPr/>
              </a:pPr>
              <a:t>‹#›</a:t>
            </a:fld>
            <a:endParaRPr lang="en-US" altLang="en-US"/>
          </a:p>
        </p:txBody>
      </p:sp>
    </p:spTree>
    <p:extLst>
      <p:ext uri="{BB962C8B-B14F-4D97-AF65-F5344CB8AC3E}">
        <p14:creationId xmlns:p14="http://schemas.microsoft.com/office/powerpoint/2010/main" val="4118005547"/>
      </p:ext>
    </p:extLst>
  </p:cSld>
  <p:clrMapOvr>
    <a:overrideClrMapping bg1="lt1" tx1="dk1" bg2="lt2" tx2="dk2" accent1="accent1" accent2="accent2" accent3="accent3" accent4="accent4" accent5="accent5" accent6="accent6" hlink="hlink" folHlink="folHlink"/>
  </p:clrMapOvr>
  <p:transition>
    <p:dissolv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Pr>
        <a:solidFill>
          <a:schemeClr val="bg2"/>
        </a:solidFill>
        <a:effectLst/>
      </p:bgPr>
    </p:bg>
    <p:spTree>
      <p:nvGrpSpPr>
        <p:cNvPr id="1" name=""/>
        <p:cNvGrpSpPr/>
        <p:nvPr/>
      </p:nvGrpSpPr>
      <p:grpSpPr>
        <a:xfrm>
          <a:off x="0" y="0"/>
          <a:ext cx="0" cy="0"/>
          <a:chOff x="0" y="0"/>
          <a:chExt cx="0" cy="0"/>
        </a:xfrm>
      </p:grpSpPr>
      <p:sp>
        <p:nvSpPr>
          <p:cNvPr id="4" name="Rectangle 21">
            <a:extLst>
              <a:ext uri="{FF2B5EF4-FFF2-40B4-BE49-F238E27FC236}">
                <a16:creationId xmlns="" xmlns:a16="http://schemas.microsoft.com/office/drawing/2014/main" id="{C0EFC09B-86F1-B227-E7E7-E3A69312AF7D}"/>
              </a:ext>
            </a:extLst>
          </p:cNvPr>
          <p:cNvSpPr>
            <a:spLocks noChangeArrowheads="1"/>
          </p:cNvSpPr>
          <p:nvPr/>
        </p:nvSpPr>
        <p:spPr bwMode="white">
          <a:xfrm>
            <a:off x="0" y="6705600"/>
            <a:ext cx="9144000" cy="1524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5" name="Rectangle 25">
            <a:extLst>
              <a:ext uri="{FF2B5EF4-FFF2-40B4-BE49-F238E27FC236}">
                <a16:creationId xmlns="" xmlns:a16="http://schemas.microsoft.com/office/drawing/2014/main" id="{5A9B42B8-E2B9-B070-950C-1CDEAED3A009}"/>
              </a:ext>
            </a:extLst>
          </p:cNvPr>
          <p:cNvSpPr>
            <a:spLocks noChangeArrowheads="1"/>
          </p:cNvSpPr>
          <p:nvPr/>
        </p:nvSpPr>
        <p:spPr bwMode="white">
          <a:xfrm>
            <a:off x="7010400" y="0"/>
            <a:ext cx="2133600" cy="68580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6" name="Rectangle 26">
            <a:extLst>
              <a:ext uri="{FF2B5EF4-FFF2-40B4-BE49-F238E27FC236}">
                <a16:creationId xmlns="" xmlns:a16="http://schemas.microsoft.com/office/drawing/2014/main" id="{8691F71A-202E-57F8-C8AA-E9A87ACCEDBE}"/>
              </a:ext>
            </a:extLst>
          </p:cNvPr>
          <p:cNvSpPr>
            <a:spLocks noChangeArrowheads="1"/>
          </p:cNvSpPr>
          <p:nvPr/>
        </p:nvSpPr>
        <p:spPr bwMode="white">
          <a:xfrm>
            <a:off x="0" y="1"/>
            <a:ext cx="9144000" cy="155575"/>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7" name="Rectangle 27">
            <a:extLst>
              <a:ext uri="{FF2B5EF4-FFF2-40B4-BE49-F238E27FC236}">
                <a16:creationId xmlns="" xmlns:a16="http://schemas.microsoft.com/office/drawing/2014/main" id="{08F86DE4-FA84-4787-5840-912522D735A2}"/>
              </a:ext>
            </a:extLst>
          </p:cNvPr>
          <p:cNvSpPr>
            <a:spLocks noChangeArrowheads="1"/>
          </p:cNvSpPr>
          <p:nvPr/>
        </p:nvSpPr>
        <p:spPr bwMode="white">
          <a:xfrm>
            <a:off x="0" y="0"/>
            <a:ext cx="152400" cy="68580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8" name="Rectangle 7">
            <a:extLst>
              <a:ext uri="{FF2B5EF4-FFF2-40B4-BE49-F238E27FC236}">
                <a16:creationId xmlns="" xmlns:a16="http://schemas.microsoft.com/office/drawing/2014/main" id="{1C2A286D-E645-1D9E-1ACC-42065C1300E2}"/>
              </a:ext>
            </a:extLst>
          </p:cNvPr>
          <p:cNvSpPr>
            <a:spLocks noChangeArrowheads="1"/>
          </p:cNvSpPr>
          <p:nvPr/>
        </p:nvSpPr>
        <p:spPr bwMode="auto">
          <a:xfrm>
            <a:off x="146448" y="6391276"/>
            <a:ext cx="8832056"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sz="1050">
              <a:latin typeface="Arial" charset="0"/>
            </a:endParaRPr>
          </a:p>
        </p:txBody>
      </p:sp>
      <p:sp>
        <p:nvSpPr>
          <p:cNvPr id="9" name="Rectangle 8">
            <a:extLst>
              <a:ext uri="{FF2B5EF4-FFF2-40B4-BE49-F238E27FC236}">
                <a16:creationId xmlns="" xmlns:a16="http://schemas.microsoft.com/office/drawing/2014/main" id="{74203706-7A8C-6F2C-CED9-F507F951D878}"/>
              </a:ext>
            </a:extLst>
          </p:cNvPr>
          <p:cNvSpPr>
            <a:spLocks noChangeArrowheads="1"/>
          </p:cNvSpPr>
          <p:nvPr/>
        </p:nvSpPr>
        <p:spPr bwMode="auto">
          <a:xfrm>
            <a:off x="152401" y="155575"/>
            <a:ext cx="8833247"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hangingPunct="1">
              <a:defRPr/>
            </a:pPr>
            <a:endParaRPr lang="en-US" sz="1050" dirty="0">
              <a:latin typeface="Arial" charset="0"/>
            </a:endParaRPr>
          </a:p>
        </p:txBody>
      </p:sp>
      <p:sp>
        <p:nvSpPr>
          <p:cNvPr id="10" name="Straight Connector 9">
            <a:extLst>
              <a:ext uri="{FF2B5EF4-FFF2-40B4-BE49-F238E27FC236}">
                <a16:creationId xmlns="" xmlns:a16="http://schemas.microsoft.com/office/drawing/2014/main" id="{00EB7873-EE08-DAB9-1130-A8093D8B516D}"/>
              </a:ext>
            </a:extLst>
          </p:cNvPr>
          <p:cNvSpPr>
            <a:spLocks noChangeShapeType="1"/>
          </p:cNvSpPr>
          <p:nvPr/>
        </p:nvSpPr>
        <p:spPr bwMode="auto">
          <a:xfrm rot="5400000">
            <a:off x="4021138" y="3278188"/>
            <a:ext cx="6245225"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eaLnBrk="1" hangingPunct="1">
              <a:defRPr/>
            </a:pPr>
            <a:endParaRPr lang="en-US" sz="1050">
              <a:latin typeface="Arial" charset="0"/>
            </a:endParaRPr>
          </a:p>
        </p:txBody>
      </p:sp>
      <p:sp>
        <p:nvSpPr>
          <p:cNvPr id="11" name="Oval 10">
            <a:extLst>
              <a:ext uri="{FF2B5EF4-FFF2-40B4-BE49-F238E27FC236}">
                <a16:creationId xmlns="" xmlns:a16="http://schemas.microsoft.com/office/drawing/2014/main" id="{F9F7B498-1DB1-C6B3-2FA0-7D498910995A}"/>
              </a:ext>
            </a:extLst>
          </p:cNvPr>
          <p:cNvSpPr/>
          <p:nvPr/>
        </p:nvSpPr>
        <p:spPr>
          <a:xfrm>
            <a:off x="6838950"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
        <p:nvSpPr>
          <p:cNvPr id="12" name="Oval 11">
            <a:extLst>
              <a:ext uri="{FF2B5EF4-FFF2-40B4-BE49-F238E27FC236}">
                <a16:creationId xmlns="" xmlns:a16="http://schemas.microsoft.com/office/drawing/2014/main" id="{1AE5F23F-BAD8-0500-072A-31036C8F026E}"/>
              </a:ext>
            </a:extLst>
          </p:cNvPr>
          <p:cNvSpPr/>
          <p:nvPr/>
        </p:nvSpPr>
        <p:spPr>
          <a:xfrm>
            <a:off x="6934200" y="3021013"/>
            <a:ext cx="420291"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
        <p:nvSpPr>
          <p:cNvPr id="3" name="Vertical Text Placeholder 2"/>
          <p:cNvSpPr>
            <a:spLocks noGrp="1"/>
          </p:cNvSpPr>
          <p:nvPr>
            <p:ph type="body" orient="vert" idx="1"/>
          </p:nvPr>
        </p:nvSpPr>
        <p:spPr>
          <a:xfrm>
            <a:off x="304800" y="304800"/>
            <a:ext cx="6553200" cy="58213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7391400" y="304803"/>
            <a:ext cx="1447800" cy="5851525"/>
          </a:xfrm>
        </p:spPr>
        <p:txBody>
          <a:bodyPr vert="eaVert"/>
          <a:lstStyle/>
          <a:p>
            <a:r>
              <a:rPr lang="en-US"/>
              <a:t>Click to edit Master title style</a:t>
            </a:r>
          </a:p>
        </p:txBody>
      </p:sp>
      <p:sp>
        <p:nvSpPr>
          <p:cNvPr id="13" name="Slide Number Placeholder 5">
            <a:extLst>
              <a:ext uri="{FF2B5EF4-FFF2-40B4-BE49-F238E27FC236}">
                <a16:creationId xmlns="" xmlns:a16="http://schemas.microsoft.com/office/drawing/2014/main" id="{DD977638-9E10-535A-5AF8-4BBE753086E6}"/>
              </a:ext>
            </a:extLst>
          </p:cNvPr>
          <p:cNvSpPr>
            <a:spLocks noGrp="1"/>
          </p:cNvSpPr>
          <p:nvPr>
            <p:ph type="sldNum" sz="quarter" idx="10"/>
          </p:nvPr>
        </p:nvSpPr>
        <p:spPr>
          <a:xfrm>
            <a:off x="6915150" y="3009901"/>
            <a:ext cx="457200" cy="441325"/>
          </a:xfrm>
        </p:spPr>
        <p:txBody>
          <a:bodyPr/>
          <a:lstStyle>
            <a:lvl1pPr>
              <a:defRPr/>
            </a:lvl1pPr>
          </a:lstStyle>
          <a:p>
            <a:pPr>
              <a:defRPr/>
            </a:pPr>
            <a:fld id="{CEA5664E-2CC9-43A3-BA00-707FDBA15A73}" type="slidenum">
              <a:rPr lang="en-US" altLang="en-US"/>
              <a:pPr>
                <a:defRPr/>
              </a:pPr>
              <a:t>‹#›</a:t>
            </a:fld>
            <a:endParaRPr lang="en-US" altLang="en-US"/>
          </a:p>
        </p:txBody>
      </p:sp>
      <p:sp>
        <p:nvSpPr>
          <p:cNvPr id="14" name="Date Placeholder 3">
            <a:extLst>
              <a:ext uri="{FF2B5EF4-FFF2-40B4-BE49-F238E27FC236}">
                <a16:creationId xmlns="" xmlns:a16="http://schemas.microsoft.com/office/drawing/2014/main" id="{B2E03840-51D3-7E23-A7A9-3A82CF707838}"/>
              </a:ext>
            </a:extLst>
          </p:cNvPr>
          <p:cNvSpPr>
            <a:spLocks noGrp="1"/>
          </p:cNvSpPr>
          <p:nvPr>
            <p:ph type="dt" sz="half" idx="11"/>
          </p:nvPr>
        </p:nvSpPr>
        <p:spPr/>
        <p:txBody>
          <a:bodyPr/>
          <a:lstStyle>
            <a:lvl1pPr>
              <a:defRPr/>
            </a:lvl1pPr>
          </a:lstStyle>
          <a:p>
            <a:pPr>
              <a:defRPr/>
            </a:pPr>
            <a:endParaRPr lang="en-US"/>
          </a:p>
        </p:txBody>
      </p:sp>
      <p:sp>
        <p:nvSpPr>
          <p:cNvPr id="15" name="Footer Placeholder 4">
            <a:extLst>
              <a:ext uri="{FF2B5EF4-FFF2-40B4-BE49-F238E27FC236}">
                <a16:creationId xmlns="" xmlns:a16="http://schemas.microsoft.com/office/drawing/2014/main" id="{B8F9DAEF-BA46-0FAA-A92F-70F30253BE3B}"/>
              </a:ext>
            </a:extLst>
          </p:cNvPr>
          <p:cNvSpPr>
            <a:spLocks noGrp="1"/>
          </p:cNvSpPr>
          <p:nvPr>
            <p:ph type="ftr"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844302025"/>
      </p:ext>
    </p:extLst>
  </p:cSld>
  <p:clrMapOvr>
    <a:overrideClrMapping bg1="lt1" tx1="dk1" bg2="lt2" tx2="dk2" accent1="accent1" accent2="accent2" accent3="accent3" accent4="accent4" accent5="accent5" accent6="accent6" hlink="hlink" folHlink="folHlink"/>
  </p:clrMapOvr>
  <p:transition>
    <p:dissolv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blank" preserve="1">
  <p:cSld name="1_Blank">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C901BF6A-3FE4-6271-53A5-CCDC9F2C189C}"/>
              </a:ext>
            </a:extLst>
          </p:cNvPr>
          <p:cNvSpPr/>
          <p:nvPr/>
        </p:nvSpPr>
        <p:spPr>
          <a:xfrm>
            <a:off x="0" y="0"/>
            <a:ext cx="9144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Tree>
    <p:extLst>
      <p:ext uri="{BB962C8B-B14F-4D97-AF65-F5344CB8AC3E}">
        <p14:creationId xmlns:p14="http://schemas.microsoft.com/office/powerpoint/2010/main" val="1691478908"/>
      </p:ext>
    </p:extLst>
  </p:cSld>
  <p:clrMapOvr>
    <a:overrideClrMapping bg1="lt1" tx1="dk1" bg2="lt2" tx2="dk2" accent1="accent1" accent2="accent2" accent3="accent3" accent4="accent4" accent5="accent5" accent6="accent6" hlink="hlink" folHlink="folHlink"/>
  </p:clrMapOvr>
  <p:transition>
    <p:dissolv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2"/>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 xmlns:a16="http://schemas.microsoft.com/office/drawing/2014/main" id="{AE21FE77-CAD5-A990-3627-078E283BBFE7}"/>
              </a:ext>
            </a:extLst>
          </p:cNvPr>
          <p:cNvSpPr>
            <a:spLocks noGrp="1"/>
          </p:cNvSpPr>
          <p:nvPr>
            <p:ph type="dt" sz="half" idx="10"/>
          </p:nvPr>
        </p:nvSpPr>
        <p:spPr/>
        <p:txBody>
          <a:bodyPr/>
          <a:lstStyle>
            <a:lvl1pPr>
              <a:defRPr/>
            </a:lvl1pPr>
          </a:lstStyle>
          <a:p>
            <a:pPr>
              <a:defRPr/>
            </a:pPr>
            <a:endParaRPr lang="en-US"/>
          </a:p>
        </p:txBody>
      </p:sp>
      <p:sp>
        <p:nvSpPr>
          <p:cNvPr id="6" name="Footer Placeholder 2">
            <a:extLst>
              <a:ext uri="{FF2B5EF4-FFF2-40B4-BE49-F238E27FC236}">
                <a16:creationId xmlns="" xmlns:a16="http://schemas.microsoft.com/office/drawing/2014/main" id="{B1E511BB-F3FC-D506-138D-331F0F2535D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 xmlns:a16="http://schemas.microsoft.com/office/drawing/2014/main" id="{3E6FAE70-0F2E-90D5-EDC1-D1945FB714E5}"/>
              </a:ext>
            </a:extLst>
          </p:cNvPr>
          <p:cNvSpPr>
            <a:spLocks noGrp="1"/>
          </p:cNvSpPr>
          <p:nvPr>
            <p:ph type="sldNum" sz="quarter" idx="12"/>
          </p:nvPr>
        </p:nvSpPr>
        <p:spPr/>
        <p:txBody>
          <a:bodyPr/>
          <a:lstStyle>
            <a:lvl1pPr>
              <a:defRPr/>
            </a:lvl1pPr>
          </a:lstStyle>
          <a:p>
            <a:pPr>
              <a:defRPr/>
            </a:pPr>
            <a:fld id="{B917B472-464E-4B14-B908-1DD23E093E14}" type="slidenum">
              <a:rPr lang="en-US" altLang="en-US"/>
              <a:pPr>
                <a:defRPr/>
              </a:pPr>
              <a:t>‹#›</a:t>
            </a:fld>
            <a:endParaRPr lang="en-US" altLang="en-US"/>
          </a:p>
        </p:txBody>
      </p:sp>
    </p:spTree>
    <p:extLst>
      <p:ext uri="{BB962C8B-B14F-4D97-AF65-F5344CB8AC3E}">
        <p14:creationId xmlns:p14="http://schemas.microsoft.com/office/powerpoint/2010/main" val="4283055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6"/>
          <p:cNvSpPr>
            <a:spLocks noGrp="1" noChangeArrowheads="1"/>
          </p:cNvSpPr>
          <p:nvPr>
            <p:ph type="sldNum" sz="quarter" idx="4"/>
            <p:custDataLst>
              <p:tags r:id="rId15"/>
            </p:custDataLst>
          </p:nvPr>
        </p:nvSpPr>
        <p:spPr bwMode="auto">
          <a:xfrm>
            <a:off x="4227636" y="6542088"/>
            <a:ext cx="731227" cy="3794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latinLnBrk="1" hangingPunct="1">
              <a:defRPr sz="1108" b="1">
                <a:solidFill>
                  <a:srgbClr val="00B0F0"/>
                </a:solidFill>
                <a:latin typeface="Arial" panose="020B0604020202020204" pitchFamily="34" charset="0"/>
                <a:ea typeface="굴림" panose="020B0600000101010101" pitchFamily="50" charset="-127"/>
              </a:defRPr>
            </a:lvl1pPr>
          </a:lstStyle>
          <a:p>
            <a:pPr>
              <a:defRPr/>
            </a:pPr>
            <a:fld id="{DA48784F-EA94-42B7-A177-3C65222496B5}" type="slidenum">
              <a:rPr lang="en-US" altLang="ko-KR" smtClean="0"/>
              <a:pPr>
                <a:defRPr/>
              </a:pPr>
              <a:t>‹#›</a:t>
            </a:fld>
            <a:endParaRPr lang="en-US" altLang="ko-KR" dirty="0"/>
          </a:p>
        </p:txBody>
      </p:sp>
      <p:graphicFrame>
        <p:nvGraphicFramePr>
          <p:cNvPr id="1030" name="Rectangle 13" hidden="1"/>
          <p:cNvGraphicFramePr>
            <a:graphicFrameLocks/>
          </p:cNvGraphicFramePr>
          <p:nvPr>
            <p:custDataLst>
              <p:tags r:id="rId16"/>
            </p:custDataLst>
          </p:nvPr>
        </p:nvGraphicFramePr>
        <p:xfrm>
          <a:off x="0" y="0"/>
          <a:ext cx="146539" cy="158750"/>
        </p:xfrm>
        <a:graphic>
          <a:graphicData uri="http://schemas.openxmlformats.org/presentationml/2006/ole">
            <mc:AlternateContent xmlns:mc="http://schemas.openxmlformats.org/markup-compatibility/2006">
              <mc:Choice xmlns:v="urn:schemas-microsoft-com:vml" Requires="v">
                <p:oleObj spid="_x0000_s1033" r:id="rId17" imgW="0" imgH="0" progId="">
                  <p:embed/>
                </p:oleObj>
              </mc:Choice>
              <mc:Fallback>
                <p:oleObj r:id="rId17" imgW="0" imgH="0" progId="">
                  <p:embed/>
                  <p:pic>
                    <p:nvPicPr>
                      <p:cNvPr id="0" name="Rectangle 13"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46539"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lvl1pPr algn="l" rtl="0" eaLnBrk="0" fontAlgn="base" latinLnBrk="1" hangingPunct="0">
        <a:spcBef>
          <a:spcPct val="0"/>
        </a:spcBef>
        <a:spcAft>
          <a:spcPct val="0"/>
        </a:spcAft>
        <a:defRPr kumimoji="1" lang="ko-KR" altLang="en-US" sz="2400" b="1" kern="1200" dirty="0" smtClean="0">
          <a:solidFill>
            <a:schemeClr val="tx1"/>
          </a:solidFill>
          <a:latin typeface="Arial" panose="020B0604020202020204" pitchFamily="34" charset="0"/>
          <a:ea typeface="맑은 고딕" panose="020B0503020000020004" pitchFamily="50" charset="-127"/>
          <a:cs typeface="Arial" panose="020B0604020202020204" pitchFamily="34" charset="0"/>
        </a:defRPr>
      </a:lvl1pPr>
      <a:lvl2pPr algn="l" rtl="0" eaLnBrk="0" fontAlgn="base" latinLnBrk="1" hangingPunct="0">
        <a:spcBef>
          <a:spcPct val="0"/>
        </a:spcBef>
        <a:spcAft>
          <a:spcPct val="0"/>
        </a:spcAft>
        <a:defRPr kumimoji="1" sz="4062">
          <a:solidFill>
            <a:srgbClr val="003668"/>
          </a:solidFill>
          <a:latin typeface="HY견고딕" pitchFamily="18" charset="-127"/>
          <a:ea typeface="HY견고딕" pitchFamily="18" charset="-127"/>
        </a:defRPr>
      </a:lvl2pPr>
      <a:lvl3pPr algn="l" rtl="0" eaLnBrk="0" fontAlgn="base" latinLnBrk="1" hangingPunct="0">
        <a:spcBef>
          <a:spcPct val="0"/>
        </a:spcBef>
        <a:spcAft>
          <a:spcPct val="0"/>
        </a:spcAft>
        <a:defRPr kumimoji="1" sz="4062">
          <a:solidFill>
            <a:srgbClr val="003668"/>
          </a:solidFill>
          <a:latin typeface="HY견고딕" pitchFamily="18" charset="-127"/>
          <a:ea typeface="HY견고딕" pitchFamily="18" charset="-127"/>
        </a:defRPr>
      </a:lvl3pPr>
      <a:lvl4pPr algn="l" rtl="0" eaLnBrk="0" fontAlgn="base" latinLnBrk="1" hangingPunct="0">
        <a:spcBef>
          <a:spcPct val="0"/>
        </a:spcBef>
        <a:spcAft>
          <a:spcPct val="0"/>
        </a:spcAft>
        <a:defRPr kumimoji="1" sz="4062">
          <a:solidFill>
            <a:srgbClr val="003668"/>
          </a:solidFill>
          <a:latin typeface="HY견고딕" pitchFamily="18" charset="-127"/>
          <a:ea typeface="HY견고딕" pitchFamily="18" charset="-127"/>
        </a:defRPr>
      </a:lvl4pPr>
      <a:lvl5pPr algn="l" rtl="0" eaLnBrk="0" fontAlgn="base" latinLnBrk="1" hangingPunct="0">
        <a:spcBef>
          <a:spcPct val="0"/>
        </a:spcBef>
        <a:spcAft>
          <a:spcPct val="0"/>
        </a:spcAft>
        <a:defRPr kumimoji="1" sz="4062">
          <a:solidFill>
            <a:srgbClr val="003668"/>
          </a:solidFill>
          <a:latin typeface="HY견고딕" pitchFamily="18" charset="-127"/>
          <a:ea typeface="HY견고딕" pitchFamily="18" charset="-127"/>
        </a:defRPr>
      </a:lvl5pPr>
      <a:lvl6pPr marL="422042" algn="l" rtl="0" fontAlgn="base" latinLnBrk="1">
        <a:spcBef>
          <a:spcPct val="0"/>
        </a:spcBef>
        <a:spcAft>
          <a:spcPct val="0"/>
        </a:spcAft>
        <a:defRPr kumimoji="1">
          <a:solidFill>
            <a:srgbClr val="003668"/>
          </a:solidFill>
          <a:latin typeface="HY견고딕" pitchFamily="18" charset="-127"/>
          <a:ea typeface="HY견고딕" pitchFamily="18" charset="-127"/>
        </a:defRPr>
      </a:lvl6pPr>
      <a:lvl7pPr marL="844083" algn="l" rtl="0" fontAlgn="base" latinLnBrk="1">
        <a:spcBef>
          <a:spcPct val="0"/>
        </a:spcBef>
        <a:spcAft>
          <a:spcPct val="0"/>
        </a:spcAft>
        <a:defRPr kumimoji="1">
          <a:solidFill>
            <a:srgbClr val="003668"/>
          </a:solidFill>
          <a:latin typeface="HY견고딕" pitchFamily="18" charset="-127"/>
          <a:ea typeface="HY견고딕" pitchFamily="18" charset="-127"/>
        </a:defRPr>
      </a:lvl7pPr>
      <a:lvl8pPr marL="1266124" algn="l" rtl="0" fontAlgn="base" latinLnBrk="1">
        <a:spcBef>
          <a:spcPct val="0"/>
        </a:spcBef>
        <a:spcAft>
          <a:spcPct val="0"/>
        </a:spcAft>
        <a:defRPr kumimoji="1">
          <a:solidFill>
            <a:srgbClr val="003668"/>
          </a:solidFill>
          <a:latin typeface="HY견고딕" pitchFamily="18" charset="-127"/>
          <a:ea typeface="HY견고딕" pitchFamily="18" charset="-127"/>
        </a:defRPr>
      </a:lvl8pPr>
      <a:lvl9pPr marL="1688165" algn="l" rtl="0" fontAlgn="base" latinLnBrk="1">
        <a:spcBef>
          <a:spcPct val="0"/>
        </a:spcBef>
        <a:spcAft>
          <a:spcPct val="0"/>
        </a:spcAft>
        <a:defRPr kumimoji="1">
          <a:solidFill>
            <a:srgbClr val="003668"/>
          </a:solidFill>
          <a:latin typeface="HY견고딕" pitchFamily="18" charset="-127"/>
          <a:ea typeface="HY견고딕" pitchFamily="18" charset="-127"/>
        </a:defRPr>
      </a:lvl9pPr>
    </p:titleStyle>
    <p:bodyStyle>
      <a:lvl1pPr marL="316531" indent="-316531" algn="l" rtl="0" eaLnBrk="0" fontAlgn="base" latinLnBrk="1" hangingPunct="0">
        <a:spcBef>
          <a:spcPct val="20000"/>
        </a:spcBef>
        <a:spcAft>
          <a:spcPct val="0"/>
        </a:spcAft>
        <a:buChar char="•"/>
        <a:defRPr kumimoji="1" sz="2954">
          <a:solidFill>
            <a:schemeClr val="tx1"/>
          </a:solidFill>
          <a:latin typeface="+mn-lt"/>
          <a:ea typeface="+mn-ea"/>
          <a:cs typeface="+mn-cs"/>
        </a:defRPr>
      </a:lvl1pPr>
      <a:lvl2pPr marL="685817" indent="-263776" algn="l" rtl="0" eaLnBrk="0" fontAlgn="base" latinLnBrk="1" hangingPunct="0">
        <a:spcBef>
          <a:spcPct val="20000"/>
        </a:spcBef>
        <a:spcAft>
          <a:spcPct val="0"/>
        </a:spcAft>
        <a:buChar char="–"/>
        <a:defRPr kumimoji="1" sz="2585">
          <a:solidFill>
            <a:schemeClr val="tx1"/>
          </a:solidFill>
          <a:latin typeface="+mn-lt"/>
          <a:ea typeface="+mn-ea"/>
        </a:defRPr>
      </a:lvl2pPr>
      <a:lvl3pPr marL="1055103" indent="-211021" algn="l" rtl="0" eaLnBrk="0" fontAlgn="base" latinLnBrk="1" hangingPunct="0">
        <a:spcBef>
          <a:spcPct val="20000"/>
        </a:spcBef>
        <a:spcAft>
          <a:spcPct val="0"/>
        </a:spcAft>
        <a:buChar char="•"/>
        <a:defRPr kumimoji="1" sz="2216">
          <a:solidFill>
            <a:schemeClr val="tx1"/>
          </a:solidFill>
          <a:latin typeface="+mn-lt"/>
          <a:ea typeface="+mn-ea"/>
        </a:defRPr>
      </a:lvl3pPr>
      <a:lvl4pPr marL="1477145" indent="-211021" algn="l" rtl="0" eaLnBrk="0" fontAlgn="base" latinLnBrk="1" hangingPunct="0">
        <a:spcBef>
          <a:spcPct val="20000"/>
        </a:spcBef>
        <a:spcAft>
          <a:spcPct val="0"/>
        </a:spcAft>
        <a:buChar char="–"/>
        <a:defRPr kumimoji="1" sz="1847">
          <a:solidFill>
            <a:schemeClr val="tx1"/>
          </a:solidFill>
          <a:latin typeface="+mn-lt"/>
          <a:ea typeface="+mn-ea"/>
        </a:defRPr>
      </a:lvl4pPr>
      <a:lvl5pPr marL="1899186" indent="-211021" algn="l" rtl="0" eaLnBrk="0" fontAlgn="base" latinLnBrk="1" hangingPunct="0">
        <a:spcBef>
          <a:spcPct val="20000"/>
        </a:spcBef>
        <a:spcAft>
          <a:spcPct val="0"/>
        </a:spcAft>
        <a:buChar char="»"/>
        <a:defRPr kumimoji="1" sz="1847">
          <a:solidFill>
            <a:schemeClr val="tx1"/>
          </a:solidFill>
          <a:latin typeface="+mn-lt"/>
          <a:ea typeface="+mn-ea"/>
        </a:defRPr>
      </a:lvl5pPr>
      <a:lvl6pPr marL="2321228" indent="-211021" algn="l" rtl="0" fontAlgn="base" latinLnBrk="1">
        <a:spcBef>
          <a:spcPct val="20000"/>
        </a:spcBef>
        <a:spcAft>
          <a:spcPct val="0"/>
        </a:spcAft>
        <a:buChar char="»"/>
        <a:defRPr kumimoji="1" sz="1847">
          <a:solidFill>
            <a:schemeClr val="tx1"/>
          </a:solidFill>
          <a:latin typeface="+mn-lt"/>
          <a:ea typeface="+mn-ea"/>
        </a:defRPr>
      </a:lvl6pPr>
      <a:lvl7pPr marL="2743268" indent="-211021" algn="l" rtl="0" fontAlgn="base" latinLnBrk="1">
        <a:spcBef>
          <a:spcPct val="20000"/>
        </a:spcBef>
        <a:spcAft>
          <a:spcPct val="0"/>
        </a:spcAft>
        <a:buChar char="»"/>
        <a:defRPr kumimoji="1" sz="1847">
          <a:solidFill>
            <a:schemeClr val="tx1"/>
          </a:solidFill>
          <a:latin typeface="+mn-lt"/>
          <a:ea typeface="+mn-ea"/>
        </a:defRPr>
      </a:lvl7pPr>
      <a:lvl8pPr marL="3165310" indent="-211021" algn="l" rtl="0" fontAlgn="base" latinLnBrk="1">
        <a:spcBef>
          <a:spcPct val="20000"/>
        </a:spcBef>
        <a:spcAft>
          <a:spcPct val="0"/>
        </a:spcAft>
        <a:buChar char="»"/>
        <a:defRPr kumimoji="1" sz="1847">
          <a:solidFill>
            <a:schemeClr val="tx1"/>
          </a:solidFill>
          <a:latin typeface="+mn-lt"/>
          <a:ea typeface="+mn-ea"/>
        </a:defRPr>
      </a:lvl8pPr>
      <a:lvl9pPr marL="3587351" indent="-211021" algn="l" rtl="0" fontAlgn="base" latinLnBrk="1">
        <a:spcBef>
          <a:spcPct val="20000"/>
        </a:spcBef>
        <a:spcAft>
          <a:spcPct val="0"/>
        </a:spcAft>
        <a:buChar char="»"/>
        <a:defRPr kumimoji="1" sz="1847">
          <a:solidFill>
            <a:schemeClr val="tx1"/>
          </a:solidFill>
          <a:latin typeface="+mn-lt"/>
          <a:ea typeface="+mn-ea"/>
        </a:defRPr>
      </a:lvl9pPr>
    </p:bodyStyle>
    <p:otherStyle>
      <a:defPPr>
        <a:defRPr lang="ko-KR"/>
      </a:defPPr>
      <a:lvl1pPr marL="0" algn="l" defTabSz="844083" rtl="0" eaLnBrk="1" latinLnBrk="1" hangingPunct="1">
        <a:defRPr sz="1661" kern="1200">
          <a:solidFill>
            <a:schemeClr val="tx1"/>
          </a:solidFill>
          <a:latin typeface="+mn-lt"/>
          <a:ea typeface="+mn-ea"/>
          <a:cs typeface="+mn-cs"/>
        </a:defRPr>
      </a:lvl1pPr>
      <a:lvl2pPr marL="422042" algn="l" defTabSz="844083" rtl="0" eaLnBrk="1" latinLnBrk="1" hangingPunct="1">
        <a:defRPr sz="1661" kern="1200">
          <a:solidFill>
            <a:schemeClr val="tx1"/>
          </a:solidFill>
          <a:latin typeface="+mn-lt"/>
          <a:ea typeface="+mn-ea"/>
          <a:cs typeface="+mn-cs"/>
        </a:defRPr>
      </a:lvl2pPr>
      <a:lvl3pPr marL="844083" algn="l" defTabSz="844083" rtl="0" eaLnBrk="1" latinLnBrk="1" hangingPunct="1">
        <a:defRPr sz="1661" kern="1200">
          <a:solidFill>
            <a:schemeClr val="tx1"/>
          </a:solidFill>
          <a:latin typeface="+mn-lt"/>
          <a:ea typeface="+mn-ea"/>
          <a:cs typeface="+mn-cs"/>
        </a:defRPr>
      </a:lvl3pPr>
      <a:lvl4pPr marL="1266124" algn="l" defTabSz="844083" rtl="0" eaLnBrk="1" latinLnBrk="1" hangingPunct="1">
        <a:defRPr sz="1661" kern="1200">
          <a:solidFill>
            <a:schemeClr val="tx1"/>
          </a:solidFill>
          <a:latin typeface="+mn-lt"/>
          <a:ea typeface="+mn-ea"/>
          <a:cs typeface="+mn-cs"/>
        </a:defRPr>
      </a:lvl4pPr>
      <a:lvl5pPr marL="1688165" algn="l" defTabSz="844083" rtl="0" eaLnBrk="1" latinLnBrk="1" hangingPunct="1">
        <a:defRPr sz="1661" kern="1200">
          <a:solidFill>
            <a:schemeClr val="tx1"/>
          </a:solidFill>
          <a:latin typeface="+mn-lt"/>
          <a:ea typeface="+mn-ea"/>
          <a:cs typeface="+mn-cs"/>
        </a:defRPr>
      </a:lvl5pPr>
      <a:lvl6pPr marL="2110207" algn="l" defTabSz="844083" rtl="0" eaLnBrk="1" latinLnBrk="1" hangingPunct="1">
        <a:defRPr sz="1661" kern="1200">
          <a:solidFill>
            <a:schemeClr val="tx1"/>
          </a:solidFill>
          <a:latin typeface="+mn-lt"/>
          <a:ea typeface="+mn-ea"/>
          <a:cs typeface="+mn-cs"/>
        </a:defRPr>
      </a:lvl6pPr>
      <a:lvl7pPr marL="2532248" algn="l" defTabSz="844083" rtl="0" eaLnBrk="1" latinLnBrk="1" hangingPunct="1">
        <a:defRPr sz="1661" kern="1200">
          <a:solidFill>
            <a:schemeClr val="tx1"/>
          </a:solidFill>
          <a:latin typeface="+mn-lt"/>
          <a:ea typeface="+mn-ea"/>
          <a:cs typeface="+mn-cs"/>
        </a:defRPr>
      </a:lvl7pPr>
      <a:lvl8pPr marL="2954289" algn="l" defTabSz="844083" rtl="0" eaLnBrk="1" latinLnBrk="1" hangingPunct="1">
        <a:defRPr sz="1661" kern="1200">
          <a:solidFill>
            <a:schemeClr val="tx1"/>
          </a:solidFill>
          <a:latin typeface="+mn-lt"/>
          <a:ea typeface="+mn-ea"/>
          <a:cs typeface="+mn-cs"/>
        </a:defRPr>
      </a:lvl8pPr>
      <a:lvl9pPr marL="3376331" algn="l" defTabSz="844083" rtl="0" eaLnBrk="1" latinLnBrk="1" hangingPunct="1">
        <a:defRPr sz="166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1" name="Rectangle 24"/>
          <p:cNvSpPr>
            <a:spLocks noChangeArrowheads="1"/>
          </p:cNvSpPr>
          <p:nvPr/>
        </p:nvSpPr>
        <p:spPr bwMode="auto">
          <a:xfrm>
            <a:off x="4488080" y="3174836"/>
            <a:ext cx="167841" cy="286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83077" tIns="43200" rIns="83077" bIns="43200" anchor="ctr">
            <a:spAutoFit/>
          </a:bodyPr>
          <a:lstStyle>
            <a:lvl1pPr eaLnBrk="0" hangingPunct="0">
              <a:defRPr kumimoji="1" sz="1400">
                <a:solidFill>
                  <a:srgbClr val="2B3749"/>
                </a:solidFill>
                <a:latin typeface="맑은 고딕" pitchFamily="50" charset="-127"/>
                <a:ea typeface="맑은 고딕" pitchFamily="50" charset="-127"/>
              </a:defRPr>
            </a:lvl1pPr>
            <a:lvl2pPr marL="742950" indent="-285750" eaLnBrk="0" hangingPunct="0">
              <a:defRPr kumimoji="1" sz="1400">
                <a:solidFill>
                  <a:srgbClr val="2B3749"/>
                </a:solidFill>
                <a:latin typeface="맑은 고딕" pitchFamily="50" charset="-127"/>
                <a:ea typeface="맑은 고딕" pitchFamily="50" charset="-127"/>
              </a:defRPr>
            </a:lvl2pPr>
            <a:lvl3pPr marL="1143000" indent="-228600" eaLnBrk="0" hangingPunct="0">
              <a:defRPr kumimoji="1" sz="1400">
                <a:solidFill>
                  <a:srgbClr val="2B3749"/>
                </a:solidFill>
                <a:latin typeface="맑은 고딕" pitchFamily="50" charset="-127"/>
                <a:ea typeface="맑은 고딕" pitchFamily="50" charset="-127"/>
              </a:defRPr>
            </a:lvl3pPr>
            <a:lvl4pPr marL="1600200" indent="-228600" eaLnBrk="0" hangingPunct="0">
              <a:defRPr kumimoji="1" sz="1400">
                <a:solidFill>
                  <a:srgbClr val="2B3749"/>
                </a:solidFill>
                <a:latin typeface="맑은 고딕" pitchFamily="50" charset="-127"/>
                <a:ea typeface="맑은 고딕" pitchFamily="50" charset="-127"/>
              </a:defRPr>
            </a:lvl4pPr>
            <a:lvl5pPr marL="2057400" indent="-228600" eaLnBrk="0" hangingPunct="0">
              <a:defRPr kumimoji="1" sz="1400">
                <a:solidFill>
                  <a:srgbClr val="2B3749"/>
                </a:solidFill>
                <a:latin typeface="맑은 고딕" pitchFamily="50" charset="-127"/>
                <a:ea typeface="맑은 고딕" pitchFamily="50" charset="-127"/>
              </a:defRPr>
            </a:lvl5pPr>
            <a:lvl6pPr marL="2514600" indent="-228600" algn="ctr" eaLnBrk="0" fontAlgn="base" hangingPunct="0">
              <a:spcBef>
                <a:spcPct val="0"/>
              </a:spcBef>
              <a:spcAft>
                <a:spcPct val="0"/>
              </a:spcAft>
              <a:defRPr kumimoji="1" sz="1400">
                <a:solidFill>
                  <a:srgbClr val="2B3749"/>
                </a:solidFill>
                <a:latin typeface="맑은 고딕" pitchFamily="50" charset="-127"/>
                <a:ea typeface="맑은 고딕" pitchFamily="50" charset="-127"/>
              </a:defRPr>
            </a:lvl6pPr>
            <a:lvl7pPr marL="2971800" indent="-228600" algn="ctr" eaLnBrk="0" fontAlgn="base" hangingPunct="0">
              <a:spcBef>
                <a:spcPct val="0"/>
              </a:spcBef>
              <a:spcAft>
                <a:spcPct val="0"/>
              </a:spcAft>
              <a:defRPr kumimoji="1" sz="1400">
                <a:solidFill>
                  <a:srgbClr val="2B3749"/>
                </a:solidFill>
                <a:latin typeface="맑은 고딕" pitchFamily="50" charset="-127"/>
                <a:ea typeface="맑은 고딕" pitchFamily="50" charset="-127"/>
              </a:defRPr>
            </a:lvl7pPr>
            <a:lvl8pPr marL="3429000" indent="-228600" algn="ctr" eaLnBrk="0" fontAlgn="base" hangingPunct="0">
              <a:spcBef>
                <a:spcPct val="0"/>
              </a:spcBef>
              <a:spcAft>
                <a:spcPct val="0"/>
              </a:spcAft>
              <a:defRPr kumimoji="1" sz="1400">
                <a:solidFill>
                  <a:srgbClr val="2B3749"/>
                </a:solidFill>
                <a:latin typeface="맑은 고딕" pitchFamily="50" charset="-127"/>
                <a:ea typeface="맑은 고딕" pitchFamily="50" charset="-127"/>
              </a:defRPr>
            </a:lvl8pPr>
            <a:lvl9pPr marL="3886200" indent="-228600" algn="ctr" eaLnBrk="0" fontAlgn="base" hangingPunct="0">
              <a:spcBef>
                <a:spcPct val="0"/>
              </a:spcBef>
              <a:spcAft>
                <a:spcPct val="0"/>
              </a:spcAft>
              <a:defRPr kumimoji="1" sz="1400">
                <a:solidFill>
                  <a:srgbClr val="2B3749"/>
                </a:solidFill>
                <a:latin typeface="맑은 고딕" pitchFamily="50" charset="-127"/>
                <a:ea typeface="맑은 고딕" pitchFamily="50" charset="-127"/>
              </a:defRPr>
            </a:lvl9pPr>
          </a:lstStyle>
          <a:p>
            <a:pPr algn="ctr" eaLnBrk="1" hangingPunct="1">
              <a:spcBef>
                <a:spcPct val="50000"/>
              </a:spcBef>
              <a:defRPr/>
            </a:pPr>
            <a:endParaRPr kumimoji="0" lang="ko-KR" altLang="en-US" sz="1292" b="1">
              <a:solidFill>
                <a:schemeClr val="tx1"/>
              </a:solidFill>
              <a:latin typeface="Arial" charset="0"/>
              <a:ea typeface="가는각진제목체" pitchFamily="18" charset="-127"/>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rtl="0" eaLnBrk="0" fontAlgn="base" latinLnBrk="1" hangingPunct="0">
        <a:spcBef>
          <a:spcPct val="0"/>
        </a:spcBef>
        <a:spcAft>
          <a:spcPct val="0"/>
        </a:spcAft>
        <a:defRPr kumimoji="1" sz="1477">
          <a:solidFill>
            <a:schemeClr val="tx1"/>
          </a:solidFill>
          <a:latin typeface="+mj-lt"/>
          <a:ea typeface="+mj-ea"/>
          <a:cs typeface="+mj-cs"/>
        </a:defRPr>
      </a:lvl1pPr>
      <a:lvl2pPr algn="l" rtl="0" eaLnBrk="0" fontAlgn="base" latinLnBrk="1" hangingPunct="0">
        <a:spcBef>
          <a:spcPct val="0"/>
        </a:spcBef>
        <a:spcAft>
          <a:spcPct val="0"/>
        </a:spcAft>
        <a:defRPr kumimoji="1" sz="1477">
          <a:solidFill>
            <a:schemeClr val="tx1"/>
          </a:solidFill>
          <a:latin typeface="굴림" pitchFamily="50" charset="-127"/>
          <a:ea typeface="굴림" pitchFamily="50" charset="-127"/>
        </a:defRPr>
      </a:lvl2pPr>
      <a:lvl3pPr algn="l" rtl="0" eaLnBrk="0" fontAlgn="base" latinLnBrk="1" hangingPunct="0">
        <a:spcBef>
          <a:spcPct val="0"/>
        </a:spcBef>
        <a:spcAft>
          <a:spcPct val="0"/>
        </a:spcAft>
        <a:defRPr kumimoji="1" sz="1477">
          <a:solidFill>
            <a:schemeClr val="tx1"/>
          </a:solidFill>
          <a:latin typeface="굴림" pitchFamily="50" charset="-127"/>
          <a:ea typeface="굴림" pitchFamily="50" charset="-127"/>
        </a:defRPr>
      </a:lvl3pPr>
      <a:lvl4pPr algn="l" rtl="0" eaLnBrk="0" fontAlgn="base" latinLnBrk="1" hangingPunct="0">
        <a:spcBef>
          <a:spcPct val="0"/>
        </a:spcBef>
        <a:spcAft>
          <a:spcPct val="0"/>
        </a:spcAft>
        <a:defRPr kumimoji="1" sz="1477">
          <a:solidFill>
            <a:schemeClr val="tx1"/>
          </a:solidFill>
          <a:latin typeface="굴림" pitchFamily="50" charset="-127"/>
          <a:ea typeface="굴림" pitchFamily="50" charset="-127"/>
        </a:defRPr>
      </a:lvl4pPr>
      <a:lvl5pPr algn="l" rtl="0" eaLnBrk="0" fontAlgn="base" latinLnBrk="1" hangingPunct="0">
        <a:spcBef>
          <a:spcPct val="0"/>
        </a:spcBef>
        <a:spcAft>
          <a:spcPct val="0"/>
        </a:spcAft>
        <a:defRPr kumimoji="1" sz="1477">
          <a:solidFill>
            <a:schemeClr val="tx1"/>
          </a:solidFill>
          <a:latin typeface="굴림" pitchFamily="50" charset="-127"/>
          <a:ea typeface="굴림" pitchFamily="50" charset="-127"/>
        </a:defRPr>
      </a:lvl5pPr>
      <a:lvl6pPr marL="422042" algn="l" rtl="0" fontAlgn="base" latinLnBrk="1">
        <a:spcBef>
          <a:spcPct val="0"/>
        </a:spcBef>
        <a:spcAft>
          <a:spcPct val="0"/>
        </a:spcAft>
        <a:defRPr kumimoji="1" sz="1477">
          <a:solidFill>
            <a:schemeClr val="tx1"/>
          </a:solidFill>
          <a:latin typeface="굴림" pitchFamily="50" charset="-127"/>
          <a:ea typeface="굴림" pitchFamily="50" charset="-127"/>
        </a:defRPr>
      </a:lvl6pPr>
      <a:lvl7pPr marL="844083" algn="l" rtl="0" fontAlgn="base" latinLnBrk="1">
        <a:spcBef>
          <a:spcPct val="0"/>
        </a:spcBef>
        <a:spcAft>
          <a:spcPct val="0"/>
        </a:spcAft>
        <a:defRPr kumimoji="1" sz="1477">
          <a:solidFill>
            <a:schemeClr val="tx1"/>
          </a:solidFill>
          <a:latin typeface="굴림" pitchFamily="50" charset="-127"/>
          <a:ea typeface="굴림" pitchFamily="50" charset="-127"/>
        </a:defRPr>
      </a:lvl7pPr>
      <a:lvl8pPr marL="1266124" algn="l" rtl="0" fontAlgn="base" latinLnBrk="1">
        <a:spcBef>
          <a:spcPct val="0"/>
        </a:spcBef>
        <a:spcAft>
          <a:spcPct val="0"/>
        </a:spcAft>
        <a:defRPr kumimoji="1" sz="1477">
          <a:solidFill>
            <a:schemeClr val="tx1"/>
          </a:solidFill>
          <a:latin typeface="굴림" pitchFamily="50" charset="-127"/>
          <a:ea typeface="굴림" pitchFamily="50" charset="-127"/>
        </a:defRPr>
      </a:lvl8pPr>
      <a:lvl9pPr marL="1688165" algn="l" rtl="0" fontAlgn="base" latinLnBrk="1">
        <a:spcBef>
          <a:spcPct val="0"/>
        </a:spcBef>
        <a:spcAft>
          <a:spcPct val="0"/>
        </a:spcAft>
        <a:defRPr kumimoji="1" sz="1477">
          <a:solidFill>
            <a:schemeClr val="tx1"/>
          </a:solidFill>
          <a:latin typeface="굴림" pitchFamily="50" charset="-127"/>
          <a:ea typeface="굴림" pitchFamily="50" charset="-127"/>
        </a:defRPr>
      </a:lvl9pPr>
    </p:titleStyle>
    <p:bodyStyle>
      <a:lvl1pPr marL="316531" indent="-316531" algn="l" defTabSz="830894" rtl="0" eaLnBrk="0" fontAlgn="base" latinLnBrk="1" hangingPunct="0">
        <a:spcBef>
          <a:spcPts val="1385"/>
        </a:spcBef>
        <a:spcAft>
          <a:spcPct val="0"/>
        </a:spcAft>
        <a:buClr>
          <a:schemeClr val="tx1"/>
        </a:buClr>
        <a:buFont typeface="Wingdings" panose="05000000000000000000" pitchFamily="2" charset="2"/>
        <a:buChar char="•"/>
        <a:defRPr kumimoji="1" sz="1292">
          <a:solidFill>
            <a:schemeClr val="tx1"/>
          </a:solidFill>
          <a:latin typeface="+mn-lt"/>
          <a:ea typeface="+mn-ea"/>
          <a:cs typeface="+mn-cs"/>
        </a:defRPr>
      </a:lvl1pPr>
      <a:lvl2pPr marL="262311" indent="-260845" algn="l" defTabSz="830894" rtl="0" eaLnBrk="0" fontAlgn="base" latinLnBrk="1" hangingPunct="0">
        <a:spcBef>
          <a:spcPts val="923"/>
        </a:spcBef>
        <a:spcAft>
          <a:spcPct val="0"/>
        </a:spcAft>
        <a:buClr>
          <a:schemeClr val="tx1"/>
        </a:buClr>
        <a:buFont typeface="Wingdings" panose="05000000000000000000" pitchFamily="2" charset="2"/>
        <a:buChar char="n"/>
        <a:defRPr kumimoji="1" sz="1292">
          <a:solidFill>
            <a:schemeClr val="tx1"/>
          </a:solidFill>
          <a:latin typeface="+mn-lt"/>
          <a:ea typeface="+mn-ea"/>
        </a:defRPr>
      </a:lvl2pPr>
      <a:lvl3pPr marL="501174" indent="-237398" algn="l" defTabSz="830894" rtl="0" eaLnBrk="0" fontAlgn="base" latinLnBrk="1" hangingPunct="0">
        <a:spcBef>
          <a:spcPts val="461"/>
        </a:spcBef>
        <a:spcAft>
          <a:spcPct val="0"/>
        </a:spcAft>
        <a:buClr>
          <a:schemeClr val="tx1"/>
        </a:buClr>
        <a:buFont typeface="맑은 고딕" panose="020B0503020000020004" pitchFamily="50" charset="-127"/>
        <a:buChar char="–"/>
        <a:defRPr kumimoji="1" sz="1292">
          <a:solidFill>
            <a:schemeClr val="tx1"/>
          </a:solidFill>
          <a:latin typeface="+mn-lt"/>
          <a:ea typeface="+mn-ea"/>
        </a:defRPr>
      </a:lvl3pPr>
      <a:lvl4pPr marL="751762" indent="-249122" algn="l" defTabSz="830894" rtl="0" eaLnBrk="0" fontAlgn="base" latinLnBrk="1" hangingPunct="0">
        <a:spcBef>
          <a:spcPts val="461"/>
        </a:spcBef>
        <a:spcAft>
          <a:spcPct val="0"/>
        </a:spcAft>
        <a:buClr>
          <a:schemeClr val="tx1"/>
        </a:buClr>
        <a:buFont typeface="맑은 고딕" panose="020B0503020000020004" pitchFamily="50" charset="-127"/>
        <a:buChar char="–"/>
        <a:defRPr kumimoji="1" sz="1292">
          <a:solidFill>
            <a:schemeClr val="tx1"/>
          </a:solidFill>
          <a:latin typeface="+mn-lt"/>
          <a:ea typeface="+mn-ea"/>
        </a:defRPr>
      </a:lvl4pPr>
      <a:lvl5pPr marL="1019933" indent="-266707" algn="l" defTabSz="830894" rtl="0" eaLnBrk="0" fontAlgn="base" latinLnBrk="1" hangingPunct="0">
        <a:spcBef>
          <a:spcPts val="461"/>
        </a:spcBef>
        <a:spcAft>
          <a:spcPct val="0"/>
        </a:spcAft>
        <a:buClr>
          <a:schemeClr val="tx1"/>
        </a:buClr>
        <a:buFont typeface="맑은 고딕" panose="020B0503020000020004" pitchFamily="50" charset="-127"/>
        <a:buChar char="»"/>
        <a:defRPr kumimoji="1" sz="1292">
          <a:solidFill>
            <a:schemeClr val="tx1"/>
          </a:solidFill>
          <a:latin typeface="+mn-lt"/>
          <a:ea typeface="+mn-ea"/>
        </a:defRPr>
      </a:lvl5pPr>
      <a:lvl6pPr marL="1441975" indent="-266707" algn="l" defTabSz="830894" rtl="0" fontAlgn="base" latinLnBrk="1">
        <a:spcBef>
          <a:spcPts val="461"/>
        </a:spcBef>
        <a:spcAft>
          <a:spcPct val="0"/>
        </a:spcAft>
        <a:buClr>
          <a:schemeClr val="tx1"/>
        </a:buClr>
        <a:buFont typeface="맑은 고딕" pitchFamily="50" charset="-127"/>
        <a:buChar char="»"/>
        <a:defRPr kumimoji="1" sz="1292">
          <a:solidFill>
            <a:schemeClr val="tx1"/>
          </a:solidFill>
          <a:latin typeface="+mn-lt"/>
          <a:ea typeface="+mn-ea"/>
        </a:defRPr>
      </a:lvl6pPr>
      <a:lvl7pPr marL="1864016" indent="-266707" algn="l" defTabSz="830894" rtl="0" fontAlgn="base" latinLnBrk="1">
        <a:spcBef>
          <a:spcPts val="461"/>
        </a:spcBef>
        <a:spcAft>
          <a:spcPct val="0"/>
        </a:spcAft>
        <a:buClr>
          <a:schemeClr val="tx1"/>
        </a:buClr>
        <a:buFont typeface="맑은 고딕" pitchFamily="50" charset="-127"/>
        <a:buChar char="»"/>
        <a:defRPr kumimoji="1" sz="1292">
          <a:solidFill>
            <a:schemeClr val="tx1"/>
          </a:solidFill>
          <a:latin typeface="+mn-lt"/>
          <a:ea typeface="+mn-ea"/>
        </a:defRPr>
      </a:lvl7pPr>
      <a:lvl8pPr marL="2286057" indent="-266707" algn="l" defTabSz="830894" rtl="0" fontAlgn="base" latinLnBrk="1">
        <a:spcBef>
          <a:spcPts val="461"/>
        </a:spcBef>
        <a:spcAft>
          <a:spcPct val="0"/>
        </a:spcAft>
        <a:buClr>
          <a:schemeClr val="tx1"/>
        </a:buClr>
        <a:buFont typeface="맑은 고딕" pitchFamily="50" charset="-127"/>
        <a:buChar char="»"/>
        <a:defRPr kumimoji="1" sz="1292">
          <a:solidFill>
            <a:schemeClr val="tx1"/>
          </a:solidFill>
          <a:latin typeface="+mn-lt"/>
          <a:ea typeface="+mn-ea"/>
        </a:defRPr>
      </a:lvl8pPr>
      <a:lvl9pPr marL="2708099" indent="-266707" algn="l" defTabSz="830894" rtl="0" fontAlgn="base" latinLnBrk="1">
        <a:spcBef>
          <a:spcPts val="461"/>
        </a:spcBef>
        <a:spcAft>
          <a:spcPct val="0"/>
        </a:spcAft>
        <a:buClr>
          <a:schemeClr val="tx1"/>
        </a:buClr>
        <a:buFont typeface="맑은 고딕" pitchFamily="50" charset="-127"/>
        <a:buChar char="»"/>
        <a:defRPr kumimoji="1" sz="1292">
          <a:solidFill>
            <a:schemeClr val="tx1"/>
          </a:solidFill>
          <a:latin typeface="+mn-lt"/>
          <a:ea typeface="+mn-ea"/>
        </a:defRPr>
      </a:lvl9pPr>
    </p:bodyStyle>
    <p:otherStyle>
      <a:defPPr>
        <a:defRPr lang="ko-KR"/>
      </a:defPPr>
      <a:lvl1pPr marL="0" algn="l" defTabSz="844083" rtl="0" eaLnBrk="1" latinLnBrk="1" hangingPunct="1">
        <a:defRPr sz="1661" kern="1200">
          <a:solidFill>
            <a:schemeClr val="tx1"/>
          </a:solidFill>
          <a:latin typeface="+mn-lt"/>
          <a:ea typeface="+mn-ea"/>
          <a:cs typeface="+mn-cs"/>
        </a:defRPr>
      </a:lvl1pPr>
      <a:lvl2pPr marL="422042" algn="l" defTabSz="844083" rtl="0" eaLnBrk="1" latinLnBrk="1" hangingPunct="1">
        <a:defRPr sz="1661" kern="1200">
          <a:solidFill>
            <a:schemeClr val="tx1"/>
          </a:solidFill>
          <a:latin typeface="+mn-lt"/>
          <a:ea typeface="+mn-ea"/>
          <a:cs typeface="+mn-cs"/>
        </a:defRPr>
      </a:lvl2pPr>
      <a:lvl3pPr marL="844083" algn="l" defTabSz="844083" rtl="0" eaLnBrk="1" latinLnBrk="1" hangingPunct="1">
        <a:defRPr sz="1661" kern="1200">
          <a:solidFill>
            <a:schemeClr val="tx1"/>
          </a:solidFill>
          <a:latin typeface="+mn-lt"/>
          <a:ea typeface="+mn-ea"/>
          <a:cs typeface="+mn-cs"/>
        </a:defRPr>
      </a:lvl3pPr>
      <a:lvl4pPr marL="1266124" algn="l" defTabSz="844083" rtl="0" eaLnBrk="1" latinLnBrk="1" hangingPunct="1">
        <a:defRPr sz="1661" kern="1200">
          <a:solidFill>
            <a:schemeClr val="tx1"/>
          </a:solidFill>
          <a:latin typeface="+mn-lt"/>
          <a:ea typeface="+mn-ea"/>
          <a:cs typeface="+mn-cs"/>
        </a:defRPr>
      </a:lvl4pPr>
      <a:lvl5pPr marL="1688165" algn="l" defTabSz="844083" rtl="0" eaLnBrk="1" latinLnBrk="1" hangingPunct="1">
        <a:defRPr sz="1661" kern="1200">
          <a:solidFill>
            <a:schemeClr val="tx1"/>
          </a:solidFill>
          <a:latin typeface="+mn-lt"/>
          <a:ea typeface="+mn-ea"/>
          <a:cs typeface="+mn-cs"/>
        </a:defRPr>
      </a:lvl5pPr>
      <a:lvl6pPr marL="2110207" algn="l" defTabSz="844083" rtl="0" eaLnBrk="1" latinLnBrk="1" hangingPunct="1">
        <a:defRPr sz="1661" kern="1200">
          <a:solidFill>
            <a:schemeClr val="tx1"/>
          </a:solidFill>
          <a:latin typeface="+mn-lt"/>
          <a:ea typeface="+mn-ea"/>
          <a:cs typeface="+mn-cs"/>
        </a:defRPr>
      </a:lvl6pPr>
      <a:lvl7pPr marL="2532248" algn="l" defTabSz="844083" rtl="0" eaLnBrk="1" latinLnBrk="1" hangingPunct="1">
        <a:defRPr sz="1661" kern="1200">
          <a:solidFill>
            <a:schemeClr val="tx1"/>
          </a:solidFill>
          <a:latin typeface="+mn-lt"/>
          <a:ea typeface="+mn-ea"/>
          <a:cs typeface="+mn-cs"/>
        </a:defRPr>
      </a:lvl7pPr>
      <a:lvl8pPr marL="2954289" algn="l" defTabSz="844083" rtl="0" eaLnBrk="1" latinLnBrk="1" hangingPunct="1">
        <a:defRPr sz="1661" kern="1200">
          <a:solidFill>
            <a:schemeClr val="tx1"/>
          </a:solidFill>
          <a:latin typeface="+mn-lt"/>
          <a:ea typeface="+mn-ea"/>
          <a:cs typeface="+mn-cs"/>
        </a:defRPr>
      </a:lvl8pPr>
      <a:lvl9pPr marL="3376331" algn="l" defTabSz="844083" rtl="0" eaLnBrk="1" latinLnBrk="1" hangingPunct="1">
        <a:defRPr sz="1661"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6">
            <a:extLst>
              <a:ext uri="{FF2B5EF4-FFF2-40B4-BE49-F238E27FC236}">
                <a16:creationId xmlns="" xmlns:a16="http://schemas.microsoft.com/office/drawing/2014/main" id="{509C93E6-80CD-EFAE-B748-46ADC2BFD84E}"/>
              </a:ext>
            </a:extLst>
          </p:cNvPr>
          <p:cNvSpPr>
            <a:spLocks noChangeArrowheads="1"/>
          </p:cNvSpPr>
          <p:nvPr/>
        </p:nvSpPr>
        <p:spPr bwMode="white">
          <a:xfrm>
            <a:off x="0" y="6705600"/>
            <a:ext cx="9144000" cy="1524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1027" name="Rectangle 15">
            <a:extLst>
              <a:ext uri="{FF2B5EF4-FFF2-40B4-BE49-F238E27FC236}">
                <a16:creationId xmlns="" xmlns:a16="http://schemas.microsoft.com/office/drawing/2014/main" id="{E5380BA1-4E11-FD97-F7F4-D16E9C8B2F0C}"/>
              </a:ext>
            </a:extLst>
          </p:cNvPr>
          <p:cNvSpPr>
            <a:spLocks noChangeArrowheads="1"/>
          </p:cNvSpPr>
          <p:nvPr/>
        </p:nvSpPr>
        <p:spPr bwMode="white">
          <a:xfrm>
            <a:off x="0" y="1"/>
            <a:ext cx="9144000" cy="1393825"/>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1028" name="Rectangle 17">
            <a:extLst>
              <a:ext uri="{FF2B5EF4-FFF2-40B4-BE49-F238E27FC236}">
                <a16:creationId xmlns="" xmlns:a16="http://schemas.microsoft.com/office/drawing/2014/main" id="{8B932EE2-EF84-55B6-FEF1-B767CA987715}"/>
              </a:ext>
            </a:extLst>
          </p:cNvPr>
          <p:cNvSpPr>
            <a:spLocks noChangeArrowheads="1"/>
          </p:cNvSpPr>
          <p:nvPr/>
        </p:nvSpPr>
        <p:spPr bwMode="white">
          <a:xfrm>
            <a:off x="0" y="0"/>
            <a:ext cx="152400" cy="68580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1029" name="Rectangle 18">
            <a:extLst>
              <a:ext uri="{FF2B5EF4-FFF2-40B4-BE49-F238E27FC236}">
                <a16:creationId xmlns="" xmlns:a16="http://schemas.microsoft.com/office/drawing/2014/main" id="{41E77842-1638-928F-BFB4-1AFF87B65986}"/>
              </a:ext>
            </a:extLst>
          </p:cNvPr>
          <p:cNvSpPr>
            <a:spLocks noChangeArrowheads="1"/>
          </p:cNvSpPr>
          <p:nvPr/>
        </p:nvSpPr>
        <p:spPr bwMode="white">
          <a:xfrm>
            <a:off x="8991600" y="0"/>
            <a:ext cx="152400" cy="6858000"/>
          </a:xfrm>
          <a:prstGeom prst="rect">
            <a:avLst/>
          </a:prstGeom>
          <a:solidFill>
            <a:srgbClr val="FFFFFF"/>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9" name="Rectangle 8">
            <a:extLst>
              <a:ext uri="{FF2B5EF4-FFF2-40B4-BE49-F238E27FC236}">
                <a16:creationId xmlns="" xmlns:a16="http://schemas.microsoft.com/office/drawing/2014/main" id="{37C2D497-031C-45FD-F4E8-A3B9A95A1B9B}"/>
              </a:ext>
            </a:extLst>
          </p:cNvPr>
          <p:cNvSpPr>
            <a:spLocks noChangeArrowheads="1"/>
          </p:cNvSpPr>
          <p:nvPr/>
        </p:nvSpPr>
        <p:spPr bwMode="auto">
          <a:xfrm>
            <a:off x="148828" y="6388101"/>
            <a:ext cx="8833247"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sz="1050">
              <a:latin typeface="Arial" charset="0"/>
            </a:endParaRPr>
          </a:p>
        </p:txBody>
      </p:sp>
      <p:sp>
        <p:nvSpPr>
          <p:cNvPr id="14" name="Date Placeholder 13">
            <a:extLst>
              <a:ext uri="{FF2B5EF4-FFF2-40B4-BE49-F238E27FC236}">
                <a16:creationId xmlns="" xmlns:a16="http://schemas.microsoft.com/office/drawing/2014/main" id="{B9D72BF2-A516-6225-965B-0214F0101A95}"/>
              </a:ext>
            </a:extLst>
          </p:cNvPr>
          <p:cNvSpPr>
            <a:spLocks noGrp="1"/>
          </p:cNvSpPr>
          <p:nvPr>
            <p:ph type="dt" sz="half" idx="2"/>
          </p:nvPr>
        </p:nvSpPr>
        <p:spPr>
          <a:xfrm>
            <a:off x="5791200" y="6405564"/>
            <a:ext cx="3044429" cy="365125"/>
          </a:xfrm>
          <a:prstGeom prst="rect">
            <a:avLst/>
          </a:prstGeom>
        </p:spPr>
        <p:txBody>
          <a:bodyPr vert="horz"/>
          <a:lstStyle>
            <a:lvl1pPr algn="r" eaLnBrk="1" latinLnBrk="0" hangingPunct="1">
              <a:defRPr kumimoji="0" sz="1050">
                <a:solidFill>
                  <a:srgbClr val="FFFFFF"/>
                </a:solidFill>
                <a:latin typeface="Arial" charset="0"/>
              </a:defRPr>
            </a:lvl1pPr>
          </a:lstStyle>
          <a:p>
            <a:pPr>
              <a:defRPr/>
            </a:pPr>
            <a:endParaRPr lang="en-US"/>
          </a:p>
        </p:txBody>
      </p:sp>
      <p:sp>
        <p:nvSpPr>
          <p:cNvPr id="3" name="Footer Placeholder 2">
            <a:extLst>
              <a:ext uri="{FF2B5EF4-FFF2-40B4-BE49-F238E27FC236}">
                <a16:creationId xmlns="" xmlns:a16="http://schemas.microsoft.com/office/drawing/2014/main" id="{6805C4B7-C082-93A1-355A-275070104D48}"/>
              </a:ext>
            </a:extLst>
          </p:cNvPr>
          <p:cNvSpPr>
            <a:spLocks noGrp="1"/>
          </p:cNvSpPr>
          <p:nvPr>
            <p:ph type="ftr" sz="quarter" idx="3"/>
          </p:nvPr>
        </p:nvSpPr>
        <p:spPr>
          <a:xfrm>
            <a:off x="304800" y="6410326"/>
            <a:ext cx="3581400" cy="366713"/>
          </a:xfrm>
          <a:prstGeom prst="rect">
            <a:avLst/>
          </a:prstGeom>
        </p:spPr>
        <p:txBody>
          <a:bodyPr vert="horz"/>
          <a:lstStyle>
            <a:lvl1pPr algn="l" eaLnBrk="1" latinLnBrk="0" hangingPunct="1">
              <a:defRPr kumimoji="0" sz="900">
                <a:solidFill>
                  <a:srgbClr val="FFFFFF"/>
                </a:solidFill>
                <a:latin typeface="Arial" charset="0"/>
              </a:defRPr>
            </a:lvl1pPr>
          </a:lstStyle>
          <a:p>
            <a:pPr>
              <a:defRPr/>
            </a:pPr>
            <a:endParaRPr lang="en-US"/>
          </a:p>
        </p:txBody>
      </p:sp>
      <p:sp>
        <p:nvSpPr>
          <p:cNvPr id="8" name="Rectangle 7">
            <a:extLst>
              <a:ext uri="{FF2B5EF4-FFF2-40B4-BE49-F238E27FC236}">
                <a16:creationId xmlns="" xmlns:a16="http://schemas.microsoft.com/office/drawing/2014/main" id="{0BE8396C-F462-BD28-392F-73C9B5818A67}"/>
              </a:ext>
            </a:extLst>
          </p:cNvPr>
          <p:cNvSpPr>
            <a:spLocks noChangeArrowheads="1"/>
          </p:cNvSpPr>
          <p:nvPr/>
        </p:nvSpPr>
        <p:spPr bwMode="auto">
          <a:xfrm>
            <a:off x="152401" y="155575"/>
            <a:ext cx="8833247"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hangingPunct="1">
              <a:defRPr/>
            </a:pPr>
            <a:endParaRPr lang="en-US" sz="1050" dirty="0">
              <a:latin typeface="Arial" charset="0"/>
            </a:endParaRPr>
          </a:p>
        </p:txBody>
      </p:sp>
      <p:sp>
        <p:nvSpPr>
          <p:cNvPr id="10" name="Straight Connector 9">
            <a:extLst>
              <a:ext uri="{FF2B5EF4-FFF2-40B4-BE49-F238E27FC236}">
                <a16:creationId xmlns="" xmlns:a16="http://schemas.microsoft.com/office/drawing/2014/main" id="{6A5694AB-A143-341D-8477-0194D923DC12}"/>
              </a:ext>
            </a:extLst>
          </p:cNvPr>
          <p:cNvSpPr>
            <a:spLocks noChangeShapeType="1"/>
          </p:cNvSpPr>
          <p:nvPr/>
        </p:nvSpPr>
        <p:spPr bwMode="auto">
          <a:xfrm>
            <a:off x="152401" y="1276350"/>
            <a:ext cx="8833247"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eaLnBrk="1" hangingPunct="1">
              <a:defRPr/>
            </a:pPr>
            <a:endParaRPr lang="en-US" sz="1050">
              <a:latin typeface="Arial" charset="0"/>
            </a:endParaRPr>
          </a:p>
        </p:txBody>
      </p:sp>
      <p:sp>
        <p:nvSpPr>
          <p:cNvPr id="12" name="Oval 11">
            <a:extLst>
              <a:ext uri="{FF2B5EF4-FFF2-40B4-BE49-F238E27FC236}">
                <a16:creationId xmlns="" xmlns:a16="http://schemas.microsoft.com/office/drawing/2014/main" id="{5F573E9B-D6B3-91FE-BFD3-23CA1E9B1489}"/>
              </a:ext>
            </a:extLst>
          </p:cNvPr>
          <p:cNvSpPr/>
          <p:nvPr/>
        </p:nvSpPr>
        <p:spPr>
          <a:xfrm>
            <a:off x="4267200" y="955675"/>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
        <p:nvSpPr>
          <p:cNvPr id="15" name="Oval 14">
            <a:extLst>
              <a:ext uri="{FF2B5EF4-FFF2-40B4-BE49-F238E27FC236}">
                <a16:creationId xmlns="" xmlns:a16="http://schemas.microsoft.com/office/drawing/2014/main" id="{C683F01C-D954-BA42-9FD8-BD38852D6E95}"/>
              </a:ext>
            </a:extLst>
          </p:cNvPr>
          <p:cNvSpPr/>
          <p:nvPr/>
        </p:nvSpPr>
        <p:spPr>
          <a:xfrm>
            <a:off x="4362450" y="1050925"/>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050"/>
          </a:p>
        </p:txBody>
      </p:sp>
      <p:sp>
        <p:nvSpPr>
          <p:cNvPr id="23" name="Slide Number Placeholder 22">
            <a:extLst>
              <a:ext uri="{FF2B5EF4-FFF2-40B4-BE49-F238E27FC236}">
                <a16:creationId xmlns="" xmlns:a16="http://schemas.microsoft.com/office/drawing/2014/main" id="{9DFE1C64-11C5-7797-07B3-8A65DEFB0A53}"/>
              </a:ext>
            </a:extLst>
          </p:cNvPr>
          <p:cNvSpPr>
            <a:spLocks noGrp="1"/>
          </p:cNvSpPr>
          <p:nvPr>
            <p:ph type="sldNum" sz="quarter" idx="4"/>
          </p:nvPr>
        </p:nvSpPr>
        <p:spPr>
          <a:xfrm>
            <a:off x="4343400" y="1039814"/>
            <a:ext cx="457200" cy="441325"/>
          </a:xfrm>
          <a:prstGeom prst="rect">
            <a:avLst/>
          </a:prstGeom>
        </p:spPr>
        <p:txBody>
          <a:bodyPr vert="horz" wrap="square" lIns="45720" tIns="45720" rIns="45720" bIns="45720" numCol="1" anchor="ctr" anchorCtr="0" compatLnSpc="1">
            <a:prstTxWarp prst="textNoShape">
              <a:avLst/>
            </a:prstTxWarp>
            <a:normAutofit/>
          </a:bodyPr>
          <a:lstStyle>
            <a:lvl1pPr algn="ctr" eaLnBrk="1" hangingPunct="1">
              <a:defRPr sz="1200">
                <a:solidFill>
                  <a:srgbClr val="7B9899"/>
                </a:solidFill>
              </a:defRPr>
            </a:lvl1pPr>
          </a:lstStyle>
          <a:p>
            <a:pPr>
              <a:defRPr/>
            </a:pPr>
            <a:fld id="{011D18F5-4123-4803-BD55-5733AF715991}" type="slidenum">
              <a:rPr lang="en-US" altLang="en-US"/>
              <a:pPr>
                <a:defRPr/>
              </a:pPr>
              <a:t>‹#›</a:t>
            </a:fld>
            <a:endParaRPr lang="en-US" altLang="en-US"/>
          </a:p>
        </p:txBody>
      </p:sp>
      <p:sp>
        <p:nvSpPr>
          <p:cNvPr id="1038" name="Title Placeholder 21">
            <a:extLst>
              <a:ext uri="{FF2B5EF4-FFF2-40B4-BE49-F238E27FC236}">
                <a16:creationId xmlns="" xmlns:a16="http://schemas.microsoft.com/office/drawing/2014/main" id="{702CBC91-85CD-6B10-E72F-61ED5A81FD22}"/>
              </a:ext>
            </a:extLst>
          </p:cNvPr>
          <p:cNvSpPr>
            <a:spLocks noGrp="1"/>
          </p:cNvSpPr>
          <p:nvPr>
            <p:ph type="title"/>
          </p:nvPr>
        </p:nvSpPr>
        <p:spPr bwMode="auto">
          <a:xfrm>
            <a:off x="301229" y="228601"/>
            <a:ext cx="85344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9" name="Text Placeholder 12">
            <a:extLst>
              <a:ext uri="{FF2B5EF4-FFF2-40B4-BE49-F238E27FC236}">
                <a16:creationId xmlns="" xmlns:a16="http://schemas.microsoft.com/office/drawing/2014/main" id="{D6597044-6160-5D5B-8119-BBD0F842C809}"/>
              </a:ext>
            </a:extLst>
          </p:cNvPr>
          <p:cNvSpPr>
            <a:spLocks noGrp="1"/>
          </p:cNvSpPr>
          <p:nvPr>
            <p:ph type="body" idx="1"/>
          </p:nvPr>
        </p:nvSpPr>
        <p:spPr bwMode="auto">
          <a:xfrm>
            <a:off x="301229" y="1524000"/>
            <a:ext cx="8534400" cy="459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40" name="Rectangle 7">
            <a:extLst>
              <a:ext uri="{FF2B5EF4-FFF2-40B4-BE49-F238E27FC236}">
                <a16:creationId xmlns="" xmlns:a16="http://schemas.microsoft.com/office/drawing/2014/main" id="{376C4FAE-B3EC-0AC8-2C2A-763B919AD4C4}"/>
              </a:ext>
            </a:extLst>
          </p:cNvPr>
          <p:cNvSpPr>
            <a:spLocks noChangeArrowheads="1"/>
          </p:cNvSpPr>
          <p:nvPr userDrawn="1"/>
        </p:nvSpPr>
        <p:spPr bwMode="auto">
          <a:xfrm>
            <a:off x="0" y="0"/>
            <a:ext cx="4648200" cy="1371600"/>
          </a:xfrm>
          <a:prstGeom prst="rect">
            <a:avLst/>
          </a:prstGeom>
          <a:solidFill>
            <a:schemeClr val="tx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21" name="Rectangle 8">
            <a:extLst>
              <a:ext uri="{FF2B5EF4-FFF2-40B4-BE49-F238E27FC236}">
                <a16:creationId xmlns="" xmlns:a16="http://schemas.microsoft.com/office/drawing/2014/main" id="{3DD647EE-5051-E84C-BCC9-9AD3364EC00F}"/>
              </a:ext>
            </a:extLst>
          </p:cNvPr>
          <p:cNvSpPr>
            <a:spLocks noChangeArrowheads="1"/>
          </p:cNvSpPr>
          <p:nvPr userDrawn="1"/>
        </p:nvSpPr>
        <p:spPr bwMode="auto">
          <a:xfrm>
            <a:off x="2514600" y="0"/>
            <a:ext cx="6629400" cy="1371600"/>
          </a:xfrm>
          <a:prstGeom prst="rect">
            <a:avLst/>
          </a:prstGeom>
          <a:solidFill>
            <a:schemeClr val="accent1">
              <a:lumMod val="90000"/>
            </a:schemeClr>
          </a:solidFill>
          <a:ln w="9525">
            <a:solidFill>
              <a:schemeClr val="tx1"/>
            </a:solidFill>
            <a:miter lim="800000"/>
            <a:headEnd/>
            <a:tailEnd/>
          </a:ln>
          <a:effectLst/>
        </p:spPr>
        <p:txBody>
          <a:bodyPr wrap="none" anchor="ctr"/>
          <a:lstStyle/>
          <a:p>
            <a:pPr eaLnBrk="1" hangingPunct="1">
              <a:defRPr/>
            </a:pPr>
            <a:endParaRPr lang="en-US" sz="1050">
              <a:latin typeface="Arial" charset="0"/>
            </a:endParaRPr>
          </a:p>
        </p:txBody>
      </p:sp>
      <p:sp>
        <p:nvSpPr>
          <p:cNvPr id="1042" name="Rectangle 9">
            <a:extLst>
              <a:ext uri="{FF2B5EF4-FFF2-40B4-BE49-F238E27FC236}">
                <a16:creationId xmlns="" xmlns:a16="http://schemas.microsoft.com/office/drawing/2014/main" id="{771D4723-384D-312F-C570-D88A3164BF2C}"/>
              </a:ext>
            </a:extLst>
          </p:cNvPr>
          <p:cNvSpPr>
            <a:spLocks noChangeArrowheads="1"/>
          </p:cNvSpPr>
          <p:nvPr userDrawn="1"/>
        </p:nvSpPr>
        <p:spPr bwMode="auto">
          <a:xfrm>
            <a:off x="0" y="6248400"/>
            <a:ext cx="4648200" cy="609600"/>
          </a:xfrm>
          <a:prstGeom prst="rect">
            <a:avLst/>
          </a:prstGeom>
          <a:solidFill>
            <a:schemeClr val="tx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050"/>
          </a:p>
        </p:txBody>
      </p:sp>
      <p:sp>
        <p:nvSpPr>
          <p:cNvPr id="25" name="Rectangle 10">
            <a:extLst>
              <a:ext uri="{FF2B5EF4-FFF2-40B4-BE49-F238E27FC236}">
                <a16:creationId xmlns="" xmlns:a16="http://schemas.microsoft.com/office/drawing/2014/main" id="{27E7EDF8-BB22-62B3-5437-B247509048F2}"/>
              </a:ext>
            </a:extLst>
          </p:cNvPr>
          <p:cNvSpPr>
            <a:spLocks noChangeArrowheads="1"/>
          </p:cNvSpPr>
          <p:nvPr userDrawn="1"/>
        </p:nvSpPr>
        <p:spPr bwMode="auto">
          <a:xfrm>
            <a:off x="2514600" y="6248400"/>
            <a:ext cx="6629400" cy="609600"/>
          </a:xfrm>
          <a:prstGeom prst="rect">
            <a:avLst/>
          </a:prstGeom>
          <a:solidFill>
            <a:schemeClr val="accent1">
              <a:lumMod val="90000"/>
            </a:schemeClr>
          </a:solidFill>
          <a:ln w="9525">
            <a:solidFill>
              <a:schemeClr val="tx1"/>
            </a:solidFill>
            <a:miter lim="800000"/>
            <a:headEnd/>
            <a:tailEnd/>
          </a:ln>
          <a:effectLst/>
        </p:spPr>
        <p:txBody>
          <a:bodyPr wrap="none" anchor="ctr"/>
          <a:lstStyle/>
          <a:p>
            <a:pPr eaLnBrk="1" hangingPunct="1">
              <a:defRPr/>
            </a:pPr>
            <a:endParaRPr lang="en-US" sz="1050">
              <a:latin typeface="Arial" charset="0"/>
            </a:endParaRPr>
          </a:p>
        </p:txBody>
      </p:sp>
    </p:spTree>
    <p:extLst>
      <p:ext uri="{BB962C8B-B14F-4D97-AF65-F5344CB8AC3E}">
        <p14:creationId xmlns:p14="http://schemas.microsoft.com/office/powerpoint/2010/main" val="1902936354"/>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transition>
    <p:dissolve/>
  </p:transition>
  <p:txStyles>
    <p:titleStyle>
      <a:lvl1pPr algn="ctr" rtl="0" eaLnBrk="0" fontAlgn="base" hangingPunct="0">
        <a:spcBef>
          <a:spcPct val="0"/>
        </a:spcBef>
        <a:spcAft>
          <a:spcPct val="0"/>
        </a:spcAft>
        <a:defRPr sz="2475" kern="1200">
          <a:solidFill>
            <a:srgbClr val="7B9899"/>
          </a:solidFill>
          <a:latin typeface="+mj-lt"/>
          <a:ea typeface="+mj-ea"/>
          <a:cs typeface="+mj-cs"/>
        </a:defRPr>
      </a:lvl1pPr>
      <a:lvl2pPr algn="ctr" rtl="0" eaLnBrk="0" fontAlgn="base" hangingPunct="0">
        <a:spcBef>
          <a:spcPct val="0"/>
        </a:spcBef>
        <a:spcAft>
          <a:spcPct val="0"/>
        </a:spcAft>
        <a:defRPr sz="2475">
          <a:solidFill>
            <a:srgbClr val="7B9899"/>
          </a:solidFill>
          <a:latin typeface="Georgia" pitchFamily="18" charset="0"/>
        </a:defRPr>
      </a:lvl2pPr>
      <a:lvl3pPr algn="ctr" rtl="0" eaLnBrk="0" fontAlgn="base" hangingPunct="0">
        <a:spcBef>
          <a:spcPct val="0"/>
        </a:spcBef>
        <a:spcAft>
          <a:spcPct val="0"/>
        </a:spcAft>
        <a:defRPr sz="2475">
          <a:solidFill>
            <a:srgbClr val="7B9899"/>
          </a:solidFill>
          <a:latin typeface="Georgia" pitchFamily="18" charset="0"/>
        </a:defRPr>
      </a:lvl3pPr>
      <a:lvl4pPr algn="ctr" rtl="0" eaLnBrk="0" fontAlgn="base" hangingPunct="0">
        <a:spcBef>
          <a:spcPct val="0"/>
        </a:spcBef>
        <a:spcAft>
          <a:spcPct val="0"/>
        </a:spcAft>
        <a:defRPr sz="2475">
          <a:solidFill>
            <a:srgbClr val="7B9899"/>
          </a:solidFill>
          <a:latin typeface="Georgia" pitchFamily="18" charset="0"/>
        </a:defRPr>
      </a:lvl4pPr>
      <a:lvl5pPr algn="ctr" rtl="0" eaLnBrk="0" fontAlgn="base" hangingPunct="0">
        <a:spcBef>
          <a:spcPct val="0"/>
        </a:spcBef>
        <a:spcAft>
          <a:spcPct val="0"/>
        </a:spcAft>
        <a:defRPr sz="2475">
          <a:solidFill>
            <a:srgbClr val="7B9899"/>
          </a:solidFill>
          <a:latin typeface="Georgia" pitchFamily="18" charset="0"/>
        </a:defRPr>
      </a:lvl5pPr>
      <a:lvl6pPr marL="342900" algn="ctr" rtl="0" fontAlgn="base">
        <a:spcBef>
          <a:spcPct val="0"/>
        </a:spcBef>
        <a:spcAft>
          <a:spcPct val="0"/>
        </a:spcAft>
        <a:defRPr sz="2475">
          <a:solidFill>
            <a:srgbClr val="7B9899"/>
          </a:solidFill>
          <a:latin typeface="Georgia" pitchFamily="18" charset="0"/>
        </a:defRPr>
      </a:lvl6pPr>
      <a:lvl7pPr marL="685800" algn="ctr" rtl="0" fontAlgn="base">
        <a:spcBef>
          <a:spcPct val="0"/>
        </a:spcBef>
        <a:spcAft>
          <a:spcPct val="0"/>
        </a:spcAft>
        <a:defRPr sz="2475">
          <a:solidFill>
            <a:srgbClr val="7B9899"/>
          </a:solidFill>
          <a:latin typeface="Georgia" pitchFamily="18" charset="0"/>
        </a:defRPr>
      </a:lvl7pPr>
      <a:lvl8pPr marL="1028700" algn="ctr" rtl="0" fontAlgn="base">
        <a:spcBef>
          <a:spcPct val="0"/>
        </a:spcBef>
        <a:spcAft>
          <a:spcPct val="0"/>
        </a:spcAft>
        <a:defRPr sz="2475">
          <a:solidFill>
            <a:srgbClr val="7B9899"/>
          </a:solidFill>
          <a:latin typeface="Georgia" pitchFamily="18" charset="0"/>
        </a:defRPr>
      </a:lvl8pPr>
      <a:lvl9pPr marL="1371600" algn="ctr" rtl="0" fontAlgn="base">
        <a:spcBef>
          <a:spcPct val="0"/>
        </a:spcBef>
        <a:spcAft>
          <a:spcPct val="0"/>
        </a:spcAft>
        <a:defRPr sz="2475">
          <a:solidFill>
            <a:srgbClr val="7B9899"/>
          </a:solidFill>
          <a:latin typeface="Georgia" pitchFamily="18" charset="0"/>
        </a:defRPr>
      </a:lvl9pPr>
    </p:titleStyle>
    <p:bodyStyle>
      <a:lvl1pPr marL="204788" indent="-204788" algn="l" rtl="0" eaLnBrk="0" fontAlgn="base" hangingPunct="0">
        <a:spcBef>
          <a:spcPct val="20000"/>
        </a:spcBef>
        <a:spcAft>
          <a:spcPct val="0"/>
        </a:spcAft>
        <a:buClr>
          <a:schemeClr val="accent1"/>
        </a:buClr>
        <a:buSzPct val="85000"/>
        <a:buFont typeface="Wingdings 2" panose="05020102010507070707" pitchFamily="18" charset="2"/>
        <a:buChar char=""/>
        <a:defRPr sz="2025" kern="1200">
          <a:solidFill>
            <a:schemeClr val="tx1"/>
          </a:solidFill>
          <a:latin typeface="+mn-lt"/>
          <a:ea typeface="+mn-ea"/>
          <a:cs typeface="+mn-cs"/>
        </a:defRPr>
      </a:lvl1pPr>
      <a:lvl2pPr marL="410766" indent="-204788" algn="l" rtl="0" eaLnBrk="0" fontAlgn="base" hangingPunct="0">
        <a:spcBef>
          <a:spcPct val="20000"/>
        </a:spcBef>
        <a:spcAft>
          <a:spcPct val="0"/>
        </a:spcAft>
        <a:buClr>
          <a:schemeClr val="accent2"/>
        </a:buClr>
        <a:buSzPct val="70000"/>
        <a:buFont typeface="Wingdings" panose="05000000000000000000" pitchFamily="2" charset="2"/>
        <a:buChar char=""/>
        <a:defRPr sz="1650" kern="1200">
          <a:solidFill>
            <a:schemeClr val="tx2"/>
          </a:solidFill>
          <a:latin typeface="+mn-lt"/>
          <a:ea typeface="+mn-ea"/>
          <a:cs typeface="+mn-cs"/>
        </a:defRPr>
      </a:lvl2pPr>
      <a:lvl3pPr marL="616744" indent="-171450" algn="l" rtl="0" eaLnBrk="0" fontAlgn="base" hangingPunct="0">
        <a:spcBef>
          <a:spcPct val="20000"/>
        </a:spcBef>
        <a:spcAft>
          <a:spcPct val="0"/>
        </a:spcAft>
        <a:buClr>
          <a:srgbClr val="8CADAE"/>
        </a:buClr>
        <a:buSzPct val="75000"/>
        <a:buFont typeface="Wingdings 2" panose="05020102010507070707" pitchFamily="18" charset="2"/>
        <a:buChar char=""/>
        <a:defRPr sz="1500" kern="1200">
          <a:solidFill>
            <a:schemeClr val="tx1"/>
          </a:solidFill>
          <a:latin typeface="+mn-lt"/>
          <a:ea typeface="+mn-ea"/>
          <a:cs typeface="+mn-cs"/>
        </a:defRPr>
      </a:lvl3pPr>
      <a:lvl4pPr marL="822722" indent="-171450" algn="l" rtl="0" eaLnBrk="0" fontAlgn="base" hangingPunct="0">
        <a:spcBef>
          <a:spcPct val="20000"/>
        </a:spcBef>
        <a:spcAft>
          <a:spcPct val="0"/>
        </a:spcAft>
        <a:buClr>
          <a:srgbClr val="8C7B70"/>
        </a:buClr>
        <a:buSzPct val="70000"/>
        <a:buFont typeface="Wingdings" panose="05000000000000000000" pitchFamily="2" charset="2"/>
        <a:buChar char=""/>
        <a:defRPr sz="1500" kern="1200">
          <a:solidFill>
            <a:schemeClr val="tx2"/>
          </a:solidFill>
          <a:latin typeface="+mn-lt"/>
          <a:ea typeface="+mn-ea"/>
          <a:cs typeface="+mn-cs"/>
        </a:defRPr>
      </a:lvl4pPr>
      <a:lvl5pPr marL="1028700" indent="-171450" algn="l" rtl="0" eaLnBrk="0" fontAlgn="base" hangingPunct="0">
        <a:spcBef>
          <a:spcPct val="20000"/>
        </a:spcBef>
        <a:spcAft>
          <a:spcPct val="0"/>
        </a:spcAft>
        <a:buClr>
          <a:srgbClr val="8FB08C"/>
        </a:buClr>
        <a:buChar char="•"/>
        <a:defRPr sz="1500" kern="1200">
          <a:solidFill>
            <a:schemeClr val="tx1"/>
          </a:solidFill>
          <a:latin typeface="+mn-lt"/>
          <a:ea typeface="+mn-ea"/>
          <a:cs typeface="+mn-cs"/>
        </a:defRPr>
      </a:lvl5pPr>
      <a:lvl6pPr marL="1234440" indent="-137160" algn="l" rtl="0" eaLnBrk="1" latinLnBrk="0" hangingPunct="1">
        <a:spcBef>
          <a:spcPct val="20000"/>
        </a:spcBef>
        <a:buClr>
          <a:schemeClr val="accent6"/>
        </a:buClr>
        <a:buSzPct val="80000"/>
        <a:buFont typeface="Wingdings 2"/>
        <a:buChar char=""/>
        <a:defRPr kumimoji="0" sz="1350" kern="1200">
          <a:solidFill>
            <a:schemeClr val="tx1"/>
          </a:solidFill>
          <a:latin typeface="+mn-lt"/>
          <a:ea typeface="+mn-ea"/>
          <a:cs typeface="+mn-cs"/>
        </a:defRPr>
      </a:lvl6pPr>
      <a:lvl7pPr marL="1440180" indent="-137160" algn="l" rtl="0" eaLnBrk="1" latinLnBrk="0" hangingPunct="1">
        <a:spcBef>
          <a:spcPct val="20000"/>
        </a:spcBef>
        <a:buClr>
          <a:schemeClr val="accent1">
            <a:shade val="75000"/>
          </a:schemeClr>
        </a:buClr>
        <a:buSzPct val="90000"/>
        <a:buChar char="•"/>
        <a:defRPr kumimoji="0" sz="1200" kern="1200" baseline="0">
          <a:solidFill>
            <a:schemeClr val="tx1"/>
          </a:solidFill>
          <a:latin typeface="+mn-lt"/>
          <a:ea typeface="+mn-ea"/>
          <a:cs typeface="+mn-cs"/>
        </a:defRPr>
      </a:lvl7pPr>
      <a:lvl8pPr marL="1577340" indent="-137160" algn="l" rtl="0" eaLnBrk="1" latinLnBrk="0" hangingPunct="1">
        <a:spcBef>
          <a:spcPct val="20000"/>
        </a:spcBef>
        <a:buClr>
          <a:schemeClr val="accent4">
            <a:shade val="75000"/>
          </a:schemeClr>
        </a:buClr>
        <a:buChar char="•"/>
        <a:defRPr kumimoji="0" sz="1200" kern="1200">
          <a:solidFill>
            <a:schemeClr val="tx1"/>
          </a:solidFill>
          <a:latin typeface="+mn-lt"/>
          <a:ea typeface="+mn-ea"/>
          <a:cs typeface="+mn-cs"/>
        </a:defRPr>
      </a:lvl8pPr>
      <a:lvl9pPr marL="1783080" indent="-137160" algn="l" rtl="0" eaLnBrk="1" latinLnBrk="0" hangingPunct="1">
        <a:spcBef>
          <a:spcPct val="20000"/>
        </a:spcBef>
        <a:buClr>
          <a:schemeClr val="accent2">
            <a:shade val="75000"/>
          </a:schemeClr>
        </a:buClr>
        <a:buSzPct val="90000"/>
        <a:buChar char="•"/>
        <a:defRPr kumimoji="0" sz="105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54.xml.rels><?xml version="1.0" encoding="UTF-8" standalone="yes"?>
<Relationships xmlns="http://schemas.openxmlformats.org/package/2006/relationships"><Relationship Id="rId2" Type="http://schemas.openxmlformats.org/officeDocument/2006/relationships/image" Target="../media/image221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6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65.xml.rels><?xml version="1.0" encoding="UTF-8" standalone="yes"?>
<Relationships xmlns="http://schemas.openxmlformats.org/package/2006/relationships"><Relationship Id="rId2" Type="http://schemas.openxmlformats.org/officeDocument/2006/relationships/image" Target="../media/image232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7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7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8.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57.png"/><Relationship Id="rId4" Type="http://schemas.openxmlformats.org/officeDocument/2006/relationships/image" Target="../media/image67.png"/></Relationships>
</file>

<file path=ppt/slides/_rels/slide83.xml.rels><?xml version="1.0" encoding="UTF-8" standalone="yes"?>
<Relationships xmlns="http://schemas.openxmlformats.org/package/2006/relationships"><Relationship Id="rId3" Type="http://schemas.openxmlformats.org/officeDocument/2006/relationships/image" Target="../media/image263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8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9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9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86.png"/><Relationship Id="rId4" Type="http://schemas.openxmlformats.org/officeDocument/2006/relationships/image" Target="../media/image70.png"/></Relationships>
</file>

<file path=ppt/slides/_rels/slide9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9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9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30.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840.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850.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NULL"/><Relationship Id="rId7" Type="http://schemas.openxmlformats.org/officeDocument/2006/relationships/image" Target="../media/image101.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89.wmf"/><Relationship Id="rId4" Type="http://schemas.openxmlformats.org/officeDocument/2006/relationships/oleObject" Target="../embeddings/oleObject2.bin"/></Relationships>
</file>

<file path=ppt/slides/_rels/slide11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11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97.emf"/><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115.png"/></Relationships>
</file>

<file path=ppt/slides/_rels/slide134.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9.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image" Target="../media/image118.jpe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7.xml"/><Relationship Id="rId4" Type="http://schemas.openxmlformats.org/officeDocument/2006/relationships/image" Target="../media/image122.gif"/></Relationships>
</file>

<file path=ppt/slides/_rels/slide14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23.wmf"/></Relationships>
</file>

<file path=ppt/slides/_rels/slide146.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2.xml.rels><?xml version="1.0" encoding="UTF-8" standalone="yes"?>
<Relationships xmlns="http://schemas.openxmlformats.org/package/2006/relationships"><Relationship Id="rId2" Type="http://schemas.openxmlformats.org/officeDocument/2006/relationships/image" Target="../media/image125.gif"/><Relationship Id="rId1" Type="http://schemas.openxmlformats.org/officeDocument/2006/relationships/slideLayout" Target="../slideLayouts/slideLayout3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5.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52D27990-20CC-3F1A-5AAA-95E3605F72B1}"/>
              </a:ext>
            </a:extLst>
          </p:cNvPr>
          <p:cNvSpPr txBox="1"/>
          <p:nvPr/>
        </p:nvSpPr>
        <p:spPr>
          <a:xfrm>
            <a:off x="914400" y="609600"/>
            <a:ext cx="7086600" cy="1754326"/>
          </a:xfrm>
          <a:prstGeom prst="rect">
            <a:avLst/>
          </a:prstGeom>
          <a:noFill/>
        </p:spPr>
        <p:txBody>
          <a:bodyPr wrap="square">
            <a:spAutoFit/>
          </a:bodyPr>
          <a:lstStyle/>
          <a:p>
            <a:pPr algn="ctr"/>
            <a:r>
              <a:rPr lang="en-GB" sz="3600" b="1" dirty="0">
                <a:solidFill>
                  <a:srgbClr val="C00000"/>
                </a:solidFill>
                <a:effectLst/>
              </a:rPr>
              <a:t>Module-4</a:t>
            </a:r>
          </a:p>
          <a:p>
            <a:pPr algn="ctr"/>
            <a:r>
              <a:rPr lang="en-US" sz="3600" b="1" dirty="0">
                <a:solidFill>
                  <a:srgbClr val="C00000"/>
                </a:solidFill>
                <a:effectLst/>
              </a:rPr>
              <a:t>DESIGN OF EXPERIMENTS AND OPTIMIZATION METHODS</a:t>
            </a:r>
            <a:endParaRPr lang="en-US" sz="3600" b="1" dirty="0"/>
          </a:p>
        </p:txBody>
      </p:sp>
      <p:sp>
        <p:nvSpPr>
          <p:cNvPr id="5" name="TextBox 4">
            <a:extLst>
              <a:ext uri="{FF2B5EF4-FFF2-40B4-BE49-F238E27FC236}">
                <a16:creationId xmlns="" xmlns:a16="http://schemas.microsoft.com/office/drawing/2014/main" id="{8FA7BCEB-0CD5-7B32-4576-74E1D3587420}"/>
              </a:ext>
            </a:extLst>
          </p:cNvPr>
          <p:cNvSpPr txBox="1"/>
          <p:nvPr/>
        </p:nvSpPr>
        <p:spPr>
          <a:xfrm>
            <a:off x="762000" y="4185084"/>
            <a:ext cx="7848600" cy="1754326"/>
          </a:xfrm>
          <a:prstGeom prst="rect">
            <a:avLst/>
          </a:prstGeom>
          <a:noFill/>
        </p:spPr>
        <p:txBody>
          <a:bodyPr wrap="square">
            <a:spAutoFit/>
          </a:bodyPr>
          <a:lstStyle/>
          <a:p>
            <a:pPr algn="just"/>
            <a:r>
              <a:rPr lang="en-GB" sz="1800" dirty="0">
                <a:effectLst/>
                <a:latin typeface="Garamond" panose="02020404030301010803" pitchFamily="18" charset="0"/>
                <a:ea typeface="Calibri" panose="020F0502020204030204" pitchFamily="34" charset="0"/>
                <a:cs typeface="Times New Roman" panose="02020603050405020304" pitchFamily="18" charset="0"/>
              </a:rPr>
              <a:t>Design of experiments; Basic experimental designs; Completely randomized design; Randomized block design; Latin square design; Full factorial design - 2</a:t>
            </a:r>
            <a:r>
              <a:rPr lang="en-GB" sz="1800" baseline="30000" dirty="0">
                <a:effectLst/>
                <a:latin typeface="Garamond" panose="02020404030301010803" pitchFamily="18" charset="0"/>
                <a:ea typeface="Calibri" panose="020F0502020204030204" pitchFamily="34" charset="0"/>
                <a:cs typeface="Times New Roman" panose="02020603050405020304" pitchFamily="18" charset="0"/>
              </a:rPr>
              <a:t>2</a:t>
            </a:r>
            <a:r>
              <a:rPr lang="en-GB" sz="1800" dirty="0">
                <a:effectLst/>
                <a:latin typeface="Garamond" panose="02020404030301010803" pitchFamily="18" charset="0"/>
                <a:ea typeface="Calibri" panose="020F0502020204030204" pitchFamily="34" charset="0"/>
                <a:cs typeface="Times New Roman" panose="02020603050405020304" pitchFamily="18" charset="0"/>
              </a:rPr>
              <a:t>, 2</a:t>
            </a:r>
            <a:r>
              <a:rPr lang="en-GB" sz="1800" baseline="30000" dirty="0">
                <a:effectLst/>
                <a:latin typeface="Garamond" panose="02020404030301010803" pitchFamily="18" charset="0"/>
                <a:ea typeface="Calibri" panose="020F0502020204030204" pitchFamily="34" charset="0"/>
                <a:cs typeface="Times New Roman" panose="02020603050405020304" pitchFamily="18" charset="0"/>
              </a:rPr>
              <a:t>3</a:t>
            </a:r>
            <a:r>
              <a:rPr lang="en-GB" sz="1800" dirty="0">
                <a:effectLst/>
                <a:latin typeface="Garamond" panose="02020404030301010803" pitchFamily="18" charset="0"/>
                <a:ea typeface="Calibri" panose="020F0502020204030204" pitchFamily="34" charset="0"/>
                <a:cs typeface="Times New Roman" panose="02020603050405020304" pitchFamily="18" charset="0"/>
              </a:rPr>
              <a:t> and 2</a:t>
            </a:r>
            <a:r>
              <a:rPr lang="en-GB" sz="1800" baseline="30000" dirty="0">
                <a:effectLst/>
                <a:latin typeface="Garamond" panose="02020404030301010803" pitchFamily="18" charset="0"/>
                <a:ea typeface="Calibri" panose="020F0502020204030204" pitchFamily="34" charset="0"/>
                <a:cs typeface="Times New Roman" panose="02020603050405020304" pitchFamily="18" charset="0"/>
              </a:rPr>
              <a:t>k</a:t>
            </a:r>
            <a:r>
              <a:rPr lang="en-GB" sz="1800" dirty="0">
                <a:effectLst/>
                <a:latin typeface="Garamond" panose="02020404030301010803" pitchFamily="18" charset="0"/>
                <a:ea typeface="Calibri" panose="020F0502020204030204" pitchFamily="34" charset="0"/>
                <a:cs typeface="Times New Roman" panose="02020603050405020304" pitchFamily="18" charset="0"/>
              </a:rPr>
              <a:t>; Fractional factorial designs; Taguchi methodology – Orthogonal array; S/N ratio – Taguchi method for optimization; Response surface method –</a:t>
            </a:r>
            <a:r>
              <a:rPr lang="en-US" sz="1800" dirty="0">
                <a:effectLst/>
                <a:latin typeface="Garamond" panose="02020404030301010803" pitchFamily="18" charset="0"/>
                <a:ea typeface="Calibri" panose="020F0502020204030204" pitchFamily="34" charset="0"/>
                <a:cs typeface="Times New Roman" panose="02020603050405020304" pitchFamily="18" charset="0"/>
              </a:rPr>
              <a:t> multi response </a:t>
            </a:r>
            <a:r>
              <a:rPr lang="en-GB" sz="1800" dirty="0">
                <a:effectLst/>
                <a:latin typeface="Garamond" panose="02020404030301010803" pitchFamily="18" charset="0"/>
                <a:ea typeface="Calibri" panose="020F0502020204030204" pitchFamily="34" charset="0"/>
                <a:cs typeface="Times New Roman" panose="02020603050405020304" pitchFamily="18" charset="0"/>
              </a:rPr>
              <a:t>optimization. Global optimization techniques – evolutionary and swarm algorithms – examples and case studies.</a:t>
            </a:r>
            <a:endParaRPr lang="en-US" sz="1800" dirty="0">
              <a:effectLst/>
              <a:latin typeface="Garamond" panose="020204040303010108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32706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4785" y="146129"/>
            <a:ext cx="6449583" cy="431800"/>
          </a:xfrm>
        </p:spPr>
        <p:txBody>
          <a:bodyPr/>
          <a:lstStyle/>
          <a:p>
            <a:r>
              <a:rPr lang="en-US" dirty="0"/>
              <a:t>Design of Experiment (DOE) Terminology</a:t>
            </a:r>
            <a:endParaRPr lang="en-IN" dirty="0"/>
          </a:p>
        </p:txBody>
      </p:sp>
      <p:sp>
        <p:nvSpPr>
          <p:cNvPr id="3" name="Content Placeholder 2"/>
          <p:cNvSpPr>
            <a:spLocks noGrp="1"/>
          </p:cNvSpPr>
          <p:nvPr>
            <p:ph idx="1"/>
          </p:nvPr>
        </p:nvSpPr>
        <p:spPr>
          <a:xfrm>
            <a:off x="179512" y="572249"/>
            <a:ext cx="8748971" cy="3665471"/>
          </a:xfrm>
        </p:spPr>
        <p:txBody>
          <a:bodyPr/>
          <a:lstStyle/>
          <a:p>
            <a:pPr algn="just" latinLnBrk="0">
              <a:lnSpc>
                <a:spcPct val="120000"/>
              </a:lnSpc>
              <a:spcBef>
                <a:spcPts val="0"/>
              </a:spcBef>
            </a:pPr>
            <a:r>
              <a:rPr lang="en-US" sz="1800" b="1" dirty="0">
                <a:latin typeface="Arial" panose="020B0604020202020204" pitchFamily="34" charset="0"/>
                <a:cs typeface="Arial" panose="020B0604020202020204" pitchFamily="34" charset="0"/>
              </a:rPr>
              <a:t>Factors</a:t>
            </a:r>
          </a:p>
          <a:p>
            <a:pPr lvl="1" algn="just" latinLnBrk="0">
              <a:lnSpc>
                <a:spcPct val="120000"/>
              </a:lnSpc>
              <a:spcBef>
                <a:spcPts val="0"/>
              </a:spcBef>
            </a:pPr>
            <a:r>
              <a:rPr lang="en-US" sz="1430" dirty="0">
                <a:latin typeface="Arial" panose="020B0604020202020204" pitchFamily="34" charset="0"/>
                <a:cs typeface="Arial" panose="020B0604020202020204" pitchFamily="34" charset="0"/>
              </a:rPr>
              <a:t>Controllable variables that are deliberately manipulated to determine the individual and joint effects on the response(s), OR Factors are those quantities that affect the outcome of an experiment, Example: heat source, lid, shape of pot etc.</a:t>
            </a:r>
          </a:p>
          <a:p>
            <a:pPr lvl="1" algn="just" latinLnBrk="0">
              <a:lnSpc>
                <a:spcPct val="120000"/>
              </a:lnSpc>
              <a:spcBef>
                <a:spcPts val="0"/>
              </a:spcBef>
            </a:pPr>
            <a:r>
              <a:rPr lang="en-US" sz="1430" dirty="0">
                <a:latin typeface="Arial" panose="020B0604020202020204" pitchFamily="34" charset="0"/>
                <a:cs typeface="Arial" panose="020B0604020202020204" pitchFamily="34" charset="0"/>
              </a:rPr>
              <a:t>A variable or attribute which influences or is suspected of  influencing the characteristic being investigated. All input variables which affect the output of a system are  factors</a:t>
            </a:r>
          </a:p>
          <a:p>
            <a:pPr lvl="1" algn="just" latinLnBrk="0">
              <a:lnSpc>
                <a:spcPct val="120000"/>
              </a:lnSpc>
              <a:spcBef>
                <a:spcPts val="0"/>
              </a:spcBef>
            </a:pPr>
            <a:r>
              <a:rPr lang="en-US" sz="1430" dirty="0">
                <a:latin typeface="Arial" panose="020B0604020202020204" pitchFamily="34" charset="0"/>
                <a:cs typeface="Arial" panose="020B0604020202020204" pitchFamily="34" charset="0"/>
              </a:rPr>
              <a:t>Factors are varied in the experiment. They can be controlled at fixed levels. They can be varied or set at levels of our interest.</a:t>
            </a:r>
          </a:p>
          <a:p>
            <a:pPr lvl="1" algn="just" latinLnBrk="0">
              <a:lnSpc>
                <a:spcPct val="120000"/>
              </a:lnSpc>
              <a:spcBef>
                <a:spcPts val="0"/>
              </a:spcBef>
            </a:pPr>
            <a:r>
              <a:rPr lang="en-US" sz="1430" dirty="0">
                <a:latin typeface="Arial" panose="020B0604020202020204" pitchFamily="34" charset="0"/>
                <a:cs typeface="Arial" panose="020B0604020202020204" pitchFamily="34" charset="0"/>
              </a:rPr>
              <a:t>Two types of variables or factors : quantitative and qualitative</a:t>
            </a:r>
          </a:p>
          <a:p>
            <a:pPr lvl="1" algn="just" latinLnBrk="0">
              <a:lnSpc>
                <a:spcPct val="120000"/>
              </a:lnSpc>
              <a:spcBef>
                <a:spcPts val="0"/>
              </a:spcBef>
            </a:pPr>
            <a:r>
              <a:rPr lang="en-US" sz="1430" dirty="0">
                <a:latin typeface="Arial" panose="020B0604020202020204" pitchFamily="34" charset="0"/>
                <a:cs typeface="Arial" panose="020B0604020202020204" pitchFamily="34" charset="0"/>
              </a:rPr>
              <a:t>Quantitative – how the range of settings to be measured  and controlled e.g. temperature , pressure in the process  yield experiment</a:t>
            </a:r>
          </a:p>
          <a:p>
            <a:pPr lvl="1" algn="just" latinLnBrk="0">
              <a:lnSpc>
                <a:spcPct val="120000"/>
              </a:lnSpc>
              <a:spcBef>
                <a:spcPts val="0"/>
              </a:spcBef>
            </a:pPr>
            <a:r>
              <a:rPr lang="en-US" sz="1430" dirty="0">
                <a:latin typeface="Arial" panose="020B0604020202020204" pitchFamily="34" charset="0"/>
                <a:cs typeface="Arial" panose="020B0604020202020204" pitchFamily="34" charset="0"/>
              </a:rPr>
              <a:t>These are also called independent variables.</a:t>
            </a:r>
          </a:p>
          <a:p>
            <a:pPr algn="just" latinLnBrk="0">
              <a:lnSpc>
                <a:spcPct val="120000"/>
              </a:lnSpc>
              <a:spcBef>
                <a:spcPts val="0"/>
              </a:spcBef>
            </a:pPr>
            <a:r>
              <a:rPr lang="en-US" sz="1800" b="1" dirty="0">
                <a:latin typeface="Arial" panose="020B0604020202020204" pitchFamily="34" charset="0"/>
                <a:cs typeface="Arial" panose="020B0604020202020204" pitchFamily="34" charset="0"/>
              </a:rPr>
              <a:t>Levels</a:t>
            </a:r>
          </a:p>
          <a:p>
            <a:pPr lvl="1" algn="just" eaLnBrk="1" latinLnBrk="0" hangingPunct="1">
              <a:lnSpc>
                <a:spcPct val="120000"/>
              </a:lnSpc>
              <a:spcBef>
                <a:spcPts val="0"/>
              </a:spcBef>
            </a:pPr>
            <a:r>
              <a:rPr lang="en-US" altLang="en-US" sz="1400" dirty="0">
                <a:latin typeface="Arial" panose="020B0604020202020204" pitchFamily="34" charset="0"/>
                <a:ea typeface="Calibri"/>
                <a:cs typeface="Arial" panose="020B0604020202020204" pitchFamily="34" charset="0"/>
              </a:rPr>
              <a:t>Specified value or setting of the factor being examined in  the experiment.</a:t>
            </a:r>
          </a:p>
          <a:p>
            <a:pPr lvl="1" algn="just" eaLnBrk="1" latinLnBrk="0" hangingPunct="1">
              <a:lnSpc>
                <a:spcPct val="120000"/>
              </a:lnSpc>
              <a:spcBef>
                <a:spcPts val="0"/>
              </a:spcBef>
            </a:pPr>
            <a:r>
              <a:rPr lang="en-US" altLang="en-US" sz="1400" dirty="0">
                <a:latin typeface="Arial" panose="020B0604020202020204" pitchFamily="34" charset="0"/>
                <a:ea typeface="Calibri"/>
                <a:cs typeface="Arial" panose="020B0604020202020204" pitchFamily="34" charset="0"/>
              </a:rPr>
              <a:t>The values of a factor/independent variable being examined in an experiment.</a:t>
            </a:r>
          </a:p>
          <a:p>
            <a:pPr lvl="1" algn="just" eaLnBrk="1" latinLnBrk="0" hangingPunct="1">
              <a:lnSpc>
                <a:spcPct val="120000"/>
              </a:lnSpc>
              <a:spcBef>
                <a:spcPts val="0"/>
              </a:spcBef>
            </a:pPr>
            <a:r>
              <a:rPr lang="en-US" altLang="en-US" sz="1400" b="1" dirty="0">
                <a:latin typeface="Arial" panose="020B0604020202020204" pitchFamily="34" charset="0"/>
                <a:ea typeface="Calibri"/>
                <a:cs typeface="Arial" panose="020B0604020202020204" pitchFamily="34" charset="0"/>
              </a:rPr>
              <a:t>If the factor is an attribute</a:t>
            </a:r>
            <a:r>
              <a:rPr lang="en-US" altLang="en-US" sz="1400" dirty="0">
                <a:latin typeface="Arial" panose="020B0604020202020204" pitchFamily="34" charset="0"/>
                <a:ea typeface="Calibri"/>
                <a:cs typeface="Arial" panose="020B0604020202020204" pitchFamily="34" charset="0"/>
              </a:rPr>
              <a:t>, each of its </a:t>
            </a:r>
            <a:r>
              <a:rPr lang="en-US" altLang="en-US" sz="1400" b="1" dirty="0">
                <a:latin typeface="Arial" panose="020B0604020202020204" pitchFamily="34" charset="0"/>
                <a:ea typeface="Calibri"/>
                <a:cs typeface="Arial" panose="020B0604020202020204" pitchFamily="34" charset="0"/>
              </a:rPr>
              <a:t>state is a level</a:t>
            </a:r>
            <a:r>
              <a:rPr lang="en-US" altLang="en-US" sz="1400" dirty="0">
                <a:latin typeface="Arial" panose="020B0604020202020204" pitchFamily="34" charset="0"/>
                <a:ea typeface="Calibri"/>
                <a:cs typeface="Arial" panose="020B0604020202020204" pitchFamily="34" charset="0"/>
              </a:rPr>
              <a:t>. </a:t>
            </a:r>
          </a:p>
          <a:p>
            <a:pPr marL="422042" lvl="1" indent="0" algn="just" eaLnBrk="1" latinLnBrk="0" hangingPunct="1">
              <a:lnSpc>
                <a:spcPct val="120000"/>
              </a:lnSpc>
              <a:spcBef>
                <a:spcPts val="0"/>
              </a:spcBef>
              <a:buNone/>
            </a:pPr>
            <a:r>
              <a:rPr lang="en-US" altLang="en-US" sz="1400" dirty="0">
                <a:latin typeface="Arial" panose="020B0604020202020204" pitchFamily="34" charset="0"/>
                <a:ea typeface="Calibri"/>
                <a:cs typeface="Arial" panose="020B0604020202020204" pitchFamily="34" charset="0"/>
              </a:rPr>
              <a:t>For  example, setting of a switch on or off are the two levels of  the factor switch setting.</a:t>
            </a:r>
          </a:p>
          <a:p>
            <a:pPr marL="422042" lvl="1" indent="0" algn="just" eaLnBrk="1" latinLnBrk="0" hangingPunct="1">
              <a:lnSpc>
                <a:spcPct val="120000"/>
              </a:lnSpc>
              <a:spcBef>
                <a:spcPts val="0"/>
              </a:spcBef>
              <a:buNone/>
            </a:pPr>
            <a:r>
              <a:rPr lang="en-US" altLang="en-US" sz="1400" dirty="0">
                <a:latin typeface="Arial" panose="020B0604020202020204" pitchFamily="34" charset="0"/>
                <a:ea typeface="Calibri"/>
                <a:cs typeface="Arial" panose="020B0604020202020204" pitchFamily="34" charset="0"/>
              </a:rPr>
              <a:t>- If the factor is a variable, the range is divided into required number of levels. </a:t>
            </a:r>
          </a:p>
          <a:p>
            <a:pPr marL="422042" lvl="1" indent="0" algn="just" eaLnBrk="1" latinLnBrk="0" hangingPunct="1">
              <a:lnSpc>
                <a:spcPct val="120000"/>
              </a:lnSpc>
              <a:spcBef>
                <a:spcPts val="0"/>
              </a:spcBef>
              <a:buNone/>
            </a:pPr>
            <a:r>
              <a:rPr lang="en-US" altLang="en-US" sz="1400" dirty="0">
                <a:latin typeface="Arial" panose="020B0604020202020204" pitchFamily="34" charset="0"/>
                <a:ea typeface="Calibri"/>
                <a:cs typeface="Arial" panose="020B0604020202020204" pitchFamily="34" charset="0"/>
              </a:rPr>
              <a:t>For example, the factor temperature  ranges from 1000 to 1200°C and it is to be studied at three  values say 1000°C, 1100°C and 1200°C, these three  values are the three levels of the factor temperature.</a:t>
            </a:r>
          </a:p>
          <a:p>
            <a:pPr marL="422042" lvl="1" indent="0" algn="just" eaLnBrk="1" latinLnBrk="0" hangingPunct="1">
              <a:lnSpc>
                <a:spcPct val="120000"/>
              </a:lnSpc>
              <a:spcBef>
                <a:spcPts val="0"/>
              </a:spcBef>
              <a:buNone/>
            </a:pPr>
            <a:r>
              <a:rPr lang="en-US" altLang="en-US" sz="1400" dirty="0">
                <a:latin typeface="Arial" panose="020B0604020202020204" pitchFamily="34" charset="0"/>
                <a:ea typeface="Calibri"/>
                <a:cs typeface="Arial" panose="020B0604020202020204" pitchFamily="34" charset="0"/>
              </a:rPr>
              <a:t>The levels can be fixed or random.</a:t>
            </a:r>
          </a:p>
          <a:p>
            <a:pPr marL="422042" lvl="1" indent="0" algn="just" eaLnBrk="1" latinLnBrk="0" hangingPunct="1">
              <a:lnSpc>
                <a:spcPct val="120000"/>
              </a:lnSpc>
              <a:spcBef>
                <a:spcPts val="0"/>
              </a:spcBef>
              <a:buNone/>
            </a:pPr>
            <a:endParaRPr lang="en-US" altLang="en-US" sz="1400" dirty="0">
              <a:latin typeface="Arial" panose="020B0604020202020204" pitchFamily="34" charset="0"/>
              <a:ea typeface="Calibri"/>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2</a:t>
            </a:fld>
            <a:endParaRPr lang="en-US" altLang="ko-KR"/>
          </a:p>
        </p:txBody>
      </p:sp>
    </p:spTree>
    <p:extLst>
      <p:ext uri="{BB962C8B-B14F-4D97-AF65-F5344CB8AC3E}">
        <p14:creationId xmlns:p14="http://schemas.microsoft.com/office/powerpoint/2010/main" val="3479986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r>
              <a:rPr lang="en-US" dirty="0"/>
              <a:t>DOE Terminology</a:t>
            </a:r>
          </a:p>
        </p:txBody>
      </p:sp>
      <p:sp>
        <p:nvSpPr>
          <p:cNvPr id="3" name="Content Placeholder 2"/>
          <p:cNvSpPr>
            <a:spLocks noGrp="1"/>
          </p:cNvSpPr>
          <p:nvPr>
            <p:ph idx="1"/>
          </p:nvPr>
        </p:nvSpPr>
        <p:spPr>
          <a:xfrm>
            <a:off x="613515" y="634382"/>
            <a:ext cx="8229600" cy="2908195"/>
          </a:xfrm>
        </p:spPr>
        <p:txBody>
          <a:bodyPr/>
          <a:lstStyle/>
          <a:p>
            <a:pPr algn="just" latinLnBrk="0">
              <a:lnSpc>
                <a:spcPct val="120000"/>
              </a:lnSpc>
              <a:spcBef>
                <a:spcPts val="0"/>
              </a:spcBef>
              <a:spcAft>
                <a:spcPts val="0"/>
              </a:spcAft>
              <a:buClr>
                <a:schemeClr val="dk1"/>
              </a:buClr>
              <a:buSzPts val="2400"/>
            </a:pPr>
            <a:r>
              <a:rPr lang="en-US" sz="1800" b="1" dirty="0">
                <a:latin typeface="Arial" panose="020B0604020202020204" pitchFamily="34" charset="0"/>
                <a:ea typeface="Calibri"/>
                <a:cs typeface="Arial" panose="020B0604020202020204" pitchFamily="34" charset="0"/>
                <a:sym typeface="Calibri"/>
              </a:rPr>
              <a:t>Treatment</a:t>
            </a:r>
          </a:p>
          <a:p>
            <a:pPr lvl="1" algn="just" eaLnBrk="1" latinLnBrk="0" hangingPunct="1">
              <a:lnSpc>
                <a:spcPct val="120000"/>
              </a:lnSpc>
              <a:spcBef>
                <a:spcPts val="0"/>
              </a:spcBef>
              <a:spcAft>
                <a:spcPts val="0"/>
              </a:spcAft>
            </a:pPr>
            <a:r>
              <a:rPr lang="en-US" altLang="en-US" sz="1800" dirty="0">
                <a:latin typeface="Arial" panose="020B0604020202020204" pitchFamily="34" charset="0"/>
                <a:ea typeface="Calibri"/>
                <a:cs typeface="Arial" panose="020B0604020202020204" pitchFamily="34" charset="0"/>
              </a:rPr>
              <a:t>One set of levels of all factors employed in a given experimental trial. </a:t>
            </a:r>
          </a:p>
          <a:p>
            <a:pPr marL="791327" lvl="2" indent="0" algn="just" eaLnBrk="1" latinLnBrk="0" hangingPunct="1">
              <a:lnSpc>
                <a:spcPct val="120000"/>
              </a:lnSpc>
              <a:spcBef>
                <a:spcPts val="0"/>
              </a:spcBef>
              <a:spcAft>
                <a:spcPts val="0"/>
              </a:spcAft>
              <a:buNone/>
            </a:pPr>
            <a:r>
              <a:rPr lang="en-US" altLang="en-US" sz="1431" dirty="0">
                <a:latin typeface="Arial" panose="020B0604020202020204" pitchFamily="34" charset="0"/>
                <a:ea typeface="Calibri"/>
                <a:cs typeface="Arial" panose="020B0604020202020204" pitchFamily="34" charset="0"/>
              </a:rPr>
              <a:t>For example, an experiment conducted  using </a:t>
            </a:r>
            <a:r>
              <a:rPr lang="en-US" altLang="en-US" sz="1431" b="1" dirty="0">
                <a:latin typeface="Arial" panose="020B0604020202020204" pitchFamily="34" charset="0"/>
                <a:ea typeface="Calibri"/>
                <a:cs typeface="Arial" panose="020B0604020202020204" pitchFamily="34" charset="0"/>
              </a:rPr>
              <a:t>temperature T1 and pressure P1 </a:t>
            </a:r>
            <a:r>
              <a:rPr lang="en-US" altLang="en-US" sz="1431" dirty="0">
                <a:latin typeface="Arial" panose="020B0604020202020204" pitchFamily="34" charset="0"/>
                <a:ea typeface="Calibri"/>
                <a:cs typeface="Arial" panose="020B0604020202020204" pitchFamily="34" charset="0"/>
              </a:rPr>
              <a:t>would constitute  one treatment.</a:t>
            </a:r>
          </a:p>
          <a:p>
            <a:pPr lvl="1" algn="just" eaLnBrk="1" latinLnBrk="0" hangingPunct="1">
              <a:lnSpc>
                <a:spcPct val="120000"/>
              </a:lnSpc>
              <a:spcBef>
                <a:spcPts val="0"/>
              </a:spcBef>
              <a:spcAft>
                <a:spcPts val="0"/>
              </a:spcAft>
            </a:pPr>
            <a:r>
              <a:rPr lang="en-US" altLang="en-US" sz="1800" dirty="0">
                <a:latin typeface="Arial" panose="020B0604020202020204" pitchFamily="34" charset="0"/>
                <a:ea typeface="Calibri"/>
                <a:cs typeface="Arial" panose="020B0604020202020204" pitchFamily="34" charset="0"/>
              </a:rPr>
              <a:t>In the case of single factor experiment, each level of the factor is a treatment.</a:t>
            </a:r>
          </a:p>
          <a:p>
            <a:pPr eaLnBrk="1" hangingPunct="1">
              <a:lnSpc>
                <a:spcPct val="120000"/>
              </a:lnSpc>
              <a:spcBef>
                <a:spcPts val="0"/>
              </a:spcBef>
              <a:spcAft>
                <a:spcPts val="0"/>
              </a:spcAft>
            </a:pPr>
            <a:r>
              <a:rPr lang="en-US" altLang="en-US" sz="1800" b="1" dirty="0">
                <a:latin typeface="Arial" panose="020B0604020202020204" pitchFamily="34" charset="0"/>
                <a:ea typeface="Calibri"/>
                <a:cs typeface="Arial" panose="020B0604020202020204" pitchFamily="34" charset="0"/>
              </a:rPr>
              <a:t>Run or trial :</a:t>
            </a:r>
          </a:p>
          <a:p>
            <a:pPr lvl="1" eaLnBrk="1" hangingPunct="1">
              <a:lnSpc>
                <a:spcPct val="120000"/>
              </a:lnSpc>
              <a:spcBef>
                <a:spcPts val="0"/>
              </a:spcBef>
              <a:spcAft>
                <a:spcPts val="0"/>
              </a:spcAft>
            </a:pPr>
            <a:r>
              <a:rPr lang="en-US" altLang="en-US" sz="1800" dirty="0">
                <a:latin typeface="Arial" panose="020B0604020202020204" pitchFamily="34" charset="0"/>
                <a:ea typeface="Calibri"/>
                <a:cs typeface="Arial" panose="020B0604020202020204" pitchFamily="34" charset="0"/>
              </a:rPr>
              <a:t>a trial or run is a certain combination of factor levels whose  effect on the output (or performance characteristic) is of  interest.</a:t>
            </a:r>
          </a:p>
          <a:p>
            <a:pPr lvl="1" algn="just" eaLnBrk="1" latinLnBrk="0" hangingPunct="1">
              <a:lnSpc>
                <a:spcPct val="120000"/>
              </a:lnSpc>
              <a:spcBef>
                <a:spcPts val="0"/>
              </a:spcBef>
              <a:spcAft>
                <a:spcPts val="0"/>
              </a:spcAft>
            </a:pPr>
            <a:endParaRPr lang="en-US" altLang="en-US" sz="1800" dirty="0">
              <a:latin typeface="Arial" panose="020B0604020202020204" pitchFamily="34" charset="0"/>
              <a:ea typeface="Calibri"/>
              <a:cs typeface="Arial" panose="020B0604020202020204" pitchFamily="34" charset="0"/>
            </a:endParaRPr>
          </a:p>
          <a:p>
            <a:pPr marL="791327" lvl="2" indent="0" algn="just" eaLnBrk="1" latinLnBrk="0" hangingPunct="1">
              <a:lnSpc>
                <a:spcPct val="120000"/>
              </a:lnSpc>
              <a:spcBef>
                <a:spcPts val="0"/>
              </a:spcBef>
              <a:spcAft>
                <a:spcPts val="0"/>
              </a:spcAft>
              <a:buNone/>
            </a:pPr>
            <a:endParaRPr lang="en-US" altLang="en-US" sz="1431" dirty="0">
              <a:latin typeface="Arial" panose="020B0604020202020204" pitchFamily="34" charset="0"/>
              <a:ea typeface="Calibri"/>
              <a:cs typeface="Arial" panose="020B0604020202020204" pitchFamily="34" charset="0"/>
            </a:endParaRPr>
          </a:p>
          <a:p>
            <a:pPr marL="422042" lvl="1" indent="0" algn="just" eaLnBrk="1" latinLnBrk="0" hangingPunct="1">
              <a:lnSpc>
                <a:spcPct val="120000"/>
              </a:lnSpc>
              <a:spcBef>
                <a:spcPts val="0"/>
              </a:spcBef>
              <a:spcAft>
                <a:spcPts val="0"/>
              </a:spcAft>
              <a:buNone/>
            </a:pPr>
            <a:endParaRPr lang="en-US" altLang="en-US" sz="1800" dirty="0">
              <a:latin typeface="Arial" panose="020B0604020202020204" pitchFamily="34" charset="0"/>
              <a:ea typeface="Calibri"/>
              <a:cs typeface="Arial" panose="020B0604020202020204" pitchFamily="34" charset="0"/>
            </a:endParaRPr>
          </a:p>
          <a:p>
            <a:pPr lvl="1" algn="just" eaLnBrk="1" latinLnBrk="0" hangingPunct="1">
              <a:lnSpc>
                <a:spcPct val="120000"/>
              </a:lnSpc>
              <a:spcBef>
                <a:spcPts val="0"/>
              </a:spcBef>
              <a:spcAft>
                <a:spcPts val="0"/>
              </a:spcAft>
            </a:pPr>
            <a:endParaRPr lang="en-US" altLang="en-US" sz="1800" dirty="0">
              <a:latin typeface="Arial" panose="020B0604020202020204" pitchFamily="34" charset="0"/>
              <a:ea typeface="Calibri"/>
              <a:cs typeface="Arial" panose="020B0604020202020204" pitchFamily="34" charset="0"/>
            </a:endParaRPr>
          </a:p>
          <a:p>
            <a:pPr marL="0" indent="0" algn="just" latinLnBrk="0">
              <a:lnSpc>
                <a:spcPct val="120000"/>
              </a:lnSpc>
              <a:spcBef>
                <a:spcPts val="0"/>
              </a:spcBef>
              <a:spcAft>
                <a:spcPts val="0"/>
              </a:spcAft>
              <a:buClr>
                <a:schemeClr val="dk1"/>
              </a:buClr>
              <a:buSzPts val="2400"/>
              <a:buNone/>
            </a:pPr>
            <a:endParaRPr lang="en-US" sz="1800" b="1" dirty="0">
              <a:latin typeface="Arial" panose="020B0604020202020204" pitchFamily="34" charset="0"/>
              <a:ea typeface="Calibri"/>
              <a:cs typeface="Arial" panose="020B0604020202020204" pitchFamily="34" charset="0"/>
              <a:sym typeface="Calibri"/>
            </a:endParaRPr>
          </a:p>
          <a:p>
            <a:pPr algn="just" latinLnBrk="0">
              <a:lnSpc>
                <a:spcPct val="120000"/>
              </a:lnSpc>
              <a:spcBef>
                <a:spcPts val="0"/>
              </a:spcBef>
              <a:spcAft>
                <a:spcPts val="0"/>
              </a:spcAft>
              <a:buClr>
                <a:schemeClr val="dk1"/>
              </a:buClr>
              <a:buSzPts val="2400"/>
            </a:pPr>
            <a:endParaRPr lang="en-US" sz="1800" dirty="0">
              <a:latin typeface="Arial" panose="020B0604020202020204" pitchFamily="34" charset="0"/>
              <a:ea typeface="Calibri"/>
              <a:cs typeface="Arial" panose="020B0604020202020204" pitchFamily="34" charset="0"/>
              <a:sym typeface="Calibri"/>
            </a:endParaRPr>
          </a:p>
          <a:p>
            <a:pPr algn="just" latinLnBrk="0">
              <a:lnSpc>
                <a:spcPct val="120000"/>
              </a:lnSpc>
              <a:spcBef>
                <a:spcPts val="0"/>
              </a:spcBef>
              <a:spcAft>
                <a:spcPts val="0"/>
              </a:spcAft>
              <a:buClr>
                <a:schemeClr val="dk1"/>
              </a:buClr>
              <a:buSzPts val="2400"/>
            </a:pPr>
            <a:endParaRPr lang="en-US" sz="1800" dirty="0">
              <a:latin typeface="Arial" panose="020B0604020202020204" pitchFamily="34" charset="0"/>
              <a:ea typeface="Calibri"/>
              <a:cs typeface="Arial" panose="020B0604020202020204" pitchFamily="34" charset="0"/>
              <a:sym typeface="Calibri"/>
            </a:endParaRP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3</a:t>
            </a:fld>
            <a:endParaRPr lang="en-US" altLang="ko-KR"/>
          </a:p>
        </p:txBody>
      </p:sp>
      <p:sp>
        <p:nvSpPr>
          <p:cNvPr id="6" name="TextBox 5">
            <a:extLst>
              <a:ext uri="{FF2B5EF4-FFF2-40B4-BE49-F238E27FC236}">
                <a16:creationId xmlns="" xmlns:a16="http://schemas.microsoft.com/office/drawing/2014/main" id="{3475C8E1-C567-9C67-FD75-A51C1B0DBA13}"/>
              </a:ext>
            </a:extLst>
          </p:cNvPr>
          <p:cNvSpPr txBox="1"/>
          <p:nvPr/>
        </p:nvSpPr>
        <p:spPr>
          <a:xfrm>
            <a:off x="425837" y="4950019"/>
            <a:ext cx="8604955" cy="1127232"/>
          </a:xfrm>
          <a:prstGeom prst="rect">
            <a:avLst/>
          </a:prstGeom>
          <a:noFill/>
        </p:spPr>
        <p:txBody>
          <a:bodyPr wrap="square">
            <a:spAutoFit/>
          </a:bodyPr>
          <a:lstStyle/>
          <a:p>
            <a:pPr marL="285750" indent="-285750" algn="just" latinLnBrk="0">
              <a:lnSpc>
                <a:spcPct val="150000"/>
              </a:lnSpc>
              <a:buFont typeface="Arial" panose="020B0604020202020204" pitchFamily="34" charset="0"/>
              <a:buChar char="•"/>
            </a:pPr>
            <a:r>
              <a:rPr lang="en-US" sz="1800" b="1" dirty="0">
                <a:latin typeface="Arial" panose="020B0604020202020204" pitchFamily="34" charset="0"/>
                <a:cs typeface="Arial" panose="020B0604020202020204" pitchFamily="34" charset="0"/>
              </a:rPr>
              <a:t>Noise</a:t>
            </a:r>
          </a:p>
          <a:p>
            <a:pPr lvl="1" algn="just" latinLnBrk="0">
              <a:lnSpc>
                <a:spcPct val="150000"/>
              </a:lnSpc>
            </a:pPr>
            <a:r>
              <a:rPr lang="en-US" sz="1430" dirty="0">
                <a:latin typeface="Arial" panose="020B0604020202020204" pitchFamily="34" charset="0"/>
                <a:cs typeface="Arial" panose="020B0604020202020204" pitchFamily="34" charset="0"/>
              </a:rPr>
              <a:t>Variables that affect product/ process performance, whose values cannot be controlled or are not controlled for economic reasons.  </a:t>
            </a:r>
            <a:r>
              <a:rPr lang="en-US" sz="1430" dirty="0" err="1">
                <a:latin typeface="Arial" panose="020B0604020202020204" pitchFamily="34" charset="0"/>
                <a:cs typeface="Arial" panose="020B0604020202020204" pitchFamily="34" charset="0"/>
              </a:rPr>
              <a:t>Eg.</a:t>
            </a:r>
            <a:r>
              <a:rPr lang="en-US" sz="1430" dirty="0">
                <a:latin typeface="Arial" panose="020B0604020202020204" pitchFamily="34" charset="0"/>
                <a:cs typeface="Arial" panose="020B0604020202020204" pitchFamily="34" charset="0"/>
              </a:rPr>
              <a:t> Climate, environment, </a:t>
            </a:r>
            <a:r>
              <a:rPr lang="en-US" sz="1430" dirty="0" err="1">
                <a:latin typeface="Arial" panose="020B0604020202020204" pitchFamily="34" charset="0"/>
                <a:cs typeface="Arial" panose="020B0604020202020204" pitchFamily="34" charset="0"/>
              </a:rPr>
              <a:t>etc</a:t>
            </a:r>
            <a:r>
              <a:rPr lang="en-US" sz="1430" dirty="0">
                <a:latin typeface="Arial" panose="020B0604020202020204" pitchFamily="34" charset="0"/>
                <a:cs typeface="Arial" panose="020B0604020202020204" pitchFamily="34" charset="0"/>
              </a:rPr>
              <a:t>….</a:t>
            </a:r>
          </a:p>
        </p:txBody>
      </p:sp>
      <p:sp>
        <p:nvSpPr>
          <p:cNvPr id="5" name="Content Placeholder 2"/>
          <p:cNvSpPr txBox="1">
            <a:spLocks/>
          </p:cNvSpPr>
          <p:nvPr/>
        </p:nvSpPr>
        <p:spPr>
          <a:xfrm>
            <a:off x="478449" y="3681028"/>
            <a:ext cx="8229600" cy="1260139"/>
          </a:xfrm>
          <a:prstGeom prst="rect">
            <a:avLst/>
          </a:prstGeom>
        </p:spPr>
        <p:txBody>
          <a:bodyPr/>
          <a:lstStyle>
            <a:lvl1pPr marL="316531" indent="-316531" algn="l" rtl="0" eaLnBrk="0" fontAlgn="base" latinLnBrk="1" hangingPunct="0">
              <a:spcBef>
                <a:spcPct val="20000"/>
              </a:spcBef>
              <a:spcAft>
                <a:spcPct val="0"/>
              </a:spcAft>
              <a:buChar char="•"/>
              <a:defRPr kumimoji="1" sz="2954">
                <a:solidFill>
                  <a:schemeClr val="tx1"/>
                </a:solidFill>
                <a:latin typeface="+mn-lt"/>
                <a:ea typeface="+mn-ea"/>
                <a:cs typeface="+mn-cs"/>
              </a:defRPr>
            </a:lvl1pPr>
            <a:lvl2pPr marL="685817" indent="-263776" algn="l" rtl="0" eaLnBrk="0" fontAlgn="base" latinLnBrk="1" hangingPunct="0">
              <a:spcBef>
                <a:spcPct val="20000"/>
              </a:spcBef>
              <a:spcAft>
                <a:spcPct val="0"/>
              </a:spcAft>
              <a:buChar char="–"/>
              <a:defRPr kumimoji="1" sz="2585">
                <a:solidFill>
                  <a:schemeClr val="tx1"/>
                </a:solidFill>
                <a:latin typeface="+mn-lt"/>
                <a:ea typeface="+mn-ea"/>
              </a:defRPr>
            </a:lvl2pPr>
            <a:lvl3pPr marL="1055103" indent="-211021" algn="l" rtl="0" eaLnBrk="0" fontAlgn="base" latinLnBrk="1" hangingPunct="0">
              <a:spcBef>
                <a:spcPct val="20000"/>
              </a:spcBef>
              <a:spcAft>
                <a:spcPct val="0"/>
              </a:spcAft>
              <a:buChar char="•"/>
              <a:defRPr kumimoji="1" sz="2216">
                <a:solidFill>
                  <a:schemeClr val="tx1"/>
                </a:solidFill>
                <a:latin typeface="+mn-lt"/>
                <a:ea typeface="+mn-ea"/>
              </a:defRPr>
            </a:lvl3pPr>
            <a:lvl4pPr marL="1477145" indent="-211021" algn="l" rtl="0" eaLnBrk="0" fontAlgn="base" latinLnBrk="1" hangingPunct="0">
              <a:spcBef>
                <a:spcPct val="20000"/>
              </a:spcBef>
              <a:spcAft>
                <a:spcPct val="0"/>
              </a:spcAft>
              <a:buChar char="–"/>
              <a:defRPr kumimoji="1" sz="1847">
                <a:solidFill>
                  <a:schemeClr val="tx1"/>
                </a:solidFill>
                <a:latin typeface="+mn-lt"/>
                <a:ea typeface="+mn-ea"/>
              </a:defRPr>
            </a:lvl4pPr>
            <a:lvl5pPr marL="1899186" indent="-211021" algn="l" rtl="0" eaLnBrk="0" fontAlgn="base" latinLnBrk="1" hangingPunct="0">
              <a:spcBef>
                <a:spcPct val="20000"/>
              </a:spcBef>
              <a:spcAft>
                <a:spcPct val="0"/>
              </a:spcAft>
              <a:buChar char="»"/>
              <a:defRPr kumimoji="1" sz="1847">
                <a:solidFill>
                  <a:schemeClr val="tx1"/>
                </a:solidFill>
                <a:latin typeface="+mn-lt"/>
                <a:ea typeface="+mn-ea"/>
              </a:defRPr>
            </a:lvl5pPr>
            <a:lvl6pPr marL="2321228" indent="-211021" algn="l" rtl="0" fontAlgn="base" latinLnBrk="1">
              <a:spcBef>
                <a:spcPct val="20000"/>
              </a:spcBef>
              <a:spcAft>
                <a:spcPct val="0"/>
              </a:spcAft>
              <a:buChar char="»"/>
              <a:defRPr kumimoji="1" sz="1847">
                <a:solidFill>
                  <a:schemeClr val="tx1"/>
                </a:solidFill>
                <a:latin typeface="+mn-lt"/>
                <a:ea typeface="+mn-ea"/>
              </a:defRPr>
            </a:lvl6pPr>
            <a:lvl7pPr marL="2743268" indent="-211021" algn="l" rtl="0" fontAlgn="base" latinLnBrk="1">
              <a:spcBef>
                <a:spcPct val="20000"/>
              </a:spcBef>
              <a:spcAft>
                <a:spcPct val="0"/>
              </a:spcAft>
              <a:buChar char="»"/>
              <a:defRPr kumimoji="1" sz="1847">
                <a:solidFill>
                  <a:schemeClr val="tx1"/>
                </a:solidFill>
                <a:latin typeface="+mn-lt"/>
                <a:ea typeface="+mn-ea"/>
              </a:defRPr>
            </a:lvl7pPr>
            <a:lvl8pPr marL="3165310" indent="-211021" algn="l" rtl="0" fontAlgn="base" latinLnBrk="1">
              <a:spcBef>
                <a:spcPct val="20000"/>
              </a:spcBef>
              <a:spcAft>
                <a:spcPct val="0"/>
              </a:spcAft>
              <a:buChar char="»"/>
              <a:defRPr kumimoji="1" sz="1847">
                <a:solidFill>
                  <a:schemeClr val="tx1"/>
                </a:solidFill>
                <a:latin typeface="+mn-lt"/>
                <a:ea typeface="+mn-ea"/>
              </a:defRPr>
            </a:lvl8pPr>
            <a:lvl9pPr marL="3587351" indent="-211021" algn="l" rtl="0" fontAlgn="base" latinLnBrk="1">
              <a:spcBef>
                <a:spcPct val="20000"/>
              </a:spcBef>
              <a:spcAft>
                <a:spcPct val="0"/>
              </a:spcAft>
              <a:buChar char="»"/>
              <a:defRPr kumimoji="1" sz="1847">
                <a:solidFill>
                  <a:schemeClr val="tx1"/>
                </a:solidFill>
                <a:latin typeface="+mn-lt"/>
                <a:ea typeface="+mn-ea"/>
              </a:defRPr>
            </a:lvl9pPr>
          </a:lstStyle>
          <a:p>
            <a:pPr algn="just" latinLnBrk="0">
              <a:lnSpc>
                <a:spcPct val="150000"/>
              </a:lnSpc>
            </a:pPr>
            <a:r>
              <a:rPr lang="en-US" sz="1800" b="1" kern="0" dirty="0">
                <a:latin typeface="Arial" panose="020B0604020202020204" pitchFamily="34" charset="0"/>
                <a:cs typeface="Arial" panose="020B0604020202020204" pitchFamily="34" charset="0"/>
              </a:rPr>
              <a:t>Replication</a:t>
            </a:r>
          </a:p>
          <a:p>
            <a:pPr lvl="1" algn="just" latinLnBrk="0">
              <a:lnSpc>
                <a:spcPct val="150000"/>
              </a:lnSpc>
            </a:pPr>
            <a:r>
              <a:rPr lang="en-US" sz="1430" kern="0" dirty="0">
                <a:latin typeface="Arial" panose="020B0604020202020204" pitchFamily="34" charset="0"/>
                <a:cs typeface="Arial" panose="020B0604020202020204" pitchFamily="34" charset="0"/>
              </a:rPr>
              <a:t>Replication is a </a:t>
            </a:r>
            <a:r>
              <a:rPr lang="en-US" sz="1430" b="1" kern="0" dirty="0">
                <a:latin typeface="Arial" panose="020B0604020202020204" pitchFamily="34" charset="0"/>
                <a:cs typeface="Arial" panose="020B0604020202020204" pitchFamily="34" charset="0"/>
              </a:rPr>
              <a:t>systematic duplication </a:t>
            </a:r>
            <a:r>
              <a:rPr lang="en-US" sz="1430" kern="0" dirty="0">
                <a:latin typeface="Arial" panose="020B0604020202020204" pitchFamily="34" charset="0"/>
                <a:cs typeface="Arial" panose="020B0604020202020204" pitchFamily="34" charset="0"/>
              </a:rPr>
              <a:t>of series of experimental runs. It provides the means of </a:t>
            </a:r>
            <a:r>
              <a:rPr lang="en-US" sz="1430" b="1" kern="0" dirty="0">
                <a:latin typeface="Arial" panose="020B0604020202020204" pitchFamily="34" charset="0"/>
                <a:cs typeface="Arial" panose="020B0604020202020204" pitchFamily="34" charset="0"/>
              </a:rPr>
              <a:t>measuring precision </a:t>
            </a:r>
            <a:r>
              <a:rPr lang="en-US" sz="1430" kern="0" dirty="0">
                <a:latin typeface="Arial" panose="020B0604020202020204" pitchFamily="34" charset="0"/>
                <a:cs typeface="Arial" panose="020B0604020202020204" pitchFamily="34" charset="0"/>
              </a:rPr>
              <a:t>by calculating the </a:t>
            </a:r>
            <a:r>
              <a:rPr lang="en-US" sz="1430" b="1" kern="0" dirty="0">
                <a:latin typeface="Arial" panose="020B0604020202020204" pitchFamily="34" charset="0"/>
                <a:cs typeface="Arial" panose="020B0604020202020204" pitchFamily="34" charset="0"/>
              </a:rPr>
              <a:t>experimental error</a:t>
            </a:r>
            <a:r>
              <a:rPr lang="en-US" sz="1430" kern="0" dirty="0">
                <a:latin typeface="Arial" panose="020B0604020202020204" pitchFamily="34" charset="0"/>
                <a:cs typeface="Arial" panose="020B0604020202020204" pitchFamily="34" charset="0"/>
              </a:rPr>
              <a:t>.</a:t>
            </a:r>
          </a:p>
          <a:p>
            <a:pPr lvl="1" algn="just" latinLnBrk="0">
              <a:lnSpc>
                <a:spcPct val="150000"/>
              </a:lnSpc>
            </a:pPr>
            <a:endParaRPr lang="en-US" sz="1430" b="1" kern="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7903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r>
              <a:rPr lang="en-US" dirty="0"/>
              <a:t>DOE Terminology</a:t>
            </a:r>
          </a:p>
        </p:txBody>
      </p:sp>
      <p:sp>
        <p:nvSpPr>
          <p:cNvPr id="3" name="Content Placeholder 2"/>
          <p:cNvSpPr>
            <a:spLocks noGrp="1"/>
          </p:cNvSpPr>
          <p:nvPr>
            <p:ph idx="1"/>
          </p:nvPr>
        </p:nvSpPr>
        <p:spPr>
          <a:xfrm>
            <a:off x="683568" y="656693"/>
            <a:ext cx="8229600" cy="3348372"/>
          </a:xfrm>
        </p:spPr>
        <p:txBody>
          <a:bodyPr/>
          <a:lstStyle/>
          <a:p>
            <a:pPr marL="0" indent="0" algn="just" latinLnBrk="0">
              <a:lnSpc>
                <a:spcPct val="120000"/>
              </a:lnSpc>
              <a:spcBef>
                <a:spcPts val="0"/>
              </a:spcBef>
              <a:spcAft>
                <a:spcPts val="0"/>
              </a:spcAft>
              <a:buClr>
                <a:schemeClr val="dk1"/>
              </a:buClr>
              <a:buSzPts val="2400"/>
              <a:buNone/>
            </a:pPr>
            <a:r>
              <a:rPr lang="en-US" sz="1800" b="1" dirty="0">
                <a:latin typeface="Arial" panose="020B0604020202020204" pitchFamily="34" charset="0"/>
                <a:ea typeface="Calibri"/>
                <a:cs typeface="Arial" panose="020B0604020202020204" pitchFamily="34" charset="0"/>
                <a:sym typeface="Calibri"/>
              </a:rPr>
              <a:t>Experimental unit </a:t>
            </a:r>
          </a:p>
          <a:p>
            <a:pPr lvl="1" algn="just" eaLnBrk="1" latinLnBrk="0" hangingPunct="1">
              <a:lnSpc>
                <a:spcPct val="120000"/>
              </a:lnSpc>
              <a:spcBef>
                <a:spcPts val="0"/>
              </a:spcBef>
              <a:spcAft>
                <a:spcPts val="0"/>
              </a:spcAft>
            </a:pPr>
            <a:r>
              <a:rPr lang="en-US" altLang="en-US" sz="1800" dirty="0">
                <a:latin typeface="Arial" panose="020B0604020202020204" pitchFamily="34" charset="0"/>
                <a:ea typeface="Calibri"/>
                <a:cs typeface="Arial" panose="020B0604020202020204" pitchFamily="34" charset="0"/>
              </a:rPr>
              <a:t>Facility with which an experimental trial is conducted such as samples of material, person, animal, plant, etc.</a:t>
            </a:r>
          </a:p>
          <a:p>
            <a:pPr marL="0" indent="0" eaLnBrk="1" hangingPunct="1">
              <a:lnSpc>
                <a:spcPct val="120000"/>
              </a:lnSpc>
              <a:spcBef>
                <a:spcPts val="0"/>
              </a:spcBef>
              <a:spcAft>
                <a:spcPts val="0"/>
              </a:spcAft>
              <a:buNone/>
            </a:pPr>
            <a:r>
              <a:rPr lang="en-US" altLang="en-US" sz="1800" b="1" dirty="0">
                <a:latin typeface="Arial" panose="020B0604020202020204" pitchFamily="34" charset="0"/>
                <a:ea typeface="Calibri"/>
                <a:cs typeface="Arial" panose="020B0604020202020204" pitchFamily="34" charset="0"/>
              </a:rPr>
              <a:t>Response:</a:t>
            </a:r>
          </a:p>
          <a:p>
            <a:pPr lvl="1" algn="just" eaLnBrk="1" latinLnBrk="0" hangingPunct="1">
              <a:lnSpc>
                <a:spcPct val="120000"/>
              </a:lnSpc>
              <a:spcBef>
                <a:spcPts val="0"/>
              </a:spcBef>
              <a:spcAft>
                <a:spcPts val="0"/>
              </a:spcAft>
            </a:pPr>
            <a:r>
              <a:rPr lang="en-US" altLang="en-US" sz="1800" dirty="0">
                <a:latin typeface="Arial" panose="020B0604020202020204" pitchFamily="34" charset="0"/>
                <a:ea typeface="Calibri"/>
                <a:cs typeface="Arial" panose="020B0604020202020204" pitchFamily="34" charset="0"/>
              </a:rPr>
              <a:t>The result/output obtained from a trial of an experiment. This is also  called dependent variable. Examples are yield, tensile strength,  surface finish, number of defectives, etc.</a:t>
            </a:r>
          </a:p>
          <a:p>
            <a:pPr marL="0" indent="0" eaLnBrk="1" hangingPunct="1">
              <a:lnSpc>
                <a:spcPct val="120000"/>
              </a:lnSpc>
              <a:spcBef>
                <a:spcPts val="0"/>
              </a:spcBef>
              <a:spcAft>
                <a:spcPts val="0"/>
              </a:spcAft>
              <a:buNone/>
            </a:pPr>
            <a:r>
              <a:rPr lang="en-US" altLang="en-US" sz="1800" b="1" dirty="0">
                <a:latin typeface="Arial" panose="020B0604020202020204" pitchFamily="34" charset="0"/>
                <a:ea typeface="Calibri"/>
                <a:cs typeface="Arial" panose="020B0604020202020204" pitchFamily="34" charset="0"/>
              </a:rPr>
              <a:t>Effect :</a:t>
            </a:r>
          </a:p>
          <a:p>
            <a:pPr lvl="1" algn="just" eaLnBrk="1" latinLnBrk="0" hangingPunct="1">
              <a:lnSpc>
                <a:spcPct val="120000"/>
              </a:lnSpc>
              <a:spcBef>
                <a:spcPts val="0"/>
              </a:spcBef>
              <a:spcAft>
                <a:spcPts val="0"/>
              </a:spcAft>
            </a:pPr>
            <a:r>
              <a:rPr lang="en-US" altLang="en-US" sz="1800" dirty="0">
                <a:latin typeface="Arial" panose="020B0604020202020204" pitchFamily="34" charset="0"/>
                <a:ea typeface="Calibri"/>
                <a:cs typeface="Arial" panose="020B0604020202020204" pitchFamily="34" charset="0"/>
              </a:rPr>
              <a:t>Effect of a factor is the change in response due to change in the level  of the factor.</a:t>
            </a:r>
          </a:p>
          <a:p>
            <a:pPr lvl="1" algn="just" eaLnBrk="1" latinLnBrk="0" hangingPunct="1">
              <a:lnSpc>
                <a:spcPct val="120000"/>
              </a:lnSpc>
              <a:spcBef>
                <a:spcPts val="0"/>
              </a:spcBef>
              <a:spcAft>
                <a:spcPts val="0"/>
              </a:spcAft>
            </a:pPr>
            <a:endParaRPr lang="en-US" altLang="en-US" sz="1800" dirty="0">
              <a:latin typeface="Arial" panose="020B0604020202020204" pitchFamily="34" charset="0"/>
              <a:ea typeface="Calibri"/>
              <a:cs typeface="Arial" panose="020B0604020202020204" pitchFamily="34" charset="0"/>
            </a:endParaRPr>
          </a:p>
          <a:p>
            <a:pPr marL="791327" lvl="2" indent="0" algn="just" eaLnBrk="1" latinLnBrk="0" hangingPunct="1">
              <a:lnSpc>
                <a:spcPct val="120000"/>
              </a:lnSpc>
              <a:spcBef>
                <a:spcPts val="0"/>
              </a:spcBef>
              <a:spcAft>
                <a:spcPts val="0"/>
              </a:spcAft>
              <a:buNone/>
            </a:pPr>
            <a:endParaRPr lang="en-US" altLang="en-US" sz="1431" dirty="0">
              <a:latin typeface="Arial" panose="020B0604020202020204" pitchFamily="34" charset="0"/>
              <a:ea typeface="Calibri"/>
              <a:cs typeface="Arial" panose="020B0604020202020204" pitchFamily="34" charset="0"/>
            </a:endParaRPr>
          </a:p>
          <a:p>
            <a:pPr marL="422042" lvl="1" indent="0" algn="just" eaLnBrk="1" latinLnBrk="0" hangingPunct="1">
              <a:lnSpc>
                <a:spcPct val="120000"/>
              </a:lnSpc>
              <a:spcBef>
                <a:spcPts val="0"/>
              </a:spcBef>
              <a:spcAft>
                <a:spcPts val="0"/>
              </a:spcAft>
              <a:buNone/>
            </a:pPr>
            <a:endParaRPr lang="en-US" altLang="en-US" sz="1800" dirty="0">
              <a:latin typeface="Arial" panose="020B0604020202020204" pitchFamily="34" charset="0"/>
              <a:ea typeface="Calibri"/>
              <a:cs typeface="Arial" panose="020B0604020202020204" pitchFamily="34" charset="0"/>
            </a:endParaRPr>
          </a:p>
          <a:p>
            <a:pPr lvl="1" algn="just" eaLnBrk="1" latinLnBrk="0" hangingPunct="1">
              <a:lnSpc>
                <a:spcPct val="120000"/>
              </a:lnSpc>
              <a:spcBef>
                <a:spcPts val="0"/>
              </a:spcBef>
              <a:spcAft>
                <a:spcPts val="0"/>
              </a:spcAft>
            </a:pPr>
            <a:endParaRPr lang="en-US" altLang="en-US" sz="1800" dirty="0">
              <a:latin typeface="Arial" panose="020B0604020202020204" pitchFamily="34" charset="0"/>
              <a:ea typeface="Calibri"/>
              <a:cs typeface="Arial" panose="020B0604020202020204" pitchFamily="34" charset="0"/>
            </a:endParaRPr>
          </a:p>
          <a:p>
            <a:pPr marL="0" indent="0" algn="just" latinLnBrk="0">
              <a:lnSpc>
                <a:spcPct val="120000"/>
              </a:lnSpc>
              <a:spcBef>
                <a:spcPts val="0"/>
              </a:spcBef>
              <a:spcAft>
                <a:spcPts val="0"/>
              </a:spcAft>
              <a:buClr>
                <a:schemeClr val="dk1"/>
              </a:buClr>
              <a:buSzPts val="2400"/>
              <a:buNone/>
            </a:pPr>
            <a:endParaRPr lang="en-US" sz="1800" b="1" dirty="0">
              <a:latin typeface="Arial" panose="020B0604020202020204" pitchFamily="34" charset="0"/>
              <a:ea typeface="Calibri"/>
              <a:cs typeface="Arial" panose="020B0604020202020204" pitchFamily="34" charset="0"/>
              <a:sym typeface="Calibri"/>
            </a:endParaRPr>
          </a:p>
          <a:p>
            <a:pPr algn="just" latinLnBrk="0">
              <a:lnSpc>
                <a:spcPct val="120000"/>
              </a:lnSpc>
              <a:spcBef>
                <a:spcPts val="0"/>
              </a:spcBef>
              <a:spcAft>
                <a:spcPts val="0"/>
              </a:spcAft>
              <a:buClr>
                <a:schemeClr val="dk1"/>
              </a:buClr>
              <a:buSzPts val="2400"/>
            </a:pPr>
            <a:endParaRPr lang="en-US" sz="1800" dirty="0">
              <a:latin typeface="Arial" panose="020B0604020202020204" pitchFamily="34" charset="0"/>
              <a:ea typeface="Calibri"/>
              <a:cs typeface="Arial" panose="020B0604020202020204" pitchFamily="34" charset="0"/>
              <a:sym typeface="Calibri"/>
            </a:endParaRPr>
          </a:p>
          <a:p>
            <a:pPr algn="just" latinLnBrk="0">
              <a:lnSpc>
                <a:spcPct val="120000"/>
              </a:lnSpc>
              <a:spcBef>
                <a:spcPts val="0"/>
              </a:spcBef>
              <a:spcAft>
                <a:spcPts val="0"/>
              </a:spcAft>
              <a:buClr>
                <a:schemeClr val="dk1"/>
              </a:buClr>
              <a:buSzPts val="2400"/>
            </a:pPr>
            <a:endParaRPr lang="en-US" sz="1800" dirty="0">
              <a:latin typeface="Arial" panose="020B0604020202020204" pitchFamily="34" charset="0"/>
              <a:ea typeface="Calibri"/>
              <a:cs typeface="Arial" panose="020B0604020202020204" pitchFamily="34" charset="0"/>
              <a:sym typeface="Calibri"/>
            </a:endParaRP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4</a:t>
            </a:fld>
            <a:endParaRPr lang="en-US" altLang="ko-KR"/>
          </a:p>
        </p:txBody>
      </p:sp>
      <p:sp>
        <p:nvSpPr>
          <p:cNvPr id="5" name="Content Placeholder 2"/>
          <p:cNvSpPr txBox="1">
            <a:spLocks/>
          </p:cNvSpPr>
          <p:nvPr/>
        </p:nvSpPr>
        <p:spPr>
          <a:xfrm>
            <a:off x="712428" y="4005065"/>
            <a:ext cx="8072040" cy="2466274"/>
          </a:xfrm>
          <a:prstGeom prst="rect">
            <a:avLst/>
          </a:prstGeom>
        </p:spPr>
        <p:txBody>
          <a:bodyPr/>
          <a:lstStyle>
            <a:lvl1pPr marL="316531" indent="-316531" algn="l" rtl="0" eaLnBrk="0" fontAlgn="base" latinLnBrk="1" hangingPunct="0">
              <a:spcBef>
                <a:spcPct val="20000"/>
              </a:spcBef>
              <a:spcAft>
                <a:spcPct val="0"/>
              </a:spcAft>
              <a:buChar char="•"/>
              <a:defRPr kumimoji="1" sz="2954">
                <a:solidFill>
                  <a:schemeClr val="tx1"/>
                </a:solidFill>
                <a:latin typeface="+mn-lt"/>
                <a:ea typeface="+mn-ea"/>
                <a:cs typeface="+mn-cs"/>
              </a:defRPr>
            </a:lvl1pPr>
            <a:lvl2pPr marL="685817" indent="-263776" algn="l" rtl="0" eaLnBrk="0" fontAlgn="base" latinLnBrk="1" hangingPunct="0">
              <a:spcBef>
                <a:spcPct val="20000"/>
              </a:spcBef>
              <a:spcAft>
                <a:spcPct val="0"/>
              </a:spcAft>
              <a:buChar char="–"/>
              <a:defRPr kumimoji="1" sz="2585">
                <a:solidFill>
                  <a:schemeClr val="tx1"/>
                </a:solidFill>
                <a:latin typeface="+mn-lt"/>
                <a:ea typeface="+mn-ea"/>
              </a:defRPr>
            </a:lvl2pPr>
            <a:lvl3pPr marL="1055103" indent="-211021" algn="l" rtl="0" eaLnBrk="0" fontAlgn="base" latinLnBrk="1" hangingPunct="0">
              <a:spcBef>
                <a:spcPct val="20000"/>
              </a:spcBef>
              <a:spcAft>
                <a:spcPct val="0"/>
              </a:spcAft>
              <a:buChar char="•"/>
              <a:defRPr kumimoji="1" sz="2216">
                <a:solidFill>
                  <a:schemeClr val="tx1"/>
                </a:solidFill>
                <a:latin typeface="+mn-lt"/>
                <a:ea typeface="+mn-ea"/>
              </a:defRPr>
            </a:lvl3pPr>
            <a:lvl4pPr marL="1477145" indent="-211021" algn="l" rtl="0" eaLnBrk="0" fontAlgn="base" latinLnBrk="1" hangingPunct="0">
              <a:spcBef>
                <a:spcPct val="20000"/>
              </a:spcBef>
              <a:spcAft>
                <a:spcPct val="0"/>
              </a:spcAft>
              <a:buChar char="–"/>
              <a:defRPr kumimoji="1" sz="1847">
                <a:solidFill>
                  <a:schemeClr val="tx1"/>
                </a:solidFill>
                <a:latin typeface="+mn-lt"/>
                <a:ea typeface="+mn-ea"/>
              </a:defRPr>
            </a:lvl4pPr>
            <a:lvl5pPr marL="1899186" indent="-211021" algn="l" rtl="0" eaLnBrk="0" fontAlgn="base" latinLnBrk="1" hangingPunct="0">
              <a:spcBef>
                <a:spcPct val="20000"/>
              </a:spcBef>
              <a:spcAft>
                <a:spcPct val="0"/>
              </a:spcAft>
              <a:buChar char="»"/>
              <a:defRPr kumimoji="1" sz="1847">
                <a:solidFill>
                  <a:schemeClr val="tx1"/>
                </a:solidFill>
                <a:latin typeface="+mn-lt"/>
                <a:ea typeface="+mn-ea"/>
              </a:defRPr>
            </a:lvl5pPr>
            <a:lvl6pPr marL="2321228" indent="-211021" algn="l" rtl="0" fontAlgn="base" latinLnBrk="1">
              <a:spcBef>
                <a:spcPct val="20000"/>
              </a:spcBef>
              <a:spcAft>
                <a:spcPct val="0"/>
              </a:spcAft>
              <a:buChar char="»"/>
              <a:defRPr kumimoji="1" sz="1847">
                <a:solidFill>
                  <a:schemeClr val="tx1"/>
                </a:solidFill>
                <a:latin typeface="+mn-lt"/>
                <a:ea typeface="+mn-ea"/>
              </a:defRPr>
            </a:lvl6pPr>
            <a:lvl7pPr marL="2743268" indent="-211021" algn="l" rtl="0" fontAlgn="base" latinLnBrk="1">
              <a:spcBef>
                <a:spcPct val="20000"/>
              </a:spcBef>
              <a:spcAft>
                <a:spcPct val="0"/>
              </a:spcAft>
              <a:buChar char="»"/>
              <a:defRPr kumimoji="1" sz="1847">
                <a:solidFill>
                  <a:schemeClr val="tx1"/>
                </a:solidFill>
                <a:latin typeface="+mn-lt"/>
                <a:ea typeface="+mn-ea"/>
              </a:defRPr>
            </a:lvl7pPr>
            <a:lvl8pPr marL="3165310" indent="-211021" algn="l" rtl="0" fontAlgn="base" latinLnBrk="1">
              <a:spcBef>
                <a:spcPct val="20000"/>
              </a:spcBef>
              <a:spcAft>
                <a:spcPct val="0"/>
              </a:spcAft>
              <a:buChar char="»"/>
              <a:defRPr kumimoji="1" sz="1847">
                <a:solidFill>
                  <a:schemeClr val="tx1"/>
                </a:solidFill>
                <a:latin typeface="+mn-lt"/>
                <a:ea typeface="+mn-ea"/>
              </a:defRPr>
            </a:lvl8pPr>
            <a:lvl9pPr marL="3587351" indent="-211021" algn="l" rtl="0" fontAlgn="base" latinLnBrk="1">
              <a:spcBef>
                <a:spcPct val="20000"/>
              </a:spcBef>
              <a:spcAft>
                <a:spcPct val="0"/>
              </a:spcAft>
              <a:buChar char="»"/>
              <a:defRPr kumimoji="1" sz="1847">
                <a:solidFill>
                  <a:schemeClr val="tx1"/>
                </a:solidFill>
                <a:latin typeface="+mn-lt"/>
                <a:ea typeface="+mn-ea"/>
              </a:defRPr>
            </a:lvl9pPr>
          </a:lstStyle>
          <a:p>
            <a:pPr marL="0" indent="0" algn="just" latinLnBrk="0">
              <a:lnSpc>
                <a:spcPct val="120000"/>
              </a:lnSpc>
              <a:spcBef>
                <a:spcPts val="0"/>
              </a:spcBef>
              <a:spcAft>
                <a:spcPts val="0"/>
              </a:spcAft>
              <a:buClr>
                <a:schemeClr val="dk1"/>
              </a:buClr>
              <a:buSzPts val="2400"/>
              <a:buFontTx/>
              <a:buNone/>
            </a:pPr>
            <a:r>
              <a:rPr lang="en-US" sz="1800" b="1" kern="0" dirty="0">
                <a:latin typeface="Arial" panose="020B0604020202020204" pitchFamily="34" charset="0"/>
                <a:ea typeface="Calibri"/>
                <a:cs typeface="Arial" panose="020B0604020202020204" pitchFamily="34" charset="0"/>
                <a:sym typeface="Calibri"/>
              </a:rPr>
              <a:t>Experimental error:</a:t>
            </a:r>
          </a:p>
          <a:p>
            <a:pPr lvl="1" algn="just" eaLnBrk="1" latinLnBrk="0" hangingPunct="1">
              <a:lnSpc>
                <a:spcPct val="120000"/>
              </a:lnSpc>
              <a:spcBef>
                <a:spcPts val="0"/>
              </a:spcBef>
              <a:spcAft>
                <a:spcPts val="0"/>
              </a:spcAft>
            </a:pPr>
            <a:r>
              <a:rPr lang="en-US" altLang="en-US" sz="1800" kern="0" dirty="0">
                <a:latin typeface="Arial" panose="020B0604020202020204" pitchFamily="34" charset="0"/>
                <a:ea typeface="Calibri"/>
                <a:cs typeface="Arial" panose="020B0604020202020204" pitchFamily="34" charset="0"/>
              </a:rPr>
              <a:t>It is the </a:t>
            </a:r>
            <a:r>
              <a:rPr lang="en-US" altLang="en-US" sz="1800" b="1" kern="0" dirty="0">
                <a:latin typeface="Arial" panose="020B0604020202020204" pitchFamily="34" charset="0"/>
                <a:ea typeface="Calibri"/>
                <a:cs typeface="Arial" panose="020B0604020202020204" pitchFamily="34" charset="0"/>
              </a:rPr>
              <a:t>variation in response </a:t>
            </a:r>
            <a:r>
              <a:rPr lang="en-US" altLang="en-US" sz="1800" kern="0" dirty="0">
                <a:latin typeface="Arial" panose="020B0604020202020204" pitchFamily="34" charset="0"/>
                <a:ea typeface="Calibri"/>
                <a:cs typeface="Arial" panose="020B0604020202020204" pitchFamily="34" charset="0"/>
              </a:rPr>
              <a:t>when the same experiment is repeated, caused by </a:t>
            </a:r>
            <a:r>
              <a:rPr lang="en-US" altLang="en-US" sz="1800" b="1" kern="0" dirty="0">
                <a:latin typeface="Arial" panose="020B0604020202020204" pitchFamily="34" charset="0"/>
                <a:ea typeface="Calibri"/>
                <a:cs typeface="Arial" panose="020B0604020202020204" pitchFamily="34" charset="0"/>
              </a:rPr>
              <a:t>conditions not controlled </a:t>
            </a:r>
            <a:r>
              <a:rPr lang="en-US" altLang="en-US" sz="1800" kern="0" dirty="0">
                <a:latin typeface="Arial" panose="020B0604020202020204" pitchFamily="34" charset="0"/>
                <a:ea typeface="Calibri"/>
                <a:cs typeface="Arial" panose="020B0604020202020204" pitchFamily="34" charset="0"/>
              </a:rPr>
              <a:t>in the  experiment.</a:t>
            </a:r>
          </a:p>
          <a:p>
            <a:pPr lvl="1" algn="just" eaLnBrk="1" latinLnBrk="0" hangingPunct="1">
              <a:lnSpc>
                <a:spcPct val="120000"/>
              </a:lnSpc>
              <a:spcBef>
                <a:spcPts val="0"/>
              </a:spcBef>
              <a:spcAft>
                <a:spcPts val="0"/>
              </a:spcAft>
            </a:pPr>
            <a:r>
              <a:rPr lang="en-US" altLang="en-US" sz="1800" kern="0" dirty="0">
                <a:latin typeface="Arial" panose="020B0604020202020204" pitchFamily="34" charset="0"/>
                <a:ea typeface="Calibri"/>
                <a:cs typeface="Arial" panose="020B0604020202020204" pitchFamily="34" charset="0"/>
              </a:rPr>
              <a:t>It is estimated as the </a:t>
            </a:r>
            <a:r>
              <a:rPr lang="en-US" altLang="en-US" sz="1800" b="1" kern="0" dirty="0">
                <a:latin typeface="Arial" panose="020B0604020202020204" pitchFamily="34" charset="0"/>
                <a:ea typeface="Calibri"/>
                <a:cs typeface="Arial" panose="020B0604020202020204" pitchFamily="34" charset="0"/>
              </a:rPr>
              <a:t>residual variation </a:t>
            </a:r>
            <a:r>
              <a:rPr lang="en-US" altLang="en-US" sz="1800" kern="0" dirty="0">
                <a:latin typeface="Arial" panose="020B0604020202020204" pitchFamily="34" charset="0"/>
                <a:ea typeface="Calibri"/>
                <a:cs typeface="Arial" panose="020B0604020202020204" pitchFamily="34" charset="0"/>
              </a:rPr>
              <a:t>after the effects have been removed.</a:t>
            </a:r>
          </a:p>
          <a:p>
            <a:pPr lvl="1" algn="just" eaLnBrk="1" latinLnBrk="0" hangingPunct="1">
              <a:lnSpc>
                <a:spcPct val="120000"/>
              </a:lnSpc>
              <a:spcBef>
                <a:spcPts val="0"/>
              </a:spcBef>
              <a:spcAft>
                <a:spcPts val="0"/>
              </a:spcAft>
            </a:pPr>
            <a:endParaRPr lang="en-US" altLang="en-US" sz="1800" kern="0" dirty="0">
              <a:latin typeface="Arial" panose="020B0604020202020204" pitchFamily="34" charset="0"/>
              <a:ea typeface="Calibri"/>
              <a:cs typeface="Arial" panose="020B0604020202020204" pitchFamily="34" charset="0"/>
            </a:endParaRPr>
          </a:p>
          <a:p>
            <a:pPr marL="791327" lvl="2" indent="0" algn="just" eaLnBrk="1" latinLnBrk="0" hangingPunct="1">
              <a:lnSpc>
                <a:spcPct val="120000"/>
              </a:lnSpc>
              <a:spcBef>
                <a:spcPts val="0"/>
              </a:spcBef>
              <a:spcAft>
                <a:spcPts val="0"/>
              </a:spcAft>
              <a:buFontTx/>
              <a:buNone/>
            </a:pPr>
            <a:endParaRPr lang="en-US" altLang="en-US" sz="1431" kern="0" dirty="0">
              <a:latin typeface="Arial" panose="020B0604020202020204" pitchFamily="34" charset="0"/>
              <a:ea typeface="Calibri"/>
              <a:cs typeface="Arial" panose="020B0604020202020204" pitchFamily="34" charset="0"/>
            </a:endParaRPr>
          </a:p>
          <a:p>
            <a:pPr marL="422042" lvl="1" indent="0" algn="just" eaLnBrk="1" latinLnBrk="0" hangingPunct="1">
              <a:lnSpc>
                <a:spcPct val="120000"/>
              </a:lnSpc>
              <a:spcBef>
                <a:spcPts val="0"/>
              </a:spcBef>
              <a:spcAft>
                <a:spcPts val="0"/>
              </a:spcAft>
              <a:buFontTx/>
              <a:buNone/>
            </a:pPr>
            <a:endParaRPr lang="en-US" altLang="en-US" sz="1800" kern="0" dirty="0">
              <a:latin typeface="Arial" panose="020B0604020202020204" pitchFamily="34" charset="0"/>
              <a:ea typeface="Calibri"/>
              <a:cs typeface="Arial" panose="020B0604020202020204" pitchFamily="34" charset="0"/>
            </a:endParaRPr>
          </a:p>
          <a:p>
            <a:pPr lvl="1" algn="just" eaLnBrk="1" latinLnBrk="0" hangingPunct="1">
              <a:lnSpc>
                <a:spcPct val="120000"/>
              </a:lnSpc>
              <a:spcBef>
                <a:spcPts val="0"/>
              </a:spcBef>
              <a:spcAft>
                <a:spcPts val="0"/>
              </a:spcAft>
            </a:pPr>
            <a:endParaRPr lang="en-US" altLang="en-US" sz="1800" kern="0" dirty="0">
              <a:latin typeface="Arial" panose="020B0604020202020204" pitchFamily="34" charset="0"/>
              <a:ea typeface="Calibri"/>
              <a:cs typeface="Arial" panose="020B0604020202020204" pitchFamily="34" charset="0"/>
            </a:endParaRPr>
          </a:p>
          <a:p>
            <a:pPr marL="0" indent="0" algn="just" latinLnBrk="0">
              <a:lnSpc>
                <a:spcPct val="120000"/>
              </a:lnSpc>
              <a:spcBef>
                <a:spcPts val="0"/>
              </a:spcBef>
              <a:spcAft>
                <a:spcPts val="0"/>
              </a:spcAft>
              <a:buClr>
                <a:schemeClr val="dk1"/>
              </a:buClr>
              <a:buSzPts val="2400"/>
              <a:buFontTx/>
              <a:buNone/>
            </a:pPr>
            <a:endParaRPr lang="en-US" sz="1800" b="1" kern="0" dirty="0">
              <a:latin typeface="Arial" panose="020B0604020202020204" pitchFamily="34" charset="0"/>
              <a:ea typeface="Calibri"/>
              <a:cs typeface="Arial" panose="020B0604020202020204" pitchFamily="34" charset="0"/>
              <a:sym typeface="Calibri"/>
            </a:endParaRPr>
          </a:p>
          <a:p>
            <a:pPr algn="just" latinLnBrk="0">
              <a:lnSpc>
                <a:spcPct val="120000"/>
              </a:lnSpc>
              <a:spcBef>
                <a:spcPts val="0"/>
              </a:spcBef>
              <a:spcAft>
                <a:spcPts val="0"/>
              </a:spcAft>
              <a:buClr>
                <a:schemeClr val="dk1"/>
              </a:buClr>
              <a:buSzPts val="2400"/>
            </a:pPr>
            <a:endParaRPr lang="en-US" sz="1800" kern="0" dirty="0">
              <a:latin typeface="Arial" panose="020B0604020202020204" pitchFamily="34" charset="0"/>
              <a:ea typeface="Calibri"/>
              <a:cs typeface="Arial" panose="020B0604020202020204" pitchFamily="34" charset="0"/>
              <a:sym typeface="Calibri"/>
            </a:endParaRPr>
          </a:p>
          <a:p>
            <a:pPr algn="just" latinLnBrk="0">
              <a:lnSpc>
                <a:spcPct val="120000"/>
              </a:lnSpc>
              <a:spcBef>
                <a:spcPts val="0"/>
              </a:spcBef>
              <a:spcAft>
                <a:spcPts val="0"/>
              </a:spcAft>
              <a:buClr>
                <a:schemeClr val="dk1"/>
              </a:buClr>
              <a:buSzPts val="2400"/>
            </a:pPr>
            <a:endParaRPr lang="en-US" sz="1800" kern="0" dirty="0">
              <a:latin typeface="Arial" panose="020B0604020202020204" pitchFamily="34" charset="0"/>
              <a:ea typeface="Calibri"/>
              <a:cs typeface="Arial" panose="020B0604020202020204" pitchFamily="34" charset="0"/>
              <a:sym typeface="Calibri"/>
            </a:endParaRPr>
          </a:p>
        </p:txBody>
      </p:sp>
    </p:spTree>
    <p:extLst>
      <p:ext uri="{BB962C8B-B14F-4D97-AF65-F5344CB8AC3E}">
        <p14:creationId xmlns:p14="http://schemas.microsoft.com/office/powerpoint/2010/main" val="2586071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Verdana" panose="020B0604030504040204" pitchFamily="34" charset="0"/>
              </a:rPr>
              <a:t>Need for DOE methodology</a:t>
            </a:r>
            <a:endParaRPr lang="en-IN" dirty="0"/>
          </a:p>
        </p:txBody>
      </p:sp>
      <p:sp>
        <p:nvSpPr>
          <p:cNvPr id="3" name="Content Placeholder 2"/>
          <p:cNvSpPr>
            <a:spLocks noGrp="1"/>
          </p:cNvSpPr>
          <p:nvPr>
            <p:ph idx="1"/>
          </p:nvPr>
        </p:nvSpPr>
        <p:spPr>
          <a:xfrm>
            <a:off x="478449" y="597605"/>
            <a:ext cx="8229600" cy="3096343"/>
          </a:xfrm>
        </p:spPr>
        <p:txBody>
          <a:bodyPr/>
          <a:lstStyle/>
          <a:p>
            <a:pPr marL="0" indent="0" algn="just" latinLnBrk="0">
              <a:lnSpc>
                <a:spcPct val="120000"/>
              </a:lnSpc>
              <a:spcBef>
                <a:spcPts val="0"/>
              </a:spcBef>
              <a:buNone/>
            </a:pPr>
            <a:r>
              <a:rPr lang="en-US" sz="1800" dirty="0">
                <a:latin typeface="Arial" panose="020B0604020202020204" pitchFamily="34" charset="0"/>
                <a:cs typeface="Arial" panose="020B0604020202020204" pitchFamily="34" charset="0"/>
              </a:rPr>
              <a:t>Experimental design methods are also of fundamental importance in </a:t>
            </a:r>
            <a:r>
              <a:rPr lang="en-US" sz="1800" b="1" dirty="0">
                <a:latin typeface="Arial" panose="020B0604020202020204" pitchFamily="34" charset="0"/>
                <a:cs typeface="Arial" panose="020B0604020202020204" pitchFamily="34" charset="0"/>
              </a:rPr>
              <a:t>engineering design activities</a:t>
            </a:r>
            <a:r>
              <a:rPr lang="en-US" sz="1800" dirty="0">
                <a:latin typeface="Arial" panose="020B0604020202020204" pitchFamily="34" charset="0"/>
                <a:cs typeface="Arial" panose="020B0604020202020204" pitchFamily="34" charset="0"/>
              </a:rPr>
              <a:t>, where </a:t>
            </a:r>
            <a:r>
              <a:rPr lang="en-US" sz="1800" b="1" dirty="0">
                <a:latin typeface="Arial" panose="020B0604020202020204" pitchFamily="34" charset="0"/>
                <a:cs typeface="Arial" panose="020B0604020202020204" pitchFamily="34" charset="0"/>
              </a:rPr>
              <a:t>new products are developed and existing ones improved</a:t>
            </a:r>
            <a:r>
              <a:rPr lang="en-US" sz="1800" dirty="0">
                <a:latin typeface="Arial" panose="020B0604020202020204" pitchFamily="34" charset="0"/>
                <a:cs typeface="Arial" panose="020B0604020202020204" pitchFamily="34" charset="0"/>
              </a:rPr>
              <a:t>. Some applications of experimental design in engineering design include</a:t>
            </a:r>
          </a:p>
          <a:p>
            <a:pPr marL="0" indent="0">
              <a:lnSpc>
                <a:spcPct val="120000"/>
              </a:lnSpc>
              <a:spcBef>
                <a:spcPts val="0"/>
              </a:spcBef>
              <a:buNone/>
            </a:pPr>
            <a:r>
              <a:rPr lang="en-US" sz="1500" b="1" dirty="0">
                <a:latin typeface="Arial" panose="020B0604020202020204" pitchFamily="34" charset="0"/>
                <a:cs typeface="Arial" panose="020B0604020202020204" pitchFamily="34" charset="0"/>
              </a:rPr>
              <a:t>1. </a:t>
            </a:r>
            <a:r>
              <a:rPr lang="en-US" sz="1500" dirty="0">
                <a:latin typeface="Arial" panose="020B0604020202020204" pitchFamily="34" charset="0"/>
                <a:cs typeface="Arial" panose="020B0604020202020204" pitchFamily="34" charset="0"/>
              </a:rPr>
              <a:t>Evaluation and comparison of basic design configurations</a:t>
            </a:r>
          </a:p>
          <a:p>
            <a:pPr marL="0" indent="0">
              <a:lnSpc>
                <a:spcPct val="120000"/>
              </a:lnSpc>
              <a:spcBef>
                <a:spcPts val="0"/>
              </a:spcBef>
              <a:buNone/>
            </a:pPr>
            <a:r>
              <a:rPr lang="en-US" sz="1500" b="1" dirty="0">
                <a:latin typeface="Arial" panose="020B0604020202020204" pitchFamily="34" charset="0"/>
                <a:cs typeface="Arial" panose="020B0604020202020204" pitchFamily="34" charset="0"/>
              </a:rPr>
              <a:t>2. </a:t>
            </a:r>
            <a:r>
              <a:rPr lang="en-US" sz="1500" dirty="0">
                <a:latin typeface="Arial" panose="020B0604020202020204" pitchFamily="34" charset="0"/>
                <a:cs typeface="Arial" panose="020B0604020202020204" pitchFamily="34" charset="0"/>
              </a:rPr>
              <a:t>Evaluation of material alternatives</a:t>
            </a:r>
          </a:p>
          <a:p>
            <a:pPr marL="0" indent="0">
              <a:lnSpc>
                <a:spcPct val="120000"/>
              </a:lnSpc>
              <a:spcBef>
                <a:spcPts val="0"/>
              </a:spcBef>
              <a:buNone/>
            </a:pPr>
            <a:r>
              <a:rPr lang="en-US" sz="1500" b="1" dirty="0">
                <a:latin typeface="Arial" panose="020B0604020202020204" pitchFamily="34" charset="0"/>
                <a:cs typeface="Arial" panose="020B0604020202020204" pitchFamily="34" charset="0"/>
              </a:rPr>
              <a:t>3. </a:t>
            </a:r>
            <a:r>
              <a:rPr lang="en-US" sz="1500" dirty="0">
                <a:latin typeface="Arial" panose="020B0604020202020204" pitchFamily="34" charset="0"/>
                <a:cs typeface="Arial" panose="020B0604020202020204" pitchFamily="34" charset="0"/>
              </a:rPr>
              <a:t>Selection of design parameters so that the product will work well under a wide variety</a:t>
            </a:r>
          </a:p>
          <a:p>
            <a:pPr marL="0" indent="0">
              <a:lnSpc>
                <a:spcPct val="120000"/>
              </a:lnSpc>
              <a:spcBef>
                <a:spcPts val="0"/>
              </a:spcBef>
              <a:buNone/>
            </a:pPr>
            <a:r>
              <a:rPr lang="en-US" sz="1500" dirty="0">
                <a:latin typeface="Arial" panose="020B0604020202020204" pitchFamily="34" charset="0"/>
                <a:cs typeface="Arial" panose="020B0604020202020204" pitchFamily="34" charset="0"/>
              </a:rPr>
              <a:t>of field conditions, that is, so that the product is </a:t>
            </a:r>
            <a:r>
              <a:rPr lang="en-US" sz="1500" b="1" dirty="0">
                <a:latin typeface="Arial" panose="020B0604020202020204" pitchFamily="34" charset="0"/>
                <a:cs typeface="Arial" panose="020B0604020202020204" pitchFamily="34" charset="0"/>
              </a:rPr>
              <a:t>robust</a:t>
            </a:r>
          </a:p>
          <a:p>
            <a:pPr marL="0" indent="0">
              <a:lnSpc>
                <a:spcPct val="120000"/>
              </a:lnSpc>
              <a:spcBef>
                <a:spcPts val="0"/>
              </a:spcBef>
              <a:buNone/>
            </a:pPr>
            <a:r>
              <a:rPr lang="en-US" sz="1500" b="1" dirty="0">
                <a:latin typeface="Arial" panose="020B0604020202020204" pitchFamily="34" charset="0"/>
                <a:cs typeface="Arial" panose="020B0604020202020204" pitchFamily="34" charset="0"/>
              </a:rPr>
              <a:t>4. </a:t>
            </a:r>
            <a:r>
              <a:rPr lang="en-US" sz="1500" dirty="0">
                <a:latin typeface="Arial" panose="020B0604020202020204" pitchFamily="34" charset="0"/>
                <a:cs typeface="Arial" panose="020B0604020202020204" pitchFamily="34" charset="0"/>
              </a:rPr>
              <a:t>Determination of key product design parameters that impact product performance</a:t>
            </a:r>
          </a:p>
          <a:p>
            <a:pPr marL="0" indent="0">
              <a:lnSpc>
                <a:spcPct val="120000"/>
              </a:lnSpc>
              <a:spcBef>
                <a:spcPts val="0"/>
              </a:spcBef>
              <a:buNone/>
            </a:pPr>
            <a:r>
              <a:rPr lang="en-US" sz="1500" b="1" dirty="0">
                <a:latin typeface="Arial" panose="020B0604020202020204" pitchFamily="34" charset="0"/>
                <a:cs typeface="Arial" panose="020B0604020202020204" pitchFamily="34" charset="0"/>
              </a:rPr>
              <a:t>5. </a:t>
            </a:r>
            <a:r>
              <a:rPr lang="en-US" sz="1500" dirty="0">
                <a:latin typeface="Arial" panose="020B0604020202020204" pitchFamily="34" charset="0"/>
                <a:cs typeface="Arial" panose="020B0604020202020204" pitchFamily="34" charset="0"/>
              </a:rPr>
              <a:t>Formulation of new products.</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5</a:t>
            </a:fld>
            <a:endParaRPr lang="en-US" altLang="ko-KR"/>
          </a:p>
        </p:txBody>
      </p:sp>
      <p:sp>
        <p:nvSpPr>
          <p:cNvPr id="5" name="Content Placeholder 2"/>
          <p:cNvSpPr txBox="1">
            <a:spLocks/>
          </p:cNvSpPr>
          <p:nvPr/>
        </p:nvSpPr>
        <p:spPr>
          <a:xfrm>
            <a:off x="323528" y="3693948"/>
            <a:ext cx="8229600" cy="2848140"/>
          </a:xfrm>
          <a:prstGeom prst="rect">
            <a:avLst/>
          </a:prstGeom>
          <a:ln>
            <a:solidFill>
              <a:schemeClr val="accent1"/>
            </a:solidFill>
          </a:ln>
        </p:spPr>
        <p:txBody>
          <a:bodyPr/>
          <a:lstStyle>
            <a:lvl1pPr marL="316531" indent="-316531" algn="l" rtl="0" eaLnBrk="0" fontAlgn="base" latinLnBrk="1" hangingPunct="0">
              <a:spcBef>
                <a:spcPct val="20000"/>
              </a:spcBef>
              <a:spcAft>
                <a:spcPct val="0"/>
              </a:spcAft>
              <a:buChar char="•"/>
              <a:defRPr kumimoji="1" sz="2954">
                <a:solidFill>
                  <a:schemeClr val="tx1"/>
                </a:solidFill>
                <a:latin typeface="+mn-lt"/>
                <a:ea typeface="+mn-ea"/>
                <a:cs typeface="+mn-cs"/>
              </a:defRPr>
            </a:lvl1pPr>
            <a:lvl2pPr marL="685817" indent="-263776" algn="l" rtl="0" eaLnBrk="0" fontAlgn="base" latinLnBrk="1" hangingPunct="0">
              <a:spcBef>
                <a:spcPct val="20000"/>
              </a:spcBef>
              <a:spcAft>
                <a:spcPct val="0"/>
              </a:spcAft>
              <a:buChar char="–"/>
              <a:defRPr kumimoji="1" sz="2585">
                <a:solidFill>
                  <a:schemeClr val="tx1"/>
                </a:solidFill>
                <a:latin typeface="+mn-lt"/>
                <a:ea typeface="+mn-ea"/>
              </a:defRPr>
            </a:lvl2pPr>
            <a:lvl3pPr marL="1055103" indent="-211021" algn="l" rtl="0" eaLnBrk="0" fontAlgn="base" latinLnBrk="1" hangingPunct="0">
              <a:spcBef>
                <a:spcPct val="20000"/>
              </a:spcBef>
              <a:spcAft>
                <a:spcPct val="0"/>
              </a:spcAft>
              <a:buChar char="•"/>
              <a:defRPr kumimoji="1" sz="2216">
                <a:solidFill>
                  <a:schemeClr val="tx1"/>
                </a:solidFill>
                <a:latin typeface="+mn-lt"/>
                <a:ea typeface="+mn-ea"/>
              </a:defRPr>
            </a:lvl3pPr>
            <a:lvl4pPr marL="1477145" indent="-211021" algn="l" rtl="0" eaLnBrk="0" fontAlgn="base" latinLnBrk="1" hangingPunct="0">
              <a:spcBef>
                <a:spcPct val="20000"/>
              </a:spcBef>
              <a:spcAft>
                <a:spcPct val="0"/>
              </a:spcAft>
              <a:buChar char="–"/>
              <a:defRPr kumimoji="1" sz="1847">
                <a:solidFill>
                  <a:schemeClr val="tx1"/>
                </a:solidFill>
                <a:latin typeface="+mn-lt"/>
                <a:ea typeface="+mn-ea"/>
              </a:defRPr>
            </a:lvl4pPr>
            <a:lvl5pPr marL="1899186" indent="-211021" algn="l" rtl="0" eaLnBrk="0" fontAlgn="base" latinLnBrk="1" hangingPunct="0">
              <a:spcBef>
                <a:spcPct val="20000"/>
              </a:spcBef>
              <a:spcAft>
                <a:spcPct val="0"/>
              </a:spcAft>
              <a:buChar char="»"/>
              <a:defRPr kumimoji="1" sz="1847">
                <a:solidFill>
                  <a:schemeClr val="tx1"/>
                </a:solidFill>
                <a:latin typeface="+mn-lt"/>
                <a:ea typeface="+mn-ea"/>
              </a:defRPr>
            </a:lvl5pPr>
            <a:lvl6pPr marL="2321228" indent="-211021" algn="l" rtl="0" fontAlgn="base" latinLnBrk="1">
              <a:spcBef>
                <a:spcPct val="20000"/>
              </a:spcBef>
              <a:spcAft>
                <a:spcPct val="0"/>
              </a:spcAft>
              <a:buChar char="»"/>
              <a:defRPr kumimoji="1" sz="1847">
                <a:solidFill>
                  <a:schemeClr val="tx1"/>
                </a:solidFill>
                <a:latin typeface="+mn-lt"/>
                <a:ea typeface="+mn-ea"/>
              </a:defRPr>
            </a:lvl6pPr>
            <a:lvl7pPr marL="2743268" indent="-211021" algn="l" rtl="0" fontAlgn="base" latinLnBrk="1">
              <a:spcBef>
                <a:spcPct val="20000"/>
              </a:spcBef>
              <a:spcAft>
                <a:spcPct val="0"/>
              </a:spcAft>
              <a:buChar char="»"/>
              <a:defRPr kumimoji="1" sz="1847">
                <a:solidFill>
                  <a:schemeClr val="tx1"/>
                </a:solidFill>
                <a:latin typeface="+mn-lt"/>
                <a:ea typeface="+mn-ea"/>
              </a:defRPr>
            </a:lvl7pPr>
            <a:lvl8pPr marL="3165310" indent="-211021" algn="l" rtl="0" fontAlgn="base" latinLnBrk="1">
              <a:spcBef>
                <a:spcPct val="20000"/>
              </a:spcBef>
              <a:spcAft>
                <a:spcPct val="0"/>
              </a:spcAft>
              <a:buChar char="»"/>
              <a:defRPr kumimoji="1" sz="1847">
                <a:solidFill>
                  <a:schemeClr val="tx1"/>
                </a:solidFill>
                <a:latin typeface="+mn-lt"/>
                <a:ea typeface="+mn-ea"/>
              </a:defRPr>
            </a:lvl8pPr>
            <a:lvl9pPr marL="3587351" indent="-211021" algn="l" rtl="0" fontAlgn="base" latinLnBrk="1">
              <a:spcBef>
                <a:spcPct val="20000"/>
              </a:spcBef>
              <a:spcAft>
                <a:spcPct val="0"/>
              </a:spcAft>
              <a:buChar char="»"/>
              <a:defRPr kumimoji="1" sz="1847">
                <a:solidFill>
                  <a:schemeClr val="tx1"/>
                </a:solidFill>
                <a:latin typeface="+mn-lt"/>
                <a:ea typeface="+mn-ea"/>
              </a:defRPr>
            </a:lvl9pPr>
          </a:lstStyle>
          <a:p>
            <a:pPr algn="just" latinLnBrk="0">
              <a:lnSpc>
                <a:spcPct val="120000"/>
              </a:lnSpc>
              <a:spcBef>
                <a:spcPts val="0"/>
              </a:spcBef>
            </a:pPr>
            <a:r>
              <a:rPr lang="en-US" sz="1800" kern="0" dirty="0">
                <a:latin typeface="Arial" panose="020B0604020202020204" pitchFamily="34" charset="0"/>
                <a:cs typeface="Arial" panose="020B0604020202020204" pitchFamily="34" charset="0"/>
              </a:rPr>
              <a:t>The use of experimental design in product realization can result in products that are easier to manufacture and that have enhanced field performance and reliability, lower product cost, and shorter product design and development time. </a:t>
            </a:r>
          </a:p>
          <a:p>
            <a:pPr algn="just" latinLnBrk="0">
              <a:lnSpc>
                <a:spcPct val="120000"/>
              </a:lnSpc>
              <a:spcBef>
                <a:spcPts val="0"/>
              </a:spcBef>
            </a:pPr>
            <a:r>
              <a:rPr lang="en-US" sz="1800" kern="0" dirty="0">
                <a:latin typeface="Arial" panose="020B0604020202020204" pitchFamily="34" charset="0"/>
                <a:cs typeface="Arial" panose="020B0604020202020204" pitchFamily="34" charset="0"/>
              </a:rPr>
              <a:t>Designed experiments also have extensive applications in marketing, market research, transactional and service operations, and general business operations. </a:t>
            </a:r>
            <a:endParaRPr lang="en-US" sz="1500" kern="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3102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8216" y="404664"/>
            <a:ext cx="7698318" cy="828092"/>
          </a:xfrm>
        </p:spPr>
        <p:txBody>
          <a:bodyPr/>
          <a:lstStyle/>
          <a:p>
            <a:pPr algn="ctr"/>
            <a:r>
              <a:rPr lang="en-US" dirty="0">
                <a:ea typeface="Verdana" panose="020B0604030504040204" pitchFamily="34" charset="0"/>
              </a:rPr>
              <a:t>Full factorial design, Basic concepts of 2</a:t>
            </a:r>
            <a:r>
              <a:rPr lang="en-US" baseline="30000" dirty="0">
                <a:ea typeface="Verdana" panose="020B0604030504040204" pitchFamily="34" charset="0"/>
              </a:rPr>
              <a:t>2</a:t>
            </a:r>
            <a:r>
              <a:rPr lang="en-US" dirty="0">
                <a:ea typeface="Verdana" panose="020B0604030504040204" pitchFamily="34" charset="0"/>
              </a:rPr>
              <a:t>, 2</a:t>
            </a:r>
            <a:r>
              <a:rPr lang="en-US" altLang="en-US" baseline="30000" dirty="0">
                <a:ea typeface="Verdana" panose="020B0604030504040204" pitchFamily="34" charset="0"/>
              </a:rPr>
              <a:t>3 </a:t>
            </a:r>
            <a:r>
              <a:rPr lang="en-US" dirty="0">
                <a:ea typeface="Verdana" panose="020B0604030504040204" pitchFamily="34" charset="0"/>
              </a:rPr>
              <a:t>and 2</a:t>
            </a:r>
            <a:r>
              <a:rPr lang="en-US" altLang="en-US" baseline="30000" dirty="0">
                <a:ea typeface="Verdana" panose="020B0604030504040204" pitchFamily="34" charset="0"/>
              </a:rPr>
              <a:t>k</a:t>
            </a:r>
            <a:r>
              <a:rPr lang="en-US" dirty="0">
                <a:ea typeface="Verdana" panose="020B0604030504040204" pitchFamily="34" charset="0"/>
              </a:rPr>
              <a:t> designs</a:t>
            </a:r>
            <a:endParaRPr lang="en-IN" dirty="0"/>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6</a:t>
            </a:fld>
            <a:endParaRPr lang="en-US" altLang="ko-KR"/>
          </a:p>
        </p:txBody>
      </p:sp>
      <p:sp>
        <p:nvSpPr>
          <p:cNvPr id="7" name="object 3"/>
          <p:cNvSpPr txBox="1">
            <a:spLocks/>
          </p:cNvSpPr>
          <p:nvPr/>
        </p:nvSpPr>
        <p:spPr bwMode="auto">
          <a:xfrm>
            <a:off x="527466" y="1323508"/>
            <a:ext cx="8370930" cy="1876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242888" rIns="0" bIns="0" numCol="1" rtlCol="0" anchor="t" anchorCtr="0" compatLnSpc="1">
            <a:prstTxWarp prst="textNoShape">
              <a:avLst/>
            </a:prstTxWarp>
            <a:spAutoFit/>
          </a:bodyPr>
          <a:lstStyle>
            <a:lvl1pPr algn="l" rtl="0" eaLnBrk="0" fontAlgn="base" latinLnBrk="1" hangingPunct="0">
              <a:spcBef>
                <a:spcPct val="0"/>
              </a:spcBef>
              <a:spcAft>
                <a:spcPct val="0"/>
              </a:spcAft>
              <a:defRPr kumimoji="1" lang="ko-KR" altLang="en-US" sz="3200" b="1" kern="1200" dirty="0" smtClean="0">
                <a:solidFill>
                  <a:schemeClr val="bg1"/>
                </a:solidFill>
                <a:latin typeface="Arial" panose="020B0604020202020204" pitchFamily="34" charset="0"/>
                <a:ea typeface="맑은 고딕" panose="020B0503020000020004" pitchFamily="50" charset="-127"/>
                <a:cs typeface="Arial" panose="020B0604020202020204" pitchFamily="34" charset="0"/>
              </a:defRPr>
            </a:lvl1pPr>
            <a:lvl2pPr algn="l" rtl="0" eaLnBrk="0" fontAlgn="base" latinLnBrk="1" hangingPunct="0">
              <a:spcBef>
                <a:spcPct val="0"/>
              </a:spcBef>
              <a:spcAft>
                <a:spcPct val="0"/>
              </a:spcAft>
              <a:defRPr kumimoji="1" sz="5416">
                <a:solidFill>
                  <a:srgbClr val="003668"/>
                </a:solidFill>
                <a:latin typeface="HY견고딕" pitchFamily="18" charset="-127"/>
                <a:ea typeface="HY견고딕" pitchFamily="18" charset="-127"/>
              </a:defRPr>
            </a:lvl2pPr>
            <a:lvl3pPr algn="l" rtl="0" eaLnBrk="0" fontAlgn="base" latinLnBrk="1" hangingPunct="0">
              <a:spcBef>
                <a:spcPct val="0"/>
              </a:spcBef>
              <a:spcAft>
                <a:spcPct val="0"/>
              </a:spcAft>
              <a:defRPr kumimoji="1" sz="5416">
                <a:solidFill>
                  <a:srgbClr val="003668"/>
                </a:solidFill>
                <a:latin typeface="HY견고딕" pitchFamily="18" charset="-127"/>
                <a:ea typeface="HY견고딕" pitchFamily="18" charset="-127"/>
              </a:defRPr>
            </a:lvl3pPr>
            <a:lvl4pPr algn="l" rtl="0" eaLnBrk="0" fontAlgn="base" latinLnBrk="1" hangingPunct="0">
              <a:spcBef>
                <a:spcPct val="0"/>
              </a:spcBef>
              <a:spcAft>
                <a:spcPct val="0"/>
              </a:spcAft>
              <a:defRPr kumimoji="1" sz="5416">
                <a:solidFill>
                  <a:srgbClr val="003668"/>
                </a:solidFill>
                <a:latin typeface="HY견고딕" pitchFamily="18" charset="-127"/>
                <a:ea typeface="HY견고딕" pitchFamily="18" charset="-127"/>
              </a:defRPr>
            </a:lvl4pPr>
            <a:lvl5pPr algn="l" rtl="0" eaLnBrk="0" fontAlgn="base" latinLnBrk="1" hangingPunct="0">
              <a:spcBef>
                <a:spcPct val="0"/>
              </a:spcBef>
              <a:spcAft>
                <a:spcPct val="0"/>
              </a:spcAft>
              <a:defRPr kumimoji="1" sz="5416">
                <a:solidFill>
                  <a:srgbClr val="003668"/>
                </a:solidFill>
                <a:latin typeface="HY견고딕" pitchFamily="18" charset="-127"/>
                <a:ea typeface="HY견고딕" pitchFamily="18" charset="-127"/>
              </a:defRPr>
            </a:lvl5pPr>
            <a:lvl6pPr marL="562722" algn="l" rtl="0" fontAlgn="base" latinLnBrk="1">
              <a:spcBef>
                <a:spcPct val="0"/>
              </a:spcBef>
              <a:spcAft>
                <a:spcPct val="0"/>
              </a:spcAft>
              <a:defRPr kumimoji="1">
                <a:solidFill>
                  <a:srgbClr val="003668"/>
                </a:solidFill>
                <a:latin typeface="HY견고딕" pitchFamily="18" charset="-127"/>
                <a:ea typeface="HY견고딕" pitchFamily="18" charset="-127"/>
              </a:defRPr>
            </a:lvl6pPr>
            <a:lvl7pPr marL="1125444" algn="l" rtl="0" fontAlgn="base" latinLnBrk="1">
              <a:spcBef>
                <a:spcPct val="0"/>
              </a:spcBef>
              <a:spcAft>
                <a:spcPct val="0"/>
              </a:spcAft>
              <a:defRPr kumimoji="1">
                <a:solidFill>
                  <a:srgbClr val="003668"/>
                </a:solidFill>
                <a:latin typeface="HY견고딕" pitchFamily="18" charset="-127"/>
                <a:ea typeface="HY견고딕" pitchFamily="18" charset="-127"/>
              </a:defRPr>
            </a:lvl7pPr>
            <a:lvl8pPr marL="1688165" algn="l" rtl="0" fontAlgn="base" latinLnBrk="1">
              <a:spcBef>
                <a:spcPct val="0"/>
              </a:spcBef>
              <a:spcAft>
                <a:spcPct val="0"/>
              </a:spcAft>
              <a:defRPr kumimoji="1">
                <a:solidFill>
                  <a:srgbClr val="003668"/>
                </a:solidFill>
                <a:latin typeface="HY견고딕" pitchFamily="18" charset="-127"/>
                <a:ea typeface="HY견고딕" pitchFamily="18" charset="-127"/>
              </a:defRPr>
            </a:lvl8pPr>
            <a:lvl9pPr marL="2250887" algn="l" rtl="0" fontAlgn="base" latinLnBrk="1">
              <a:spcBef>
                <a:spcPct val="0"/>
              </a:spcBef>
              <a:spcAft>
                <a:spcPct val="0"/>
              </a:spcAft>
              <a:defRPr kumimoji="1">
                <a:solidFill>
                  <a:srgbClr val="003668"/>
                </a:solidFill>
                <a:latin typeface="HY견고딕" pitchFamily="18" charset="-127"/>
                <a:ea typeface="HY견고딕" pitchFamily="18" charset="-127"/>
              </a:defRPr>
            </a:lvl9pPr>
          </a:lstStyle>
          <a:p>
            <a:pPr marL="266700" marR="3810" indent="-257175" algn="just" latinLnBrk="0">
              <a:lnSpc>
                <a:spcPct val="120000"/>
              </a:lnSpc>
              <a:spcBef>
                <a:spcPts val="0"/>
              </a:spcBef>
              <a:buFont typeface="Arial" panose="020B0604020202020204" pitchFamily="34" charset="0"/>
              <a:buChar char="•"/>
              <a:tabLst>
                <a:tab pos="1111091" algn="l"/>
              </a:tabLst>
            </a:pPr>
            <a:r>
              <a:rPr lang="en-US" sz="1800" b="0" spc="-8" dirty="0">
                <a:solidFill>
                  <a:schemeClr val="tx1"/>
                </a:solidFill>
              </a:rPr>
              <a:t>It is widely accepted that the most commonly used experimental designs in manufacturing companies  are </a:t>
            </a:r>
            <a:r>
              <a:rPr lang="en-US" sz="1800" spc="-8" dirty="0">
                <a:solidFill>
                  <a:schemeClr val="tx1"/>
                </a:solidFill>
              </a:rPr>
              <a:t>full and fractional factorial designs at 2-levels and  3-levels</a:t>
            </a:r>
            <a:r>
              <a:rPr lang="en-US" sz="1800" b="0" spc="-8" dirty="0">
                <a:solidFill>
                  <a:schemeClr val="tx1"/>
                </a:solidFill>
              </a:rPr>
              <a:t>.</a:t>
            </a:r>
          </a:p>
          <a:p>
            <a:pPr marL="266700" marR="3810" indent="-257175" algn="just" latinLnBrk="0">
              <a:lnSpc>
                <a:spcPct val="120000"/>
              </a:lnSpc>
              <a:spcBef>
                <a:spcPts val="0"/>
              </a:spcBef>
              <a:buFont typeface="Arial" panose="020B0604020202020204" pitchFamily="34" charset="0"/>
              <a:buChar char="•"/>
              <a:tabLst>
                <a:tab pos="1111091" algn="l"/>
              </a:tabLst>
            </a:pPr>
            <a:r>
              <a:rPr lang="en-US" sz="1800" b="0" spc="-8" dirty="0">
                <a:solidFill>
                  <a:schemeClr val="tx1"/>
                </a:solidFill>
              </a:rPr>
              <a:t>Factorial designs would enable an experimenter to  study the </a:t>
            </a:r>
            <a:r>
              <a:rPr lang="en-US" sz="1800" spc="-8" dirty="0">
                <a:solidFill>
                  <a:schemeClr val="tx1"/>
                </a:solidFill>
              </a:rPr>
              <a:t>joint effect of the factors</a:t>
            </a:r>
            <a:r>
              <a:rPr lang="en-US" sz="1800" b="0" spc="-8" dirty="0">
                <a:solidFill>
                  <a:schemeClr val="tx1"/>
                </a:solidFill>
              </a:rPr>
              <a:t> (or process/design  parameters) on a response.</a:t>
            </a:r>
          </a:p>
        </p:txBody>
      </p:sp>
      <p:sp>
        <p:nvSpPr>
          <p:cNvPr id="3" name="object 3"/>
          <p:cNvSpPr txBox="1">
            <a:spLocks/>
          </p:cNvSpPr>
          <p:nvPr/>
        </p:nvSpPr>
        <p:spPr bwMode="auto">
          <a:xfrm>
            <a:off x="527466" y="2992962"/>
            <a:ext cx="8370930" cy="2541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242888" rIns="0" bIns="0" numCol="1" rtlCol="0" anchor="t" anchorCtr="0" compatLnSpc="1">
            <a:prstTxWarp prst="textNoShape">
              <a:avLst/>
            </a:prstTxWarp>
            <a:spAutoFit/>
          </a:bodyPr>
          <a:lstStyle>
            <a:lvl1pPr algn="l" rtl="0" eaLnBrk="0" fontAlgn="base" latinLnBrk="1" hangingPunct="0">
              <a:spcBef>
                <a:spcPct val="0"/>
              </a:spcBef>
              <a:spcAft>
                <a:spcPct val="0"/>
              </a:spcAft>
              <a:defRPr kumimoji="1" lang="ko-KR" altLang="en-US" sz="3200" b="1" kern="1200" dirty="0" smtClean="0">
                <a:solidFill>
                  <a:schemeClr val="bg1"/>
                </a:solidFill>
                <a:latin typeface="Arial" panose="020B0604020202020204" pitchFamily="34" charset="0"/>
                <a:ea typeface="맑은 고딕" panose="020B0503020000020004" pitchFamily="50" charset="-127"/>
                <a:cs typeface="Arial" panose="020B0604020202020204" pitchFamily="34" charset="0"/>
              </a:defRPr>
            </a:lvl1pPr>
            <a:lvl2pPr algn="l" rtl="0" eaLnBrk="0" fontAlgn="base" latinLnBrk="1" hangingPunct="0">
              <a:spcBef>
                <a:spcPct val="0"/>
              </a:spcBef>
              <a:spcAft>
                <a:spcPct val="0"/>
              </a:spcAft>
              <a:defRPr kumimoji="1" sz="5416">
                <a:solidFill>
                  <a:srgbClr val="003668"/>
                </a:solidFill>
                <a:latin typeface="HY견고딕" pitchFamily="18" charset="-127"/>
                <a:ea typeface="HY견고딕" pitchFamily="18" charset="-127"/>
              </a:defRPr>
            </a:lvl2pPr>
            <a:lvl3pPr algn="l" rtl="0" eaLnBrk="0" fontAlgn="base" latinLnBrk="1" hangingPunct="0">
              <a:spcBef>
                <a:spcPct val="0"/>
              </a:spcBef>
              <a:spcAft>
                <a:spcPct val="0"/>
              </a:spcAft>
              <a:defRPr kumimoji="1" sz="5416">
                <a:solidFill>
                  <a:srgbClr val="003668"/>
                </a:solidFill>
                <a:latin typeface="HY견고딕" pitchFamily="18" charset="-127"/>
                <a:ea typeface="HY견고딕" pitchFamily="18" charset="-127"/>
              </a:defRPr>
            </a:lvl3pPr>
            <a:lvl4pPr algn="l" rtl="0" eaLnBrk="0" fontAlgn="base" latinLnBrk="1" hangingPunct="0">
              <a:spcBef>
                <a:spcPct val="0"/>
              </a:spcBef>
              <a:spcAft>
                <a:spcPct val="0"/>
              </a:spcAft>
              <a:defRPr kumimoji="1" sz="5416">
                <a:solidFill>
                  <a:srgbClr val="003668"/>
                </a:solidFill>
                <a:latin typeface="HY견고딕" pitchFamily="18" charset="-127"/>
                <a:ea typeface="HY견고딕" pitchFamily="18" charset="-127"/>
              </a:defRPr>
            </a:lvl4pPr>
            <a:lvl5pPr algn="l" rtl="0" eaLnBrk="0" fontAlgn="base" latinLnBrk="1" hangingPunct="0">
              <a:spcBef>
                <a:spcPct val="0"/>
              </a:spcBef>
              <a:spcAft>
                <a:spcPct val="0"/>
              </a:spcAft>
              <a:defRPr kumimoji="1" sz="5416">
                <a:solidFill>
                  <a:srgbClr val="003668"/>
                </a:solidFill>
                <a:latin typeface="HY견고딕" pitchFamily="18" charset="-127"/>
                <a:ea typeface="HY견고딕" pitchFamily="18" charset="-127"/>
              </a:defRPr>
            </a:lvl5pPr>
            <a:lvl6pPr marL="562722" algn="l" rtl="0" fontAlgn="base" latinLnBrk="1">
              <a:spcBef>
                <a:spcPct val="0"/>
              </a:spcBef>
              <a:spcAft>
                <a:spcPct val="0"/>
              </a:spcAft>
              <a:defRPr kumimoji="1">
                <a:solidFill>
                  <a:srgbClr val="003668"/>
                </a:solidFill>
                <a:latin typeface="HY견고딕" pitchFamily="18" charset="-127"/>
                <a:ea typeface="HY견고딕" pitchFamily="18" charset="-127"/>
              </a:defRPr>
            </a:lvl6pPr>
            <a:lvl7pPr marL="1125444" algn="l" rtl="0" fontAlgn="base" latinLnBrk="1">
              <a:spcBef>
                <a:spcPct val="0"/>
              </a:spcBef>
              <a:spcAft>
                <a:spcPct val="0"/>
              </a:spcAft>
              <a:defRPr kumimoji="1">
                <a:solidFill>
                  <a:srgbClr val="003668"/>
                </a:solidFill>
                <a:latin typeface="HY견고딕" pitchFamily="18" charset="-127"/>
                <a:ea typeface="HY견고딕" pitchFamily="18" charset="-127"/>
              </a:defRPr>
            </a:lvl7pPr>
            <a:lvl8pPr marL="1688165" algn="l" rtl="0" fontAlgn="base" latinLnBrk="1">
              <a:spcBef>
                <a:spcPct val="0"/>
              </a:spcBef>
              <a:spcAft>
                <a:spcPct val="0"/>
              </a:spcAft>
              <a:defRPr kumimoji="1">
                <a:solidFill>
                  <a:srgbClr val="003668"/>
                </a:solidFill>
                <a:latin typeface="HY견고딕" pitchFamily="18" charset="-127"/>
                <a:ea typeface="HY견고딕" pitchFamily="18" charset="-127"/>
              </a:defRPr>
            </a:lvl8pPr>
            <a:lvl9pPr marL="2250887" algn="l" rtl="0" fontAlgn="base" latinLnBrk="1">
              <a:spcBef>
                <a:spcPct val="0"/>
              </a:spcBef>
              <a:spcAft>
                <a:spcPct val="0"/>
              </a:spcAft>
              <a:defRPr kumimoji="1">
                <a:solidFill>
                  <a:srgbClr val="003668"/>
                </a:solidFill>
                <a:latin typeface="HY견고딕" pitchFamily="18" charset="-127"/>
                <a:ea typeface="HY견고딕" pitchFamily="18" charset="-127"/>
              </a:defRPr>
            </a:lvl9pPr>
          </a:lstStyle>
          <a:p>
            <a:pPr marL="266700" marR="3810" indent="-257175" algn="just" latinLnBrk="0">
              <a:lnSpc>
                <a:spcPct val="120000"/>
              </a:lnSpc>
              <a:spcBef>
                <a:spcPts val="0"/>
              </a:spcBef>
              <a:buFont typeface="Arial" panose="020B0604020202020204" pitchFamily="34" charset="0"/>
              <a:buChar char="•"/>
              <a:tabLst>
                <a:tab pos="1111091" algn="l"/>
              </a:tabLst>
            </a:pPr>
            <a:r>
              <a:rPr lang="en-US" sz="1800" b="0" spc="-8" dirty="0">
                <a:solidFill>
                  <a:schemeClr val="tx1"/>
                </a:solidFill>
              </a:rPr>
              <a:t>A </a:t>
            </a:r>
            <a:r>
              <a:rPr lang="en-US" sz="1800" spc="-8" dirty="0">
                <a:solidFill>
                  <a:schemeClr val="tx1"/>
                </a:solidFill>
              </a:rPr>
              <a:t>full factorial design </a:t>
            </a:r>
            <a:r>
              <a:rPr lang="en-US" sz="1800" b="0" spc="-8" dirty="0">
                <a:solidFill>
                  <a:schemeClr val="tx1"/>
                </a:solidFill>
              </a:rPr>
              <a:t>consists of all possible factor combinations in a test, and, most importantly, varies the factors simultaneously rather than one factor at a time. </a:t>
            </a:r>
          </a:p>
          <a:p>
            <a:pPr marL="266700" marR="3810" indent="-257175" algn="just" latinLnBrk="0">
              <a:lnSpc>
                <a:spcPct val="120000"/>
              </a:lnSpc>
              <a:spcBef>
                <a:spcPts val="0"/>
              </a:spcBef>
              <a:buFont typeface="Arial" panose="020B0604020202020204" pitchFamily="34" charset="0"/>
              <a:buChar char="•"/>
              <a:tabLst>
                <a:tab pos="1111091" algn="l"/>
              </a:tabLst>
            </a:pPr>
            <a:r>
              <a:rPr lang="en-US" sz="1800" b="0" spc="-8" dirty="0">
                <a:solidFill>
                  <a:schemeClr val="tx1"/>
                </a:solidFill>
              </a:rPr>
              <a:t>Using this approach, the tester can examine both main effects (effect of the independent variables on the dependent variable) and interactions (effect of the interaction between independent variables on the dependent variable) associated with both categorical and continuous factors.</a:t>
            </a:r>
          </a:p>
        </p:txBody>
      </p:sp>
    </p:spTree>
    <p:extLst>
      <p:ext uri="{BB962C8B-B14F-4D97-AF65-F5344CB8AC3E}">
        <p14:creationId xmlns:p14="http://schemas.microsoft.com/office/powerpoint/2010/main" val="3354327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7</a:t>
            </a:fld>
            <a:endParaRPr lang="en-US" altLang="ko-KR"/>
          </a:p>
        </p:txBody>
      </p:sp>
      <p:pic>
        <p:nvPicPr>
          <p:cNvPr id="3" name="Picture 2"/>
          <p:cNvPicPr>
            <a:picLocks noChangeAspect="1"/>
          </p:cNvPicPr>
          <p:nvPr/>
        </p:nvPicPr>
        <p:blipFill rotWithShape="1">
          <a:blip r:embed="rId2"/>
          <a:srcRect l="5906" t="25025" r="60956" b="3751"/>
          <a:stretch/>
        </p:blipFill>
        <p:spPr>
          <a:xfrm>
            <a:off x="1161599" y="1484784"/>
            <a:ext cx="6885765" cy="4540769"/>
          </a:xfrm>
          <a:prstGeom prst="rect">
            <a:avLst/>
          </a:prstGeom>
        </p:spPr>
      </p:pic>
      <p:sp>
        <p:nvSpPr>
          <p:cNvPr id="7" name="Title 1">
            <a:extLst>
              <a:ext uri="{FF2B5EF4-FFF2-40B4-BE49-F238E27FC236}">
                <a16:creationId xmlns="" xmlns:a16="http://schemas.microsoft.com/office/drawing/2014/main" id="{E08C83E5-A693-E1A0-C553-0F7CC357DC04}"/>
              </a:ext>
            </a:extLst>
          </p:cNvPr>
          <p:cNvSpPr>
            <a:spLocks noGrp="1"/>
          </p:cNvSpPr>
          <p:nvPr>
            <p:ph type="title"/>
          </p:nvPr>
        </p:nvSpPr>
        <p:spPr>
          <a:xfrm>
            <a:off x="918216" y="404664"/>
            <a:ext cx="7698318" cy="828092"/>
          </a:xfrm>
        </p:spPr>
        <p:txBody>
          <a:bodyPr/>
          <a:lstStyle/>
          <a:p>
            <a:pPr algn="ctr"/>
            <a:r>
              <a:rPr lang="en-US" sz="2000" dirty="0">
                <a:ea typeface="Verdana" panose="020B0604030504040204" pitchFamily="34" charset="0"/>
              </a:rPr>
              <a:t>Full factorial design, Basic concepts of 2</a:t>
            </a:r>
            <a:r>
              <a:rPr lang="en-US" sz="2000" baseline="30000" dirty="0">
                <a:ea typeface="Verdana" panose="020B0604030504040204" pitchFamily="34" charset="0"/>
              </a:rPr>
              <a:t>2</a:t>
            </a:r>
            <a:r>
              <a:rPr lang="en-US" sz="2000" dirty="0">
                <a:ea typeface="Verdana" panose="020B0604030504040204" pitchFamily="34" charset="0"/>
              </a:rPr>
              <a:t>, 2</a:t>
            </a:r>
            <a:r>
              <a:rPr lang="en-US" altLang="en-US" sz="2000" baseline="30000" dirty="0">
                <a:ea typeface="Verdana" panose="020B0604030504040204" pitchFamily="34" charset="0"/>
              </a:rPr>
              <a:t>3 </a:t>
            </a:r>
            <a:r>
              <a:rPr lang="en-US" sz="2000" dirty="0">
                <a:ea typeface="Verdana" panose="020B0604030504040204" pitchFamily="34" charset="0"/>
              </a:rPr>
              <a:t>and 2</a:t>
            </a:r>
            <a:r>
              <a:rPr lang="en-US" altLang="en-US" sz="2000" baseline="30000" dirty="0">
                <a:ea typeface="Verdana" panose="020B0604030504040204" pitchFamily="34" charset="0"/>
              </a:rPr>
              <a:t>k</a:t>
            </a:r>
            <a:r>
              <a:rPr lang="en-US" sz="2000" dirty="0">
                <a:ea typeface="Verdana" panose="020B0604030504040204" pitchFamily="34" charset="0"/>
              </a:rPr>
              <a:t> designs</a:t>
            </a:r>
            <a:endParaRPr lang="en-IN" sz="2000" dirty="0"/>
          </a:p>
        </p:txBody>
      </p:sp>
    </p:spTree>
    <p:extLst>
      <p:ext uri="{BB962C8B-B14F-4D97-AF65-F5344CB8AC3E}">
        <p14:creationId xmlns:p14="http://schemas.microsoft.com/office/powerpoint/2010/main" val="1197241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8</a:t>
            </a:fld>
            <a:endParaRPr lang="en-US" altLang="ko-KR"/>
          </a:p>
        </p:txBody>
      </p:sp>
      <p:pic>
        <p:nvPicPr>
          <p:cNvPr id="5" name="Picture 4"/>
          <p:cNvPicPr>
            <a:picLocks noChangeAspect="1"/>
          </p:cNvPicPr>
          <p:nvPr/>
        </p:nvPicPr>
        <p:blipFill>
          <a:blip r:embed="rId2"/>
          <a:stretch>
            <a:fillRect/>
          </a:stretch>
        </p:blipFill>
        <p:spPr>
          <a:xfrm>
            <a:off x="1763688" y="2051847"/>
            <a:ext cx="4214813" cy="3343275"/>
          </a:xfrm>
          <a:prstGeom prst="rect">
            <a:avLst/>
          </a:prstGeom>
        </p:spPr>
      </p:pic>
      <p:sp>
        <p:nvSpPr>
          <p:cNvPr id="7" name="Title 1">
            <a:extLst>
              <a:ext uri="{FF2B5EF4-FFF2-40B4-BE49-F238E27FC236}">
                <a16:creationId xmlns="" xmlns:a16="http://schemas.microsoft.com/office/drawing/2014/main" id="{6BA06B20-028D-0CBB-B3A5-0512EA94AC8C}"/>
              </a:ext>
            </a:extLst>
          </p:cNvPr>
          <p:cNvSpPr txBox="1">
            <a:spLocks/>
          </p:cNvSpPr>
          <p:nvPr/>
        </p:nvSpPr>
        <p:spPr>
          <a:xfrm>
            <a:off x="918216" y="404664"/>
            <a:ext cx="7698318" cy="828092"/>
          </a:xfrm>
          <a:prstGeom prst="rect">
            <a:avLst/>
          </a:prstGeom>
        </p:spPr>
        <p:txBody>
          <a:bodyPr/>
          <a:lstStyle>
            <a:lvl1pPr algn="l" rtl="0" eaLnBrk="0" fontAlgn="base" latinLnBrk="1" hangingPunct="0">
              <a:spcBef>
                <a:spcPct val="0"/>
              </a:spcBef>
              <a:spcAft>
                <a:spcPct val="0"/>
              </a:spcAft>
              <a:defRPr kumimoji="1" lang="ko-KR" altLang="en-US" sz="2400" b="1" kern="1200" dirty="0" smtClean="0">
                <a:solidFill>
                  <a:schemeClr val="tx1"/>
                </a:solidFill>
                <a:latin typeface="Arial" panose="020B0604020202020204" pitchFamily="34" charset="0"/>
                <a:ea typeface="맑은 고딕" panose="020B0503020000020004" pitchFamily="50" charset="-127"/>
                <a:cs typeface="Arial" panose="020B0604020202020204" pitchFamily="34" charset="0"/>
              </a:defRPr>
            </a:lvl1pPr>
            <a:lvl2pPr algn="l" rtl="0" eaLnBrk="0" fontAlgn="base" latinLnBrk="1" hangingPunct="0">
              <a:spcBef>
                <a:spcPct val="0"/>
              </a:spcBef>
              <a:spcAft>
                <a:spcPct val="0"/>
              </a:spcAft>
              <a:defRPr kumimoji="1" sz="4062">
                <a:solidFill>
                  <a:srgbClr val="003668"/>
                </a:solidFill>
                <a:latin typeface="HY견고딕" pitchFamily="18" charset="-127"/>
                <a:ea typeface="HY견고딕" pitchFamily="18" charset="-127"/>
              </a:defRPr>
            </a:lvl2pPr>
            <a:lvl3pPr algn="l" rtl="0" eaLnBrk="0" fontAlgn="base" latinLnBrk="1" hangingPunct="0">
              <a:spcBef>
                <a:spcPct val="0"/>
              </a:spcBef>
              <a:spcAft>
                <a:spcPct val="0"/>
              </a:spcAft>
              <a:defRPr kumimoji="1" sz="4062">
                <a:solidFill>
                  <a:srgbClr val="003668"/>
                </a:solidFill>
                <a:latin typeface="HY견고딕" pitchFamily="18" charset="-127"/>
                <a:ea typeface="HY견고딕" pitchFamily="18" charset="-127"/>
              </a:defRPr>
            </a:lvl3pPr>
            <a:lvl4pPr algn="l" rtl="0" eaLnBrk="0" fontAlgn="base" latinLnBrk="1" hangingPunct="0">
              <a:spcBef>
                <a:spcPct val="0"/>
              </a:spcBef>
              <a:spcAft>
                <a:spcPct val="0"/>
              </a:spcAft>
              <a:defRPr kumimoji="1" sz="4062">
                <a:solidFill>
                  <a:srgbClr val="003668"/>
                </a:solidFill>
                <a:latin typeface="HY견고딕" pitchFamily="18" charset="-127"/>
                <a:ea typeface="HY견고딕" pitchFamily="18" charset="-127"/>
              </a:defRPr>
            </a:lvl4pPr>
            <a:lvl5pPr algn="l" rtl="0" eaLnBrk="0" fontAlgn="base" latinLnBrk="1" hangingPunct="0">
              <a:spcBef>
                <a:spcPct val="0"/>
              </a:spcBef>
              <a:spcAft>
                <a:spcPct val="0"/>
              </a:spcAft>
              <a:defRPr kumimoji="1" sz="4062">
                <a:solidFill>
                  <a:srgbClr val="003668"/>
                </a:solidFill>
                <a:latin typeface="HY견고딕" pitchFamily="18" charset="-127"/>
                <a:ea typeface="HY견고딕" pitchFamily="18" charset="-127"/>
              </a:defRPr>
            </a:lvl5pPr>
            <a:lvl6pPr marL="422042" algn="l" rtl="0" fontAlgn="base" latinLnBrk="1">
              <a:spcBef>
                <a:spcPct val="0"/>
              </a:spcBef>
              <a:spcAft>
                <a:spcPct val="0"/>
              </a:spcAft>
              <a:defRPr kumimoji="1">
                <a:solidFill>
                  <a:srgbClr val="003668"/>
                </a:solidFill>
                <a:latin typeface="HY견고딕" pitchFamily="18" charset="-127"/>
                <a:ea typeface="HY견고딕" pitchFamily="18" charset="-127"/>
              </a:defRPr>
            </a:lvl6pPr>
            <a:lvl7pPr marL="844083" algn="l" rtl="0" fontAlgn="base" latinLnBrk="1">
              <a:spcBef>
                <a:spcPct val="0"/>
              </a:spcBef>
              <a:spcAft>
                <a:spcPct val="0"/>
              </a:spcAft>
              <a:defRPr kumimoji="1">
                <a:solidFill>
                  <a:srgbClr val="003668"/>
                </a:solidFill>
                <a:latin typeface="HY견고딕" pitchFamily="18" charset="-127"/>
                <a:ea typeface="HY견고딕" pitchFamily="18" charset="-127"/>
              </a:defRPr>
            </a:lvl7pPr>
            <a:lvl8pPr marL="1266124" algn="l" rtl="0" fontAlgn="base" latinLnBrk="1">
              <a:spcBef>
                <a:spcPct val="0"/>
              </a:spcBef>
              <a:spcAft>
                <a:spcPct val="0"/>
              </a:spcAft>
              <a:defRPr kumimoji="1">
                <a:solidFill>
                  <a:srgbClr val="003668"/>
                </a:solidFill>
                <a:latin typeface="HY견고딕" pitchFamily="18" charset="-127"/>
                <a:ea typeface="HY견고딕" pitchFamily="18" charset="-127"/>
              </a:defRPr>
            </a:lvl8pPr>
            <a:lvl9pPr marL="1688165" algn="l" rtl="0" fontAlgn="base" latinLnBrk="1">
              <a:spcBef>
                <a:spcPct val="0"/>
              </a:spcBef>
              <a:spcAft>
                <a:spcPct val="0"/>
              </a:spcAft>
              <a:defRPr kumimoji="1">
                <a:solidFill>
                  <a:srgbClr val="003668"/>
                </a:solidFill>
                <a:latin typeface="HY견고딕" pitchFamily="18" charset="-127"/>
                <a:ea typeface="HY견고딕" pitchFamily="18" charset="-127"/>
              </a:defRPr>
            </a:lvl9pPr>
          </a:lstStyle>
          <a:p>
            <a:pPr algn="ctr"/>
            <a:r>
              <a:rPr lang="en-US" sz="2000" dirty="0">
                <a:ea typeface="Verdana" panose="020B0604030504040204" pitchFamily="34" charset="0"/>
              </a:rPr>
              <a:t>Full factorial design, Basic concepts of 2</a:t>
            </a:r>
            <a:r>
              <a:rPr lang="en-US" sz="2000" baseline="30000" dirty="0">
                <a:ea typeface="Verdana" panose="020B0604030504040204" pitchFamily="34" charset="0"/>
              </a:rPr>
              <a:t>2</a:t>
            </a:r>
            <a:r>
              <a:rPr lang="en-US" sz="2000" dirty="0">
                <a:ea typeface="Verdana" panose="020B0604030504040204" pitchFamily="34" charset="0"/>
              </a:rPr>
              <a:t>, 2</a:t>
            </a:r>
            <a:r>
              <a:rPr lang="en-US" sz="2000" baseline="30000" dirty="0">
                <a:ea typeface="Verdana" panose="020B0604030504040204" pitchFamily="34" charset="0"/>
              </a:rPr>
              <a:t>3 </a:t>
            </a:r>
            <a:r>
              <a:rPr lang="en-US" sz="2000" dirty="0">
                <a:ea typeface="Verdana" panose="020B0604030504040204" pitchFamily="34" charset="0"/>
              </a:rPr>
              <a:t>and 2</a:t>
            </a:r>
            <a:r>
              <a:rPr lang="en-US" sz="2000" baseline="30000" dirty="0">
                <a:ea typeface="Verdana" panose="020B0604030504040204" pitchFamily="34" charset="0"/>
              </a:rPr>
              <a:t>k</a:t>
            </a:r>
            <a:r>
              <a:rPr lang="en-US" sz="2000" dirty="0">
                <a:ea typeface="Verdana" panose="020B0604030504040204" pitchFamily="34" charset="0"/>
              </a:rPr>
              <a:t> designs</a:t>
            </a:r>
            <a:endParaRPr lang="en-IN" sz="2000" dirty="0"/>
          </a:p>
        </p:txBody>
      </p:sp>
    </p:spTree>
    <p:extLst>
      <p:ext uri="{BB962C8B-B14F-4D97-AF65-F5344CB8AC3E}">
        <p14:creationId xmlns:p14="http://schemas.microsoft.com/office/powerpoint/2010/main" val="1332718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9</a:t>
            </a:fld>
            <a:endParaRPr lang="en-US" altLang="ko-KR"/>
          </a:p>
        </p:txBody>
      </p:sp>
      <p:pic>
        <p:nvPicPr>
          <p:cNvPr id="5" name="Picture 4"/>
          <p:cNvPicPr>
            <a:picLocks noChangeAspect="1"/>
          </p:cNvPicPr>
          <p:nvPr/>
        </p:nvPicPr>
        <p:blipFill rotWithShape="1">
          <a:blip r:embed="rId2"/>
          <a:srcRect l="6885" t="24975" r="64470" b="3802"/>
          <a:stretch/>
        </p:blipFill>
        <p:spPr>
          <a:xfrm>
            <a:off x="278524" y="1232756"/>
            <a:ext cx="5644397" cy="4306035"/>
          </a:xfrm>
          <a:prstGeom prst="rect">
            <a:avLst/>
          </a:prstGeom>
        </p:spPr>
      </p:pic>
      <p:sp>
        <p:nvSpPr>
          <p:cNvPr id="6" name="TextBox 5"/>
          <p:cNvSpPr txBox="1"/>
          <p:nvPr/>
        </p:nvSpPr>
        <p:spPr>
          <a:xfrm>
            <a:off x="4031940" y="1808820"/>
            <a:ext cx="4644516" cy="2400657"/>
          </a:xfrm>
          <a:prstGeom prst="rect">
            <a:avLst/>
          </a:prstGeom>
          <a:noFill/>
        </p:spPr>
        <p:txBody>
          <a:bodyPr wrap="square" rtlCol="0">
            <a:spAutoFit/>
          </a:bodyPr>
          <a:lstStyle/>
          <a:p>
            <a:r>
              <a:rPr lang="en-IN" sz="1500" b="1" dirty="0">
                <a:solidFill>
                  <a:srgbClr val="00B0F0"/>
                </a:solidFill>
                <a:latin typeface="Arial" panose="020B0604020202020204" pitchFamily="34" charset="0"/>
                <a:cs typeface="Arial" panose="020B0604020202020204" pitchFamily="34" charset="0"/>
              </a:rPr>
              <a:t>All the experimental design should be balanced and orthogonal.</a:t>
            </a:r>
          </a:p>
          <a:p>
            <a:endParaRPr lang="en-IN" sz="1500" dirty="0">
              <a:solidFill>
                <a:schemeClr val="tx1"/>
              </a:solidFill>
              <a:latin typeface="Arial" panose="020B0604020202020204" pitchFamily="34" charset="0"/>
              <a:cs typeface="Arial" panose="020B0604020202020204" pitchFamily="34" charset="0"/>
            </a:endParaRPr>
          </a:p>
          <a:p>
            <a:r>
              <a:rPr lang="en-IN" sz="1500" dirty="0">
                <a:solidFill>
                  <a:schemeClr val="tx1"/>
                </a:solidFill>
                <a:latin typeface="Arial" panose="020B0604020202020204" pitchFamily="34" charset="0"/>
                <a:cs typeface="Arial" panose="020B0604020202020204" pitchFamily="34" charset="0"/>
              </a:rPr>
              <a:t>Balanced: in terms of factors</a:t>
            </a:r>
          </a:p>
          <a:p>
            <a:r>
              <a:rPr lang="en-IN" sz="1500" dirty="0">
                <a:solidFill>
                  <a:schemeClr val="tx1"/>
                </a:solidFill>
                <a:latin typeface="Arial" panose="020B0604020202020204" pitchFamily="34" charset="0"/>
                <a:cs typeface="Arial" panose="020B0604020202020204" pitchFamily="34" charset="0"/>
              </a:rPr>
              <a:t>Orthogonal: in terms of interactions.</a:t>
            </a:r>
          </a:p>
          <a:p>
            <a:endParaRPr lang="en-IN" sz="1500" dirty="0">
              <a:solidFill>
                <a:schemeClr val="tx1"/>
              </a:solidFill>
              <a:latin typeface="Arial" panose="020B0604020202020204" pitchFamily="34" charset="0"/>
              <a:cs typeface="Arial" panose="020B0604020202020204" pitchFamily="34" charset="0"/>
            </a:endParaRPr>
          </a:p>
          <a:p>
            <a:r>
              <a:rPr lang="en-IN" sz="1500" dirty="0">
                <a:solidFill>
                  <a:schemeClr val="tx1"/>
                </a:solidFill>
                <a:latin typeface="Arial" panose="020B0604020202020204" pitchFamily="34" charset="0"/>
                <a:cs typeface="Arial" panose="020B0604020202020204" pitchFamily="34" charset="0"/>
              </a:rPr>
              <a:t>Factorial Design always balanced and orthogonal.</a:t>
            </a:r>
          </a:p>
          <a:p>
            <a:endParaRPr lang="en-IN" sz="1500" dirty="0">
              <a:solidFill>
                <a:schemeClr val="tx1"/>
              </a:solidFill>
              <a:latin typeface="Arial" panose="020B0604020202020204" pitchFamily="34" charset="0"/>
              <a:cs typeface="Arial" panose="020B0604020202020204" pitchFamily="34" charset="0"/>
            </a:endParaRPr>
          </a:p>
          <a:p>
            <a:r>
              <a:rPr lang="en-IN" sz="1500" dirty="0">
                <a:solidFill>
                  <a:schemeClr val="tx1"/>
                </a:solidFill>
                <a:latin typeface="Arial" panose="020B0604020202020204" pitchFamily="34" charset="0"/>
                <a:cs typeface="Arial" panose="020B0604020202020204" pitchFamily="34" charset="0"/>
              </a:rPr>
              <a:t>Also, it should be Unbiased.</a:t>
            </a:r>
          </a:p>
          <a:p>
            <a:endParaRPr lang="en-IN" sz="1500" dirty="0">
              <a:solidFill>
                <a:schemeClr val="tx1"/>
              </a:solidFill>
              <a:latin typeface="Arial" panose="020B0604020202020204" pitchFamily="34" charset="0"/>
              <a:cs typeface="Arial" panose="020B0604020202020204" pitchFamily="34" charset="0"/>
            </a:endParaRPr>
          </a:p>
        </p:txBody>
      </p:sp>
      <p:sp>
        <p:nvSpPr>
          <p:cNvPr id="8" name="Title 1">
            <a:extLst>
              <a:ext uri="{FF2B5EF4-FFF2-40B4-BE49-F238E27FC236}">
                <a16:creationId xmlns="" xmlns:a16="http://schemas.microsoft.com/office/drawing/2014/main" id="{045F3EF6-7B50-5CE6-0CCB-A783F927F57A}"/>
              </a:ext>
            </a:extLst>
          </p:cNvPr>
          <p:cNvSpPr txBox="1">
            <a:spLocks/>
          </p:cNvSpPr>
          <p:nvPr/>
        </p:nvSpPr>
        <p:spPr>
          <a:xfrm>
            <a:off x="918216" y="404664"/>
            <a:ext cx="7698318" cy="828092"/>
          </a:xfrm>
          <a:prstGeom prst="rect">
            <a:avLst/>
          </a:prstGeom>
        </p:spPr>
        <p:txBody>
          <a:bodyPr/>
          <a:lstStyle>
            <a:lvl1pPr algn="l" rtl="0" eaLnBrk="0" fontAlgn="base" latinLnBrk="1" hangingPunct="0">
              <a:spcBef>
                <a:spcPct val="0"/>
              </a:spcBef>
              <a:spcAft>
                <a:spcPct val="0"/>
              </a:spcAft>
              <a:defRPr kumimoji="1" lang="ko-KR" altLang="en-US" sz="2400" b="1" kern="1200" dirty="0" smtClean="0">
                <a:solidFill>
                  <a:schemeClr val="tx1"/>
                </a:solidFill>
                <a:latin typeface="Arial" panose="020B0604020202020204" pitchFamily="34" charset="0"/>
                <a:ea typeface="맑은 고딕" panose="020B0503020000020004" pitchFamily="50" charset="-127"/>
                <a:cs typeface="Arial" panose="020B0604020202020204" pitchFamily="34" charset="0"/>
              </a:defRPr>
            </a:lvl1pPr>
            <a:lvl2pPr algn="l" rtl="0" eaLnBrk="0" fontAlgn="base" latinLnBrk="1" hangingPunct="0">
              <a:spcBef>
                <a:spcPct val="0"/>
              </a:spcBef>
              <a:spcAft>
                <a:spcPct val="0"/>
              </a:spcAft>
              <a:defRPr kumimoji="1" sz="4062">
                <a:solidFill>
                  <a:srgbClr val="003668"/>
                </a:solidFill>
                <a:latin typeface="HY견고딕" pitchFamily="18" charset="-127"/>
                <a:ea typeface="HY견고딕" pitchFamily="18" charset="-127"/>
              </a:defRPr>
            </a:lvl2pPr>
            <a:lvl3pPr algn="l" rtl="0" eaLnBrk="0" fontAlgn="base" latinLnBrk="1" hangingPunct="0">
              <a:spcBef>
                <a:spcPct val="0"/>
              </a:spcBef>
              <a:spcAft>
                <a:spcPct val="0"/>
              </a:spcAft>
              <a:defRPr kumimoji="1" sz="4062">
                <a:solidFill>
                  <a:srgbClr val="003668"/>
                </a:solidFill>
                <a:latin typeface="HY견고딕" pitchFamily="18" charset="-127"/>
                <a:ea typeface="HY견고딕" pitchFamily="18" charset="-127"/>
              </a:defRPr>
            </a:lvl3pPr>
            <a:lvl4pPr algn="l" rtl="0" eaLnBrk="0" fontAlgn="base" latinLnBrk="1" hangingPunct="0">
              <a:spcBef>
                <a:spcPct val="0"/>
              </a:spcBef>
              <a:spcAft>
                <a:spcPct val="0"/>
              </a:spcAft>
              <a:defRPr kumimoji="1" sz="4062">
                <a:solidFill>
                  <a:srgbClr val="003668"/>
                </a:solidFill>
                <a:latin typeface="HY견고딕" pitchFamily="18" charset="-127"/>
                <a:ea typeface="HY견고딕" pitchFamily="18" charset="-127"/>
              </a:defRPr>
            </a:lvl4pPr>
            <a:lvl5pPr algn="l" rtl="0" eaLnBrk="0" fontAlgn="base" latinLnBrk="1" hangingPunct="0">
              <a:spcBef>
                <a:spcPct val="0"/>
              </a:spcBef>
              <a:spcAft>
                <a:spcPct val="0"/>
              </a:spcAft>
              <a:defRPr kumimoji="1" sz="4062">
                <a:solidFill>
                  <a:srgbClr val="003668"/>
                </a:solidFill>
                <a:latin typeface="HY견고딕" pitchFamily="18" charset="-127"/>
                <a:ea typeface="HY견고딕" pitchFamily="18" charset="-127"/>
              </a:defRPr>
            </a:lvl5pPr>
            <a:lvl6pPr marL="422042" algn="l" rtl="0" fontAlgn="base" latinLnBrk="1">
              <a:spcBef>
                <a:spcPct val="0"/>
              </a:spcBef>
              <a:spcAft>
                <a:spcPct val="0"/>
              </a:spcAft>
              <a:defRPr kumimoji="1">
                <a:solidFill>
                  <a:srgbClr val="003668"/>
                </a:solidFill>
                <a:latin typeface="HY견고딕" pitchFamily="18" charset="-127"/>
                <a:ea typeface="HY견고딕" pitchFamily="18" charset="-127"/>
              </a:defRPr>
            </a:lvl6pPr>
            <a:lvl7pPr marL="844083" algn="l" rtl="0" fontAlgn="base" latinLnBrk="1">
              <a:spcBef>
                <a:spcPct val="0"/>
              </a:spcBef>
              <a:spcAft>
                <a:spcPct val="0"/>
              </a:spcAft>
              <a:defRPr kumimoji="1">
                <a:solidFill>
                  <a:srgbClr val="003668"/>
                </a:solidFill>
                <a:latin typeface="HY견고딕" pitchFamily="18" charset="-127"/>
                <a:ea typeface="HY견고딕" pitchFamily="18" charset="-127"/>
              </a:defRPr>
            </a:lvl7pPr>
            <a:lvl8pPr marL="1266124" algn="l" rtl="0" fontAlgn="base" latinLnBrk="1">
              <a:spcBef>
                <a:spcPct val="0"/>
              </a:spcBef>
              <a:spcAft>
                <a:spcPct val="0"/>
              </a:spcAft>
              <a:defRPr kumimoji="1">
                <a:solidFill>
                  <a:srgbClr val="003668"/>
                </a:solidFill>
                <a:latin typeface="HY견고딕" pitchFamily="18" charset="-127"/>
                <a:ea typeface="HY견고딕" pitchFamily="18" charset="-127"/>
              </a:defRPr>
            </a:lvl8pPr>
            <a:lvl9pPr marL="1688165" algn="l" rtl="0" fontAlgn="base" latinLnBrk="1">
              <a:spcBef>
                <a:spcPct val="0"/>
              </a:spcBef>
              <a:spcAft>
                <a:spcPct val="0"/>
              </a:spcAft>
              <a:defRPr kumimoji="1">
                <a:solidFill>
                  <a:srgbClr val="003668"/>
                </a:solidFill>
                <a:latin typeface="HY견고딕" pitchFamily="18" charset="-127"/>
                <a:ea typeface="HY견고딕" pitchFamily="18" charset="-127"/>
              </a:defRPr>
            </a:lvl9pPr>
          </a:lstStyle>
          <a:p>
            <a:pPr algn="ctr"/>
            <a:r>
              <a:rPr lang="en-US" sz="2000" dirty="0">
                <a:ea typeface="Verdana" panose="020B0604030504040204" pitchFamily="34" charset="0"/>
              </a:rPr>
              <a:t>Full factorial design, Basic concepts of 2</a:t>
            </a:r>
            <a:r>
              <a:rPr lang="en-US" sz="2000" baseline="30000" dirty="0">
                <a:ea typeface="Verdana" panose="020B0604030504040204" pitchFamily="34" charset="0"/>
              </a:rPr>
              <a:t>2</a:t>
            </a:r>
            <a:r>
              <a:rPr lang="en-US" sz="2000" dirty="0">
                <a:ea typeface="Verdana" panose="020B0604030504040204" pitchFamily="34" charset="0"/>
              </a:rPr>
              <a:t>, 2</a:t>
            </a:r>
            <a:r>
              <a:rPr lang="en-US" sz="2000" baseline="30000" dirty="0">
                <a:ea typeface="Verdana" panose="020B0604030504040204" pitchFamily="34" charset="0"/>
              </a:rPr>
              <a:t>3 </a:t>
            </a:r>
            <a:r>
              <a:rPr lang="en-US" sz="2000" dirty="0">
                <a:ea typeface="Verdana" panose="020B0604030504040204" pitchFamily="34" charset="0"/>
              </a:rPr>
              <a:t>and 2</a:t>
            </a:r>
            <a:r>
              <a:rPr lang="en-US" sz="2000" baseline="30000" dirty="0">
                <a:ea typeface="Verdana" panose="020B0604030504040204" pitchFamily="34" charset="0"/>
              </a:rPr>
              <a:t>k</a:t>
            </a:r>
            <a:r>
              <a:rPr lang="en-US" sz="2000" dirty="0">
                <a:ea typeface="Verdana" panose="020B0604030504040204" pitchFamily="34" charset="0"/>
              </a:rPr>
              <a:t> designs</a:t>
            </a:r>
            <a:endParaRPr lang="en-IN" sz="2000" dirty="0"/>
          </a:p>
        </p:txBody>
      </p:sp>
    </p:spTree>
    <p:extLst>
      <p:ext uri="{BB962C8B-B14F-4D97-AF65-F5344CB8AC3E}">
        <p14:creationId xmlns:p14="http://schemas.microsoft.com/office/powerpoint/2010/main" val="916809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10</a:t>
            </a:fld>
            <a:endParaRPr lang="en-US" altLang="ko-KR"/>
          </a:p>
        </p:txBody>
      </p:sp>
      <p:pic>
        <p:nvPicPr>
          <p:cNvPr id="3" name="Picture 2"/>
          <p:cNvPicPr>
            <a:picLocks noChangeAspect="1"/>
          </p:cNvPicPr>
          <p:nvPr/>
        </p:nvPicPr>
        <p:blipFill>
          <a:blip r:embed="rId2"/>
          <a:stretch>
            <a:fillRect/>
          </a:stretch>
        </p:blipFill>
        <p:spPr>
          <a:xfrm>
            <a:off x="610608" y="1643053"/>
            <a:ext cx="7965281" cy="2290004"/>
          </a:xfrm>
          <a:prstGeom prst="rect">
            <a:avLst/>
          </a:prstGeom>
        </p:spPr>
      </p:pic>
      <p:sp>
        <p:nvSpPr>
          <p:cNvPr id="7" name="Title 1">
            <a:extLst>
              <a:ext uri="{FF2B5EF4-FFF2-40B4-BE49-F238E27FC236}">
                <a16:creationId xmlns="" xmlns:a16="http://schemas.microsoft.com/office/drawing/2014/main" id="{00E5B628-6F4B-A1AF-48C3-0FF737326594}"/>
              </a:ext>
            </a:extLst>
          </p:cNvPr>
          <p:cNvSpPr txBox="1">
            <a:spLocks/>
          </p:cNvSpPr>
          <p:nvPr/>
        </p:nvSpPr>
        <p:spPr>
          <a:xfrm>
            <a:off x="918216" y="404664"/>
            <a:ext cx="7698318" cy="828092"/>
          </a:xfrm>
          <a:prstGeom prst="rect">
            <a:avLst/>
          </a:prstGeom>
        </p:spPr>
        <p:txBody>
          <a:bodyPr/>
          <a:lstStyle>
            <a:lvl1pPr algn="l" rtl="0" eaLnBrk="0" fontAlgn="base" latinLnBrk="1" hangingPunct="0">
              <a:spcBef>
                <a:spcPct val="0"/>
              </a:spcBef>
              <a:spcAft>
                <a:spcPct val="0"/>
              </a:spcAft>
              <a:defRPr kumimoji="1" lang="ko-KR" altLang="en-US" sz="2400" b="1" kern="1200" dirty="0" smtClean="0">
                <a:solidFill>
                  <a:schemeClr val="tx1"/>
                </a:solidFill>
                <a:latin typeface="Arial" panose="020B0604020202020204" pitchFamily="34" charset="0"/>
                <a:ea typeface="맑은 고딕" panose="020B0503020000020004" pitchFamily="50" charset="-127"/>
                <a:cs typeface="Arial" panose="020B0604020202020204" pitchFamily="34" charset="0"/>
              </a:defRPr>
            </a:lvl1pPr>
            <a:lvl2pPr algn="l" rtl="0" eaLnBrk="0" fontAlgn="base" latinLnBrk="1" hangingPunct="0">
              <a:spcBef>
                <a:spcPct val="0"/>
              </a:spcBef>
              <a:spcAft>
                <a:spcPct val="0"/>
              </a:spcAft>
              <a:defRPr kumimoji="1" sz="4062">
                <a:solidFill>
                  <a:srgbClr val="003668"/>
                </a:solidFill>
                <a:latin typeface="HY견고딕" pitchFamily="18" charset="-127"/>
                <a:ea typeface="HY견고딕" pitchFamily="18" charset="-127"/>
              </a:defRPr>
            </a:lvl2pPr>
            <a:lvl3pPr algn="l" rtl="0" eaLnBrk="0" fontAlgn="base" latinLnBrk="1" hangingPunct="0">
              <a:spcBef>
                <a:spcPct val="0"/>
              </a:spcBef>
              <a:spcAft>
                <a:spcPct val="0"/>
              </a:spcAft>
              <a:defRPr kumimoji="1" sz="4062">
                <a:solidFill>
                  <a:srgbClr val="003668"/>
                </a:solidFill>
                <a:latin typeface="HY견고딕" pitchFamily="18" charset="-127"/>
                <a:ea typeface="HY견고딕" pitchFamily="18" charset="-127"/>
              </a:defRPr>
            </a:lvl3pPr>
            <a:lvl4pPr algn="l" rtl="0" eaLnBrk="0" fontAlgn="base" latinLnBrk="1" hangingPunct="0">
              <a:spcBef>
                <a:spcPct val="0"/>
              </a:spcBef>
              <a:spcAft>
                <a:spcPct val="0"/>
              </a:spcAft>
              <a:defRPr kumimoji="1" sz="4062">
                <a:solidFill>
                  <a:srgbClr val="003668"/>
                </a:solidFill>
                <a:latin typeface="HY견고딕" pitchFamily="18" charset="-127"/>
                <a:ea typeface="HY견고딕" pitchFamily="18" charset="-127"/>
              </a:defRPr>
            </a:lvl4pPr>
            <a:lvl5pPr algn="l" rtl="0" eaLnBrk="0" fontAlgn="base" latinLnBrk="1" hangingPunct="0">
              <a:spcBef>
                <a:spcPct val="0"/>
              </a:spcBef>
              <a:spcAft>
                <a:spcPct val="0"/>
              </a:spcAft>
              <a:defRPr kumimoji="1" sz="4062">
                <a:solidFill>
                  <a:srgbClr val="003668"/>
                </a:solidFill>
                <a:latin typeface="HY견고딕" pitchFamily="18" charset="-127"/>
                <a:ea typeface="HY견고딕" pitchFamily="18" charset="-127"/>
              </a:defRPr>
            </a:lvl5pPr>
            <a:lvl6pPr marL="422042" algn="l" rtl="0" fontAlgn="base" latinLnBrk="1">
              <a:spcBef>
                <a:spcPct val="0"/>
              </a:spcBef>
              <a:spcAft>
                <a:spcPct val="0"/>
              </a:spcAft>
              <a:defRPr kumimoji="1">
                <a:solidFill>
                  <a:srgbClr val="003668"/>
                </a:solidFill>
                <a:latin typeface="HY견고딕" pitchFamily="18" charset="-127"/>
                <a:ea typeface="HY견고딕" pitchFamily="18" charset="-127"/>
              </a:defRPr>
            </a:lvl6pPr>
            <a:lvl7pPr marL="844083" algn="l" rtl="0" fontAlgn="base" latinLnBrk="1">
              <a:spcBef>
                <a:spcPct val="0"/>
              </a:spcBef>
              <a:spcAft>
                <a:spcPct val="0"/>
              </a:spcAft>
              <a:defRPr kumimoji="1">
                <a:solidFill>
                  <a:srgbClr val="003668"/>
                </a:solidFill>
                <a:latin typeface="HY견고딕" pitchFamily="18" charset="-127"/>
                <a:ea typeface="HY견고딕" pitchFamily="18" charset="-127"/>
              </a:defRPr>
            </a:lvl7pPr>
            <a:lvl8pPr marL="1266124" algn="l" rtl="0" fontAlgn="base" latinLnBrk="1">
              <a:spcBef>
                <a:spcPct val="0"/>
              </a:spcBef>
              <a:spcAft>
                <a:spcPct val="0"/>
              </a:spcAft>
              <a:defRPr kumimoji="1">
                <a:solidFill>
                  <a:srgbClr val="003668"/>
                </a:solidFill>
                <a:latin typeface="HY견고딕" pitchFamily="18" charset="-127"/>
                <a:ea typeface="HY견고딕" pitchFamily="18" charset="-127"/>
              </a:defRPr>
            </a:lvl8pPr>
            <a:lvl9pPr marL="1688165" algn="l" rtl="0" fontAlgn="base" latinLnBrk="1">
              <a:spcBef>
                <a:spcPct val="0"/>
              </a:spcBef>
              <a:spcAft>
                <a:spcPct val="0"/>
              </a:spcAft>
              <a:defRPr kumimoji="1">
                <a:solidFill>
                  <a:srgbClr val="003668"/>
                </a:solidFill>
                <a:latin typeface="HY견고딕" pitchFamily="18" charset="-127"/>
                <a:ea typeface="HY견고딕" pitchFamily="18" charset="-127"/>
              </a:defRPr>
            </a:lvl9pPr>
          </a:lstStyle>
          <a:p>
            <a:pPr algn="ctr"/>
            <a:r>
              <a:rPr lang="en-US" sz="2000" dirty="0">
                <a:ea typeface="Verdana" panose="020B0604030504040204" pitchFamily="34" charset="0"/>
              </a:rPr>
              <a:t>Full factorial design, Basic concepts of 2</a:t>
            </a:r>
            <a:r>
              <a:rPr lang="en-US" sz="2000" baseline="30000" dirty="0">
                <a:ea typeface="Verdana" panose="020B0604030504040204" pitchFamily="34" charset="0"/>
              </a:rPr>
              <a:t>2</a:t>
            </a:r>
            <a:r>
              <a:rPr lang="en-US" sz="2000" dirty="0">
                <a:ea typeface="Verdana" panose="020B0604030504040204" pitchFamily="34" charset="0"/>
              </a:rPr>
              <a:t>, 2</a:t>
            </a:r>
            <a:r>
              <a:rPr lang="en-US" sz="2000" baseline="30000" dirty="0">
                <a:ea typeface="Verdana" panose="020B0604030504040204" pitchFamily="34" charset="0"/>
              </a:rPr>
              <a:t>3 </a:t>
            </a:r>
            <a:r>
              <a:rPr lang="en-US" sz="2000" dirty="0">
                <a:ea typeface="Verdana" panose="020B0604030504040204" pitchFamily="34" charset="0"/>
              </a:rPr>
              <a:t>and 2</a:t>
            </a:r>
            <a:r>
              <a:rPr lang="en-US" sz="2000" baseline="30000" dirty="0">
                <a:ea typeface="Verdana" panose="020B0604030504040204" pitchFamily="34" charset="0"/>
              </a:rPr>
              <a:t>k</a:t>
            </a:r>
            <a:r>
              <a:rPr lang="en-US" sz="2000" dirty="0">
                <a:ea typeface="Verdana" panose="020B0604030504040204" pitchFamily="34" charset="0"/>
              </a:rPr>
              <a:t> designs</a:t>
            </a:r>
            <a:endParaRPr lang="en-IN" sz="2000" dirty="0"/>
          </a:p>
        </p:txBody>
      </p:sp>
    </p:spTree>
    <p:extLst>
      <p:ext uri="{BB962C8B-B14F-4D97-AF65-F5344CB8AC3E}">
        <p14:creationId xmlns:p14="http://schemas.microsoft.com/office/powerpoint/2010/main" val="1555998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11</a:t>
            </a:fld>
            <a:endParaRPr lang="en-US" altLang="ko-KR"/>
          </a:p>
        </p:txBody>
      </p:sp>
      <p:pic>
        <p:nvPicPr>
          <p:cNvPr id="5" name="Picture 4"/>
          <p:cNvPicPr>
            <a:picLocks noChangeAspect="1"/>
          </p:cNvPicPr>
          <p:nvPr/>
        </p:nvPicPr>
        <p:blipFill rotWithShape="1">
          <a:blip r:embed="rId2"/>
          <a:srcRect l="6294" t="24976" r="60337" b="3801"/>
          <a:stretch/>
        </p:blipFill>
        <p:spPr>
          <a:xfrm>
            <a:off x="143508" y="692696"/>
            <a:ext cx="8781745" cy="5656566"/>
          </a:xfrm>
          <a:prstGeom prst="rect">
            <a:avLst/>
          </a:prstGeom>
        </p:spPr>
      </p:pic>
    </p:spTree>
    <p:extLst>
      <p:ext uri="{BB962C8B-B14F-4D97-AF65-F5344CB8AC3E}">
        <p14:creationId xmlns:p14="http://schemas.microsoft.com/office/powerpoint/2010/main" val="2827712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 xmlns:a16="http://schemas.microsoft.com/office/drawing/2014/main" id="{0DEFBE4F-F207-BB66-FB85-219B54DA16CD}"/>
              </a:ext>
            </a:extLst>
          </p:cNvPr>
          <p:cNvGraphicFramePr>
            <a:graphicFrameLocks noGrp="1"/>
          </p:cNvGraphicFramePr>
          <p:nvPr>
            <p:extLst>
              <p:ext uri="{D42A27DB-BD31-4B8C-83A1-F6EECF244321}">
                <p14:modId xmlns:p14="http://schemas.microsoft.com/office/powerpoint/2010/main" val="3579213913"/>
              </p:ext>
            </p:extLst>
          </p:nvPr>
        </p:nvGraphicFramePr>
        <p:xfrm>
          <a:off x="628649" y="3753036"/>
          <a:ext cx="7886700" cy="1896364"/>
        </p:xfrm>
        <a:graphic>
          <a:graphicData uri="http://schemas.openxmlformats.org/drawingml/2006/table">
            <a:tbl>
              <a:tblPr/>
              <a:tblGrid>
                <a:gridCol w="1279055">
                  <a:extLst>
                    <a:ext uri="{9D8B030D-6E8A-4147-A177-3AD203B41FA5}">
                      <a16:colId xmlns="" xmlns:a16="http://schemas.microsoft.com/office/drawing/2014/main" val="2136545984"/>
                    </a:ext>
                  </a:extLst>
                </a:gridCol>
                <a:gridCol w="2268252">
                  <a:extLst>
                    <a:ext uri="{9D8B030D-6E8A-4147-A177-3AD203B41FA5}">
                      <a16:colId xmlns="" xmlns:a16="http://schemas.microsoft.com/office/drawing/2014/main" val="882751581"/>
                    </a:ext>
                  </a:extLst>
                </a:gridCol>
                <a:gridCol w="1944216">
                  <a:extLst>
                    <a:ext uri="{9D8B030D-6E8A-4147-A177-3AD203B41FA5}">
                      <a16:colId xmlns="" xmlns:a16="http://schemas.microsoft.com/office/drawing/2014/main" val="3222273581"/>
                    </a:ext>
                  </a:extLst>
                </a:gridCol>
                <a:gridCol w="2395177">
                  <a:extLst>
                    <a:ext uri="{9D8B030D-6E8A-4147-A177-3AD203B41FA5}">
                      <a16:colId xmlns="" xmlns:a16="http://schemas.microsoft.com/office/drawing/2014/main" val="2967916924"/>
                    </a:ext>
                  </a:extLst>
                </a:gridCol>
              </a:tblGrid>
              <a:tr h="0">
                <a:tc>
                  <a:txBody>
                    <a:bodyPr/>
                    <a:lstStyle/>
                    <a:p>
                      <a:r>
                        <a:rPr lang="en-US" sz="1400" b="1" dirty="0"/>
                        <a:t>Run</a:t>
                      </a:r>
                    </a:p>
                  </a:txBody>
                  <a:tcPr anchor="ctr">
                    <a:lnL>
                      <a:noFill/>
                    </a:lnL>
                    <a:lnR>
                      <a:noFill/>
                    </a:lnR>
                    <a:lnT>
                      <a:noFill/>
                    </a:lnT>
                    <a:lnB>
                      <a:noFill/>
                    </a:lnB>
                    <a:noFill/>
                  </a:tcPr>
                </a:tc>
                <a:tc>
                  <a:txBody>
                    <a:bodyPr/>
                    <a:lstStyle/>
                    <a:p>
                      <a:r>
                        <a:rPr lang="en-US" sz="1400" b="1"/>
                        <a:t>Factor A (Temperature)</a:t>
                      </a:r>
                    </a:p>
                  </a:txBody>
                  <a:tcPr anchor="ctr">
                    <a:lnL>
                      <a:noFill/>
                    </a:lnL>
                    <a:lnR>
                      <a:noFill/>
                    </a:lnR>
                    <a:lnT>
                      <a:noFill/>
                    </a:lnT>
                    <a:lnB>
                      <a:noFill/>
                    </a:lnB>
                    <a:noFill/>
                  </a:tcPr>
                </a:tc>
                <a:tc>
                  <a:txBody>
                    <a:bodyPr/>
                    <a:lstStyle/>
                    <a:p>
                      <a:r>
                        <a:rPr lang="en-US" sz="1400" b="1"/>
                        <a:t>Factor B (Pressure)</a:t>
                      </a:r>
                    </a:p>
                  </a:txBody>
                  <a:tcPr anchor="ctr">
                    <a:lnL>
                      <a:noFill/>
                    </a:lnL>
                    <a:lnR>
                      <a:noFill/>
                    </a:lnR>
                    <a:lnT>
                      <a:noFill/>
                    </a:lnT>
                    <a:lnB>
                      <a:noFill/>
                    </a:lnB>
                    <a:noFill/>
                  </a:tcPr>
                </a:tc>
                <a:tc>
                  <a:txBody>
                    <a:bodyPr/>
                    <a:lstStyle/>
                    <a:p>
                      <a:r>
                        <a:rPr lang="en-US" sz="1400" b="1" dirty="0"/>
                        <a:t>Outcome (e.g., Product Quality)</a:t>
                      </a:r>
                    </a:p>
                  </a:txBody>
                  <a:tcPr anchor="ctr">
                    <a:lnL>
                      <a:noFill/>
                    </a:lnL>
                    <a:lnR>
                      <a:noFill/>
                    </a:lnR>
                    <a:lnT>
                      <a:noFill/>
                    </a:lnT>
                    <a:lnB>
                      <a:noFill/>
                    </a:lnB>
                    <a:noFill/>
                  </a:tcPr>
                </a:tc>
                <a:extLst>
                  <a:ext uri="{0D108BD9-81ED-4DB2-BD59-A6C34878D82A}">
                    <a16:rowId xmlns="" xmlns:a16="http://schemas.microsoft.com/office/drawing/2014/main" val="36422038"/>
                  </a:ext>
                </a:extLst>
              </a:tr>
              <a:tr h="0">
                <a:tc>
                  <a:txBody>
                    <a:bodyPr/>
                    <a:lstStyle/>
                    <a:p>
                      <a:r>
                        <a:rPr lang="en-US"/>
                        <a:t>1</a:t>
                      </a:r>
                    </a:p>
                  </a:txBody>
                  <a:tcPr anchor="ctr">
                    <a:lnL>
                      <a:noFill/>
                    </a:lnL>
                    <a:lnR>
                      <a:noFill/>
                    </a:lnR>
                    <a:lnT>
                      <a:noFill/>
                    </a:lnT>
                    <a:lnB>
                      <a:noFill/>
                    </a:lnB>
                    <a:noFill/>
                  </a:tcPr>
                </a:tc>
                <a:tc>
                  <a:txBody>
                    <a:bodyPr/>
                    <a:lstStyle/>
                    <a:p>
                      <a:r>
                        <a:rPr lang="en-US" dirty="0"/>
                        <a:t>Low</a:t>
                      </a:r>
                    </a:p>
                  </a:txBody>
                  <a:tcPr anchor="ctr">
                    <a:lnL>
                      <a:noFill/>
                    </a:lnL>
                    <a:lnR>
                      <a:noFill/>
                    </a:lnR>
                    <a:lnT>
                      <a:noFill/>
                    </a:lnT>
                    <a:lnB>
                      <a:noFill/>
                    </a:lnB>
                    <a:noFill/>
                  </a:tcPr>
                </a:tc>
                <a:tc>
                  <a:txBody>
                    <a:bodyPr/>
                    <a:lstStyle/>
                    <a:p>
                      <a:r>
                        <a:rPr lang="en-US"/>
                        <a:t>Low</a:t>
                      </a:r>
                    </a:p>
                  </a:txBody>
                  <a:tcPr anchor="ctr">
                    <a:lnL>
                      <a:noFill/>
                    </a:lnL>
                    <a:lnR>
                      <a:noFill/>
                    </a:lnR>
                    <a:lnT>
                      <a:noFill/>
                    </a:lnT>
                    <a:lnB>
                      <a:noFill/>
                    </a:lnB>
                    <a:noFill/>
                  </a:tcPr>
                </a:tc>
                <a:tc>
                  <a:txBody>
                    <a:bodyPr/>
                    <a:lstStyle/>
                    <a:p>
                      <a:r>
                        <a:rPr lang="en-US"/>
                        <a:t>(Result 1)</a:t>
                      </a:r>
                    </a:p>
                  </a:txBody>
                  <a:tcPr anchor="ctr">
                    <a:lnL>
                      <a:noFill/>
                    </a:lnL>
                    <a:lnR>
                      <a:noFill/>
                    </a:lnR>
                    <a:lnT>
                      <a:noFill/>
                    </a:lnT>
                    <a:lnB>
                      <a:noFill/>
                    </a:lnB>
                    <a:noFill/>
                  </a:tcPr>
                </a:tc>
                <a:extLst>
                  <a:ext uri="{0D108BD9-81ED-4DB2-BD59-A6C34878D82A}">
                    <a16:rowId xmlns="" xmlns:a16="http://schemas.microsoft.com/office/drawing/2014/main" val="1473873539"/>
                  </a:ext>
                </a:extLst>
              </a:tr>
              <a:tr h="0">
                <a:tc>
                  <a:txBody>
                    <a:bodyPr/>
                    <a:lstStyle/>
                    <a:p>
                      <a:r>
                        <a:rPr lang="en-US"/>
                        <a:t>2</a:t>
                      </a:r>
                    </a:p>
                  </a:txBody>
                  <a:tcPr anchor="ctr">
                    <a:lnL>
                      <a:noFill/>
                    </a:lnL>
                    <a:lnR>
                      <a:noFill/>
                    </a:lnR>
                    <a:lnT>
                      <a:noFill/>
                    </a:lnT>
                    <a:lnB>
                      <a:noFill/>
                    </a:lnB>
                    <a:noFill/>
                  </a:tcPr>
                </a:tc>
                <a:tc>
                  <a:txBody>
                    <a:bodyPr/>
                    <a:lstStyle/>
                    <a:p>
                      <a:r>
                        <a:rPr lang="en-US" dirty="0"/>
                        <a:t>Low</a:t>
                      </a:r>
                    </a:p>
                  </a:txBody>
                  <a:tcPr anchor="ctr">
                    <a:lnL>
                      <a:noFill/>
                    </a:lnL>
                    <a:lnR>
                      <a:noFill/>
                    </a:lnR>
                    <a:lnT>
                      <a:noFill/>
                    </a:lnT>
                    <a:lnB>
                      <a:noFill/>
                    </a:lnB>
                    <a:noFill/>
                  </a:tcPr>
                </a:tc>
                <a:tc>
                  <a:txBody>
                    <a:bodyPr/>
                    <a:lstStyle/>
                    <a:p>
                      <a:r>
                        <a:rPr lang="en-US"/>
                        <a:t>High</a:t>
                      </a:r>
                    </a:p>
                  </a:txBody>
                  <a:tcPr anchor="ctr">
                    <a:lnL>
                      <a:noFill/>
                    </a:lnL>
                    <a:lnR>
                      <a:noFill/>
                    </a:lnR>
                    <a:lnT>
                      <a:noFill/>
                    </a:lnT>
                    <a:lnB>
                      <a:noFill/>
                    </a:lnB>
                    <a:noFill/>
                  </a:tcPr>
                </a:tc>
                <a:tc>
                  <a:txBody>
                    <a:bodyPr/>
                    <a:lstStyle/>
                    <a:p>
                      <a:r>
                        <a:rPr lang="en-US"/>
                        <a:t>(Result 2)</a:t>
                      </a:r>
                    </a:p>
                  </a:txBody>
                  <a:tcPr anchor="ctr">
                    <a:lnL>
                      <a:noFill/>
                    </a:lnL>
                    <a:lnR>
                      <a:noFill/>
                    </a:lnR>
                    <a:lnT>
                      <a:noFill/>
                    </a:lnT>
                    <a:lnB>
                      <a:noFill/>
                    </a:lnB>
                    <a:noFill/>
                  </a:tcPr>
                </a:tc>
                <a:extLst>
                  <a:ext uri="{0D108BD9-81ED-4DB2-BD59-A6C34878D82A}">
                    <a16:rowId xmlns="" xmlns:a16="http://schemas.microsoft.com/office/drawing/2014/main" val="3135574749"/>
                  </a:ext>
                </a:extLst>
              </a:tr>
              <a:tr h="0">
                <a:tc>
                  <a:txBody>
                    <a:bodyPr/>
                    <a:lstStyle/>
                    <a:p>
                      <a:r>
                        <a:rPr lang="en-US" dirty="0"/>
                        <a:t>3</a:t>
                      </a:r>
                    </a:p>
                  </a:txBody>
                  <a:tcPr anchor="ctr">
                    <a:lnL>
                      <a:noFill/>
                    </a:lnL>
                    <a:lnR>
                      <a:noFill/>
                    </a:lnR>
                    <a:lnT>
                      <a:noFill/>
                    </a:lnT>
                    <a:lnB>
                      <a:noFill/>
                    </a:lnB>
                    <a:noFill/>
                  </a:tcPr>
                </a:tc>
                <a:tc>
                  <a:txBody>
                    <a:bodyPr/>
                    <a:lstStyle/>
                    <a:p>
                      <a:r>
                        <a:rPr lang="en-US" dirty="0"/>
                        <a:t>High</a:t>
                      </a:r>
                    </a:p>
                  </a:txBody>
                  <a:tcPr anchor="ctr">
                    <a:lnL>
                      <a:noFill/>
                    </a:lnL>
                    <a:lnR>
                      <a:noFill/>
                    </a:lnR>
                    <a:lnT>
                      <a:noFill/>
                    </a:lnT>
                    <a:lnB>
                      <a:noFill/>
                    </a:lnB>
                    <a:noFill/>
                  </a:tcPr>
                </a:tc>
                <a:tc>
                  <a:txBody>
                    <a:bodyPr/>
                    <a:lstStyle/>
                    <a:p>
                      <a:r>
                        <a:rPr lang="en-US" dirty="0"/>
                        <a:t>Low</a:t>
                      </a:r>
                    </a:p>
                  </a:txBody>
                  <a:tcPr anchor="ctr">
                    <a:lnL>
                      <a:noFill/>
                    </a:lnL>
                    <a:lnR>
                      <a:noFill/>
                    </a:lnR>
                    <a:lnT>
                      <a:noFill/>
                    </a:lnT>
                    <a:lnB>
                      <a:noFill/>
                    </a:lnB>
                    <a:noFill/>
                  </a:tcPr>
                </a:tc>
                <a:tc>
                  <a:txBody>
                    <a:bodyPr/>
                    <a:lstStyle/>
                    <a:p>
                      <a:r>
                        <a:rPr lang="en-US"/>
                        <a:t>(Result 3)</a:t>
                      </a:r>
                    </a:p>
                  </a:txBody>
                  <a:tcPr anchor="ctr">
                    <a:lnL>
                      <a:noFill/>
                    </a:lnL>
                    <a:lnR>
                      <a:noFill/>
                    </a:lnR>
                    <a:lnT>
                      <a:noFill/>
                    </a:lnT>
                    <a:lnB>
                      <a:noFill/>
                    </a:lnB>
                    <a:noFill/>
                  </a:tcPr>
                </a:tc>
                <a:extLst>
                  <a:ext uri="{0D108BD9-81ED-4DB2-BD59-A6C34878D82A}">
                    <a16:rowId xmlns="" xmlns:a16="http://schemas.microsoft.com/office/drawing/2014/main" val="2591837523"/>
                  </a:ext>
                </a:extLst>
              </a:tr>
              <a:tr h="0">
                <a:tc>
                  <a:txBody>
                    <a:bodyPr/>
                    <a:lstStyle/>
                    <a:p>
                      <a:r>
                        <a:rPr lang="en-US" dirty="0"/>
                        <a:t>4</a:t>
                      </a:r>
                    </a:p>
                  </a:txBody>
                  <a:tcPr anchor="ctr">
                    <a:lnL>
                      <a:noFill/>
                    </a:lnL>
                    <a:lnR>
                      <a:noFill/>
                    </a:lnR>
                    <a:lnT>
                      <a:noFill/>
                    </a:lnT>
                    <a:lnB>
                      <a:noFill/>
                    </a:lnB>
                    <a:noFill/>
                  </a:tcPr>
                </a:tc>
                <a:tc>
                  <a:txBody>
                    <a:bodyPr/>
                    <a:lstStyle/>
                    <a:p>
                      <a:r>
                        <a:rPr lang="en-US" dirty="0"/>
                        <a:t>High</a:t>
                      </a:r>
                    </a:p>
                  </a:txBody>
                  <a:tcPr anchor="ctr">
                    <a:lnL>
                      <a:noFill/>
                    </a:lnL>
                    <a:lnR>
                      <a:noFill/>
                    </a:lnR>
                    <a:lnT>
                      <a:noFill/>
                    </a:lnT>
                    <a:lnB>
                      <a:noFill/>
                    </a:lnB>
                    <a:noFill/>
                  </a:tcPr>
                </a:tc>
                <a:tc>
                  <a:txBody>
                    <a:bodyPr/>
                    <a:lstStyle/>
                    <a:p>
                      <a:r>
                        <a:rPr lang="en-US" dirty="0"/>
                        <a:t>High</a:t>
                      </a:r>
                    </a:p>
                  </a:txBody>
                  <a:tcPr anchor="ctr">
                    <a:lnL>
                      <a:noFill/>
                    </a:lnL>
                    <a:lnR>
                      <a:noFill/>
                    </a:lnR>
                    <a:lnT>
                      <a:noFill/>
                    </a:lnT>
                    <a:lnB>
                      <a:noFill/>
                    </a:lnB>
                    <a:noFill/>
                  </a:tcPr>
                </a:tc>
                <a:tc>
                  <a:txBody>
                    <a:bodyPr/>
                    <a:lstStyle/>
                    <a:p>
                      <a:r>
                        <a:rPr lang="en-US" dirty="0"/>
                        <a:t>(Result 4)</a:t>
                      </a:r>
                    </a:p>
                  </a:txBody>
                  <a:tcPr anchor="ctr">
                    <a:lnL>
                      <a:noFill/>
                    </a:lnL>
                    <a:lnR>
                      <a:noFill/>
                    </a:lnR>
                    <a:lnT>
                      <a:noFill/>
                    </a:lnT>
                    <a:lnB>
                      <a:noFill/>
                    </a:lnB>
                    <a:noFill/>
                  </a:tcPr>
                </a:tc>
                <a:extLst>
                  <a:ext uri="{0D108BD9-81ED-4DB2-BD59-A6C34878D82A}">
                    <a16:rowId xmlns="" xmlns:a16="http://schemas.microsoft.com/office/drawing/2014/main" val="1811925718"/>
                  </a:ext>
                </a:extLst>
              </a:tr>
            </a:tbl>
          </a:graphicData>
        </a:graphic>
      </p:graphicFrame>
      <p:sp>
        <p:nvSpPr>
          <p:cNvPr id="6" name="Rectangle 1">
            <a:extLst>
              <a:ext uri="{FF2B5EF4-FFF2-40B4-BE49-F238E27FC236}">
                <a16:creationId xmlns="" xmlns:a16="http://schemas.microsoft.com/office/drawing/2014/main" id="{1FFD1FED-030B-FAE9-4C06-70661F08359E}"/>
              </a:ext>
            </a:extLst>
          </p:cNvPr>
          <p:cNvSpPr>
            <a:spLocks noChangeArrowheads="1"/>
          </p:cNvSpPr>
          <p:nvPr/>
        </p:nvSpPr>
        <p:spPr bwMode="auto">
          <a:xfrm>
            <a:off x="628650" y="125199"/>
            <a:ext cx="8263830" cy="373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 2</a:t>
            </a:r>
            <a:r>
              <a:rPr kumimoji="0" lang="en-US" altLang="en-US" sz="1800" b="0" i="0" u="none" strike="noStrike" cap="none" normalizeH="0" baseline="30000" dirty="0">
                <a:ln>
                  <a:noFill/>
                </a:ln>
                <a:solidFill>
                  <a:schemeClr val="tx1"/>
                </a:solidFill>
                <a:effectLst/>
                <a:latin typeface="Arial" panose="020B0604020202020204" pitchFamily="34" charset="0"/>
              </a:rPr>
              <a:t>2</a:t>
            </a:r>
            <a:r>
              <a:rPr kumimoji="0" lang="en-US" altLang="en-US" sz="1800" b="0" i="0" u="none" strike="noStrike" cap="none" normalizeH="0" baseline="0" dirty="0">
                <a:ln>
                  <a:noFill/>
                </a:ln>
                <a:solidFill>
                  <a:schemeClr val="tx1"/>
                </a:solidFill>
                <a:effectLst/>
                <a:latin typeface="Arial" panose="020B0604020202020204" pitchFamily="34" charset="0"/>
              </a:rPr>
              <a:t> design is a simple factorial design where there are two factors, each at two levels. It’s often used in experimental design to evaluate the effect of two factors and their interaction. Here’s an example:</a:t>
            </a:r>
            <a:endParaRPr kumimoji="0" lang="en-US" altLang="en-US" sz="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Example Scenario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Suppose we’re testing two factors in a product manufacturing process: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Factor A</a:t>
            </a:r>
            <a:r>
              <a:rPr kumimoji="0" lang="en-US" altLang="en-US" sz="1800" b="0" i="0" u="none" strike="noStrike" cap="none" normalizeH="0" baseline="0" dirty="0">
                <a:ln>
                  <a:noFill/>
                </a:ln>
                <a:solidFill>
                  <a:schemeClr val="tx1"/>
                </a:solidFill>
                <a:effectLst/>
                <a:latin typeface="Arial" panose="020B0604020202020204" pitchFamily="34" charset="0"/>
              </a:rPr>
              <a:t>: Temperature (with levels: Low and High)</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Factor B</a:t>
            </a:r>
            <a:r>
              <a:rPr kumimoji="0" lang="en-US" altLang="en-US" sz="1800" b="0" i="0" u="none" strike="noStrike" cap="none" normalizeH="0" baseline="0" dirty="0">
                <a:ln>
                  <a:noFill/>
                </a:ln>
                <a:solidFill>
                  <a:schemeClr val="tx1"/>
                </a:solidFill>
                <a:effectLst/>
                <a:latin typeface="Arial" panose="020B0604020202020204" pitchFamily="34" charset="0"/>
              </a:rPr>
              <a:t>: Pressure (with levels: Low and High)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Experimental Design Layout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In a 2</a:t>
            </a:r>
            <a:r>
              <a:rPr kumimoji="0" lang="en-US" altLang="en-US" sz="1800" b="0" i="0" u="none" strike="noStrike" cap="none" normalizeH="0" baseline="30000" dirty="0">
                <a:ln>
                  <a:noFill/>
                </a:ln>
                <a:solidFill>
                  <a:schemeClr val="tx1"/>
                </a:solidFill>
                <a:effectLst/>
                <a:latin typeface="Arial" panose="020B0604020202020204" pitchFamily="34" charset="0"/>
              </a:rPr>
              <a:t>2</a:t>
            </a:r>
            <a:r>
              <a:rPr kumimoji="0" lang="en-US" altLang="en-US" sz="1800" b="0" i="0" u="none" strike="noStrike" cap="none" normalizeH="0" baseline="0" dirty="0">
                <a:ln>
                  <a:noFill/>
                </a:ln>
                <a:solidFill>
                  <a:schemeClr val="tx1"/>
                </a:solidFill>
                <a:effectLst/>
                <a:latin typeface="Arial" panose="020B0604020202020204" pitchFamily="34" charset="0"/>
              </a:rPr>
              <a:t> factorial design, there are four experimental conditions, as shown below. Each cell represents a unique combination of the levels of factors A and B:</a:t>
            </a:r>
            <a:endParaRPr kumimoji="0" lang="en-US" altLang="en-US" sz="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64503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432A37C6-AA4F-4958-2006-D6BF43A1DA4C}"/>
              </a:ext>
            </a:extLst>
          </p:cNvPr>
          <p:cNvSpPr txBox="1"/>
          <p:nvPr/>
        </p:nvSpPr>
        <p:spPr>
          <a:xfrm>
            <a:off x="539552" y="836712"/>
            <a:ext cx="8064896" cy="3693319"/>
          </a:xfrm>
          <a:prstGeom prst="rect">
            <a:avLst/>
          </a:prstGeom>
          <a:noFill/>
        </p:spPr>
        <p:txBody>
          <a:bodyPr wrap="square">
            <a:spAutoFit/>
          </a:bodyPr>
          <a:lstStyle/>
          <a:p>
            <a:r>
              <a:rPr lang="en-US" sz="1800" b="1" dirty="0"/>
              <a:t>Analyzing the Design</a:t>
            </a:r>
          </a:p>
          <a:p>
            <a:endParaRPr lang="en-US" sz="1800" dirty="0"/>
          </a:p>
          <a:p>
            <a:r>
              <a:rPr lang="en-US" sz="1800" dirty="0"/>
              <a:t>This 2</a:t>
            </a:r>
            <a:r>
              <a:rPr lang="en-US" sz="1800" baseline="30000" dirty="0"/>
              <a:t>2</a:t>
            </a:r>
            <a:r>
              <a:rPr lang="en-US" sz="1800" dirty="0"/>
              <a:t> design allows you to estimate:</a:t>
            </a:r>
          </a:p>
          <a:p>
            <a:endParaRPr lang="en-US" sz="1800" dirty="0"/>
          </a:p>
          <a:p>
            <a:pPr>
              <a:buFont typeface="Arial" panose="020B0604020202020204" pitchFamily="34" charset="0"/>
              <a:buChar char="•"/>
            </a:pPr>
            <a:r>
              <a:rPr lang="en-US" sz="1800" dirty="0"/>
              <a:t>The </a:t>
            </a:r>
            <a:r>
              <a:rPr lang="en-US" sz="1800" b="1" dirty="0"/>
              <a:t>main effect</a:t>
            </a:r>
            <a:r>
              <a:rPr lang="en-US" sz="1800" dirty="0"/>
              <a:t> of each factor (Temperature and Pressure),</a:t>
            </a:r>
          </a:p>
          <a:p>
            <a:pPr>
              <a:buFont typeface="Arial" panose="020B0604020202020204" pitchFamily="34" charset="0"/>
              <a:buChar char="•"/>
            </a:pPr>
            <a:r>
              <a:rPr lang="en-US" sz="1800" dirty="0"/>
              <a:t>The </a:t>
            </a:r>
            <a:r>
              <a:rPr lang="en-US" sz="1800" b="1" dirty="0"/>
              <a:t>interaction effect</a:t>
            </a:r>
            <a:r>
              <a:rPr lang="en-US" sz="1800" dirty="0"/>
              <a:t> between Temperature and Pressure.</a:t>
            </a:r>
          </a:p>
          <a:p>
            <a:endParaRPr lang="en-US" sz="1800" dirty="0"/>
          </a:p>
          <a:p>
            <a:r>
              <a:rPr lang="en-US" sz="1800" dirty="0"/>
              <a:t>For example, if the product quality significantly changes depending on the combination of temperature and pressure, the interaction effect would be significant.</a:t>
            </a:r>
          </a:p>
          <a:p>
            <a:endParaRPr lang="en-US" sz="1800" dirty="0"/>
          </a:p>
          <a:p>
            <a:r>
              <a:rPr lang="en-US" sz="1800" dirty="0"/>
              <a:t>In practice, you’d use statistical analysis (e.g., ANOVA) to determine the effects and interactions from the outcomes of each run.</a:t>
            </a:r>
          </a:p>
        </p:txBody>
      </p:sp>
    </p:spTree>
    <p:extLst>
      <p:ext uri="{BB962C8B-B14F-4D97-AF65-F5344CB8AC3E}">
        <p14:creationId xmlns:p14="http://schemas.microsoft.com/office/powerpoint/2010/main" val="3122603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Verdana" panose="020B0604030504040204" pitchFamily="34" charset="0"/>
              </a:rPr>
              <a:t>2</a:t>
            </a:r>
            <a:r>
              <a:rPr lang="en-US" baseline="30000" dirty="0">
                <a:ea typeface="Verdana" panose="020B0604030504040204" pitchFamily="34" charset="0"/>
              </a:rPr>
              <a:t>3</a:t>
            </a:r>
            <a:r>
              <a:rPr lang="en-US" dirty="0">
                <a:ea typeface="Verdana" panose="020B0604030504040204" pitchFamily="34" charset="0"/>
              </a:rPr>
              <a:t> design</a:t>
            </a:r>
            <a:endParaRPr lang="en-IN" dirty="0"/>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14</a:t>
            </a:fld>
            <a:endParaRPr lang="en-US" altLang="ko-KR"/>
          </a:p>
        </p:txBody>
      </p:sp>
      <p:pic>
        <p:nvPicPr>
          <p:cNvPr id="3" name="Picture 2"/>
          <p:cNvPicPr>
            <a:picLocks noChangeAspect="1"/>
          </p:cNvPicPr>
          <p:nvPr/>
        </p:nvPicPr>
        <p:blipFill>
          <a:blip r:embed="rId2"/>
          <a:stretch>
            <a:fillRect/>
          </a:stretch>
        </p:blipFill>
        <p:spPr>
          <a:xfrm>
            <a:off x="395536" y="728700"/>
            <a:ext cx="8573082" cy="5004556"/>
          </a:xfrm>
          <a:prstGeom prst="rect">
            <a:avLst/>
          </a:prstGeom>
        </p:spPr>
      </p:pic>
    </p:spTree>
    <p:extLst>
      <p:ext uri="{BB962C8B-B14F-4D97-AF65-F5344CB8AC3E}">
        <p14:creationId xmlns:p14="http://schemas.microsoft.com/office/powerpoint/2010/main" val="108709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841" y="577929"/>
            <a:ext cx="7698318" cy="431800"/>
          </a:xfrm>
        </p:spPr>
        <p:txBody>
          <a:bodyPr/>
          <a:lstStyle/>
          <a:p>
            <a:r>
              <a:rPr lang="en-US" dirty="0">
                <a:ea typeface="Verdana" panose="020B0604030504040204" pitchFamily="34" charset="0"/>
              </a:rPr>
              <a:t>2</a:t>
            </a:r>
            <a:r>
              <a:rPr lang="en-US" baseline="30000" dirty="0">
                <a:ea typeface="Verdana" panose="020B0604030504040204" pitchFamily="34" charset="0"/>
              </a:rPr>
              <a:t>3</a:t>
            </a:r>
            <a:r>
              <a:rPr lang="en-US" dirty="0">
                <a:ea typeface="Verdana" panose="020B0604030504040204" pitchFamily="34" charset="0"/>
              </a:rPr>
              <a:t> design</a:t>
            </a:r>
            <a:endParaRPr lang="en-IN" dirty="0"/>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15</a:t>
            </a:fld>
            <a:endParaRPr lang="en-US" altLang="ko-KR"/>
          </a:p>
        </p:txBody>
      </p:sp>
      <p:pic>
        <p:nvPicPr>
          <p:cNvPr id="7" name="Picture 6"/>
          <p:cNvPicPr>
            <a:picLocks noChangeAspect="1"/>
          </p:cNvPicPr>
          <p:nvPr/>
        </p:nvPicPr>
        <p:blipFill>
          <a:blip r:embed="rId2"/>
          <a:stretch>
            <a:fillRect/>
          </a:stretch>
        </p:blipFill>
        <p:spPr>
          <a:xfrm>
            <a:off x="179511" y="1340768"/>
            <a:ext cx="8846079" cy="2628292"/>
          </a:xfrm>
          <a:prstGeom prst="rect">
            <a:avLst/>
          </a:prstGeom>
        </p:spPr>
      </p:pic>
    </p:spTree>
    <p:extLst>
      <p:ext uri="{BB962C8B-B14F-4D97-AF65-F5344CB8AC3E}">
        <p14:creationId xmlns:p14="http://schemas.microsoft.com/office/powerpoint/2010/main" val="2689100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Verdana" panose="020B0604030504040204" pitchFamily="34" charset="0"/>
              </a:rPr>
              <a:t>2</a:t>
            </a:r>
            <a:r>
              <a:rPr lang="en-US" baseline="30000" dirty="0">
                <a:ea typeface="Verdana" panose="020B0604030504040204" pitchFamily="34" charset="0"/>
              </a:rPr>
              <a:t>3</a:t>
            </a:r>
            <a:r>
              <a:rPr lang="en-US" dirty="0">
                <a:ea typeface="Verdana" panose="020B0604030504040204" pitchFamily="34" charset="0"/>
              </a:rPr>
              <a:t> design</a:t>
            </a:r>
            <a:endParaRPr lang="en-IN" dirty="0"/>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16</a:t>
            </a:fld>
            <a:endParaRPr lang="en-US" altLang="ko-KR"/>
          </a:p>
        </p:txBody>
      </p:sp>
      <p:pic>
        <p:nvPicPr>
          <p:cNvPr id="3" name="Picture 2"/>
          <p:cNvPicPr>
            <a:picLocks noChangeAspect="1"/>
          </p:cNvPicPr>
          <p:nvPr/>
        </p:nvPicPr>
        <p:blipFill>
          <a:blip r:embed="rId2"/>
          <a:stretch>
            <a:fillRect/>
          </a:stretch>
        </p:blipFill>
        <p:spPr>
          <a:xfrm>
            <a:off x="1445682" y="1629833"/>
            <a:ext cx="6307931" cy="3000375"/>
          </a:xfrm>
          <a:prstGeom prst="rect">
            <a:avLst/>
          </a:prstGeom>
        </p:spPr>
      </p:pic>
      <p:pic>
        <p:nvPicPr>
          <p:cNvPr id="5" name="Picture 4"/>
          <p:cNvPicPr>
            <a:picLocks noChangeAspect="1"/>
          </p:cNvPicPr>
          <p:nvPr/>
        </p:nvPicPr>
        <p:blipFill>
          <a:blip r:embed="rId3"/>
          <a:stretch>
            <a:fillRect/>
          </a:stretch>
        </p:blipFill>
        <p:spPr>
          <a:xfrm>
            <a:off x="407194" y="4617132"/>
            <a:ext cx="8329613" cy="1028700"/>
          </a:xfrm>
          <a:prstGeom prst="rect">
            <a:avLst/>
          </a:prstGeom>
        </p:spPr>
      </p:pic>
    </p:spTree>
    <p:extLst>
      <p:ext uri="{BB962C8B-B14F-4D97-AF65-F5344CB8AC3E}">
        <p14:creationId xmlns:p14="http://schemas.microsoft.com/office/powerpoint/2010/main" val="37549039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B31A3E2B-0871-6839-BBB3-02D259A2C941}"/>
              </a:ext>
            </a:extLst>
          </p:cNvPr>
          <p:cNvSpPr txBox="1"/>
          <p:nvPr/>
        </p:nvSpPr>
        <p:spPr>
          <a:xfrm>
            <a:off x="719572" y="728700"/>
            <a:ext cx="8064896" cy="4524315"/>
          </a:xfrm>
          <a:prstGeom prst="rect">
            <a:avLst/>
          </a:prstGeom>
          <a:noFill/>
        </p:spPr>
        <p:txBody>
          <a:bodyPr wrap="square">
            <a:spAutoFit/>
          </a:bodyPr>
          <a:lstStyle/>
          <a:p>
            <a:r>
              <a:rPr lang="en-US" sz="1800" dirty="0"/>
              <a:t>A 2</a:t>
            </a:r>
            <a:r>
              <a:rPr lang="en-US" sz="1800" baseline="30000" dirty="0"/>
              <a:t>3</a:t>
            </a:r>
            <a:r>
              <a:rPr lang="en-US" sz="1800" dirty="0"/>
              <a:t> design is a factorial design involving three factors, each at two levels. </a:t>
            </a:r>
          </a:p>
          <a:p>
            <a:endParaRPr lang="en-US" sz="1800" dirty="0"/>
          </a:p>
          <a:p>
            <a:r>
              <a:rPr lang="en-US" sz="1800" dirty="0"/>
              <a:t>This setup results in eight experimental conditions (since 2</a:t>
            </a:r>
            <a:r>
              <a:rPr lang="en-US" sz="1800" baseline="30000" dirty="0"/>
              <a:t>3</a:t>
            </a:r>
            <a:r>
              <a:rPr lang="en-US" sz="1800" dirty="0"/>
              <a:t>=8). </a:t>
            </a:r>
          </a:p>
          <a:p>
            <a:endParaRPr lang="en-US" sz="1800" dirty="0"/>
          </a:p>
          <a:p>
            <a:r>
              <a:rPr lang="en-US" sz="1800" dirty="0"/>
              <a:t>In a 2</a:t>
            </a:r>
            <a:r>
              <a:rPr lang="en-US" sz="1800" baseline="30000" dirty="0"/>
              <a:t>3</a:t>
            </a:r>
            <a:r>
              <a:rPr lang="en-US" sz="1800" dirty="0"/>
              <a:t> design, we can investigate the main effects of each factor, as well as the two-way and three-way interactions among them.</a:t>
            </a:r>
          </a:p>
          <a:p>
            <a:endParaRPr lang="en-US" sz="1800" b="1" dirty="0"/>
          </a:p>
          <a:p>
            <a:r>
              <a:rPr lang="en-US" sz="1800" b="1" dirty="0"/>
              <a:t>Example Scenario</a:t>
            </a:r>
          </a:p>
          <a:p>
            <a:r>
              <a:rPr lang="en-US" sz="1800" dirty="0"/>
              <a:t>Let’s consider a manufacturing process where we want to test three factors:</a:t>
            </a:r>
          </a:p>
          <a:p>
            <a:endParaRPr lang="en-US" sz="1800" dirty="0"/>
          </a:p>
          <a:p>
            <a:pPr>
              <a:buFont typeface="+mj-lt"/>
              <a:buAutoNum type="arabicPeriod"/>
            </a:pPr>
            <a:r>
              <a:rPr lang="en-US" sz="1800" b="1" dirty="0"/>
              <a:t>Factor A</a:t>
            </a:r>
            <a:r>
              <a:rPr lang="en-US" sz="1800" dirty="0"/>
              <a:t>: Temperature (Low, High)</a:t>
            </a:r>
          </a:p>
          <a:p>
            <a:pPr>
              <a:buFont typeface="+mj-lt"/>
              <a:buAutoNum type="arabicPeriod"/>
            </a:pPr>
            <a:endParaRPr lang="en-US" sz="1800" dirty="0"/>
          </a:p>
          <a:p>
            <a:pPr>
              <a:buFont typeface="+mj-lt"/>
              <a:buAutoNum type="arabicPeriod"/>
            </a:pPr>
            <a:r>
              <a:rPr lang="en-US" sz="1800" b="1" dirty="0"/>
              <a:t>Factor B</a:t>
            </a:r>
            <a:r>
              <a:rPr lang="en-US" sz="1800" dirty="0"/>
              <a:t>: Pressure (Low, High)</a:t>
            </a:r>
          </a:p>
          <a:p>
            <a:pPr>
              <a:buFont typeface="+mj-lt"/>
              <a:buAutoNum type="arabicPeriod"/>
            </a:pPr>
            <a:endParaRPr lang="en-US" sz="1800" dirty="0"/>
          </a:p>
          <a:p>
            <a:pPr>
              <a:buFont typeface="+mj-lt"/>
              <a:buAutoNum type="arabicPeriod"/>
            </a:pPr>
            <a:r>
              <a:rPr lang="en-US" sz="1800" b="1" dirty="0"/>
              <a:t>Factor C</a:t>
            </a:r>
            <a:r>
              <a:rPr lang="en-US" sz="1800" dirty="0"/>
              <a:t>: Time (Short, Long)</a:t>
            </a:r>
          </a:p>
        </p:txBody>
      </p:sp>
    </p:spTree>
    <p:extLst>
      <p:ext uri="{BB962C8B-B14F-4D97-AF65-F5344CB8AC3E}">
        <p14:creationId xmlns:p14="http://schemas.microsoft.com/office/powerpoint/2010/main" val="4053097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01C6C128-5310-F403-D58A-EA6CF3848542}"/>
              </a:ext>
            </a:extLst>
          </p:cNvPr>
          <p:cNvSpPr txBox="1"/>
          <p:nvPr/>
        </p:nvSpPr>
        <p:spPr>
          <a:xfrm>
            <a:off x="503548" y="548680"/>
            <a:ext cx="8136904" cy="1200329"/>
          </a:xfrm>
          <a:prstGeom prst="rect">
            <a:avLst/>
          </a:prstGeom>
          <a:noFill/>
        </p:spPr>
        <p:txBody>
          <a:bodyPr wrap="square">
            <a:spAutoFit/>
          </a:bodyPr>
          <a:lstStyle/>
          <a:p>
            <a:r>
              <a:rPr lang="en-US" sz="1800" b="1" dirty="0"/>
              <a:t>Experimental Design Layout</a:t>
            </a:r>
          </a:p>
          <a:p>
            <a:endParaRPr lang="en-US" sz="1800" b="1" dirty="0"/>
          </a:p>
          <a:p>
            <a:r>
              <a:rPr lang="en-US" sz="1800" dirty="0"/>
              <a:t>This design has eight runs, one for each combination of the factors. Here’s what the layout would look like:</a:t>
            </a:r>
          </a:p>
        </p:txBody>
      </p:sp>
      <p:graphicFrame>
        <p:nvGraphicFramePr>
          <p:cNvPr id="7" name="Table 6">
            <a:extLst>
              <a:ext uri="{FF2B5EF4-FFF2-40B4-BE49-F238E27FC236}">
                <a16:creationId xmlns="" xmlns:a16="http://schemas.microsoft.com/office/drawing/2014/main" id="{CC1000E0-C825-596C-3AEC-21385FDCC9E2}"/>
              </a:ext>
            </a:extLst>
          </p:cNvPr>
          <p:cNvGraphicFramePr>
            <a:graphicFrameLocks noGrp="1"/>
          </p:cNvGraphicFramePr>
          <p:nvPr>
            <p:extLst>
              <p:ext uri="{D42A27DB-BD31-4B8C-83A1-F6EECF244321}">
                <p14:modId xmlns:p14="http://schemas.microsoft.com/office/powerpoint/2010/main" val="4052531442"/>
              </p:ext>
            </p:extLst>
          </p:nvPr>
        </p:nvGraphicFramePr>
        <p:xfrm>
          <a:off x="647564" y="1844824"/>
          <a:ext cx="7297560" cy="3607181"/>
        </p:xfrm>
        <a:graphic>
          <a:graphicData uri="http://schemas.openxmlformats.org/drawingml/2006/table">
            <a:tbl>
              <a:tblPr/>
              <a:tblGrid>
                <a:gridCol w="900100">
                  <a:extLst>
                    <a:ext uri="{9D8B030D-6E8A-4147-A177-3AD203B41FA5}">
                      <a16:colId xmlns="" xmlns:a16="http://schemas.microsoft.com/office/drawing/2014/main" val="732116630"/>
                    </a:ext>
                  </a:extLst>
                </a:gridCol>
                <a:gridCol w="1476164">
                  <a:extLst>
                    <a:ext uri="{9D8B030D-6E8A-4147-A177-3AD203B41FA5}">
                      <a16:colId xmlns="" xmlns:a16="http://schemas.microsoft.com/office/drawing/2014/main" val="3717492386"/>
                    </a:ext>
                  </a:extLst>
                </a:gridCol>
                <a:gridCol w="2002272">
                  <a:extLst>
                    <a:ext uri="{9D8B030D-6E8A-4147-A177-3AD203B41FA5}">
                      <a16:colId xmlns="" xmlns:a16="http://schemas.microsoft.com/office/drawing/2014/main" val="2368053627"/>
                    </a:ext>
                  </a:extLst>
                </a:gridCol>
                <a:gridCol w="1459512">
                  <a:extLst>
                    <a:ext uri="{9D8B030D-6E8A-4147-A177-3AD203B41FA5}">
                      <a16:colId xmlns="" xmlns:a16="http://schemas.microsoft.com/office/drawing/2014/main" val="959572967"/>
                    </a:ext>
                  </a:extLst>
                </a:gridCol>
                <a:gridCol w="1459512">
                  <a:extLst>
                    <a:ext uri="{9D8B030D-6E8A-4147-A177-3AD203B41FA5}">
                      <a16:colId xmlns="" xmlns:a16="http://schemas.microsoft.com/office/drawing/2014/main" val="1543294118"/>
                    </a:ext>
                  </a:extLst>
                </a:gridCol>
              </a:tblGrid>
              <a:tr h="0">
                <a:tc>
                  <a:txBody>
                    <a:bodyPr/>
                    <a:lstStyle/>
                    <a:p>
                      <a:r>
                        <a:rPr lang="en-US" b="1" dirty="0"/>
                        <a:t>Run</a:t>
                      </a:r>
                    </a:p>
                  </a:txBody>
                  <a:tcPr anchor="ctr">
                    <a:lnL>
                      <a:noFill/>
                    </a:lnL>
                    <a:lnR>
                      <a:noFill/>
                    </a:lnR>
                    <a:lnT>
                      <a:noFill/>
                    </a:lnT>
                    <a:lnB>
                      <a:noFill/>
                    </a:lnB>
                    <a:noFill/>
                  </a:tcPr>
                </a:tc>
                <a:tc>
                  <a:txBody>
                    <a:bodyPr/>
                    <a:lstStyle/>
                    <a:p>
                      <a:r>
                        <a:rPr lang="en-US" b="1" dirty="0"/>
                        <a:t>Factor A (Temperature)</a:t>
                      </a:r>
                    </a:p>
                  </a:txBody>
                  <a:tcPr anchor="ctr">
                    <a:lnL>
                      <a:noFill/>
                    </a:lnL>
                    <a:lnR>
                      <a:noFill/>
                    </a:lnR>
                    <a:lnT>
                      <a:noFill/>
                    </a:lnT>
                    <a:lnB>
                      <a:noFill/>
                    </a:lnB>
                    <a:noFill/>
                  </a:tcPr>
                </a:tc>
                <a:tc>
                  <a:txBody>
                    <a:bodyPr/>
                    <a:lstStyle/>
                    <a:p>
                      <a:r>
                        <a:rPr lang="en-US" b="1" dirty="0"/>
                        <a:t>Factor B (Pressure)</a:t>
                      </a:r>
                    </a:p>
                  </a:txBody>
                  <a:tcPr anchor="ctr">
                    <a:lnL>
                      <a:noFill/>
                    </a:lnL>
                    <a:lnR>
                      <a:noFill/>
                    </a:lnR>
                    <a:lnT>
                      <a:noFill/>
                    </a:lnT>
                    <a:lnB>
                      <a:noFill/>
                    </a:lnB>
                    <a:noFill/>
                  </a:tcPr>
                </a:tc>
                <a:tc>
                  <a:txBody>
                    <a:bodyPr/>
                    <a:lstStyle/>
                    <a:p>
                      <a:r>
                        <a:rPr lang="en-US" b="1" dirty="0"/>
                        <a:t>Factor C (Time)</a:t>
                      </a:r>
                    </a:p>
                  </a:txBody>
                  <a:tcPr anchor="ctr">
                    <a:lnL>
                      <a:noFill/>
                    </a:lnL>
                    <a:lnR>
                      <a:noFill/>
                    </a:lnR>
                    <a:lnT>
                      <a:noFill/>
                    </a:lnT>
                    <a:lnB>
                      <a:noFill/>
                    </a:lnB>
                    <a:noFill/>
                  </a:tcPr>
                </a:tc>
                <a:tc>
                  <a:txBody>
                    <a:bodyPr/>
                    <a:lstStyle/>
                    <a:p>
                      <a:r>
                        <a:rPr lang="en-US" b="1" dirty="0"/>
                        <a:t>Outcome (e.g., Product Quality)</a:t>
                      </a:r>
                    </a:p>
                  </a:txBody>
                  <a:tcPr anchor="ctr">
                    <a:lnL>
                      <a:noFill/>
                    </a:lnL>
                    <a:lnR>
                      <a:noFill/>
                    </a:lnR>
                    <a:lnT>
                      <a:noFill/>
                    </a:lnT>
                    <a:lnB>
                      <a:noFill/>
                    </a:lnB>
                    <a:noFill/>
                  </a:tcPr>
                </a:tc>
                <a:extLst>
                  <a:ext uri="{0D108BD9-81ED-4DB2-BD59-A6C34878D82A}">
                    <a16:rowId xmlns="" xmlns:a16="http://schemas.microsoft.com/office/drawing/2014/main" val="1556173390"/>
                  </a:ext>
                </a:extLst>
              </a:tr>
              <a:tr h="0">
                <a:tc>
                  <a:txBody>
                    <a:bodyPr/>
                    <a:lstStyle/>
                    <a:p>
                      <a:r>
                        <a:rPr lang="en-US"/>
                        <a:t>1</a:t>
                      </a:r>
                    </a:p>
                  </a:txBody>
                  <a:tcPr anchor="ctr">
                    <a:lnL>
                      <a:noFill/>
                    </a:lnL>
                    <a:lnR>
                      <a:noFill/>
                    </a:lnR>
                    <a:lnT>
                      <a:noFill/>
                    </a:lnT>
                    <a:lnB>
                      <a:noFill/>
                    </a:lnB>
                    <a:noFill/>
                  </a:tcPr>
                </a:tc>
                <a:tc>
                  <a:txBody>
                    <a:bodyPr/>
                    <a:lstStyle/>
                    <a:p>
                      <a:r>
                        <a:rPr lang="en-US"/>
                        <a:t>Low</a:t>
                      </a:r>
                    </a:p>
                  </a:txBody>
                  <a:tcPr anchor="ctr">
                    <a:lnL>
                      <a:noFill/>
                    </a:lnL>
                    <a:lnR>
                      <a:noFill/>
                    </a:lnR>
                    <a:lnT>
                      <a:noFill/>
                    </a:lnT>
                    <a:lnB>
                      <a:noFill/>
                    </a:lnB>
                    <a:noFill/>
                  </a:tcPr>
                </a:tc>
                <a:tc>
                  <a:txBody>
                    <a:bodyPr/>
                    <a:lstStyle/>
                    <a:p>
                      <a:r>
                        <a:rPr lang="en-US"/>
                        <a:t>Low</a:t>
                      </a:r>
                    </a:p>
                  </a:txBody>
                  <a:tcPr anchor="ctr">
                    <a:lnL>
                      <a:noFill/>
                    </a:lnL>
                    <a:lnR>
                      <a:noFill/>
                    </a:lnR>
                    <a:lnT>
                      <a:noFill/>
                    </a:lnT>
                    <a:lnB>
                      <a:noFill/>
                    </a:lnB>
                    <a:noFill/>
                  </a:tcPr>
                </a:tc>
                <a:tc>
                  <a:txBody>
                    <a:bodyPr/>
                    <a:lstStyle/>
                    <a:p>
                      <a:r>
                        <a:rPr lang="en-US"/>
                        <a:t>Short</a:t>
                      </a:r>
                    </a:p>
                  </a:txBody>
                  <a:tcPr anchor="ctr">
                    <a:lnL>
                      <a:noFill/>
                    </a:lnL>
                    <a:lnR>
                      <a:noFill/>
                    </a:lnR>
                    <a:lnT>
                      <a:noFill/>
                    </a:lnT>
                    <a:lnB>
                      <a:noFill/>
                    </a:lnB>
                    <a:noFill/>
                  </a:tcPr>
                </a:tc>
                <a:tc>
                  <a:txBody>
                    <a:bodyPr/>
                    <a:lstStyle/>
                    <a:p>
                      <a:r>
                        <a:rPr lang="en-US"/>
                        <a:t>(Result 1)</a:t>
                      </a:r>
                    </a:p>
                  </a:txBody>
                  <a:tcPr anchor="ctr">
                    <a:lnL>
                      <a:noFill/>
                    </a:lnL>
                    <a:lnR>
                      <a:noFill/>
                    </a:lnR>
                    <a:lnT>
                      <a:noFill/>
                    </a:lnT>
                    <a:lnB>
                      <a:noFill/>
                    </a:lnB>
                    <a:noFill/>
                  </a:tcPr>
                </a:tc>
                <a:extLst>
                  <a:ext uri="{0D108BD9-81ED-4DB2-BD59-A6C34878D82A}">
                    <a16:rowId xmlns="" xmlns:a16="http://schemas.microsoft.com/office/drawing/2014/main" val="1139652188"/>
                  </a:ext>
                </a:extLst>
              </a:tr>
              <a:tr h="0">
                <a:tc>
                  <a:txBody>
                    <a:bodyPr/>
                    <a:lstStyle/>
                    <a:p>
                      <a:r>
                        <a:rPr lang="en-US"/>
                        <a:t>2</a:t>
                      </a:r>
                    </a:p>
                  </a:txBody>
                  <a:tcPr anchor="ctr">
                    <a:lnL>
                      <a:noFill/>
                    </a:lnL>
                    <a:lnR>
                      <a:noFill/>
                    </a:lnR>
                    <a:lnT>
                      <a:noFill/>
                    </a:lnT>
                    <a:lnB>
                      <a:noFill/>
                    </a:lnB>
                    <a:noFill/>
                  </a:tcPr>
                </a:tc>
                <a:tc>
                  <a:txBody>
                    <a:bodyPr/>
                    <a:lstStyle/>
                    <a:p>
                      <a:r>
                        <a:rPr lang="en-US"/>
                        <a:t>Low</a:t>
                      </a:r>
                    </a:p>
                  </a:txBody>
                  <a:tcPr anchor="ctr">
                    <a:lnL>
                      <a:noFill/>
                    </a:lnL>
                    <a:lnR>
                      <a:noFill/>
                    </a:lnR>
                    <a:lnT>
                      <a:noFill/>
                    </a:lnT>
                    <a:lnB>
                      <a:noFill/>
                    </a:lnB>
                    <a:noFill/>
                  </a:tcPr>
                </a:tc>
                <a:tc>
                  <a:txBody>
                    <a:bodyPr/>
                    <a:lstStyle/>
                    <a:p>
                      <a:r>
                        <a:rPr lang="en-US"/>
                        <a:t>Low</a:t>
                      </a:r>
                    </a:p>
                  </a:txBody>
                  <a:tcPr anchor="ctr">
                    <a:lnL>
                      <a:noFill/>
                    </a:lnL>
                    <a:lnR>
                      <a:noFill/>
                    </a:lnR>
                    <a:lnT>
                      <a:noFill/>
                    </a:lnT>
                    <a:lnB>
                      <a:noFill/>
                    </a:lnB>
                    <a:noFill/>
                  </a:tcPr>
                </a:tc>
                <a:tc>
                  <a:txBody>
                    <a:bodyPr/>
                    <a:lstStyle/>
                    <a:p>
                      <a:r>
                        <a:rPr lang="en-US"/>
                        <a:t>Long</a:t>
                      </a:r>
                    </a:p>
                  </a:txBody>
                  <a:tcPr anchor="ctr">
                    <a:lnL>
                      <a:noFill/>
                    </a:lnL>
                    <a:lnR>
                      <a:noFill/>
                    </a:lnR>
                    <a:lnT>
                      <a:noFill/>
                    </a:lnT>
                    <a:lnB>
                      <a:noFill/>
                    </a:lnB>
                    <a:noFill/>
                  </a:tcPr>
                </a:tc>
                <a:tc>
                  <a:txBody>
                    <a:bodyPr/>
                    <a:lstStyle/>
                    <a:p>
                      <a:r>
                        <a:rPr lang="en-US"/>
                        <a:t>(Result 2)</a:t>
                      </a:r>
                    </a:p>
                  </a:txBody>
                  <a:tcPr anchor="ctr">
                    <a:lnL>
                      <a:noFill/>
                    </a:lnL>
                    <a:lnR>
                      <a:noFill/>
                    </a:lnR>
                    <a:lnT>
                      <a:noFill/>
                    </a:lnT>
                    <a:lnB>
                      <a:noFill/>
                    </a:lnB>
                    <a:noFill/>
                  </a:tcPr>
                </a:tc>
                <a:extLst>
                  <a:ext uri="{0D108BD9-81ED-4DB2-BD59-A6C34878D82A}">
                    <a16:rowId xmlns="" xmlns:a16="http://schemas.microsoft.com/office/drawing/2014/main" val="271871943"/>
                  </a:ext>
                </a:extLst>
              </a:tr>
              <a:tr h="0">
                <a:tc>
                  <a:txBody>
                    <a:bodyPr/>
                    <a:lstStyle/>
                    <a:p>
                      <a:r>
                        <a:rPr lang="en-US"/>
                        <a:t>3</a:t>
                      </a:r>
                    </a:p>
                  </a:txBody>
                  <a:tcPr anchor="ctr">
                    <a:lnL>
                      <a:noFill/>
                    </a:lnL>
                    <a:lnR>
                      <a:noFill/>
                    </a:lnR>
                    <a:lnT>
                      <a:noFill/>
                    </a:lnT>
                    <a:lnB>
                      <a:noFill/>
                    </a:lnB>
                    <a:noFill/>
                  </a:tcPr>
                </a:tc>
                <a:tc>
                  <a:txBody>
                    <a:bodyPr/>
                    <a:lstStyle/>
                    <a:p>
                      <a:r>
                        <a:rPr lang="en-US"/>
                        <a:t>Low</a:t>
                      </a:r>
                    </a:p>
                  </a:txBody>
                  <a:tcPr anchor="ctr">
                    <a:lnL>
                      <a:noFill/>
                    </a:lnL>
                    <a:lnR>
                      <a:noFill/>
                    </a:lnR>
                    <a:lnT>
                      <a:noFill/>
                    </a:lnT>
                    <a:lnB>
                      <a:noFill/>
                    </a:lnB>
                    <a:noFill/>
                  </a:tcPr>
                </a:tc>
                <a:tc>
                  <a:txBody>
                    <a:bodyPr/>
                    <a:lstStyle/>
                    <a:p>
                      <a:r>
                        <a:rPr lang="en-US"/>
                        <a:t>High</a:t>
                      </a:r>
                    </a:p>
                  </a:txBody>
                  <a:tcPr anchor="ctr">
                    <a:lnL>
                      <a:noFill/>
                    </a:lnL>
                    <a:lnR>
                      <a:noFill/>
                    </a:lnR>
                    <a:lnT>
                      <a:noFill/>
                    </a:lnT>
                    <a:lnB>
                      <a:noFill/>
                    </a:lnB>
                    <a:noFill/>
                  </a:tcPr>
                </a:tc>
                <a:tc>
                  <a:txBody>
                    <a:bodyPr/>
                    <a:lstStyle/>
                    <a:p>
                      <a:r>
                        <a:rPr lang="en-US"/>
                        <a:t>Short</a:t>
                      </a:r>
                    </a:p>
                  </a:txBody>
                  <a:tcPr anchor="ctr">
                    <a:lnL>
                      <a:noFill/>
                    </a:lnL>
                    <a:lnR>
                      <a:noFill/>
                    </a:lnR>
                    <a:lnT>
                      <a:noFill/>
                    </a:lnT>
                    <a:lnB>
                      <a:noFill/>
                    </a:lnB>
                    <a:noFill/>
                  </a:tcPr>
                </a:tc>
                <a:tc>
                  <a:txBody>
                    <a:bodyPr/>
                    <a:lstStyle/>
                    <a:p>
                      <a:r>
                        <a:rPr lang="en-US"/>
                        <a:t>(Result 3)</a:t>
                      </a:r>
                    </a:p>
                  </a:txBody>
                  <a:tcPr anchor="ctr">
                    <a:lnL>
                      <a:noFill/>
                    </a:lnL>
                    <a:lnR>
                      <a:noFill/>
                    </a:lnR>
                    <a:lnT>
                      <a:noFill/>
                    </a:lnT>
                    <a:lnB>
                      <a:noFill/>
                    </a:lnB>
                    <a:noFill/>
                  </a:tcPr>
                </a:tc>
                <a:extLst>
                  <a:ext uri="{0D108BD9-81ED-4DB2-BD59-A6C34878D82A}">
                    <a16:rowId xmlns="" xmlns:a16="http://schemas.microsoft.com/office/drawing/2014/main" val="822960459"/>
                  </a:ext>
                </a:extLst>
              </a:tr>
              <a:tr h="0">
                <a:tc>
                  <a:txBody>
                    <a:bodyPr/>
                    <a:lstStyle/>
                    <a:p>
                      <a:r>
                        <a:rPr lang="en-US"/>
                        <a:t>4</a:t>
                      </a:r>
                    </a:p>
                  </a:txBody>
                  <a:tcPr anchor="ctr">
                    <a:lnL>
                      <a:noFill/>
                    </a:lnL>
                    <a:lnR>
                      <a:noFill/>
                    </a:lnR>
                    <a:lnT>
                      <a:noFill/>
                    </a:lnT>
                    <a:lnB>
                      <a:noFill/>
                    </a:lnB>
                    <a:noFill/>
                  </a:tcPr>
                </a:tc>
                <a:tc>
                  <a:txBody>
                    <a:bodyPr/>
                    <a:lstStyle/>
                    <a:p>
                      <a:r>
                        <a:rPr lang="en-US"/>
                        <a:t>Low</a:t>
                      </a:r>
                    </a:p>
                  </a:txBody>
                  <a:tcPr anchor="ctr">
                    <a:lnL>
                      <a:noFill/>
                    </a:lnL>
                    <a:lnR>
                      <a:noFill/>
                    </a:lnR>
                    <a:lnT>
                      <a:noFill/>
                    </a:lnT>
                    <a:lnB>
                      <a:noFill/>
                    </a:lnB>
                    <a:noFill/>
                  </a:tcPr>
                </a:tc>
                <a:tc>
                  <a:txBody>
                    <a:bodyPr/>
                    <a:lstStyle/>
                    <a:p>
                      <a:r>
                        <a:rPr lang="en-US"/>
                        <a:t>High</a:t>
                      </a:r>
                    </a:p>
                  </a:txBody>
                  <a:tcPr anchor="ctr">
                    <a:lnL>
                      <a:noFill/>
                    </a:lnL>
                    <a:lnR>
                      <a:noFill/>
                    </a:lnR>
                    <a:lnT>
                      <a:noFill/>
                    </a:lnT>
                    <a:lnB>
                      <a:noFill/>
                    </a:lnB>
                    <a:noFill/>
                  </a:tcPr>
                </a:tc>
                <a:tc>
                  <a:txBody>
                    <a:bodyPr/>
                    <a:lstStyle/>
                    <a:p>
                      <a:r>
                        <a:rPr lang="en-US"/>
                        <a:t>Long</a:t>
                      </a:r>
                    </a:p>
                  </a:txBody>
                  <a:tcPr anchor="ctr">
                    <a:lnL>
                      <a:noFill/>
                    </a:lnL>
                    <a:lnR>
                      <a:noFill/>
                    </a:lnR>
                    <a:lnT>
                      <a:noFill/>
                    </a:lnT>
                    <a:lnB>
                      <a:noFill/>
                    </a:lnB>
                    <a:noFill/>
                  </a:tcPr>
                </a:tc>
                <a:tc>
                  <a:txBody>
                    <a:bodyPr/>
                    <a:lstStyle/>
                    <a:p>
                      <a:r>
                        <a:rPr lang="en-US"/>
                        <a:t>(Result 4)</a:t>
                      </a:r>
                    </a:p>
                  </a:txBody>
                  <a:tcPr anchor="ctr">
                    <a:lnL>
                      <a:noFill/>
                    </a:lnL>
                    <a:lnR>
                      <a:noFill/>
                    </a:lnR>
                    <a:lnT>
                      <a:noFill/>
                    </a:lnT>
                    <a:lnB>
                      <a:noFill/>
                    </a:lnB>
                    <a:noFill/>
                  </a:tcPr>
                </a:tc>
                <a:extLst>
                  <a:ext uri="{0D108BD9-81ED-4DB2-BD59-A6C34878D82A}">
                    <a16:rowId xmlns="" xmlns:a16="http://schemas.microsoft.com/office/drawing/2014/main" val="4167227983"/>
                  </a:ext>
                </a:extLst>
              </a:tr>
              <a:tr h="0">
                <a:tc>
                  <a:txBody>
                    <a:bodyPr/>
                    <a:lstStyle/>
                    <a:p>
                      <a:r>
                        <a:rPr lang="en-US"/>
                        <a:t>5</a:t>
                      </a:r>
                    </a:p>
                  </a:txBody>
                  <a:tcPr anchor="ctr">
                    <a:lnL>
                      <a:noFill/>
                    </a:lnL>
                    <a:lnR>
                      <a:noFill/>
                    </a:lnR>
                    <a:lnT>
                      <a:noFill/>
                    </a:lnT>
                    <a:lnB>
                      <a:noFill/>
                    </a:lnB>
                    <a:noFill/>
                  </a:tcPr>
                </a:tc>
                <a:tc>
                  <a:txBody>
                    <a:bodyPr/>
                    <a:lstStyle/>
                    <a:p>
                      <a:r>
                        <a:rPr lang="en-US"/>
                        <a:t>High</a:t>
                      </a:r>
                    </a:p>
                  </a:txBody>
                  <a:tcPr anchor="ctr">
                    <a:lnL>
                      <a:noFill/>
                    </a:lnL>
                    <a:lnR>
                      <a:noFill/>
                    </a:lnR>
                    <a:lnT>
                      <a:noFill/>
                    </a:lnT>
                    <a:lnB>
                      <a:noFill/>
                    </a:lnB>
                    <a:noFill/>
                  </a:tcPr>
                </a:tc>
                <a:tc>
                  <a:txBody>
                    <a:bodyPr/>
                    <a:lstStyle/>
                    <a:p>
                      <a:r>
                        <a:rPr lang="en-US"/>
                        <a:t>Low</a:t>
                      </a:r>
                    </a:p>
                  </a:txBody>
                  <a:tcPr anchor="ctr">
                    <a:lnL>
                      <a:noFill/>
                    </a:lnL>
                    <a:lnR>
                      <a:noFill/>
                    </a:lnR>
                    <a:lnT>
                      <a:noFill/>
                    </a:lnT>
                    <a:lnB>
                      <a:noFill/>
                    </a:lnB>
                    <a:noFill/>
                  </a:tcPr>
                </a:tc>
                <a:tc>
                  <a:txBody>
                    <a:bodyPr/>
                    <a:lstStyle/>
                    <a:p>
                      <a:r>
                        <a:rPr lang="en-US"/>
                        <a:t>Short</a:t>
                      </a:r>
                    </a:p>
                  </a:txBody>
                  <a:tcPr anchor="ctr">
                    <a:lnL>
                      <a:noFill/>
                    </a:lnL>
                    <a:lnR>
                      <a:noFill/>
                    </a:lnR>
                    <a:lnT>
                      <a:noFill/>
                    </a:lnT>
                    <a:lnB>
                      <a:noFill/>
                    </a:lnB>
                    <a:noFill/>
                  </a:tcPr>
                </a:tc>
                <a:tc>
                  <a:txBody>
                    <a:bodyPr/>
                    <a:lstStyle/>
                    <a:p>
                      <a:r>
                        <a:rPr lang="en-US"/>
                        <a:t>(Result 5)</a:t>
                      </a:r>
                    </a:p>
                  </a:txBody>
                  <a:tcPr anchor="ctr">
                    <a:lnL>
                      <a:noFill/>
                    </a:lnL>
                    <a:lnR>
                      <a:noFill/>
                    </a:lnR>
                    <a:lnT>
                      <a:noFill/>
                    </a:lnT>
                    <a:lnB>
                      <a:noFill/>
                    </a:lnB>
                    <a:noFill/>
                  </a:tcPr>
                </a:tc>
                <a:extLst>
                  <a:ext uri="{0D108BD9-81ED-4DB2-BD59-A6C34878D82A}">
                    <a16:rowId xmlns="" xmlns:a16="http://schemas.microsoft.com/office/drawing/2014/main" val="1258184404"/>
                  </a:ext>
                </a:extLst>
              </a:tr>
              <a:tr h="0">
                <a:tc>
                  <a:txBody>
                    <a:bodyPr/>
                    <a:lstStyle/>
                    <a:p>
                      <a:r>
                        <a:rPr lang="en-US"/>
                        <a:t>6</a:t>
                      </a:r>
                    </a:p>
                  </a:txBody>
                  <a:tcPr anchor="ctr">
                    <a:lnL>
                      <a:noFill/>
                    </a:lnL>
                    <a:lnR>
                      <a:noFill/>
                    </a:lnR>
                    <a:lnT>
                      <a:noFill/>
                    </a:lnT>
                    <a:lnB>
                      <a:noFill/>
                    </a:lnB>
                    <a:noFill/>
                  </a:tcPr>
                </a:tc>
                <a:tc>
                  <a:txBody>
                    <a:bodyPr/>
                    <a:lstStyle/>
                    <a:p>
                      <a:r>
                        <a:rPr lang="en-US"/>
                        <a:t>High</a:t>
                      </a:r>
                    </a:p>
                  </a:txBody>
                  <a:tcPr anchor="ctr">
                    <a:lnL>
                      <a:noFill/>
                    </a:lnL>
                    <a:lnR>
                      <a:noFill/>
                    </a:lnR>
                    <a:lnT>
                      <a:noFill/>
                    </a:lnT>
                    <a:lnB>
                      <a:noFill/>
                    </a:lnB>
                    <a:noFill/>
                  </a:tcPr>
                </a:tc>
                <a:tc>
                  <a:txBody>
                    <a:bodyPr/>
                    <a:lstStyle/>
                    <a:p>
                      <a:r>
                        <a:rPr lang="en-US" dirty="0"/>
                        <a:t>Low</a:t>
                      </a:r>
                    </a:p>
                  </a:txBody>
                  <a:tcPr anchor="ctr">
                    <a:lnL>
                      <a:noFill/>
                    </a:lnL>
                    <a:lnR>
                      <a:noFill/>
                    </a:lnR>
                    <a:lnT>
                      <a:noFill/>
                    </a:lnT>
                    <a:lnB>
                      <a:noFill/>
                    </a:lnB>
                    <a:noFill/>
                  </a:tcPr>
                </a:tc>
                <a:tc>
                  <a:txBody>
                    <a:bodyPr/>
                    <a:lstStyle/>
                    <a:p>
                      <a:r>
                        <a:rPr lang="en-US"/>
                        <a:t>Long</a:t>
                      </a:r>
                    </a:p>
                  </a:txBody>
                  <a:tcPr anchor="ctr">
                    <a:lnL>
                      <a:noFill/>
                    </a:lnL>
                    <a:lnR>
                      <a:noFill/>
                    </a:lnR>
                    <a:lnT>
                      <a:noFill/>
                    </a:lnT>
                    <a:lnB>
                      <a:noFill/>
                    </a:lnB>
                    <a:noFill/>
                  </a:tcPr>
                </a:tc>
                <a:tc>
                  <a:txBody>
                    <a:bodyPr/>
                    <a:lstStyle/>
                    <a:p>
                      <a:r>
                        <a:rPr lang="en-US"/>
                        <a:t>(Result 6)</a:t>
                      </a:r>
                    </a:p>
                  </a:txBody>
                  <a:tcPr anchor="ctr">
                    <a:lnL>
                      <a:noFill/>
                    </a:lnL>
                    <a:lnR>
                      <a:noFill/>
                    </a:lnR>
                    <a:lnT>
                      <a:noFill/>
                    </a:lnT>
                    <a:lnB>
                      <a:noFill/>
                    </a:lnB>
                    <a:noFill/>
                  </a:tcPr>
                </a:tc>
                <a:extLst>
                  <a:ext uri="{0D108BD9-81ED-4DB2-BD59-A6C34878D82A}">
                    <a16:rowId xmlns="" xmlns:a16="http://schemas.microsoft.com/office/drawing/2014/main" val="1703889726"/>
                  </a:ext>
                </a:extLst>
              </a:tr>
              <a:tr h="0">
                <a:tc>
                  <a:txBody>
                    <a:bodyPr/>
                    <a:lstStyle/>
                    <a:p>
                      <a:r>
                        <a:rPr lang="en-US"/>
                        <a:t>7</a:t>
                      </a:r>
                    </a:p>
                  </a:txBody>
                  <a:tcPr anchor="ctr">
                    <a:lnL>
                      <a:noFill/>
                    </a:lnL>
                    <a:lnR>
                      <a:noFill/>
                    </a:lnR>
                    <a:lnT>
                      <a:noFill/>
                    </a:lnT>
                    <a:lnB>
                      <a:noFill/>
                    </a:lnB>
                    <a:noFill/>
                  </a:tcPr>
                </a:tc>
                <a:tc>
                  <a:txBody>
                    <a:bodyPr/>
                    <a:lstStyle/>
                    <a:p>
                      <a:r>
                        <a:rPr lang="en-US"/>
                        <a:t>High</a:t>
                      </a:r>
                    </a:p>
                  </a:txBody>
                  <a:tcPr anchor="ctr">
                    <a:lnL>
                      <a:noFill/>
                    </a:lnL>
                    <a:lnR>
                      <a:noFill/>
                    </a:lnR>
                    <a:lnT>
                      <a:noFill/>
                    </a:lnT>
                    <a:lnB>
                      <a:noFill/>
                    </a:lnB>
                    <a:noFill/>
                  </a:tcPr>
                </a:tc>
                <a:tc>
                  <a:txBody>
                    <a:bodyPr/>
                    <a:lstStyle/>
                    <a:p>
                      <a:r>
                        <a:rPr lang="en-US" dirty="0"/>
                        <a:t>High</a:t>
                      </a:r>
                    </a:p>
                  </a:txBody>
                  <a:tcPr anchor="ctr">
                    <a:lnL>
                      <a:noFill/>
                    </a:lnL>
                    <a:lnR>
                      <a:noFill/>
                    </a:lnR>
                    <a:lnT>
                      <a:noFill/>
                    </a:lnT>
                    <a:lnB>
                      <a:noFill/>
                    </a:lnB>
                    <a:noFill/>
                  </a:tcPr>
                </a:tc>
                <a:tc>
                  <a:txBody>
                    <a:bodyPr/>
                    <a:lstStyle/>
                    <a:p>
                      <a:r>
                        <a:rPr lang="en-US"/>
                        <a:t>Short</a:t>
                      </a:r>
                    </a:p>
                  </a:txBody>
                  <a:tcPr anchor="ctr">
                    <a:lnL>
                      <a:noFill/>
                    </a:lnL>
                    <a:lnR>
                      <a:noFill/>
                    </a:lnR>
                    <a:lnT>
                      <a:noFill/>
                    </a:lnT>
                    <a:lnB>
                      <a:noFill/>
                    </a:lnB>
                    <a:noFill/>
                  </a:tcPr>
                </a:tc>
                <a:tc>
                  <a:txBody>
                    <a:bodyPr/>
                    <a:lstStyle/>
                    <a:p>
                      <a:r>
                        <a:rPr lang="en-US"/>
                        <a:t>(Result 7)</a:t>
                      </a:r>
                    </a:p>
                  </a:txBody>
                  <a:tcPr anchor="ctr">
                    <a:lnL>
                      <a:noFill/>
                    </a:lnL>
                    <a:lnR>
                      <a:noFill/>
                    </a:lnR>
                    <a:lnT>
                      <a:noFill/>
                    </a:lnT>
                    <a:lnB>
                      <a:noFill/>
                    </a:lnB>
                    <a:noFill/>
                  </a:tcPr>
                </a:tc>
                <a:extLst>
                  <a:ext uri="{0D108BD9-81ED-4DB2-BD59-A6C34878D82A}">
                    <a16:rowId xmlns="" xmlns:a16="http://schemas.microsoft.com/office/drawing/2014/main" val="1690651033"/>
                  </a:ext>
                </a:extLst>
              </a:tr>
              <a:tr h="0">
                <a:tc>
                  <a:txBody>
                    <a:bodyPr/>
                    <a:lstStyle/>
                    <a:p>
                      <a:r>
                        <a:rPr lang="en-US"/>
                        <a:t>8</a:t>
                      </a:r>
                    </a:p>
                  </a:txBody>
                  <a:tcPr anchor="ctr">
                    <a:lnL>
                      <a:noFill/>
                    </a:lnL>
                    <a:lnR>
                      <a:noFill/>
                    </a:lnR>
                    <a:lnT>
                      <a:noFill/>
                    </a:lnT>
                    <a:lnB>
                      <a:noFill/>
                    </a:lnB>
                    <a:noFill/>
                  </a:tcPr>
                </a:tc>
                <a:tc>
                  <a:txBody>
                    <a:bodyPr/>
                    <a:lstStyle/>
                    <a:p>
                      <a:r>
                        <a:rPr lang="en-US"/>
                        <a:t>High</a:t>
                      </a:r>
                    </a:p>
                  </a:txBody>
                  <a:tcPr anchor="ctr">
                    <a:lnL>
                      <a:noFill/>
                    </a:lnL>
                    <a:lnR>
                      <a:noFill/>
                    </a:lnR>
                    <a:lnT>
                      <a:noFill/>
                    </a:lnT>
                    <a:lnB>
                      <a:noFill/>
                    </a:lnB>
                    <a:noFill/>
                  </a:tcPr>
                </a:tc>
                <a:tc>
                  <a:txBody>
                    <a:bodyPr/>
                    <a:lstStyle/>
                    <a:p>
                      <a:r>
                        <a:rPr lang="en-US"/>
                        <a:t>High</a:t>
                      </a:r>
                    </a:p>
                  </a:txBody>
                  <a:tcPr anchor="ctr">
                    <a:lnL>
                      <a:noFill/>
                    </a:lnL>
                    <a:lnR>
                      <a:noFill/>
                    </a:lnR>
                    <a:lnT>
                      <a:noFill/>
                    </a:lnT>
                    <a:lnB>
                      <a:noFill/>
                    </a:lnB>
                    <a:noFill/>
                  </a:tcPr>
                </a:tc>
                <a:tc>
                  <a:txBody>
                    <a:bodyPr/>
                    <a:lstStyle/>
                    <a:p>
                      <a:r>
                        <a:rPr lang="en-US"/>
                        <a:t>Long</a:t>
                      </a:r>
                    </a:p>
                  </a:txBody>
                  <a:tcPr anchor="ctr">
                    <a:lnL>
                      <a:noFill/>
                    </a:lnL>
                    <a:lnR>
                      <a:noFill/>
                    </a:lnR>
                    <a:lnT>
                      <a:noFill/>
                    </a:lnT>
                    <a:lnB>
                      <a:noFill/>
                    </a:lnB>
                    <a:noFill/>
                  </a:tcPr>
                </a:tc>
                <a:tc>
                  <a:txBody>
                    <a:bodyPr/>
                    <a:lstStyle/>
                    <a:p>
                      <a:r>
                        <a:rPr lang="en-US" dirty="0"/>
                        <a:t>(Result 8)</a:t>
                      </a:r>
                    </a:p>
                  </a:txBody>
                  <a:tcPr anchor="ctr">
                    <a:lnL>
                      <a:noFill/>
                    </a:lnL>
                    <a:lnR>
                      <a:noFill/>
                    </a:lnR>
                    <a:lnT>
                      <a:noFill/>
                    </a:lnT>
                    <a:lnB>
                      <a:noFill/>
                    </a:lnB>
                    <a:noFill/>
                  </a:tcPr>
                </a:tc>
                <a:extLst>
                  <a:ext uri="{0D108BD9-81ED-4DB2-BD59-A6C34878D82A}">
                    <a16:rowId xmlns="" xmlns:a16="http://schemas.microsoft.com/office/drawing/2014/main" val="2700778589"/>
                  </a:ext>
                </a:extLst>
              </a:tr>
            </a:tbl>
          </a:graphicData>
        </a:graphic>
      </p:graphicFrame>
    </p:spTree>
    <p:extLst>
      <p:ext uri="{BB962C8B-B14F-4D97-AF65-F5344CB8AC3E}">
        <p14:creationId xmlns:p14="http://schemas.microsoft.com/office/powerpoint/2010/main" val="411346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52AF5B60-4C8B-C207-37A7-D06F83315A9D}"/>
              </a:ext>
            </a:extLst>
          </p:cNvPr>
          <p:cNvSpPr txBox="1"/>
          <p:nvPr/>
        </p:nvSpPr>
        <p:spPr>
          <a:xfrm>
            <a:off x="611560" y="404664"/>
            <a:ext cx="7776864" cy="5078313"/>
          </a:xfrm>
          <a:prstGeom prst="rect">
            <a:avLst/>
          </a:prstGeom>
          <a:noFill/>
        </p:spPr>
        <p:txBody>
          <a:bodyPr wrap="square">
            <a:spAutoFit/>
          </a:bodyPr>
          <a:lstStyle/>
          <a:p>
            <a:r>
              <a:rPr lang="en-US" sz="1800" b="1" dirty="0"/>
              <a:t>Analyzing the 2</a:t>
            </a:r>
            <a:r>
              <a:rPr lang="en-US" sz="1800" b="1" baseline="30000" dirty="0"/>
              <a:t>3</a:t>
            </a:r>
            <a:r>
              <a:rPr lang="en-US" sz="1800" b="1" dirty="0"/>
              <a:t> Design</a:t>
            </a:r>
          </a:p>
          <a:p>
            <a:endParaRPr lang="en-US" sz="1800" b="1" dirty="0"/>
          </a:p>
          <a:p>
            <a:r>
              <a:rPr lang="en-US" sz="1800" dirty="0"/>
              <a:t>With a 2</a:t>
            </a:r>
            <a:r>
              <a:rPr lang="en-US" sz="1800" baseline="30000" dirty="0"/>
              <a:t>3</a:t>
            </a:r>
            <a:r>
              <a:rPr lang="en-US" sz="1800" dirty="0"/>
              <a:t> design, we can analyze:</a:t>
            </a:r>
          </a:p>
          <a:p>
            <a:endParaRPr lang="en-US" sz="1800" dirty="0"/>
          </a:p>
          <a:p>
            <a:pPr>
              <a:buFont typeface="+mj-lt"/>
              <a:buAutoNum type="arabicPeriod"/>
            </a:pPr>
            <a:r>
              <a:rPr lang="en-US" sz="1800" b="1" dirty="0"/>
              <a:t>Main effects</a:t>
            </a:r>
            <a:r>
              <a:rPr lang="en-US" sz="1800" dirty="0"/>
              <a:t>: The individual impact of Temperature, Pressure, and Time.</a:t>
            </a:r>
          </a:p>
          <a:p>
            <a:pPr>
              <a:buFont typeface="+mj-lt"/>
              <a:buAutoNum type="arabicPeriod"/>
            </a:pPr>
            <a:endParaRPr lang="en-US" sz="1800" dirty="0"/>
          </a:p>
          <a:p>
            <a:pPr>
              <a:buFont typeface="+mj-lt"/>
              <a:buAutoNum type="arabicPeriod"/>
            </a:pPr>
            <a:r>
              <a:rPr lang="en-US" sz="1800" b="1" dirty="0"/>
              <a:t>Two-way interactions</a:t>
            </a:r>
            <a:r>
              <a:rPr lang="en-US" sz="1800" dirty="0"/>
              <a:t>: How each pair of factors interacts (e.g., Temperature * Pressure, Temperature * Time, Pressure * Time).</a:t>
            </a:r>
          </a:p>
          <a:p>
            <a:pPr>
              <a:buFont typeface="+mj-lt"/>
              <a:buAutoNum type="arabicPeriod"/>
            </a:pPr>
            <a:endParaRPr lang="en-US" sz="1800" dirty="0"/>
          </a:p>
          <a:p>
            <a:pPr>
              <a:buFont typeface="+mj-lt"/>
              <a:buAutoNum type="arabicPeriod"/>
            </a:pPr>
            <a:r>
              <a:rPr lang="en-US" sz="1800" b="1" dirty="0"/>
              <a:t>Three-way interaction</a:t>
            </a:r>
            <a:r>
              <a:rPr lang="en-US" sz="1800" dirty="0"/>
              <a:t>: How all three factors together impact the outcome (Temperature * Pressure * Time).</a:t>
            </a:r>
          </a:p>
          <a:p>
            <a:pPr>
              <a:buFont typeface="+mj-lt"/>
              <a:buAutoNum type="arabicPeriod"/>
            </a:pPr>
            <a:endParaRPr lang="en-US" sz="1800" dirty="0"/>
          </a:p>
          <a:p>
            <a:r>
              <a:rPr lang="en-US" sz="1800" dirty="0"/>
              <a:t>This setup allows for a detailed analysis of both individual and combined effects of the factors on the outcome. </a:t>
            </a:r>
          </a:p>
          <a:p>
            <a:endParaRPr lang="en-US" sz="1800" dirty="0"/>
          </a:p>
          <a:p>
            <a:r>
              <a:rPr lang="en-US" sz="1800" dirty="0"/>
              <a:t>You would typically use statistical tools, such as ANOVA, to interpret these effects and determine if they are statistically significant.</a:t>
            </a:r>
          </a:p>
        </p:txBody>
      </p:sp>
    </p:spTree>
    <p:extLst>
      <p:ext uri="{BB962C8B-B14F-4D97-AF65-F5344CB8AC3E}">
        <p14:creationId xmlns:p14="http://schemas.microsoft.com/office/powerpoint/2010/main" val="380296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606749"/>
            <a:ext cx="7762143" cy="824029"/>
          </a:xfrm>
        </p:spPr>
        <p:txBody>
          <a:bodyPr/>
          <a:lstStyle/>
          <a:p>
            <a:r>
              <a:rPr lang="en-IN" dirty="0"/>
              <a:t>Taguchi Method</a:t>
            </a:r>
          </a:p>
        </p:txBody>
      </p:sp>
      <p:sp>
        <p:nvSpPr>
          <p:cNvPr id="3" name="Content Placeholder 2"/>
          <p:cNvSpPr>
            <a:spLocks noGrp="1"/>
          </p:cNvSpPr>
          <p:nvPr>
            <p:ph idx="1"/>
          </p:nvPr>
        </p:nvSpPr>
        <p:spPr>
          <a:xfrm>
            <a:off x="454999" y="1556793"/>
            <a:ext cx="5197121" cy="3870430"/>
          </a:xfrm>
        </p:spPr>
        <p:txBody>
          <a:bodyPr/>
          <a:lstStyle/>
          <a:p>
            <a:pPr algn="just" eaLnBrk="1" latinLnBrk="0">
              <a:lnSpc>
                <a:spcPct val="150000"/>
              </a:lnSpc>
            </a:pPr>
            <a:r>
              <a:rPr lang="en-US" sz="1800" b="1" dirty="0">
                <a:latin typeface="Arial" panose="020B0604020202020204" pitchFamily="34" charset="0"/>
                <a:ea typeface="Verdana" panose="020B0604030504040204" pitchFamily="34" charset="0"/>
                <a:cs typeface="Arial" panose="020B0604020202020204" pitchFamily="34" charset="0"/>
              </a:rPr>
              <a:t>Robust Design method</a:t>
            </a:r>
            <a:r>
              <a:rPr lang="en-US" sz="1800" dirty="0">
                <a:latin typeface="Arial" panose="020B0604020202020204" pitchFamily="34" charset="0"/>
                <a:ea typeface="Verdana" panose="020B0604030504040204" pitchFamily="34" charset="0"/>
                <a:cs typeface="Arial" panose="020B0604020202020204" pitchFamily="34" charset="0"/>
              </a:rPr>
              <a:t>, also called the </a:t>
            </a:r>
            <a:r>
              <a:rPr lang="en-US" sz="1800" b="1" dirty="0">
                <a:latin typeface="Arial" panose="020B0604020202020204" pitchFamily="34" charset="0"/>
                <a:ea typeface="Verdana" panose="020B0604030504040204" pitchFamily="34" charset="0"/>
                <a:cs typeface="Arial" panose="020B0604020202020204" pitchFamily="34" charset="0"/>
              </a:rPr>
              <a:t>Taguchi Method</a:t>
            </a:r>
            <a:r>
              <a:rPr lang="en-US" sz="1800" dirty="0">
                <a:latin typeface="Arial" panose="020B0604020202020204" pitchFamily="34" charset="0"/>
                <a:ea typeface="Verdana" panose="020B0604030504040204" pitchFamily="34" charset="0"/>
                <a:cs typeface="Arial" panose="020B0604020202020204" pitchFamily="34" charset="0"/>
              </a:rPr>
              <a:t>, pioneered by  </a:t>
            </a:r>
            <a:r>
              <a:rPr lang="en-US" sz="1800" b="1" dirty="0">
                <a:solidFill>
                  <a:srgbClr val="FF0000"/>
                </a:solidFill>
                <a:latin typeface="Arial" panose="020B0604020202020204" pitchFamily="34" charset="0"/>
                <a:ea typeface="Verdana" panose="020B0604030504040204" pitchFamily="34" charset="0"/>
                <a:cs typeface="Arial" panose="020B0604020202020204" pitchFamily="34" charset="0"/>
              </a:rPr>
              <a:t>Dr. Genichi Taguchi</a:t>
            </a:r>
            <a:r>
              <a:rPr lang="en-US" sz="1800" dirty="0">
                <a:latin typeface="Arial" panose="020B0604020202020204" pitchFamily="34" charset="0"/>
                <a:ea typeface="Verdana" panose="020B0604030504040204" pitchFamily="34" charset="0"/>
                <a:cs typeface="Arial" panose="020B0604020202020204" pitchFamily="34" charset="0"/>
              </a:rPr>
              <a:t>, greatly improves engineering productivity. </a:t>
            </a:r>
          </a:p>
          <a:p>
            <a:pPr algn="just" eaLnBrk="1" latinLnBrk="0">
              <a:lnSpc>
                <a:spcPct val="150000"/>
              </a:lnSpc>
            </a:pPr>
            <a:r>
              <a:rPr lang="en-US" sz="1800" b="1" dirty="0">
                <a:latin typeface="Arial" panose="020B0604020202020204" pitchFamily="34" charset="0"/>
                <a:cs typeface="Arial" panose="020B0604020202020204" pitchFamily="34" charset="0"/>
              </a:rPr>
              <a:t>Genichi Taguchi </a:t>
            </a:r>
            <a:r>
              <a:rPr lang="en-US" sz="1800" dirty="0">
                <a:latin typeface="Arial" panose="020B0604020202020204" pitchFamily="34" charset="0"/>
                <a:cs typeface="Arial" panose="020B0604020202020204" pitchFamily="34" charset="0"/>
              </a:rPr>
              <a:t>(1 January 1924 – 2 June 2012) was a statistician and engineer. He obtained his Ph.D. in Statistics and Mathematics Science at Kyushu University </a:t>
            </a:r>
            <a:r>
              <a:rPr lang="en-US" sz="1800" dirty="0" err="1">
                <a:latin typeface="Arial" panose="020B0604020202020204" pitchFamily="34" charset="0"/>
                <a:cs typeface="Arial" panose="020B0604020202020204" pitchFamily="34" charset="0"/>
              </a:rPr>
              <a:t>University</a:t>
            </a:r>
            <a:r>
              <a:rPr lang="en-US" sz="1800" dirty="0">
                <a:latin typeface="Arial" panose="020B0604020202020204" pitchFamily="34" charset="0"/>
                <a:cs typeface="Arial" panose="020B0604020202020204" pitchFamily="34" charset="0"/>
              </a:rPr>
              <a:t>, Japan in 1962. </a:t>
            </a:r>
          </a:p>
          <a:p>
            <a:pPr algn="just" eaLnBrk="1" latinLnBrk="0">
              <a:lnSpc>
                <a:spcPct val="150000"/>
              </a:lnSpc>
            </a:pPr>
            <a:endParaRPr lang="en-US" sz="1800" dirty="0">
              <a:latin typeface="Arial" panose="020B0604020202020204" pitchFamily="34" charset="0"/>
              <a:ea typeface="Verdana" panose="020B0604030504040204" pitchFamily="34" charset="0"/>
              <a:cs typeface="Arial" panose="020B0604020202020204" pitchFamily="34" charset="0"/>
            </a:endParaRPr>
          </a:p>
        </p:txBody>
      </p:sp>
      <p:pic>
        <p:nvPicPr>
          <p:cNvPr id="4" name="Picture 3"/>
          <p:cNvPicPr>
            <a:picLocks noChangeAspect="1"/>
          </p:cNvPicPr>
          <p:nvPr/>
        </p:nvPicPr>
        <p:blipFill>
          <a:blip r:embed="rId3"/>
          <a:stretch>
            <a:fillRect/>
          </a:stretch>
        </p:blipFill>
        <p:spPr>
          <a:xfrm>
            <a:off x="6264188" y="1880828"/>
            <a:ext cx="2275813" cy="3024336"/>
          </a:xfrm>
          <a:prstGeom prst="rect">
            <a:avLst/>
          </a:prstGeom>
        </p:spPr>
      </p:pic>
    </p:spTree>
    <p:extLst>
      <p:ext uri="{BB962C8B-B14F-4D97-AF65-F5344CB8AC3E}">
        <p14:creationId xmlns:p14="http://schemas.microsoft.com/office/powerpoint/2010/main" val="41711052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222" y="194734"/>
            <a:ext cx="7762143" cy="824029"/>
          </a:xfrm>
        </p:spPr>
        <p:txBody>
          <a:bodyPr/>
          <a:lstStyle/>
          <a:p>
            <a:r>
              <a:rPr lang="en-IN" dirty="0"/>
              <a:t>Taguchi Method</a:t>
            </a:r>
          </a:p>
        </p:txBody>
      </p:sp>
      <p:sp>
        <p:nvSpPr>
          <p:cNvPr id="3" name="Content Placeholder 2"/>
          <p:cNvSpPr>
            <a:spLocks noGrp="1"/>
          </p:cNvSpPr>
          <p:nvPr>
            <p:ph idx="1"/>
          </p:nvPr>
        </p:nvSpPr>
        <p:spPr>
          <a:xfrm>
            <a:off x="309894" y="855731"/>
            <a:ext cx="8365473" cy="3149334"/>
          </a:xfrm>
        </p:spPr>
        <p:txBody>
          <a:bodyPr/>
          <a:lstStyle/>
          <a:p>
            <a:pPr algn="just"/>
            <a:r>
              <a:rPr lang="en-US" sz="1800" dirty="0">
                <a:latin typeface="Times New Roman" panose="02020603050405020304" pitchFamily="18" charset="0"/>
                <a:cs typeface="Times New Roman" panose="02020603050405020304" pitchFamily="18" charset="0"/>
              </a:rPr>
              <a:t>The Taguchi Methodology is a design of experiments (DOE) technique that focuses on optimizing process parameters and improving quality by minimizing the effect of uncontrollable variations (noise).</a:t>
            </a:r>
          </a:p>
          <a:p>
            <a:pPr algn="just"/>
            <a:r>
              <a:rPr lang="en-US" sz="1800" dirty="0">
                <a:latin typeface="Times New Roman" panose="02020603050405020304" pitchFamily="18" charset="0"/>
                <a:cs typeface="Times New Roman" panose="02020603050405020304" pitchFamily="18" charset="0"/>
              </a:rPr>
              <a:t>It’s widely used in engineering, manufacturing, and research to achieve consistent performance at low cost</a:t>
            </a:r>
            <a:r>
              <a:rPr lang="en-US" sz="1800" dirty="0" smtClean="0">
                <a:latin typeface="Times New Roman" panose="02020603050405020304" pitchFamily="18" charset="0"/>
                <a:cs typeface="Times New Roman" panose="02020603050405020304" pitchFamily="18" charset="0"/>
              </a:rPr>
              <a:t>.</a:t>
            </a:r>
          </a:p>
          <a:p>
            <a:pPr marL="0" indent="0">
              <a:buNone/>
            </a:pPr>
            <a:r>
              <a:rPr lang="en-US" sz="1800" b="1" dirty="0" smtClean="0">
                <a:latin typeface="Times New Roman" panose="02020603050405020304" pitchFamily="18" charset="0"/>
                <a:cs typeface="Times New Roman" panose="02020603050405020304" pitchFamily="18" charset="0"/>
              </a:rPr>
              <a:t>Objectives</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Improve product or process quality and reliability</a:t>
            </a:r>
          </a:p>
          <a:p>
            <a:pPr algn="just"/>
            <a:r>
              <a:rPr lang="en-US" sz="1800" dirty="0">
                <a:latin typeface="Times New Roman" panose="02020603050405020304" pitchFamily="18" charset="0"/>
                <a:cs typeface="Times New Roman" panose="02020603050405020304" pitchFamily="18" charset="0"/>
              </a:rPr>
              <a:t>Identify optimal parameter settings with minimum experimentation</a:t>
            </a:r>
          </a:p>
          <a:p>
            <a:pPr algn="just"/>
            <a:r>
              <a:rPr lang="en-US" sz="1800" dirty="0">
                <a:latin typeface="Times New Roman" panose="02020603050405020304" pitchFamily="18" charset="0"/>
                <a:cs typeface="Times New Roman" panose="02020603050405020304" pitchFamily="18" charset="0"/>
              </a:rPr>
              <a:t>Reduce variation (noise) and waste</a:t>
            </a:r>
          </a:p>
          <a:p>
            <a:pPr algn="just"/>
            <a:r>
              <a:rPr lang="en-US" sz="1800" dirty="0">
                <a:latin typeface="Times New Roman" panose="02020603050405020304" pitchFamily="18" charset="0"/>
                <a:cs typeface="Times New Roman" panose="02020603050405020304" pitchFamily="18" charset="0"/>
              </a:rPr>
              <a:t>Enhance robustness of the </a:t>
            </a:r>
            <a:r>
              <a:rPr lang="en-US" sz="1800" dirty="0" smtClean="0">
                <a:latin typeface="Times New Roman" panose="02020603050405020304" pitchFamily="18" charset="0"/>
                <a:cs typeface="Times New Roman" panose="02020603050405020304" pitchFamily="18" charset="0"/>
              </a:rPr>
              <a:t>design</a:t>
            </a:r>
            <a:endParaRPr lang="en-US" sz="1800" dirty="0">
              <a:latin typeface="Times New Roman" panose="02020603050405020304" pitchFamily="18" charset="0"/>
              <a:cs typeface="Times New Roman" panose="02020603050405020304" pitchFamily="18" charset="0"/>
            </a:endParaRPr>
          </a:p>
          <a:p>
            <a:pPr algn="just" eaLnBrk="1" latinLnBrk="0">
              <a:lnSpc>
                <a:spcPct val="150000"/>
              </a:lnSpc>
            </a:pPr>
            <a:endParaRPr lang="en-US" sz="1800"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5" name="Rectangle 4"/>
          <p:cNvSpPr/>
          <p:nvPr/>
        </p:nvSpPr>
        <p:spPr>
          <a:xfrm>
            <a:off x="309894" y="4221088"/>
            <a:ext cx="8504140" cy="1600438"/>
          </a:xfrm>
          <a:prstGeom prst="rect">
            <a:avLst/>
          </a:prstGeom>
        </p:spPr>
        <p:txBody>
          <a:bodyPr wrap="square">
            <a:spAutoFit/>
          </a:bodyPr>
          <a:lstStyle/>
          <a:p>
            <a:r>
              <a:rPr lang="en-US" sz="1800" b="1" dirty="0">
                <a:latin typeface="Times New Roman" panose="02020603050405020304" pitchFamily="18" charset="0"/>
                <a:cs typeface="Times New Roman" panose="02020603050405020304" pitchFamily="18" charset="0"/>
              </a:rPr>
              <a:t>Applications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Manufacturing process optimization (casting, machining, welding)</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Electrical &amp; electronic design (power converters, circuits)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Quality control and reliability engineering</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Product and material design</a:t>
            </a:r>
          </a:p>
        </p:txBody>
      </p:sp>
    </p:spTree>
    <p:extLst>
      <p:ext uri="{BB962C8B-B14F-4D97-AF65-F5344CB8AC3E}">
        <p14:creationId xmlns:p14="http://schemas.microsoft.com/office/powerpoint/2010/main" val="953817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606749"/>
            <a:ext cx="7762143" cy="824029"/>
          </a:xfrm>
        </p:spPr>
        <p:txBody>
          <a:bodyPr/>
          <a:lstStyle/>
          <a:p>
            <a:r>
              <a:rPr lang="en-IN" dirty="0"/>
              <a:t>Taguchi Method</a:t>
            </a:r>
          </a:p>
        </p:txBody>
      </p:sp>
      <p:sp>
        <p:nvSpPr>
          <p:cNvPr id="3" name="Content Placeholder 2"/>
          <p:cNvSpPr>
            <a:spLocks noGrp="1"/>
          </p:cNvSpPr>
          <p:nvPr>
            <p:ph idx="1"/>
          </p:nvPr>
        </p:nvSpPr>
        <p:spPr>
          <a:xfrm>
            <a:off x="309894" y="1232756"/>
            <a:ext cx="8365473" cy="4176463"/>
          </a:xfrm>
        </p:spPr>
        <p:txBody>
          <a:bodyPr/>
          <a:lstStyle/>
          <a:p>
            <a:endParaRPr lang="en-US" sz="1800" dirty="0"/>
          </a:p>
          <a:p>
            <a:pPr algn="just" eaLnBrk="1" latinLnBrk="0">
              <a:lnSpc>
                <a:spcPct val="150000"/>
              </a:lnSpc>
            </a:pPr>
            <a:endParaRPr lang="en-US" sz="1800" dirty="0">
              <a:latin typeface="Arial" panose="020B0604020202020204" pitchFamily="34" charset="0"/>
              <a:ea typeface="Verdana" panose="020B060403050404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243121081"/>
              </p:ext>
            </p:extLst>
          </p:nvPr>
        </p:nvGraphicFramePr>
        <p:xfrm>
          <a:off x="309894" y="1430778"/>
          <a:ext cx="7886700" cy="2988310"/>
        </p:xfrm>
        <a:graphic>
          <a:graphicData uri="http://schemas.openxmlformats.org/drawingml/2006/table">
            <a:tbl>
              <a:tblPr/>
              <a:tblGrid>
                <a:gridCol w="3943350"/>
                <a:gridCol w="3943350"/>
              </a:tblGrid>
              <a:tr h="0">
                <a:tc>
                  <a:txBody>
                    <a:bodyPr/>
                    <a:lstStyle/>
                    <a:p>
                      <a:r>
                        <a:rPr lang="en-US"/>
                        <a:t>Concept</a:t>
                      </a:r>
                    </a:p>
                  </a:txBody>
                  <a:tcPr anchor="ctr">
                    <a:lnL>
                      <a:noFill/>
                    </a:lnL>
                    <a:lnR>
                      <a:noFill/>
                    </a:lnR>
                    <a:lnT>
                      <a:noFill/>
                    </a:lnT>
                    <a:lnB>
                      <a:noFill/>
                    </a:lnB>
                  </a:tcPr>
                </a:tc>
                <a:tc>
                  <a:txBody>
                    <a:bodyPr/>
                    <a:lstStyle/>
                    <a:p>
                      <a:r>
                        <a:rPr lang="en-US"/>
                        <a:t>Description</a:t>
                      </a:r>
                    </a:p>
                  </a:txBody>
                  <a:tcPr anchor="ctr">
                    <a:lnL>
                      <a:noFill/>
                    </a:lnL>
                    <a:lnR>
                      <a:noFill/>
                    </a:lnR>
                    <a:lnT>
                      <a:noFill/>
                    </a:lnT>
                    <a:lnB>
                      <a:noFill/>
                    </a:lnB>
                  </a:tcPr>
                </a:tc>
              </a:tr>
              <a:tr h="0">
                <a:tc>
                  <a:txBody>
                    <a:bodyPr/>
                    <a:lstStyle/>
                    <a:p>
                      <a:r>
                        <a:rPr lang="en-US" b="1"/>
                        <a:t>Control Factors</a:t>
                      </a:r>
                      <a:endParaRPr lang="en-US"/>
                    </a:p>
                  </a:txBody>
                  <a:tcPr anchor="ctr">
                    <a:lnL>
                      <a:noFill/>
                    </a:lnL>
                    <a:lnR>
                      <a:noFill/>
                    </a:lnR>
                    <a:lnT>
                      <a:noFill/>
                    </a:lnT>
                    <a:lnB>
                      <a:noFill/>
                    </a:lnB>
                  </a:tcPr>
                </a:tc>
                <a:tc>
                  <a:txBody>
                    <a:bodyPr/>
                    <a:lstStyle/>
                    <a:p>
                      <a:r>
                        <a:rPr lang="en-US"/>
                        <a:t>Process parameters that can be adjusted (e.g., voltage, pressure, speed).</a:t>
                      </a:r>
                    </a:p>
                  </a:txBody>
                  <a:tcPr anchor="ctr">
                    <a:lnL>
                      <a:noFill/>
                    </a:lnL>
                    <a:lnR>
                      <a:noFill/>
                    </a:lnR>
                    <a:lnT>
                      <a:noFill/>
                    </a:lnT>
                    <a:lnB>
                      <a:noFill/>
                    </a:lnB>
                  </a:tcPr>
                </a:tc>
              </a:tr>
              <a:tr h="0">
                <a:tc>
                  <a:txBody>
                    <a:bodyPr/>
                    <a:lstStyle/>
                    <a:p>
                      <a:r>
                        <a:rPr lang="en-US" b="1"/>
                        <a:t>Noise Factors</a:t>
                      </a:r>
                      <a:endParaRPr lang="en-US"/>
                    </a:p>
                  </a:txBody>
                  <a:tcPr anchor="ctr">
                    <a:lnL>
                      <a:noFill/>
                    </a:lnL>
                    <a:lnR>
                      <a:noFill/>
                    </a:lnR>
                    <a:lnT>
                      <a:noFill/>
                    </a:lnT>
                    <a:lnB>
                      <a:noFill/>
                    </a:lnB>
                  </a:tcPr>
                </a:tc>
                <a:tc>
                  <a:txBody>
                    <a:bodyPr/>
                    <a:lstStyle/>
                    <a:p>
                      <a:r>
                        <a:rPr lang="en-US"/>
                        <a:t>Uncontrollable variables that cause variation (e.g., temperature, humidity).</a:t>
                      </a:r>
                    </a:p>
                  </a:txBody>
                  <a:tcPr anchor="ctr">
                    <a:lnL>
                      <a:noFill/>
                    </a:lnL>
                    <a:lnR>
                      <a:noFill/>
                    </a:lnR>
                    <a:lnT>
                      <a:noFill/>
                    </a:lnT>
                    <a:lnB>
                      <a:noFill/>
                    </a:lnB>
                  </a:tcPr>
                </a:tc>
              </a:tr>
              <a:tr h="0">
                <a:tc>
                  <a:txBody>
                    <a:bodyPr/>
                    <a:lstStyle/>
                    <a:p>
                      <a:r>
                        <a:rPr lang="en-US" b="1"/>
                        <a:t>Signal-to-Noise (S/N) Ratio</a:t>
                      </a:r>
                      <a:endParaRPr lang="en-US"/>
                    </a:p>
                  </a:txBody>
                  <a:tcPr anchor="ctr">
                    <a:lnL>
                      <a:noFill/>
                    </a:lnL>
                    <a:lnR>
                      <a:noFill/>
                    </a:lnR>
                    <a:lnT>
                      <a:noFill/>
                    </a:lnT>
                    <a:lnB>
                      <a:noFill/>
                    </a:lnB>
                  </a:tcPr>
                </a:tc>
                <a:tc>
                  <a:txBody>
                    <a:bodyPr/>
                    <a:lstStyle/>
                    <a:p>
                      <a:r>
                        <a:rPr lang="en-US"/>
                        <a:t>Measure used to identify parameter settings that minimize variability.</a:t>
                      </a:r>
                    </a:p>
                  </a:txBody>
                  <a:tcPr anchor="ctr">
                    <a:lnL>
                      <a:noFill/>
                    </a:lnL>
                    <a:lnR>
                      <a:noFill/>
                    </a:lnR>
                    <a:lnT>
                      <a:noFill/>
                    </a:lnT>
                    <a:lnB>
                      <a:noFill/>
                    </a:lnB>
                  </a:tcPr>
                </a:tc>
              </a:tr>
              <a:tr h="0">
                <a:tc>
                  <a:txBody>
                    <a:bodyPr/>
                    <a:lstStyle/>
                    <a:p>
                      <a:r>
                        <a:rPr lang="en-US" b="1"/>
                        <a:t>Orthogonal Arrays (OAs)</a:t>
                      </a:r>
                      <a:endParaRPr lang="en-US"/>
                    </a:p>
                  </a:txBody>
                  <a:tcPr anchor="ctr">
                    <a:lnL>
                      <a:noFill/>
                    </a:lnL>
                    <a:lnR>
                      <a:noFill/>
                    </a:lnR>
                    <a:lnT>
                      <a:noFill/>
                    </a:lnT>
                    <a:lnB>
                      <a:noFill/>
                    </a:lnB>
                  </a:tcPr>
                </a:tc>
                <a:tc>
                  <a:txBody>
                    <a:bodyPr/>
                    <a:lstStyle/>
                    <a:p>
                      <a:r>
                        <a:rPr lang="en-US" dirty="0"/>
                        <a:t>Structured experimental designs that reduce the number of trials while covering all factor combinations efficiently.</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656751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606749"/>
            <a:ext cx="7762143" cy="824029"/>
          </a:xfrm>
        </p:spPr>
        <p:txBody>
          <a:bodyPr/>
          <a:lstStyle/>
          <a:p>
            <a:r>
              <a:rPr lang="en-IN" dirty="0"/>
              <a:t>Taguchi Method</a:t>
            </a:r>
          </a:p>
        </p:txBody>
      </p:sp>
      <p:sp>
        <p:nvSpPr>
          <p:cNvPr id="3" name="Content Placeholder 2"/>
          <p:cNvSpPr>
            <a:spLocks noGrp="1"/>
          </p:cNvSpPr>
          <p:nvPr>
            <p:ph idx="1"/>
          </p:nvPr>
        </p:nvSpPr>
        <p:spPr>
          <a:xfrm>
            <a:off x="309894" y="1232756"/>
            <a:ext cx="8365473" cy="4176463"/>
          </a:xfrm>
        </p:spPr>
        <p:txBody>
          <a:bodyPr/>
          <a:lstStyle/>
          <a:p>
            <a:endParaRPr lang="en-US" sz="1800" dirty="0"/>
          </a:p>
          <a:p>
            <a:pPr algn="just" eaLnBrk="1" latinLnBrk="0">
              <a:lnSpc>
                <a:spcPct val="150000"/>
              </a:lnSpc>
            </a:pPr>
            <a:endParaRPr lang="en-US" sz="1800" dirty="0">
              <a:latin typeface="Arial" panose="020B0604020202020204" pitchFamily="34" charset="0"/>
              <a:ea typeface="Verdana" panose="020B0604030504040204" pitchFamily="34" charset="0"/>
              <a:cs typeface="Arial" panose="020B0604020202020204" pitchFamily="34" charset="0"/>
            </a:endParaRPr>
          </a:p>
        </p:txBody>
      </p:sp>
      <p:sp>
        <p:nvSpPr>
          <p:cNvPr id="6" name="Rectangle 5"/>
          <p:cNvSpPr/>
          <p:nvPr/>
        </p:nvSpPr>
        <p:spPr>
          <a:xfrm>
            <a:off x="309893" y="1430778"/>
            <a:ext cx="8063809" cy="5016758"/>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Steps in Taguchi </a:t>
            </a:r>
            <a:r>
              <a:rPr lang="en-US" sz="2000" b="1" dirty="0" smtClean="0">
                <a:latin typeface="Times New Roman" panose="02020603050405020304" pitchFamily="18" charset="0"/>
                <a:cs typeface="Times New Roman" panose="02020603050405020304" pitchFamily="18" charset="0"/>
              </a:rPr>
              <a:t>Methodology</a:t>
            </a:r>
          </a:p>
          <a:p>
            <a:pPr>
              <a:lnSpc>
                <a:spcPct val="150000"/>
              </a:lnSpc>
            </a:pPr>
            <a:endParaRPr lang="en-US" sz="2000" b="1" dirty="0">
              <a:latin typeface="Times New Roman" panose="02020603050405020304" pitchFamily="18" charset="0"/>
              <a:cs typeface="Times New Roman" panose="02020603050405020304" pitchFamily="18" charset="0"/>
            </a:endParaRPr>
          </a:p>
          <a:p>
            <a:pPr>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Identify the objective – e.g., maximize efficiency, minimize defects.</a:t>
            </a:r>
          </a:p>
          <a:p>
            <a:pPr>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Select the output response (performance measure).</a:t>
            </a:r>
          </a:p>
          <a:p>
            <a:pPr>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Determine control and noise factors.</a:t>
            </a:r>
          </a:p>
          <a:p>
            <a:pPr>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Choose an appropriate Orthogonal Array (OA) – e.g., L9, L16, L27 depending on factors and levels.</a:t>
            </a:r>
          </a:p>
          <a:p>
            <a:pPr>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Conduct experiments according to the OA.</a:t>
            </a:r>
          </a:p>
          <a:p>
            <a:pPr>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Calculate the S/N ratio for each trial.</a:t>
            </a:r>
          </a:p>
          <a:p>
            <a:pPr>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Analyze results using main effect plots or ANOVA.</a:t>
            </a:r>
          </a:p>
          <a:p>
            <a:pPr>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Select optimal parameters and perform confirmation tests.</a:t>
            </a:r>
          </a:p>
        </p:txBody>
      </p:sp>
    </p:spTree>
    <p:extLst>
      <p:ext uri="{BB962C8B-B14F-4D97-AF65-F5344CB8AC3E}">
        <p14:creationId xmlns:p14="http://schemas.microsoft.com/office/powerpoint/2010/main" val="1674046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606749"/>
            <a:ext cx="7762143" cy="824029"/>
          </a:xfrm>
        </p:spPr>
        <p:txBody>
          <a:bodyPr/>
          <a:lstStyle/>
          <a:p>
            <a:r>
              <a:rPr lang="en-IN" dirty="0"/>
              <a:t>Taguchi Method</a:t>
            </a:r>
          </a:p>
        </p:txBody>
      </p:sp>
      <p:sp>
        <p:nvSpPr>
          <p:cNvPr id="3" name="Content Placeholder 2"/>
          <p:cNvSpPr>
            <a:spLocks noGrp="1"/>
          </p:cNvSpPr>
          <p:nvPr>
            <p:ph idx="1"/>
          </p:nvPr>
        </p:nvSpPr>
        <p:spPr>
          <a:xfrm>
            <a:off x="309894" y="1232756"/>
            <a:ext cx="8365473" cy="4176463"/>
          </a:xfrm>
        </p:spPr>
        <p:txBody>
          <a:bodyPr/>
          <a:lstStyle/>
          <a:p>
            <a:endParaRPr lang="en-US" sz="1800" dirty="0"/>
          </a:p>
          <a:p>
            <a:pPr algn="just" eaLnBrk="1" latinLnBrk="0">
              <a:lnSpc>
                <a:spcPct val="150000"/>
              </a:lnSpc>
            </a:pPr>
            <a:endParaRPr lang="en-US" sz="1800" dirty="0">
              <a:latin typeface="Arial" panose="020B0604020202020204" pitchFamily="34" charset="0"/>
              <a:ea typeface="Verdana" panose="020B060403050404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159773097"/>
              </p:ext>
            </p:extLst>
          </p:nvPr>
        </p:nvGraphicFramePr>
        <p:xfrm>
          <a:off x="487003" y="1592796"/>
          <a:ext cx="7886700" cy="2137537"/>
        </p:xfrm>
        <a:graphic>
          <a:graphicData uri="http://schemas.openxmlformats.org/drawingml/2006/table">
            <a:tbl>
              <a:tblPr/>
              <a:tblGrid>
                <a:gridCol w="2628900"/>
                <a:gridCol w="2628900"/>
                <a:gridCol w="2628900"/>
              </a:tblGrid>
              <a:tr h="0">
                <a:tc>
                  <a:txBody>
                    <a:bodyPr/>
                    <a:lstStyle/>
                    <a:p>
                      <a:r>
                        <a:rPr lang="en-US" dirty="0"/>
                        <a:t>Objective</a:t>
                      </a:r>
                    </a:p>
                  </a:txBody>
                  <a:tcPr anchor="ctr">
                    <a:lnL>
                      <a:noFill/>
                    </a:lnL>
                    <a:lnR>
                      <a:noFill/>
                    </a:lnR>
                    <a:lnT>
                      <a:noFill/>
                    </a:lnT>
                    <a:lnB>
                      <a:noFill/>
                    </a:lnB>
                  </a:tcPr>
                </a:tc>
                <a:tc>
                  <a:txBody>
                    <a:bodyPr/>
                    <a:lstStyle/>
                    <a:p>
                      <a:r>
                        <a:rPr lang="en-US"/>
                        <a:t>Formula</a:t>
                      </a:r>
                    </a:p>
                  </a:txBody>
                  <a:tcPr anchor="ctr">
                    <a:lnL>
                      <a:noFill/>
                    </a:lnL>
                    <a:lnR>
                      <a:noFill/>
                    </a:lnR>
                    <a:lnT>
                      <a:noFill/>
                    </a:lnT>
                    <a:lnB>
                      <a:noFill/>
                    </a:lnB>
                  </a:tcPr>
                </a:tc>
                <a:tc>
                  <a:txBody>
                    <a:bodyPr/>
                    <a:lstStyle/>
                    <a:p>
                      <a:r>
                        <a:rPr lang="en-US"/>
                        <a:t>Meaning</a:t>
                      </a:r>
                    </a:p>
                  </a:txBody>
                  <a:tcPr anchor="ctr">
                    <a:lnL>
                      <a:noFill/>
                    </a:lnL>
                    <a:lnR>
                      <a:noFill/>
                    </a:lnR>
                    <a:lnT>
                      <a:noFill/>
                    </a:lnT>
                    <a:lnB>
                      <a:noFill/>
                    </a:lnB>
                  </a:tcPr>
                </a:tc>
              </a:tr>
              <a:tr h="0">
                <a:tc>
                  <a:txBody>
                    <a:bodyPr/>
                    <a:lstStyle/>
                    <a:p>
                      <a:r>
                        <a:rPr lang="en-US" b="1"/>
                        <a:t>Smaller-the-better</a:t>
                      </a:r>
                      <a:endParaRPr lang="en-US"/>
                    </a:p>
                  </a:txBody>
                  <a:tcPr anchor="ctr">
                    <a:lnL>
                      <a:noFill/>
                    </a:lnL>
                    <a:lnR>
                      <a:noFill/>
                    </a:lnR>
                    <a:lnT>
                      <a:noFill/>
                    </a:lnT>
                    <a:lnB>
                      <a:noFill/>
                    </a:lnB>
                  </a:tcPr>
                </a:tc>
                <a:tc>
                  <a:txBody>
                    <a:bodyPr/>
                    <a:lstStyle/>
                    <a:p>
                      <a:r>
                        <a:rPr lang="en-US"/>
                        <a:t>S/N = -10 log₁₀(</a:t>
                      </a:r>
                      <a:r>
                        <a:rPr lang="el-GR"/>
                        <a:t>Σ</a:t>
                      </a:r>
                      <a:r>
                        <a:rPr lang="en-US"/>
                        <a:t>y²/n)</a:t>
                      </a:r>
                    </a:p>
                  </a:txBody>
                  <a:tcPr anchor="ctr">
                    <a:lnL>
                      <a:noFill/>
                    </a:lnL>
                    <a:lnR>
                      <a:noFill/>
                    </a:lnR>
                    <a:lnT>
                      <a:noFill/>
                    </a:lnT>
                    <a:lnB>
                      <a:noFill/>
                    </a:lnB>
                  </a:tcPr>
                </a:tc>
                <a:tc>
                  <a:txBody>
                    <a:bodyPr/>
                    <a:lstStyle/>
                    <a:p>
                      <a:r>
                        <a:rPr lang="en-US"/>
                        <a:t>For minimizing defects, errors, or losses</a:t>
                      </a:r>
                    </a:p>
                  </a:txBody>
                  <a:tcPr anchor="ctr">
                    <a:lnL>
                      <a:noFill/>
                    </a:lnL>
                    <a:lnR>
                      <a:noFill/>
                    </a:lnR>
                    <a:lnT>
                      <a:noFill/>
                    </a:lnT>
                    <a:lnB>
                      <a:noFill/>
                    </a:lnB>
                  </a:tcPr>
                </a:tc>
              </a:tr>
              <a:tr h="0">
                <a:tc>
                  <a:txBody>
                    <a:bodyPr/>
                    <a:lstStyle/>
                    <a:p>
                      <a:r>
                        <a:rPr lang="en-US" b="1" dirty="0"/>
                        <a:t>Larger-the-better</a:t>
                      </a:r>
                      <a:endParaRPr lang="en-US" dirty="0"/>
                    </a:p>
                  </a:txBody>
                  <a:tcPr anchor="ctr">
                    <a:lnL>
                      <a:noFill/>
                    </a:lnL>
                    <a:lnR>
                      <a:noFill/>
                    </a:lnR>
                    <a:lnT>
                      <a:noFill/>
                    </a:lnT>
                    <a:lnB>
                      <a:noFill/>
                    </a:lnB>
                  </a:tcPr>
                </a:tc>
                <a:tc>
                  <a:txBody>
                    <a:bodyPr/>
                    <a:lstStyle/>
                    <a:p>
                      <a:r>
                        <a:rPr lang="pt-BR"/>
                        <a:t>S/N = -10 log₁₀(Σ(1/y²)/n)</a:t>
                      </a:r>
                    </a:p>
                  </a:txBody>
                  <a:tcPr anchor="ctr">
                    <a:lnL>
                      <a:noFill/>
                    </a:lnL>
                    <a:lnR>
                      <a:noFill/>
                    </a:lnR>
                    <a:lnT>
                      <a:noFill/>
                    </a:lnT>
                    <a:lnB>
                      <a:noFill/>
                    </a:lnB>
                  </a:tcPr>
                </a:tc>
                <a:tc>
                  <a:txBody>
                    <a:bodyPr/>
                    <a:lstStyle/>
                    <a:p>
                      <a:r>
                        <a:rPr lang="en-US"/>
                        <a:t>For maximizing efficiency or output</a:t>
                      </a:r>
                    </a:p>
                  </a:txBody>
                  <a:tcPr anchor="ctr">
                    <a:lnL>
                      <a:noFill/>
                    </a:lnL>
                    <a:lnR>
                      <a:noFill/>
                    </a:lnR>
                    <a:lnT>
                      <a:noFill/>
                    </a:lnT>
                    <a:lnB>
                      <a:noFill/>
                    </a:lnB>
                  </a:tcPr>
                </a:tc>
              </a:tr>
              <a:tr h="0">
                <a:tc>
                  <a:txBody>
                    <a:bodyPr/>
                    <a:lstStyle/>
                    <a:p>
                      <a:r>
                        <a:rPr lang="en-US" b="1"/>
                        <a:t>Nominal-the-best</a:t>
                      </a:r>
                      <a:endParaRPr lang="en-US"/>
                    </a:p>
                  </a:txBody>
                  <a:tcPr anchor="ctr">
                    <a:lnL>
                      <a:noFill/>
                    </a:lnL>
                    <a:lnR>
                      <a:noFill/>
                    </a:lnR>
                    <a:lnT>
                      <a:noFill/>
                    </a:lnT>
                    <a:lnB>
                      <a:noFill/>
                    </a:lnB>
                  </a:tcPr>
                </a:tc>
                <a:tc>
                  <a:txBody>
                    <a:bodyPr/>
                    <a:lstStyle/>
                    <a:p>
                      <a:r>
                        <a:rPr lang="en-US"/>
                        <a:t>S/N = 10 log₁₀(</a:t>
                      </a:r>
                      <a:r>
                        <a:rPr lang="el-GR"/>
                        <a:t>μ²/σ²)</a:t>
                      </a:r>
                    </a:p>
                  </a:txBody>
                  <a:tcPr anchor="ctr">
                    <a:lnL>
                      <a:noFill/>
                    </a:lnL>
                    <a:lnR>
                      <a:noFill/>
                    </a:lnR>
                    <a:lnT>
                      <a:noFill/>
                    </a:lnT>
                    <a:lnB>
                      <a:noFill/>
                    </a:lnB>
                  </a:tcPr>
                </a:tc>
                <a:tc>
                  <a:txBody>
                    <a:bodyPr/>
                    <a:lstStyle/>
                    <a:p>
                      <a:r>
                        <a:rPr lang="en-US" dirty="0"/>
                        <a:t>For achieving a target value with minimum variation</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17924652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606749"/>
            <a:ext cx="7762143" cy="824029"/>
          </a:xfrm>
        </p:spPr>
        <p:txBody>
          <a:bodyPr/>
          <a:lstStyle/>
          <a:p>
            <a:r>
              <a:rPr lang="en-IN" dirty="0"/>
              <a:t>Taguchi Method</a:t>
            </a:r>
          </a:p>
        </p:txBody>
      </p:sp>
      <p:sp>
        <p:nvSpPr>
          <p:cNvPr id="3" name="Content Placeholder 2"/>
          <p:cNvSpPr>
            <a:spLocks noGrp="1"/>
          </p:cNvSpPr>
          <p:nvPr>
            <p:ph idx="1"/>
          </p:nvPr>
        </p:nvSpPr>
        <p:spPr>
          <a:xfrm>
            <a:off x="309894" y="1232756"/>
            <a:ext cx="8365473" cy="4176463"/>
          </a:xfrm>
        </p:spPr>
        <p:txBody>
          <a:bodyPr/>
          <a:lstStyle/>
          <a:p>
            <a:endParaRPr lang="en-US" sz="1800" dirty="0"/>
          </a:p>
          <a:p>
            <a:pPr algn="just" eaLnBrk="1" latinLnBrk="0">
              <a:lnSpc>
                <a:spcPct val="150000"/>
              </a:lnSpc>
            </a:pPr>
            <a:endParaRPr lang="en-US" sz="1800" dirty="0">
              <a:latin typeface="Arial" panose="020B0604020202020204" pitchFamily="34" charset="0"/>
              <a:ea typeface="Verdana" panose="020B0604030504040204" pitchFamily="34" charset="0"/>
              <a:cs typeface="Arial" panose="020B0604020202020204" pitchFamily="34" charset="0"/>
            </a:endParaRPr>
          </a:p>
        </p:txBody>
      </p:sp>
      <p:sp>
        <p:nvSpPr>
          <p:cNvPr id="5" name="Rectangle 4"/>
          <p:cNvSpPr/>
          <p:nvPr/>
        </p:nvSpPr>
        <p:spPr>
          <a:xfrm>
            <a:off x="310695" y="1232756"/>
            <a:ext cx="8365472" cy="1938992"/>
          </a:xfrm>
          <a:prstGeom prst="rect">
            <a:avLst/>
          </a:prstGeom>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Advantages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Reduces time and cost of experimentation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Identifies robust settings with fewer trials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Improves quality without major design changes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clear quantitative insight (via S/N ratios)</a:t>
            </a:r>
          </a:p>
        </p:txBody>
      </p:sp>
      <p:sp>
        <p:nvSpPr>
          <p:cNvPr id="6" name="Rectangle 5"/>
          <p:cNvSpPr/>
          <p:nvPr/>
        </p:nvSpPr>
        <p:spPr>
          <a:xfrm>
            <a:off x="310695" y="3665633"/>
            <a:ext cx="7580158" cy="2862322"/>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An engineer wants to optimize the </a:t>
            </a:r>
            <a:r>
              <a:rPr lang="en-US" sz="2000" b="1" dirty="0">
                <a:latin typeface="Times New Roman" panose="02020603050405020304" pitchFamily="18" charset="0"/>
                <a:cs typeface="Times New Roman" panose="02020603050405020304" pitchFamily="18" charset="0"/>
              </a:rPr>
              <a:t>efficiency of a DC motor</a:t>
            </a:r>
            <a:r>
              <a:rPr lang="en-US" sz="2000" dirty="0">
                <a:latin typeface="Times New Roman" panose="02020603050405020304" pitchFamily="18" charset="0"/>
                <a:cs typeface="Times New Roman" panose="02020603050405020304" pitchFamily="18" charset="0"/>
              </a:rPr>
              <a:t> by studying 3 factors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Armature voltage (A),</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Field current (B),</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Load torque (C),</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each at 3 levels.</a:t>
            </a:r>
          </a:p>
          <a:p>
            <a:r>
              <a:rPr lang="en-US" sz="2000" dirty="0">
                <a:latin typeface="Times New Roman" panose="02020603050405020304" pitchFamily="18" charset="0"/>
                <a:cs typeface="Times New Roman" panose="02020603050405020304" pitchFamily="18" charset="0"/>
              </a:rPr>
              <a:t>Instead of 27 trials (3³), Taguchi’s </a:t>
            </a:r>
            <a:r>
              <a:rPr lang="en-US" sz="2000" b="1" dirty="0">
                <a:latin typeface="Times New Roman" panose="02020603050405020304" pitchFamily="18" charset="0"/>
                <a:cs typeface="Times New Roman" panose="02020603050405020304" pitchFamily="18" charset="0"/>
              </a:rPr>
              <a:t>L9 orthogonal array</a:t>
            </a:r>
            <a:r>
              <a:rPr lang="en-US" sz="2000" dirty="0">
                <a:latin typeface="Times New Roman" panose="02020603050405020304" pitchFamily="18" charset="0"/>
                <a:cs typeface="Times New Roman" panose="02020603050405020304" pitchFamily="18" charset="0"/>
              </a:rPr>
              <a:t> requires only </a:t>
            </a:r>
            <a:r>
              <a:rPr lang="en-US" sz="2000" b="1" dirty="0">
                <a:latin typeface="Times New Roman" panose="02020603050405020304" pitchFamily="18" charset="0"/>
                <a:cs typeface="Times New Roman" panose="02020603050405020304" pitchFamily="18" charset="0"/>
              </a:rPr>
              <a:t>9 experiments</a:t>
            </a:r>
            <a:r>
              <a:rPr lang="en-US" sz="2000" dirty="0">
                <a:latin typeface="Times New Roman" panose="02020603050405020304" pitchFamily="18" charset="0"/>
                <a:cs typeface="Times New Roman" panose="02020603050405020304" pitchFamily="18" charset="0"/>
              </a:rPr>
              <a:t>, still giving sufficient information to find the best combination for maximum efficiency.</a:t>
            </a:r>
          </a:p>
        </p:txBody>
      </p:sp>
    </p:spTree>
    <p:extLst>
      <p:ext uri="{BB962C8B-B14F-4D97-AF65-F5344CB8AC3E}">
        <p14:creationId xmlns:p14="http://schemas.microsoft.com/office/powerpoint/2010/main" val="9613861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580" y="953299"/>
            <a:ext cx="7762143" cy="517995"/>
          </a:xfrm>
        </p:spPr>
        <p:txBody>
          <a:bodyPr/>
          <a:lstStyle/>
          <a:p>
            <a:r>
              <a:rPr lang="en-IN" dirty="0"/>
              <a:t>What is robust design?</a:t>
            </a:r>
          </a:p>
        </p:txBody>
      </p:sp>
      <p:sp>
        <p:nvSpPr>
          <p:cNvPr id="3" name="Content Placeholder 2"/>
          <p:cNvSpPr>
            <a:spLocks noGrp="1"/>
          </p:cNvSpPr>
          <p:nvPr>
            <p:ph idx="1"/>
          </p:nvPr>
        </p:nvSpPr>
        <p:spPr>
          <a:xfrm>
            <a:off x="454999" y="1835823"/>
            <a:ext cx="7897421" cy="4068878"/>
          </a:xfrm>
        </p:spPr>
        <p:txBody>
          <a:bodyPr/>
          <a:lstStyle/>
          <a:p>
            <a:pPr algn="just" eaLnBrk="1" latinLnBrk="0">
              <a:lnSpc>
                <a:spcPct val="150000"/>
              </a:lnSpc>
            </a:pPr>
            <a:r>
              <a:rPr lang="en-US" sz="1800" b="1" dirty="0">
                <a:latin typeface="Arial" panose="020B0604020202020204" pitchFamily="34" charset="0"/>
                <a:cs typeface="Arial" panose="020B0604020202020204" pitchFamily="34" charset="0"/>
              </a:rPr>
              <a:t>Robust design </a:t>
            </a:r>
            <a:r>
              <a:rPr lang="en-US" sz="1800" dirty="0">
                <a:latin typeface="Arial" panose="020B0604020202020204" pitchFamily="34" charset="0"/>
                <a:cs typeface="Arial" panose="020B0604020202020204" pitchFamily="34" charset="0"/>
              </a:rPr>
              <a:t>is an “engineering methodology for improving productivity during research and development so that high-quality products can be produced. </a:t>
            </a:r>
          </a:p>
          <a:p>
            <a:pPr algn="just" eaLnBrk="1" latinLnBrk="0">
              <a:lnSpc>
                <a:spcPct val="150000"/>
              </a:lnSpc>
            </a:pPr>
            <a:r>
              <a:rPr lang="en-US" sz="1800" dirty="0">
                <a:latin typeface="Arial" panose="020B0604020202020204" pitchFamily="34" charset="0"/>
                <a:cs typeface="Arial" panose="020B0604020202020204" pitchFamily="34" charset="0"/>
              </a:rPr>
              <a:t>Robust Design is a technique that </a:t>
            </a:r>
            <a:r>
              <a:rPr lang="en-US" sz="1800" b="1" dirty="0">
                <a:latin typeface="Arial" panose="020B0604020202020204" pitchFamily="34" charset="0"/>
                <a:cs typeface="Arial" panose="020B0604020202020204" pitchFamily="34" charset="0"/>
              </a:rPr>
              <a:t>reduces variation </a:t>
            </a:r>
            <a:r>
              <a:rPr lang="en-US" sz="1800" dirty="0">
                <a:latin typeface="Arial" panose="020B0604020202020204" pitchFamily="34" charset="0"/>
                <a:cs typeface="Arial" panose="020B0604020202020204" pitchFamily="34" charset="0"/>
              </a:rPr>
              <a:t>in a product by </a:t>
            </a:r>
            <a:r>
              <a:rPr lang="en-US" sz="1800" b="1" dirty="0">
                <a:latin typeface="Arial" panose="020B0604020202020204" pitchFamily="34" charset="0"/>
                <a:cs typeface="Arial" panose="020B0604020202020204" pitchFamily="34" charset="0"/>
              </a:rPr>
              <a:t>reducing the sensitivity of the design </a:t>
            </a:r>
            <a:r>
              <a:rPr lang="en-US" sz="1800" dirty="0">
                <a:latin typeface="Arial" panose="020B0604020202020204" pitchFamily="34" charset="0"/>
                <a:cs typeface="Arial" panose="020B0604020202020204" pitchFamily="34" charset="0"/>
              </a:rPr>
              <a:t>of the product </a:t>
            </a:r>
            <a:r>
              <a:rPr lang="en-US" sz="1800" b="1" dirty="0">
                <a:latin typeface="Arial" panose="020B0604020202020204" pitchFamily="34" charset="0"/>
                <a:cs typeface="Arial" panose="020B0604020202020204" pitchFamily="34" charset="0"/>
              </a:rPr>
              <a:t>to sources of variation </a:t>
            </a:r>
            <a:r>
              <a:rPr lang="en-US" sz="1800" b="1" dirty="0">
                <a:solidFill>
                  <a:srgbClr val="FF0000"/>
                </a:solidFill>
                <a:latin typeface="Arial" panose="020B0604020202020204" pitchFamily="34" charset="0"/>
                <a:cs typeface="Arial" panose="020B0604020202020204" pitchFamily="34" charset="0"/>
              </a:rPr>
              <a:t>rather than</a:t>
            </a:r>
            <a:r>
              <a:rPr lang="en-US" sz="1800" dirty="0">
                <a:latin typeface="Arial" panose="020B0604020202020204" pitchFamily="34" charset="0"/>
                <a:cs typeface="Arial" panose="020B0604020202020204" pitchFamily="34" charset="0"/>
              </a:rPr>
              <a:t> by controlling their sources. The end result is a robust design, a design that has </a:t>
            </a:r>
            <a:r>
              <a:rPr lang="en-US" sz="1800" b="1" dirty="0">
                <a:latin typeface="Arial" panose="020B0604020202020204" pitchFamily="34" charset="0"/>
                <a:cs typeface="Arial" panose="020B0604020202020204" pitchFamily="34" charset="0"/>
              </a:rPr>
              <a:t>minimum sensitivity </a:t>
            </a:r>
            <a:r>
              <a:rPr lang="en-US" sz="1800" dirty="0">
                <a:latin typeface="Arial" panose="020B0604020202020204" pitchFamily="34" charset="0"/>
                <a:cs typeface="Arial" panose="020B0604020202020204" pitchFamily="34" charset="0"/>
              </a:rPr>
              <a:t>to variations in uncontrollable factors</a:t>
            </a:r>
          </a:p>
          <a:p>
            <a:pPr marL="0" indent="0" eaLnBrk="1" latinLnBrk="0">
              <a:lnSpc>
                <a:spcPct val="150000"/>
              </a:lnSpc>
              <a:buNone/>
            </a:pPr>
            <a:r>
              <a:rPr lang="en-US" sz="1800" dirty="0">
                <a:latin typeface="Arial" panose="020B0604020202020204" pitchFamily="34" charset="0"/>
                <a:cs typeface="Arial" panose="020B0604020202020204" pitchFamily="34" charset="0"/>
              </a:rPr>
              <a:t/>
            </a:r>
            <a:br>
              <a:rPr lang="en-US" sz="1800" dirty="0">
                <a:latin typeface="Arial" panose="020B0604020202020204" pitchFamily="34" charset="0"/>
                <a:cs typeface="Arial" panose="020B0604020202020204" pitchFamily="34" charset="0"/>
              </a:rPr>
            </a:br>
            <a:endParaRPr lang="en-US" sz="1800" dirty="0">
              <a:latin typeface="Arial" panose="020B0604020202020204" pitchFamily="34" charset="0"/>
              <a:cs typeface="Arial" panose="020B0604020202020204" pitchFamily="34" charset="0"/>
            </a:endParaRPr>
          </a:p>
          <a:p>
            <a:pPr algn="just" eaLnBrk="1" latinLnBrk="0">
              <a:lnSpc>
                <a:spcPct val="150000"/>
              </a:lnSpc>
            </a:pPr>
            <a:endParaRPr lang="en-US" sz="1800" dirty="0">
              <a:latin typeface="Arial" panose="020B0604020202020204" pitchFamily="34" charset="0"/>
              <a:cs typeface="Arial" panose="020B0604020202020204" pitchFamily="34" charset="0"/>
            </a:endParaRPr>
          </a:p>
          <a:p>
            <a:pPr algn="just" eaLnBrk="1" latinLnBrk="0">
              <a:lnSpc>
                <a:spcPct val="150000"/>
              </a:lnSpc>
            </a:pPr>
            <a:endParaRPr lang="en-US" sz="1800" dirty="0">
              <a:latin typeface="Arial" panose="020B0604020202020204" pitchFamily="34" charset="0"/>
              <a:ea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12624749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What is robust design?</a:t>
            </a:r>
            <a:endParaRPr lang="en-IN" dirty="0"/>
          </a:p>
        </p:txBody>
      </p:sp>
      <p:sp>
        <p:nvSpPr>
          <p:cNvPr id="13" name="Content Placeholder 12"/>
          <p:cNvSpPr>
            <a:spLocks noGrp="1"/>
          </p:cNvSpPr>
          <p:nvPr>
            <p:ph idx="1"/>
          </p:nvPr>
        </p:nvSpPr>
        <p:spPr/>
        <p:txBody>
          <a:bodyPr/>
          <a:lstStyle/>
          <a:p>
            <a:r>
              <a:rPr lang="en-IN" sz="1800" dirty="0">
                <a:latin typeface="Arial" panose="020B0604020202020204" pitchFamily="34" charset="0"/>
                <a:cs typeface="Arial" panose="020B0604020202020204" pitchFamily="34" charset="0"/>
              </a:rPr>
              <a:t>What is Robust?</a:t>
            </a:r>
          </a:p>
          <a:p>
            <a:pPr lvl="1"/>
            <a:r>
              <a:rPr lang="en-IN" sz="1430" dirty="0">
                <a:latin typeface="Arial" panose="020B0604020202020204" pitchFamily="34" charset="0"/>
                <a:cs typeface="Arial" panose="020B0604020202020204" pitchFamily="34" charset="0"/>
              </a:rPr>
              <a:t>A system (product or process) is robust if it performs properly in a wide range of conditions.</a:t>
            </a:r>
          </a:p>
        </p:txBody>
      </p:sp>
      <p:sp>
        <p:nvSpPr>
          <p:cNvPr id="4" name="Slide Number Placeholder 3"/>
          <p:cNvSpPr>
            <a:spLocks noGrp="1"/>
          </p:cNvSpPr>
          <p:nvPr>
            <p:ph type="sldNum" sz="quarter" idx="10"/>
          </p:nvPr>
        </p:nvSpPr>
        <p:spPr/>
        <p:txBody>
          <a:bodyPr/>
          <a:lstStyle/>
          <a:p>
            <a:fld id="{DBBF992C-F1AA-4A66-8CC7-87949E2D5226}" type="slidenum">
              <a:rPr lang="en-US" altLang="ko-KR" smtClean="0"/>
              <a:pPr/>
              <a:t>27</a:t>
            </a:fld>
            <a:endParaRPr lang="en-US" altLang="ko-KR"/>
          </a:p>
        </p:txBody>
      </p:sp>
      <p:graphicFrame>
        <p:nvGraphicFramePr>
          <p:cNvPr id="14" name="Table 13"/>
          <p:cNvGraphicFramePr>
            <a:graphicFrameLocks noGrp="1"/>
          </p:cNvGraphicFramePr>
          <p:nvPr>
            <p:extLst>
              <p:ext uri="{D42A27DB-BD31-4B8C-83A1-F6EECF244321}">
                <p14:modId xmlns:p14="http://schemas.microsoft.com/office/powerpoint/2010/main" val="1573225078"/>
              </p:ext>
            </p:extLst>
          </p:nvPr>
        </p:nvGraphicFramePr>
        <p:xfrm>
          <a:off x="700101" y="1844824"/>
          <a:ext cx="7983130" cy="1890210"/>
        </p:xfrm>
        <a:graphic>
          <a:graphicData uri="http://schemas.openxmlformats.org/drawingml/2006/table">
            <a:tbl>
              <a:tblPr firstRow="1" bandRow="1">
                <a:tableStyleId>{21E4AEA4-8DFA-4A89-87EB-49C32662AFE0}</a:tableStyleId>
              </a:tblPr>
              <a:tblGrid>
                <a:gridCol w="3991565">
                  <a:extLst>
                    <a:ext uri="{9D8B030D-6E8A-4147-A177-3AD203B41FA5}">
                      <a16:colId xmlns="" xmlns:a16="http://schemas.microsoft.com/office/drawing/2014/main" val="20000"/>
                    </a:ext>
                  </a:extLst>
                </a:gridCol>
                <a:gridCol w="3991565">
                  <a:extLst>
                    <a:ext uri="{9D8B030D-6E8A-4147-A177-3AD203B41FA5}">
                      <a16:colId xmlns="" xmlns:a16="http://schemas.microsoft.com/office/drawing/2014/main" val="20001"/>
                    </a:ext>
                  </a:extLst>
                </a:gridCol>
              </a:tblGrid>
              <a:tr h="382544">
                <a:tc>
                  <a:txBody>
                    <a:bodyPr/>
                    <a:lstStyle/>
                    <a:p>
                      <a:pPr>
                        <a:lnSpc>
                          <a:spcPct val="150000"/>
                        </a:lnSpc>
                      </a:pPr>
                      <a:r>
                        <a:rPr lang="en-IN" sz="1200" dirty="0">
                          <a:latin typeface="Arial" panose="020B0604020202020204" pitchFamily="34" charset="0"/>
                          <a:cs typeface="Arial" panose="020B0604020202020204" pitchFamily="34" charset="0"/>
                        </a:rPr>
                        <a:t>Robust Products</a:t>
                      </a:r>
                    </a:p>
                  </a:txBody>
                  <a:tcPr marL="68580" marR="68580" marT="34290" marB="34290"/>
                </a:tc>
                <a:tc>
                  <a:txBody>
                    <a:bodyPr/>
                    <a:lstStyle/>
                    <a:p>
                      <a:pPr>
                        <a:lnSpc>
                          <a:spcPct val="150000"/>
                        </a:lnSpc>
                      </a:pPr>
                      <a:r>
                        <a:rPr lang="en-IN" sz="1200" dirty="0">
                          <a:latin typeface="Arial" panose="020B0604020202020204" pitchFamily="34" charset="0"/>
                          <a:cs typeface="Arial" panose="020B0604020202020204" pitchFamily="34" charset="0"/>
                        </a:rPr>
                        <a:t>Products that are not robust</a:t>
                      </a:r>
                    </a:p>
                  </a:txBody>
                  <a:tcPr marL="68580" marR="68580" marT="34290" marB="34290"/>
                </a:tc>
                <a:extLst>
                  <a:ext uri="{0D108BD9-81ED-4DB2-BD59-A6C34878D82A}">
                    <a16:rowId xmlns="" xmlns:a16="http://schemas.microsoft.com/office/drawing/2014/main" val="10000"/>
                  </a:ext>
                </a:extLst>
              </a:tr>
              <a:tr h="432001">
                <a:tc>
                  <a:txBody>
                    <a:bodyPr/>
                    <a:lstStyle/>
                    <a:p>
                      <a:pPr>
                        <a:lnSpc>
                          <a:spcPct val="150000"/>
                        </a:lnSpc>
                      </a:pPr>
                      <a:r>
                        <a:rPr lang="en-IN" sz="1200" dirty="0">
                          <a:latin typeface="Arial" panose="020B0604020202020204" pitchFamily="34" charset="0"/>
                          <a:cs typeface="Arial" panose="020B0604020202020204" pitchFamily="34" charset="0"/>
                        </a:rPr>
                        <a:t>A pen that writes until the ink is empty</a:t>
                      </a:r>
                    </a:p>
                  </a:txBody>
                  <a:tcPr marL="68580" marR="68580" marT="34290" marB="34290"/>
                </a:tc>
                <a:tc>
                  <a:txBody>
                    <a:bodyPr/>
                    <a:lstStyle/>
                    <a:p>
                      <a:pPr>
                        <a:lnSpc>
                          <a:spcPct val="150000"/>
                        </a:lnSpc>
                      </a:pPr>
                      <a:r>
                        <a:rPr lang="en-IN" sz="1200" dirty="0">
                          <a:latin typeface="Arial" panose="020B0604020202020204" pitchFamily="34" charset="0"/>
                          <a:cs typeface="Arial" panose="020B0604020202020204" pitchFamily="34" charset="0"/>
                        </a:rPr>
                        <a:t>Pen that stops writing after a few months</a:t>
                      </a:r>
                    </a:p>
                  </a:txBody>
                  <a:tcPr marL="68580" marR="68580" marT="34290" marB="34290"/>
                </a:tc>
                <a:extLst>
                  <a:ext uri="{0D108BD9-81ED-4DB2-BD59-A6C34878D82A}">
                    <a16:rowId xmlns="" xmlns:a16="http://schemas.microsoft.com/office/drawing/2014/main" val="10001"/>
                  </a:ext>
                </a:extLst>
              </a:tr>
              <a:tr h="382544">
                <a:tc>
                  <a:txBody>
                    <a:bodyPr/>
                    <a:lstStyle/>
                    <a:p>
                      <a:pPr>
                        <a:lnSpc>
                          <a:spcPct val="150000"/>
                        </a:lnSpc>
                      </a:pPr>
                      <a:r>
                        <a:rPr lang="en-IN" sz="1200" dirty="0">
                          <a:latin typeface="Arial" panose="020B0604020202020204" pitchFamily="34" charset="0"/>
                          <a:cs typeface="Arial" panose="020B0604020202020204" pitchFamily="34" charset="0"/>
                        </a:rPr>
                        <a:t>A car that starts at -20 deg</a:t>
                      </a:r>
                    </a:p>
                  </a:txBody>
                  <a:tcPr marL="68580" marR="68580" marT="34290" marB="34290"/>
                </a:tc>
                <a:tc>
                  <a:txBody>
                    <a:bodyPr/>
                    <a:lstStyle/>
                    <a:p>
                      <a:pPr>
                        <a:lnSpc>
                          <a:spcPct val="150000"/>
                        </a:lnSpc>
                      </a:pPr>
                      <a:r>
                        <a:rPr lang="en-IN" sz="1200" dirty="0">
                          <a:latin typeface="Arial" panose="020B0604020202020204" pitchFamily="34" charset="0"/>
                          <a:cs typeface="Arial" panose="020B0604020202020204" pitchFamily="34" charset="0"/>
                        </a:rPr>
                        <a:t>A car that does not start</a:t>
                      </a:r>
                    </a:p>
                  </a:txBody>
                  <a:tcPr marL="68580" marR="68580" marT="34290" marB="34290"/>
                </a:tc>
                <a:extLst>
                  <a:ext uri="{0D108BD9-81ED-4DB2-BD59-A6C34878D82A}">
                    <a16:rowId xmlns="" xmlns:a16="http://schemas.microsoft.com/office/drawing/2014/main" val="10002"/>
                  </a:ext>
                </a:extLst>
              </a:tr>
              <a:tr h="693121">
                <a:tc>
                  <a:txBody>
                    <a:bodyPr/>
                    <a:lstStyle/>
                    <a:p>
                      <a:pPr>
                        <a:lnSpc>
                          <a:spcPct val="150000"/>
                        </a:lnSpc>
                      </a:pPr>
                      <a:r>
                        <a:rPr lang="en-IN" sz="1200" dirty="0">
                          <a:latin typeface="Arial" panose="020B0604020202020204" pitchFamily="34" charset="0"/>
                          <a:cs typeface="Arial" panose="020B0604020202020204" pitchFamily="34" charset="0"/>
                        </a:rPr>
                        <a:t>A vacuum</a:t>
                      </a:r>
                      <a:r>
                        <a:rPr lang="en-IN" sz="1200" baseline="0" dirty="0">
                          <a:latin typeface="Arial" panose="020B0604020202020204" pitchFamily="34" charset="0"/>
                          <a:cs typeface="Arial" panose="020B0604020202020204" pitchFamily="34" charset="0"/>
                        </a:rPr>
                        <a:t> cleaner that maintains suction levels</a:t>
                      </a:r>
                      <a:endParaRPr lang="en-IN" sz="1200" dirty="0">
                        <a:latin typeface="Arial" panose="020B0604020202020204" pitchFamily="34" charset="0"/>
                        <a:cs typeface="Arial" panose="020B0604020202020204" pitchFamily="34" charset="0"/>
                      </a:endParaRPr>
                    </a:p>
                  </a:txBody>
                  <a:tcPr marL="68580" marR="68580" marT="34290" marB="34290"/>
                </a:tc>
                <a:tc>
                  <a:txBody>
                    <a:bodyPr/>
                    <a:lstStyle/>
                    <a:p>
                      <a:pPr>
                        <a:lnSpc>
                          <a:spcPct val="150000"/>
                        </a:lnSpc>
                      </a:pPr>
                      <a:r>
                        <a:rPr lang="en-IN" sz="1200" dirty="0">
                          <a:latin typeface="Arial" panose="020B0604020202020204" pitchFamily="34" charset="0"/>
                          <a:cs typeface="Arial" panose="020B0604020202020204" pitchFamily="34" charset="0"/>
                        </a:rPr>
                        <a:t>A vacuum cleaner that loses suction</a:t>
                      </a:r>
                    </a:p>
                  </a:txBody>
                  <a:tcPr marL="68580" marR="68580" marT="34290" marB="34290"/>
                </a:tc>
                <a:extLst>
                  <a:ext uri="{0D108BD9-81ED-4DB2-BD59-A6C34878D82A}">
                    <a16:rowId xmlns="" xmlns:a16="http://schemas.microsoft.com/office/drawing/2014/main" val="10003"/>
                  </a:ext>
                </a:extLst>
              </a:tr>
            </a:tbl>
          </a:graphicData>
        </a:graphic>
      </p:graphicFrame>
      <p:sp>
        <p:nvSpPr>
          <p:cNvPr id="3" name="Content Placeholder 12">
            <a:extLst>
              <a:ext uri="{FF2B5EF4-FFF2-40B4-BE49-F238E27FC236}">
                <a16:creationId xmlns="" xmlns:a16="http://schemas.microsoft.com/office/drawing/2014/main" id="{794A675D-A011-BCBD-2904-1590A8E2D032}"/>
              </a:ext>
            </a:extLst>
          </p:cNvPr>
          <p:cNvSpPr txBox="1">
            <a:spLocks/>
          </p:cNvSpPr>
          <p:nvPr/>
        </p:nvSpPr>
        <p:spPr>
          <a:xfrm>
            <a:off x="385192" y="4005065"/>
            <a:ext cx="8507288" cy="2448271"/>
          </a:xfrm>
          <a:prstGeom prst="rect">
            <a:avLst/>
          </a:prstGeom>
        </p:spPr>
        <p:txBody>
          <a:bodyPr/>
          <a:lstStyle>
            <a:lvl1pPr marL="316531" indent="-316531" algn="l" rtl="0" eaLnBrk="0" fontAlgn="base" latinLnBrk="1" hangingPunct="0">
              <a:spcBef>
                <a:spcPct val="20000"/>
              </a:spcBef>
              <a:spcAft>
                <a:spcPct val="0"/>
              </a:spcAft>
              <a:buChar char="•"/>
              <a:defRPr kumimoji="1" sz="2954">
                <a:solidFill>
                  <a:schemeClr val="tx1"/>
                </a:solidFill>
                <a:latin typeface="+mn-lt"/>
                <a:ea typeface="+mn-ea"/>
                <a:cs typeface="+mn-cs"/>
              </a:defRPr>
            </a:lvl1pPr>
            <a:lvl2pPr marL="685817" indent="-263776" algn="l" rtl="0" eaLnBrk="0" fontAlgn="base" latinLnBrk="1" hangingPunct="0">
              <a:spcBef>
                <a:spcPct val="20000"/>
              </a:spcBef>
              <a:spcAft>
                <a:spcPct val="0"/>
              </a:spcAft>
              <a:buChar char="–"/>
              <a:defRPr kumimoji="1" sz="2585">
                <a:solidFill>
                  <a:schemeClr val="tx1"/>
                </a:solidFill>
                <a:latin typeface="+mn-lt"/>
                <a:ea typeface="+mn-ea"/>
              </a:defRPr>
            </a:lvl2pPr>
            <a:lvl3pPr marL="1055103" indent="-211021" algn="l" rtl="0" eaLnBrk="0" fontAlgn="base" latinLnBrk="1" hangingPunct="0">
              <a:spcBef>
                <a:spcPct val="20000"/>
              </a:spcBef>
              <a:spcAft>
                <a:spcPct val="0"/>
              </a:spcAft>
              <a:buChar char="•"/>
              <a:defRPr kumimoji="1" sz="2216">
                <a:solidFill>
                  <a:schemeClr val="tx1"/>
                </a:solidFill>
                <a:latin typeface="+mn-lt"/>
                <a:ea typeface="+mn-ea"/>
              </a:defRPr>
            </a:lvl3pPr>
            <a:lvl4pPr marL="1477145" indent="-211021" algn="l" rtl="0" eaLnBrk="0" fontAlgn="base" latinLnBrk="1" hangingPunct="0">
              <a:spcBef>
                <a:spcPct val="20000"/>
              </a:spcBef>
              <a:spcAft>
                <a:spcPct val="0"/>
              </a:spcAft>
              <a:buChar char="–"/>
              <a:defRPr kumimoji="1" sz="1847">
                <a:solidFill>
                  <a:schemeClr val="tx1"/>
                </a:solidFill>
                <a:latin typeface="+mn-lt"/>
                <a:ea typeface="+mn-ea"/>
              </a:defRPr>
            </a:lvl4pPr>
            <a:lvl5pPr marL="1899186" indent="-211021" algn="l" rtl="0" eaLnBrk="0" fontAlgn="base" latinLnBrk="1" hangingPunct="0">
              <a:spcBef>
                <a:spcPct val="20000"/>
              </a:spcBef>
              <a:spcAft>
                <a:spcPct val="0"/>
              </a:spcAft>
              <a:buChar char="»"/>
              <a:defRPr kumimoji="1" sz="1847">
                <a:solidFill>
                  <a:schemeClr val="tx1"/>
                </a:solidFill>
                <a:latin typeface="+mn-lt"/>
                <a:ea typeface="+mn-ea"/>
              </a:defRPr>
            </a:lvl5pPr>
            <a:lvl6pPr marL="2321228" indent="-211021" algn="l" rtl="0" fontAlgn="base" latinLnBrk="1">
              <a:spcBef>
                <a:spcPct val="20000"/>
              </a:spcBef>
              <a:spcAft>
                <a:spcPct val="0"/>
              </a:spcAft>
              <a:buChar char="»"/>
              <a:defRPr kumimoji="1" sz="1847">
                <a:solidFill>
                  <a:schemeClr val="tx1"/>
                </a:solidFill>
                <a:latin typeface="+mn-lt"/>
                <a:ea typeface="+mn-ea"/>
              </a:defRPr>
            </a:lvl6pPr>
            <a:lvl7pPr marL="2743268" indent="-211021" algn="l" rtl="0" fontAlgn="base" latinLnBrk="1">
              <a:spcBef>
                <a:spcPct val="20000"/>
              </a:spcBef>
              <a:spcAft>
                <a:spcPct val="0"/>
              </a:spcAft>
              <a:buChar char="»"/>
              <a:defRPr kumimoji="1" sz="1847">
                <a:solidFill>
                  <a:schemeClr val="tx1"/>
                </a:solidFill>
                <a:latin typeface="+mn-lt"/>
                <a:ea typeface="+mn-ea"/>
              </a:defRPr>
            </a:lvl7pPr>
            <a:lvl8pPr marL="3165310" indent="-211021" algn="l" rtl="0" fontAlgn="base" latinLnBrk="1">
              <a:spcBef>
                <a:spcPct val="20000"/>
              </a:spcBef>
              <a:spcAft>
                <a:spcPct val="0"/>
              </a:spcAft>
              <a:buChar char="»"/>
              <a:defRPr kumimoji="1" sz="1847">
                <a:solidFill>
                  <a:schemeClr val="tx1"/>
                </a:solidFill>
                <a:latin typeface="+mn-lt"/>
                <a:ea typeface="+mn-ea"/>
              </a:defRPr>
            </a:lvl8pPr>
            <a:lvl9pPr marL="3587351" indent="-211021" algn="l" rtl="0" fontAlgn="base" latinLnBrk="1">
              <a:spcBef>
                <a:spcPct val="20000"/>
              </a:spcBef>
              <a:spcAft>
                <a:spcPct val="0"/>
              </a:spcAft>
              <a:buChar char="»"/>
              <a:defRPr kumimoji="1" sz="1847">
                <a:solidFill>
                  <a:schemeClr val="tx1"/>
                </a:solidFill>
                <a:latin typeface="+mn-lt"/>
                <a:ea typeface="+mn-ea"/>
              </a:defRPr>
            </a:lvl9pPr>
          </a:lstStyle>
          <a:p>
            <a:pPr marL="422041" lvl="1" indent="0">
              <a:lnSpc>
                <a:spcPct val="150000"/>
              </a:lnSpc>
              <a:spcBef>
                <a:spcPts val="0"/>
              </a:spcBef>
              <a:buNone/>
            </a:pPr>
            <a:r>
              <a:rPr lang="en-IN" sz="1600" kern="0" dirty="0">
                <a:latin typeface="Arial" panose="020B0604020202020204" pitchFamily="34" charset="0"/>
                <a:cs typeface="Arial" panose="020B0604020202020204" pitchFamily="34" charset="0"/>
              </a:rPr>
              <a:t>In the design of a new product, any design activity can be called robust, if it leads the </a:t>
            </a:r>
          </a:p>
          <a:p>
            <a:pPr marL="422041" lvl="1" indent="0">
              <a:lnSpc>
                <a:spcPct val="150000"/>
              </a:lnSpc>
              <a:spcBef>
                <a:spcPts val="0"/>
              </a:spcBef>
              <a:buNone/>
            </a:pPr>
            <a:r>
              <a:rPr lang="en-IN" sz="1600" kern="0" dirty="0">
                <a:latin typeface="Arial" panose="020B0604020202020204" pitchFamily="34" charset="0"/>
                <a:cs typeface="Arial" panose="020B0604020202020204" pitchFamily="34" charset="0"/>
              </a:rPr>
              <a:t>product;</a:t>
            </a:r>
          </a:p>
          <a:p>
            <a:pPr marL="764942" lvl="1" indent="-342900">
              <a:lnSpc>
                <a:spcPct val="150000"/>
              </a:lnSpc>
              <a:spcBef>
                <a:spcPts val="0"/>
              </a:spcBef>
              <a:buFont typeface="+mj-lt"/>
              <a:buAutoNum type="arabicPeriod"/>
            </a:pPr>
            <a:r>
              <a:rPr lang="en-IN" sz="1600" kern="0" dirty="0">
                <a:solidFill>
                  <a:srgbClr val="0070C0"/>
                </a:solidFill>
                <a:latin typeface="Arial" panose="020B0604020202020204" pitchFamily="34" charset="0"/>
                <a:cs typeface="Arial" panose="020B0604020202020204" pitchFamily="34" charset="0"/>
              </a:rPr>
              <a:t>To have longer life (higher reliability)</a:t>
            </a:r>
          </a:p>
          <a:p>
            <a:pPr marL="764942" lvl="1" indent="-342900">
              <a:lnSpc>
                <a:spcPct val="150000"/>
              </a:lnSpc>
              <a:spcBef>
                <a:spcPts val="0"/>
              </a:spcBef>
              <a:buFont typeface="+mj-lt"/>
              <a:buAutoNum type="arabicPeriod"/>
            </a:pPr>
            <a:r>
              <a:rPr lang="en-IN" sz="1600" kern="0" dirty="0">
                <a:solidFill>
                  <a:srgbClr val="0070C0"/>
                </a:solidFill>
                <a:latin typeface="Arial" panose="020B0604020202020204" pitchFamily="34" charset="0"/>
                <a:cs typeface="Arial" panose="020B0604020202020204" pitchFamily="34" charset="0"/>
              </a:rPr>
              <a:t>To be more consistent with use</a:t>
            </a:r>
          </a:p>
          <a:p>
            <a:pPr marL="764942" lvl="1" indent="-342900">
              <a:lnSpc>
                <a:spcPct val="150000"/>
              </a:lnSpc>
              <a:spcBef>
                <a:spcPts val="0"/>
              </a:spcBef>
              <a:buFont typeface="+mj-lt"/>
              <a:buAutoNum type="arabicPeriod"/>
            </a:pPr>
            <a:r>
              <a:rPr lang="en-IN" sz="1600" kern="0" dirty="0">
                <a:solidFill>
                  <a:srgbClr val="0070C0"/>
                </a:solidFill>
                <a:latin typeface="Arial" panose="020B0604020202020204" pitchFamily="34" charset="0"/>
                <a:cs typeface="Arial" panose="020B0604020202020204" pitchFamily="34" charset="0"/>
              </a:rPr>
              <a:t>To be more consistent from product to product</a:t>
            </a:r>
          </a:p>
          <a:p>
            <a:pPr marL="764942" lvl="1" indent="-342900">
              <a:lnSpc>
                <a:spcPct val="150000"/>
              </a:lnSpc>
              <a:spcBef>
                <a:spcPts val="0"/>
              </a:spcBef>
              <a:buFont typeface="+mj-lt"/>
              <a:buAutoNum type="arabicPeriod"/>
            </a:pPr>
            <a:r>
              <a:rPr lang="en-IN" sz="1600" kern="0" dirty="0">
                <a:solidFill>
                  <a:srgbClr val="0070C0"/>
                </a:solidFill>
                <a:latin typeface="Arial" panose="020B0604020202020204" pitchFamily="34" charset="0"/>
                <a:cs typeface="Arial" panose="020B0604020202020204" pitchFamily="34" charset="0"/>
              </a:rPr>
              <a:t>To perform consistently as temperature and other conditions change</a:t>
            </a:r>
          </a:p>
        </p:txBody>
      </p:sp>
    </p:spTree>
    <p:extLst>
      <p:ext uri="{BB962C8B-B14F-4D97-AF65-F5344CB8AC3E}">
        <p14:creationId xmlns:p14="http://schemas.microsoft.com/office/powerpoint/2010/main" val="37085691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928" y="906646"/>
            <a:ext cx="7762143" cy="517995"/>
          </a:xfrm>
        </p:spPr>
        <p:txBody>
          <a:bodyPr/>
          <a:lstStyle/>
          <a:p>
            <a:r>
              <a:rPr lang="en-IN" dirty="0"/>
              <a:t>What is robust design?</a:t>
            </a:r>
          </a:p>
        </p:txBody>
      </p:sp>
      <p:sp>
        <p:nvSpPr>
          <p:cNvPr id="3" name="Content Placeholder 2"/>
          <p:cNvSpPr>
            <a:spLocks noGrp="1"/>
          </p:cNvSpPr>
          <p:nvPr>
            <p:ph idx="1"/>
          </p:nvPr>
        </p:nvSpPr>
        <p:spPr>
          <a:xfrm>
            <a:off x="454999" y="1511787"/>
            <a:ext cx="8518490" cy="3915435"/>
          </a:xfrm>
        </p:spPr>
        <p:txBody>
          <a:bodyPr/>
          <a:lstStyle/>
          <a:p>
            <a:pPr algn="just" eaLnBrk="1" latinLnBrk="0">
              <a:lnSpc>
                <a:spcPct val="150000"/>
              </a:lnSpc>
            </a:pPr>
            <a:r>
              <a:rPr lang="en-US" sz="1800" dirty="0">
                <a:latin typeface="Arial" panose="020B0604020202020204" pitchFamily="34" charset="0"/>
                <a:cs typeface="Arial" panose="020B0604020202020204" pitchFamily="34" charset="0"/>
              </a:rPr>
              <a:t>Products and services should be designed to be inherently defect free and high quality</a:t>
            </a:r>
          </a:p>
          <a:p>
            <a:pPr lvl="1" algn="just" eaLnBrk="1" latinLnBrk="0">
              <a:lnSpc>
                <a:spcPct val="150000"/>
              </a:lnSpc>
            </a:pPr>
            <a:r>
              <a:rPr lang="en-US" sz="1430" dirty="0">
                <a:latin typeface="Arial" panose="020B0604020202020204" pitchFamily="34" charset="0"/>
                <a:cs typeface="Arial" panose="020B0604020202020204" pitchFamily="34" charset="0"/>
              </a:rPr>
              <a:t>Meet customer’s expectations also under non-ideal conditions</a:t>
            </a:r>
          </a:p>
          <a:p>
            <a:pPr algn="just" eaLnBrk="1" latinLnBrk="0">
              <a:lnSpc>
                <a:spcPct val="150000"/>
              </a:lnSpc>
            </a:pPr>
            <a:r>
              <a:rPr lang="en-US" sz="1800" dirty="0">
                <a:latin typeface="Arial" panose="020B0604020202020204" pitchFamily="34" charset="0"/>
                <a:cs typeface="Arial" panose="020B0604020202020204" pitchFamily="34" charset="0"/>
              </a:rPr>
              <a:t>Disturbances are events that cause the design performance to deviate from its target value</a:t>
            </a:r>
          </a:p>
          <a:p>
            <a:pPr algn="just" eaLnBrk="1" latinLnBrk="0">
              <a:lnSpc>
                <a:spcPct val="150000"/>
              </a:lnSpc>
            </a:pPr>
            <a:r>
              <a:rPr lang="en-US" sz="1800" dirty="0">
                <a:latin typeface="Arial" panose="020B0604020202020204" pitchFamily="34" charset="0"/>
                <a:cs typeface="Arial" panose="020B0604020202020204" pitchFamily="34" charset="0"/>
              </a:rPr>
              <a:t>Taguchi divide disturbances into three categories</a:t>
            </a:r>
          </a:p>
          <a:p>
            <a:pPr lvl="1" algn="just" eaLnBrk="1" latinLnBrk="0">
              <a:lnSpc>
                <a:spcPct val="150000"/>
              </a:lnSpc>
            </a:pPr>
            <a:r>
              <a:rPr lang="en-US" sz="1430" b="1" dirty="0">
                <a:latin typeface="Arial" panose="020B0604020202020204" pitchFamily="34" charset="0"/>
                <a:cs typeface="Arial" panose="020B0604020202020204" pitchFamily="34" charset="0"/>
              </a:rPr>
              <a:t>External disturbances</a:t>
            </a:r>
            <a:r>
              <a:rPr lang="en-US" sz="1430" dirty="0">
                <a:latin typeface="Arial" panose="020B0604020202020204" pitchFamily="34" charset="0"/>
                <a:cs typeface="Arial" panose="020B0604020202020204" pitchFamily="34" charset="0"/>
              </a:rPr>
              <a:t>: variation in the environment where the product is used</a:t>
            </a:r>
          </a:p>
          <a:p>
            <a:pPr lvl="1" algn="just" eaLnBrk="1" latinLnBrk="0">
              <a:lnSpc>
                <a:spcPct val="150000"/>
              </a:lnSpc>
            </a:pPr>
            <a:r>
              <a:rPr lang="en-US" sz="1430" b="1" dirty="0">
                <a:latin typeface="Arial" panose="020B0604020202020204" pitchFamily="34" charset="0"/>
                <a:cs typeface="Arial" panose="020B0604020202020204" pitchFamily="34" charset="0"/>
              </a:rPr>
              <a:t>Internal disturbances</a:t>
            </a:r>
            <a:r>
              <a:rPr lang="en-US" sz="1430" dirty="0">
                <a:latin typeface="Arial" panose="020B0604020202020204" pitchFamily="34" charset="0"/>
                <a:cs typeface="Arial" panose="020B0604020202020204" pitchFamily="34" charset="0"/>
              </a:rPr>
              <a:t>: wear and tear inside a specific unit</a:t>
            </a:r>
          </a:p>
          <a:p>
            <a:pPr lvl="1" algn="just" eaLnBrk="1" latinLnBrk="0">
              <a:lnSpc>
                <a:spcPct val="150000"/>
              </a:lnSpc>
            </a:pPr>
            <a:r>
              <a:rPr lang="en-US" sz="1430" b="1" dirty="0">
                <a:latin typeface="Arial" panose="020B0604020202020204" pitchFamily="34" charset="0"/>
                <a:cs typeface="Arial" panose="020B0604020202020204" pitchFamily="34" charset="0"/>
              </a:rPr>
              <a:t>Disturbances in the production process: </a:t>
            </a:r>
            <a:r>
              <a:rPr lang="en-US" sz="1430" dirty="0">
                <a:latin typeface="Arial" panose="020B0604020202020204" pitchFamily="34" charset="0"/>
                <a:cs typeface="Arial" panose="020B0604020202020204" pitchFamily="34" charset="0"/>
              </a:rPr>
              <a:t>deviation from target values</a:t>
            </a:r>
          </a:p>
          <a:p>
            <a:pPr marL="0" indent="0" eaLnBrk="1" latinLnBrk="0">
              <a:lnSpc>
                <a:spcPct val="150000"/>
              </a:lnSpc>
              <a:buNone/>
            </a:pPr>
            <a:r>
              <a:rPr lang="en-US" sz="1800" dirty="0">
                <a:latin typeface="Arial" panose="020B0604020202020204" pitchFamily="34" charset="0"/>
                <a:cs typeface="Arial" panose="020B0604020202020204" pitchFamily="34" charset="0"/>
              </a:rPr>
              <a:t/>
            </a:r>
            <a:br>
              <a:rPr lang="en-US" sz="1800" dirty="0">
                <a:latin typeface="Arial" panose="020B0604020202020204" pitchFamily="34" charset="0"/>
                <a:cs typeface="Arial" panose="020B0604020202020204" pitchFamily="34" charset="0"/>
              </a:rPr>
            </a:br>
            <a:endParaRPr lang="en-US" sz="1800" dirty="0">
              <a:latin typeface="Arial" panose="020B0604020202020204" pitchFamily="34" charset="0"/>
              <a:cs typeface="Arial" panose="020B0604020202020204" pitchFamily="34" charset="0"/>
            </a:endParaRPr>
          </a:p>
          <a:p>
            <a:pPr algn="just" eaLnBrk="1" latinLnBrk="0">
              <a:lnSpc>
                <a:spcPct val="150000"/>
              </a:lnSpc>
            </a:pPr>
            <a:endParaRPr lang="en-US" sz="1800" dirty="0">
              <a:latin typeface="Arial" panose="020B0604020202020204" pitchFamily="34" charset="0"/>
              <a:cs typeface="Arial" panose="020B0604020202020204" pitchFamily="34" charset="0"/>
            </a:endParaRPr>
          </a:p>
          <a:p>
            <a:pPr algn="just" eaLnBrk="1" latinLnBrk="0">
              <a:lnSpc>
                <a:spcPct val="150000"/>
              </a:lnSpc>
            </a:pPr>
            <a:endParaRPr lang="en-US" sz="1800" dirty="0">
              <a:latin typeface="Arial" panose="020B0604020202020204" pitchFamily="34" charset="0"/>
              <a:ea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41266568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654" y="764704"/>
            <a:ext cx="7762143" cy="517995"/>
          </a:xfrm>
        </p:spPr>
        <p:txBody>
          <a:bodyPr/>
          <a:lstStyle/>
          <a:p>
            <a:r>
              <a:rPr lang="en-IN" dirty="0"/>
              <a:t>What is robust design?</a:t>
            </a:r>
          </a:p>
        </p:txBody>
      </p:sp>
      <p:sp>
        <p:nvSpPr>
          <p:cNvPr id="3" name="Content Placeholder 2"/>
          <p:cNvSpPr>
            <a:spLocks noGrp="1"/>
          </p:cNvSpPr>
          <p:nvPr>
            <p:ph idx="1"/>
          </p:nvPr>
        </p:nvSpPr>
        <p:spPr>
          <a:xfrm>
            <a:off x="454999" y="1511787"/>
            <a:ext cx="8518490" cy="3915435"/>
          </a:xfrm>
        </p:spPr>
        <p:txBody>
          <a:bodyPr/>
          <a:lstStyle/>
          <a:p>
            <a:pPr algn="just" eaLnBrk="1" latinLnBrk="0">
              <a:lnSpc>
                <a:spcPct val="150000"/>
              </a:lnSpc>
            </a:pPr>
            <a:r>
              <a:rPr lang="en-US" sz="1800" dirty="0">
                <a:latin typeface="Arial" panose="020B0604020202020204" pitchFamily="34" charset="0"/>
                <a:cs typeface="Arial" panose="020B0604020202020204" pitchFamily="34" charset="0"/>
              </a:rPr>
              <a:t>A three step method for achieving robust design (Taguchi)</a:t>
            </a:r>
          </a:p>
          <a:p>
            <a:pPr marL="764942" lvl="1" indent="-342900" algn="just" eaLnBrk="1" latinLnBrk="0">
              <a:lnSpc>
                <a:spcPct val="150000"/>
              </a:lnSpc>
              <a:buFont typeface="+mj-lt"/>
              <a:buAutoNum type="arabicPeriod"/>
            </a:pPr>
            <a:r>
              <a:rPr lang="en-US" sz="1430" b="1" dirty="0">
                <a:latin typeface="Arial" panose="020B0604020202020204" pitchFamily="34" charset="0"/>
                <a:cs typeface="Arial" panose="020B0604020202020204" pitchFamily="34" charset="0"/>
              </a:rPr>
              <a:t>Concept design</a:t>
            </a:r>
          </a:p>
          <a:p>
            <a:pPr marL="764942" lvl="1" indent="-342900" algn="just" eaLnBrk="1" latinLnBrk="0">
              <a:lnSpc>
                <a:spcPct val="150000"/>
              </a:lnSpc>
              <a:buFont typeface="+mj-lt"/>
              <a:buAutoNum type="arabicPeriod"/>
            </a:pPr>
            <a:r>
              <a:rPr lang="en-US" sz="1430" b="1" dirty="0">
                <a:latin typeface="Arial" panose="020B0604020202020204" pitchFamily="34" charset="0"/>
                <a:cs typeface="Arial" panose="020B0604020202020204" pitchFamily="34" charset="0"/>
              </a:rPr>
              <a:t>Parameter design</a:t>
            </a:r>
          </a:p>
          <a:p>
            <a:pPr marL="764942" lvl="1" indent="-342900" algn="just" eaLnBrk="1" latinLnBrk="0">
              <a:lnSpc>
                <a:spcPct val="150000"/>
              </a:lnSpc>
              <a:buFont typeface="+mj-lt"/>
              <a:buAutoNum type="arabicPeriod"/>
            </a:pPr>
            <a:r>
              <a:rPr lang="en-US" sz="1430" b="1" dirty="0">
                <a:latin typeface="Arial" panose="020B0604020202020204" pitchFamily="34" charset="0"/>
                <a:cs typeface="Arial" panose="020B0604020202020204" pitchFamily="34" charset="0"/>
              </a:rPr>
              <a:t>Tolerance design</a:t>
            </a:r>
          </a:p>
          <a:p>
            <a:pPr marL="342900" indent="-342900" algn="just" eaLnBrk="1" latinLnBrk="0">
              <a:lnSpc>
                <a:spcPct val="150000"/>
              </a:lnSpc>
              <a:buFont typeface="+mj-lt"/>
              <a:buAutoNum type="arabicPeriod"/>
            </a:pPr>
            <a:r>
              <a:rPr lang="en-US" sz="1800" b="1" dirty="0">
                <a:solidFill>
                  <a:srgbClr val="FF0000"/>
                </a:solidFill>
                <a:latin typeface="Arial" panose="020B0604020202020204" pitchFamily="34" charset="0"/>
                <a:cs typeface="Arial" panose="020B0604020202020204" pitchFamily="34" charset="0"/>
              </a:rPr>
              <a:t>Concept Design / System Design</a:t>
            </a:r>
          </a:p>
          <a:p>
            <a:pPr lvl="1" algn="just" eaLnBrk="1" latinLnBrk="0">
              <a:lnSpc>
                <a:spcPct val="150000"/>
              </a:lnSpc>
            </a:pPr>
            <a:r>
              <a:rPr lang="en-US" sz="1433" dirty="0">
                <a:latin typeface="Arial" panose="020B0604020202020204" pitchFamily="34" charset="0"/>
                <a:cs typeface="Arial" panose="020B0604020202020204" pitchFamily="34" charset="0"/>
              </a:rPr>
              <a:t>The process of examining competing technologies for producing a product – Includes choices of technology and process design.</a:t>
            </a:r>
          </a:p>
          <a:p>
            <a:pPr lvl="1" algn="just" eaLnBrk="1" latinLnBrk="0">
              <a:lnSpc>
                <a:spcPct val="150000"/>
              </a:lnSpc>
            </a:pPr>
            <a:r>
              <a:rPr lang="en-US" sz="1433" dirty="0">
                <a:latin typeface="Arial" panose="020B0604020202020204" pitchFamily="34" charset="0"/>
                <a:cs typeface="Arial" panose="020B0604020202020204" pitchFamily="34" charset="0"/>
              </a:rPr>
              <a:t>A prototype design that can be produced and meets customers needs under ideal conditions without disturbances</a:t>
            </a:r>
          </a:p>
          <a:p>
            <a:pPr marL="0" indent="0" eaLnBrk="1" latinLnBrk="0">
              <a:lnSpc>
                <a:spcPct val="150000"/>
              </a:lnSpc>
              <a:buNone/>
            </a:pPr>
            <a:r>
              <a:rPr lang="en-US" sz="1800" dirty="0">
                <a:latin typeface="Arial" panose="020B0604020202020204" pitchFamily="34" charset="0"/>
                <a:cs typeface="Arial" panose="020B0604020202020204" pitchFamily="34" charset="0"/>
              </a:rPr>
              <a:t/>
            </a:r>
            <a:br>
              <a:rPr lang="en-US" sz="1800" dirty="0">
                <a:latin typeface="Arial" panose="020B0604020202020204" pitchFamily="34" charset="0"/>
                <a:cs typeface="Arial" panose="020B0604020202020204" pitchFamily="34" charset="0"/>
              </a:rPr>
            </a:br>
            <a:endParaRPr lang="en-US" sz="1800" dirty="0">
              <a:latin typeface="Arial" panose="020B0604020202020204" pitchFamily="34" charset="0"/>
              <a:cs typeface="Arial" panose="020B0604020202020204" pitchFamily="34" charset="0"/>
            </a:endParaRPr>
          </a:p>
          <a:p>
            <a:pPr algn="just" eaLnBrk="1" latinLnBrk="0">
              <a:lnSpc>
                <a:spcPct val="150000"/>
              </a:lnSpc>
            </a:pPr>
            <a:endParaRPr lang="en-US" sz="1800" dirty="0">
              <a:latin typeface="Arial" panose="020B0604020202020204" pitchFamily="34" charset="0"/>
              <a:cs typeface="Arial" panose="020B0604020202020204" pitchFamily="34" charset="0"/>
            </a:endParaRPr>
          </a:p>
          <a:p>
            <a:pPr algn="just" eaLnBrk="1" latinLnBrk="0">
              <a:lnSpc>
                <a:spcPct val="150000"/>
              </a:lnSpc>
            </a:pPr>
            <a:endParaRPr lang="en-US" sz="1800" dirty="0">
              <a:latin typeface="Arial" panose="020B0604020202020204" pitchFamily="34" charset="0"/>
              <a:ea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39896191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4999" y="406695"/>
            <a:ext cx="7762143" cy="680013"/>
          </a:xfrm>
        </p:spPr>
        <p:txBody>
          <a:bodyPr/>
          <a:lstStyle/>
          <a:p>
            <a:r>
              <a:rPr lang="en-IN" dirty="0"/>
              <a:t>What is robust design?</a:t>
            </a:r>
          </a:p>
        </p:txBody>
      </p:sp>
      <p:sp>
        <p:nvSpPr>
          <p:cNvPr id="3" name="Content Placeholder 2"/>
          <p:cNvSpPr>
            <a:spLocks noGrp="1"/>
          </p:cNvSpPr>
          <p:nvPr>
            <p:ph idx="1"/>
          </p:nvPr>
        </p:nvSpPr>
        <p:spPr>
          <a:xfrm>
            <a:off x="312755" y="1016732"/>
            <a:ext cx="8518490" cy="3915435"/>
          </a:xfrm>
        </p:spPr>
        <p:txBody>
          <a:bodyPr/>
          <a:lstStyle/>
          <a:p>
            <a:pPr marL="0" indent="0" algn="just" eaLnBrk="1" latinLnBrk="0">
              <a:lnSpc>
                <a:spcPct val="120000"/>
              </a:lnSpc>
              <a:spcBef>
                <a:spcPts val="0"/>
              </a:spcBef>
              <a:buNone/>
            </a:pPr>
            <a:r>
              <a:rPr lang="en-US" sz="1800" b="1" dirty="0">
                <a:solidFill>
                  <a:srgbClr val="FF0000"/>
                </a:solidFill>
                <a:latin typeface="Arial" panose="020B0604020202020204" pitchFamily="34" charset="0"/>
                <a:cs typeface="Arial" panose="020B0604020202020204" pitchFamily="34" charset="0"/>
              </a:rPr>
              <a:t>2.  Parameter Design</a:t>
            </a:r>
          </a:p>
          <a:p>
            <a:pPr lvl="1" algn="just" eaLnBrk="1" latinLnBrk="0">
              <a:lnSpc>
                <a:spcPct val="120000"/>
              </a:lnSpc>
              <a:spcBef>
                <a:spcPts val="0"/>
              </a:spcBef>
            </a:pPr>
            <a:r>
              <a:rPr lang="en-US" sz="1433" dirty="0">
                <a:latin typeface="Arial" panose="020B0604020202020204" pitchFamily="34" charset="0"/>
                <a:cs typeface="Arial" panose="020B0604020202020204" pitchFamily="34" charset="0"/>
              </a:rPr>
              <a:t>The selection of control factors (parameters) and their optimal levels</a:t>
            </a:r>
          </a:p>
          <a:p>
            <a:pPr lvl="2" algn="just" eaLnBrk="1" latinLnBrk="0">
              <a:lnSpc>
                <a:spcPct val="120000"/>
              </a:lnSpc>
              <a:spcBef>
                <a:spcPts val="0"/>
              </a:spcBef>
            </a:pPr>
            <a:r>
              <a:rPr lang="en-US" sz="1064" dirty="0">
                <a:latin typeface="Arial" panose="020B0604020202020204" pitchFamily="34" charset="0"/>
                <a:cs typeface="Arial" panose="020B0604020202020204" pitchFamily="34" charset="0"/>
              </a:rPr>
              <a:t>The objective is to make the design Robust!</a:t>
            </a:r>
          </a:p>
          <a:p>
            <a:pPr lvl="1" algn="just" eaLnBrk="1" latinLnBrk="0">
              <a:lnSpc>
                <a:spcPct val="120000"/>
              </a:lnSpc>
              <a:spcBef>
                <a:spcPts val="0"/>
              </a:spcBef>
            </a:pPr>
            <a:r>
              <a:rPr lang="en-US" sz="1433" dirty="0">
                <a:latin typeface="Arial" panose="020B0604020202020204" pitchFamily="34" charset="0"/>
                <a:cs typeface="Arial" panose="020B0604020202020204" pitchFamily="34" charset="0"/>
              </a:rPr>
              <a:t>Control factors are those process variables management can influence</a:t>
            </a:r>
          </a:p>
          <a:p>
            <a:pPr lvl="2" algn="just" eaLnBrk="1" latinLnBrk="0">
              <a:lnSpc>
                <a:spcPct val="120000"/>
              </a:lnSpc>
              <a:spcBef>
                <a:spcPts val="0"/>
              </a:spcBef>
            </a:pPr>
            <a:r>
              <a:rPr lang="en-US" sz="1064" dirty="0">
                <a:latin typeface="Arial" panose="020B0604020202020204" pitchFamily="34" charset="0"/>
                <a:cs typeface="Arial" panose="020B0604020202020204" pitchFamily="34" charset="0"/>
              </a:rPr>
              <a:t>Ex. The procedures used and the type and amount of training</a:t>
            </a:r>
          </a:p>
          <a:p>
            <a:pPr lvl="2" algn="just" eaLnBrk="1" latinLnBrk="0">
              <a:lnSpc>
                <a:spcPct val="120000"/>
              </a:lnSpc>
              <a:spcBef>
                <a:spcPts val="0"/>
              </a:spcBef>
            </a:pPr>
            <a:r>
              <a:rPr lang="en-US" sz="1064" dirty="0">
                <a:latin typeface="Arial" panose="020B0604020202020204" pitchFamily="34" charset="0"/>
                <a:cs typeface="Arial" panose="020B0604020202020204" pitchFamily="34" charset="0"/>
              </a:rPr>
              <a:t>Often a complex (non-linear) relationship between the control factors and product / design performance</a:t>
            </a:r>
          </a:p>
          <a:p>
            <a:pPr lvl="1" algn="just" eaLnBrk="1" latinLnBrk="0">
              <a:lnSpc>
                <a:spcPct val="120000"/>
              </a:lnSpc>
              <a:spcBef>
                <a:spcPts val="0"/>
              </a:spcBef>
            </a:pPr>
            <a:r>
              <a:rPr lang="en-US" sz="1433" dirty="0">
                <a:latin typeface="Arial" panose="020B0604020202020204" pitchFamily="34" charset="0"/>
                <a:cs typeface="Arial" panose="020B0604020202020204" pitchFamily="34" charset="0"/>
              </a:rPr>
              <a:t>The optimal parameter levels can be determined through experimentation.</a:t>
            </a:r>
          </a:p>
          <a:p>
            <a:pPr lvl="2" algn="just" eaLnBrk="1" latinLnBrk="0">
              <a:lnSpc>
                <a:spcPct val="120000"/>
              </a:lnSpc>
              <a:spcBef>
                <a:spcPts val="0"/>
              </a:spcBef>
            </a:pPr>
            <a:endParaRPr lang="en-US" sz="1064" dirty="0">
              <a:latin typeface="Arial" panose="020B0604020202020204" pitchFamily="34" charset="0"/>
              <a:cs typeface="Arial" panose="020B0604020202020204" pitchFamily="34" charset="0"/>
            </a:endParaRPr>
          </a:p>
          <a:p>
            <a:pPr marL="0" indent="0" eaLnBrk="1" latinLnBrk="0">
              <a:lnSpc>
                <a:spcPct val="120000"/>
              </a:lnSpc>
              <a:spcBef>
                <a:spcPts val="0"/>
              </a:spcBef>
              <a:buNone/>
            </a:pPr>
            <a:r>
              <a:rPr lang="en-US" sz="1800" dirty="0">
                <a:latin typeface="Arial" panose="020B0604020202020204" pitchFamily="34" charset="0"/>
                <a:cs typeface="Arial" panose="020B0604020202020204" pitchFamily="34" charset="0"/>
              </a:rPr>
              <a:t/>
            </a:r>
            <a:br>
              <a:rPr lang="en-US" sz="1800" dirty="0">
                <a:latin typeface="Arial" panose="020B0604020202020204" pitchFamily="34" charset="0"/>
                <a:cs typeface="Arial" panose="020B0604020202020204" pitchFamily="34" charset="0"/>
              </a:rPr>
            </a:br>
            <a:endParaRPr lang="en-US" sz="1800" dirty="0">
              <a:latin typeface="Arial" panose="020B0604020202020204" pitchFamily="34" charset="0"/>
              <a:cs typeface="Arial" panose="020B0604020202020204" pitchFamily="34" charset="0"/>
            </a:endParaRPr>
          </a:p>
          <a:p>
            <a:pPr algn="just" eaLnBrk="1" latinLnBrk="0">
              <a:lnSpc>
                <a:spcPct val="120000"/>
              </a:lnSpc>
              <a:spcBef>
                <a:spcPts val="0"/>
              </a:spcBef>
            </a:pPr>
            <a:endParaRPr lang="en-US" sz="1800" dirty="0">
              <a:latin typeface="Arial" panose="020B0604020202020204" pitchFamily="34" charset="0"/>
              <a:cs typeface="Arial" panose="020B0604020202020204" pitchFamily="34" charset="0"/>
            </a:endParaRPr>
          </a:p>
          <a:p>
            <a:pPr algn="just" eaLnBrk="1" latinLnBrk="0">
              <a:lnSpc>
                <a:spcPct val="120000"/>
              </a:lnSpc>
              <a:spcBef>
                <a:spcPts val="0"/>
              </a:spcBef>
            </a:pPr>
            <a:endParaRPr lang="en-US" sz="1800" dirty="0">
              <a:latin typeface="Arial" panose="020B0604020202020204" pitchFamily="34" charset="0"/>
              <a:ea typeface="Verdana" panose="020B0604030504040204" pitchFamily="34" charset="0"/>
              <a:cs typeface="Arial" panose="020B0604020202020204" pitchFamily="34" charset="0"/>
            </a:endParaRPr>
          </a:p>
        </p:txBody>
      </p:sp>
      <p:sp>
        <p:nvSpPr>
          <p:cNvPr id="4" name="Content Placeholder 2">
            <a:extLst>
              <a:ext uri="{FF2B5EF4-FFF2-40B4-BE49-F238E27FC236}">
                <a16:creationId xmlns="" xmlns:a16="http://schemas.microsoft.com/office/drawing/2014/main" id="{9A98DAEB-6DF2-48AC-F4B5-D29147C92FCD}"/>
              </a:ext>
            </a:extLst>
          </p:cNvPr>
          <p:cNvSpPr txBox="1">
            <a:spLocks/>
          </p:cNvSpPr>
          <p:nvPr/>
        </p:nvSpPr>
        <p:spPr>
          <a:xfrm>
            <a:off x="450333" y="2974449"/>
            <a:ext cx="8006119" cy="3267363"/>
          </a:xfrm>
          <a:prstGeom prst="rect">
            <a:avLst/>
          </a:prstGeom>
        </p:spPr>
        <p:txBody>
          <a:bodyPr/>
          <a:lstStyle>
            <a:lvl1pPr marL="316531" indent="-316531" algn="l" rtl="0" eaLnBrk="0" fontAlgn="base" latinLnBrk="1" hangingPunct="0">
              <a:spcBef>
                <a:spcPct val="20000"/>
              </a:spcBef>
              <a:spcAft>
                <a:spcPct val="0"/>
              </a:spcAft>
              <a:buChar char="•"/>
              <a:defRPr kumimoji="1" sz="2954">
                <a:solidFill>
                  <a:schemeClr val="tx1"/>
                </a:solidFill>
                <a:latin typeface="+mn-lt"/>
                <a:ea typeface="+mn-ea"/>
                <a:cs typeface="+mn-cs"/>
              </a:defRPr>
            </a:lvl1pPr>
            <a:lvl2pPr marL="685817" indent="-263776" algn="l" rtl="0" eaLnBrk="0" fontAlgn="base" latinLnBrk="1" hangingPunct="0">
              <a:spcBef>
                <a:spcPct val="20000"/>
              </a:spcBef>
              <a:spcAft>
                <a:spcPct val="0"/>
              </a:spcAft>
              <a:buChar char="–"/>
              <a:defRPr kumimoji="1" sz="2585">
                <a:solidFill>
                  <a:schemeClr val="tx1"/>
                </a:solidFill>
                <a:latin typeface="+mn-lt"/>
                <a:ea typeface="+mn-ea"/>
              </a:defRPr>
            </a:lvl2pPr>
            <a:lvl3pPr marL="1055103" indent="-211021" algn="l" rtl="0" eaLnBrk="0" fontAlgn="base" latinLnBrk="1" hangingPunct="0">
              <a:spcBef>
                <a:spcPct val="20000"/>
              </a:spcBef>
              <a:spcAft>
                <a:spcPct val="0"/>
              </a:spcAft>
              <a:buChar char="•"/>
              <a:defRPr kumimoji="1" sz="2216">
                <a:solidFill>
                  <a:schemeClr val="tx1"/>
                </a:solidFill>
                <a:latin typeface="+mn-lt"/>
                <a:ea typeface="+mn-ea"/>
              </a:defRPr>
            </a:lvl3pPr>
            <a:lvl4pPr marL="1477145" indent="-211021" algn="l" rtl="0" eaLnBrk="0" fontAlgn="base" latinLnBrk="1" hangingPunct="0">
              <a:spcBef>
                <a:spcPct val="20000"/>
              </a:spcBef>
              <a:spcAft>
                <a:spcPct val="0"/>
              </a:spcAft>
              <a:buChar char="–"/>
              <a:defRPr kumimoji="1" sz="1847">
                <a:solidFill>
                  <a:schemeClr val="tx1"/>
                </a:solidFill>
                <a:latin typeface="+mn-lt"/>
                <a:ea typeface="+mn-ea"/>
              </a:defRPr>
            </a:lvl4pPr>
            <a:lvl5pPr marL="1899186" indent="-211021" algn="l" rtl="0" eaLnBrk="0" fontAlgn="base" latinLnBrk="1" hangingPunct="0">
              <a:spcBef>
                <a:spcPct val="20000"/>
              </a:spcBef>
              <a:spcAft>
                <a:spcPct val="0"/>
              </a:spcAft>
              <a:buChar char="»"/>
              <a:defRPr kumimoji="1" sz="1847">
                <a:solidFill>
                  <a:schemeClr val="tx1"/>
                </a:solidFill>
                <a:latin typeface="+mn-lt"/>
                <a:ea typeface="+mn-ea"/>
              </a:defRPr>
            </a:lvl5pPr>
            <a:lvl6pPr marL="2321228" indent="-211021" algn="l" rtl="0" fontAlgn="base" latinLnBrk="1">
              <a:spcBef>
                <a:spcPct val="20000"/>
              </a:spcBef>
              <a:spcAft>
                <a:spcPct val="0"/>
              </a:spcAft>
              <a:buChar char="»"/>
              <a:defRPr kumimoji="1" sz="1847">
                <a:solidFill>
                  <a:schemeClr val="tx1"/>
                </a:solidFill>
                <a:latin typeface="+mn-lt"/>
                <a:ea typeface="+mn-ea"/>
              </a:defRPr>
            </a:lvl6pPr>
            <a:lvl7pPr marL="2743268" indent="-211021" algn="l" rtl="0" fontAlgn="base" latinLnBrk="1">
              <a:spcBef>
                <a:spcPct val="20000"/>
              </a:spcBef>
              <a:spcAft>
                <a:spcPct val="0"/>
              </a:spcAft>
              <a:buChar char="»"/>
              <a:defRPr kumimoji="1" sz="1847">
                <a:solidFill>
                  <a:schemeClr val="tx1"/>
                </a:solidFill>
                <a:latin typeface="+mn-lt"/>
                <a:ea typeface="+mn-ea"/>
              </a:defRPr>
            </a:lvl7pPr>
            <a:lvl8pPr marL="3165310" indent="-211021" algn="l" rtl="0" fontAlgn="base" latinLnBrk="1">
              <a:spcBef>
                <a:spcPct val="20000"/>
              </a:spcBef>
              <a:spcAft>
                <a:spcPct val="0"/>
              </a:spcAft>
              <a:buChar char="»"/>
              <a:defRPr kumimoji="1" sz="1847">
                <a:solidFill>
                  <a:schemeClr val="tx1"/>
                </a:solidFill>
                <a:latin typeface="+mn-lt"/>
                <a:ea typeface="+mn-ea"/>
              </a:defRPr>
            </a:lvl8pPr>
            <a:lvl9pPr marL="3587351" indent="-211021" algn="l" rtl="0" fontAlgn="base" latinLnBrk="1">
              <a:spcBef>
                <a:spcPct val="20000"/>
              </a:spcBef>
              <a:spcAft>
                <a:spcPct val="0"/>
              </a:spcAft>
              <a:buChar char="»"/>
              <a:defRPr kumimoji="1" sz="1847">
                <a:solidFill>
                  <a:schemeClr val="tx1"/>
                </a:solidFill>
                <a:latin typeface="+mn-lt"/>
                <a:ea typeface="+mn-ea"/>
              </a:defRPr>
            </a:lvl9pPr>
          </a:lstStyle>
          <a:p>
            <a:pPr marL="0" indent="0" algn="just" eaLnBrk="1" latinLnBrk="0">
              <a:lnSpc>
                <a:spcPct val="120000"/>
              </a:lnSpc>
              <a:spcBef>
                <a:spcPts val="0"/>
              </a:spcBef>
              <a:buFontTx/>
              <a:buNone/>
            </a:pPr>
            <a:r>
              <a:rPr lang="en-US" sz="1800" b="1" kern="0" dirty="0">
                <a:solidFill>
                  <a:srgbClr val="FF0000"/>
                </a:solidFill>
                <a:latin typeface="Arial" panose="020B0604020202020204" pitchFamily="34" charset="0"/>
                <a:cs typeface="Arial" panose="020B0604020202020204" pitchFamily="34" charset="0"/>
              </a:rPr>
              <a:t>3.  Tolerance Design</a:t>
            </a:r>
          </a:p>
          <a:p>
            <a:pPr lvl="1" algn="just" eaLnBrk="1" latinLnBrk="0">
              <a:lnSpc>
                <a:spcPct val="120000"/>
              </a:lnSpc>
              <a:spcBef>
                <a:spcPts val="0"/>
              </a:spcBef>
            </a:pPr>
            <a:r>
              <a:rPr lang="en-US" sz="1433" kern="0" dirty="0">
                <a:latin typeface="Arial" panose="020B0604020202020204" pitchFamily="34" charset="0"/>
                <a:cs typeface="Arial" panose="020B0604020202020204" pitchFamily="34" charset="0"/>
              </a:rPr>
              <a:t>Development of specification limits</a:t>
            </a:r>
          </a:p>
          <a:p>
            <a:pPr lvl="2" algn="just" eaLnBrk="1" latinLnBrk="0">
              <a:lnSpc>
                <a:spcPct val="120000"/>
              </a:lnSpc>
              <a:spcBef>
                <a:spcPts val="0"/>
              </a:spcBef>
            </a:pPr>
            <a:r>
              <a:rPr lang="en-US" sz="1064" kern="0" dirty="0">
                <a:latin typeface="Arial" panose="020B0604020202020204" pitchFamily="34" charset="0"/>
                <a:cs typeface="Arial" panose="020B0604020202020204" pitchFamily="34" charset="0"/>
              </a:rPr>
              <a:t>Necessary because there will always be some variation in the production process</a:t>
            </a:r>
          </a:p>
          <a:p>
            <a:pPr lvl="2" algn="just" eaLnBrk="1" latinLnBrk="0">
              <a:lnSpc>
                <a:spcPct val="120000"/>
              </a:lnSpc>
              <a:spcBef>
                <a:spcPts val="0"/>
              </a:spcBef>
            </a:pPr>
            <a:r>
              <a:rPr lang="en-US" sz="1064" kern="0" dirty="0">
                <a:latin typeface="Arial" panose="020B0604020202020204" pitchFamily="34" charset="0"/>
                <a:cs typeface="Arial" panose="020B0604020202020204" pitchFamily="34" charset="0"/>
              </a:rPr>
              <a:t>Taguchi fiercely advocates aiming for the target value not just settle for inside the specification limits. </a:t>
            </a:r>
          </a:p>
          <a:p>
            <a:pPr lvl="1" algn="just" eaLnBrk="1" latinLnBrk="0">
              <a:lnSpc>
                <a:spcPct val="120000"/>
              </a:lnSpc>
              <a:spcBef>
                <a:spcPts val="0"/>
              </a:spcBef>
            </a:pPr>
            <a:r>
              <a:rPr lang="en-US" sz="1433" kern="0" dirty="0">
                <a:latin typeface="Arial" panose="020B0604020202020204" pitchFamily="34" charset="0"/>
                <a:cs typeface="Arial" panose="020B0604020202020204" pitchFamily="34" charset="0"/>
              </a:rPr>
              <a:t>Occurs after the parameter design</a:t>
            </a:r>
          </a:p>
          <a:p>
            <a:pPr lvl="1" algn="just" eaLnBrk="1" latinLnBrk="0">
              <a:lnSpc>
                <a:spcPct val="120000"/>
              </a:lnSpc>
              <a:spcBef>
                <a:spcPts val="0"/>
              </a:spcBef>
            </a:pPr>
            <a:r>
              <a:rPr lang="en-US" sz="1433" kern="0" dirty="0">
                <a:latin typeface="Arial" panose="020B0604020202020204" pitchFamily="34" charset="0"/>
                <a:cs typeface="Arial" panose="020B0604020202020204" pitchFamily="34" charset="0"/>
              </a:rPr>
              <a:t>Often results in increased production costs</a:t>
            </a:r>
          </a:p>
          <a:p>
            <a:pPr lvl="2" algn="just" eaLnBrk="1" latinLnBrk="0">
              <a:lnSpc>
                <a:spcPct val="120000"/>
              </a:lnSpc>
              <a:spcBef>
                <a:spcPts val="0"/>
              </a:spcBef>
            </a:pPr>
            <a:r>
              <a:rPr lang="en-US" sz="1064" kern="0" dirty="0">
                <a:latin typeface="Arial" panose="020B0604020202020204" pitchFamily="34" charset="0"/>
                <a:cs typeface="Arial" panose="020B0604020202020204" pitchFamily="34" charset="0"/>
              </a:rPr>
              <a:t>More expensive input material might have to be used to meet specifications.</a:t>
            </a:r>
          </a:p>
          <a:p>
            <a:pPr lvl="1" algn="just" eaLnBrk="1" latinLnBrk="0">
              <a:lnSpc>
                <a:spcPct val="120000"/>
              </a:lnSpc>
              <a:spcBef>
                <a:spcPts val="0"/>
              </a:spcBef>
            </a:pPr>
            <a:r>
              <a:rPr lang="en-US" sz="1433" kern="0" dirty="0">
                <a:latin typeface="Arial" panose="020B0604020202020204" pitchFamily="34" charset="0"/>
                <a:cs typeface="Arial" panose="020B0604020202020204" pitchFamily="34" charset="0"/>
              </a:rPr>
              <a:t>Interchangeability.</a:t>
            </a:r>
          </a:p>
          <a:p>
            <a:pPr marL="0" indent="0" eaLnBrk="1" latinLnBrk="0">
              <a:lnSpc>
                <a:spcPct val="120000"/>
              </a:lnSpc>
              <a:spcBef>
                <a:spcPts val="0"/>
              </a:spcBef>
              <a:buFontTx/>
              <a:buNone/>
            </a:pPr>
            <a:r>
              <a:rPr lang="en-US" sz="1800" kern="0" dirty="0">
                <a:latin typeface="Arial" panose="020B0604020202020204" pitchFamily="34" charset="0"/>
                <a:cs typeface="Arial" panose="020B0604020202020204" pitchFamily="34" charset="0"/>
              </a:rPr>
              <a:t/>
            </a:r>
            <a:br>
              <a:rPr lang="en-US" sz="1800" kern="0" dirty="0">
                <a:latin typeface="Arial" panose="020B0604020202020204" pitchFamily="34" charset="0"/>
                <a:cs typeface="Arial" panose="020B0604020202020204" pitchFamily="34" charset="0"/>
              </a:rPr>
            </a:br>
            <a:endParaRPr lang="en-US" sz="1800" kern="0" dirty="0">
              <a:latin typeface="Arial" panose="020B0604020202020204" pitchFamily="34" charset="0"/>
              <a:cs typeface="Arial" panose="020B0604020202020204" pitchFamily="34" charset="0"/>
            </a:endParaRPr>
          </a:p>
          <a:p>
            <a:pPr algn="just" eaLnBrk="1" latinLnBrk="0">
              <a:lnSpc>
                <a:spcPct val="120000"/>
              </a:lnSpc>
              <a:spcBef>
                <a:spcPts val="0"/>
              </a:spcBef>
            </a:pPr>
            <a:endParaRPr lang="en-US" sz="1800" kern="0" dirty="0">
              <a:latin typeface="Arial" panose="020B0604020202020204" pitchFamily="34" charset="0"/>
              <a:cs typeface="Arial" panose="020B0604020202020204" pitchFamily="34" charset="0"/>
            </a:endParaRPr>
          </a:p>
          <a:p>
            <a:pPr algn="just" eaLnBrk="1" latinLnBrk="0">
              <a:lnSpc>
                <a:spcPct val="120000"/>
              </a:lnSpc>
              <a:spcBef>
                <a:spcPts val="0"/>
              </a:spcBef>
            </a:pPr>
            <a:endParaRPr lang="en-US" sz="1800" kern="0" dirty="0">
              <a:latin typeface="Arial" panose="020B0604020202020204" pitchFamily="34" charset="0"/>
              <a:ea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29783244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027" y="653784"/>
            <a:ext cx="6145331" cy="517995"/>
          </a:xfrm>
        </p:spPr>
        <p:txBody>
          <a:bodyPr/>
          <a:lstStyle/>
          <a:p>
            <a:r>
              <a:rPr lang="en-IN" dirty="0"/>
              <a:t>Background of the Taguchi Method</a:t>
            </a:r>
          </a:p>
        </p:txBody>
      </p:sp>
      <p:sp>
        <p:nvSpPr>
          <p:cNvPr id="3" name="Content Placeholder 2"/>
          <p:cNvSpPr>
            <a:spLocks noGrp="1"/>
          </p:cNvSpPr>
          <p:nvPr>
            <p:ph idx="1"/>
          </p:nvPr>
        </p:nvSpPr>
        <p:spPr>
          <a:xfrm>
            <a:off x="455027" y="1430778"/>
            <a:ext cx="8229600" cy="4212468"/>
          </a:xfrm>
        </p:spPr>
        <p:txBody>
          <a:bodyPr/>
          <a:lstStyle/>
          <a:p>
            <a:pPr algn="just" eaLnBrk="1" latinLnBrk="0">
              <a:lnSpc>
                <a:spcPct val="150000"/>
              </a:lnSpc>
            </a:pPr>
            <a:r>
              <a:rPr lang="en-US" sz="1500" b="1" dirty="0">
                <a:latin typeface="Arial" panose="020B0604020202020204" pitchFamily="34" charset="0"/>
                <a:ea typeface="Verdana" panose="020B0604030504040204" pitchFamily="34" charset="0"/>
                <a:cs typeface="Arial" panose="020B0604020202020204" pitchFamily="34" charset="0"/>
              </a:rPr>
              <a:t>Unique aspects of the Taguchi Method</a:t>
            </a:r>
          </a:p>
          <a:p>
            <a:pPr lvl="1" algn="just" eaLnBrk="1" latinLnBrk="0">
              <a:lnSpc>
                <a:spcPct val="150000"/>
              </a:lnSpc>
            </a:pPr>
            <a:r>
              <a:rPr lang="en-US" sz="1433" dirty="0">
                <a:latin typeface="Arial" panose="020B0604020202020204" pitchFamily="34" charset="0"/>
                <a:ea typeface="Verdana" panose="020B0604030504040204" pitchFamily="34" charset="0"/>
                <a:cs typeface="Arial" panose="020B0604020202020204" pitchFamily="34" charset="0"/>
              </a:rPr>
              <a:t>The Taguchi definition of quality</a:t>
            </a:r>
          </a:p>
          <a:p>
            <a:pPr lvl="1" algn="just" eaLnBrk="1" latinLnBrk="0">
              <a:lnSpc>
                <a:spcPct val="150000"/>
              </a:lnSpc>
            </a:pPr>
            <a:r>
              <a:rPr lang="en-US" sz="1433" dirty="0">
                <a:latin typeface="Arial" panose="020B0604020202020204" pitchFamily="34" charset="0"/>
                <a:ea typeface="Verdana" panose="020B0604030504040204" pitchFamily="34" charset="0"/>
                <a:cs typeface="Arial" panose="020B0604020202020204" pitchFamily="34" charset="0"/>
              </a:rPr>
              <a:t>The Taguchi Quality Loss Function (QLF)</a:t>
            </a:r>
          </a:p>
          <a:p>
            <a:pPr lvl="1" algn="just" eaLnBrk="1" latinLnBrk="0">
              <a:lnSpc>
                <a:spcPct val="150000"/>
              </a:lnSpc>
            </a:pPr>
            <a:r>
              <a:rPr lang="en-US" sz="1433" dirty="0">
                <a:latin typeface="Arial" panose="020B0604020202020204" pitchFamily="34" charset="0"/>
                <a:ea typeface="Verdana" panose="020B0604030504040204" pitchFamily="34" charset="0"/>
                <a:cs typeface="Arial" panose="020B0604020202020204" pitchFamily="34" charset="0"/>
              </a:rPr>
              <a:t>The concept of Robust Design</a:t>
            </a:r>
          </a:p>
          <a:p>
            <a:pPr marL="342900" indent="-342900" algn="just" eaLnBrk="1" latinLnBrk="0">
              <a:lnSpc>
                <a:spcPct val="150000"/>
              </a:lnSpc>
              <a:buFont typeface="+mj-lt"/>
              <a:buAutoNum type="arabicPeriod"/>
            </a:pPr>
            <a:r>
              <a:rPr lang="en-US" sz="1802" dirty="0">
                <a:solidFill>
                  <a:srgbClr val="7030A0"/>
                </a:solidFill>
                <a:latin typeface="Arial" panose="020B0604020202020204" pitchFamily="34" charset="0"/>
                <a:ea typeface="Verdana" panose="020B0604030504040204" pitchFamily="34" charset="0"/>
                <a:cs typeface="Arial" panose="020B0604020202020204" pitchFamily="34" charset="0"/>
              </a:rPr>
              <a:t>The Taguchi definition of quality</a:t>
            </a:r>
          </a:p>
          <a:p>
            <a:pPr lvl="1" algn="just" eaLnBrk="1" latinLnBrk="0">
              <a:lnSpc>
                <a:spcPct val="150000"/>
              </a:lnSpc>
            </a:pPr>
            <a:r>
              <a:rPr lang="en-US" sz="1433" dirty="0">
                <a:latin typeface="Arial" panose="020B0604020202020204" pitchFamily="34" charset="0"/>
                <a:ea typeface="Verdana" panose="020B0604030504040204" pitchFamily="34" charset="0"/>
                <a:cs typeface="Arial" panose="020B0604020202020204" pitchFamily="34" charset="0"/>
              </a:rPr>
              <a:t>Ideal quality refers to a target value for determining the quality level</a:t>
            </a:r>
          </a:p>
          <a:p>
            <a:pPr lvl="1" algn="just" eaLnBrk="1" latinLnBrk="0">
              <a:lnSpc>
                <a:spcPct val="150000"/>
              </a:lnSpc>
            </a:pPr>
            <a:r>
              <a:rPr lang="en-US" sz="1433" dirty="0">
                <a:latin typeface="Arial" panose="020B0604020202020204" pitchFamily="34" charset="0"/>
                <a:ea typeface="Verdana" panose="020B0604030504040204" pitchFamily="34" charset="0"/>
                <a:cs typeface="Arial" panose="020B0604020202020204" pitchFamily="34" charset="0"/>
              </a:rPr>
              <a:t>Ideal quality is delivered if a product or service tangible performs its intended function throughout its projected life under reasonable operating conditions without harmful side effects</a:t>
            </a:r>
          </a:p>
          <a:p>
            <a:pPr lvl="1" algn="just" eaLnBrk="1" latinLnBrk="0">
              <a:lnSpc>
                <a:spcPct val="150000"/>
              </a:lnSpc>
            </a:pPr>
            <a:r>
              <a:rPr lang="en-US" sz="1433" dirty="0">
                <a:latin typeface="Arial" panose="020B0604020202020204" pitchFamily="34" charset="0"/>
                <a:ea typeface="Verdana" panose="020B0604030504040204" pitchFamily="34" charset="0"/>
                <a:cs typeface="Arial" panose="020B0604020202020204" pitchFamily="34" charset="0"/>
              </a:rPr>
              <a:t>Ideal quality is a function of customer perception and satisfaction</a:t>
            </a:r>
          </a:p>
          <a:p>
            <a:pPr lvl="1" algn="just" eaLnBrk="1" latinLnBrk="0">
              <a:lnSpc>
                <a:spcPct val="150000"/>
              </a:lnSpc>
            </a:pPr>
            <a:r>
              <a:rPr lang="en-US" sz="1433" dirty="0">
                <a:latin typeface="Arial" panose="020B0604020202020204" pitchFamily="34" charset="0"/>
                <a:ea typeface="Verdana" panose="020B0604030504040204" pitchFamily="34" charset="0"/>
                <a:cs typeface="Arial" panose="020B0604020202020204" pitchFamily="34" charset="0"/>
              </a:rPr>
              <a:t>Service quality is measured in terms of loss to society</a:t>
            </a:r>
          </a:p>
        </p:txBody>
      </p:sp>
    </p:spTree>
    <p:extLst>
      <p:ext uri="{BB962C8B-B14F-4D97-AF65-F5344CB8AC3E}">
        <p14:creationId xmlns:p14="http://schemas.microsoft.com/office/powerpoint/2010/main" val="789374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734068"/>
            <a:ext cx="6793403" cy="517995"/>
          </a:xfrm>
        </p:spPr>
        <p:txBody>
          <a:bodyPr/>
          <a:lstStyle/>
          <a:p>
            <a:r>
              <a:rPr lang="en-IN" dirty="0"/>
              <a:t>Background of the Taguchi Method</a:t>
            </a:r>
          </a:p>
        </p:txBody>
      </p:sp>
      <p:sp>
        <p:nvSpPr>
          <p:cNvPr id="3" name="Content Placeholder 2"/>
          <p:cNvSpPr>
            <a:spLocks noGrp="1"/>
          </p:cNvSpPr>
          <p:nvPr>
            <p:ph idx="1"/>
          </p:nvPr>
        </p:nvSpPr>
        <p:spPr>
          <a:xfrm>
            <a:off x="455027" y="1430778"/>
            <a:ext cx="8229600" cy="4212468"/>
          </a:xfrm>
        </p:spPr>
        <p:txBody>
          <a:bodyPr/>
          <a:lstStyle/>
          <a:p>
            <a:pPr marL="0" indent="0" algn="just" eaLnBrk="1" latinLnBrk="0">
              <a:lnSpc>
                <a:spcPct val="150000"/>
              </a:lnSpc>
              <a:buNone/>
            </a:pPr>
            <a:r>
              <a:rPr lang="en-US" sz="1802" dirty="0">
                <a:solidFill>
                  <a:srgbClr val="7030A0"/>
                </a:solidFill>
                <a:latin typeface="Arial" panose="020B0604020202020204" pitchFamily="34" charset="0"/>
                <a:ea typeface="Verdana" panose="020B0604030504040204" pitchFamily="34" charset="0"/>
                <a:cs typeface="Arial" panose="020B0604020202020204" pitchFamily="34" charset="0"/>
              </a:rPr>
              <a:t>2. Taguchi Quality Loss Function (QLF)</a:t>
            </a:r>
          </a:p>
          <a:p>
            <a:pPr lvl="1" algn="just" eaLnBrk="1" latinLnBrk="0">
              <a:lnSpc>
                <a:spcPct val="150000"/>
              </a:lnSpc>
            </a:pPr>
            <a:r>
              <a:rPr lang="en-US" sz="1433" dirty="0">
                <a:latin typeface="Arial" panose="020B0604020202020204" pitchFamily="34" charset="0"/>
                <a:ea typeface="Verdana" panose="020B0604030504040204" pitchFamily="34" charset="0"/>
                <a:cs typeface="Arial" panose="020B0604020202020204" pitchFamily="34" charset="0"/>
              </a:rPr>
              <a:t>Taguchi defines Quality as “the loss imparted by the product to society from the time the product is shipped”</a:t>
            </a:r>
          </a:p>
          <a:p>
            <a:pPr lvl="1" algn="just" eaLnBrk="1" latinLnBrk="0">
              <a:lnSpc>
                <a:spcPct val="150000"/>
              </a:lnSpc>
            </a:pPr>
            <a:r>
              <a:rPr lang="en-US" sz="1433" dirty="0">
                <a:latin typeface="Arial" panose="020B0604020202020204" pitchFamily="34" charset="0"/>
                <a:ea typeface="Verdana" panose="020B0604030504040204" pitchFamily="34" charset="0"/>
                <a:cs typeface="Arial" panose="020B0604020202020204" pitchFamily="34" charset="0"/>
              </a:rPr>
              <a:t>LOSS = Cost to operate, Failure to function, maintenance and repair cost, customer satisfaction, poor design.</a:t>
            </a:r>
          </a:p>
          <a:p>
            <a:pPr lvl="1" algn="just" eaLnBrk="1" latinLnBrk="0">
              <a:lnSpc>
                <a:spcPct val="150000"/>
              </a:lnSpc>
            </a:pPr>
            <a:r>
              <a:rPr lang="en-US" sz="1433" dirty="0">
                <a:latin typeface="Arial" panose="020B0604020202020204" pitchFamily="34" charset="0"/>
                <a:ea typeface="Verdana" panose="020B0604030504040204" pitchFamily="34" charset="0"/>
                <a:cs typeface="Arial" panose="020B0604020202020204" pitchFamily="34" charset="0"/>
              </a:rPr>
              <a:t>Product to be produced “being within specification</a:t>
            </a:r>
          </a:p>
          <a:p>
            <a:pPr marL="422042" lvl="1" indent="0" algn="just" eaLnBrk="1" latinLnBrk="0">
              <a:lnSpc>
                <a:spcPct val="150000"/>
              </a:lnSpc>
              <a:buNone/>
            </a:pPr>
            <a:endParaRPr lang="en-US" sz="1433" dirty="0">
              <a:latin typeface="Arial" panose="020B0604020202020204" pitchFamily="34" charset="0"/>
              <a:ea typeface="Verdana" panose="020B0604030504040204" pitchFamily="34" charset="0"/>
              <a:cs typeface="Arial" panose="020B0604020202020204" pitchFamily="34" charset="0"/>
            </a:endParaRPr>
          </a:p>
        </p:txBody>
      </p:sp>
      <p:pic>
        <p:nvPicPr>
          <p:cNvPr id="5" name="Picture 4"/>
          <p:cNvPicPr>
            <a:picLocks noChangeAspect="1"/>
          </p:cNvPicPr>
          <p:nvPr/>
        </p:nvPicPr>
        <p:blipFill>
          <a:blip r:embed="rId3"/>
          <a:stretch>
            <a:fillRect/>
          </a:stretch>
        </p:blipFill>
        <p:spPr>
          <a:xfrm>
            <a:off x="359532" y="4332247"/>
            <a:ext cx="4321969" cy="850106"/>
          </a:xfrm>
          <a:prstGeom prst="rect">
            <a:avLst/>
          </a:prstGeom>
        </p:spPr>
      </p:pic>
      <p:pic>
        <p:nvPicPr>
          <p:cNvPr id="6" name="Picture 5"/>
          <p:cNvPicPr>
            <a:picLocks noChangeAspect="1"/>
          </p:cNvPicPr>
          <p:nvPr/>
        </p:nvPicPr>
        <p:blipFill>
          <a:blip r:embed="rId4"/>
          <a:stretch>
            <a:fillRect/>
          </a:stretch>
        </p:blipFill>
        <p:spPr>
          <a:xfrm>
            <a:off x="5302807" y="4050068"/>
            <a:ext cx="3479006" cy="1414463"/>
          </a:xfrm>
          <a:prstGeom prst="rect">
            <a:avLst/>
          </a:prstGeom>
        </p:spPr>
      </p:pic>
    </p:spTree>
    <p:extLst>
      <p:ext uri="{BB962C8B-B14F-4D97-AF65-F5344CB8AC3E}">
        <p14:creationId xmlns:p14="http://schemas.microsoft.com/office/powerpoint/2010/main" val="1155995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4089" y="605352"/>
            <a:ext cx="7698318" cy="431800"/>
          </a:xfrm>
        </p:spPr>
        <p:txBody>
          <a:bodyPr/>
          <a:lstStyle/>
          <a:p>
            <a:r>
              <a:rPr lang="en-IN" dirty="0"/>
              <a:t>Taguchi Terminology</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33</a:t>
            </a:fld>
            <a:endParaRPr lang="en-US" altLang="ko-KR"/>
          </a:p>
        </p:txBody>
      </p:sp>
      <p:sp>
        <p:nvSpPr>
          <p:cNvPr id="8" name="Content Placeholder 2"/>
          <p:cNvSpPr>
            <a:spLocks noGrp="1"/>
          </p:cNvSpPr>
          <p:nvPr>
            <p:ph idx="1"/>
          </p:nvPr>
        </p:nvSpPr>
        <p:spPr>
          <a:xfrm>
            <a:off x="455027" y="1430778"/>
            <a:ext cx="8229600" cy="4212468"/>
          </a:xfrm>
        </p:spPr>
        <p:txBody>
          <a:bodyPr/>
          <a:lstStyle/>
          <a:p>
            <a:pPr algn="just" eaLnBrk="1" latinLnBrk="0">
              <a:lnSpc>
                <a:spcPct val="150000"/>
              </a:lnSpc>
            </a:pPr>
            <a:r>
              <a:rPr lang="en-US" sz="1800" dirty="0">
                <a:latin typeface="Arial" panose="020B0604020202020204" pitchFamily="34" charset="0"/>
                <a:cs typeface="Arial" panose="020B0604020202020204" pitchFamily="34" charset="0"/>
              </a:rPr>
              <a:t>A schematic representation of a product / process is shown in a figure. </a:t>
            </a:r>
            <a:r>
              <a:rPr lang="en-US" sz="1800" b="1" dirty="0">
                <a:latin typeface="Arial" panose="020B0604020202020204" pitchFamily="34" charset="0"/>
                <a:cs typeface="Arial" panose="020B0604020202020204" pitchFamily="34" charset="0"/>
              </a:rPr>
              <a:t>The response is denoted by y and is called quality characteristics.</a:t>
            </a:r>
          </a:p>
          <a:p>
            <a:pPr marL="0" indent="0" algn="just" eaLnBrk="1" latinLnBrk="0">
              <a:lnSpc>
                <a:spcPct val="150000"/>
              </a:lnSpc>
              <a:buNone/>
            </a:pPr>
            <a:endParaRPr lang="en-US" sz="1800"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stretch>
            <a:fillRect/>
          </a:stretch>
        </p:blipFill>
        <p:spPr>
          <a:xfrm>
            <a:off x="424961" y="2636912"/>
            <a:ext cx="3393102" cy="2245724"/>
          </a:xfrm>
          <a:prstGeom prst="rect">
            <a:avLst/>
          </a:prstGeom>
        </p:spPr>
      </p:pic>
      <p:sp>
        <p:nvSpPr>
          <p:cNvPr id="5" name="Content Placeholder 2">
            <a:extLst>
              <a:ext uri="{FF2B5EF4-FFF2-40B4-BE49-F238E27FC236}">
                <a16:creationId xmlns="" xmlns:a16="http://schemas.microsoft.com/office/drawing/2014/main" id="{DB9B1098-2C87-18FE-29C3-2B6EB03A2873}"/>
              </a:ext>
            </a:extLst>
          </p:cNvPr>
          <p:cNvSpPr txBox="1">
            <a:spLocks/>
          </p:cNvSpPr>
          <p:nvPr/>
        </p:nvSpPr>
        <p:spPr>
          <a:xfrm>
            <a:off x="4062006" y="2384884"/>
            <a:ext cx="4652687" cy="3546394"/>
          </a:xfrm>
          <a:prstGeom prst="rect">
            <a:avLst/>
          </a:prstGeom>
        </p:spPr>
        <p:txBody>
          <a:bodyPr/>
          <a:lstStyle>
            <a:lvl1pPr marL="316531" indent="-316531" algn="l" rtl="0" eaLnBrk="0" fontAlgn="base" latinLnBrk="1" hangingPunct="0">
              <a:spcBef>
                <a:spcPct val="20000"/>
              </a:spcBef>
              <a:spcAft>
                <a:spcPct val="0"/>
              </a:spcAft>
              <a:buChar char="•"/>
              <a:defRPr kumimoji="1" sz="2954">
                <a:solidFill>
                  <a:schemeClr val="tx1"/>
                </a:solidFill>
                <a:latin typeface="+mn-lt"/>
                <a:ea typeface="+mn-ea"/>
                <a:cs typeface="+mn-cs"/>
              </a:defRPr>
            </a:lvl1pPr>
            <a:lvl2pPr marL="685817" indent="-263776" algn="l" rtl="0" eaLnBrk="0" fontAlgn="base" latinLnBrk="1" hangingPunct="0">
              <a:spcBef>
                <a:spcPct val="20000"/>
              </a:spcBef>
              <a:spcAft>
                <a:spcPct val="0"/>
              </a:spcAft>
              <a:buChar char="–"/>
              <a:defRPr kumimoji="1" sz="2585">
                <a:solidFill>
                  <a:schemeClr val="tx1"/>
                </a:solidFill>
                <a:latin typeface="+mn-lt"/>
                <a:ea typeface="+mn-ea"/>
              </a:defRPr>
            </a:lvl2pPr>
            <a:lvl3pPr marL="1055103" indent="-211021" algn="l" rtl="0" eaLnBrk="0" fontAlgn="base" latinLnBrk="1" hangingPunct="0">
              <a:spcBef>
                <a:spcPct val="20000"/>
              </a:spcBef>
              <a:spcAft>
                <a:spcPct val="0"/>
              </a:spcAft>
              <a:buChar char="•"/>
              <a:defRPr kumimoji="1" sz="2216">
                <a:solidFill>
                  <a:schemeClr val="tx1"/>
                </a:solidFill>
                <a:latin typeface="+mn-lt"/>
                <a:ea typeface="+mn-ea"/>
              </a:defRPr>
            </a:lvl3pPr>
            <a:lvl4pPr marL="1477145" indent="-211021" algn="l" rtl="0" eaLnBrk="0" fontAlgn="base" latinLnBrk="1" hangingPunct="0">
              <a:spcBef>
                <a:spcPct val="20000"/>
              </a:spcBef>
              <a:spcAft>
                <a:spcPct val="0"/>
              </a:spcAft>
              <a:buChar char="–"/>
              <a:defRPr kumimoji="1" sz="1847">
                <a:solidFill>
                  <a:schemeClr val="tx1"/>
                </a:solidFill>
                <a:latin typeface="+mn-lt"/>
                <a:ea typeface="+mn-ea"/>
              </a:defRPr>
            </a:lvl4pPr>
            <a:lvl5pPr marL="1899186" indent="-211021" algn="l" rtl="0" eaLnBrk="0" fontAlgn="base" latinLnBrk="1" hangingPunct="0">
              <a:spcBef>
                <a:spcPct val="20000"/>
              </a:spcBef>
              <a:spcAft>
                <a:spcPct val="0"/>
              </a:spcAft>
              <a:buChar char="»"/>
              <a:defRPr kumimoji="1" sz="1847">
                <a:solidFill>
                  <a:schemeClr val="tx1"/>
                </a:solidFill>
                <a:latin typeface="+mn-lt"/>
                <a:ea typeface="+mn-ea"/>
              </a:defRPr>
            </a:lvl5pPr>
            <a:lvl6pPr marL="2321228" indent="-211021" algn="l" rtl="0" fontAlgn="base" latinLnBrk="1">
              <a:spcBef>
                <a:spcPct val="20000"/>
              </a:spcBef>
              <a:spcAft>
                <a:spcPct val="0"/>
              </a:spcAft>
              <a:buChar char="»"/>
              <a:defRPr kumimoji="1" sz="1847">
                <a:solidFill>
                  <a:schemeClr val="tx1"/>
                </a:solidFill>
                <a:latin typeface="+mn-lt"/>
                <a:ea typeface="+mn-ea"/>
              </a:defRPr>
            </a:lvl6pPr>
            <a:lvl7pPr marL="2743268" indent="-211021" algn="l" rtl="0" fontAlgn="base" latinLnBrk="1">
              <a:spcBef>
                <a:spcPct val="20000"/>
              </a:spcBef>
              <a:spcAft>
                <a:spcPct val="0"/>
              </a:spcAft>
              <a:buChar char="»"/>
              <a:defRPr kumimoji="1" sz="1847">
                <a:solidFill>
                  <a:schemeClr val="tx1"/>
                </a:solidFill>
                <a:latin typeface="+mn-lt"/>
                <a:ea typeface="+mn-ea"/>
              </a:defRPr>
            </a:lvl7pPr>
            <a:lvl8pPr marL="3165310" indent="-211021" algn="l" rtl="0" fontAlgn="base" latinLnBrk="1">
              <a:spcBef>
                <a:spcPct val="20000"/>
              </a:spcBef>
              <a:spcAft>
                <a:spcPct val="0"/>
              </a:spcAft>
              <a:buChar char="»"/>
              <a:defRPr kumimoji="1" sz="1847">
                <a:solidFill>
                  <a:schemeClr val="tx1"/>
                </a:solidFill>
                <a:latin typeface="+mn-lt"/>
                <a:ea typeface="+mn-ea"/>
              </a:defRPr>
            </a:lvl8pPr>
            <a:lvl9pPr marL="3587351" indent="-211021" algn="l" rtl="0" fontAlgn="base" latinLnBrk="1">
              <a:spcBef>
                <a:spcPct val="20000"/>
              </a:spcBef>
              <a:spcAft>
                <a:spcPct val="0"/>
              </a:spcAft>
              <a:buChar char="»"/>
              <a:defRPr kumimoji="1" sz="1847">
                <a:solidFill>
                  <a:schemeClr val="tx1"/>
                </a:solidFill>
                <a:latin typeface="+mn-lt"/>
                <a:ea typeface="+mn-ea"/>
              </a:defRPr>
            </a:lvl9pPr>
          </a:lstStyle>
          <a:p>
            <a:pPr algn="just" eaLnBrk="1" latinLnBrk="0">
              <a:lnSpc>
                <a:spcPct val="130000"/>
              </a:lnSpc>
              <a:spcBef>
                <a:spcPts val="0"/>
              </a:spcBef>
            </a:pPr>
            <a:r>
              <a:rPr lang="en-US" sz="1800" kern="0">
                <a:latin typeface="Arial" panose="020B0604020202020204" pitchFamily="34" charset="0"/>
                <a:cs typeface="Arial" panose="020B0604020202020204" pitchFamily="34" charset="0"/>
              </a:rPr>
              <a:t>The parameters that influence the quality characteristic are classified as follows:</a:t>
            </a:r>
          </a:p>
          <a:p>
            <a:pPr algn="just" eaLnBrk="1" latinLnBrk="0">
              <a:lnSpc>
                <a:spcPct val="130000"/>
              </a:lnSpc>
              <a:spcBef>
                <a:spcPts val="0"/>
              </a:spcBef>
            </a:pPr>
            <a:r>
              <a:rPr lang="en-US" sz="1800" b="1" kern="0">
                <a:solidFill>
                  <a:srgbClr val="00B050"/>
                </a:solidFill>
                <a:latin typeface="Arial" panose="020B0604020202020204" pitchFamily="34" charset="0"/>
                <a:cs typeface="Arial" panose="020B0604020202020204" pitchFamily="34" charset="0"/>
              </a:rPr>
              <a:t>Signal factor (M): </a:t>
            </a:r>
            <a:r>
              <a:rPr lang="en-US" sz="1800" kern="0">
                <a:latin typeface="Arial" panose="020B0604020202020204" pitchFamily="34" charset="0"/>
                <a:cs typeface="Arial" panose="020B0604020202020204" pitchFamily="34" charset="0"/>
              </a:rPr>
              <a:t>These are the parameters set by the user or operator of the product </a:t>
            </a:r>
            <a:r>
              <a:rPr lang="en-US" sz="1800" b="1" kern="0">
                <a:latin typeface="Arial" panose="020B0604020202020204" pitchFamily="34" charset="0"/>
                <a:cs typeface="Arial" panose="020B0604020202020204" pitchFamily="34" charset="0"/>
              </a:rPr>
              <a:t>to express the intended value for the response </a:t>
            </a:r>
            <a:r>
              <a:rPr lang="en-US" sz="1800" kern="0">
                <a:latin typeface="Arial" panose="020B0604020202020204" pitchFamily="34" charset="0"/>
                <a:cs typeface="Arial" panose="020B0604020202020204" pitchFamily="34" charset="0"/>
              </a:rPr>
              <a:t>of the product based on the knowledge of the product being developed. Sometimes 2 or more signal factors may also be used in combination to express the desired response.</a:t>
            </a:r>
          </a:p>
          <a:p>
            <a:pPr marL="0" indent="0" algn="just" eaLnBrk="1" latinLnBrk="0">
              <a:lnSpc>
                <a:spcPct val="130000"/>
              </a:lnSpc>
              <a:spcBef>
                <a:spcPts val="0"/>
              </a:spcBef>
              <a:buFontTx/>
              <a:buNone/>
            </a:pPr>
            <a:endParaRPr lang="en-US" sz="1800" kern="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73507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4090" y="333657"/>
            <a:ext cx="7698318" cy="431800"/>
          </a:xfrm>
        </p:spPr>
        <p:txBody>
          <a:bodyPr/>
          <a:lstStyle/>
          <a:p>
            <a:r>
              <a:rPr lang="en-IN" dirty="0"/>
              <a:t>Taguchi Terminology</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34</a:t>
            </a:fld>
            <a:endParaRPr lang="en-US" altLang="ko-KR"/>
          </a:p>
        </p:txBody>
      </p:sp>
      <p:sp>
        <p:nvSpPr>
          <p:cNvPr id="8" name="Content Placeholder 2"/>
          <p:cNvSpPr>
            <a:spLocks noGrp="1"/>
          </p:cNvSpPr>
          <p:nvPr>
            <p:ph idx="1"/>
          </p:nvPr>
        </p:nvSpPr>
        <p:spPr>
          <a:xfrm>
            <a:off x="455027" y="1430778"/>
            <a:ext cx="8229600" cy="4212468"/>
          </a:xfrm>
        </p:spPr>
        <p:txBody>
          <a:bodyPr/>
          <a:lstStyle/>
          <a:p>
            <a:pPr algn="just" eaLnBrk="1" latinLnBrk="0">
              <a:lnSpc>
                <a:spcPct val="150000"/>
              </a:lnSpc>
            </a:pPr>
            <a:r>
              <a:rPr lang="en-US" sz="1800" b="1" dirty="0">
                <a:solidFill>
                  <a:srgbClr val="00B050"/>
                </a:solidFill>
                <a:latin typeface="Arial" panose="020B0604020202020204" pitchFamily="34" charset="0"/>
                <a:cs typeface="Arial" panose="020B0604020202020204" pitchFamily="34" charset="0"/>
              </a:rPr>
              <a:t>Noise factor (x): </a:t>
            </a:r>
            <a:r>
              <a:rPr lang="en-US" sz="1800" dirty="0">
                <a:latin typeface="Arial" panose="020B0604020202020204" pitchFamily="34" charset="0"/>
                <a:cs typeface="Arial" panose="020B0604020202020204" pitchFamily="34" charset="0"/>
              </a:rPr>
              <a:t>Certain parameters are not controllable by the designer and are known as noise factors. Parameters whose settings (also called levels) are difficult to control in the field or whose levels are expensive to control are also considered noise factors. The levels of the noise factors change from one unit to another, from one environment to another, and from time to time. </a:t>
            </a:r>
            <a:r>
              <a:rPr lang="en-US" sz="1800" b="1" dirty="0">
                <a:latin typeface="Arial" panose="020B0604020202020204" pitchFamily="34" charset="0"/>
                <a:cs typeface="Arial" panose="020B0604020202020204" pitchFamily="34" charset="0"/>
              </a:rPr>
              <a:t>The noise factors cause the response</a:t>
            </a:r>
            <a:r>
              <a:rPr lang="en-US" sz="1800" b="1" dirty="0">
                <a:solidFill>
                  <a:srgbClr val="00B050"/>
                </a:solidFill>
                <a:latin typeface="Arial" panose="020B0604020202020204" pitchFamily="34" charset="0"/>
                <a:cs typeface="Arial" panose="020B0604020202020204" pitchFamily="34" charset="0"/>
              </a:rPr>
              <a:t> y </a:t>
            </a:r>
            <a:r>
              <a:rPr lang="en-US" sz="1800" b="1" dirty="0">
                <a:latin typeface="Arial" panose="020B0604020202020204" pitchFamily="34" charset="0"/>
                <a:cs typeface="Arial" panose="020B0604020202020204" pitchFamily="34" charset="0"/>
              </a:rPr>
              <a:t>to deviate from the target specified by the signal factor M and lead to quality loss.</a:t>
            </a:r>
          </a:p>
          <a:p>
            <a:pPr algn="just" eaLnBrk="1" latinLnBrk="0">
              <a:lnSpc>
                <a:spcPct val="150000"/>
              </a:lnSpc>
            </a:pPr>
            <a:r>
              <a:rPr lang="en-US" sz="1800" b="1" dirty="0">
                <a:solidFill>
                  <a:srgbClr val="00B050"/>
                </a:solidFill>
                <a:latin typeface="Arial" panose="020B0604020202020204" pitchFamily="34" charset="0"/>
                <a:cs typeface="Arial" panose="020B0604020202020204" pitchFamily="34" charset="0"/>
              </a:rPr>
              <a:t>Control factor (z): </a:t>
            </a:r>
            <a:r>
              <a:rPr lang="en-US" sz="1800" dirty="0">
                <a:latin typeface="Arial" panose="020B0604020202020204" pitchFamily="34" charset="0"/>
                <a:cs typeface="Arial" panose="020B0604020202020204" pitchFamily="34" charset="0"/>
              </a:rPr>
              <a:t>These are parameters that can be specified by the designer. </a:t>
            </a:r>
            <a:r>
              <a:rPr lang="en-US" sz="1800" b="1" dirty="0">
                <a:latin typeface="Arial" panose="020B0604020202020204" pitchFamily="34" charset="0"/>
                <a:cs typeface="Arial" panose="020B0604020202020204" pitchFamily="34" charset="0"/>
              </a:rPr>
              <a:t>Control factor can take multiple values, called levels.</a:t>
            </a:r>
          </a:p>
        </p:txBody>
      </p:sp>
    </p:spTree>
    <p:extLst>
      <p:ext uri="{BB962C8B-B14F-4D97-AF65-F5344CB8AC3E}">
        <p14:creationId xmlns:p14="http://schemas.microsoft.com/office/powerpoint/2010/main" val="12681294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8477" y="362029"/>
            <a:ext cx="7698318" cy="431800"/>
          </a:xfrm>
        </p:spPr>
        <p:txBody>
          <a:bodyPr/>
          <a:lstStyle/>
          <a:p>
            <a:r>
              <a:rPr lang="en-US" dirty="0"/>
              <a:t>Taguchi Method is quite different:</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35</a:t>
            </a:fld>
            <a:endParaRPr lang="en-US" altLang="ko-KR"/>
          </a:p>
        </p:txBody>
      </p:sp>
      <p:sp>
        <p:nvSpPr>
          <p:cNvPr id="8" name="Content Placeholder 2"/>
          <p:cNvSpPr>
            <a:spLocks noGrp="1"/>
          </p:cNvSpPr>
          <p:nvPr>
            <p:ph idx="1"/>
          </p:nvPr>
        </p:nvSpPr>
        <p:spPr>
          <a:xfrm>
            <a:off x="478449" y="1160748"/>
            <a:ext cx="8229600" cy="4212468"/>
          </a:xfrm>
        </p:spPr>
        <p:txBody>
          <a:bodyPr/>
          <a:lstStyle/>
          <a:p>
            <a:pPr marL="0" indent="0" algn="just" eaLnBrk="1" latinLnBrk="0">
              <a:lnSpc>
                <a:spcPct val="150000"/>
              </a:lnSpc>
              <a:buNone/>
            </a:pPr>
            <a:r>
              <a:rPr lang="en-US" sz="1800" dirty="0">
                <a:latin typeface="Arial" panose="020B0604020202020204" pitchFamily="34" charset="0"/>
                <a:cs typeface="Arial" panose="020B0604020202020204" pitchFamily="34" charset="0"/>
              </a:rPr>
              <a:t>For examples, if there are </a:t>
            </a:r>
            <a:r>
              <a:rPr lang="en-US" sz="1800" dirty="0">
                <a:solidFill>
                  <a:srgbClr val="FF0000"/>
                </a:solidFill>
                <a:latin typeface="Arial" panose="020B0604020202020204" pitchFamily="34" charset="0"/>
                <a:cs typeface="Arial" panose="020B0604020202020204" pitchFamily="34" charset="0"/>
              </a:rPr>
              <a:t>seven variables </a:t>
            </a:r>
            <a:r>
              <a:rPr lang="en-US" sz="1800" dirty="0">
                <a:latin typeface="Arial" panose="020B0604020202020204" pitchFamily="34" charset="0"/>
                <a:cs typeface="Arial" panose="020B0604020202020204" pitchFamily="34" charset="0"/>
              </a:rPr>
              <a:t>that can each be set at </a:t>
            </a:r>
            <a:r>
              <a:rPr lang="en-US" sz="1800" dirty="0">
                <a:solidFill>
                  <a:srgbClr val="FF0000"/>
                </a:solidFill>
                <a:latin typeface="Arial" panose="020B0604020202020204" pitchFamily="34" charset="0"/>
                <a:cs typeface="Arial" panose="020B0604020202020204" pitchFamily="34" charset="0"/>
              </a:rPr>
              <a:t>two levels</a:t>
            </a:r>
            <a:r>
              <a:rPr lang="en-US" sz="1800" dirty="0">
                <a:latin typeface="Arial" panose="020B0604020202020204" pitchFamily="34" charset="0"/>
                <a:cs typeface="Arial" panose="020B0604020202020204" pitchFamily="34" charset="0"/>
              </a:rPr>
              <a:t>, then the total number of experiments possible is given by</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Level of the power of factors, that is (2</a:t>
            </a:r>
            <a:r>
              <a:rPr lang="en-US" sz="1800" baseline="30000" dirty="0">
                <a:latin typeface="Arial" panose="020B0604020202020204" pitchFamily="34" charset="0"/>
                <a:cs typeface="Arial" panose="020B0604020202020204" pitchFamily="34" charset="0"/>
              </a:rPr>
              <a:t>7</a:t>
            </a:r>
            <a:r>
              <a:rPr lang="en-US" sz="1800" dirty="0">
                <a:latin typeface="Arial" panose="020B0604020202020204" pitchFamily="34" charset="0"/>
                <a:cs typeface="Arial" panose="020B0604020202020204" pitchFamily="34" charset="0"/>
              </a:rPr>
              <a:t>) = 128.</a:t>
            </a:r>
          </a:p>
          <a:p>
            <a:pPr algn="just" eaLnBrk="1" latinLnBrk="0">
              <a:lnSpc>
                <a:spcPct val="150000"/>
              </a:lnSpc>
            </a:pPr>
            <a:r>
              <a:rPr lang="en-US" sz="1800" dirty="0">
                <a:latin typeface="Arial" panose="020B0604020202020204" pitchFamily="34" charset="0"/>
                <a:cs typeface="Arial" panose="020B0604020202020204" pitchFamily="34" charset="0"/>
              </a:rPr>
              <a:t>It allows to vary all the factors at a time and still let us evaluate the effect of each individual factor.</a:t>
            </a:r>
          </a:p>
          <a:p>
            <a:pPr algn="just" eaLnBrk="1" latinLnBrk="0">
              <a:lnSpc>
                <a:spcPct val="150000"/>
              </a:lnSpc>
            </a:pPr>
            <a:r>
              <a:rPr lang="en-US" sz="1800" dirty="0">
                <a:latin typeface="Arial" panose="020B0604020202020204" pitchFamily="34" charset="0"/>
                <a:cs typeface="Arial" panose="020B0604020202020204" pitchFamily="34" charset="0"/>
              </a:rPr>
              <a:t>Also, it allows us to do limited number of experiments and then provides a method for predicting the other untried combinations. For examples, in the cited example, Taguchi method suggests doing </a:t>
            </a:r>
            <a:r>
              <a:rPr lang="en-US" sz="1800" dirty="0">
                <a:solidFill>
                  <a:srgbClr val="FF0000"/>
                </a:solidFill>
                <a:latin typeface="Arial" panose="020B0604020202020204" pitchFamily="34" charset="0"/>
                <a:cs typeface="Arial" panose="020B0604020202020204" pitchFamily="34" charset="0"/>
              </a:rPr>
              <a:t>only 8 experiments </a:t>
            </a:r>
            <a:r>
              <a:rPr lang="en-US" sz="1800" dirty="0">
                <a:latin typeface="Arial" panose="020B0604020202020204" pitchFamily="34" charset="0"/>
                <a:cs typeface="Arial" panose="020B0604020202020204" pitchFamily="34" charset="0"/>
              </a:rPr>
              <a:t>to understand the 128 combinations.</a:t>
            </a:r>
          </a:p>
          <a:p>
            <a:pPr marL="0" indent="0" algn="just" eaLnBrk="1" latinLnBrk="0">
              <a:lnSpc>
                <a:spcPct val="150000"/>
              </a:lnSpc>
              <a:buNone/>
            </a:pPr>
            <a:r>
              <a:rPr lang="en-US" sz="1800" dirty="0">
                <a:latin typeface="Arial" panose="020B0604020202020204" pitchFamily="34" charset="0"/>
                <a:cs typeface="Arial" panose="020B0604020202020204" pitchFamily="34" charset="0"/>
              </a:rPr>
              <a:t/>
            </a:r>
            <a:br>
              <a:rPr lang="en-US" sz="1800" dirty="0">
                <a:latin typeface="Arial" panose="020B0604020202020204" pitchFamily="34" charset="0"/>
                <a:cs typeface="Arial" panose="020B0604020202020204" pitchFamily="34" charset="0"/>
              </a:rPr>
            </a:b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30737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Taguchi Method is quite different:</a:t>
            </a:r>
            <a:endParaRPr lang="en-IN" dirty="0"/>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36</a:t>
            </a:fld>
            <a:endParaRPr lang="en-US" altLang="ko-KR"/>
          </a:p>
        </p:txBody>
      </p:sp>
      <p:sp>
        <p:nvSpPr>
          <p:cNvPr id="8" name="Content Placeholder 2"/>
          <p:cNvSpPr>
            <a:spLocks noGrp="1"/>
          </p:cNvSpPr>
          <p:nvPr>
            <p:ph idx="1"/>
          </p:nvPr>
        </p:nvSpPr>
        <p:spPr>
          <a:xfrm>
            <a:off x="478449" y="728700"/>
            <a:ext cx="8229600" cy="4212468"/>
          </a:xfrm>
        </p:spPr>
        <p:txBody>
          <a:bodyPr/>
          <a:lstStyle/>
          <a:p>
            <a:pPr algn="just" eaLnBrk="1" latinLnBrk="0">
              <a:lnSpc>
                <a:spcPct val="200000"/>
              </a:lnSpc>
            </a:pPr>
            <a:r>
              <a:rPr lang="en-US" sz="1800" dirty="0">
                <a:latin typeface="Arial" panose="020B0604020202020204" pitchFamily="34" charset="0"/>
                <a:cs typeface="Arial" panose="020B0604020202020204" pitchFamily="34" charset="0"/>
              </a:rPr>
              <a:t>In Taguchi designs, </a:t>
            </a:r>
            <a:r>
              <a:rPr lang="en-US" sz="1800" b="1" dirty="0">
                <a:latin typeface="Arial" panose="020B0604020202020204" pitchFamily="34" charset="0"/>
                <a:cs typeface="Arial" panose="020B0604020202020204" pitchFamily="34" charset="0"/>
              </a:rPr>
              <a:t>a measure of robustness </a:t>
            </a:r>
            <a:r>
              <a:rPr lang="en-US" sz="1800" dirty="0">
                <a:latin typeface="Arial" panose="020B0604020202020204" pitchFamily="34" charset="0"/>
                <a:cs typeface="Arial" panose="020B0604020202020204" pitchFamily="34" charset="0"/>
              </a:rPr>
              <a:t>used </a:t>
            </a:r>
            <a:r>
              <a:rPr lang="en-US" sz="1800" dirty="0">
                <a:solidFill>
                  <a:srgbClr val="FF0000"/>
                </a:solidFill>
                <a:latin typeface="Arial" panose="020B0604020202020204" pitchFamily="34" charset="0"/>
                <a:cs typeface="Arial" panose="020B0604020202020204" pitchFamily="34" charset="0"/>
              </a:rPr>
              <a:t>to identify control factors </a:t>
            </a:r>
            <a:r>
              <a:rPr lang="en-US" sz="1800" dirty="0">
                <a:latin typeface="Arial" panose="020B0604020202020204" pitchFamily="34" charset="0"/>
                <a:cs typeface="Arial" panose="020B0604020202020204" pitchFamily="34" charset="0"/>
              </a:rPr>
              <a:t>that </a:t>
            </a:r>
            <a:r>
              <a:rPr lang="en-US" sz="1800" dirty="0">
                <a:solidFill>
                  <a:srgbClr val="00B050"/>
                </a:solidFill>
                <a:latin typeface="Arial" panose="020B0604020202020204" pitchFamily="34" charset="0"/>
                <a:cs typeface="Arial" panose="020B0604020202020204" pitchFamily="34" charset="0"/>
              </a:rPr>
              <a:t>reduce variability </a:t>
            </a:r>
            <a:r>
              <a:rPr lang="en-US" sz="1800" dirty="0">
                <a:latin typeface="Arial" panose="020B0604020202020204" pitchFamily="34" charset="0"/>
                <a:cs typeface="Arial" panose="020B0604020202020204" pitchFamily="34" charset="0"/>
              </a:rPr>
              <a:t>in a product or process by </a:t>
            </a:r>
            <a:r>
              <a:rPr lang="en-US" sz="1800" dirty="0">
                <a:solidFill>
                  <a:srgbClr val="00B0F0"/>
                </a:solidFill>
                <a:latin typeface="Arial" panose="020B0604020202020204" pitchFamily="34" charset="0"/>
                <a:cs typeface="Arial" panose="020B0604020202020204" pitchFamily="34" charset="0"/>
              </a:rPr>
              <a:t>minimizing the effects </a:t>
            </a:r>
            <a:r>
              <a:rPr lang="en-US" sz="1800" dirty="0">
                <a:latin typeface="Arial" panose="020B0604020202020204" pitchFamily="34" charset="0"/>
                <a:cs typeface="Arial" panose="020B0604020202020204" pitchFamily="34" charset="0"/>
              </a:rPr>
              <a:t>of uncontrollable factors (noise factors). </a:t>
            </a:r>
          </a:p>
          <a:p>
            <a:pPr algn="just" eaLnBrk="1" latinLnBrk="0">
              <a:lnSpc>
                <a:spcPct val="200000"/>
              </a:lnSpc>
            </a:pPr>
            <a:r>
              <a:rPr lang="en-US" sz="1800" dirty="0">
                <a:latin typeface="Arial" panose="020B0604020202020204" pitchFamily="34" charset="0"/>
                <a:cs typeface="Arial" panose="020B0604020202020204" pitchFamily="34" charset="0"/>
              </a:rPr>
              <a:t>In a Taguchi designed experiment, you </a:t>
            </a:r>
            <a:r>
              <a:rPr lang="en-US" sz="1800" b="1" dirty="0">
                <a:solidFill>
                  <a:srgbClr val="FF0000"/>
                </a:solidFill>
                <a:latin typeface="Arial" panose="020B0604020202020204" pitchFamily="34" charset="0"/>
                <a:cs typeface="Arial" panose="020B0604020202020204" pitchFamily="34" charset="0"/>
              </a:rPr>
              <a:t>manipulate noise factors </a:t>
            </a:r>
            <a:r>
              <a:rPr lang="en-US" sz="1800" dirty="0">
                <a:latin typeface="Arial" panose="020B0604020202020204" pitchFamily="34" charset="0"/>
                <a:cs typeface="Arial" panose="020B0604020202020204" pitchFamily="34" charset="0"/>
              </a:rPr>
              <a:t>to force variability to occur and </a:t>
            </a:r>
            <a:r>
              <a:rPr lang="en-US" sz="1800" b="1" dirty="0">
                <a:solidFill>
                  <a:srgbClr val="0070C0"/>
                </a:solidFill>
                <a:latin typeface="Arial" panose="020B0604020202020204" pitchFamily="34" charset="0"/>
                <a:cs typeface="Arial" panose="020B0604020202020204" pitchFamily="34" charset="0"/>
              </a:rPr>
              <a:t>from the results, identify optimal control factor settings</a:t>
            </a:r>
            <a:r>
              <a:rPr lang="en-US" sz="1800" dirty="0">
                <a:latin typeface="Arial" panose="020B0604020202020204" pitchFamily="34" charset="0"/>
                <a:cs typeface="Arial" panose="020B0604020202020204" pitchFamily="34" charset="0"/>
              </a:rPr>
              <a:t> that make the process or product robust, or resistant to variation from the noise factors. </a:t>
            </a:r>
          </a:p>
        </p:txBody>
      </p:sp>
    </p:spTree>
    <p:extLst>
      <p:ext uri="{BB962C8B-B14F-4D97-AF65-F5344CB8AC3E}">
        <p14:creationId xmlns:p14="http://schemas.microsoft.com/office/powerpoint/2010/main" val="13047152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Taguchi’s Design of Experiment Idea</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37</a:t>
            </a:fld>
            <a:endParaRPr lang="en-US" altLang="ko-KR"/>
          </a:p>
        </p:txBody>
      </p:sp>
      <p:sp>
        <p:nvSpPr>
          <p:cNvPr id="8" name="Content Placeholder 2"/>
          <p:cNvSpPr>
            <a:spLocks noGrp="1"/>
          </p:cNvSpPr>
          <p:nvPr>
            <p:ph idx="1"/>
          </p:nvPr>
        </p:nvSpPr>
        <p:spPr>
          <a:xfrm>
            <a:off x="455027" y="1430778"/>
            <a:ext cx="8229600" cy="4212468"/>
          </a:xfrm>
        </p:spPr>
        <p:txBody>
          <a:bodyPr/>
          <a:lstStyle/>
          <a:p>
            <a:pPr algn="just" eaLnBrk="1" latinLnBrk="0">
              <a:lnSpc>
                <a:spcPct val="200000"/>
              </a:lnSpc>
            </a:pPr>
            <a:r>
              <a:rPr lang="en-US" sz="1800" dirty="0">
                <a:latin typeface="Arial" panose="020B0604020202020204" pitchFamily="34" charset="0"/>
                <a:cs typeface="Arial" panose="020B0604020202020204" pitchFamily="34" charset="0"/>
              </a:rPr>
              <a:t>Use </a:t>
            </a:r>
            <a:r>
              <a:rPr lang="en-US" sz="1800" b="1" dirty="0">
                <a:latin typeface="Arial" panose="020B0604020202020204" pitchFamily="34" charset="0"/>
                <a:cs typeface="Arial" panose="020B0604020202020204" pitchFamily="34" charset="0"/>
              </a:rPr>
              <a:t>Orthogonal Arrays</a:t>
            </a:r>
            <a:r>
              <a:rPr lang="en-US" sz="1800" dirty="0">
                <a:latin typeface="Arial" panose="020B0604020202020204" pitchFamily="34" charset="0"/>
                <a:cs typeface="Arial" panose="020B0604020202020204" pitchFamily="34" charset="0"/>
              </a:rPr>
              <a:t> that </a:t>
            </a:r>
            <a:r>
              <a:rPr lang="en-US" sz="1800" b="1" dirty="0">
                <a:solidFill>
                  <a:srgbClr val="0070C0"/>
                </a:solidFill>
                <a:latin typeface="Arial" panose="020B0604020202020204" pitchFamily="34" charset="0"/>
                <a:cs typeface="Arial" panose="020B0604020202020204" pitchFamily="34" charset="0"/>
              </a:rPr>
              <a:t>only estimate main effects and specified interactions.</a:t>
            </a:r>
          </a:p>
          <a:p>
            <a:pPr algn="just" eaLnBrk="1" latinLnBrk="0">
              <a:lnSpc>
                <a:spcPct val="200000"/>
              </a:lnSpc>
            </a:pPr>
            <a:r>
              <a:rPr lang="en-US" sz="1800" b="1" dirty="0">
                <a:solidFill>
                  <a:srgbClr val="FF0000"/>
                </a:solidFill>
                <a:latin typeface="Arial" panose="020B0604020202020204" pitchFamily="34" charset="0"/>
                <a:cs typeface="Arial" panose="020B0604020202020204" pitchFamily="34" charset="0"/>
              </a:rPr>
              <a:t>Intentionally vary the noise factors </a:t>
            </a:r>
            <a:r>
              <a:rPr lang="en-US" sz="1800" dirty="0">
                <a:latin typeface="Arial" panose="020B0604020202020204" pitchFamily="34" charset="0"/>
                <a:cs typeface="Arial" panose="020B0604020202020204" pitchFamily="34" charset="0"/>
              </a:rPr>
              <a:t>so that you choose a set of conditions that will work well in the face of the noise expected in the actual application.</a:t>
            </a:r>
          </a:p>
          <a:p>
            <a:pPr algn="just" eaLnBrk="1" latinLnBrk="0">
              <a:lnSpc>
                <a:spcPct val="150000"/>
              </a:lnSpc>
            </a:pPr>
            <a:r>
              <a:rPr lang="en-US" sz="1800" dirty="0">
                <a:latin typeface="Arial" panose="020B0604020202020204" pitchFamily="34" charset="0"/>
                <a:cs typeface="Arial" panose="020B0604020202020204" pitchFamily="34" charset="0"/>
              </a:rPr>
              <a:t>Inner/Outer Arrays – Two statistical designs per experiment: </a:t>
            </a:r>
          </a:p>
          <a:p>
            <a:pPr lvl="1" algn="just" eaLnBrk="1" latinLnBrk="0">
              <a:lnSpc>
                <a:spcPct val="150000"/>
              </a:lnSpc>
            </a:pPr>
            <a:r>
              <a:rPr lang="en-US" sz="1430" dirty="0">
                <a:solidFill>
                  <a:srgbClr val="00B050"/>
                </a:solidFill>
                <a:latin typeface="Arial" panose="020B0604020202020204" pitchFamily="34" charset="0"/>
                <a:cs typeface="Arial" panose="020B0604020202020204" pitchFamily="34" charset="0"/>
              </a:rPr>
              <a:t>A design in the control factors called an </a:t>
            </a:r>
            <a:r>
              <a:rPr lang="en-US" sz="1430" b="1" dirty="0">
                <a:solidFill>
                  <a:srgbClr val="0070C0"/>
                </a:solidFill>
                <a:latin typeface="Arial" panose="020B0604020202020204" pitchFamily="34" charset="0"/>
                <a:cs typeface="Arial" panose="020B0604020202020204" pitchFamily="34" charset="0"/>
              </a:rPr>
              <a:t>inner array</a:t>
            </a:r>
          </a:p>
          <a:p>
            <a:pPr lvl="1" algn="just" eaLnBrk="1" latinLnBrk="0">
              <a:lnSpc>
                <a:spcPct val="150000"/>
              </a:lnSpc>
            </a:pPr>
            <a:r>
              <a:rPr lang="en-US" sz="1430" dirty="0">
                <a:solidFill>
                  <a:srgbClr val="00B050"/>
                </a:solidFill>
                <a:latin typeface="Arial" panose="020B0604020202020204" pitchFamily="34" charset="0"/>
                <a:cs typeface="Arial" panose="020B0604020202020204" pitchFamily="34" charset="0"/>
              </a:rPr>
              <a:t>A design in the noise factors called an </a:t>
            </a:r>
            <a:r>
              <a:rPr lang="en-US" sz="1430" b="1" dirty="0">
                <a:solidFill>
                  <a:srgbClr val="0070C0"/>
                </a:solidFill>
                <a:latin typeface="Arial" panose="020B0604020202020204" pitchFamily="34" charset="0"/>
                <a:cs typeface="Arial" panose="020B0604020202020204" pitchFamily="34" charset="0"/>
              </a:rPr>
              <a:t>outer array </a:t>
            </a:r>
          </a:p>
          <a:p>
            <a:pPr algn="just" eaLnBrk="1" latinLnBrk="0">
              <a:lnSpc>
                <a:spcPct val="150000"/>
              </a:lnSpc>
            </a:pPr>
            <a:r>
              <a:rPr lang="en-US" sz="1800" dirty="0">
                <a:latin typeface="Arial" panose="020B0604020202020204" pitchFamily="34" charset="0"/>
                <a:cs typeface="Arial" panose="020B0604020202020204" pitchFamily="34" charset="0"/>
              </a:rPr>
              <a:t>Good for estimating C x N Factor Interactions.</a:t>
            </a:r>
          </a:p>
        </p:txBody>
      </p:sp>
    </p:spTree>
    <p:extLst>
      <p:ext uri="{BB962C8B-B14F-4D97-AF65-F5344CB8AC3E}">
        <p14:creationId xmlns:p14="http://schemas.microsoft.com/office/powerpoint/2010/main" val="42600384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Taguchi’s Analysis Ideas</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38</a:t>
            </a:fld>
            <a:endParaRPr lang="en-US" altLang="ko-KR"/>
          </a:p>
        </p:txBody>
      </p:sp>
      <p:sp>
        <p:nvSpPr>
          <p:cNvPr id="8" name="Content Placeholder 2"/>
          <p:cNvSpPr>
            <a:spLocks noGrp="1"/>
          </p:cNvSpPr>
          <p:nvPr>
            <p:ph idx="1"/>
          </p:nvPr>
        </p:nvSpPr>
        <p:spPr>
          <a:xfrm>
            <a:off x="455027" y="1430778"/>
            <a:ext cx="8229600" cy="4212468"/>
          </a:xfrm>
        </p:spPr>
        <p:txBody>
          <a:bodyPr/>
          <a:lstStyle/>
          <a:p>
            <a:pPr algn="just" eaLnBrk="1" latinLnBrk="0">
              <a:lnSpc>
                <a:spcPct val="200000"/>
              </a:lnSpc>
            </a:pPr>
            <a:r>
              <a:rPr lang="en-US" sz="1800" b="1" dirty="0">
                <a:latin typeface="Arial" panose="020B0604020202020204" pitchFamily="34" charset="0"/>
                <a:cs typeface="Arial" panose="020B0604020202020204" pitchFamily="34" charset="0"/>
              </a:rPr>
              <a:t>A single response which makes a tradeoff between setting the mean to a desirable level while keeping the variance low. </a:t>
            </a:r>
          </a:p>
          <a:p>
            <a:pPr algn="just" eaLnBrk="1" latinLnBrk="0">
              <a:lnSpc>
                <a:spcPct val="200000"/>
              </a:lnSpc>
            </a:pPr>
            <a:r>
              <a:rPr lang="en-US" sz="1800" dirty="0">
                <a:latin typeface="Arial" panose="020B0604020202020204" pitchFamily="34" charset="0"/>
                <a:cs typeface="Arial" panose="020B0604020202020204" pitchFamily="34" charset="0"/>
              </a:rPr>
              <a:t>Always try to </a:t>
            </a:r>
            <a:r>
              <a:rPr lang="en-US" sz="1800" b="1" dirty="0">
                <a:solidFill>
                  <a:srgbClr val="00B050"/>
                </a:solidFill>
                <a:latin typeface="Arial" panose="020B0604020202020204" pitchFamily="34" charset="0"/>
                <a:cs typeface="Arial" panose="020B0604020202020204" pitchFamily="34" charset="0"/>
              </a:rPr>
              <a:t>MAXIMIZE</a:t>
            </a:r>
            <a:r>
              <a:rPr lang="en-US" sz="1800" dirty="0">
                <a:latin typeface="Arial" panose="020B0604020202020204" pitchFamily="34" charset="0"/>
                <a:cs typeface="Arial" panose="020B0604020202020204" pitchFamily="34" charset="0"/>
              </a:rPr>
              <a:t> a S/N Ratio </a:t>
            </a:r>
          </a:p>
          <a:p>
            <a:pPr algn="just" eaLnBrk="1" latinLnBrk="0">
              <a:lnSpc>
                <a:spcPct val="200000"/>
              </a:lnSpc>
            </a:pPr>
            <a:r>
              <a:rPr lang="en-US" sz="1800" dirty="0">
                <a:latin typeface="Arial" panose="020B0604020202020204" pitchFamily="34" charset="0"/>
                <a:cs typeface="Arial" panose="020B0604020202020204" pitchFamily="34" charset="0"/>
              </a:rPr>
              <a:t>There are three types: </a:t>
            </a:r>
          </a:p>
          <a:p>
            <a:pPr lvl="1" algn="just" eaLnBrk="1" latinLnBrk="0">
              <a:lnSpc>
                <a:spcPct val="200000"/>
              </a:lnSpc>
            </a:pPr>
            <a:r>
              <a:rPr lang="en-US" sz="1430" dirty="0">
                <a:latin typeface="Arial" panose="020B0604020202020204" pitchFamily="34" charset="0"/>
                <a:cs typeface="Arial" panose="020B0604020202020204" pitchFamily="34" charset="0"/>
              </a:rPr>
              <a:t>Smaller is Better</a:t>
            </a:r>
          </a:p>
          <a:p>
            <a:pPr lvl="1" algn="just" eaLnBrk="1" latinLnBrk="0">
              <a:lnSpc>
                <a:spcPct val="200000"/>
              </a:lnSpc>
            </a:pPr>
            <a:r>
              <a:rPr lang="en-US" sz="1430" dirty="0">
                <a:latin typeface="Arial" panose="020B0604020202020204" pitchFamily="34" charset="0"/>
                <a:cs typeface="Arial" panose="020B0604020202020204" pitchFamily="34" charset="0"/>
              </a:rPr>
              <a:t>Target is Best </a:t>
            </a:r>
          </a:p>
          <a:p>
            <a:pPr lvl="1" algn="just" eaLnBrk="1" latinLnBrk="0">
              <a:lnSpc>
                <a:spcPct val="200000"/>
              </a:lnSpc>
            </a:pPr>
            <a:r>
              <a:rPr lang="en-US" sz="1430" dirty="0">
                <a:latin typeface="Arial" panose="020B0604020202020204" pitchFamily="34" charset="0"/>
                <a:cs typeface="Arial" panose="020B0604020202020204" pitchFamily="34" charset="0"/>
              </a:rPr>
              <a:t>Larger is Better</a:t>
            </a:r>
          </a:p>
        </p:txBody>
      </p:sp>
    </p:spTree>
    <p:extLst>
      <p:ext uri="{BB962C8B-B14F-4D97-AF65-F5344CB8AC3E}">
        <p14:creationId xmlns:p14="http://schemas.microsoft.com/office/powerpoint/2010/main" val="28803851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Taguchi Quality Loss Function (QLF)</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39</a:t>
            </a:fld>
            <a:endParaRPr lang="en-US" altLang="ko-KR"/>
          </a:p>
        </p:txBody>
      </p:sp>
      <p:pic>
        <p:nvPicPr>
          <p:cNvPr id="2050" name="Picture 2" descr="animation from The Red Road showing reduction in loss as variation decreases"/>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43663" y="1436944"/>
            <a:ext cx="4194449" cy="305050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4359407" y="1507953"/>
            <a:ext cx="4572000" cy="2585323"/>
          </a:xfrm>
          <a:prstGeom prst="rect">
            <a:avLst/>
          </a:prstGeom>
        </p:spPr>
        <p:txBody>
          <a:bodyPr>
            <a:spAutoFit/>
          </a:bodyPr>
          <a:lstStyle/>
          <a:p>
            <a:r>
              <a:rPr lang="en-US" sz="1800" dirty="0">
                <a:latin typeface="Arial" panose="020B0604020202020204" pitchFamily="34" charset="0"/>
                <a:cs typeface="Arial" panose="020B0604020202020204" pitchFamily="34" charset="0"/>
              </a:rPr>
              <a:t>Where y is the critical performance parameter value, </a:t>
            </a:r>
          </a:p>
          <a:p>
            <a:r>
              <a:rPr lang="en-US" sz="1800" b="1" dirty="0">
                <a:solidFill>
                  <a:srgbClr val="FF0000"/>
                </a:solidFill>
                <a:latin typeface="Arial" panose="020B0604020202020204" pitchFamily="34" charset="0"/>
                <a:cs typeface="Arial" panose="020B0604020202020204" pitchFamily="34" charset="0"/>
              </a:rPr>
              <a:t>L</a:t>
            </a:r>
            <a:r>
              <a:rPr lang="en-US" sz="1800" dirty="0">
                <a:latin typeface="Arial" panose="020B0604020202020204" pitchFamily="34" charset="0"/>
                <a:cs typeface="Arial" panose="020B0604020202020204" pitchFamily="34" charset="0"/>
              </a:rPr>
              <a:t> is the loss associated with a particular parameter y, </a:t>
            </a:r>
            <a:br>
              <a:rPr lang="en-US" sz="1800" dirty="0">
                <a:latin typeface="Arial" panose="020B0604020202020204" pitchFamily="34" charset="0"/>
                <a:cs typeface="Arial" panose="020B0604020202020204" pitchFamily="34" charset="0"/>
              </a:rPr>
            </a:br>
            <a:r>
              <a:rPr lang="en-US" sz="1800" b="1" dirty="0">
                <a:solidFill>
                  <a:srgbClr val="FF0000"/>
                </a:solidFill>
                <a:latin typeface="Arial" panose="020B0604020202020204" pitchFamily="34" charset="0"/>
                <a:cs typeface="Arial" panose="020B0604020202020204" pitchFamily="34" charset="0"/>
              </a:rPr>
              <a:t>m</a:t>
            </a:r>
            <a:r>
              <a:rPr lang="en-US" sz="1800" dirty="0">
                <a:latin typeface="Arial" panose="020B0604020202020204" pitchFamily="34" charset="0"/>
                <a:cs typeface="Arial" panose="020B0604020202020204" pitchFamily="34" charset="0"/>
              </a:rPr>
              <a:t> is the nominal value of the parameter specification (</a:t>
            </a:r>
            <a:r>
              <a:rPr lang="en-US" sz="1800" dirty="0" err="1">
                <a:latin typeface="Arial" panose="020B0604020202020204" pitchFamily="34" charset="0"/>
                <a:cs typeface="Arial" panose="020B0604020202020204" pitchFamily="34" charset="0"/>
              </a:rPr>
              <a:t>ie</a:t>
            </a:r>
            <a:r>
              <a:rPr lang="en-US" sz="1800" dirty="0">
                <a:latin typeface="Arial" panose="020B0604020202020204" pitchFamily="34" charset="0"/>
                <a:cs typeface="Arial" panose="020B0604020202020204" pitchFamily="34" charset="0"/>
              </a:rPr>
              <a:t>. Target value of y), </a:t>
            </a:r>
          </a:p>
          <a:p>
            <a:r>
              <a:rPr lang="en-US" sz="1800" b="1" dirty="0">
                <a:solidFill>
                  <a:srgbClr val="FF0000"/>
                </a:solidFill>
                <a:latin typeface="Arial" panose="020B0604020202020204" pitchFamily="34" charset="0"/>
                <a:cs typeface="Arial" panose="020B0604020202020204" pitchFamily="34" charset="0"/>
              </a:rPr>
              <a:t>k</a:t>
            </a:r>
            <a:r>
              <a:rPr lang="en-US" sz="1800" dirty="0">
                <a:latin typeface="Arial" panose="020B0604020202020204" pitchFamily="34" charset="0"/>
                <a:cs typeface="Arial" panose="020B0604020202020204" pitchFamily="34" charset="0"/>
              </a:rPr>
              <a:t> is a constant that depends on the cost at the specification limits. (</a:t>
            </a:r>
            <a:r>
              <a:rPr lang="en-US" sz="1800" dirty="0" err="1">
                <a:latin typeface="Arial" panose="020B0604020202020204" pitchFamily="34" charset="0"/>
                <a:cs typeface="Arial" panose="020B0604020202020204" pitchFamily="34" charset="0"/>
              </a:rPr>
              <a:t>ie</a:t>
            </a:r>
            <a:r>
              <a:rPr lang="en-US" sz="1800" dirty="0">
                <a:latin typeface="Arial" panose="020B0604020202020204" pitchFamily="34" charset="0"/>
                <a:cs typeface="Arial" panose="020B0604020202020204" pitchFamily="34" charset="0"/>
              </a:rPr>
              <a:t>. Quality loss coefficient)</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32345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Taguchi Quality Loss Function (QLF)</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40</a:t>
            </a:fld>
            <a:endParaRPr lang="en-US" altLang="ko-KR"/>
          </a:p>
        </p:txBody>
      </p:sp>
      <p:pic>
        <p:nvPicPr>
          <p:cNvPr id="3" name="Picture 2"/>
          <p:cNvPicPr>
            <a:picLocks noChangeAspect="1"/>
          </p:cNvPicPr>
          <p:nvPr/>
        </p:nvPicPr>
        <p:blipFill>
          <a:blip r:embed="rId2">
            <a:duotone>
              <a:prstClr val="black"/>
              <a:schemeClr val="accent3">
                <a:tint val="45000"/>
                <a:satMod val="400000"/>
              </a:schemeClr>
            </a:duotone>
          </a:blip>
          <a:stretch>
            <a:fillRect/>
          </a:stretch>
        </p:blipFill>
        <p:spPr>
          <a:xfrm>
            <a:off x="1845" y="1376772"/>
            <a:ext cx="9144000" cy="3417329"/>
          </a:xfrm>
          <a:prstGeom prst="rect">
            <a:avLst/>
          </a:prstGeom>
        </p:spPr>
      </p:pic>
      <p:sp>
        <p:nvSpPr>
          <p:cNvPr id="5" name="TextBox 4"/>
          <p:cNvSpPr txBox="1"/>
          <p:nvPr/>
        </p:nvSpPr>
        <p:spPr>
          <a:xfrm>
            <a:off x="105376" y="5111929"/>
            <a:ext cx="8975745" cy="646331"/>
          </a:xfrm>
          <a:prstGeom prst="rect">
            <a:avLst/>
          </a:prstGeom>
          <a:noFill/>
        </p:spPr>
        <p:txBody>
          <a:bodyPr wrap="square" rtlCol="0">
            <a:spAutoFit/>
          </a:bodyPr>
          <a:lstStyle/>
          <a:p>
            <a:pPr marL="257175" indent="-257175">
              <a:buFont typeface="Arial" panose="020B0604020202020204" pitchFamily="34" charset="0"/>
              <a:buChar char="•"/>
            </a:pPr>
            <a:r>
              <a:rPr lang="en-IN" sz="1800" dirty="0">
                <a:solidFill>
                  <a:srgbClr val="00B050"/>
                </a:solidFill>
                <a:latin typeface="Arial" panose="020B0604020202020204" pitchFamily="34" charset="0"/>
                <a:cs typeface="Arial" panose="020B0604020202020204" pitchFamily="34" charset="0"/>
              </a:rPr>
              <a:t>The loss is proportional to square of the deviation of y from the target value. </a:t>
            </a:r>
          </a:p>
          <a:p>
            <a:pPr marL="257175" indent="-257175">
              <a:buFont typeface="Arial" panose="020B0604020202020204" pitchFamily="34" charset="0"/>
              <a:buChar char="•"/>
            </a:pPr>
            <a:r>
              <a:rPr lang="en-IN" sz="1800" dirty="0">
                <a:solidFill>
                  <a:srgbClr val="00B050"/>
                </a:solidFill>
                <a:latin typeface="Arial" panose="020B0604020202020204" pitchFamily="34" charset="0"/>
                <a:cs typeface="Arial" panose="020B0604020202020204" pitchFamily="34" charset="0"/>
              </a:rPr>
              <a:t>k is proportionality constant. </a:t>
            </a:r>
          </a:p>
        </p:txBody>
      </p:sp>
    </p:spTree>
    <p:extLst>
      <p:ext uri="{BB962C8B-B14F-4D97-AF65-F5344CB8AC3E}">
        <p14:creationId xmlns:p14="http://schemas.microsoft.com/office/powerpoint/2010/main" val="24337329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Taguchi Quality Loss Function (QLF)</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41</a:t>
            </a:fld>
            <a:endParaRPr lang="en-US" altLang="ko-KR"/>
          </a:p>
        </p:txBody>
      </p:sp>
      <p:pic>
        <p:nvPicPr>
          <p:cNvPr id="3" name="Picture 2"/>
          <p:cNvPicPr>
            <a:picLocks noChangeAspect="1"/>
          </p:cNvPicPr>
          <p:nvPr/>
        </p:nvPicPr>
        <p:blipFill>
          <a:blip r:embed="rId2">
            <a:duotone>
              <a:prstClr val="black"/>
              <a:schemeClr val="accent3">
                <a:tint val="45000"/>
                <a:satMod val="400000"/>
              </a:schemeClr>
            </a:duotone>
          </a:blip>
          <a:stretch>
            <a:fillRect/>
          </a:stretch>
        </p:blipFill>
        <p:spPr>
          <a:xfrm>
            <a:off x="1189435" y="1585913"/>
            <a:ext cx="6765131" cy="3686175"/>
          </a:xfrm>
          <a:prstGeom prst="rect">
            <a:avLst/>
          </a:prstGeom>
        </p:spPr>
      </p:pic>
    </p:spTree>
    <p:extLst>
      <p:ext uri="{BB962C8B-B14F-4D97-AF65-F5344CB8AC3E}">
        <p14:creationId xmlns:p14="http://schemas.microsoft.com/office/powerpoint/2010/main" val="8099480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Quality Evaluations</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42</a:t>
            </a:fld>
            <a:endParaRPr lang="en-US" altLang="ko-KR"/>
          </a:p>
        </p:txBody>
      </p:sp>
      <p:sp>
        <p:nvSpPr>
          <p:cNvPr id="8" name="Content Placeholder 2"/>
          <p:cNvSpPr>
            <a:spLocks noGrp="1"/>
          </p:cNvSpPr>
          <p:nvPr>
            <p:ph idx="1"/>
          </p:nvPr>
        </p:nvSpPr>
        <p:spPr>
          <a:xfrm>
            <a:off x="455027" y="1430778"/>
            <a:ext cx="8229600" cy="4212468"/>
          </a:xfrm>
        </p:spPr>
        <p:txBody>
          <a:bodyPr/>
          <a:lstStyle/>
          <a:p>
            <a:pPr algn="just" eaLnBrk="1" latinLnBrk="0">
              <a:lnSpc>
                <a:spcPct val="200000"/>
              </a:lnSpc>
            </a:pPr>
            <a:r>
              <a:rPr lang="en-US" sz="1800" dirty="0">
                <a:latin typeface="Arial" panose="020B0604020202020204" pitchFamily="34" charset="0"/>
                <a:cs typeface="Arial" panose="020B0604020202020204" pitchFamily="34" charset="0"/>
              </a:rPr>
              <a:t>According to the </a:t>
            </a:r>
            <a:r>
              <a:rPr lang="en-US" sz="1800" b="1" dirty="0">
                <a:latin typeface="Arial" panose="020B0604020202020204" pitchFamily="34" charset="0"/>
                <a:cs typeface="Arial" panose="020B0604020202020204" pitchFamily="34" charset="0"/>
              </a:rPr>
              <a:t>traditional concept of loss function that as long as the product’s quality characteristics is within the specification limits or tolerances, there are no losses incurred. </a:t>
            </a:r>
            <a:r>
              <a:rPr lang="en-US" sz="1800" dirty="0">
                <a:latin typeface="Arial" panose="020B0604020202020204" pitchFamily="34" charset="0"/>
                <a:cs typeface="Arial" panose="020B0604020202020204" pitchFamily="34" charset="0"/>
              </a:rPr>
              <a:t>The lose takes the form of a step function with a constant value </a:t>
            </a:r>
            <a:r>
              <a:rPr lang="en-US" sz="1800" b="1" dirty="0">
                <a:solidFill>
                  <a:srgbClr val="00B050"/>
                </a:solidFill>
                <a:latin typeface="Arial" panose="020B0604020202020204" pitchFamily="34" charset="0"/>
                <a:cs typeface="Arial" panose="020B0604020202020204" pitchFamily="34" charset="0"/>
              </a:rPr>
              <a:t>A</a:t>
            </a:r>
            <a:r>
              <a:rPr lang="en-US" sz="1800" dirty="0">
                <a:latin typeface="Arial" panose="020B0604020202020204" pitchFamily="34" charset="0"/>
                <a:cs typeface="Arial" panose="020B0604020202020204" pitchFamily="34" charset="0"/>
              </a:rPr>
              <a:t> outside of the specification limits or tolerances.</a:t>
            </a:r>
          </a:p>
          <a:p>
            <a:pPr algn="just" eaLnBrk="1" latinLnBrk="0">
              <a:lnSpc>
                <a:spcPct val="200000"/>
              </a:lnSpc>
            </a:pPr>
            <a:r>
              <a:rPr lang="en-US" sz="1800" dirty="0">
                <a:latin typeface="Arial" panose="020B0604020202020204" pitchFamily="34" charset="0"/>
                <a:cs typeface="Arial" panose="020B0604020202020204" pitchFamily="34" charset="0"/>
              </a:rPr>
              <a:t>The concept is simple but effective. </a:t>
            </a:r>
            <a:r>
              <a:rPr lang="en-US" sz="1800" b="1" dirty="0">
                <a:solidFill>
                  <a:srgbClr val="00B050"/>
                </a:solidFill>
                <a:latin typeface="Arial" panose="020B0604020202020204" pitchFamily="34" charset="0"/>
                <a:cs typeface="Arial" panose="020B0604020202020204" pitchFamily="34" charset="0"/>
              </a:rPr>
              <a:t>Taguchi defines </a:t>
            </a:r>
            <a:r>
              <a:rPr lang="en-US" sz="1800" dirty="0">
                <a:latin typeface="Arial" panose="020B0604020202020204" pitchFamily="34" charset="0"/>
                <a:cs typeface="Arial" panose="020B0604020202020204" pitchFamily="34" charset="0"/>
              </a:rPr>
              <a:t>quality as “</a:t>
            </a:r>
            <a:r>
              <a:rPr lang="en-US" sz="1800" b="1" dirty="0">
                <a:solidFill>
                  <a:srgbClr val="FF0000"/>
                </a:solidFill>
                <a:latin typeface="Arial" panose="020B0604020202020204" pitchFamily="34" charset="0"/>
                <a:cs typeface="Arial" panose="020B0604020202020204" pitchFamily="34" charset="0"/>
              </a:rPr>
              <a:t>the total loss imparted to society from the time a product is shipped to the customer</a:t>
            </a:r>
            <a:r>
              <a:rPr lang="en-US" sz="18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967945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Quality Evaluations</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43</a:t>
            </a:fld>
            <a:endParaRPr lang="en-US" altLang="ko-KR"/>
          </a:p>
        </p:txBody>
      </p:sp>
      <p:sp>
        <p:nvSpPr>
          <p:cNvPr id="8" name="Content Placeholder 2"/>
          <p:cNvSpPr>
            <a:spLocks noGrp="1"/>
          </p:cNvSpPr>
          <p:nvPr>
            <p:ph idx="1"/>
          </p:nvPr>
        </p:nvSpPr>
        <p:spPr>
          <a:xfrm>
            <a:off x="468617" y="1088740"/>
            <a:ext cx="8229600" cy="4212468"/>
          </a:xfrm>
        </p:spPr>
        <p:txBody>
          <a:bodyPr/>
          <a:lstStyle/>
          <a:p>
            <a:pPr algn="just" eaLnBrk="1" latinLnBrk="0">
              <a:lnSpc>
                <a:spcPct val="200000"/>
              </a:lnSpc>
            </a:pPr>
            <a:r>
              <a:rPr lang="en-US" sz="1800" dirty="0">
                <a:latin typeface="Arial" panose="020B0604020202020204" pitchFamily="34" charset="0"/>
                <a:cs typeface="Arial" panose="020B0604020202020204" pitchFamily="34" charset="0"/>
              </a:rPr>
              <a:t>Loss function L(y) makes no distinction between products</a:t>
            </a:r>
          </a:p>
          <a:p>
            <a:pPr lvl="1" algn="just" eaLnBrk="1" latinLnBrk="0">
              <a:lnSpc>
                <a:spcPct val="200000"/>
              </a:lnSpc>
            </a:pPr>
            <a:r>
              <a:rPr lang="en-US" sz="1433" dirty="0">
                <a:latin typeface="Arial" panose="020B0604020202020204" pitchFamily="34" charset="0"/>
                <a:cs typeface="Arial" panose="020B0604020202020204" pitchFamily="34" charset="0"/>
              </a:rPr>
              <a:t>Whose quality characteristic is exactly on target at </a:t>
            </a:r>
            <a:r>
              <a:rPr lang="en-US" sz="1433" b="1" dirty="0">
                <a:solidFill>
                  <a:srgbClr val="00B050"/>
                </a:solidFill>
                <a:latin typeface="Arial" panose="020B0604020202020204" pitchFamily="34" charset="0"/>
                <a:cs typeface="Arial" panose="020B0604020202020204" pitchFamily="34" charset="0"/>
              </a:rPr>
              <a:t>m</a:t>
            </a:r>
            <a:r>
              <a:rPr lang="en-US" sz="1433" dirty="0">
                <a:latin typeface="Arial" panose="020B0604020202020204" pitchFamily="34" charset="0"/>
                <a:cs typeface="Arial" panose="020B0604020202020204" pitchFamily="34" charset="0"/>
              </a:rPr>
              <a:t>, or</a:t>
            </a:r>
          </a:p>
          <a:p>
            <a:pPr lvl="1" algn="just" eaLnBrk="1" latinLnBrk="0">
              <a:lnSpc>
                <a:spcPct val="200000"/>
              </a:lnSpc>
            </a:pPr>
            <a:r>
              <a:rPr lang="en-US" sz="1433" dirty="0">
                <a:latin typeface="Arial" panose="020B0604020202020204" pitchFamily="34" charset="0"/>
                <a:cs typeface="Arial" panose="020B0604020202020204" pitchFamily="34" charset="0"/>
              </a:rPr>
              <a:t>Whose quality characteristic is just above lower specification limit </a:t>
            </a:r>
            <a:r>
              <a:rPr lang="en-US" sz="1433" b="1" dirty="0">
                <a:solidFill>
                  <a:srgbClr val="00B050"/>
                </a:solidFill>
                <a:latin typeface="Arial" panose="020B0604020202020204" pitchFamily="34" charset="0"/>
                <a:cs typeface="Arial" panose="020B0604020202020204" pitchFamily="34" charset="0"/>
              </a:rPr>
              <a:t>(LSL), </a:t>
            </a:r>
            <a:r>
              <a:rPr lang="en-US" sz="1433" dirty="0">
                <a:latin typeface="Arial" panose="020B0604020202020204" pitchFamily="34" charset="0"/>
                <a:cs typeface="Arial" panose="020B0604020202020204" pitchFamily="34" charset="0"/>
              </a:rPr>
              <a:t>or</a:t>
            </a:r>
          </a:p>
          <a:p>
            <a:pPr lvl="1" algn="just" eaLnBrk="1" latinLnBrk="0">
              <a:lnSpc>
                <a:spcPct val="200000"/>
              </a:lnSpc>
            </a:pPr>
            <a:r>
              <a:rPr lang="en-US" sz="1433" dirty="0">
                <a:latin typeface="Arial" panose="020B0604020202020204" pitchFamily="34" charset="0"/>
                <a:cs typeface="Arial" panose="020B0604020202020204" pitchFamily="34" charset="0"/>
              </a:rPr>
              <a:t>Whose quality characteristics is just below the upper specification limit </a:t>
            </a:r>
            <a:r>
              <a:rPr lang="en-US" sz="1433" b="1" dirty="0">
                <a:solidFill>
                  <a:srgbClr val="00B050"/>
                </a:solidFill>
                <a:latin typeface="Arial" panose="020B0604020202020204" pitchFamily="34" charset="0"/>
                <a:cs typeface="Arial" panose="020B0604020202020204" pitchFamily="34" charset="0"/>
              </a:rPr>
              <a:t>(USL)</a:t>
            </a:r>
          </a:p>
        </p:txBody>
      </p:sp>
      <p:pic>
        <p:nvPicPr>
          <p:cNvPr id="3" name="Picture 2"/>
          <p:cNvPicPr>
            <a:picLocks noChangeAspect="1"/>
          </p:cNvPicPr>
          <p:nvPr/>
        </p:nvPicPr>
        <p:blipFill>
          <a:blip r:embed="rId3"/>
          <a:stretch>
            <a:fillRect/>
          </a:stretch>
        </p:blipFill>
        <p:spPr>
          <a:xfrm>
            <a:off x="2375756" y="3212013"/>
            <a:ext cx="3915435" cy="1908847"/>
          </a:xfrm>
          <a:prstGeom prst="rect">
            <a:avLst/>
          </a:prstGeom>
        </p:spPr>
      </p:pic>
      <p:sp>
        <p:nvSpPr>
          <p:cNvPr id="5" name="Content Placeholder 2">
            <a:extLst>
              <a:ext uri="{FF2B5EF4-FFF2-40B4-BE49-F238E27FC236}">
                <a16:creationId xmlns="" xmlns:a16="http://schemas.microsoft.com/office/drawing/2014/main" id="{B60499B2-6F39-5390-026B-07D36560A105}"/>
              </a:ext>
            </a:extLst>
          </p:cNvPr>
          <p:cNvSpPr txBox="1">
            <a:spLocks/>
          </p:cNvSpPr>
          <p:nvPr/>
        </p:nvSpPr>
        <p:spPr>
          <a:xfrm>
            <a:off x="490417" y="5387262"/>
            <a:ext cx="8229600" cy="986837"/>
          </a:xfrm>
          <a:prstGeom prst="rect">
            <a:avLst/>
          </a:prstGeom>
        </p:spPr>
        <p:txBody>
          <a:bodyPr/>
          <a:lstStyle>
            <a:lvl1pPr marL="316531" indent="-316531" algn="l" rtl="0" eaLnBrk="0" fontAlgn="base" latinLnBrk="1" hangingPunct="0">
              <a:spcBef>
                <a:spcPct val="20000"/>
              </a:spcBef>
              <a:spcAft>
                <a:spcPct val="0"/>
              </a:spcAft>
              <a:buChar char="•"/>
              <a:defRPr kumimoji="1" sz="2954">
                <a:solidFill>
                  <a:schemeClr val="tx1"/>
                </a:solidFill>
                <a:latin typeface="+mn-lt"/>
                <a:ea typeface="+mn-ea"/>
                <a:cs typeface="+mn-cs"/>
              </a:defRPr>
            </a:lvl1pPr>
            <a:lvl2pPr marL="685817" indent="-263776" algn="l" rtl="0" eaLnBrk="0" fontAlgn="base" latinLnBrk="1" hangingPunct="0">
              <a:spcBef>
                <a:spcPct val="20000"/>
              </a:spcBef>
              <a:spcAft>
                <a:spcPct val="0"/>
              </a:spcAft>
              <a:buChar char="–"/>
              <a:defRPr kumimoji="1" sz="2585">
                <a:solidFill>
                  <a:schemeClr val="tx1"/>
                </a:solidFill>
                <a:latin typeface="+mn-lt"/>
                <a:ea typeface="+mn-ea"/>
              </a:defRPr>
            </a:lvl2pPr>
            <a:lvl3pPr marL="1055103" indent="-211021" algn="l" rtl="0" eaLnBrk="0" fontAlgn="base" latinLnBrk="1" hangingPunct="0">
              <a:spcBef>
                <a:spcPct val="20000"/>
              </a:spcBef>
              <a:spcAft>
                <a:spcPct val="0"/>
              </a:spcAft>
              <a:buChar char="•"/>
              <a:defRPr kumimoji="1" sz="2216">
                <a:solidFill>
                  <a:schemeClr val="tx1"/>
                </a:solidFill>
                <a:latin typeface="+mn-lt"/>
                <a:ea typeface="+mn-ea"/>
              </a:defRPr>
            </a:lvl3pPr>
            <a:lvl4pPr marL="1477145" indent="-211021" algn="l" rtl="0" eaLnBrk="0" fontAlgn="base" latinLnBrk="1" hangingPunct="0">
              <a:spcBef>
                <a:spcPct val="20000"/>
              </a:spcBef>
              <a:spcAft>
                <a:spcPct val="0"/>
              </a:spcAft>
              <a:buChar char="–"/>
              <a:defRPr kumimoji="1" sz="1847">
                <a:solidFill>
                  <a:schemeClr val="tx1"/>
                </a:solidFill>
                <a:latin typeface="+mn-lt"/>
                <a:ea typeface="+mn-ea"/>
              </a:defRPr>
            </a:lvl4pPr>
            <a:lvl5pPr marL="1899186" indent="-211021" algn="l" rtl="0" eaLnBrk="0" fontAlgn="base" latinLnBrk="1" hangingPunct="0">
              <a:spcBef>
                <a:spcPct val="20000"/>
              </a:spcBef>
              <a:spcAft>
                <a:spcPct val="0"/>
              </a:spcAft>
              <a:buChar char="»"/>
              <a:defRPr kumimoji="1" sz="1847">
                <a:solidFill>
                  <a:schemeClr val="tx1"/>
                </a:solidFill>
                <a:latin typeface="+mn-lt"/>
                <a:ea typeface="+mn-ea"/>
              </a:defRPr>
            </a:lvl5pPr>
            <a:lvl6pPr marL="2321228" indent="-211021" algn="l" rtl="0" fontAlgn="base" latinLnBrk="1">
              <a:spcBef>
                <a:spcPct val="20000"/>
              </a:spcBef>
              <a:spcAft>
                <a:spcPct val="0"/>
              </a:spcAft>
              <a:buChar char="»"/>
              <a:defRPr kumimoji="1" sz="1847">
                <a:solidFill>
                  <a:schemeClr val="tx1"/>
                </a:solidFill>
                <a:latin typeface="+mn-lt"/>
                <a:ea typeface="+mn-ea"/>
              </a:defRPr>
            </a:lvl6pPr>
            <a:lvl7pPr marL="2743268" indent="-211021" algn="l" rtl="0" fontAlgn="base" latinLnBrk="1">
              <a:spcBef>
                <a:spcPct val="20000"/>
              </a:spcBef>
              <a:spcAft>
                <a:spcPct val="0"/>
              </a:spcAft>
              <a:buChar char="»"/>
              <a:defRPr kumimoji="1" sz="1847">
                <a:solidFill>
                  <a:schemeClr val="tx1"/>
                </a:solidFill>
                <a:latin typeface="+mn-lt"/>
                <a:ea typeface="+mn-ea"/>
              </a:defRPr>
            </a:lvl7pPr>
            <a:lvl8pPr marL="3165310" indent="-211021" algn="l" rtl="0" fontAlgn="base" latinLnBrk="1">
              <a:spcBef>
                <a:spcPct val="20000"/>
              </a:spcBef>
              <a:spcAft>
                <a:spcPct val="0"/>
              </a:spcAft>
              <a:buChar char="»"/>
              <a:defRPr kumimoji="1" sz="1847">
                <a:solidFill>
                  <a:schemeClr val="tx1"/>
                </a:solidFill>
                <a:latin typeface="+mn-lt"/>
                <a:ea typeface="+mn-ea"/>
              </a:defRPr>
            </a:lvl8pPr>
            <a:lvl9pPr marL="3587351" indent="-211021" algn="l" rtl="0" fontAlgn="base" latinLnBrk="1">
              <a:spcBef>
                <a:spcPct val="20000"/>
              </a:spcBef>
              <a:spcAft>
                <a:spcPct val="0"/>
              </a:spcAft>
              <a:buChar char="»"/>
              <a:defRPr kumimoji="1" sz="1847">
                <a:solidFill>
                  <a:schemeClr val="tx1"/>
                </a:solidFill>
                <a:latin typeface="+mn-lt"/>
                <a:ea typeface="+mn-ea"/>
              </a:defRPr>
            </a:lvl9pPr>
          </a:lstStyle>
          <a:p>
            <a:pPr algn="just" eaLnBrk="1" latinLnBrk="0"/>
            <a:r>
              <a:rPr lang="en-US" sz="1350" kern="0">
                <a:latin typeface="Arial" panose="020B0604020202020204" pitchFamily="34" charset="0"/>
                <a:cs typeface="Arial" panose="020B0604020202020204" pitchFamily="34" charset="0"/>
              </a:rPr>
              <a:t>The conventional method of computing the cost of quality is based on the number of parts rejected and reworked in a production environment. This method of quality evaluation is incapable of distinguishing between two samples, both within the specification limits but with different distributions of targeted properties.</a:t>
            </a:r>
            <a:endParaRPr lang="en-US" sz="1350" kern="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29622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Quality Evaluations</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44</a:t>
            </a:fld>
            <a:endParaRPr lang="en-US" altLang="ko-KR"/>
          </a:p>
        </p:txBody>
      </p:sp>
      <p:pic>
        <p:nvPicPr>
          <p:cNvPr id="5" name="Picture 4"/>
          <p:cNvPicPr>
            <a:picLocks noChangeAspect="1"/>
          </p:cNvPicPr>
          <p:nvPr/>
        </p:nvPicPr>
        <p:blipFill>
          <a:blip r:embed="rId3"/>
          <a:stretch>
            <a:fillRect/>
          </a:stretch>
        </p:blipFill>
        <p:spPr>
          <a:xfrm>
            <a:off x="171083" y="4178213"/>
            <a:ext cx="4414838" cy="942975"/>
          </a:xfrm>
          <a:prstGeom prst="rect">
            <a:avLst/>
          </a:prstGeom>
        </p:spPr>
      </p:pic>
      <p:pic>
        <p:nvPicPr>
          <p:cNvPr id="6" name="Picture 5"/>
          <p:cNvPicPr>
            <a:picLocks noChangeAspect="1"/>
          </p:cNvPicPr>
          <p:nvPr/>
        </p:nvPicPr>
        <p:blipFill rotWithShape="1">
          <a:blip r:embed="rId4"/>
          <a:srcRect t="29820"/>
          <a:stretch/>
        </p:blipFill>
        <p:spPr>
          <a:xfrm>
            <a:off x="4807700" y="4207374"/>
            <a:ext cx="4193381" cy="817203"/>
          </a:xfrm>
          <a:prstGeom prst="rect">
            <a:avLst/>
          </a:prstGeom>
        </p:spPr>
      </p:pic>
      <p:sp>
        <p:nvSpPr>
          <p:cNvPr id="9" name="Rectangle 8"/>
          <p:cNvSpPr/>
          <p:nvPr/>
        </p:nvSpPr>
        <p:spPr>
          <a:xfrm>
            <a:off x="2807804" y="5106465"/>
            <a:ext cx="4572000" cy="464166"/>
          </a:xfrm>
          <a:prstGeom prst="rect">
            <a:avLst/>
          </a:prstGeom>
        </p:spPr>
        <p:txBody>
          <a:bodyPr>
            <a:spAutoFit/>
          </a:bodyPr>
          <a:lstStyle/>
          <a:p>
            <a:pPr lvl="1" algn="just" eaLnBrk="1" latinLnBrk="0">
              <a:lnSpc>
                <a:spcPct val="200000"/>
              </a:lnSpc>
            </a:pPr>
            <a:r>
              <a:rPr lang="en-US" sz="1430" b="1" dirty="0">
                <a:latin typeface="Arial" panose="020B0604020202020204" pitchFamily="34" charset="0"/>
                <a:cs typeface="Arial" panose="020B0604020202020204" pitchFamily="34" charset="0"/>
              </a:rPr>
              <a:t>Smaller is better </a:t>
            </a:r>
          </a:p>
        </p:txBody>
      </p:sp>
      <p:sp>
        <p:nvSpPr>
          <p:cNvPr id="10" name="Rectangle 9"/>
          <p:cNvSpPr/>
          <p:nvPr/>
        </p:nvSpPr>
        <p:spPr>
          <a:xfrm>
            <a:off x="622235" y="3668746"/>
            <a:ext cx="2393872" cy="464166"/>
          </a:xfrm>
          <a:prstGeom prst="rect">
            <a:avLst/>
          </a:prstGeom>
        </p:spPr>
        <p:txBody>
          <a:bodyPr wrap="square">
            <a:spAutoFit/>
          </a:bodyPr>
          <a:lstStyle/>
          <a:p>
            <a:pPr lvl="1" algn="just" eaLnBrk="1" latinLnBrk="0">
              <a:lnSpc>
                <a:spcPct val="200000"/>
              </a:lnSpc>
            </a:pPr>
            <a:r>
              <a:rPr lang="en-US" sz="1430" b="1">
                <a:latin typeface="Arial" panose="020B0604020202020204" pitchFamily="34" charset="0"/>
                <a:cs typeface="Arial" panose="020B0604020202020204" pitchFamily="34" charset="0"/>
              </a:rPr>
              <a:t>Larger is better</a:t>
            </a:r>
            <a:endParaRPr lang="en-US" sz="1430" b="1" dirty="0">
              <a:latin typeface="Arial" panose="020B0604020202020204" pitchFamily="34" charset="0"/>
              <a:cs typeface="Arial" panose="020B0604020202020204" pitchFamily="34" charset="0"/>
            </a:endParaRPr>
          </a:p>
        </p:txBody>
      </p:sp>
      <p:sp>
        <p:nvSpPr>
          <p:cNvPr id="11" name="Rectangle 10"/>
          <p:cNvSpPr/>
          <p:nvPr/>
        </p:nvSpPr>
        <p:spPr>
          <a:xfrm>
            <a:off x="4861706" y="3483416"/>
            <a:ext cx="4572000" cy="464166"/>
          </a:xfrm>
          <a:prstGeom prst="rect">
            <a:avLst/>
          </a:prstGeom>
        </p:spPr>
        <p:txBody>
          <a:bodyPr>
            <a:spAutoFit/>
          </a:bodyPr>
          <a:lstStyle/>
          <a:p>
            <a:pPr lvl="1" algn="just" eaLnBrk="1" latinLnBrk="0">
              <a:lnSpc>
                <a:spcPct val="200000"/>
              </a:lnSpc>
            </a:pPr>
            <a:r>
              <a:rPr lang="en-US" sz="1430" b="1" dirty="0">
                <a:latin typeface="Arial" panose="020B0604020202020204" pitchFamily="34" charset="0"/>
                <a:cs typeface="Arial" panose="020B0604020202020204" pitchFamily="34" charset="0"/>
              </a:rPr>
              <a:t>Target is best (or) Nominal is best</a:t>
            </a:r>
          </a:p>
        </p:txBody>
      </p:sp>
      <p:pic>
        <p:nvPicPr>
          <p:cNvPr id="13" name="Picture 12"/>
          <p:cNvPicPr>
            <a:picLocks noChangeAspect="1"/>
          </p:cNvPicPr>
          <p:nvPr/>
        </p:nvPicPr>
        <p:blipFill rotWithShape="1">
          <a:blip r:embed="rId4"/>
          <a:srcRect b="54952"/>
          <a:stretch/>
        </p:blipFill>
        <p:spPr>
          <a:xfrm>
            <a:off x="2222740" y="5640751"/>
            <a:ext cx="4193381" cy="524553"/>
          </a:xfrm>
          <a:prstGeom prst="rect">
            <a:avLst/>
          </a:prstGeom>
        </p:spPr>
      </p:pic>
      <p:sp>
        <p:nvSpPr>
          <p:cNvPr id="3" name="Content Placeholder 2">
            <a:extLst>
              <a:ext uri="{FF2B5EF4-FFF2-40B4-BE49-F238E27FC236}">
                <a16:creationId xmlns="" xmlns:a16="http://schemas.microsoft.com/office/drawing/2014/main" id="{B9E940E2-7827-7E08-A00F-2106B05AB80B}"/>
              </a:ext>
            </a:extLst>
          </p:cNvPr>
          <p:cNvSpPr>
            <a:spLocks noGrp="1"/>
          </p:cNvSpPr>
          <p:nvPr>
            <p:ph idx="1"/>
          </p:nvPr>
        </p:nvSpPr>
        <p:spPr>
          <a:xfrm>
            <a:off x="442654" y="724189"/>
            <a:ext cx="8229600" cy="2713926"/>
          </a:xfrm>
        </p:spPr>
        <p:txBody>
          <a:bodyPr/>
          <a:lstStyle/>
          <a:p>
            <a:pPr algn="just" eaLnBrk="1" latinLnBrk="0">
              <a:lnSpc>
                <a:spcPct val="130000"/>
              </a:lnSpc>
              <a:spcBef>
                <a:spcPts val="0"/>
              </a:spcBef>
            </a:pPr>
            <a:r>
              <a:rPr lang="en-US" sz="1800" dirty="0">
                <a:latin typeface="Arial" panose="020B0604020202020204" pitchFamily="34" charset="0"/>
                <a:cs typeface="Arial" panose="020B0604020202020204" pitchFamily="34" charset="0"/>
              </a:rPr>
              <a:t>It is also doubtful that the loss function L(y) remains </a:t>
            </a:r>
            <a:r>
              <a:rPr lang="en-US" sz="1800" b="1" dirty="0">
                <a:latin typeface="Arial" panose="020B0604020202020204" pitchFamily="34" charset="0"/>
                <a:cs typeface="Arial" panose="020B0604020202020204" pitchFamily="34" charset="0"/>
              </a:rPr>
              <a:t>constant </a:t>
            </a:r>
            <a:r>
              <a:rPr lang="en-US" sz="1800" dirty="0">
                <a:latin typeface="Arial" panose="020B0604020202020204" pitchFamily="34" charset="0"/>
                <a:cs typeface="Arial" panose="020B0604020202020204" pitchFamily="34" charset="0"/>
              </a:rPr>
              <a:t>at a value of </a:t>
            </a:r>
            <a:r>
              <a:rPr lang="en-US" sz="1800" b="1" dirty="0">
                <a:solidFill>
                  <a:srgbClr val="FF0000"/>
                </a:solidFill>
                <a:latin typeface="Arial" panose="020B0604020202020204" pitchFamily="34" charset="0"/>
                <a:cs typeface="Arial" panose="020B0604020202020204" pitchFamily="34" charset="0"/>
              </a:rPr>
              <a:t>A</a:t>
            </a:r>
            <a:r>
              <a:rPr lang="en-US" sz="1800" dirty="0">
                <a:latin typeface="Arial" panose="020B0604020202020204" pitchFamily="34" charset="0"/>
                <a:cs typeface="Arial" panose="020B0604020202020204" pitchFamily="34" charset="0"/>
              </a:rPr>
              <a:t> beyond the specification limits </a:t>
            </a:r>
            <a:r>
              <a:rPr lang="en-US" sz="1800" b="1" dirty="0">
                <a:solidFill>
                  <a:srgbClr val="FF0000"/>
                </a:solidFill>
                <a:latin typeface="Arial" panose="020B0604020202020204" pitchFamily="34" charset="0"/>
                <a:cs typeface="Arial" panose="020B0604020202020204" pitchFamily="34" charset="0"/>
              </a:rPr>
              <a:t>USL and LSL</a:t>
            </a:r>
            <a:r>
              <a:rPr lang="en-US" sz="1800" dirty="0">
                <a:latin typeface="Arial" panose="020B0604020202020204" pitchFamily="34" charset="0"/>
                <a:cs typeface="Arial" panose="020B0604020202020204" pitchFamily="34" charset="0"/>
              </a:rPr>
              <a:t>.</a:t>
            </a:r>
          </a:p>
          <a:p>
            <a:pPr algn="just" eaLnBrk="1" latinLnBrk="0">
              <a:lnSpc>
                <a:spcPct val="130000"/>
              </a:lnSpc>
              <a:spcBef>
                <a:spcPts val="0"/>
              </a:spcBef>
            </a:pPr>
            <a:r>
              <a:rPr lang="en-US" sz="1800" dirty="0">
                <a:latin typeface="Arial" panose="020B0604020202020204" pitchFamily="34" charset="0"/>
                <a:cs typeface="Arial" panose="020B0604020202020204" pitchFamily="34" charset="0"/>
              </a:rPr>
              <a:t>Since the Taguchi loss function increases quadratically with increasing deviation from the target value, the </a:t>
            </a:r>
            <a:r>
              <a:rPr lang="en-US" sz="1800" b="1" dirty="0">
                <a:latin typeface="Arial" panose="020B0604020202020204" pitchFamily="34" charset="0"/>
                <a:cs typeface="Arial" panose="020B0604020202020204" pitchFamily="34" charset="0"/>
              </a:rPr>
              <a:t>Taguchi loss function can be applied to three different situations or cases namely</a:t>
            </a:r>
          </a:p>
          <a:p>
            <a:pPr lvl="1" algn="just" eaLnBrk="1" latinLnBrk="0">
              <a:lnSpc>
                <a:spcPct val="130000"/>
              </a:lnSpc>
              <a:spcBef>
                <a:spcPts val="0"/>
              </a:spcBef>
            </a:pPr>
            <a:r>
              <a:rPr lang="en-US" sz="1430" b="1" dirty="0">
                <a:latin typeface="Arial" panose="020B0604020202020204" pitchFamily="34" charset="0"/>
                <a:cs typeface="Arial" panose="020B0604020202020204" pitchFamily="34" charset="0"/>
              </a:rPr>
              <a:t>Target is best (or) Nominal is best</a:t>
            </a:r>
          </a:p>
          <a:p>
            <a:pPr lvl="1" algn="just" eaLnBrk="1" latinLnBrk="0">
              <a:lnSpc>
                <a:spcPct val="130000"/>
              </a:lnSpc>
              <a:spcBef>
                <a:spcPts val="0"/>
              </a:spcBef>
            </a:pPr>
            <a:r>
              <a:rPr lang="en-US" sz="1430" b="1" dirty="0">
                <a:latin typeface="Arial" panose="020B0604020202020204" pitchFamily="34" charset="0"/>
                <a:cs typeface="Arial" panose="020B0604020202020204" pitchFamily="34" charset="0"/>
              </a:rPr>
              <a:t>Smaller is better </a:t>
            </a:r>
          </a:p>
          <a:p>
            <a:pPr lvl="1" algn="just" eaLnBrk="1" latinLnBrk="0">
              <a:lnSpc>
                <a:spcPct val="130000"/>
              </a:lnSpc>
              <a:spcBef>
                <a:spcPts val="0"/>
              </a:spcBef>
            </a:pPr>
            <a:r>
              <a:rPr lang="en-US" sz="1430" b="1" dirty="0">
                <a:latin typeface="Arial" panose="020B0604020202020204" pitchFamily="34" charset="0"/>
                <a:cs typeface="Arial" panose="020B0604020202020204" pitchFamily="34" charset="0"/>
              </a:rPr>
              <a:t>Larger is better</a:t>
            </a:r>
          </a:p>
        </p:txBody>
      </p:sp>
    </p:spTree>
    <p:extLst>
      <p:ext uri="{BB962C8B-B14F-4D97-AF65-F5344CB8AC3E}">
        <p14:creationId xmlns:p14="http://schemas.microsoft.com/office/powerpoint/2010/main" val="4825691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Quality Evaluations (S/N Ratio) </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45</a:t>
            </a:fld>
            <a:endParaRPr lang="en-US" altLang="ko-KR"/>
          </a:p>
        </p:txBody>
      </p:sp>
      <p:sp>
        <p:nvSpPr>
          <p:cNvPr id="8" name="Content Placeholder 2"/>
          <p:cNvSpPr>
            <a:spLocks noGrp="1"/>
          </p:cNvSpPr>
          <p:nvPr>
            <p:ph idx="1"/>
          </p:nvPr>
        </p:nvSpPr>
        <p:spPr>
          <a:xfrm>
            <a:off x="647564" y="656692"/>
            <a:ext cx="8229600" cy="2016224"/>
          </a:xfrm>
        </p:spPr>
        <p:txBody>
          <a:bodyPr/>
          <a:lstStyle/>
          <a:p>
            <a:pPr algn="just" eaLnBrk="1" latinLnBrk="0">
              <a:lnSpc>
                <a:spcPct val="130000"/>
              </a:lnSpc>
              <a:spcBef>
                <a:spcPts val="0"/>
              </a:spcBef>
            </a:pPr>
            <a:r>
              <a:rPr lang="en-US" sz="1800" dirty="0">
                <a:latin typeface="Arial" panose="020B0604020202020204" pitchFamily="34" charset="0"/>
                <a:cs typeface="Arial" panose="020B0604020202020204" pitchFamily="34" charset="0"/>
              </a:rPr>
              <a:t>Taguchi experiments </a:t>
            </a:r>
            <a:r>
              <a:rPr lang="en-US" sz="1800" b="1" dirty="0">
                <a:latin typeface="Arial" panose="020B0604020202020204" pitchFamily="34" charset="0"/>
                <a:cs typeface="Arial" panose="020B0604020202020204" pitchFamily="34" charset="0"/>
              </a:rPr>
              <a:t>often</a:t>
            </a:r>
            <a:r>
              <a:rPr lang="en-US" sz="1800" dirty="0">
                <a:latin typeface="Arial" panose="020B0604020202020204" pitchFamily="34" charset="0"/>
                <a:cs typeface="Arial" panose="020B0604020202020204" pitchFamily="34" charset="0"/>
              </a:rPr>
              <a:t> use a </a:t>
            </a:r>
            <a:r>
              <a:rPr lang="en-US" sz="1800" b="1" dirty="0">
                <a:latin typeface="Arial" panose="020B0604020202020204" pitchFamily="34" charset="0"/>
                <a:cs typeface="Arial" panose="020B0604020202020204" pitchFamily="34" charset="0"/>
              </a:rPr>
              <a:t>2-step optimization process</a:t>
            </a:r>
            <a:r>
              <a:rPr lang="en-US" sz="1800" dirty="0">
                <a:latin typeface="Arial" panose="020B0604020202020204" pitchFamily="34" charset="0"/>
                <a:cs typeface="Arial" panose="020B0604020202020204" pitchFamily="34" charset="0"/>
              </a:rPr>
              <a:t>. </a:t>
            </a:r>
          </a:p>
          <a:p>
            <a:pPr algn="just" eaLnBrk="1" latinLnBrk="0">
              <a:lnSpc>
                <a:spcPct val="130000"/>
              </a:lnSpc>
              <a:spcBef>
                <a:spcPts val="0"/>
              </a:spcBef>
            </a:pPr>
            <a:r>
              <a:rPr lang="en-US" sz="1800" b="1" dirty="0">
                <a:latin typeface="Arial" panose="020B0604020202020204" pitchFamily="34" charset="0"/>
                <a:cs typeface="Arial" panose="020B0604020202020204" pitchFamily="34" charset="0"/>
              </a:rPr>
              <a:t>In step 1 </a:t>
            </a:r>
            <a:r>
              <a:rPr lang="en-US" sz="1800" dirty="0">
                <a:latin typeface="Arial" panose="020B0604020202020204" pitchFamily="34" charset="0"/>
                <a:cs typeface="Arial" panose="020B0604020202020204" pitchFamily="34" charset="0"/>
              </a:rPr>
              <a:t>use the signal-to-noise ratio to identify those control factors that reduce variability. </a:t>
            </a:r>
          </a:p>
          <a:p>
            <a:pPr algn="just" eaLnBrk="1" latinLnBrk="0">
              <a:lnSpc>
                <a:spcPct val="130000"/>
              </a:lnSpc>
              <a:spcBef>
                <a:spcPts val="0"/>
              </a:spcBef>
            </a:pPr>
            <a:r>
              <a:rPr lang="en-US" sz="1800" b="1" dirty="0">
                <a:latin typeface="Arial" panose="020B0604020202020204" pitchFamily="34" charset="0"/>
                <a:cs typeface="Arial" panose="020B0604020202020204" pitchFamily="34" charset="0"/>
              </a:rPr>
              <a:t>In step 2</a:t>
            </a:r>
            <a:r>
              <a:rPr lang="en-US" sz="1800" dirty="0">
                <a:latin typeface="Arial" panose="020B0604020202020204" pitchFamily="34" charset="0"/>
                <a:cs typeface="Arial" panose="020B0604020202020204" pitchFamily="34" charset="0"/>
              </a:rPr>
              <a:t>, identify control factors that move the mean to target and have a small or no effect on the signal-to-noise ratio.</a:t>
            </a:r>
          </a:p>
        </p:txBody>
      </p:sp>
      <p:sp>
        <p:nvSpPr>
          <p:cNvPr id="3" name="Content Placeholder 2">
            <a:extLst>
              <a:ext uri="{FF2B5EF4-FFF2-40B4-BE49-F238E27FC236}">
                <a16:creationId xmlns="" xmlns:a16="http://schemas.microsoft.com/office/drawing/2014/main" id="{DCA63894-1ABC-42D7-7DB8-56282413C147}"/>
              </a:ext>
            </a:extLst>
          </p:cNvPr>
          <p:cNvSpPr txBox="1">
            <a:spLocks/>
          </p:cNvSpPr>
          <p:nvPr/>
        </p:nvSpPr>
        <p:spPr>
          <a:xfrm>
            <a:off x="626876" y="2492896"/>
            <a:ext cx="8229600" cy="3300706"/>
          </a:xfrm>
          <a:prstGeom prst="rect">
            <a:avLst/>
          </a:prstGeom>
        </p:spPr>
        <p:txBody>
          <a:bodyPr/>
          <a:lstStyle>
            <a:lvl1pPr marL="316531" indent="-316531" algn="l" rtl="0" eaLnBrk="0" fontAlgn="base" latinLnBrk="1" hangingPunct="0">
              <a:spcBef>
                <a:spcPct val="20000"/>
              </a:spcBef>
              <a:spcAft>
                <a:spcPct val="0"/>
              </a:spcAft>
              <a:buChar char="•"/>
              <a:defRPr kumimoji="1" sz="2954">
                <a:solidFill>
                  <a:schemeClr val="tx1"/>
                </a:solidFill>
                <a:latin typeface="+mn-lt"/>
                <a:ea typeface="+mn-ea"/>
                <a:cs typeface="+mn-cs"/>
              </a:defRPr>
            </a:lvl1pPr>
            <a:lvl2pPr marL="685817" indent="-263776" algn="l" rtl="0" eaLnBrk="0" fontAlgn="base" latinLnBrk="1" hangingPunct="0">
              <a:spcBef>
                <a:spcPct val="20000"/>
              </a:spcBef>
              <a:spcAft>
                <a:spcPct val="0"/>
              </a:spcAft>
              <a:buChar char="–"/>
              <a:defRPr kumimoji="1" sz="2585">
                <a:solidFill>
                  <a:schemeClr val="tx1"/>
                </a:solidFill>
                <a:latin typeface="+mn-lt"/>
                <a:ea typeface="+mn-ea"/>
              </a:defRPr>
            </a:lvl2pPr>
            <a:lvl3pPr marL="1055103" indent="-211021" algn="l" rtl="0" eaLnBrk="0" fontAlgn="base" latinLnBrk="1" hangingPunct="0">
              <a:spcBef>
                <a:spcPct val="20000"/>
              </a:spcBef>
              <a:spcAft>
                <a:spcPct val="0"/>
              </a:spcAft>
              <a:buChar char="•"/>
              <a:defRPr kumimoji="1" sz="2216">
                <a:solidFill>
                  <a:schemeClr val="tx1"/>
                </a:solidFill>
                <a:latin typeface="+mn-lt"/>
                <a:ea typeface="+mn-ea"/>
              </a:defRPr>
            </a:lvl3pPr>
            <a:lvl4pPr marL="1477145" indent="-211021" algn="l" rtl="0" eaLnBrk="0" fontAlgn="base" latinLnBrk="1" hangingPunct="0">
              <a:spcBef>
                <a:spcPct val="20000"/>
              </a:spcBef>
              <a:spcAft>
                <a:spcPct val="0"/>
              </a:spcAft>
              <a:buChar char="–"/>
              <a:defRPr kumimoji="1" sz="1847">
                <a:solidFill>
                  <a:schemeClr val="tx1"/>
                </a:solidFill>
                <a:latin typeface="+mn-lt"/>
                <a:ea typeface="+mn-ea"/>
              </a:defRPr>
            </a:lvl4pPr>
            <a:lvl5pPr marL="1899186" indent="-211021" algn="l" rtl="0" eaLnBrk="0" fontAlgn="base" latinLnBrk="1" hangingPunct="0">
              <a:spcBef>
                <a:spcPct val="20000"/>
              </a:spcBef>
              <a:spcAft>
                <a:spcPct val="0"/>
              </a:spcAft>
              <a:buChar char="»"/>
              <a:defRPr kumimoji="1" sz="1847">
                <a:solidFill>
                  <a:schemeClr val="tx1"/>
                </a:solidFill>
                <a:latin typeface="+mn-lt"/>
                <a:ea typeface="+mn-ea"/>
              </a:defRPr>
            </a:lvl5pPr>
            <a:lvl6pPr marL="2321228" indent="-211021" algn="l" rtl="0" fontAlgn="base" latinLnBrk="1">
              <a:spcBef>
                <a:spcPct val="20000"/>
              </a:spcBef>
              <a:spcAft>
                <a:spcPct val="0"/>
              </a:spcAft>
              <a:buChar char="»"/>
              <a:defRPr kumimoji="1" sz="1847">
                <a:solidFill>
                  <a:schemeClr val="tx1"/>
                </a:solidFill>
                <a:latin typeface="+mn-lt"/>
                <a:ea typeface="+mn-ea"/>
              </a:defRPr>
            </a:lvl6pPr>
            <a:lvl7pPr marL="2743268" indent="-211021" algn="l" rtl="0" fontAlgn="base" latinLnBrk="1">
              <a:spcBef>
                <a:spcPct val="20000"/>
              </a:spcBef>
              <a:spcAft>
                <a:spcPct val="0"/>
              </a:spcAft>
              <a:buChar char="»"/>
              <a:defRPr kumimoji="1" sz="1847">
                <a:solidFill>
                  <a:schemeClr val="tx1"/>
                </a:solidFill>
                <a:latin typeface="+mn-lt"/>
                <a:ea typeface="+mn-ea"/>
              </a:defRPr>
            </a:lvl7pPr>
            <a:lvl8pPr marL="3165310" indent="-211021" algn="l" rtl="0" fontAlgn="base" latinLnBrk="1">
              <a:spcBef>
                <a:spcPct val="20000"/>
              </a:spcBef>
              <a:spcAft>
                <a:spcPct val="0"/>
              </a:spcAft>
              <a:buChar char="»"/>
              <a:defRPr kumimoji="1" sz="1847">
                <a:solidFill>
                  <a:schemeClr val="tx1"/>
                </a:solidFill>
                <a:latin typeface="+mn-lt"/>
                <a:ea typeface="+mn-ea"/>
              </a:defRPr>
            </a:lvl8pPr>
            <a:lvl9pPr marL="3587351" indent="-211021" algn="l" rtl="0" fontAlgn="base" latinLnBrk="1">
              <a:spcBef>
                <a:spcPct val="20000"/>
              </a:spcBef>
              <a:spcAft>
                <a:spcPct val="0"/>
              </a:spcAft>
              <a:buChar char="»"/>
              <a:defRPr kumimoji="1" sz="1847">
                <a:solidFill>
                  <a:schemeClr val="tx1"/>
                </a:solidFill>
                <a:latin typeface="+mn-lt"/>
                <a:ea typeface="+mn-ea"/>
              </a:defRPr>
            </a:lvl9pPr>
          </a:lstStyle>
          <a:p>
            <a:pPr algn="just" eaLnBrk="1" latinLnBrk="0">
              <a:lnSpc>
                <a:spcPct val="130000"/>
              </a:lnSpc>
              <a:spcBef>
                <a:spcPts val="0"/>
              </a:spcBef>
            </a:pPr>
            <a:r>
              <a:rPr lang="en-US" sz="1800" kern="0" dirty="0">
                <a:latin typeface="Arial" panose="020B0604020202020204" pitchFamily="34" charset="0"/>
                <a:cs typeface="Arial" panose="020B0604020202020204" pitchFamily="34" charset="0"/>
              </a:rPr>
              <a:t>Higher values of the </a:t>
            </a:r>
            <a:r>
              <a:rPr lang="en-US" sz="1800" b="1" kern="0" dirty="0">
                <a:latin typeface="Arial" panose="020B0604020202020204" pitchFamily="34" charset="0"/>
                <a:cs typeface="Arial" panose="020B0604020202020204" pitchFamily="34" charset="0"/>
              </a:rPr>
              <a:t>signal-to-noise ratio (S/N) </a:t>
            </a:r>
            <a:r>
              <a:rPr lang="en-US" sz="1800" kern="0" dirty="0">
                <a:latin typeface="Arial" panose="020B0604020202020204" pitchFamily="34" charset="0"/>
                <a:cs typeface="Arial" panose="020B0604020202020204" pitchFamily="34" charset="0"/>
              </a:rPr>
              <a:t>identify control factor settings that </a:t>
            </a:r>
            <a:r>
              <a:rPr lang="en-US" sz="1800" b="1" kern="0" dirty="0">
                <a:latin typeface="Arial" panose="020B0604020202020204" pitchFamily="34" charset="0"/>
                <a:cs typeface="Arial" panose="020B0604020202020204" pitchFamily="34" charset="0"/>
              </a:rPr>
              <a:t>minimize the effects of the noise factors</a:t>
            </a:r>
            <a:r>
              <a:rPr lang="en-US" sz="1800" kern="0" dirty="0">
                <a:latin typeface="Arial" panose="020B0604020202020204" pitchFamily="34" charset="0"/>
                <a:cs typeface="Arial" panose="020B0604020202020204" pitchFamily="34" charset="0"/>
              </a:rPr>
              <a:t>.</a:t>
            </a:r>
          </a:p>
          <a:p>
            <a:pPr algn="just" eaLnBrk="1" latinLnBrk="0">
              <a:lnSpc>
                <a:spcPct val="130000"/>
              </a:lnSpc>
              <a:spcBef>
                <a:spcPts val="0"/>
              </a:spcBef>
            </a:pPr>
            <a:r>
              <a:rPr lang="en-US" sz="1800" kern="0" dirty="0">
                <a:latin typeface="Arial" panose="020B0604020202020204" pitchFamily="34" charset="0"/>
                <a:cs typeface="Arial" panose="020B0604020202020204" pitchFamily="34" charset="0"/>
              </a:rPr>
              <a:t>The </a:t>
            </a:r>
            <a:r>
              <a:rPr lang="en-US" sz="1800" b="1" kern="0" dirty="0">
                <a:latin typeface="Arial" panose="020B0604020202020204" pitchFamily="34" charset="0"/>
                <a:cs typeface="Arial" panose="020B0604020202020204" pitchFamily="34" charset="0"/>
              </a:rPr>
              <a:t>signal-to-noise ratio </a:t>
            </a:r>
            <a:r>
              <a:rPr lang="en-US" sz="1800" kern="0" dirty="0">
                <a:latin typeface="Arial" panose="020B0604020202020204" pitchFamily="34" charset="0"/>
                <a:cs typeface="Arial" panose="020B0604020202020204" pitchFamily="34" charset="0"/>
              </a:rPr>
              <a:t>measures </a:t>
            </a:r>
            <a:r>
              <a:rPr lang="en-US" sz="1800" b="1" kern="0" dirty="0">
                <a:solidFill>
                  <a:srgbClr val="00B0F0"/>
                </a:solidFill>
                <a:latin typeface="Arial" panose="020B0604020202020204" pitchFamily="34" charset="0"/>
                <a:cs typeface="Arial" panose="020B0604020202020204" pitchFamily="34" charset="0"/>
              </a:rPr>
              <a:t>how the response varies relative to the nominal or target value under different noise conditions</a:t>
            </a:r>
            <a:r>
              <a:rPr lang="en-US" sz="1800" kern="0" dirty="0">
                <a:latin typeface="Arial" panose="020B0604020202020204" pitchFamily="34" charset="0"/>
                <a:cs typeface="Arial" panose="020B0604020202020204" pitchFamily="34" charset="0"/>
              </a:rPr>
              <a:t>. You can choose from different signal-to-noise ratios, depending on the goal of your experiment.</a:t>
            </a:r>
          </a:p>
          <a:p>
            <a:pPr algn="just" eaLnBrk="1" latinLnBrk="0">
              <a:lnSpc>
                <a:spcPct val="130000"/>
              </a:lnSpc>
              <a:spcBef>
                <a:spcPts val="0"/>
              </a:spcBef>
            </a:pPr>
            <a:r>
              <a:rPr lang="en-US" sz="1800" kern="0" dirty="0">
                <a:latin typeface="Arial" panose="020B0604020202020204" pitchFamily="34" charset="0"/>
                <a:cs typeface="Arial" panose="020B0604020202020204" pitchFamily="34" charset="0"/>
              </a:rPr>
              <a:t>The important contribution of Taguchi is proposing the signal-to-noise (S/N) ratio. It was developed as a </a:t>
            </a:r>
            <a:r>
              <a:rPr lang="en-US" sz="1800" b="1" kern="0" dirty="0">
                <a:solidFill>
                  <a:srgbClr val="00B050"/>
                </a:solidFill>
                <a:latin typeface="Arial" panose="020B0604020202020204" pitchFamily="34" charset="0"/>
                <a:cs typeface="Arial" panose="020B0604020202020204" pitchFamily="34" charset="0"/>
              </a:rPr>
              <a:t>proactive equivalent </a:t>
            </a:r>
            <a:r>
              <a:rPr lang="en-US" sz="1800" kern="0" dirty="0">
                <a:latin typeface="Arial" panose="020B0604020202020204" pitchFamily="34" charset="0"/>
                <a:cs typeface="Arial" panose="020B0604020202020204" pitchFamily="34" charset="0"/>
              </a:rPr>
              <a:t>to the </a:t>
            </a:r>
            <a:r>
              <a:rPr lang="en-US" sz="1800" b="1" kern="0" dirty="0">
                <a:solidFill>
                  <a:srgbClr val="FF0000"/>
                </a:solidFill>
                <a:latin typeface="Arial" panose="020B0604020202020204" pitchFamily="34" charset="0"/>
                <a:cs typeface="Arial" panose="020B0604020202020204" pitchFamily="34" charset="0"/>
              </a:rPr>
              <a:t>reactive loss function</a:t>
            </a:r>
            <a:r>
              <a:rPr lang="en-US" sz="1800" kern="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030652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Quality Evaluations (S/N Ratio) </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46</a:t>
            </a:fld>
            <a:endParaRPr lang="en-US" altLang="ko-KR"/>
          </a:p>
        </p:txBody>
      </p:sp>
      <p:pic>
        <p:nvPicPr>
          <p:cNvPr id="5" name="Picture 4"/>
          <p:cNvPicPr>
            <a:picLocks noChangeAspect="1"/>
          </p:cNvPicPr>
          <p:nvPr/>
        </p:nvPicPr>
        <p:blipFill>
          <a:blip r:embed="rId2"/>
          <a:stretch>
            <a:fillRect/>
          </a:stretch>
        </p:blipFill>
        <p:spPr>
          <a:xfrm>
            <a:off x="1079612" y="600714"/>
            <a:ext cx="7323447" cy="3451481"/>
          </a:xfrm>
          <a:prstGeom prst="rect">
            <a:avLst/>
          </a:prstGeom>
        </p:spPr>
      </p:pic>
      <p:pic>
        <p:nvPicPr>
          <p:cNvPr id="3" name="Picture 2">
            <a:extLst>
              <a:ext uri="{FF2B5EF4-FFF2-40B4-BE49-F238E27FC236}">
                <a16:creationId xmlns="" xmlns:a16="http://schemas.microsoft.com/office/drawing/2014/main" id="{6D7EB64D-EB33-956D-9B90-D0BB53762A46}"/>
              </a:ext>
            </a:extLst>
          </p:cNvPr>
          <p:cNvPicPr>
            <a:picLocks noChangeAspect="1"/>
          </p:cNvPicPr>
          <p:nvPr/>
        </p:nvPicPr>
        <p:blipFill>
          <a:blip r:embed="rId3"/>
          <a:srcRect l="20773" r="25743" b="53270"/>
          <a:stretch/>
        </p:blipFill>
        <p:spPr>
          <a:xfrm>
            <a:off x="974099" y="4297910"/>
            <a:ext cx="3767540" cy="1310197"/>
          </a:xfrm>
          <a:prstGeom prst="rect">
            <a:avLst/>
          </a:prstGeom>
        </p:spPr>
      </p:pic>
      <p:sp>
        <p:nvSpPr>
          <p:cNvPr id="6" name="TextBox 5">
            <a:extLst>
              <a:ext uri="{FF2B5EF4-FFF2-40B4-BE49-F238E27FC236}">
                <a16:creationId xmlns="" xmlns:a16="http://schemas.microsoft.com/office/drawing/2014/main" id="{8B5ED4D4-EAB1-202E-5DDA-46190F6CD515}"/>
              </a:ext>
            </a:extLst>
          </p:cNvPr>
          <p:cNvSpPr txBox="1"/>
          <p:nvPr/>
        </p:nvSpPr>
        <p:spPr>
          <a:xfrm>
            <a:off x="4824028" y="4297910"/>
            <a:ext cx="2484276" cy="1200329"/>
          </a:xfrm>
          <a:prstGeom prst="rect">
            <a:avLst/>
          </a:prstGeom>
          <a:noFill/>
        </p:spPr>
        <p:txBody>
          <a:bodyPr wrap="square" rtlCol="0">
            <a:spAutoFit/>
          </a:bodyPr>
          <a:lstStyle/>
          <a:p>
            <a:r>
              <a:rPr lang="en-IN" sz="1800" b="1" dirty="0">
                <a:solidFill>
                  <a:srgbClr val="FF0000"/>
                </a:solidFill>
                <a:latin typeface="Arial" panose="020B0604020202020204" pitchFamily="34" charset="0"/>
                <a:cs typeface="Arial" panose="020B0604020202020204" pitchFamily="34" charset="0"/>
              </a:rPr>
              <a:t>Mean</a:t>
            </a:r>
          </a:p>
          <a:p>
            <a:endParaRPr lang="en-IN" sz="1800" b="1" dirty="0">
              <a:latin typeface="Arial" panose="020B0604020202020204" pitchFamily="34" charset="0"/>
              <a:cs typeface="Arial" panose="020B0604020202020204" pitchFamily="34" charset="0"/>
            </a:endParaRPr>
          </a:p>
          <a:p>
            <a:r>
              <a:rPr lang="en-IN" sz="1800" b="1" dirty="0">
                <a:solidFill>
                  <a:srgbClr val="00B050"/>
                </a:solidFill>
                <a:latin typeface="Arial" panose="020B0604020202020204" pitchFamily="34" charset="0"/>
                <a:cs typeface="Arial" panose="020B0604020202020204" pitchFamily="34" charset="0"/>
              </a:rPr>
              <a:t>Standard Deviation or Variation</a:t>
            </a:r>
          </a:p>
        </p:txBody>
      </p:sp>
      <p:sp>
        <p:nvSpPr>
          <p:cNvPr id="7" name="Rectangle 6">
            <a:extLst>
              <a:ext uri="{FF2B5EF4-FFF2-40B4-BE49-F238E27FC236}">
                <a16:creationId xmlns="" xmlns:a16="http://schemas.microsoft.com/office/drawing/2014/main" id="{807B0778-BDE5-BCBA-9C73-94F8CABDB525}"/>
              </a:ext>
            </a:extLst>
          </p:cNvPr>
          <p:cNvSpPr/>
          <p:nvPr/>
        </p:nvSpPr>
        <p:spPr>
          <a:xfrm>
            <a:off x="647564" y="6296373"/>
            <a:ext cx="4572000" cy="415498"/>
          </a:xfrm>
          <a:prstGeom prst="rect">
            <a:avLst/>
          </a:prstGeom>
        </p:spPr>
        <p:txBody>
          <a:bodyPr>
            <a:spAutoFit/>
          </a:bodyPr>
          <a:lstStyle/>
          <a:p>
            <a:r>
              <a:rPr lang="en-IN" sz="1050" dirty="0"/>
              <a:t>https://www.slideshare.net/rbalisnomo/Introduction-To-Taguchi-Method-05Sep08</a:t>
            </a:r>
          </a:p>
        </p:txBody>
      </p:sp>
    </p:spTree>
    <p:extLst>
      <p:ext uri="{BB962C8B-B14F-4D97-AF65-F5344CB8AC3E}">
        <p14:creationId xmlns:p14="http://schemas.microsoft.com/office/powerpoint/2010/main" val="12759701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Quality Evaluations</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47</a:t>
            </a:fld>
            <a:endParaRPr lang="en-US" altLang="ko-KR"/>
          </a:p>
        </p:txBody>
      </p:sp>
      <p:sp>
        <p:nvSpPr>
          <p:cNvPr id="8" name="Content Placeholder 2"/>
          <p:cNvSpPr>
            <a:spLocks noGrp="1"/>
          </p:cNvSpPr>
          <p:nvPr>
            <p:ph idx="1"/>
          </p:nvPr>
        </p:nvSpPr>
        <p:spPr>
          <a:xfrm>
            <a:off x="457200" y="686230"/>
            <a:ext cx="8229600" cy="4212468"/>
          </a:xfrm>
        </p:spPr>
        <p:txBody>
          <a:bodyPr/>
          <a:lstStyle/>
          <a:p>
            <a:pPr marL="0" indent="0" algn="just" eaLnBrk="1" latinLnBrk="0">
              <a:lnSpc>
                <a:spcPct val="200000"/>
              </a:lnSpc>
              <a:buNone/>
            </a:pPr>
            <a:r>
              <a:rPr lang="en-US" sz="1800" b="1" dirty="0">
                <a:solidFill>
                  <a:srgbClr val="00B050"/>
                </a:solidFill>
                <a:latin typeface="Arial" panose="020B0604020202020204" pitchFamily="34" charset="0"/>
                <a:cs typeface="Arial" panose="020B0604020202020204" pitchFamily="34" charset="0"/>
              </a:rPr>
              <a:t>Target is best or The Nominal-the-Best Case</a:t>
            </a:r>
          </a:p>
        </p:txBody>
      </p:sp>
      <p:pic>
        <p:nvPicPr>
          <p:cNvPr id="3" name="Picture 2"/>
          <p:cNvPicPr>
            <a:picLocks noChangeAspect="1"/>
          </p:cNvPicPr>
          <p:nvPr/>
        </p:nvPicPr>
        <p:blipFill>
          <a:blip r:embed="rId3">
            <a:duotone>
              <a:prstClr val="black"/>
              <a:schemeClr val="accent3">
                <a:tint val="45000"/>
                <a:satMod val="400000"/>
              </a:schemeClr>
            </a:duotone>
          </a:blip>
          <a:stretch>
            <a:fillRect/>
          </a:stretch>
        </p:blipFill>
        <p:spPr>
          <a:xfrm>
            <a:off x="590131" y="1417658"/>
            <a:ext cx="6537673" cy="2342446"/>
          </a:xfrm>
          <a:prstGeom prst="rect">
            <a:avLst/>
          </a:prstGeom>
        </p:spPr>
      </p:pic>
      <p:pic>
        <p:nvPicPr>
          <p:cNvPr id="7" name="Picture 6"/>
          <p:cNvPicPr>
            <a:picLocks noChangeAspect="1"/>
          </p:cNvPicPr>
          <p:nvPr/>
        </p:nvPicPr>
        <p:blipFill>
          <a:blip r:embed="rId4">
            <a:duotone>
              <a:prstClr val="black"/>
              <a:schemeClr val="accent3">
                <a:tint val="45000"/>
                <a:satMod val="400000"/>
              </a:schemeClr>
            </a:duotone>
          </a:blip>
          <a:stretch>
            <a:fillRect/>
          </a:stretch>
        </p:blipFill>
        <p:spPr>
          <a:xfrm>
            <a:off x="586885" y="3748210"/>
            <a:ext cx="7058026" cy="2813138"/>
          </a:xfrm>
          <a:prstGeom prst="rect">
            <a:avLst/>
          </a:prstGeom>
        </p:spPr>
      </p:pic>
    </p:spTree>
    <p:extLst>
      <p:ext uri="{BB962C8B-B14F-4D97-AF65-F5344CB8AC3E}">
        <p14:creationId xmlns:p14="http://schemas.microsoft.com/office/powerpoint/2010/main" val="26683869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Quality Evaluations</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48</a:t>
            </a:fld>
            <a:endParaRPr lang="en-US" altLang="ko-KR"/>
          </a:p>
        </p:txBody>
      </p:sp>
      <p:sp>
        <p:nvSpPr>
          <p:cNvPr id="10" name="Content Placeholder 2"/>
          <p:cNvSpPr>
            <a:spLocks noGrp="1"/>
          </p:cNvSpPr>
          <p:nvPr>
            <p:ph idx="1"/>
          </p:nvPr>
        </p:nvSpPr>
        <p:spPr>
          <a:xfrm>
            <a:off x="359532" y="577929"/>
            <a:ext cx="8229600" cy="4212468"/>
          </a:xfrm>
        </p:spPr>
        <p:txBody>
          <a:bodyPr/>
          <a:lstStyle/>
          <a:p>
            <a:pPr marL="0" indent="0" algn="just" eaLnBrk="1" latinLnBrk="0">
              <a:lnSpc>
                <a:spcPct val="200000"/>
              </a:lnSpc>
              <a:buNone/>
            </a:pPr>
            <a:r>
              <a:rPr lang="en-US" sz="1800" b="1" dirty="0">
                <a:solidFill>
                  <a:srgbClr val="00B050"/>
                </a:solidFill>
                <a:latin typeface="Arial" panose="020B0604020202020204" pitchFamily="34" charset="0"/>
                <a:cs typeface="Arial" panose="020B0604020202020204" pitchFamily="34" charset="0"/>
              </a:rPr>
              <a:t>Target is best or The Nominal-the-Best Case</a:t>
            </a:r>
          </a:p>
        </p:txBody>
      </p:sp>
      <p:pic>
        <p:nvPicPr>
          <p:cNvPr id="11" name="Picture 10"/>
          <p:cNvPicPr>
            <a:picLocks noChangeAspect="1"/>
          </p:cNvPicPr>
          <p:nvPr/>
        </p:nvPicPr>
        <p:blipFill>
          <a:blip r:embed="rId3">
            <a:duotone>
              <a:prstClr val="black"/>
              <a:schemeClr val="accent3">
                <a:tint val="45000"/>
                <a:satMod val="400000"/>
              </a:schemeClr>
            </a:duotone>
          </a:blip>
          <a:stretch>
            <a:fillRect/>
          </a:stretch>
        </p:blipFill>
        <p:spPr>
          <a:xfrm>
            <a:off x="489552" y="1160749"/>
            <a:ext cx="7969559" cy="2503360"/>
          </a:xfrm>
          <a:prstGeom prst="rect">
            <a:avLst/>
          </a:prstGeom>
        </p:spPr>
      </p:pic>
      <p:pic>
        <p:nvPicPr>
          <p:cNvPr id="3" name="Picture 2"/>
          <p:cNvPicPr>
            <a:picLocks noChangeAspect="1"/>
          </p:cNvPicPr>
          <p:nvPr/>
        </p:nvPicPr>
        <p:blipFill>
          <a:blip r:embed="rId4">
            <a:duotone>
              <a:prstClr val="black"/>
              <a:schemeClr val="accent3">
                <a:tint val="45000"/>
                <a:satMod val="400000"/>
              </a:schemeClr>
            </a:duotone>
          </a:blip>
          <a:stretch>
            <a:fillRect/>
          </a:stretch>
        </p:blipFill>
        <p:spPr>
          <a:xfrm>
            <a:off x="251927" y="3942056"/>
            <a:ext cx="8444807" cy="1755195"/>
          </a:xfrm>
          <a:prstGeom prst="rect">
            <a:avLst/>
          </a:prstGeom>
        </p:spPr>
      </p:pic>
    </p:spTree>
    <p:extLst>
      <p:ext uri="{BB962C8B-B14F-4D97-AF65-F5344CB8AC3E}">
        <p14:creationId xmlns:p14="http://schemas.microsoft.com/office/powerpoint/2010/main" val="9261704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Quality Evaluations</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49</a:t>
            </a:fld>
            <a:endParaRPr lang="en-US" altLang="ko-KR"/>
          </a:p>
        </p:txBody>
      </p:sp>
      <p:sp>
        <p:nvSpPr>
          <p:cNvPr id="10" name="Content Placeholder 2"/>
          <p:cNvSpPr>
            <a:spLocks noGrp="1"/>
          </p:cNvSpPr>
          <p:nvPr>
            <p:ph idx="1"/>
          </p:nvPr>
        </p:nvSpPr>
        <p:spPr>
          <a:xfrm>
            <a:off x="455027" y="1430778"/>
            <a:ext cx="8229600" cy="4212468"/>
          </a:xfrm>
        </p:spPr>
        <p:txBody>
          <a:bodyPr/>
          <a:lstStyle/>
          <a:p>
            <a:pPr marL="0" indent="0" algn="just" eaLnBrk="1" latinLnBrk="0">
              <a:lnSpc>
                <a:spcPct val="200000"/>
              </a:lnSpc>
              <a:buNone/>
            </a:pPr>
            <a:r>
              <a:rPr lang="en-US" sz="1800" b="1" dirty="0">
                <a:solidFill>
                  <a:srgbClr val="00B050"/>
                </a:solidFill>
                <a:latin typeface="Arial" panose="020B0604020202020204" pitchFamily="34" charset="0"/>
                <a:cs typeface="Arial" panose="020B0604020202020204" pitchFamily="34" charset="0"/>
              </a:rPr>
              <a:t>Target is best or The Nominal-the-Best Case</a:t>
            </a:r>
          </a:p>
        </p:txBody>
      </p:sp>
      <p:pic>
        <p:nvPicPr>
          <p:cNvPr id="5" name="Picture 4"/>
          <p:cNvPicPr>
            <a:picLocks noChangeAspect="1"/>
          </p:cNvPicPr>
          <p:nvPr/>
        </p:nvPicPr>
        <p:blipFill>
          <a:blip r:embed="rId3">
            <a:duotone>
              <a:prstClr val="black"/>
              <a:schemeClr val="accent3">
                <a:tint val="45000"/>
                <a:satMod val="400000"/>
              </a:schemeClr>
            </a:duotone>
          </a:blip>
          <a:stretch>
            <a:fillRect/>
          </a:stretch>
        </p:blipFill>
        <p:spPr>
          <a:xfrm>
            <a:off x="450227" y="2142400"/>
            <a:ext cx="8441724" cy="2789225"/>
          </a:xfrm>
          <a:prstGeom prst="rect">
            <a:avLst/>
          </a:prstGeom>
        </p:spPr>
      </p:pic>
    </p:spTree>
    <p:extLst>
      <p:ext uri="{BB962C8B-B14F-4D97-AF65-F5344CB8AC3E}">
        <p14:creationId xmlns:p14="http://schemas.microsoft.com/office/powerpoint/2010/main" val="28861252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8-Steps in Taguchi Methodology</a:t>
            </a:r>
          </a:p>
        </p:txBody>
      </p:sp>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50</a:t>
            </a:fld>
            <a:endParaRPr lang="en-US" altLang="ko-KR"/>
          </a:p>
        </p:txBody>
      </p:sp>
      <p:sp>
        <p:nvSpPr>
          <p:cNvPr id="8" name="Content Placeholder 2"/>
          <p:cNvSpPr>
            <a:spLocks noGrp="1"/>
          </p:cNvSpPr>
          <p:nvPr>
            <p:ph idx="1"/>
          </p:nvPr>
        </p:nvSpPr>
        <p:spPr>
          <a:xfrm>
            <a:off x="478449" y="908720"/>
            <a:ext cx="8229600" cy="4212468"/>
          </a:xfrm>
        </p:spPr>
        <p:txBody>
          <a:bodyPr/>
          <a:lstStyle/>
          <a:p>
            <a:pPr marL="0" indent="0" algn="just" eaLnBrk="1" latinLnBrk="0">
              <a:lnSpc>
                <a:spcPct val="200000"/>
              </a:lnSpc>
              <a:buNone/>
            </a:pPr>
            <a:endParaRPr lang="en-US" sz="1800" dirty="0">
              <a:latin typeface="Arial" panose="020B0604020202020204" pitchFamily="34" charset="0"/>
              <a:cs typeface="Arial" panose="020B0604020202020204" pitchFamily="34" charset="0"/>
            </a:endParaRPr>
          </a:p>
          <a:p>
            <a:pPr marL="0" indent="0" algn="just" eaLnBrk="1" latinLnBrk="0">
              <a:lnSpc>
                <a:spcPct val="200000"/>
              </a:lnSpc>
              <a:buNone/>
            </a:pPr>
            <a:endParaRPr lang="en-US" sz="1800" dirty="0">
              <a:latin typeface="Arial" panose="020B0604020202020204" pitchFamily="34" charset="0"/>
              <a:cs typeface="Arial" panose="020B0604020202020204" pitchFamily="34" charset="0"/>
            </a:endParaRPr>
          </a:p>
        </p:txBody>
      </p:sp>
      <p:sp>
        <p:nvSpPr>
          <p:cNvPr id="5" name="Rectangle 4"/>
          <p:cNvSpPr/>
          <p:nvPr/>
        </p:nvSpPr>
        <p:spPr>
          <a:xfrm>
            <a:off x="224517" y="1389144"/>
            <a:ext cx="8667963" cy="4175695"/>
          </a:xfrm>
          <a:prstGeom prst="rect">
            <a:avLst/>
          </a:prstGeom>
        </p:spPr>
        <p:txBody>
          <a:bodyPr wrap="square">
            <a:spAutoFit/>
          </a:bodyPr>
          <a:lstStyle/>
          <a:p>
            <a:pPr marL="342900" indent="-342900">
              <a:lnSpc>
                <a:spcPct val="200000"/>
              </a:lnSpc>
              <a:buFont typeface="+mj-lt"/>
              <a:buAutoNum type="arabicPeriod"/>
            </a:pPr>
            <a:r>
              <a:rPr lang="en-US" sz="1500" dirty="0">
                <a:latin typeface="Arial" panose="020B0604020202020204" pitchFamily="34" charset="0"/>
                <a:cs typeface="Arial" panose="020B0604020202020204" pitchFamily="34" charset="0"/>
              </a:rPr>
              <a:t>Choose control factors and their levels</a:t>
            </a:r>
          </a:p>
          <a:p>
            <a:pPr marL="342900" indent="-342900">
              <a:lnSpc>
                <a:spcPct val="200000"/>
              </a:lnSpc>
              <a:buFont typeface="+mj-lt"/>
              <a:buAutoNum type="arabicPeriod"/>
            </a:pPr>
            <a:r>
              <a:rPr lang="en-US" sz="1500" dirty="0">
                <a:latin typeface="Arial" panose="020B0604020202020204" pitchFamily="34" charset="0"/>
                <a:cs typeface="Arial" panose="020B0604020202020204" pitchFamily="34" charset="0"/>
              </a:rPr>
              <a:t>Identify uncontrollable (noise) factors and decide on how they will be simulated.</a:t>
            </a:r>
          </a:p>
          <a:p>
            <a:pPr marL="342900" indent="-342900">
              <a:lnSpc>
                <a:spcPct val="200000"/>
              </a:lnSpc>
              <a:buFont typeface="+mj-lt"/>
              <a:buAutoNum type="arabicPeriod"/>
            </a:pPr>
            <a:r>
              <a:rPr lang="en-US" sz="1500" dirty="0">
                <a:latin typeface="Arial" panose="020B0604020202020204" pitchFamily="34" charset="0"/>
                <a:cs typeface="Arial" panose="020B0604020202020204" pitchFamily="34" charset="0"/>
              </a:rPr>
              <a:t>Select the response variable(s) and determine the performance measures (mean, standard deviation, SNR, etc.)</a:t>
            </a:r>
          </a:p>
          <a:p>
            <a:pPr marL="342900" indent="-342900">
              <a:lnSpc>
                <a:spcPct val="200000"/>
              </a:lnSpc>
              <a:buFont typeface="+mj-lt"/>
              <a:buAutoNum type="arabicPeriod"/>
            </a:pPr>
            <a:r>
              <a:rPr lang="en-US" sz="1500" dirty="0">
                <a:latin typeface="Arial" panose="020B0604020202020204" pitchFamily="34" charset="0"/>
                <a:cs typeface="Arial" panose="020B0604020202020204" pitchFamily="34" charset="0"/>
              </a:rPr>
              <a:t>Setup the experimental layout (choose appropriate design array (s))</a:t>
            </a:r>
          </a:p>
          <a:p>
            <a:pPr marL="342900" indent="-342900">
              <a:lnSpc>
                <a:spcPct val="200000"/>
              </a:lnSpc>
              <a:buFont typeface="+mj-lt"/>
              <a:buAutoNum type="arabicPeriod"/>
            </a:pPr>
            <a:r>
              <a:rPr lang="en-US" sz="1500" dirty="0">
                <a:latin typeface="Arial" panose="020B0604020202020204" pitchFamily="34" charset="0"/>
                <a:cs typeface="Arial" panose="020B0604020202020204" pitchFamily="34" charset="0"/>
              </a:rPr>
              <a:t>Conduct the experiments and collect data</a:t>
            </a:r>
          </a:p>
          <a:p>
            <a:pPr marL="342900" indent="-342900">
              <a:lnSpc>
                <a:spcPct val="200000"/>
              </a:lnSpc>
              <a:buFont typeface="+mj-lt"/>
              <a:buAutoNum type="arabicPeriod"/>
            </a:pPr>
            <a:r>
              <a:rPr lang="en-US" sz="1500" dirty="0">
                <a:latin typeface="Arial" panose="020B0604020202020204" pitchFamily="34" charset="0"/>
                <a:cs typeface="Arial" panose="020B0604020202020204" pitchFamily="34" charset="0"/>
              </a:rPr>
              <a:t>Analyze the data (effects, ANOVA, regression)</a:t>
            </a:r>
          </a:p>
          <a:p>
            <a:pPr marL="342900" indent="-342900">
              <a:lnSpc>
                <a:spcPct val="200000"/>
              </a:lnSpc>
              <a:buFont typeface="+mj-lt"/>
              <a:buAutoNum type="arabicPeriod"/>
            </a:pPr>
            <a:r>
              <a:rPr lang="en-US" sz="1500" dirty="0">
                <a:latin typeface="Arial" panose="020B0604020202020204" pitchFamily="34" charset="0"/>
                <a:cs typeface="Arial" panose="020B0604020202020204" pitchFamily="34" charset="0"/>
              </a:rPr>
              <a:t>Choose optimal control factor levels and predict the performance measure at these levels</a:t>
            </a:r>
          </a:p>
          <a:p>
            <a:pPr marL="342900" indent="-342900">
              <a:lnSpc>
                <a:spcPct val="200000"/>
              </a:lnSpc>
              <a:buFont typeface="+mj-lt"/>
              <a:buAutoNum type="arabicPeriod"/>
            </a:pPr>
            <a:r>
              <a:rPr lang="en-US" sz="1500" dirty="0">
                <a:latin typeface="Arial" panose="020B0604020202020204" pitchFamily="34" charset="0"/>
                <a:cs typeface="Arial" panose="020B0604020202020204" pitchFamily="34" charset="0"/>
              </a:rPr>
              <a:t>Confirm the optimal levels by experimentation.</a:t>
            </a:r>
          </a:p>
        </p:txBody>
      </p:sp>
    </p:spTree>
    <p:extLst>
      <p:ext uri="{BB962C8B-B14F-4D97-AF65-F5344CB8AC3E}">
        <p14:creationId xmlns:p14="http://schemas.microsoft.com/office/powerpoint/2010/main" val="8971258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Concept of ANOVA</a:t>
            </a:r>
          </a:p>
        </p:txBody>
      </p:sp>
      <p:sp>
        <p:nvSpPr>
          <p:cNvPr id="3" name="Content Placeholder 2"/>
          <p:cNvSpPr>
            <a:spLocks noGrp="1"/>
          </p:cNvSpPr>
          <p:nvPr>
            <p:ph idx="1"/>
          </p:nvPr>
        </p:nvSpPr>
        <p:spPr/>
        <p:txBody>
          <a:bodyPr/>
          <a:lstStyle/>
          <a:p>
            <a:r>
              <a:t>• ANOVA (Analysis of Variance) is a statistical method used to analyze differences among group means.</a:t>
            </a:r>
          </a:p>
          <a:p>
            <a:r>
              <a:t>• It helps determine if observed differences are statistically significant.</a:t>
            </a:r>
          </a:p>
          <a:p>
            <a:r>
              <a:t>• Instead of comparing means pairwise (like in t-tests), ANOVA compares multiple means simultaneously.</a:t>
            </a:r>
          </a:p>
          <a:p>
            <a:r>
              <a:t>• Commonly used in experimental design, such as Taguchi or DOE methods.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Purpose and Applications</a:t>
            </a:r>
          </a:p>
        </p:txBody>
      </p:sp>
      <p:sp>
        <p:nvSpPr>
          <p:cNvPr id="3" name="Content Placeholder 2"/>
          <p:cNvSpPr>
            <a:spLocks noGrp="1"/>
          </p:cNvSpPr>
          <p:nvPr>
            <p:ph idx="1"/>
          </p:nvPr>
        </p:nvSpPr>
        <p:spPr/>
        <p:txBody>
          <a:bodyPr/>
          <a:lstStyle/>
          <a:p>
            <a:r>
              <a:t>• Identify factors that significantly affect a response variable.</a:t>
            </a:r>
          </a:p>
          <a:p>
            <a:r>
              <a:t>• Partition total variation into components attributable to different sources.</a:t>
            </a:r>
          </a:p>
          <a:p>
            <a:r>
              <a:t>• Widely used in:</a:t>
            </a:r>
          </a:p>
          <a:p>
            <a:r>
              <a:t>   - Engineering experiments</a:t>
            </a:r>
          </a:p>
          <a:p>
            <a:r>
              <a:t>   - Product design optimization</a:t>
            </a:r>
          </a:p>
          <a:p>
            <a:r>
              <a:t>   - Process control and improvement</a:t>
            </a:r>
          </a:p>
          <a:p>
            <a:r>
              <a:t>   - Agricultural and biological studies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E03D41C5-E125-D583-FBA6-F0B29A308E83}"/>
              </a:ext>
            </a:extLst>
          </p:cNvPr>
          <p:cNvSpPr txBox="1"/>
          <p:nvPr/>
        </p:nvSpPr>
        <p:spPr>
          <a:xfrm>
            <a:off x="683568" y="404664"/>
            <a:ext cx="8064896" cy="800219"/>
          </a:xfrm>
          <a:prstGeom prst="rect">
            <a:avLst/>
          </a:prstGeom>
          <a:noFill/>
        </p:spPr>
        <p:txBody>
          <a:bodyPr wrap="square">
            <a:spAutoFit/>
          </a:bodyPr>
          <a:lstStyle/>
          <a:p>
            <a:pPr>
              <a:buNone/>
            </a:pPr>
            <a:r>
              <a:rPr lang="en-US" sz="1800" b="1" dirty="0">
                <a:solidFill>
                  <a:srgbClr val="C00000"/>
                </a:solidFill>
              </a:rPr>
              <a:t>Perform ANOVA on the S/N Ratios</a:t>
            </a:r>
          </a:p>
          <a:p>
            <a:pPr>
              <a:buNone/>
            </a:pPr>
            <a:endParaRPr lang="en-US" dirty="0"/>
          </a:p>
          <a:p>
            <a:pPr>
              <a:buNone/>
            </a:pPr>
            <a:r>
              <a:rPr lang="en-US" dirty="0"/>
              <a:t>Compute </a:t>
            </a:r>
            <a:r>
              <a:rPr lang="en-US" b="1" dirty="0"/>
              <a:t>Sum of Squares (SS)</a:t>
            </a:r>
            <a:r>
              <a:rPr lang="en-US" dirty="0"/>
              <a:t> for each factor:</a:t>
            </a:r>
          </a:p>
        </p:txBody>
      </p:sp>
      <p:pic>
        <p:nvPicPr>
          <p:cNvPr id="8" name="Picture 7">
            <a:extLst>
              <a:ext uri="{FF2B5EF4-FFF2-40B4-BE49-F238E27FC236}">
                <a16:creationId xmlns="" xmlns:a16="http://schemas.microsoft.com/office/drawing/2014/main" id="{9336FDD1-90FB-36FA-0E55-26834BA804F7}"/>
              </a:ext>
            </a:extLst>
          </p:cNvPr>
          <p:cNvPicPr>
            <a:picLocks noChangeAspect="1"/>
          </p:cNvPicPr>
          <p:nvPr/>
        </p:nvPicPr>
        <p:blipFill>
          <a:blip r:embed="rId2"/>
          <a:stretch>
            <a:fillRect/>
          </a:stretch>
        </p:blipFill>
        <p:spPr>
          <a:xfrm>
            <a:off x="3131840" y="1204883"/>
            <a:ext cx="2143424" cy="828791"/>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018796B3-E80B-7573-54BB-7744B41A9D8A}"/>
                  </a:ext>
                </a:extLst>
              </p:cNvPr>
              <p:cNvSpPr txBox="1"/>
              <p:nvPr/>
            </p:nvSpPr>
            <p:spPr>
              <a:xfrm>
                <a:off x="899592" y="1819713"/>
                <a:ext cx="7200800" cy="1609287"/>
              </a:xfrm>
              <a:prstGeom prst="rect">
                <a:avLst/>
              </a:prstGeom>
              <a:noFill/>
            </p:spPr>
            <p:txBody>
              <a:bodyPr wrap="square">
                <a:spAutoFit/>
              </a:bodyPr>
              <a:lstStyle/>
              <a:p>
                <a:pPr>
                  <a:buNone/>
                </a:pPr>
                <a:r>
                  <a:rPr lang="en-US" sz="1600" dirty="0"/>
                  <a:t>where</a:t>
                </a:r>
              </a:p>
              <a:p>
                <a:pPr>
                  <a:buFont typeface="Arial" panose="020B0604020202020204" pitchFamily="34" charset="0"/>
                  <a:buChar char="•"/>
                </a:pP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𝑇</m:t>
                        </m:r>
                      </m:e>
                      <m:sub>
                        <m:r>
                          <a:rPr lang="ar-AE" sz="1600" i="1">
                            <a:latin typeface="Cambria Math" panose="02040503050406030204" pitchFamily="18" charset="0"/>
                          </a:rPr>
                          <m:t>𝐴𝑗</m:t>
                        </m:r>
                      </m:sub>
                    </m:sSub>
                  </m:oMath>
                </a14:m>
                <a:r>
                  <a:rPr lang="ar-AE" sz="1600" dirty="0"/>
                  <a:t>= </a:t>
                </a:r>
                <a:r>
                  <a:rPr lang="en-US" sz="1600" dirty="0"/>
                  <a:t>sum of S/N values for level </a:t>
                </a:r>
                <a:r>
                  <a:rPr lang="en-US" sz="1600" i="1" dirty="0"/>
                  <a:t>j</a:t>
                </a:r>
                <a:r>
                  <a:rPr lang="en-US" sz="1600" dirty="0"/>
                  <a:t> of factor A</a:t>
                </a:r>
              </a:p>
              <a:p>
                <a:pPr>
                  <a:buFont typeface="Arial" panose="020B0604020202020204" pitchFamily="34" charset="0"/>
                  <a:buChar char="•"/>
                </a:pP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𝑛</m:t>
                        </m:r>
                      </m:e>
                      <m:sub>
                        <m:r>
                          <a:rPr lang="ar-AE" sz="1600" i="1">
                            <a:latin typeface="Cambria Math" panose="02040503050406030204" pitchFamily="18" charset="0"/>
                          </a:rPr>
                          <m:t>𝑗</m:t>
                        </m:r>
                      </m:sub>
                    </m:sSub>
                  </m:oMath>
                </a14:m>
                <a:r>
                  <a:rPr lang="ar-AE" sz="1600" dirty="0"/>
                  <a:t>= </a:t>
                </a:r>
                <a:r>
                  <a:rPr lang="en-US" sz="1600" dirty="0"/>
                  <a:t>number of runs at level </a:t>
                </a:r>
                <a:r>
                  <a:rPr lang="en-US" sz="1600" i="1" dirty="0"/>
                  <a:t>j</a:t>
                </a:r>
                <a:endParaRPr lang="en-US" sz="1600" dirty="0"/>
              </a:p>
              <a:p>
                <a:pPr>
                  <a:buFont typeface="Arial" panose="020B0604020202020204" pitchFamily="34" charset="0"/>
                  <a:buChar char="•"/>
                </a:pPr>
                <a14:m>
                  <m:oMath xmlns:m="http://schemas.openxmlformats.org/officeDocument/2006/math">
                    <m:r>
                      <a:rPr lang="en-US" sz="1600" i="1">
                        <a:latin typeface="Cambria Math" panose="02040503050406030204" pitchFamily="18" charset="0"/>
                      </a:rPr>
                      <m:t>𝑇</m:t>
                    </m:r>
                  </m:oMath>
                </a14:m>
                <a:r>
                  <a:rPr lang="en-US" sz="1600" dirty="0"/>
                  <a:t>= total of all S/N ratios</a:t>
                </a:r>
              </a:p>
              <a:p>
                <a:pPr>
                  <a:buFont typeface="Arial" panose="020B0604020202020204" pitchFamily="34" charset="0"/>
                  <a:buChar char="•"/>
                </a:pPr>
                <a14:m>
                  <m:oMath xmlns:m="http://schemas.openxmlformats.org/officeDocument/2006/math">
                    <m:r>
                      <a:rPr lang="en-US" sz="1600" i="1">
                        <a:latin typeface="Cambria Math" panose="02040503050406030204" pitchFamily="18" charset="0"/>
                      </a:rPr>
                      <m:t>𝑁</m:t>
                    </m:r>
                  </m:oMath>
                </a14:m>
                <a:r>
                  <a:rPr lang="en-US" sz="1600" dirty="0"/>
                  <a:t>= total number of runs</a:t>
                </a:r>
              </a:p>
              <a:p>
                <a:pPr>
                  <a:buNone/>
                </a:pPr>
                <a:r>
                  <a:rPr lang="en-US" sz="1600" dirty="0"/>
                  <a:t>Then compute:</a:t>
                </a:r>
              </a:p>
            </p:txBody>
          </p:sp>
        </mc:Choice>
        <mc:Fallback xmlns="">
          <p:sp>
            <p:nvSpPr>
              <p:cNvPr id="10" name="TextBox 9">
                <a:extLst>
                  <a:ext uri="{FF2B5EF4-FFF2-40B4-BE49-F238E27FC236}">
                    <a16:creationId xmlns:a16="http://schemas.microsoft.com/office/drawing/2014/main" id="{018796B3-E80B-7573-54BB-7744B41A9D8A}"/>
                  </a:ext>
                </a:extLst>
              </p:cNvPr>
              <p:cNvSpPr txBox="1">
                <a:spLocks noRot="1" noChangeAspect="1" noMove="1" noResize="1" noEditPoints="1" noAdjustHandles="1" noChangeArrowheads="1" noChangeShapeType="1" noTextEdit="1"/>
              </p:cNvSpPr>
              <p:nvPr/>
            </p:nvSpPr>
            <p:spPr>
              <a:xfrm>
                <a:off x="899592" y="1819713"/>
                <a:ext cx="7200800" cy="1609287"/>
              </a:xfrm>
              <a:prstGeom prst="rect">
                <a:avLst/>
              </a:prstGeom>
              <a:blipFill>
                <a:blip r:embed="rId3"/>
                <a:stretch>
                  <a:fillRect l="-508" t="-1136" b="-3788"/>
                </a:stretch>
              </a:blipFill>
            </p:spPr>
            <p:txBody>
              <a:bodyPr/>
              <a:lstStyle/>
              <a:p>
                <a:r>
                  <a:rPr lang="en-US">
                    <a:noFill/>
                  </a:rPr>
                  <a:t> </a:t>
                </a:r>
              </a:p>
            </p:txBody>
          </p:sp>
        </mc:Fallback>
      </mc:AlternateContent>
      <p:pic>
        <p:nvPicPr>
          <p:cNvPr id="12" name="Picture 11">
            <a:extLst>
              <a:ext uri="{FF2B5EF4-FFF2-40B4-BE49-F238E27FC236}">
                <a16:creationId xmlns="" xmlns:a16="http://schemas.microsoft.com/office/drawing/2014/main" id="{F68DFF61-30A3-D86C-1B74-BBF777A6C2FF}"/>
              </a:ext>
            </a:extLst>
          </p:cNvPr>
          <p:cNvPicPr>
            <a:picLocks noChangeAspect="1"/>
          </p:cNvPicPr>
          <p:nvPr/>
        </p:nvPicPr>
        <p:blipFill>
          <a:blip r:embed="rId4"/>
          <a:stretch>
            <a:fillRect/>
          </a:stretch>
        </p:blipFill>
        <p:spPr>
          <a:xfrm>
            <a:off x="4031940" y="2966693"/>
            <a:ext cx="3019846" cy="1857634"/>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32159EE7-FF31-F6CC-5CE7-D62FCEB1331D}"/>
                  </a:ext>
                </a:extLst>
              </p:cNvPr>
              <p:cNvSpPr txBox="1"/>
              <p:nvPr/>
            </p:nvSpPr>
            <p:spPr>
              <a:xfrm>
                <a:off x="845840" y="4739303"/>
                <a:ext cx="7578588" cy="1557478"/>
              </a:xfrm>
              <a:prstGeom prst="rect">
                <a:avLst/>
              </a:prstGeom>
              <a:noFill/>
            </p:spPr>
            <p:txBody>
              <a:bodyPr wrap="square">
                <a:spAutoFit/>
              </a:bodyPr>
              <a:lstStyle/>
              <a:p>
                <a:pPr>
                  <a:buNone/>
                </a:pPr>
                <a:r>
                  <a:rPr lang="en-US" sz="1800" b="1" dirty="0"/>
                  <a:t>Determine % Contribution and Significance</a:t>
                </a:r>
              </a:p>
              <a:p>
                <a:pPr>
                  <a:buFont typeface="Arial" panose="020B0604020202020204" pitchFamily="34" charset="0"/>
                  <a:buChar char="•"/>
                </a:pPr>
                <a:r>
                  <a:rPr lang="en-US" sz="1800" dirty="0"/>
                  <a:t>Mean square (MS): </a:t>
                </a:r>
                <a14:m>
                  <m:oMath xmlns:m="http://schemas.openxmlformats.org/officeDocument/2006/math">
                    <m:r>
                      <a:rPr lang="en-US" sz="1800" i="1">
                        <a:latin typeface="Cambria Math" panose="02040503050406030204" pitchFamily="18" charset="0"/>
                      </a:rPr>
                      <m:t>𝑀𝑆</m:t>
                    </m:r>
                    <m:r>
                      <a:rPr lang="en-US" sz="1800" i="0">
                        <a:latin typeface="Cambria Math" panose="02040503050406030204" pitchFamily="18" charset="0"/>
                      </a:rPr>
                      <m:t>=</m:t>
                    </m:r>
                    <m:r>
                      <a:rPr lang="en-US" sz="1800" i="1">
                        <a:latin typeface="Cambria Math" panose="02040503050406030204" pitchFamily="18" charset="0"/>
                      </a:rPr>
                      <m:t>𝑆𝑆</m:t>
                    </m:r>
                    <m:r>
                      <a:rPr lang="en-US" sz="1800" i="0">
                        <a:latin typeface="Cambria Math" panose="02040503050406030204" pitchFamily="18" charset="0"/>
                      </a:rPr>
                      <m:t>/</m:t>
                    </m:r>
                    <m:r>
                      <a:rPr lang="en-US" sz="1800" i="1">
                        <a:latin typeface="Cambria Math" panose="02040503050406030204" pitchFamily="18" charset="0"/>
                      </a:rPr>
                      <m:t>𝑑𝑓</m:t>
                    </m:r>
                  </m:oMath>
                </a14:m>
                <a:endParaRPr lang="en-US" sz="1800" dirty="0"/>
              </a:p>
              <a:p>
                <a:pPr>
                  <a:buFont typeface="Arial" panose="020B0604020202020204" pitchFamily="34" charset="0"/>
                  <a:buChar char="•"/>
                </a:pPr>
                <a:r>
                  <a:rPr lang="en-US" sz="1800" dirty="0"/>
                  <a:t>F-ratio: </a:t>
                </a:r>
                <a14:m>
                  <m:oMath xmlns:m="http://schemas.openxmlformats.org/officeDocument/2006/math">
                    <m:r>
                      <a:rPr lang="en-US" sz="1800" i="1">
                        <a:latin typeface="Cambria Math" panose="02040503050406030204" pitchFamily="18" charset="0"/>
                      </a:rPr>
                      <m:t>𝐹</m:t>
                    </m:r>
                    <m:r>
                      <a:rPr lang="en-US" sz="1800" i="0">
                        <a:latin typeface="Cambria Math" panose="02040503050406030204" pitchFamily="18" charset="0"/>
                      </a:rPr>
                      <m:t>=</m:t>
                    </m:r>
                    <m:r>
                      <a:rPr lang="en-US" sz="1800" i="1">
                        <a:latin typeface="Cambria Math" panose="02040503050406030204" pitchFamily="18" charset="0"/>
                      </a:rPr>
                      <m:t>𝑀</m:t>
                    </m:r>
                    <m:sSub>
                      <m:sSubPr>
                        <m:ctrlPr>
                          <a:rPr lang="ar-AE" sz="1800" i="1">
                            <a:latin typeface="Cambria Math" panose="02040503050406030204" pitchFamily="18" charset="0"/>
                          </a:rPr>
                        </m:ctrlPr>
                      </m:sSubPr>
                      <m:e>
                        <m:r>
                          <a:rPr lang="ar-AE" sz="1800" i="1">
                            <a:latin typeface="Cambria Math" panose="02040503050406030204" pitchFamily="18" charset="0"/>
                          </a:rPr>
                          <m:t>𝑆</m:t>
                        </m:r>
                      </m:e>
                      <m:sub>
                        <m:r>
                          <m:rPr>
                            <m:nor/>
                          </m:rPr>
                          <a:rPr lang="en-US" sz="1800" b="0" i="1">
                            <a:latin typeface="Cambria Math" panose="02040503050406030204" pitchFamily="18" charset="0"/>
                          </a:rPr>
                          <m:t>factor</m:t>
                        </m:r>
                      </m:sub>
                    </m:sSub>
                    <m:r>
                      <a:rPr lang="ar-AE" sz="1800" b="0" i="0">
                        <a:latin typeface="Cambria Math" panose="02040503050406030204" pitchFamily="18" charset="0"/>
                      </a:rPr>
                      <m:t>/</m:t>
                    </m:r>
                    <m:r>
                      <a:rPr lang="ar-AE" sz="1800" b="0" i="1">
                        <a:latin typeface="Cambria Math" panose="02040503050406030204" pitchFamily="18" charset="0"/>
                      </a:rPr>
                      <m:t>𝑀</m:t>
                    </m:r>
                    <m:sSub>
                      <m:sSubPr>
                        <m:ctrlPr>
                          <a:rPr lang="ar-AE" sz="1800" b="0" i="1">
                            <a:latin typeface="Cambria Math" panose="02040503050406030204" pitchFamily="18" charset="0"/>
                          </a:rPr>
                        </m:ctrlPr>
                      </m:sSubPr>
                      <m:e>
                        <m:r>
                          <a:rPr lang="ar-AE" sz="1800" b="0" i="1">
                            <a:latin typeface="Cambria Math" panose="02040503050406030204" pitchFamily="18" charset="0"/>
                          </a:rPr>
                          <m:t>𝑆</m:t>
                        </m:r>
                      </m:e>
                      <m:sub>
                        <m:r>
                          <a:rPr lang="ar-AE" sz="1800" b="0" i="1">
                            <a:latin typeface="Cambria Math" panose="02040503050406030204" pitchFamily="18" charset="0"/>
                          </a:rPr>
                          <m:t>𝐸</m:t>
                        </m:r>
                      </m:sub>
                    </m:sSub>
                  </m:oMath>
                </a14:m>
                <a:endParaRPr lang="ar-AE" sz="1800" dirty="0"/>
              </a:p>
              <a:p>
                <a:pPr>
                  <a:buFont typeface="Arial" panose="020B0604020202020204" pitchFamily="34" charset="0"/>
                  <a:buChar char="•"/>
                </a:pPr>
                <a:r>
                  <a:rPr lang="ar-AE" sz="1800" dirty="0"/>
                  <a:t>% </a:t>
                </a:r>
                <a:r>
                  <a:rPr lang="en-US" sz="1800" dirty="0"/>
                  <a:t>contribution: </a:t>
                </a:r>
                <a14:m>
                  <m:oMath xmlns:m="http://schemas.openxmlformats.org/officeDocument/2006/math">
                    <m:d>
                      <m:dPr>
                        <m:ctrlPr>
                          <a:rPr lang="ar-AE" sz="1800" i="1">
                            <a:latin typeface="Cambria Math" panose="02040503050406030204" pitchFamily="18" charset="0"/>
                          </a:rPr>
                        </m:ctrlPr>
                      </m:dPr>
                      <m:e>
                        <m:r>
                          <a:rPr lang="ar-AE" sz="1800" i="1">
                            <a:latin typeface="Cambria Math" panose="02040503050406030204" pitchFamily="18" charset="0"/>
                          </a:rPr>
                          <m:t>𝑆</m:t>
                        </m:r>
                        <m:sSub>
                          <m:sSubPr>
                            <m:ctrlPr>
                              <a:rPr lang="ar-AE" sz="1800" i="1">
                                <a:latin typeface="Cambria Math" panose="02040503050406030204" pitchFamily="18" charset="0"/>
                              </a:rPr>
                            </m:ctrlPr>
                          </m:sSubPr>
                          <m:e>
                            <m:r>
                              <a:rPr lang="ar-AE" sz="1800" i="1">
                                <a:latin typeface="Cambria Math" panose="02040503050406030204" pitchFamily="18" charset="0"/>
                              </a:rPr>
                              <m:t>𝑆</m:t>
                            </m:r>
                          </m:e>
                          <m:sub>
                            <m:r>
                              <m:rPr>
                                <m:nor/>
                              </m:rPr>
                              <a:rPr lang="en-US" sz="1800" b="0" i="1">
                                <a:latin typeface="Cambria Math" panose="02040503050406030204" pitchFamily="18" charset="0"/>
                              </a:rPr>
                              <m:t>factor</m:t>
                            </m:r>
                          </m:sub>
                        </m:sSub>
                        <m:r>
                          <a:rPr lang="ar-AE" sz="1800" b="0" i="0">
                            <a:latin typeface="Cambria Math" panose="02040503050406030204" pitchFamily="18" charset="0"/>
                          </a:rPr>
                          <m:t>/</m:t>
                        </m:r>
                        <m:r>
                          <a:rPr lang="ar-AE" sz="1800" b="0" i="1">
                            <a:latin typeface="Cambria Math" panose="02040503050406030204" pitchFamily="18" charset="0"/>
                          </a:rPr>
                          <m:t>𝑆</m:t>
                        </m:r>
                        <m:sSub>
                          <m:sSubPr>
                            <m:ctrlPr>
                              <a:rPr lang="ar-AE" sz="1800" b="0" i="1">
                                <a:latin typeface="Cambria Math" panose="02040503050406030204" pitchFamily="18" charset="0"/>
                              </a:rPr>
                            </m:ctrlPr>
                          </m:sSubPr>
                          <m:e>
                            <m:r>
                              <a:rPr lang="ar-AE" sz="1800" b="0" i="1">
                                <a:latin typeface="Cambria Math" panose="02040503050406030204" pitchFamily="18" charset="0"/>
                              </a:rPr>
                              <m:t>𝑆</m:t>
                            </m:r>
                          </m:e>
                          <m:sub>
                            <m:r>
                              <a:rPr lang="ar-AE" sz="1800" b="0" i="1">
                                <a:latin typeface="Cambria Math" panose="02040503050406030204" pitchFamily="18" charset="0"/>
                              </a:rPr>
                              <m:t>𝑇</m:t>
                            </m:r>
                          </m:sub>
                        </m:sSub>
                      </m:e>
                    </m:d>
                    <m:r>
                      <a:rPr lang="ar-AE" sz="1800" b="0" i="0">
                        <a:latin typeface="Cambria Math" panose="02040503050406030204" pitchFamily="18" charset="0"/>
                      </a:rPr>
                      <m:t>×</m:t>
                    </m:r>
                    <m:r>
                      <a:rPr lang="ar-AE" sz="1800" b="0" i="0">
                        <a:latin typeface="Cambria Math" panose="02040503050406030204" pitchFamily="18" charset="0"/>
                      </a:rPr>
                      <m:t>100</m:t>
                    </m:r>
                  </m:oMath>
                </a14:m>
                <a:endParaRPr lang="ar-AE" sz="1800" dirty="0"/>
              </a:p>
              <a:p>
                <a:pPr>
                  <a:buNone/>
                </a:pPr>
                <a:r>
                  <a:rPr lang="en-US" sz="1800" dirty="0"/>
                  <a:t>If </a:t>
                </a:r>
                <a14:m>
                  <m:oMath xmlns:m="http://schemas.openxmlformats.org/officeDocument/2006/math">
                    <m:r>
                      <a:rPr lang="en-US" sz="1800" i="1">
                        <a:latin typeface="Cambria Math" panose="02040503050406030204" pitchFamily="18" charset="0"/>
                      </a:rPr>
                      <m:t>𝐹</m:t>
                    </m:r>
                    <m:r>
                      <a:rPr lang="en-US" sz="1800" i="0">
                        <a:latin typeface="Cambria Math" panose="02040503050406030204" pitchFamily="18" charset="0"/>
                      </a:rPr>
                      <m:t>&gt;</m:t>
                    </m:r>
                    <m:sSub>
                      <m:sSubPr>
                        <m:ctrlPr>
                          <a:rPr lang="ar-AE" sz="1800" i="1">
                            <a:latin typeface="Cambria Math" panose="02040503050406030204" pitchFamily="18" charset="0"/>
                          </a:rPr>
                        </m:ctrlPr>
                      </m:sSubPr>
                      <m:e>
                        <m:r>
                          <a:rPr lang="ar-AE" sz="1800" i="1">
                            <a:latin typeface="Cambria Math" panose="02040503050406030204" pitchFamily="18" charset="0"/>
                          </a:rPr>
                          <m:t>𝐹</m:t>
                        </m:r>
                      </m:e>
                      <m:sub>
                        <m:r>
                          <m:rPr>
                            <m:nor/>
                          </m:rPr>
                          <a:rPr lang="en-US" sz="1800" b="0" i="1">
                            <a:latin typeface="Cambria Math" panose="02040503050406030204" pitchFamily="18" charset="0"/>
                          </a:rPr>
                          <m:t>critical</m:t>
                        </m:r>
                      </m:sub>
                    </m:sSub>
                  </m:oMath>
                </a14:m>
                <a:r>
                  <a:rPr lang="ar-AE" sz="1800" dirty="0"/>
                  <a:t>, </a:t>
                </a:r>
                <a:r>
                  <a:rPr lang="en-US" sz="1800" dirty="0"/>
                  <a:t>the factor significantly affects the robustness (S/N).</a:t>
                </a:r>
              </a:p>
            </p:txBody>
          </p:sp>
        </mc:Choice>
        <mc:Fallback xmlns="">
          <p:sp>
            <p:nvSpPr>
              <p:cNvPr id="14" name="TextBox 13">
                <a:extLst>
                  <a:ext uri="{FF2B5EF4-FFF2-40B4-BE49-F238E27FC236}">
                    <a16:creationId xmlns:a16="http://schemas.microsoft.com/office/drawing/2014/main" id="{32159EE7-FF31-F6CC-5CE7-D62FCEB1331D}"/>
                  </a:ext>
                </a:extLst>
              </p:cNvPr>
              <p:cNvSpPr txBox="1">
                <a:spLocks noRot="1" noChangeAspect="1" noMove="1" noResize="1" noEditPoints="1" noAdjustHandles="1" noChangeArrowheads="1" noChangeShapeType="1" noTextEdit="1"/>
              </p:cNvSpPr>
              <p:nvPr/>
            </p:nvSpPr>
            <p:spPr>
              <a:xfrm>
                <a:off x="845840" y="4739303"/>
                <a:ext cx="7578588" cy="1557478"/>
              </a:xfrm>
              <a:prstGeom prst="rect">
                <a:avLst/>
              </a:prstGeom>
              <a:blipFill>
                <a:blip r:embed="rId5"/>
                <a:stretch>
                  <a:fillRect l="-724" t="-1953" b="-3906"/>
                </a:stretch>
              </a:blipFill>
            </p:spPr>
            <p:txBody>
              <a:bodyPr/>
              <a:lstStyle/>
              <a:p>
                <a:r>
                  <a:rPr lang="en-US">
                    <a:noFill/>
                  </a:rPr>
                  <a:t> </a:t>
                </a:r>
              </a:p>
            </p:txBody>
          </p:sp>
        </mc:Fallback>
      </mc:AlternateContent>
    </p:spTree>
    <p:extLst>
      <p:ext uri="{BB962C8B-B14F-4D97-AF65-F5344CB8AC3E}">
        <p14:creationId xmlns:p14="http://schemas.microsoft.com/office/powerpoint/2010/main" val="37508012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Taguchi Analysis (Example)</a:t>
            </a:r>
          </a:p>
        </p:txBody>
      </p:sp>
      <p:sp>
        <p:nvSpPr>
          <p:cNvPr id="4" name="Slide Number Placeholder 3"/>
          <p:cNvSpPr>
            <a:spLocks noGrp="1"/>
          </p:cNvSpPr>
          <p:nvPr>
            <p:ph type="sldNum" sz="quarter" idx="10"/>
          </p:nvPr>
        </p:nvSpPr>
        <p:spPr/>
        <p:txBody>
          <a:bodyPr/>
          <a:lstStyle/>
          <a:p>
            <a:fld id="{DBBF992C-F1AA-4A66-8CC7-87949E2D5226}" type="slidenum">
              <a:rPr lang="en-US" altLang="ko-KR" smtClean="0"/>
              <a:pPr/>
              <a:t>54</a:t>
            </a:fld>
            <a:endParaRPr lang="en-US" altLang="ko-K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480060" marR="308610" algn="just" latinLnBrk="0">
                  <a:spcBef>
                    <a:spcPts val="0"/>
                  </a:spcBef>
                  <a:spcAft>
                    <a:spcPts val="0"/>
                  </a:spcAft>
                </a:pPr>
                <a:r>
                  <a:rPr lang="en-US" sz="1800" dirty="0">
                    <a:latin typeface="Arial" panose="020B0604020202020204" pitchFamily="34" charset="0"/>
                    <a:cs typeface="Arial" panose="020B0604020202020204" pitchFamily="34" charset="0"/>
                  </a:rPr>
                  <a:t>Instead of 8 combinations, we tried only four combinations of setting and from these four we were able to predict the GR achievable for those combinations of controls which we have not tried.</a:t>
                </a:r>
              </a:p>
              <a:p>
                <a:pPr marL="480060" marR="308610" algn="just" latinLnBrk="0">
                  <a:spcBef>
                    <a:spcPts val="945"/>
                  </a:spcBef>
                  <a:spcAft>
                    <a:spcPts val="0"/>
                  </a:spcAft>
                </a:pPr>
                <a:r>
                  <a:rPr lang="en-US" sz="1800" dirty="0">
                    <a:latin typeface="Arial" panose="020B0604020202020204" pitchFamily="34" charset="0"/>
                    <a:cs typeface="Arial" panose="020B0604020202020204" pitchFamily="34" charset="0"/>
                  </a:rPr>
                  <a:t>For 3 — two level factors, the combinations possible are only </a:t>
                </a:r>
                <a14:m>
                  <m:oMath xmlns:m="http://schemas.openxmlformats.org/officeDocument/2006/math">
                    <m:sSup>
                      <m:sSupPr>
                        <m:ctrlPr>
                          <a:rPr lang="en-US" sz="1800" i="1">
                            <a:latin typeface="Cambria Math" panose="02040503050406030204" pitchFamily="18" charset="0"/>
                          </a:rPr>
                        </m:ctrlPr>
                      </m:sSupPr>
                      <m:e>
                        <m:r>
                          <a:rPr lang="en-US" sz="1800" i="1">
                            <a:latin typeface="Cambria Math" panose="02040503050406030204" pitchFamily="18" charset="0"/>
                          </a:rPr>
                          <m:t>2</m:t>
                        </m:r>
                      </m:e>
                      <m:sup>
                        <m:r>
                          <a:rPr lang="en-US" sz="1800" i="1">
                            <a:latin typeface="Cambria Math" panose="02040503050406030204" pitchFamily="18" charset="0"/>
                          </a:rPr>
                          <m:t>3</m:t>
                        </m:r>
                      </m:sup>
                    </m:sSup>
                  </m:oMath>
                </a14:m>
                <a:r>
                  <a:rPr lang="en-US" sz="1800" dirty="0">
                    <a:latin typeface="Arial" panose="020B0604020202020204" pitchFamily="34" charset="0"/>
                    <a:cs typeface="Arial" panose="020B0604020202020204" pitchFamily="34" charset="0"/>
                  </a:rPr>
                  <a:t>= 8. Here we tried 4 experiments.</a:t>
                </a:r>
              </a:p>
              <a:p>
                <a:pPr marL="480060" marR="308610" algn="just" latinLnBrk="0">
                  <a:spcBef>
                    <a:spcPts val="1215"/>
                  </a:spcBef>
                  <a:spcAft>
                    <a:spcPts val="0"/>
                  </a:spcAft>
                </a:pPr>
                <a:r>
                  <a:rPr lang="en-US" sz="1800" dirty="0">
                    <a:latin typeface="Arial" panose="020B0604020202020204" pitchFamily="34" charset="0"/>
                    <a:cs typeface="Arial" panose="020B0604020202020204" pitchFamily="34" charset="0"/>
                  </a:rPr>
                  <a:t>But suppose there are </a:t>
                </a:r>
                <a:r>
                  <a:rPr lang="en-US" sz="1800" b="1" dirty="0">
                    <a:solidFill>
                      <a:srgbClr val="FF0000"/>
                    </a:solidFill>
                    <a:latin typeface="Arial" panose="020B0604020202020204" pitchFamily="34" charset="0"/>
                    <a:cs typeface="Arial" panose="020B0604020202020204" pitchFamily="34" charset="0"/>
                  </a:rPr>
                  <a:t>seven</a:t>
                </a:r>
                <a:r>
                  <a:rPr lang="en-US" sz="1800" dirty="0">
                    <a:latin typeface="Arial" panose="020B0604020202020204" pitchFamily="34" charset="0"/>
                    <a:cs typeface="Arial" panose="020B0604020202020204" pitchFamily="34" charset="0"/>
                  </a:rPr>
                  <a:t> factors like speed, infeed, dressing traverse etc. each with </a:t>
                </a:r>
                <a:r>
                  <a:rPr lang="en-US" sz="1800" b="1" dirty="0">
                    <a:solidFill>
                      <a:srgbClr val="FF0000"/>
                    </a:solidFill>
                    <a:latin typeface="Arial" panose="020B0604020202020204" pitchFamily="34" charset="0"/>
                    <a:cs typeface="Arial" panose="020B0604020202020204" pitchFamily="34" charset="0"/>
                  </a:rPr>
                  <a:t>three</a:t>
                </a:r>
                <a:r>
                  <a:rPr lang="en-US" sz="1800" dirty="0">
                    <a:latin typeface="Arial" panose="020B0604020202020204" pitchFamily="34" charset="0"/>
                    <a:cs typeface="Arial" panose="020B0604020202020204" pitchFamily="34" charset="0"/>
                  </a:rPr>
                  <a:t> setting levels, then the possibility is </a:t>
                </a:r>
                <a14:m>
                  <m:oMath xmlns:m="http://schemas.openxmlformats.org/officeDocument/2006/math">
                    <m:sSup>
                      <m:sSupPr>
                        <m:ctrlPr>
                          <a:rPr lang="en-US" sz="1800" i="1">
                            <a:latin typeface="Cambria Math" panose="02040503050406030204" pitchFamily="18" charset="0"/>
                          </a:rPr>
                        </m:ctrlPr>
                      </m:sSupPr>
                      <m:e>
                        <m:r>
                          <a:rPr lang="en-US" sz="1800" i="1">
                            <a:latin typeface="Cambria Math" panose="02040503050406030204" pitchFamily="18" charset="0"/>
                          </a:rPr>
                          <m:t>3</m:t>
                        </m:r>
                      </m:e>
                      <m:sup>
                        <m:r>
                          <a:rPr lang="en-US" sz="1800" i="1">
                            <a:latin typeface="Cambria Math" panose="02040503050406030204" pitchFamily="18" charset="0"/>
                          </a:rPr>
                          <m:t>7</m:t>
                        </m:r>
                      </m:sup>
                    </m:sSup>
                  </m:oMath>
                </a14:m>
                <a:r>
                  <a:rPr lang="en-US" sz="1800" dirty="0">
                    <a:latin typeface="Arial" panose="020B0604020202020204" pitchFamily="34" charset="0"/>
                    <a:cs typeface="Arial" panose="020B0604020202020204" pitchFamily="34" charset="0"/>
                  </a:rPr>
                  <a:t> = 2187 combinations.</a:t>
                </a:r>
              </a:p>
              <a:p>
                <a:pPr marL="445770" marR="308610" algn="just" latinLnBrk="0">
                  <a:spcBef>
                    <a:spcPts val="1080"/>
                  </a:spcBef>
                  <a:spcAft>
                    <a:spcPts val="0"/>
                  </a:spcAft>
                </a:pPr>
                <a:r>
                  <a:rPr lang="en-US" sz="1800" dirty="0">
                    <a:latin typeface="Arial" panose="020B0604020202020204" pitchFamily="34" charset="0"/>
                    <a:cs typeface="Arial" panose="020B0604020202020204" pitchFamily="34" charset="0"/>
                  </a:rPr>
                  <a:t>The effect of all these 2187 experiments can be predicted with just 18 experiments. (for 3 level factors of 7 numbers, we use L18 array). </a:t>
                </a:r>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829"/>
                </a:stretch>
              </a:blipFill>
            </p:spPr>
            <p:txBody>
              <a:bodyPr/>
              <a:lstStyle/>
              <a:p>
                <a:r>
                  <a:rPr lang="en-IN">
                    <a:noFill/>
                  </a:rPr>
                  <a:t> </a:t>
                </a:r>
              </a:p>
            </p:txBody>
          </p:sp>
        </mc:Fallback>
      </mc:AlternateContent>
    </p:spTree>
    <p:extLst>
      <p:ext uri="{BB962C8B-B14F-4D97-AF65-F5344CB8AC3E}">
        <p14:creationId xmlns:p14="http://schemas.microsoft.com/office/powerpoint/2010/main" val="42502579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Taguchi Analysis (Orthogonal Array)</a:t>
            </a:r>
          </a:p>
        </p:txBody>
      </p:sp>
      <p:sp>
        <p:nvSpPr>
          <p:cNvPr id="4" name="Slide Number Placeholder 3"/>
          <p:cNvSpPr>
            <a:spLocks noGrp="1"/>
          </p:cNvSpPr>
          <p:nvPr>
            <p:ph type="sldNum" sz="quarter" idx="10"/>
          </p:nvPr>
        </p:nvSpPr>
        <p:spPr/>
        <p:txBody>
          <a:bodyPr/>
          <a:lstStyle/>
          <a:p>
            <a:fld id="{DBBF992C-F1AA-4A66-8CC7-87949E2D5226}" type="slidenum">
              <a:rPr lang="en-US" altLang="ko-KR" smtClean="0"/>
              <a:pPr/>
              <a:t>55</a:t>
            </a:fld>
            <a:endParaRPr lang="en-US" altLang="ko-KR" dirty="0"/>
          </a:p>
        </p:txBody>
      </p:sp>
      <p:graphicFrame>
        <p:nvGraphicFramePr>
          <p:cNvPr id="6" name="Table 5"/>
          <p:cNvGraphicFramePr>
            <a:graphicFrameLocks noGrp="1"/>
          </p:cNvGraphicFramePr>
          <p:nvPr/>
        </p:nvGraphicFramePr>
        <p:xfrm>
          <a:off x="197514" y="1910405"/>
          <a:ext cx="4470084" cy="1974220"/>
        </p:xfrm>
        <a:graphic>
          <a:graphicData uri="http://schemas.openxmlformats.org/drawingml/2006/table">
            <a:tbl>
              <a:tblPr firstRow="1" firstCol="1" bandRow="1">
                <a:tableStyleId>{21E4AEA4-8DFA-4A89-87EB-49C32662AFE0}</a:tableStyleId>
              </a:tblPr>
              <a:tblGrid>
                <a:gridCol w="474821">
                  <a:extLst>
                    <a:ext uri="{9D8B030D-6E8A-4147-A177-3AD203B41FA5}">
                      <a16:colId xmlns="" xmlns:a16="http://schemas.microsoft.com/office/drawing/2014/main" val="20000"/>
                    </a:ext>
                  </a:extLst>
                </a:gridCol>
                <a:gridCol w="593408">
                  <a:extLst>
                    <a:ext uri="{9D8B030D-6E8A-4147-A177-3AD203B41FA5}">
                      <a16:colId xmlns="" xmlns:a16="http://schemas.microsoft.com/office/drawing/2014/main" val="20001"/>
                    </a:ext>
                  </a:extLst>
                </a:gridCol>
                <a:gridCol w="593408">
                  <a:extLst>
                    <a:ext uri="{9D8B030D-6E8A-4147-A177-3AD203B41FA5}">
                      <a16:colId xmlns="" xmlns:a16="http://schemas.microsoft.com/office/drawing/2014/main" val="20002"/>
                    </a:ext>
                  </a:extLst>
                </a:gridCol>
                <a:gridCol w="584359">
                  <a:extLst>
                    <a:ext uri="{9D8B030D-6E8A-4147-A177-3AD203B41FA5}">
                      <a16:colId xmlns="" xmlns:a16="http://schemas.microsoft.com/office/drawing/2014/main" val="20003"/>
                    </a:ext>
                  </a:extLst>
                </a:gridCol>
                <a:gridCol w="586740">
                  <a:extLst>
                    <a:ext uri="{9D8B030D-6E8A-4147-A177-3AD203B41FA5}">
                      <a16:colId xmlns="" xmlns:a16="http://schemas.microsoft.com/office/drawing/2014/main" val="20004"/>
                    </a:ext>
                  </a:extLst>
                </a:gridCol>
                <a:gridCol w="586740">
                  <a:extLst>
                    <a:ext uri="{9D8B030D-6E8A-4147-A177-3AD203B41FA5}">
                      <a16:colId xmlns="" xmlns:a16="http://schemas.microsoft.com/office/drawing/2014/main" val="20005"/>
                    </a:ext>
                  </a:extLst>
                </a:gridCol>
                <a:gridCol w="584359">
                  <a:extLst>
                    <a:ext uri="{9D8B030D-6E8A-4147-A177-3AD203B41FA5}">
                      <a16:colId xmlns="" xmlns:a16="http://schemas.microsoft.com/office/drawing/2014/main" val="20006"/>
                    </a:ext>
                  </a:extLst>
                </a:gridCol>
                <a:gridCol w="466249">
                  <a:extLst>
                    <a:ext uri="{9D8B030D-6E8A-4147-A177-3AD203B41FA5}">
                      <a16:colId xmlns="" xmlns:a16="http://schemas.microsoft.com/office/drawing/2014/main" val="20007"/>
                    </a:ext>
                  </a:extLst>
                </a:gridCol>
              </a:tblGrid>
              <a:tr h="176689">
                <a:tc rowSpan="2">
                  <a:txBody>
                    <a:bodyPr/>
                    <a:lstStyle/>
                    <a:p>
                      <a:pPr marL="46990" marR="91440" algn="ctr">
                        <a:lnSpc>
                          <a:spcPct val="138000"/>
                        </a:lnSpc>
                        <a:spcBef>
                          <a:spcPts val="0"/>
                        </a:spcBef>
                        <a:spcAft>
                          <a:spcPts val="0"/>
                        </a:spcAft>
                      </a:pPr>
                      <a:r>
                        <a:rPr lang="en-US" sz="900" spc="-10" dirty="0">
                          <a:effectLst/>
                          <a:latin typeface="Arial" panose="020B0604020202020204" pitchFamily="34" charset="0"/>
                          <a:cs typeface="Arial" panose="020B0604020202020204" pitchFamily="34" charset="0"/>
                        </a:rPr>
                        <a:t>Expt. </a:t>
                      </a:r>
                      <a:r>
                        <a:rPr lang="en-US" sz="900" dirty="0">
                          <a:effectLst/>
                          <a:latin typeface="Arial" panose="020B0604020202020204" pitchFamily="34" charset="0"/>
                          <a:cs typeface="Arial" panose="020B0604020202020204" pitchFamily="34" charset="0"/>
                        </a:rPr>
                        <a:t>No</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tc>
                <a:tc gridSpan="7">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Columns</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10000"/>
                  </a:ext>
                </a:extLst>
              </a:tr>
              <a:tr h="180594">
                <a:tc vMerge="1">
                  <a:txBody>
                    <a:bodyPr/>
                    <a:lstStyle/>
                    <a:p>
                      <a:endParaRPr lang="en-US"/>
                    </a:p>
                  </a:txBody>
                  <a:tcP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3</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4</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5</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6</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7</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1"/>
                  </a:ext>
                </a:extLst>
              </a:tr>
              <a:tr h="173355">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2"/>
                  </a:ext>
                </a:extLst>
              </a:tr>
              <a:tr h="155601">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3"/>
                  </a:ext>
                </a:extLst>
              </a:tr>
              <a:tr h="171450">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3</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4"/>
                  </a:ext>
                </a:extLst>
              </a:tr>
              <a:tr h="171450">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4</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5"/>
                  </a:ext>
                </a:extLst>
              </a:tr>
              <a:tr h="169545">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5</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6"/>
                  </a:ext>
                </a:extLst>
              </a:tr>
              <a:tr h="173355">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6</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7"/>
                  </a:ext>
                </a:extLst>
              </a:tr>
              <a:tr h="171450">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7</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8"/>
                  </a:ext>
                </a:extLst>
              </a:tr>
              <a:tr h="176689">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8</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9"/>
                  </a:ext>
                </a:extLst>
              </a:tr>
            </a:tbl>
          </a:graphicData>
        </a:graphic>
      </p:graphicFrame>
      <p:graphicFrame>
        <p:nvGraphicFramePr>
          <p:cNvPr id="7" name="Table 6"/>
          <p:cNvGraphicFramePr>
            <a:graphicFrameLocks noGrp="1"/>
          </p:cNvGraphicFramePr>
          <p:nvPr/>
        </p:nvGraphicFramePr>
        <p:xfrm>
          <a:off x="5490102" y="3645025"/>
          <a:ext cx="3505531" cy="2171642"/>
        </p:xfrm>
        <a:graphic>
          <a:graphicData uri="http://schemas.openxmlformats.org/drawingml/2006/table">
            <a:tbl>
              <a:tblPr firstRow="1" firstCol="1" bandRow="1">
                <a:tableStyleId>{21E4AEA4-8DFA-4A89-87EB-49C32662AFE0}</a:tableStyleId>
              </a:tblPr>
              <a:tblGrid>
                <a:gridCol w="722006">
                  <a:extLst>
                    <a:ext uri="{9D8B030D-6E8A-4147-A177-3AD203B41FA5}">
                      <a16:colId xmlns="" xmlns:a16="http://schemas.microsoft.com/office/drawing/2014/main" val="20000"/>
                    </a:ext>
                  </a:extLst>
                </a:gridCol>
                <a:gridCol w="646006">
                  <a:extLst>
                    <a:ext uri="{9D8B030D-6E8A-4147-A177-3AD203B41FA5}">
                      <a16:colId xmlns="" xmlns:a16="http://schemas.microsoft.com/office/drawing/2014/main" val="20001"/>
                    </a:ext>
                  </a:extLst>
                </a:gridCol>
                <a:gridCol w="643895">
                  <a:extLst>
                    <a:ext uri="{9D8B030D-6E8A-4147-A177-3AD203B41FA5}">
                      <a16:colId xmlns="" xmlns:a16="http://schemas.microsoft.com/office/drawing/2014/main" val="20002"/>
                    </a:ext>
                  </a:extLst>
                </a:gridCol>
                <a:gridCol w="746812">
                  <a:extLst>
                    <a:ext uri="{9D8B030D-6E8A-4147-A177-3AD203B41FA5}">
                      <a16:colId xmlns="" xmlns:a16="http://schemas.microsoft.com/office/drawing/2014/main" val="20003"/>
                    </a:ext>
                  </a:extLst>
                </a:gridCol>
                <a:gridCol w="746812">
                  <a:extLst>
                    <a:ext uri="{9D8B030D-6E8A-4147-A177-3AD203B41FA5}">
                      <a16:colId xmlns="" xmlns:a16="http://schemas.microsoft.com/office/drawing/2014/main" val="20004"/>
                    </a:ext>
                  </a:extLst>
                </a:gridCol>
              </a:tblGrid>
              <a:tr h="184663">
                <a:tc rowSpan="2">
                  <a:txBody>
                    <a:bodyPr/>
                    <a:lstStyle/>
                    <a:p>
                      <a:pPr marL="46990" marR="0" algn="ctr">
                        <a:lnSpc>
                          <a:spcPts val="1775"/>
                        </a:lnSpc>
                        <a:spcBef>
                          <a:spcPts val="0"/>
                        </a:spcBef>
                        <a:spcAft>
                          <a:spcPts val="0"/>
                        </a:spcAft>
                      </a:pPr>
                      <a:r>
                        <a:rPr lang="en-US" sz="900" dirty="0" err="1">
                          <a:effectLst/>
                          <a:latin typeface="Arial" panose="020B0604020202020204" pitchFamily="34" charset="0"/>
                          <a:cs typeface="Arial" panose="020B0604020202020204" pitchFamily="34" charset="0"/>
                        </a:rPr>
                        <a:t>Expt.No</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tc>
                <a:tc gridSpan="4">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Columns</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10000"/>
                  </a:ext>
                </a:extLst>
              </a:tr>
              <a:tr h="180605">
                <a:tc vMerge="1">
                  <a:txBody>
                    <a:bodyPr/>
                    <a:lstStyle/>
                    <a:p>
                      <a:endParaRPr lang="en-US"/>
                    </a:p>
                  </a:txBody>
                  <a:tcP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3</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nSpc>
                          <a:spcPts val="1775"/>
                        </a:lnSpc>
                        <a:spcBef>
                          <a:spcPts val="0"/>
                        </a:spcBef>
                        <a:spcAft>
                          <a:spcPts val="0"/>
                        </a:spcAft>
                      </a:pPr>
                      <a:r>
                        <a:rPr lang="en-US" sz="900">
                          <a:effectLst/>
                          <a:latin typeface="Arial" panose="020B0604020202020204" pitchFamily="34" charset="0"/>
                          <a:cs typeface="Arial" panose="020B0604020202020204" pitchFamily="34" charset="0"/>
                        </a:rPr>
                        <a:t>          4</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tc>
                <a:extLst>
                  <a:ext uri="{0D108BD9-81ED-4DB2-BD59-A6C34878D82A}">
                    <a16:rowId xmlns="" xmlns:a16="http://schemas.microsoft.com/office/drawing/2014/main" val="10001"/>
                  </a:ext>
                </a:extLst>
              </a:tr>
              <a:tr h="180605">
                <a:tc>
                  <a:txBody>
                    <a:bodyPr/>
                    <a:lstStyle/>
                    <a:p>
                      <a:pPr marL="46990" marR="38417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41148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2"/>
                  </a:ext>
                </a:extLst>
              </a:tr>
              <a:tr h="181112">
                <a:tc>
                  <a:txBody>
                    <a:bodyPr/>
                    <a:lstStyle/>
                    <a:p>
                      <a:pPr marL="46990" marR="38417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41148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3"/>
                  </a:ext>
                </a:extLst>
              </a:tr>
              <a:tr h="182633">
                <a:tc>
                  <a:txBody>
                    <a:bodyPr/>
                    <a:lstStyle/>
                    <a:p>
                      <a:pPr marL="46990" marR="38417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3</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3</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3</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41148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3</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4"/>
                  </a:ext>
                </a:extLst>
              </a:tr>
              <a:tr h="182633">
                <a:tc>
                  <a:txBody>
                    <a:bodyPr/>
                    <a:lstStyle/>
                    <a:p>
                      <a:pPr marL="46990" marR="38417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4</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41148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3</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5"/>
                  </a:ext>
                </a:extLst>
              </a:tr>
              <a:tr h="180605">
                <a:tc>
                  <a:txBody>
                    <a:bodyPr/>
                    <a:lstStyle/>
                    <a:p>
                      <a:pPr marL="46990" marR="38417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5</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3</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41148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6"/>
                  </a:ext>
                </a:extLst>
              </a:tr>
              <a:tr h="182633">
                <a:tc>
                  <a:txBody>
                    <a:bodyPr/>
                    <a:lstStyle/>
                    <a:p>
                      <a:pPr marL="46990" marR="38417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6</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3</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41148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7"/>
                  </a:ext>
                </a:extLst>
              </a:tr>
              <a:tr h="181112">
                <a:tc>
                  <a:txBody>
                    <a:bodyPr/>
                    <a:lstStyle/>
                    <a:p>
                      <a:pPr marL="46990" marR="38417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7</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3</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3</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41148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8"/>
                  </a:ext>
                </a:extLst>
              </a:tr>
              <a:tr h="182633">
                <a:tc>
                  <a:txBody>
                    <a:bodyPr/>
                    <a:lstStyle/>
                    <a:p>
                      <a:pPr marL="46990" marR="38417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8</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3</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41148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3</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9"/>
                  </a:ext>
                </a:extLst>
              </a:tr>
              <a:tr h="188214">
                <a:tc>
                  <a:txBody>
                    <a:bodyPr/>
                    <a:lstStyle/>
                    <a:p>
                      <a:pPr marL="46990" marR="38417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9</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3</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3</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41148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10"/>
                  </a:ext>
                </a:extLst>
              </a:tr>
            </a:tbl>
          </a:graphicData>
        </a:graphic>
      </p:graphicFrame>
      <p:sp>
        <p:nvSpPr>
          <p:cNvPr id="9" name="Rectangle 1"/>
          <p:cNvSpPr>
            <a:spLocks noChangeArrowheads="1"/>
          </p:cNvSpPr>
          <p:nvPr/>
        </p:nvSpPr>
        <p:spPr bwMode="auto">
          <a:xfrm>
            <a:off x="187077" y="1439448"/>
            <a:ext cx="3011915"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a:r>
              <a:rPr kumimoji="0" lang="en-US" altLang="en-US" sz="1500" b="1"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L8 (2^7) ORTHOGONAL ARRAY</a:t>
            </a:r>
            <a:endParaRPr kumimoji="0" lang="en-US" altLang="en-US" sz="1500" dirty="0">
              <a:solidFill>
                <a:schemeClr val="tx1"/>
              </a:solidFill>
            </a:endParaRPr>
          </a:p>
        </p:txBody>
      </p:sp>
      <p:sp>
        <p:nvSpPr>
          <p:cNvPr id="10" name="Rectangle 1"/>
          <p:cNvSpPr>
            <a:spLocks noChangeArrowheads="1"/>
          </p:cNvSpPr>
          <p:nvPr/>
        </p:nvSpPr>
        <p:spPr bwMode="auto">
          <a:xfrm>
            <a:off x="5436096" y="3031359"/>
            <a:ext cx="3011915"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a:r>
              <a:rPr kumimoji="0" lang="en-US" altLang="en-US" sz="1500" b="1"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L9 (3^4) ORTHOGONAL ARRAY</a:t>
            </a:r>
            <a:endParaRPr kumimoji="0" lang="en-US" altLang="en-US" sz="1500" dirty="0">
              <a:solidFill>
                <a:schemeClr val="tx1"/>
              </a:solidFill>
            </a:endParaRPr>
          </a:p>
        </p:txBody>
      </p:sp>
    </p:spTree>
    <p:extLst>
      <p:ext uri="{BB962C8B-B14F-4D97-AF65-F5344CB8AC3E}">
        <p14:creationId xmlns:p14="http://schemas.microsoft.com/office/powerpoint/2010/main" val="39399039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Taguchi Analysis (Orthogonal Array)</a:t>
            </a:r>
          </a:p>
        </p:txBody>
      </p:sp>
      <p:sp>
        <p:nvSpPr>
          <p:cNvPr id="4" name="Slide Number Placeholder 3"/>
          <p:cNvSpPr>
            <a:spLocks noGrp="1"/>
          </p:cNvSpPr>
          <p:nvPr>
            <p:ph type="sldNum" sz="quarter" idx="10"/>
          </p:nvPr>
        </p:nvSpPr>
        <p:spPr/>
        <p:txBody>
          <a:bodyPr/>
          <a:lstStyle/>
          <a:p>
            <a:fld id="{DBBF992C-F1AA-4A66-8CC7-87949E2D5226}" type="slidenum">
              <a:rPr lang="en-US" altLang="ko-KR" smtClean="0"/>
              <a:pPr/>
              <a:t>56</a:t>
            </a:fld>
            <a:endParaRPr lang="en-US" altLang="ko-KR" dirty="0"/>
          </a:p>
        </p:txBody>
      </p:sp>
      <p:pic>
        <p:nvPicPr>
          <p:cNvPr id="3" name="Picture 2"/>
          <p:cNvPicPr>
            <a:picLocks noChangeAspect="1"/>
          </p:cNvPicPr>
          <p:nvPr/>
        </p:nvPicPr>
        <p:blipFill>
          <a:blip r:embed="rId2"/>
          <a:stretch>
            <a:fillRect/>
          </a:stretch>
        </p:blipFill>
        <p:spPr>
          <a:xfrm>
            <a:off x="2086208" y="1095788"/>
            <a:ext cx="4282855" cy="3393960"/>
          </a:xfrm>
          <a:prstGeom prst="rect">
            <a:avLst/>
          </a:prstGeom>
        </p:spPr>
      </p:pic>
    </p:spTree>
    <p:extLst>
      <p:ext uri="{BB962C8B-B14F-4D97-AF65-F5344CB8AC3E}">
        <p14:creationId xmlns:p14="http://schemas.microsoft.com/office/powerpoint/2010/main" val="32183788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Taguchi Analysis (Example Problem)</a:t>
            </a:r>
            <a:endParaRPr lang="en-IN" dirty="0"/>
          </a:p>
        </p:txBody>
      </p:sp>
      <p:sp>
        <p:nvSpPr>
          <p:cNvPr id="7" name="Content Placeholder 6"/>
          <p:cNvSpPr>
            <a:spLocks noGrp="1"/>
          </p:cNvSpPr>
          <p:nvPr>
            <p:ph idx="1"/>
          </p:nvPr>
        </p:nvSpPr>
        <p:spPr>
          <a:xfrm>
            <a:off x="457200" y="980729"/>
            <a:ext cx="8229600" cy="4608511"/>
          </a:xfrm>
        </p:spPr>
        <p:txBody>
          <a:bodyPr/>
          <a:lstStyle/>
          <a:p>
            <a:pPr algn="just" latinLnBrk="0"/>
            <a:r>
              <a:rPr lang="en-US" sz="1800" dirty="0">
                <a:latin typeface="Arial" panose="020B0604020202020204" pitchFamily="34" charset="0"/>
                <a:cs typeface="Arial" panose="020B0604020202020204" pitchFamily="34" charset="0"/>
              </a:rPr>
              <a:t>The objective of the experiment is to obtain minimum surface roughness of the parts machined by wire cut EDM machine using Taguchi’s DOE technique of process parameters.</a:t>
            </a: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r>
              <a:rPr lang="en-US" sz="1800" dirty="0">
                <a:latin typeface="Arial" panose="020B0604020202020204" pitchFamily="34" charset="0"/>
                <a:cs typeface="Arial" panose="020B0604020202020204" pitchFamily="34" charset="0"/>
              </a:rPr>
              <a:t>Surface roughness(Ra) values were obtained using Taylor-Hobson </a:t>
            </a:r>
            <a:r>
              <a:rPr lang="en-US" sz="1800" dirty="0" err="1">
                <a:latin typeface="Arial" panose="020B0604020202020204" pitchFamily="34" charset="0"/>
                <a:cs typeface="Arial" panose="020B0604020202020204" pitchFamily="34" charset="0"/>
              </a:rPr>
              <a:t>Surtronic</a:t>
            </a:r>
            <a:r>
              <a:rPr lang="en-US" sz="1800" dirty="0">
                <a:latin typeface="Arial" panose="020B0604020202020204" pitchFamily="34" charset="0"/>
                <a:cs typeface="Arial" panose="020B0604020202020204" pitchFamily="34" charset="0"/>
              </a:rPr>
              <a:t> instruments and the sequence are 2.5275, 2.3520, 2.2540, 2.4650, 2.7000, 2.8125, 2.350, 2.2875.</a:t>
            </a:r>
          </a:p>
          <a:p>
            <a:pPr algn="just" latinLnBrk="0"/>
            <a:r>
              <a:rPr lang="en-US" sz="1800" dirty="0">
                <a:latin typeface="Arial" panose="020B0604020202020204" pitchFamily="34" charset="0"/>
                <a:cs typeface="Arial" panose="020B0604020202020204" pitchFamily="34" charset="0"/>
              </a:rPr>
              <a:t>Find out the Main effect and draw the factor effect diagram and identify the optimum WEDM process parameters.</a:t>
            </a:r>
          </a:p>
          <a:p>
            <a:pPr algn="just" latinLnBrk="0"/>
            <a:endParaRPr lang="en-US" sz="1800" dirty="0">
              <a:latin typeface="Arial" panose="020B0604020202020204" pitchFamily="34" charset="0"/>
              <a:cs typeface="Arial" panose="020B0604020202020204" pitchFamily="34" charset="0"/>
            </a:endParaRPr>
          </a:p>
          <a:p>
            <a:endParaRPr lang="en-IN" dirty="0"/>
          </a:p>
        </p:txBody>
      </p:sp>
      <p:sp>
        <p:nvSpPr>
          <p:cNvPr id="4" name="Slide Number Placeholder 3"/>
          <p:cNvSpPr>
            <a:spLocks noGrp="1"/>
          </p:cNvSpPr>
          <p:nvPr>
            <p:ph type="sldNum" sz="quarter" idx="10"/>
          </p:nvPr>
        </p:nvSpPr>
        <p:spPr/>
        <p:txBody>
          <a:bodyPr/>
          <a:lstStyle/>
          <a:p>
            <a:fld id="{DBBF992C-F1AA-4A66-8CC7-87949E2D5226}" type="slidenum">
              <a:rPr lang="en-US" altLang="ko-KR" smtClean="0"/>
              <a:pPr/>
              <a:t>57</a:t>
            </a:fld>
            <a:endParaRPr lang="en-US" altLang="ko-KR" dirty="0"/>
          </a:p>
        </p:txBody>
      </p:sp>
      <p:pic>
        <p:nvPicPr>
          <p:cNvPr id="4098" name="Picture 2" descr="https://lh4.googleusercontent.com/PkC2XE1lcaxsoB8KZeAIwKHHjVCKfZo2o3eYeCIlNsF7G_MEOq87Kx2PiFR7kD3nIOGHrvmIKDs_xIESqowcZtc3Lt9yHS1yxqLTBJTPWWynp90uYyS7sEKlqTk61RH9BZoiZ1JdwHzkmEpM0w=s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7725" y="1844824"/>
            <a:ext cx="4450556" cy="2064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9978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Taguchi Analysis (Example Problem)</a:t>
            </a:r>
            <a:endParaRPr lang="en-IN" dirty="0"/>
          </a:p>
        </p:txBody>
      </p:sp>
      <p:sp>
        <p:nvSpPr>
          <p:cNvPr id="7" name="Content Placeholder 6"/>
          <p:cNvSpPr>
            <a:spLocks noGrp="1"/>
          </p:cNvSpPr>
          <p:nvPr>
            <p:ph idx="1"/>
          </p:nvPr>
        </p:nvSpPr>
        <p:spPr/>
        <p:txBody>
          <a:bodyPr/>
          <a:lstStyle/>
          <a:p>
            <a:pPr algn="just" latinLnBrk="0"/>
            <a:r>
              <a:rPr lang="en-US" sz="1800" dirty="0">
                <a:latin typeface="Arial" panose="020B0604020202020204" pitchFamily="34" charset="0"/>
                <a:cs typeface="Arial" panose="020B0604020202020204" pitchFamily="34" charset="0"/>
              </a:rPr>
              <a:t>Since, the number of factors given are 7 with 2 levels. Hence, we can choose L8 orthogonal array.  </a:t>
            </a: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endParaRPr lang="en-IN" dirty="0"/>
          </a:p>
        </p:txBody>
      </p:sp>
      <p:sp>
        <p:nvSpPr>
          <p:cNvPr id="4" name="Slide Number Placeholder 3"/>
          <p:cNvSpPr>
            <a:spLocks noGrp="1"/>
          </p:cNvSpPr>
          <p:nvPr>
            <p:ph type="sldNum" sz="quarter" idx="10"/>
          </p:nvPr>
        </p:nvSpPr>
        <p:spPr/>
        <p:txBody>
          <a:bodyPr/>
          <a:lstStyle/>
          <a:p>
            <a:fld id="{DBBF992C-F1AA-4A66-8CC7-87949E2D5226}" type="slidenum">
              <a:rPr lang="en-US" altLang="ko-KR" smtClean="0"/>
              <a:pPr/>
              <a:t>58</a:t>
            </a:fld>
            <a:endParaRPr lang="en-US" altLang="ko-KR" dirty="0"/>
          </a:p>
        </p:txBody>
      </p:sp>
      <p:graphicFrame>
        <p:nvGraphicFramePr>
          <p:cNvPr id="6" name="Table 5"/>
          <p:cNvGraphicFramePr>
            <a:graphicFrameLocks noGrp="1"/>
          </p:cNvGraphicFramePr>
          <p:nvPr/>
        </p:nvGraphicFramePr>
        <p:xfrm>
          <a:off x="1574667" y="2348880"/>
          <a:ext cx="4470084" cy="1974220"/>
        </p:xfrm>
        <a:graphic>
          <a:graphicData uri="http://schemas.openxmlformats.org/drawingml/2006/table">
            <a:tbl>
              <a:tblPr firstRow="1" firstCol="1" bandRow="1">
                <a:tableStyleId>{5940675A-B579-460E-94D1-54222C63F5DA}</a:tableStyleId>
              </a:tblPr>
              <a:tblGrid>
                <a:gridCol w="567063">
                  <a:extLst>
                    <a:ext uri="{9D8B030D-6E8A-4147-A177-3AD203B41FA5}">
                      <a16:colId xmlns="" xmlns:a16="http://schemas.microsoft.com/office/drawing/2014/main" val="20000"/>
                    </a:ext>
                  </a:extLst>
                </a:gridCol>
                <a:gridCol w="501166">
                  <a:extLst>
                    <a:ext uri="{9D8B030D-6E8A-4147-A177-3AD203B41FA5}">
                      <a16:colId xmlns="" xmlns:a16="http://schemas.microsoft.com/office/drawing/2014/main" val="20001"/>
                    </a:ext>
                  </a:extLst>
                </a:gridCol>
                <a:gridCol w="593408">
                  <a:extLst>
                    <a:ext uri="{9D8B030D-6E8A-4147-A177-3AD203B41FA5}">
                      <a16:colId xmlns="" xmlns:a16="http://schemas.microsoft.com/office/drawing/2014/main" val="20002"/>
                    </a:ext>
                  </a:extLst>
                </a:gridCol>
                <a:gridCol w="584359">
                  <a:extLst>
                    <a:ext uri="{9D8B030D-6E8A-4147-A177-3AD203B41FA5}">
                      <a16:colId xmlns="" xmlns:a16="http://schemas.microsoft.com/office/drawing/2014/main" val="20003"/>
                    </a:ext>
                  </a:extLst>
                </a:gridCol>
                <a:gridCol w="586740">
                  <a:extLst>
                    <a:ext uri="{9D8B030D-6E8A-4147-A177-3AD203B41FA5}">
                      <a16:colId xmlns="" xmlns:a16="http://schemas.microsoft.com/office/drawing/2014/main" val="20004"/>
                    </a:ext>
                  </a:extLst>
                </a:gridCol>
                <a:gridCol w="586740">
                  <a:extLst>
                    <a:ext uri="{9D8B030D-6E8A-4147-A177-3AD203B41FA5}">
                      <a16:colId xmlns="" xmlns:a16="http://schemas.microsoft.com/office/drawing/2014/main" val="20005"/>
                    </a:ext>
                  </a:extLst>
                </a:gridCol>
                <a:gridCol w="584359">
                  <a:extLst>
                    <a:ext uri="{9D8B030D-6E8A-4147-A177-3AD203B41FA5}">
                      <a16:colId xmlns="" xmlns:a16="http://schemas.microsoft.com/office/drawing/2014/main" val="20006"/>
                    </a:ext>
                  </a:extLst>
                </a:gridCol>
                <a:gridCol w="466249">
                  <a:extLst>
                    <a:ext uri="{9D8B030D-6E8A-4147-A177-3AD203B41FA5}">
                      <a16:colId xmlns="" xmlns:a16="http://schemas.microsoft.com/office/drawing/2014/main" val="20007"/>
                    </a:ext>
                  </a:extLst>
                </a:gridCol>
              </a:tblGrid>
              <a:tr h="176689">
                <a:tc rowSpan="2">
                  <a:txBody>
                    <a:bodyPr/>
                    <a:lstStyle/>
                    <a:p>
                      <a:pPr marL="46990" marR="91440" algn="ctr">
                        <a:lnSpc>
                          <a:spcPct val="138000"/>
                        </a:lnSpc>
                        <a:spcBef>
                          <a:spcPts val="0"/>
                        </a:spcBef>
                        <a:spcAft>
                          <a:spcPts val="0"/>
                        </a:spcAft>
                      </a:pPr>
                      <a:r>
                        <a:rPr lang="en-US" sz="900" spc="-10" dirty="0">
                          <a:effectLst/>
                          <a:latin typeface="Arial" panose="020B0604020202020204" pitchFamily="34" charset="0"/>
                          <a:cs typeface="Arial" panose="020B0604020202020204" pitchFamily="34" charset="0"/>
                        </a:rPr>
                        <a:t>Expt. </a:t>
                      </a:r>
                      <a:r>
                        <a:rPr lang="en-US" sz="900" dirty="0">
                          <a:effectLst/>
                          <a:latin typeface="Arial" panose="020B0604020202020204" pitchFamily="34" charset="0"/>
                          <a:cs typeface="Arial" panose="020B0604020202020204" pitchFamily="34" charset="0"/>
                        </a:rPr>
                        <a:t>No</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tc>
                <a:tc gridSpan="7">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Columns</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10000"/>
                  </a:ext>
                </a:extLst>
              </a:tr>
              <a:tr h="169545">
                <a:tc vMerge="1">
                  <a:txBody>
                    <a:bodyPr/>
                    <a:lstStyle/>
                    <a:p>
                      <a:endParaRPr lang="en-US"/>
                    </a:p>
                  </a:txBody>
                  <a:tcP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3</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4</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5</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6</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7</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1"/>
                  </a:ext>
                </a:extLst>
              </a:tr>
              <a:tr h="173355">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2"/>
                  </a:ext>
                </a:extLst>
              </a:tr>
              <a:tr h="155601">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3"/>
                  </a:ext>
                </a:extLst>
              </a:tr>
              <a:tr h="171450">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3</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4"/>
                  </a:ext>
                </a:extLst>
              </a:tr>
              <a:tr h="171450">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4</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5"/>
                  </a:ext>
                </a:extLst>
              </a:tr>
              <a:tr h="169545">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5</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6"/>
                  </a:ext>
                </a:extLst>
              </a:tr>
              <a:tr h="173355">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6</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7"/>
                  </a:ext>
                </a:extLst>
              </a:tr>
              <a:tr h="171450">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7</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8"/>
                  </a:ext>
                </a:extLst>
              </a:tr>
              <a:tr h="176689">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8</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 xmlns:a16="http://schemas.microsoft.com/office/drawing/2014/main" val="10009"/>
                  </a:ext>
                </a:extLst>
              </a:tr>
            </a:tbl>
          </a:graphicData>
        </a:graphic>
      </p:graphicFrame>
    </p:spTree>
    <p:extLst>
      <p:ext uri="{BB962C8B-B14F-4D97-AF65-F5344CB8AC3E}">
        <p14:creationId xmlns:p14="http://schemas.microsoft.com/office/powerpoint/2010/main" val="37206386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Taguchi Analysis (Example Problem)</a:t>
            </a:r>
            <a:endParaRPr lang="en-IN" dirty="0"/>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p:txBody>
              <a:bodyPr/>
              <a:lstStyle/>
              <a:p>
                <a:pPr algn="just" latinLnBrk="0"/>
                <a:r>
                  <a:rPr lang="en-US" sz="1800" dirty="0">
                    <a:latin typeface="Arial" panose="020B0604020202020204" pitchFamily="34" charset="0"/>
                    <a:cs typeface="Arial" panose="020B0604020202020204" pitchFamily="34" charset="0"/>
                  </a:rPr>
                  <a:t>L8 orthogonal array. </a:t>
                </a:r>
              </a:p>
              <a:p>
                <a:pPr algn="just" latinLnBrk="0"/>
                <a:endParaRPr lang="en-US" sz="1800" dirty="0">
                  <a:latin typeface="Arial" panose="020B0604020202020204" pitchFamily="34" charset="0"/>
                  <a:cs typeface="Arial" panose="020B0604020202020204" pitchFamily="34" charset="0"/>
                </a:endParaRPr>
              </a:p>
              <a:p>
                <a:pPr algn="just" latinLnBrk="0"/>
                <a:r>
                  <a:rPr lang="en-US" altLang="ko-KR" sz="1800" b="1" dirty="0">
                    <a:latin typeface="Arial" panose="020B0604020202020204" pitchFamily="34" charset="0"/>
                    <a:cs typeface="Arial" panose="020B0604020202020204" pitchFamily="34" charset="0"/>
                  </a:rPr>
                  <a:t>Smaller-the-Better: η = -10 log10( </a:t>
                </a:r>
                <a14:m>
                  <m:oMath xmlns:m="http://schemas.openxmlformats.org/officeDocument/2006/math">
                    <m:sSup>
                      <m:sSupPr>
                        <m:ctrlPr>
                          <a:rPr lang="en-US" altLang="ko-KR" sz="1800" b="1" i="1">
                            <a:latin typeface="Cambria Math" panose="02040503050406030204" pitchFamily="18" charset="0"/>
                          </a:rPr>
                        </m:ctrlPr>
                      </m:sSupPr>
                      <m:e>
                        <m:r>
                          <a:rPr lang="en-US" altLang="ko-KR" sz="1800" b="1" i="1">
                            <a:latin typeface="Cambria Math" panose="02040503050406030204" pitchFamily="18" charset="0"/>
                          </a:rPr>
                          <m:t>𝒚</m:t>
                        </m:r>
                      </m:e>
                      <m:sup>
                        <m:r>
                          <a:rPr lang="en-US" altLang="ko-KR" sz="1800" b="1" i="1">
                            <a:latin typeface="Cambria Math" panose="02040503050406030204" pitchFamily="18" charset="0"/>
                          </a:rPr>
                          <m:t>𝟐</m:t>
                        </m:r>
                      </m:sup>
                    </m:sSup>
                  </m:oMath>
                </a14:m>
                <a:r>
                  <a:rPr lang="en-US" altLang="ko-KR" sz="1800" b="1" dirty="0">
                    <a:latin typeface="Arial" panose="020B0604020202020204" pitchFamily="34" charset="0"/>
                    <a:cs typeface="Arial" panose="020B0604020202020204" pitchFamily="34" charset="0"/>
                  </a:rPr>
                  <a:t>)</a:t>
                </a:r>
              </a:p>
              <a:p>
                <a:pPr algn="just" latinLnBrk="0"/>
                <a:r>
                  <a:rPr lang="en-US" sz="1800" b="1" dirty="0">
                    <a:latin typeface="Arial" panose="020B0604020202020204" pitchFamily="34" charset="0"/>
                    <a:cs typeface="Arial" panose="020B0604020202020204" pitchFamily="34" charset="0"/>
                  </a:rPr>
                  <a:t>Hence solving for </a:t>
                </a:r>
                <a:r>
                  <a:rPr lang="en-US" altLang="ko-KR" sz="1800" b="1" dirty="0">
                    <a:latin typeface="Arial" panose="020B0604020202020204" pitchFamily="34" charset="0"/>
                    <a:cs typeface="Arial" panose="020B0604020202020204" pitchFamily="34" charset="0"/>
                  </a:rPr>
                  <a:t>η</a:t>
                </a:r>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endParaRPr lang="en-IN" dirty="0"/>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blipFill rotWithShape="0">
                <a:blip r:embed="rId2"/>
                <a:stretch>
                  <a:fillRect l="-722" t="-829"/>
                </a:stretch>
              </a:blipFill>
            </p:spPr>
            <p:txBody>
              <a:bodyPr/>
              <a:lstStyle/>
              <a:p>
                <a:r>
                  <a:rPr lang="en-IN">
                    <a:noFill/>
                  </a:rPr>
                  <a:t> </a:t>
                </a:r>
              </a:p>
            </p:txBody>
          </p:sp>
        </mc:Fallback>
      </mc:AlternateContent>
      <p:sp>
        <p:nvSpPr>
          <p:cNvPr id="4" name="Slide Number Placeholder 3"/>
          <p:cNvSpPr>
            <a:spLocks noGrp="1"/>
          </p:cNvSpPr>
          <p:nvPr>
            <p:ph type="sldNum" sz="quarter" idx="10"/>
          </p:nvPr>
        </p:nvSpPr>
        <p:spPr/>
        <p:txBody>
          <a:bodyPr/>
          <a:lstStyle/>
          <a:p>
            <a:fld id="{DBBF992C-F1AA-4A66-8CC7-87949E2D5226}" type="slidenum">
              <a:rPr lang="en-US" altLang="ko-KR" smtClean="0"/>
              <a:pPr/>
              <a:t>59</a:t>
            </a:fld>
            <a:endParaRPr lang="en-US" altLang="ko-KR" dirty="0"/>
          </a:p>
        </p:txBody>
      </p:sp>
      <p:graphicFrame>
        <p:nvGraphicFramePr>
          <p:cNvPr id="9" name="Table 8"/>
          <p:cNvGraphicFramePr>
            <a:graphicFrameLocks noGrp="1"/>
          </p:cNvGraphicFramePr>
          <p:nvPr/>
        </p:nvGraphicFramePr>
        <p:xfrm>
          <a:off x="443116" y="3010989"/>
          <a:ext cx="8300269" cy="2582612"/>
        </p:xfrm>
        <a:graphic>
          <a:graphicData uri="http://schemas.openxmlformats.org/drawingml/2006/table">
            <a:tbl>
              <a:tblPr firstRow="1" firstCol="1" bandRow="1">
                <a:tableStyleId>{5940675A-B579-460E-94D1-54222C63F5DA}</a:tableStyleId>
              </a:tblPr>
              <a:tblGrid>
                <a:gridCol w="801995">
                  <a:extLst>
                    <a:ext uri="{9D8B030D-6E8A-4147-A177-3AD203B41FA5}">
                      <a16:colId xmlns="" xmlns:a16="http://schemas.microsoft.com/office/drawing/2014/main" val="20000"/>
                    </a:ext>
                  </a:extLst>
                </a:gridCol>
                <a:gridCol w="708797">
                  <a:extLst>
                    <a:ext uri="{9D8B030D-6E8A-4147-A177-3AD203B41FA5}">
                      <a16:colId xmlns="" xmlns:a16="http://schemas.microsoft.com/office/drawing/2014/main" val="20001"/>
                    </a:ext>
                  </a:extLst>
                </a:gridCol>
                <a:gridCol w="839255">
                  <a:extLst>
                    <a:ext uri="{9D8B030D-6E8A-4147-A177-3AD203B41FA5}">
                      <a16:colId xmlns="" xmlns:a16="http://schemas.microsoft.com/office/drawing/2014/main" val="20002"/>
                    </a:ext>
                  </a:extLst>
                </a:gridCol>
                <a:gridCol w="826457">
                  <a:extLst>
                    <a:ext uri="{9D8B030D-6E8A-4147-A177-3AD203B41FA5}">
                      <a16:colId xmlns="" xmlns:a16="http://schemas.microsoft.com/office/drawing/2014/main" val="20003"/>
                    </a:ext>
                  </a:extLst>
                </a:gridCol>
                <a:gridCol w="829826">
                  <a:extLst>
                    <a:ext uri="{9D8B030D-6E8A-4147-A177-3AD203B41FA5}">
                      <a16:colId xmlns="" xmlns:a16="http://schemas.microsoft.com/office/drawing/2014/main" val="20004"/>
                    </a:ext>
                  </a:extLst>
                </a:gridCol>
                <a:gridCol w="829826">
                  <a:extLst>
                    <a:ext uri="{9D8B030D-6E8A-4147-A177-3AD203B41FA5}">
                      <a16:colId xmlns="" xmlns:a16="http://schemas.microsoft.com/office/drawing/2014/main" val="20005"/>
                    </a:ext>
                  </a:extLst>
                </a:gridCol>
                <a:gridCol w="826457">
                  <a:extLst>
                    <a:ext uri="{9D8B030D-6E8A-4147-A177-3AD203B41FA5}">
                      <a16:colId xmlns="" xmlns:a16="http://schemas.microsoft.com/office/drawing/2014/main" val="20006"/>
                    </a:ext>
                  </a:extLst>
                </a:gridCol>
                <a:gridCol w="659414">
                  <a:extLst>
                    <a:ext uri="{9D8B030D-6E8A-4147-A177-3AD203B41FA5}">
                      <a16:colId xmlns="" xmlns:a16="http://schemas.microsoft.com/office/drawing/2014/main" val="20007"/>
                    </a:ext>
                  </a:extLst>
                </a:gridCol>
                <a:gridCol w="659414">
                  <a:extLst>
                    <a:ext uri="{9D8B030D-6E8A-4147-A177-3AD203B41FA5}">
                      <a16:colId xmlns="" xmlns:a16="http://schemas.microsoft.com/office/drawing/2014/main" val="20008"/>
                    </a:ext>
                  </a:extLst>
                </a:gridCol>
                <a:gridCol w="659414">
                  <a:extLst>
                    <a:ext uri="{9D8B030D-6E8A-4147-A177-3AD203B41FA5}">
                      <a16:colId xmlns="" xmlns:a16="http://schemas.microsoft.com/office/drawing/2014/main" val="20009"/>
                    </a:ext>
                  </a:extLst>
                </a:gridCol>
                <a:gridCol w="659414">
                  <a:extLst>
                    <a:ext uri="{9D8B030D-6E8A-4147-A177-3AD203B41FA5}">
                      <a16:colId xmlns="" xmlns:a16="http://schemas.microsoft.com/office/drawing/2014/main" val="20010"/>
                    </a:ext>
                  </a:extLst>
                </a:gridCol>
              </a:tblGrid>
              <a:tr h="176689">
                <a:tc rowSpan="2">
                  <a:txBody>
                    <a:bodyPr/>
                    <a:lstStyle/>
                    <a:p>
                      <a:pPr marL="46990" marR="91440" algn="ctr">
                        <a:lnSpc>
                          <a:spcPct val="138000"/>
                        </a:lnSpc>
                        <a:spcBef>
                          <a:spcPts val="0"/>
                        </a:spcBef>
                        <a:spcAft>
                          <a:spcPts val="0"/>
                        </a:spcAft>
                      </a:pPr>
                      <a:r>
                        <a:rPr lang="en-US" sz="900" spc="-10" dirty="0">
                          <a:effectLst/>
                          <a:latin typeface="Arial" panose="020B0604020202020204" pitchFamily="34" charset="0"/>
                          <a:cs typeface="Arial" panose="020B0604020202020204" pitchFamily="34" charset="0"/>
                        </a:rPr>
                        <a:t>Expt. </a:t>
                      </a:r>
                      <a:r>
                        <a:rPr lang="en-US" sz="900" dirty="0">
                          <a:effectLst/>
                          <a:latin typeface="Arial" panose="020B0604020202020204" pitchFamily="34" charset="0"/>
                          <a:cs typeface="Arial" panose="020B0604020202020204" pitchFamily="34" charset="0"/>
                        </a:rPr>
                        <a:t>No</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tc>
                <a:tc gridSpan="7">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Columns</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marL="46990" marR="0" algn="ctr">
                        <a:lnSpc>
                          <a:spcPts val="1775"/>
                        </a:lnSpc>
                        <a:spcBef>
                          <a:spcPts val="0"/>
                        </a:spcBef>
                        <a:spcAft>
                          <a:spcPts val="0"/>
                        </a:spcAft>
                      </a:pPr>
                      <a:r>
                        <a:rPr lang="en-US" sz="800" b="1" dirty="0">
                          <a:solidFill>
                            <a:srgbClr val="FF0000"/>
                          </a:solidFill>
                          <a:effectLst/>
                          <a:latin typeface="Arial" panose="020B0604020202020204" pitchFamily="34" charset="0"/>
                          <a:ea typeface="Calibri" panose="020F0502020204030204" pitchFamily="34" charset="0"/>
                          <a:cs typeface="Arial" panose="020B0604020202020204" pitchFamily="34" charset="0"/>
                        </a:rPr>
                        <a:t>Surface</a:t>
                      </a:r>
                      <a:r>
                        <a:rPr lang="en-US" sz="800" b="1" baseline="0" dirty="0">
                          <a:solidFill>
                            <a:srgbClr val="FF0000"/>
                          </a:solidFill>
                          <a:effectLst/>
                          <a:latin typeface="Arial" panose="020B0604020202020204" pitchFamily="34" charset="0"/>
                          <a:ea typeface="Calibri" panose="020F0502020204030204" pitchFamily="34" charset="0"/>
                          <a:cs typeface="Arial" panose="020B0604020202020204" pitchFamily="34" charset="0"/>
                        </a:rPr>
                        <a:t> Roughness (y)</a:t>
                      </a:r>
                      <a:endParaRPr lang="en-US" sz="800" b="1" dirty="0">
                        <a:solidFill>
                          <a:srgbClr val="FF0000"/>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rowSpan="2">
                  <a:txBody>
                    <a:bodyPr/>
                    <a:lstStyle/>
                    <a:p>
                      <a:pPr marL="46990" marR="0" algn="ctr">
                        <a:lnSpc>
                          <a:spcPts val="1775"/>
                        </a:lnSpc>
                        <a:spcBef>
                          <a:spcPts val="0"/>
                        </a:spcBef>
                        <a:spcAft>
                          <a:spcPts val="0"/>
                        </a:spcAft>
                      </a:pPr>
                      <a:r>
                        <a:rPr lang="en-US" altLang="ko-KR" sz="800" b="1" dirty="0">
                          <a:latin typeface="Arial" panose="020B0604020202020204" pitchFamily="34" charset="0"/>
                          <a:cs typeface="Arial" panose="020B0604020202020204" pitchFamily="34" charset="0"/>
                        </a:rPr>
                        <a:t>η</a:t>
                      </a:r>
                      <a:endParaRPr lang="en-US" sz="800" b="1" dirty="0">
                        <a:solidFill>
                          <a:srgbClr val="FF0000"/>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solidFill>
                      <a:schemeClr val="bg2">
                        <a:lumMod val="20000"/>
                        <a:lumOff val="80000"/>
                      </a:schemeClr>
                    </a:solidFill>
                  </a:tcPr>
                </a:tc>
                <a:tc rowSpan="2">
                  <a:txBody>
                    <a:bodyPr/>
                    <a:lstStyle/>
                    <a:p>
                      <a:pPr marL="46990" marR="0" algn="ctr">
                        <a:lnSpc>
                          <a:spcPts val="1775"/>
                        </a:lnSpc>
                        <a:spcBef>
                          <a:spcPts val="0"/>
                        </a:spcBef>
                        <a:spcAft>
                          <a:spcPts val="0"/>
                        </a:spcAft>
                      </a:pPr>
                      <a:endParaRPr lang="en-US" sz="800" b="1" dirty="0">
                        <a:solidFill>
                          <a:srgbClr val="FF0000"/>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solidFill>
                      <a:schemeClr val="bg2">
                        <a:lumMod val="20000"/>
                        <a:lumOff val="80000"/>
                      </a:schemeClr>
                    </a:solidFill>
                  </a:tcPr>
                </a:tc>
                <a:extLst>
                  <a:ext uri="{0D108BD9-81ED-4DB2-BD59-A6C34878D82A}">
                    <a16:rowId xmlns="" xmlns:a16="http://schemas.microsoft.com/office/drawing/2014/main" val="10000"/>
                  </a:ext>
                </a:extLst>
              </a:tr>
              <a:tr h="326089">
                <a:tc vMerge="1">
                  <a:txBody>
                    <a:bodyPr/>
                    <a:lstStyle/>
                    <a:p>
                      <a:endParaRPr lang="en-US"/>
                    </a:p>
                  </a:txBody>
                  <a:tcP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Pull</a:t>
                      </a:r>
                      <a:r>
                        <a:rPr lang="en-US" sz="900" baseline="0" dirty="0">
                          <a:effectLst/>
                          <a:latin typeface="Arial" panose="020B0604020202020204" pitchFamily="34" charset="0"/>
                          <a:cs typeface="Arial" panose="020B0604020202020204" pitchFamily="34" charset="0"/>
                        </a:rPr>
                        <a:t> on </a:t>
                      </a:r>
                      <a:r>
                        <a:rPr lang="en-US" sz="900" baseline="0" dirty="0" err="1">
                          <a:effectLst/>
                          <a:latin typeface="Arial" panose="020B0604020202020204" pitchFamily="34" charset="0"/>
                          <a:cs typeface="Arial" panose="020B0604020202020204" pitchFamily="34" charset="0"/>
                        </a:rPr>
                        <a:t>Time</a:t>
                      </a:r>
                      <a:r>
                        <a:rPr lang="en-US" sz="900" dirty="0" err="1">
                          <a:effectLst/>
                          <a:latin typeface="Arial" panose="020B0604020202020204" pitchFamily="34" charset="0"/>
                          <a:cs typeface="Arial" panose="020B0604020202020204" pitchFamily="34" charset="0"/>
                        </a:rPr>
                        <a:t>t</a:t>
                      </a:r>
                      <a:r>
                        <a:rPr lang="en-US" sz="900" dirty="0">
                          <a:effectLst/>
                          <a:latin typeface="Arial" panose="020B0604020202020204" pitchFamily="34" charset="0"/>
                          <a:cs typeface="Arial" panose="020B0604020202020204" pitchFamily="34" charset="0"/>
                        </a:rPr>
                        <a:t> (A)</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Pulse off time (B)</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Peak Current</a:t>
                      </a:r>
                      <a:r>
                        <a:rPr lang="en-US" sz="900" baseline="0" dirty="0">
                          <a:effectLst/>
                          <a:latin typeface="Arial" panose="020B0604020202020204" pitchFamily="34" charset="0"/>
                          <a:ea typeface="+mn-ea"/>
                          <a:cs typeface="Arial" panose="020B0604020202020204" pitchFamily="34" charset="0"/>
                        </a:rPr>
                        <a:t>(C)</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Wire Tension (D)</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Wire</a:t>
                      </a:r>
                      <a:r>
                        <a:rPr lang="en-US" sz="900" baseline="0" dirty="0">
                          <a:effectLst/>
                          <a:latin typeface="Arial" panose="020B0604020202020204" pitchFamily="34" charset="0"/>
                          <a:ea typeface="+mn-ea"/>
                          <a:cs typeface="Arial" panose="020B0604020202020204" pitchFamily="34" charset="0"/>
                        </a:rPr>
                        <a:t> Feed (E)</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Fluid Rate (F) </a:t>
                      </a: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Fluid</a:t>
                      </a:r>
                      <a:r>
                        <a:rPr lang="en-US" sz="900" baseline="0" dirty="0">
                          <a:effectLst/>
                          <a:latin typeface="Arial" panose="020B0604020202020204" pitchFamily="34" charset="0"/>
                          <a:ea typeface="+mn-ea"/>
                          <a:cs typeface="Arial" panose="020B0604020202020204" pitchFamily="34" charset="0"/>
                        </a:rPr>
                        <a:t> Pressure (G)</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vMerge="1">
                  <a:txBody>
                    <a:bodyPr/>
                    <a:lstStyle/>
                    <a:p>
                      <a:pPr marL="46990" marR="0" algn="ctr">
                        <a:lnSpc>
                          <a:spcPts val="1775"/>
                        </a:lnSpc>
                        <a:spcBef>
                          <a:spcPts val="0"/>
                        </a:spcBef>
                        <a:spcAft>
                          <a:spcPts val="0"/>
                        </a:spcAft>
                      </a:pPr>
                      <a:endParaRPr lang="en-US" sz="11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vMerge="1">
                  <a:txBody>
                    <a:bodyPr/>
                    <a:lstStyle/>
                    <a:p>
                      <a:endParaRPr lang="en-IN"/>
                    </a:p>
                  </a:txBody>
                  <a:tcPr/>
                </a:tc>
                <a:tc vMerge="1">
                  <a:txBody>
                    <a:bodyPr/>
                    <a:lstStyle/>
                    <a:p>
                      <a:endParaRPr lang="en-IN"/>
                    </a:p>
                  </a:txBody>
                  <a:tcPr/>
                </a:tc>
                <a:extLst>
                  <a:ext uri="{0D108BD9-81ED-4DB2-BD59-A6C34878D82A}">
                    <a16:rowId xmlns="" xmlns:a16="http://schemas.microsoft.com/office/drawing/2014/main" val="10001"/>
                  </a:ext>
                </a:extLst>
              </a:tr>
              <a:tr h="212884">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125 (1)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35 (1)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11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1000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7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8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13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2.5275</a:t>
                      </a:r>
                    </a:p>
                  </a:txBody>
                  <a:tcPr marL="0" marR="0" marT="0" marB="0" anchor="ctr"/>
                </a:tc>
                <a:tc>
                  <a:txBody>
                    <a:bodyPr/>
                    <a:lstStyle/>
                    <a:p>
                      <a:pPr algn="ctr" rtl="0" fontAlgn="ct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tc>
                  <a:txBody>
                    <a:bodyPr/>
                    <a:lstStyle/>
                    <a:p>
                      <a:pPr marL="0" algn="ctr" defTabSz="1125444" rtl="0" eaLnBrk="1" fontAlgn="ctr" latinLnBrk="1" hangingPunct="1"/>
                      <a:r>
                        <a:rPr lang="en-US" altLang="ko-KR" sz="1400" b="1" kern="1200" dirty="0">
                          <a:solidFill>
                            <a:schemeClr val="tx1"/>
                          </a:solidFill>
                          <a:latin typeface="Arial" panose="020B0604020202020204" pitchFamily="34" charset="0"/>
                          <a:ea typeface="+mn-ea"/>
                          <a:cs typeface="Arial" panose="020B0604020202020204" pitchFamily="34" charset="0"/>
                        </a:rPr>
                        <a:t>η1</a:t>
                      </a:r>
                      <a:endParaRPr lang="en-IN" sz="1400" b="1" kern="1200" dirty="0">
                        <a:solidFill>
                          <a:schemeClr val="tx1"/>
                        </a:solidFill>
                        <a:latin typeface="Arial" panose="020B0604020202020204" pitchFamily="34" charset="0"/>
                        <a:ea typeface="+mn-ea"/>
                        <a:cs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02"/>
                  </a:ext>
                </a:extLst>
              </a:tr>
              <a:tr h="212884">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125 (1)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35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11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1200</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8</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9</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15</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2.3520</a:t>
                      </a:r>
                    </a:p>
                  </a:txBody>
                  <a:tcPr marL="0" marR="0" marT="0" marB="0" anchor="ctr"/>
                </a:tc>
                <a:tc>
                  <a:txBody>
                    <a:bodyPr/>
                    <a:lstStyle/>
                    <a:p>
                      <a:pPr algn="ctr" rtl="0" fontAlgn="ct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tc>
                  <a:txBody>
                    <a:bodyPr/>
                    <a:lstStyle/>
                    <a:p>
                      <a:pPr algn="ctr" rtl="0" fontAlgn="ctr"/>
                      <a:r>
                        <a:rPr lang="en-US" altLang="ko-KR" sz="1400" b="1" dirty="0">
                          <a:latin typeface="Arial" panose="020B0604020202020204" pitchFamily="34" charset="0"/>
                          <a:cs typeface="Arial" panose="020B0604020202020204" pitchFamily="34" charset="0"/>
                        </a:rPr>
                        <a:t>η2</a:t>
                      </a: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03"/>
                  </a:ext>
                </a:extLst>
              </a:tr>
              <a:tr h="212884">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3</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125 (1)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lvl="0" indent="0" algn="ctr" defTabSz="1125444" rtl="0" eaLnBrk="1" fontAlgn="auto" latinLnBrk="1" hangingPunct="1">
                        <a:lnSpc>
                          <a:spcPts val="1775"/>
                        </a:lnSpc>
                        <a:spcBef>
                          <a:spcPts val="0"/>
                        </a:spcBef>
                        <a:spcAft>
                          <a:spcPts val="0"/>
                        </a:spcAft>
                        <a:buClrTx/>
                        <a:buSzTx/>
                        <a:buFontTx/>
                        <a:buNone/>
                        <a:tabLst/>
                        <a:defRPr/>
                      </a:pPr>
                      <a:r>
                        <a:rPr lang="en-US" sz="900" dirty="0">
                          <a:effectLst/>
                          <a:latin typeface="Arial" panose="020B0604020202020204" pitchFamily="34" charset="0"/>
                          <a:ea typeface="+mn-ea"/>
                          <a:cs typeface="Arial" panose="020B0604020202020204" pitchFamily="34" charset="0"/>
                        </a:rPr>
                        <a:t>40</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1000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7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9</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15</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2.2540</a:t>
                      </a:r>
                    </a:p>
                  </a:txBody>
                  <a:tcPr marL="0" marR="0" marT="0" marB="0" anchor="ctr"/>
                </a:tc>
                <a:tc>
                  <a:txBody>
                    <a:bodyPr/>
                    <a:lstStyle/>
                    <a:p>
                      <a:pPr algn="ctr" rtl="0" fontAlgn="ct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tc>
                  <a:txBody>
                    <a:bodyPr/>
                    <a:lstStyle/>
                    <a:p>
                      <a:pPr algn="ctr" rtl="0" fontAlgn="ctr"/>
                      <a:r>
                        <a:rPr lang="en-US" altLang="ko-KR" sz="1400" b="1" dirty="0">
                          <a:latin typeface="Arial" panose="020B0604020202020204" pitchFamily="34" charset="0"/>
                          <a:cs typeface="Arial" panose="020B0604020202020204" pitchFamily="34" charset="0"/>
                        </a:rPr>
                        <a:t>η3</a:t>
                      </a: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04"/>
                  </a:ext>
                </a:extLst>
              </a:tr>
              <a:tr h="212884">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4</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125 (1)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40</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1200</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8</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8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13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2.4650</a:t>
                      </a:r>
                    </a:p>
                  </a:txBody>
                  <a:tcPr marL="0" marR="0" marT="0" marB="0" anchor="ctr"/>
                </a:tc>
                <a:tc>
                  <a:txBody>
                    <a:bodyPr/>
                    <a:lstStyle/>
                    <a:p>
                      <a:pPr algn="ctr" rtl="0" fontAlgn="ct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tc>
                  <a:txBody>
                    <a:bodyPr/>
                    <a:lstStyle/>
                    <a:p>
                      <a:pPr algn="ctr" rtl="0" fontAlgn="ctr"/>
                      <a:r>
                        <a:rPr lang="en-US" altLang="ko-KR" sz="1400" b="1" dirty="0">
                          <a:latin typeface="Arial" panose="020B0604020202020204" pitchFamily="34" charset="0"/>
                          <a:cs typeface="Arial" panose="020B0604020202020204" pitchFamily="34" charset="0"/>
                        </a:rPr>
                        <a:t>η4</a:t>
                      </a: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05"/>
                  </a:ext>
                </a:extLst>
              </a:tr>
              <a:tr h="212884">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5</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130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35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1000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8</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8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15</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2.7000</a:t>
                      </a:r>
                    </a:p>
                  </a:txBody>
                  <a:tcPr marL="0" marR="0" marT="0" marB="0" anchor="ctr"/>
                </a:tc>
                <a:tc>
                  <a:txBody>
                    <a:bodyPr/>
                    <a:lstStyle/>
                    <a:p>
                      <a:pPr algn="ctr" rtl="0" fontAlgn="ct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tc>
                  <a:txBody>
                    <a:bodyPr/>
                    <a:lstStyle/>
                    <a:p>
                      <a:pPr algn="ctr" rtl="0" fontAlgn="ctr"/>
                      <a:r>
                        <a:rPr lang="en-US" altLang="ko-KR" sz="1400" b="1" dirty="0">
                          <a:latin typeface="Arial" panose="020B0604020202020204" pitchFamily="34" charset="0"/>
                          <a:cs typeface="Arial" panose="020B0604020202020204" pitchFamily="34" charset="0"/>
                        </a:rPr>
                        <a:t>η5</a:t>
                      </a: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06"/>
                  </a:ext>
                </a:extLst>
              </a:tr>
              <a:tr h="212884">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6</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130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35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1200</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7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9</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13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2.8125</a:t>
                      </a:r>
                    </a:p>
                  </a:txBody>
                  <a:tcPr marL="0" marR="0" marT="0" marB="0" anchor="ctr"/>
                </a:tc>
                <a:tc>
                  <a:txBody>
                    <a:bodyPr/>
                    <a:lstStyle/>
                    <a:p>
                      <a:pPr algn="ctr" rtl="0" fontAlgn="ct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tc>
                  <a:txBody>
                    <a:bodyPr/>
                    <a:lstStyle/>
                    <a:p>
                      <a:pPr algn="ctr" rtl="0" fontAlgn="ctr"/>
                      <a:r>
                        <a:rPr lang="en-US" altLang="ko-KR" sz="1400" b="1" dirty="0">
                          <a:latin typeface="Arial" panose="020B0604020202020204" pitchFamily="34" charset="0"/>
                          <a:cs typeface="Arial" panose="020B0604020202020204" pitchFamily="34" charset="0"/>
                        </a:rPr>
                        <a:t>η6</a:t>
                      </a: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07"/>
                  </a:ext>
                </a:extLst>
              </a:tr>
              <a:tr h="212884">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7</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130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40</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11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1000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8</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9</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13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2.350</a:t>
                      </a:r>
                    </a:p>
                  </a:txBody>
                  <a:tcPr marL="0" marR="0" marT="0" marB="0" anchor="ctr"/>
                </a:tc>
                <a:tc>
                  <a:txBody>
                    <a:bodyPr/>
                    <a:lstStyle/>
                    <a:p>
                      <a:pPr algn="ctr" rtl="0" fontAlgn="ct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tc>
                  <a:txBody>
                    <a:bodyPr/>
                    <a:lstStyle/>
                    <a:p>
                      <a:pPr algn="ctr" rtl="0" fontAlgn="ctr"/>
                      <a:r>
                        <a:rPr lang="en-US" altLang="ko-KR" sz="1400" b="1" dirty="0">
                          <a:latin typeface="Arial" panose="020B0604020202020204" pitchFamily="34" charset="0"/>
                          <a:cs typeface="Arial" panose="020B0604020202020204" pitchFamily="34" charset="0"/>
                        </a:rPr>
                        <a:t>η7</a:t>
                      </a: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08"/>
                  </a:ext>
                </a:extLst>
              </a:tr>
              <a:tr h="212884">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8</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130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40</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11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1200</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7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8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15</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2.2875</a:t>
                      </a:r>
                    </a:p>
                  </a:txBody>
                  <a:tcPr marL="0" marR="0" marT="0" marB="0" anchor="ctr"/>
                </a:tc>
                <a:tc>
                  <a:txBody>
                    <a:bodyPr/>
                    <a:lstStyle/>
                    <a:p>
                      <a:pPr algn="ctr" rtl="0" fontAlgn="ct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tc>
                  <a:txBody>
                    <a:bodyPr/>
                    <a:lstStyle/>
                    <a:p>
                      <a:pPr algn="ctr" rtl="0" fontAlgn="ctr"/>
                      <a:r>
                        <a:rPr lang="en-US" altLang="ko-KR" sz="1400" b="1" dirty="0">
                          <a:latin typeface="Arial" panose="020B0604020202020204" pitchFamily="34" charset="0"/>
                          <a:cs typeface="Arial" panose="020B0604020202020204" pitchFamily="34" charset="0"/>
                        </a:rPr>
                        <a:t>η8</a:t>
                      </a: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09"/>
                  </a:ext>
                </a:extLst>
              </a:tr>
              <a:tr h="176689">
                <a:tc>
                  <a:txBody>
                    <a:bodyPr/>
                    <a:lstStyle/>
                    <a:p>
                      <a:pPr marL="46990" marR="0" algn="ctr">
                        <a:lnSpc>
                          <a:spcPts val="1775"/>
                        </a:lnSpc>
                        <a:spcBef>
                          <a:spcPts val="0"/>
                        </a:spcBef>
                        <a:spcAft>
                          <a:spcPts val="0"/>
                        </a:spcAft>
                      </a:pP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latin typeface="Times New Roman" panose="02020603050405020304" pitchFamily="18" charset="0"/>
                        </a:rPr>
                        <a:t>µ</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algn="ctr" rtl="0" fontAlgn="ct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tc>
                  <a:txBody>
                    <a:bodyPr/>
                    <a:lstStyle/>
                    <a:p>
                      <a:pPr algn="ctr" rtl="0" fontAlgn="ct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10"/>
                  </a:ext>
                </a:extLst>
              </a:tr>
            </a:tbl>
          </a:graphicData>
        </a:graphic>
      </p:graphicFrame>
    </p:spTree>
    <p:extLst>
      <p:ext uri="{BB962C8B-B14F-4D97-AF65-F5344CB8AC3E}">
        <p14:creationId xmlns:p14="http://schemas.microsoft.com/office/powerpoint/2010/main" val="39312894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Taguchi Analysis (Example Problem)</a:t>
            </a:r>
            <a:endParaRPr lang="en-IN" dirty="0"/>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p:txBody>
              <a:bodyPr/>
              <a:lstStyle/>
              <a:p>
                <a:pPr algn="just" latinLnBrk="0"/>
                <a:r>
                  <a:rPr lang="en-US" sz="1800" dirty="0">
                    <a:latin typeface="Arial" panose="020B0604020202020204" pitchFamily="34" charset="0"/>
                    <a:cs typeface="Arial" panose="020B0604020202020204" pitchFamily="34" charset="0"/>
                  </a:rPr>
                  <a:t>L8 orthogonal array. </a:t>
                </a:r>
              </a:p>
              <a:p>
                <a:pPr algn="just" latinLnBrk="0"/>
                <a:endParaRPr lang="en-US" sz="1800" dirty="0">
                  <a:latin typeface="Arial" panose="020B0604020202020204" pitchFamily="34" charset="0"/>
                  <a:cs typeface="Arial" panose="020B0604020202020204" pitchFamily="34" charset="0"/>
                </a:endParaRPr>
              </a:p>
              <a:p>
                <a:pPr algn="just" latinLnBrk="0"/>
                <a:r>
                  <a:rPr lang="en-US" altLang="ko-KR" sz="1800" b="1" dirty="0">
                    <a:latin typeface="Arial" panose="020B0604020202020204" pitchFamily="34" charset="0"/>
                    <a:cs typeface="Arial" panose="020B0604020202020204" pitchFamily="34" charset="0"/>
                  </a:rPr>
                  <a:t>Smaller-the-Better: η = -10 log10( </a:t>
                </a:r>
                <a14:m>
                  <m:oMath xmlns:m="http://schemas.openxmlformats.org/officeDocument/2006/math">
                    <m:sSup>
                      <m:sSupPr>
                        <m:ctrlPr>
                          <a:rPr lang="en-US" altLang="ko-KR" sz="1800" b="1" i="1">
                            <a:latin typeface="Cambria Math" panose="02040503050406030204" pitchFamily="18" charset="0"/>
                          </a:rPr>
                        </m:ctrlPr>
                      </m:sSupPr>
                      <m:e>
                        <m:r>
                          <a:rPr lang="en-US" altLang="ko-KR" sz="1800" b="1" i="1">
                            <a:latin typeface="Cambria Math" panose="02040503050406030204" pitchFamily="18" charset="0"/>
                          </a:rPr>
                          <m:t>𝒚</m:t>
                        </m:r>
                      </m:e>
                      <m:sup>
                        <m:r>
                          <a:rPr lang="en-US" altLang="ko-KR" sz="1800" b="1" i="1">
                            <a:latin typeface="Cambria Math" panose="02040503050406030204" pitchFamily="18" charset="0"/>
                          </a:rPr>
                          <m:t>𝟐</m:t>
                        </m:r>
                      </m:sup>
                    </m:sSup>
                  </m:oMath>
                </a14:m>
                <a:r>
                  <a:rPr lang="en-US" altLang="ko-KR" sz="1800" b="1" dirty="0">
                    <a:latin typeface="Arial" panose="020B0604020202020204" pitchFamily="34" charset="0"/>
                    <a:cs typeface="Arial" panose="020B0604020202020204" pitchFamily="34" charset="0"/>
                  </a:rPr>
                  <a:t>)</a:t>
                </a:r>
              </a:p>
              <a:p>
                <a:pPr algn="just" latinLnBrk="0"/>
                <a:r>
                  <a:rPr lang="en-US" sz="1800" b="1" dirty="0">
                    <a:latin typeface="Arial" panose="020B0604020202020204" pitchFamily="34" charset="0"/>
                    <a:cs typeface="Arial" panose="020B0604020202020204" pitchFamily="34" charset="0"/>
                  </a:rPr>
                  <a:t>Hence solving for </a:t>
                </a:r>
                <a:r>
                  <a:rPr lang="en-US" altLang="ko-KR" sz="1800" b="1" dirty="0">
                    <a:latin typeface="Arial" panose="020B0604020202020204" pitchFamily="34" charset="0"/>
                    <a:cs typeface="Arial" panose="020B0604020202020204" pitchFamily="34" charset="0"/>
                  </a:rPr>
                  <a:t>η</a:t>
                </a:r>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endParaRPr lang="en-IN" dirty="0"/>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blipFill rotWithShape="0">
                <a:blip r:embed="rId2"/>
                <a:stretch>
                  <a:fillRect l="-722" t="-829"/>
                </a:stretch>
              </a:blipFill>
            </p:spPr>
            <p:txBody>
              <a:bodyPr/>
              <a:lstStyle/>
              <a:p>
                <a:r>
                  <a:rPr lang="en-IN">
                    <a:noFill/>
                  </a:rPr>
                  <a:t> </a:t>
                </a:r>
              </a:p>
            </p:txBody>
          </p:sp>
        </mc:Fallback>
      </mc:AlternateContent>
      <p:sp>
        <p:nvSpPr>
          <p:cNvPr id="4" name="Slide Number Placeholder 3"/>
          <p:cNvSpPr>
            <a:spLocks noGrp="1"/>
          </p:cNvSpPr>
          <p:nvPr>
            <p:ph type="sldNum" sz="quarter" idx="10"/>
          </p:nvPr>
        </p:nvSpPr>
        <p:spPr/>
        <p:txBody>
          <a:bodyPr/>
          <a:lstStyle/>
          <a:p>
            <a:fld id="{DBBF992C-F1AA-4A66-8CC7-87949E2D5226}" type="slidenum">
              <a:rPr lang="en-US" altLang="ko-KR" smtClean="0"/>
              <a:pPr/>
              <a:t>60</a:t>
            </a:fld>
            <a:endParaRPr lang="en-US" altLang="ko-KR" dirty="0"/>
          </a:p>
        </p:txBody>
      </p:sp>
      <p:graphicFrame>
        <p:nvGraphicFramePr>
          <p:cNvPr id="9" name="Table 8"/>
          <p:cNvGraphicFramePr>
            <a:graphicFrameLocks noGrp="1"/>
          </p:cNvGraphicFramePr>
          <p:nvPr>
            <p:extLst>
              <p:ext uri="{D42A27DB-BD31-4B8C-83A1-F6EECF244321}">
                <p14:modId xmlns:p14="http://schemas.microsoft.com/office/powerpoint/2010/main" val="3443167425"/>
              </p:ext>
            </p:extLst>
          </p:nvPr>
        </p:nvGraphicFramePr>
        <p:xfrm>
          <a:off x="443116" y="3010989"/>
          <a:ext cx="8300269" cy="2887412"/>
        </p:xfrm>
        <a:graphic>
          <a:graphicData uri="http://schemas.openxmlformats.org/drawingml/2006/table">
            <a:tbl>
              <a:tblPr firstRow="1" firstCol="1" bandRow="1">
                <a:tableStyleId>{5940675A-B579-460E-94D1-54222C63F5DA}</a:tableStyleId>
              </a:tblPr>
              <a:tblGrid>
                <a:gridCol w="801995">
                  <a:extLst>
                    <a:ext uri="{9D8B030D-6E8A-4147-A177-3AD203B41FA5}">
                      <a16:colId xmlns="" xmlns:a16="http://schemas.microsoft.com/office/drawing/2014/main" val="20000"/>
                    </a:ext>
                  </a:extLst>
                </a:gridCol>
                <a:gridCol w="708797">
                  <a:extLst>
                    <a:ext uri="{9D8B030D-6E8A-4147-A177-3AD203B41FA5}">
                      <a16:colId xmlns="" xmlns:a16="http://schemas.microsoft.com/office/drawing/2014/main" val="20001"/>
                    </a:ext>
                  </a:extLst>
                </a:gridCol>
                <a:gridCol w="839255">
                  <a:extLst>
                    <a:ext uri="{9D8B030D-6E8A-4147-A177-3AD203B41FA5}">
                      <a16:colId xmlns="" xmlns:a16="http://schemas.microsoft.com/office/drawing/2014/main" val="20002"/>
                    </a:ext>
                  </a:extLst>
                </a:gridCol>
                <a:gridCol w="826457">
                  <a:extLst>
                    <a:ext uri="{9D8B030D-6E8A-4147-A177-3AD203B41FA5}">
                      <a16:colId xmlns="" xmlns:a16="http://schemas.microsoft.com/office/drawing/2014/main" val="20003"/>
                    </a:ext>
                  </a:extLst>
                </a:gridCol>
                <a:gridCol w="829826">
                  <a:extLst>
                    <a:ext uri="{9D8B030D-6E8A-4147-A177-3AD203B41FA5}">
                      <a16:colId xmlns="" xmlns:a16="http://schemas.microsoft.com/office/drawing/2014/main" val="20004"/>
                    </a:ext>
                  </a:extLst>
                </a:gridCol>
                <a:gridCol w="829826">
                  <a:extLst>
                    <a:ext uri="{9D8B030D-6E8A-4147-A177-3AD203B41FA5}">
                      <a16:colId xmlns="" xmlns:a16="http://schemas.microsoft.com/office/drawing/2014/main" val="20005"/>
                    </a:ext>
                  </a:extLst>
                </a:gridCol>
                <a:gridCol w="826457">
                  <a:extLst>
                    <a:ext uri="{9D8B030D-6E8A-4147-A177-3AD203B41FA5}">
                      <a16:colId xmlns="" xmlns:a16="http://schemas.microsoft.com/office/drawing/2014/main" val="20006"/>
                    </a:ext>
                  </a:extLst>
                </a:gridCol>
                <a:gridCol w="659414">
                  <a:extLst>
                    <a:ext uri="{9D8B030D-6E8A-4147-A177-3AD203B41FA5}">
                      <a16:colId xmlns="" xmlns:a16="http://schemas.microsoft.com/office/drawing/2014/main" val="20007"/>
                    </a:ext>
                  </a:extLst>
                </a:gridCol>
                <a:gridCol w="659414">
                  <a:extLst>
                    <a:ext uri="{9D8B030D-6E8A-4147-A177-3AD203B41FA5}">
                      <a16:colId xmlns="" xmlns:a16="http://schemas.microsoft.com/office/drawing/2014/main" val="20008"/>
                    </a:ext>
                  </a:extLst>
                </a:gridCol>
                <a:gridCol w="659414">
                  <a:extLst>
                    <a:ext uri="{9D8B030D-6E8A-4147-A177-3AD203B41FA5}">
                      <a16:colId xmlns="" xmlns:a16="http://schemas.microsoft.com/office/drawing/2014/main" val="20009"/>
                    </a:ext>
                  </a:extLst>
                </a:gridCol>
                <a:gridCol w="659414">
                  <a:extLst>
                    <a:ext uri="{9D8B030D-6E8A-4147-A177-3AD203B41FA5}">
                      <a16:colId xmlns="" xmlns:a16="http://schemas.microsoft.com/office/drawing/2014/main" val="20010"/>
                    </a:ext>
                  </a:extLst>
                </a:gridCol>
              </a:tblGrid>
              <a:tr h="176689">
                <a:tc rowSpan="2">
                  <a:txBody>
                    <a:bodyPr/>
                    <a:lstStyle/>
                    <a:p>
                      <a:pPr marL="46990" marR="91440" algn="ctr">
                        <a:lnSpc>
                          <a:spcPct val="138000"/>
                        </a:lnSpc>
                        <a:spcBef>
                          <a:spcPts val="0"/>
                        </a:spcBef>
                        <a:spcAft>
                          <a:spcPts val="0"/>
                        </a:spcAft>
                      </a:pPr>
                      <a:r>
                        <a:rPr lang="en-US" sz="900" spc="-10" dirty="0">
                          <a:effectLst/>
                          <a:latin typeface="Arial" panose="020B0604020202020204" pitchFamily="34" charset="0"/>
                          <a:cs typeface="Arial" panose="020B0604020202020204" pitchFamily="34" charset="0"/>
                        </a:rPr>
                        <a:t>Expt. </a:t>
                      </a:r>
                      <a:r>
                        <a:rPr lang="en-US" sz="900" dirty="0">
                          <a:effectLst/>
                          <a:latin typeface="Arial" panose="020B0604020202020204" pitchFamily="34" charset="0"/>
                          <a:cs typeface="Arial" panose="020B0604020202020204" pitchFamily="34" charset="0"/>
                        </a:rPr>
                        <a:t>No</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tc>
                <a:tc gridSpan="7">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Columns</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marL="46990" marR="0" algn="ctr">
                        <a:lnSpc>
                          <a:spcPts val="1775"/>
                        </a:lnSpc>
                        <a:spcBef>
                          <a:spcPts val="0"/>
                        </a:spcBef>
                        <a:spcAft>
                          <a:spcPts val="0"/>
                        </a:spcAft>
                      </a:pPr>
                      <a:r>
                        <a:rPr lang="en-US" sz="800" b="1" dirty="0">
                          <a:solidFill>
                            <a:srgbClr val="FF0000"/>
                          </a:solidFill>
                          <a:effectLst/>
                          <a:latin typeface="Arial" panose="020B0604020202020204" pitchFamily="34" charset="0"/>
                          <a:ea typeface="Calibri" panose="020F0502020204030204" pitchFamily="34" charset="0"/>
                          <a:cs typeface="Arial" panose="020B0604020202020204" pitchFamily="34" charset="0"/>
                        </a:rPr>
                        <a:t>Surface</a:t>
                      </a:r>
                      <a:r>
                        <a:rPr lang="en-US" sz="800" b="1" baseline="0" dirty="0">
                          <a:solidFill>
                            <a:srgbClr val="FF0000"/>
                          </a:solidFill>
                          <a:effectLst/>
                          <a:latin typeface="Arial" panose="020B0604020202020204" pitchFamily="34" charset="0"/>
                          <a:ea typeface="Calibri" panose="020F0502020204030204" pitchFamily="34" charset="0"/>
                          <a:cs typeface="Arial" panose="020B0604020202020204" pitchFamily="34" charset="0"/>
                        </a:rPr>
                        <a:t> Roughness (y)</a:t>
                      </a:r>
                      <a:endParaRPr lang="en-US" sz="800" b="1" dirty="0">
                        <a:solidFill>
                          <a:srgbClr val="FF0000"/>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rowSpan="2">
                  <a:txBody>
                    <a:bodyPr/>
                    <a:lstStyle/>
                    <a:p>
                      <a:pPr marL="46990" marR="0" algn="ctr">
                        <a:lnSpc>
                          <a:spcPts val="1775"/>
                        </a:lnSpc>
                        <a:spcBef>
                          <a:spcPts val="0"/>
                        </a:spcBef>
                        <a:spcAft>
                          <a:spcPts val="0"/>
                        </a:spcAft>
                      </a:pPr>
                      <a:r>
                        <a:rPr lang="en-US" altLang="ko-KR" sz="800" b="1" dirty="0">
                          <a:latin typeface="Arial" panose="020B0604020202020204" pitchFamily="34" charset="0"/>
                          <a:cs typeface="Arial" panose="020B0604020202020204" pitchFamily="34" charset="0"/>
                        </a:rPr>
                        <a:t>η</a:t>
                      </a:r>
                      <a:endParaRPr lang="en-US" sz="800" b="1" dirty="0">
                        <a:solidFill>
                          <a:srgbClr val="FF0000"/>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solidFill>
                      <a:schemeClr val="bg2">
                        <a:lumMod val="20000"/>
                        <a:lumOff val="80000"/>
                      </a:schemeClr>
                    </a:solidFill>
                  </a:tcPr>
                </a:tc>
                <a:tc rowSpan="2">
                  <a:txBody>
                    <a:bodyPr/>
                    <a:lstStyle/>
                    <a:p>
                      <a:pPr marL="46990" marR="0" algn="ctr">
                        <a:lnSpc>
                          <a:spcPts val="1775"/>
                        </a:lnSpc>
                        <a:spcBef>
                          <a:spcPts val="0"/>
                        </a:spcBef>
                        <a:spcAft>
                          <a:spcPts val="0"/>
                        </a:spcAft>
                      </a:pPr>
                      <a:endParaRPr lang="en-US" sz="800" b="1" dirty="0">
                        <a:solidFill>
                          <a:srgbClr val="FF0000"/>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solidFill>
                      <a:schemeClr val="bg2">
                        <a:lumMod val="20000"/>
                        <a:lumOff val="80000"/>
                      </a:schemeClr>
                    </a:solidFill>
                  </a:tcPr>
                </a:tc>
                <a:extLst>
                  <a:ext uri="{0D108BD9-81ED-4DB2-BD59-A6C34878D82A}">
                    <a16:rowId xmlns="" xmlns:a16="http://schemas.microsoft.com/office/drawing/2014/main" val="10000"/>
                  </a:ext>
                </a:extLst>
              </a:tr>
              <a:tr h="326089">
                <a:tc vMerge="1">
                  <a:txBody>
                    <a:bodyPr/>
                    <a:lstStyle/>
                    <a:p>
                      <a:endParaRPr lang="en-US"/>
                    </a:p>
                  </a:txBody>
                  <a:tcP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Peak current (A)</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Pulse on time </a:t>
                      </a:r>
                    </a:p>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(B)</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Peak Current</a:t>
                      </a:r>
                      <a:r>
                        <a:rPr lang="en-US" sz="900" baseline="0" dirty="0">
                          <a:effectLst/>
                          <a:latin typeface="Arial" panose="020B0604020202020204" pitchFamily="34" charset="0"/>
                          <a:ea typeface="+mn-ea"/>
                          <a:cs typeface="Arial" panose="020B0604020202020204" pitchFamily="34" charset="0"/>
                        </a:rPr>
                        <a:t>(C)</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Wire Tension </a:t>
                      </a:r>
                    </a:p>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(D)</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Wire</a:t>
                      </a:r>
                      <a:r>
                        <a:rPr lang="en-US" sz="900" baseline="0" dirty="0">
                          <a:effectLst/>
                          <a:latin typeface="Arial" panose="020B0604020202020204" pitchFamily="34" charset="0"/>
                          <a:ea typeface="+mn-ea"/>
                          <a:cs typeface="Arial" panose="020B0604020202020204" pitchFamily="34" charset="0"/>
                        </a:rPr>
                        <a:t> Feed (E)</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Fluid Rate (F) </a:t>
                      </a: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Fluid</a:t>
                      </a:r>
                      <a:r>
                        <a:rPr lang="en-US" sz="900" baseline="0" dirty="0">
                          <a:effectLst/>
                          <a:latin typeface="Arial" panose="020B0604020202020204" pitchFamily="34" charset="0"/>
                          <a:ea typeface="+mn-ea"/>
                          <a:cs typeface="Arial" panose="020B0604020202020204" pitchFamily="34" charset="0"/>
                        </a:rPr>
                        <a:t> Pressure (G)</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vMerge="1">
                  <a:txBody>
                    <a:bodyPr/>
                    <a:lstStyle/>
                    <a:p>
                      <a:pPr marL="46990" marR="0" algn="ctr">
                        <a:lnSpc>
                          <a:spcPts val="1775"/>
                        </a:lnSpc>
                        <a:spcBef>
                          <a:spcPts val="0"/>
                        </a:spcBef>
                        <a:spcAft>
                          <a:spcPts val="0"/>
                        </a:spcAft>
                      </a:pPr>
                      <a:endParaRPr lang="en-US" sz="11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vMerge="1">
                  <a:txBody>
                    <a:bodyPr/>
                    <a:lstStyle/>
                    <a:p>
                      <a:endParaRPr lang="en-IN"/>
                    </a:p>
                  </a:txBody>
                  <a:tcPr/>
                </a:tc>
                <a:tc vMerge="1">
                  <a:txBody>
                    <a:bodyPr/>
                    <a:lstStyle/>
                    <a:p>
                      <a:endParaRPr lang="en-IN"/>
                    </a:p>
                  </a:txBody>
                  <a:tcPr/>
                </a:tc>
                <a:extLst>
                  <a:ext uri="{0D108BD9-81ED-4DB2-BD59-A6C34878D82A}">
                    <a16:rowId xmlns="" xmlns:a16="http://schemas.microsoft.com/office/drawing/2014/main" val="10001"/>
                  </a:ext>
                </a:extLst>
              </a:tr>
              <a:tr h="258604">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1</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125 (1)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35 (1)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11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1000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7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8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13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2.5275</a:t>
                      </a:r>
                    </a:p>
                  </a:txBody>
                  <a:tcPr marL="0" marR="0" marT="0" marB="0" anchor="ctr"/>
                </a:tc>
                <a:tc>
                  <a:txBody>
                    <a:bodyPr/>
                    <a:lstStyle/>
                    <a:p>
                      <a:pPr algn="ctr" rtl="0" fontAlgn="ctr"/>
                      <a:r>
                        <a:rPr lang="en-IN" sz="800" b="0" i="0" u="none" strike="noStrike" dirty="0">
                          <a:solidFill>
                            <a:srgbClr val="000000"/>
                          </a:solidFill>
                          <a:effectLst/>
                          <a:latin typeface="Arial" panose="020B0604020202020204" pitchFamily="34" charset="0"/>
                        </a:rPr>
                        <a:t>-8.053823285</a:t>
                      </a:r>
                    </a:p>
                  </a:txBody>
                  <a:tcPr marL="7144" marR="7144" marT="7144" marB="0" anchor="ctr">
                    <a:solidFill>
                      <a:schemeClr val="bg2">
                        <a:lumMod val="20000"/>
                        <a:lumOff val="80000"/>
                      </a:schemeClr>
                    </a:solidFill>
                  </a:tcPr>
                </a:tc>
                <a:tc>
                  <a:txBody>
                    <a:bodyPr/>
                    <a:lstStyle/>
                    <a:p>
                      <a:pPr marL="0" algn="ctr" defTabSz="1125444" rtl="0" eaLnBrk="1" fontAlgn="ctr" latinLnBrk="1" hangingPunct="1"/>
                      <a:r>
                        <a:rPr lang="en-US" altLang="ko-KR" sz="1400" b="1" kern="1200" dirty="0">
                          <a:solidFill>
                            <a:schemeClr val="tx1"/>
                          </a:solidFill>
                          <a:latin typeface="Arial" panose="020B0604020202020204" pitchFamily="34" charset="0"/>
                          <a:ea typeface="+mn-ea"/>
                          <a:cs typeface="Arial" panose="020B0604020202020204" pitchFamily="34" charset="0"/>
                        </a:rPr>
                        <a:t>η1</a:t>
                      </a:r>
                      <a:endParaRPr lang="en-IN" sz="1400" b="1" kern="1200" dirty="0">
                        <a:solidFill>
                          <a:schemeClr val="tx1"/>
                        </a:solidFill>
                        <a:latin typeface="Arial" panose="020B0604020202020204" pitchFamily="34" charset="0"/>
                        <a:ea typeface="+mn-ea"/>
                        <a:cs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02"/>
                  </a:ext>
                </a:extLst>
              </a:tr>
              <a:tr h="258604">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2</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125 (1)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35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11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1200</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8</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9</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15</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2.3520</a:t>
                      </a:r>
                    </a:p>
                  </a:txBody>
                  <a:tcPr marL="0" marR="0" marT="0" marB="0" anchor="ctr"/>
                </a:tc>
                <a:tc>
                  <a:txBody>
                    <a:bodyPr/>
                    <a:lstStyle/>
                    <a:p>
                      <a:pPr algn="ctr" rtl="0" fontAlgn="ctr"/>
                      <a:r>
                        <a:rPr lang="en-IN" sz="800" b="0" i="0" u="none" strike="noStrike" dirty="0">
                          <a:solidFill>
                            <a:srgbClr val="000000"/>
                          </a:solidFill>
                          <a:effectLst/>
                          <a:latin typeface="Arial" panose="020B0604020202020204" pitchFamily="34" charset="0"/>
                        </a:rPr>
                        <a:t>-7.428746348</a:t>
                      </a:r>
                    </a:p>
                  </a:txBody>
                  <a:tcPr marL="7144" marR="7144" marT="7144" marB="0" anchor="ctr">
                    <a:solidFill>
                      <a:schemeClr val="bg2">
                        <a:lumMod val="20000"/>
                        <a:lumOff val="80000"/>
                      </a:schemeClr>
                    </a:solidFill>
                  </a:tcPr>
                </a:tc>
                <a:tc>
                  <a:txBody>
                    <a:bodyPr/>
                    <a:lstStyle/>
                    <a:p>
                      <a:pPr algn="ctr" rtl="0" fontAlgn="ctr"/>
                      <a:r>
                        <a:rPr lang="en-US" altLang="ko-KR" sz="1400" b="1" dirty="0">
                          <a:latin typeface="Arial" panose="020B0604020202020204" pitchFamily="34" charset="0"/>
                          <a:cs typeface="Arial" panose="020B0604020202020204" pitchFamily="34" charset="0"/>
                        </a:rPr>
                        <a:t>η2</a:t>
                      </a: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03"/>
                  </a:ext>
                </a:extLst>
              </a:tr>
              <a:tr h="258604">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3</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125 (1)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lvl="0" indent="0" algn="ctr" defTabSz="1125444" rtl="0" eaLnBrk="1" fontAlgn="auto" latinLnBrk="1" hangingPunct="1">
                        <a:lnSpc>
                          <a:spcPts val="1775"/>
                        </a:lnSpc>
                        <a:spcBef>
                          <a:spcPts val="0"/>
                        </a:spcBef>
                        <a:spcAft>
                          <a:spcPts val="0"/>
                        </a:spcAft>
                        <a:buClrTx/>
                        <a:buSzTx/>
                        <a:buFontTx/>
                        <a:buNone/>
                        <a:tabLst/>
                        <a:defRPr/>
                      </a:pPr>
                      <a:r>
                        <a:rPr lang="en-US" sz="900" dirty="0">
                          <a:effectLst/>
                          <a:latin typeface="Arial" panose="020B0604020202020204" pitchFamily="34" charset="0"/>
                          <a:ea typeface="+mn-ea"/>
                          <a:cs typeface="Arial" panose="020B0604020202020204" pitchFamily="34" charset="0"/>
                        </a:rPr>
                        <a:t>40</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1000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7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9</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15</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2.2540</a:t>
                      </a:r>
                    </a:p>
                  </a:txBody>
                  <a:tcPr marL="0" marR="0" marT="0" marB="0" anchor="ctr"/>
                </a:tc>
                <a:tc>
                  <a:txBody>
                    <a:bodyPr/>
                    <a:lstStyle/>
                    <a:p>
                      <a:pPr algn="ctr" rtl="0" fontAlgn="ctr"/>
                      <a:r>
                        <a:rPr lang="en-IN" sz="800" b="0" i="0" u="none" strike="noStrike" dirty="0">
                          <a:solidFill>
                            <a:srgbClr val="000000"/>
                          </a:solidFill>
                          <a:effectLst/>
                          <a:latin typeface="Arial" panose="020B0604020202020204" pitchFamily="34" charset="0"/>
                        </a:rPr>
                        <a:t>-7.059078234</a:t>
                      </a:r>
                    </a:p>
                  </a:txBody>
                  <a:tcPr marL="7144" marR="7144" marT="7144" marB="0" anchor="ctr">
                    <a:solidFill>
                      <a:schemeClr val="bg2">
                        <a:lumMod val="20000"/>
                        <a:lumOff val="80000"/>
                      </a:schemeClr>
                    </a:solidFill>
                  </a:tcPr>
                </a:tc>
                <a:tc>
                  <a:txBody>
                    <a:bodyPr/>
                    <a:lstStyle/>
                    <a:p>
                      <a:pPr algn="ctr" rtl="0" fontAlgn="ctr"/>
                      <a:r>
                        <a:rPr lang="en-US" altLang="ko-KR" sz="1400" b="1" dirty="0">
                          <a:latin typeface="Arial" panose="020B0604020202020204" pitchFamily="34" charset="0"/>
                          <a:cs typeface="Arial" panose="020B0604020202020204" pitchFamily="34" charset="0"/>
                        </a:rPr>
                        <a:t>η3</a:t>
                      </a: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04"/>
                  </a:ext>
                </a:extLst>
              </a:tr>
              <a:tr h="258604">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4</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125 (1)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40</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1200</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8</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8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13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2.4650</a:t>
                      </a:r>
                    </a:p>
                  </a:txBody>
                  <a:tcPr marL="0" marR="0" marT="0" marB="0" anchor="ctr"/>
                </a:tc>
                <a:tc>
                  <a:txBody>
                    <a:bodyPr/>
                    <a:lstStyle/>
                    <a:p>
                      <a:pPr algn="ctr" rtl="0" fontAlgn="ctr"/>
                      <a:r>
                        <a:rPr lang="en-IN" sz="800" b="0" i="0" u="none" strike="noStrike">
                          <a:solidFill>
                            <a:srgbClr val="000000"/>
                          </a:solidFill>
                          <a:effectLst/>
                          <a:latin typeface="Arial" panose="020B0604020202020204" pitchFamily="34" charset="0"/>
                        </a:rPr>
                        <a:t>-7.836338472</a:t>
                      </a:r>
                    </a:p>
                  </a:txBody>
                  <a:tcPr marL="7144" marR="7144" marT="7144" marB="0" anchor="ctr">
                    <a:solidFill>
                      <a:schemeClr val="bg2">
                        <a:lumMod val="20000"/>
                        <a:lumOff val="80000"/>
                      </a:schemeClr>
                    </a:solidFill>
                  </a:tcPr>
                </a:tc>
                <a:tc>
                  <a:txBody>
                    <a:bodyPr/>
                    <a:lstStyle/>
                    <a:p>
                      <a:pPr algn="ctr" rtl="0" fontAlgn="ctr"/>
                      <a:r>
                        <a:rPr lang="en-US" altLang="ko-KR" sz="1400" b="1" dirty="0">
                          <a:latin typeface="Arial" panose="020B0604020202020204" pitchFamily="34" charset="0"/>
                          <a:cs typeface="Arial" panose="020B0604020202020204" pitchFamily="34" charset="0"/>
                        </a:rPr>
                        <a:t>η4</a:t>
                      </a: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05"/>
                  </a:ext>
                </a:extLst>
              </a:tr>
              <a:tr h="258604">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5</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130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35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1000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8</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8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15</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2.7000</a:t>
                      </a:r>
                    </a:p>
                  </a:txBody>
                  <a:tcPr marL="0" marR="0" marT="0" marB="0" anchor="ctr"/>
                </a:tc>
                <a:tc>
                  <a:txBody>
                    <a:bodyPr/>
                    <a:lstStyle/>
                    <a:p>
                      <a:pPr algn="ctr" rtl="0" fontAlgn="ctr"/>
                      <a:r>
                        <a:rPr lang="en-IN" sz="800" b="0" i="0" u="none" strike="noStrike" dirty="0">
                          <a:solidFill>
                            <a:srgbClr val="000000"/>
                          </a:solidFill>
                          <a:effectLst/>
                          <a:latin typeface="Arial" panose="020B0604020202020204" pitchFamily="34" charset="0"/>
                        </a:rPr>
                        <a:t>-8.627275283</a:t>
                      </a:r>
                    </a:p>
                  </a:txBody>
                  <a:tcPr marL="7144" marR="7144" marT="7144" marB="0" anchor="ctr">
                    <a:solidFill>
                      <a:schemeClr val="bg2">
                        <a:lumMod val="20000"/>
                        <a:lumOff val="80000"/>
                      </a:schemeClr>
                    </a:solidFill>
                  </a:tcPr>
                </a:tc>
                <a:tc>
                  <a:txBody>
                    <a:bodyPr/>
                    <a:lstStyle/>
                    <a:p>
                      <a:pPr algn="ctr" rtl="0" fontAlgn="ctr"/>
                      <a:r>
                        <a:rPr lang="en-US" altLang="ko-KR" sz="1400" b="1" dirty="0">
                          <a:latin typeface="Arial" panose="020B0604020202020204" pitchFamily="34" charset="0"/>
                          <a:cs typeface="Arial" panose="020B0604020202020204" pitchFamily="34" charset="0"/>
                        </a:rPr>
                        <a:t>η5</a:t>
                      </a: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06"/>
                  </a:ext>
                </a:extLst>
              </a:tr>
              <a:tr h="258604">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6</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130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35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1200</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7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9</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13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2.8125</a:t>
                      </a:r>
                    </a:p>
                  </a:txBody>
                  <a:tcPr marL="0" marR="0" marT="0" marB="0" anchor="ctr"/>
                </a:tc>
                <a:tc>
                  <a:txBody>
                    <a:bodyPr/>
                    <a:lstStyle/>
                    <a:p>
                      <a:pPr algn="ctr" rtl="0" fontAlgn="ctr"/>
                      <a:r>
                        <a:rPr lang="en-IN" sz="800" b="0" i="0" u="none" strike="noStrike" dirty="0">
                          <a:solidFill>
                            <a:srgbClr val="000000"/>
                          </a:solidFill>
                          <a:effectLst/>
                          <a:latin typeface="Arial" panose="020B0604020202020204" pitchFamily="34" charset="0"/>
                        </a:rPr>
                        <a:t>-8.981850622</a:t>
                      </a:r>
                    </a:p>
                  </a:txBody>
                  <a:tcPr marL="7144" marR="7144" marT="7144" marB="0" anchor="ctr">
                    <a:solidFill>
                      <a:schemeClr val="bg2">
                        <a:lumMod val="20000"/>
                        <a:lumOff val="80000"/>
                      </a:schemeClr>
                    </a:solidFill>
                  </a:tcPr>
                </a:tc>
                <a:tc>
                  <a:txBody>
                    <a:bodyPr/>
                    <a:lstStyle/>
                    <a:p>
                      <a:pPr algn="ctr" rtl="0" fontAlgn="ctr"/>
                      <a:r>
                        <a:rPr lang="en-US" altLang="ko-KR" sz="1400" b="1" dirty="0">
                          <a:latin typeface="Arial" panose="020B0604020202020204" pitchFamily="34" charset="0"/>
                          <a:cs typeface="Arial" panose="020B0604020202020204" pitchFamily="34" charset="0"/>
                        </a:rPr>
                        <a:t>η6</a:t>
                      </a: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07"/>
                  </a:ext>
                </a:extLst>
              </a:tr>
              <a:tr h="258604">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7</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130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40</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11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1000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8</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9</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13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2.350</a:t>
                      </a:r>
                    </a:p>
                  </a:txBody>
                  <a:tcPr marL="0" marR="0" marT="0" marB="0" anchor="ctr"/>
                </a:tc>
                <a:tc>
                  <a:txBody>
                    <a:bodyPr/>
                    <a:lstStyle/>
                    <a:p>
                      <a:pPr algn="ctr" rtl="0" fontAlgn="ctr"/>
                      <a:r>
                        <a:rPr lang="en-IN" sz="800" b="0" i="0" u="none" strike="noStrike" dirty="0">
                          <a:solidFill>
                            <a:srgbClr val="000000"/>
                          </a:solidFill>
                          <a:effectLst/>
                          <a:latin typeface="Arial" panose="020B0604020202020204" pitchFamily="34" charset="0"/>
                        </a:rPr>
                        <a:t>-7.421357245</a:t>
                      </a:r>
                    </a:p>
                  </a:txBody>
                  <a:tcPr marL="7144" marR="7144" marT="7144" marB="0" anchor="ctr">
                    <a:solidFill>
                      <a:schemeClr val="bg2">
                        <a:lumMod val="20000"/>
                        <a:lumOff val="80000"/>
                      </a:schemeClr>
                    </a:solidFill>
                  </a:tcPr>
                </a:tc>
                <a:tc>
                  <a:txBody>
                    <a:bodyPr/>
                    <a:lstStyle/>
                    <a:p>
                      <a:pPr algn="ctr" rtl="0" fontAlgn="ctr"/>
                      <a:r>
                        <a:rPr lang="en-US" altLang="ko-KR" sz="1400" b="1" dirty="0">
                          <a:latin typeface="Arial" panose="020B0604020202020204" pitchFamily="34" charset="0"/>
                          <a:cs typeface="Arial" panose="020B0604020202020204" pitchFamily="34" charset="0"/>
                        </a:rPr>
                        <a:t>η7</a:t>
                      </a: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08"/>
                  </a:ext>
                </a:extLst>
              </a:tr>
              <a:tr h="258604">
                <a:tc>
                  <a:txBody>
                    <a:bodyPr/>
                    <a:lstStyle/>
                    <a:p>
                      <a:pPr marL="46990" marR="0" algn="ctr">
                        <a:lnSpc>
                          <a:spcPts val="1775"/>
                        </a:lnSpc>
                        <a:spcBef>
                          <a:spcPts val="0"/>
                        </a:spcBef>
                        <a:spcAft>
                          <a:spcPts val="0"/>
                        </a:spcAft>
                      </a:pPr>
                      <a:r>
                        <a:rPr lang="en-US" sz="900">
                          <a:effectLst/>
                          <a:latin typeface="Arial" panose="020B0604020202020204" pitchFamily="34" charset="0"/>
                          <a:cs typeface="Arial" panose="020B0604020202020204" pitchFamily="34" charset="0"/>
                        </a:rPr>
                        <a:t>8</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130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40</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11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r>
                        <a:rPr lang="en-US" sz="900" dirty="0">
                          <a:effectLst/>
                          <a:latin typeface="Arial" panose="020B0604020202020204" pitchFamily="34" charset="0"/>
                          <a:cs typeface="Arial" panose="020B0604020202020204" pitchFamily="34" charset="0"/>
                        </a:rPr>
                        <a:t>1200</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7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8 </a:t>
                      </a:r>
                      <a:r>
                        <a:rPr lang="en-US" sz="800" dirty="0">
                          <a:effectLst/>
                          <a:latin typeface="Arial" panose="020B0604020202020204" pitchFamily="34" charset="0"/>
                          <a:cs typeface="Arial" panose="020B0604020202020204" pitchFamily="34" charset="0"/>
                        </a:rPr>
                        <a:t>(1)</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900" dirty="0">
                          <a:effectLst/>
                          <a:latin typeface="Arial" panose="020B0604020202020204" pitchFamily="34" charset="0"/>
                          <a:ea typeface="+mn-ea"/>
                          <a:cs typeface="Arial" panose="020B0604020202020204" pitchFamily="34" charset="0"/>
                        </a:rPr>
                        <a:t>15</a:t>
                      </a:r>
                      <a:r>
                        <a:rPr lang="en-US" sz="800" dirty="0">
                          <a:effectLst/>
                          <a:latin typeface="Arial" panose="020B0604020202020204" pitchFamily="34" charset="0"/>
                          <a:cs typeface="Arial" panose="020B0604020202020204" pitchFamily="34" charset="0"/>
                        </a:rPr>
                        <a:t> (2)</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effectLst/>
                          <a:latin typeface="Arial" panose="020B0604020202020204" pitchFamily="34" charset="0"/>
                          <a:ea typeface="Calibri" panose="020F0502020204030204" pitchFamily="34" charset="0"/>
                          <a:cs typeface="Arial" panose="020B0604020202020204" pitchFamily="34" charset="0"/>
                        </a:rPr>
                        <a:t>2.2875</a:t>
                      </a:r>
                    </a:p>
                  </a:txBody>
                  <a:tcPr marL="0" marR="0" marT="0" marB="0" anchor="ctr"/>
                </a:tc>
                <a:tc>
                  <a:txBody>
                    <a:bodyPr/>
                    <a:lstStyle/>
                    <a:p>
                      <a:pPr algn="ctr" rtl="0" fontAlgn="ctr"/>
                      <a:r>
                        <a:rPr lang="en-IN" sz="800" b="0" i="0" u="none" strike="noStrike" dirty="0">
                          <a:solidFill>
                            <a:srgbClr val="000000"/>
                          </a:solidFill>
                          <a:effectLst/>
                          <a:latin typeface="Arial" panose="020B0604020202020204" pitchFamily="34" charset="0"/>
                        </a:rPr>
                        <a:t>-7.187222055</a:t>
                      </a:r>
                    </a:p>
                  </a:txBody>
                  <a:tcPr marL="7144" marR="7144" marT="7144" marB="0" anchor="ctr">
                    <a:solidFill>
                      <a:schemeClr val="bg2">
                        <a:lumMod val="20000"/>
                        <a:lumOff val="80000"/>
                      </a:schemeClr>
                    </a:solidFill>
                  </a:tcPr>
                </a:tc>
                <a:tc>
                  <a:txBody>
                    <a:bodyPr/>
                    <a:lstStyle/>
                    <a:p>
                      <a:pPr algn="ctr" rtl="0" fontAlgn="ctr"/>
                      <a:r>
                        <a:rPr lang="en-US" altLang="ko-KR" sz="1400" b="1" dirty="0">
                          <a:latin typeface="Arial" panose="020B0604020202020204" pitchFamily="34" charset="0"/>
                          <a:cs typeface="Arial" panose="020B0604020202020204" pitchFamily="34" charset="0"/>
                        </a:rPr>
                        <a:t>η8</a:t>
                      </a: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09"/>
                  </a:ext>
                </a:extLst>
              </a:tr>
              <a:tr h="176689">
                <a:tc>
                  <a:txBody>
                    <a:bodyPr/>
                    <a:lstStyle/>
                    <a:p>
                      <a:pPr marL="46990" marR="0" algn="ctr">
                        <a:lnSpc>
                          <a:spcPts val="1775"/>
                        </a:lnSpc>
                        <a:spcBef>
                          <a:spcPts val="0"/>
                        </a:spcBef>
                        <a:spcAft>
                          <a:spcPts val="0"/>
                        </a:spcAft>
                      </a:pP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290195" algn="r">
                        <a:lnSpc>
                          <a:spcPts val="1775"/>
                        </a:lnSpc>
                        <a:spcBef>
                          <a:spcPts val="0"/>
                        </a:spcBef>
                        <a:spcAft>
                          <a:spcPts val="0"/>
                        </a:spcAft>
                      </a:pP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9885" algn="r">
                        <a:lnSpc>
                          <a:spcPts val="1775"/>
                        </a:lnSpc>
                        <a:spcBef>
                          <a:spcPts val="0"/>
                        </a:spcBef>
                        <a:spcAft>
                          <a:spcPts val="0"/>
                        </a:spcAft>
                      </a:pP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345" algn="r">
                        <a:lnSpc>
                          <a:spcPts val="1775"/>
                        </a:lnSpc>
                        <a:spcBef>
                          <a:spcPts val="0"/>
                        </a:spcBef>
                        <a:spcAft>
                          <a:spcPts val="0"/>
                        </a:spcAft>
                      </a:pP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47980" algn="r">
                        <a:lnSpc>
                          <a:spcPts val="1775"/>
                        </a:lnSpc>
                        <a:spcBef>
                          <a:spcPts val="0"/>
                        </a:spcBef>
                        <a:spcAft>
                          <a:spcPts val="0"/>
                        </a:spcAft>
                      </a:pP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354330" algn="r">
                        <a:lnSpc>
                          <a:spcPts val="1775"/>
                        </a:lnSpc>
                        <a:spcBef>
                          <a:spcPts val="0"/>
                        </a:spcBef>
                        <a:spcAft>
                          <a:spcPts val="0"/>
                        </a:spcAft>
                      </a:pP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marL="46990" marR="0" algn="ctr">
                        <a:lnSpc>
                          <a:spcPts val="1775"/>
                        </a:lnSpc>
                        <a:spcBef>
                          <a:spcPts val="0"/>
                        </a:spcBef>
                        <a:spcAft>
                          <a:spcPts val="0"/>
                        </a:spcAft>
                      </a:pPr>
                      <a:r>
                        <a:rPr lang="en-US" sz="800" dirty="0">
                          <a:latin typeface="Times New Roman" panose="02020603050405020304" pitchFamily="18" charset="0"/>
                        </a:rPr>
                        <a:t>µ</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tc>
                  <a:txBody>
                    <a:bodyPr/>
                    <a:lstStyle/>
                    <a:p>
                      <a:pPr algn="ctr" rtl="0" fontAlgn="ctr"/>
                      <a:r>
                        <a:rPr lang="en-IN" sz="800" b="0" i="0" u="none" strike="noStrike" dirty="0">
                          <a:solidFill>
                            <a:srgbClr val="000000"/>
                          </a:solidFill>
                          <a:effectLst/>
                          <a:latin typeface="Arial" panose="020B0604020202020204" pitchFamily="34" charset="0"/>
                        </a:rPr>
                        <a:t>-7.82446144</a:t>
                      </a:r>
                    </a:p>
                  </a:txBody>
                  <a:tcPr marL="7144" marR="7144" marT="7144" marB="0" anchor="ctr">
                    <a:solidFill>
                      <a:schemeClr val="bg2">
                        <a:lumMod val="20000"/>
                        <a:lumOff val="80000"/>
                      </a:schemeClr>
                    </a:solidFill>
                  </a:tcPr>
                </a:tc>
                <a:tc>
                  <a:txBody>
                    <a:bodyPr/>
                    <a:lstStyle/>
                    <a:p>
                      <a:pPr algn="ctr" rtl="0" fontAlgn="ctr"/>
                      <a:endParaRPr lang="en-IN" sz="800" b="0" i="0" u="none" strike="noStrike" dirty="0">
                        <a:solidFill>
                          <a:srgbClr val="000000"/>
                        </a:solidFill>
                        <a:effectLst/>
                        <a:latin typeface="Arial" panose="020B0604020202020204" pitchFamily="34" charset="0"/>
                      </a:endParaRPr>
                    </a:p>
                  </a:txBody>
                  <a:tcPr marL="7144" marR="7144" marT="7144" marB="0" anchor="ctr">
                    <a:solidFill>
                      <a:schemeClr val="bg2">
                        <a:lumMod val="20000"/>
                        <a:lumOff val="80000"/>
                      </a:schemeClr>
                    </a:solidFill>
                  </a:tcPr>
                </a:tc>
                <a:extLst>
                  <a:ext uri="{0D108BD9-81ED-4DB2-BD59-A6C34878D82A}">
                    <a16:rowId xmlns="" xmlns:a16="http://schemas.microsoft.com/office/drawing/2014/main" val="10010"/>
                  </a:ext>
                </a:extLst>
              </a:tr>
            </a:tbl>
          </a:graphicData>
        </a:graphic>
      </p:graphicFrame>
    </p:spTree>
    <p:extLst>
      <p:ext uri="{BB962C8B-B14F-4D97-AF65-F5344CB8AC3E}">
        <p14:creationId xmlns:p14="http://schemas.microsoft.com/office/powerpoint/2010/main" val="9954223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Taguchi Analysis (Example Problem)</a:t>
            </a:r>
            <a:endParaRPr lang="en-IN" dirty="0"/>
          </a:p>
        </p:txBody>
      </p:sp>
      <p:sp>
        <p:nvSpPr>
          <p:cNvPr id="7" name="Content Placeholder 6"/>
          <p:cNvSpPr>
            <a:spLocks noGrp="1"/>
          </p:cNvSpPr>
          <p:nvPr>
            <p:ph idx="1"/>
          </p:nvPr>
        </p:nvSpPr>
        <p:spPr/>
        <p:txBody>
          <a:bodyPr/>
          <a:lstStyle/>
          <a:p>
            <a:pPr algn="just" latinLnBrk="0">
              <a:lnSpc>
                <a:spcPct val="150000"/>
              </a:lnSpc>
            </a:pPr>
            <a:r>
              <a:rPr lang="en-US" sz="1800" b="1" dirty="0">
                <a:latin typeface="Arial" panose="020B0604020202020204" pitchFamily="34" charset="0"/>
                <a:cs typeface="Arial" panose="020B0604020202020204" pitchFamily="34" charset="0"/>
              </a:rPr>
              <a:t>Determine the factor effects </a:t>
            </a: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endParaRPr lang="en-IN" dirty="0"/>
          </a:p>
        </p:txBody>
      </p:sp>
      <p:sp>
        <p:nvSpPr>
          <p:cNvPr id="4" name="Slide Number Placeholder 3"/>
          <p:cNvSpPr>
            <a:spLocks noGrp="1"/>
          </p:cNvSpPr>
          <p:nvPr>
            <p:ph type="sldNum" sz="quarter" idx="10"/>
          </p:nvPr>
        </p:nvSpPr>
        <p:spPr/>
        <p:txBody>
          <a:bodyPr/>
          <a:lstStyle/>
          <a:p>
            <a:fld id="{DBBF992C-F1AA-4A66-8CC7-87949E2D5226}" type="slidenum">
              <a:rPr lang="en-US" altLang="ko-KR" smtClean="0"/>
              <a:pPr/>
              <a:t>61</a:t>
            </a:fld>
            <a:endParaRPr lang="en-US" altLang="ko-KR" dirty="0"/>
          </a:p>
        </p:txBody>
      </p:sp>
      <p:sp>
        <p:nvSpPr>
          <p:cNvPr id="6" name="Rectangle 5"/>
          <p:cNvSpPr/>
          <p:nvPr/>
        </p:nvSpPr>
        <p:spPr>
          <a:xfrm>
            <a:off x="463861" y="2128047"/>
            <a:ext cx="8680139" cy="3000821"/>
          </a:xfrm>
          <a:prstGeom prst="rect">
            <a:avLst/>
          </a:prstGeom>
        </p:spPr>
        <p:txBody>
          <a:bodyPr wrap="square">
            <a:spAutoFit/>
          </a:bodyPr>
          <a:lstStyle/>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1</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2</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3</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4</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0.25 * (-8.053-7.428-7.059-7.836) = -7.5945</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5</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6</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7</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8</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0.25 * (-8.627-8.981-7.42-7.187) = -8.053</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mB</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1</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2</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5</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6</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mB</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3</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4</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7</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8</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mC</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endPar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mC</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mD</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endPar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mD</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endPar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mE</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mE</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mF</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mF</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mG</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mG</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endPar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352918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Taguchi Analysis (Example Problem)</a:t>
            </a:r>
            <a:endParaRPr lang="en-IN" dirty="0"/>
          </a:p>
        </p:txBody>
      </p:sp>
      <p:sp>
        <p:nvSpPr>
          <p:cNvPr id="7" name="Content Placeholder 6"/>
          <p:cNvSpPr>
            <a:spLocks noGrp="1"/>
          </p:cNvSpPr>
          <p:nvPr>
            <p:ph idx="1"/>
          </p:nvPr>
        </p:nvSpPr>
        <p:spPr/>
        <p:txBody>
          <a:bodyPr/>
          <a:lstStyle/>
          <a:p>
            <a:pPr algn="just" latinLnBrk="0">
              <a:lnSpc>
                <a:spcPct val="150000"/>
              </a:lnSpc>
            </a:pPr>
            <a:r>
              <a:rPr lang="en-US" sz="1800" b="1" dirty="0">
                <a:latin typeface="Arial" panose="020B0604020202020204" pitchFamily="34" charset="0"/>
                <a:cs typeface="Arial" panose="020B0604020202020204" pitchFamily="34" charset="0"/>
              </a:rPr>
              <a:t>Determine the factor effects </a:t>
            </a: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endParaRPr lang="en-IN" dirty="0"/>
          </a:p>
        </p:txBody>
      </p:sp>
      <p:sp>
        <p:nvSpPr>
          <p:cNvPr id="4" name="Slide Number Placeholder 3"/>
          <p:cNvSpPr>
            <a:spLocks noGrp="1"/>
          </p:cNvSpPr>
          <p:nvPr>
            <p:ph type="sldNum" sz="quarter" idx="10"/>
          </p:nvPr>
        </p:nvSpPr>
        <p:spPr/>
        <p:txBody>
          <a:bodyPr/>
          <a:lstStyle/>
          <a:p>
            <a:fld id="{DBBF992C-F1AA-4A66-8CC7-87949E2D5226}" type="slidenum">
              <a:rPr lang="en-US" altLang="ko-KR" smtClean="0"/>
              <a:pPr/>
              <a:t>62</a:t>
            </a:fld>
            <a:endParaRPr lang="en-US" altLang="ko-KR" dirty="0"/>
          </a:p>
        </p:txBody>
      </p:sp>
      <p:sp>
        <p:nvSpPr>
          <p:cNvPr id="6" name="Rectangle 5"/>
          <p:cNvSpPr/>
          <p:nvPr/>
        </p:nvSpPr>
        <p:spPr>
          <a:xfrm>
            <a:off x="463861" y="2128047"/>
            <a:ext cx="8680139" cy="3167534"/>
          </a:xfrm>
          <a:prstGeom prst="rect">
            <a:avLst/>
          </a:prstGeom>
        </p:spPr>
        <p:txBody>
          <a:bodyPr wrap="square">
            <a:spAutoFit/>
          </a:bodyPr>
          <a:lstStyle/>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1</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2</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3</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4</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0.25 * (-8.053-7.428-7.059-7.836) = -7.5945</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5</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6</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7</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8</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0.25 * (-8.627-8.981-7.42-7.187) = -8.053</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mB</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1</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2</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5</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6</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-8.272</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mB</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3</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4</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7</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8</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-7.37</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mC</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1</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2</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7</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8</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-7.522</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mC</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3</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4</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5</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6</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-8.125</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mD</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1</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3</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5</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7</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-7.789</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mD</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2</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4</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6</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8</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-7.858</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mE</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1</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3</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6</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8</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-7.82</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mE</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2</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4</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5</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7</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-7.827</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mF</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1</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4</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5</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8</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-7.925</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mF</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2</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3</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6</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7</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-7.722</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mG</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1</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4</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6</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7</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-8.072</a:t>
            </a:r>
          </a:p>
          <a:p>
            <a:pPr marL="68580">
              <a:spcBef>
                <a:spcPts val="0"/>
              </a:spcBef>
              <a:spcAft>
                <a:spcPts val="0"/>
              </a:spcAft>
              <a:tabLst>
                <a:tab pos="741521" algn="l"/>
                <a:tab pos="3679508" algn="r"/>
              </a:tabLst>
            </a:pP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mG</a:t>
            </a:r>
            <a:r>
              <a:rPr lang="en-US" sz="1350" spc="-8"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=1/4 (</a:t>
            </a:r>
            <a:r>
              <a:rPr lang="en-US" sz="1350" dirty="0">
                <a:latin typeface="Times New Roman" panose="02020603050405020304" pitchFamily="18" charset="0"/>
                <a:ea typeface="Calibri" panose="020F0502020204030204" pitchFamily="34" charset="0"/>
                <a:cs typeface="Times New Roman" panose="02020603050405020304" pitchFamily="18" charset="0"/>
              </a:rPr>
              <a:t>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2</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3</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5</a:t>
            </a:r>
            <a:r>
              <a:rPr lang="en-US" sz="1350" dirty="0">
                <a:latin typeface="Times New Roman" panose="02020603050405020304" pitchFamily="18" charset="0"/>
                <a:ea typeface="Calibri" panose="020F0502020204030204" pitchFamily="34" charset="0"/>
                <a:cs typeface="Times New Roman" panose="02020603050405020304" pitchFamily="18" charset="0"/>
              </a:rPr>
              <a:t> + η</a:t>
            </a:r>
            <a:r>
              <a:rPr lang="en-US" sz="1350" baseline="-25000" dirty="0">
                <a:latin typeface="Times New Roman" panose="02020603050405020304" pitchFamily="18" charset="0"/>
                <a:ea typeface="Calibri" panose="020F0502020204030204" pitchFamily="34" charset="0"/>
                <a:cs typeface="Times New Roman" panose="02020603050405020304" pitchFamily="18" charset="0"/>
              </a:rPr>
              <a:t>8</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-7.575</a:t>
            </a:r>
          </a:p>
          <a:p>
            <a:pPr marL="68580">
              <a:lnSpc>
                <a:spcPts val="1331"/>
              </a:lnSpc>
              <a:spcBef>
                <a:spcPts val="0"/>
              </a:spcBef>
              <a:spcAft>
                <a:spcPts val="0"/>
              </a:spcAft>
              <a:tabLst>
                <a:tab pos="741521" algn="l"/>
                <a:tab pos="3679508" algn="r"/>
              </a:tabLst>
            </a:pPr>
            <a:endParaRPr lang="en-US" sz="1350" spc="8"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3474893" y="2888940"/>
            <a:ext cx="5257988" cy="2042092"/>
          </a:xfrm>
          <a:prstGeom prst="rect">
            <a:avLst/>
          </a:prstGeom>
        </p:spPr>
      </p:pic>
    </p:spTree>
    <p:extLst>
      <p:ext uri="{BB962C8B-B14F-4D97-AF65-F5344CB8AC3E}">
        <p14:creationId xmlns:p14="http://schemas.microsoft.com/office/powerpoint/2010/main" val="25664224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Taguchi Analysis (Example Problem)</a:t>
            </a:r>
            <a:endParaRPr lang="en-IN" dirty="0"/>
          </a:p>
        </p:txBody>
      </p:sp>
      <p:sp>
        <p:nvSpPr>
          <p:cNvPr id="7" name="Content Placeholder 6"/>
          <p:cNvSpPr>
            <a:spLocks noGrp="1"/>
          </p:cNvSpPr>
          <p:nvPr>
            <p:ph idx="1"/>
          </p:nvPr>
        </p:nvSpPr>
        <p:spPr/>
        <p:txBody>
          <a:bodyPr/>
          <a:lstStyle/>
          <a:p>
            <a:pPr algn="just" latinLnBrk="0">
              <a:lnSpc>
                <a:spcPct val="150000"/>
              </a:lnSpc>
            </a:pPr>
            <a:r>
              <a:rPr lang="en-US" sz="1800" b="1" dirty="0">
                <a:latin typeface="Arial" panose="020B0604020202020204" pitchFamily="34" charset="0"/>
                <a:cs typeface="Arial" panose="020B0604020202020204" pitchFamily="34" charset="0"/>
              </a:rPr>
              <a:t>Determine the factor effects (graph)</a:t>
            </a: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endParaRPr lang="en-IN" dirty="0"/>
          </a:p>
        </p:txBody>
      </p:sp>
      <p:sp>
        <p:nvSpPr>
          <p:cNvPr id="4" name="Slide Number Placeholder 3"/>
          <p:cNvSpPr>
            <a:spLocks noGrp="1"/>
          </p:cNvSpPr>
          <p:nvPr>
            <p:ph type="sldNum" sz="quarter" idx="10"/>
          </p:nvPr>
        </p:nvSpPr>
        <p:spPr/>
        <p:txBody>
          <a:bodyPr/>
          <a:lstStyle/>
          <a:p>
            <a:fld id="{DBBF992C-F1AA-4A66-8CC7-87949E2D5226}" type="slidenum">
              <a:rPr lang="en-US" altLang="ko-KR" smtClean="0"/>
              <a:pPr/>
              <a:t>63</a:t>
            </a:fld>
            <a:endParaRPr lang="en-US" altLang="ko-KR" dirty="0"/>
          </a:p>
        </p:txBody>
      </p:sp>
      <p:pic>
        <p:nvPicPr>
          <p:cNvPr id="3" name="Picture 2"/>
          <p:cNvPicPr>
            <a:picLocks noChangeAspect="1"/>
          </p:cNvPicPr>
          <p:nvPr/>
        </p:nvPicPr>
        <p:blipFill>
          <a:blip r:embed="rId2"/>
          <a:stretch>
            <a:fillRect/>
          </a:stretch>
        </p:blipFill>
        <p:spPr>
          <a:xfrm>
            <a:off x="656565" y="1532656"/>
            <a:ext cx="3438442" cy="2066723"/>
          </a:xfrm>
          <a:prstGeom prst="rect">
            <a:avLst/>
          </a:prstGeom>
        </p:spPr>
      </p:pic>
      <p:pic>
        <p:nvPicPr>
          <p:cNvPr id="5" name="Picture 4"/>
          <p:cNvPicPr>
            <a:picLocks noChangeAspect="1"/>
          </p:cNvPicPr>
          <p:nvPr/>
        </p:nvPicPr>
        <p:blipFill>
          <a:blip r:embed="rId3"/>
          <a:stretch>
            <a:fillRect/>
          </a:stretch>
        </p:blipFill>
        <p:spPr>
          <a:xfrm>
            <a:off x="4842030" y="1520788"/>
            <a:ext cx="3438442" cy="2066723"/>
          </a:xfrm>
          <a:prstGeom prst="rect">
            <a:avLst/>
          </a:prstGeom>
        </p:spPr>
      </p:pic>
      <p:pic>
        <p:nvPicPr>
          <p:cNvPr id="6" name="Picture 5"/>
          <p:cNvPicPr>
            <a:picLocks noChangeAspect="1"/>
          </p:cNvPicPr>
          <p:nvPr/>
        </p:nvPicPr>
        <p:blipFill>
          <a:blip r:embed="rId4"/>
          <a:stretch>
            <a:fillRect/>
          </a:stretch>
        </p:blipFill>
        <p:spPr>
          <a:xfrm>
            <a:off x="719512" y="3954565"/>
            <a:ext cx="3438442" cy="2066723"/>
          </a:xfrm>
          <a:prstGeom prst="rect">
            <a:avLst/>
          </a:prstGeom>
        </p:spPr>
      </p:pic>
      <p:pic>
        <p:nvPicPr>
          <p:cNvPr id="8" name="Picture 7"/>
          <p:cNvPicPr>
            <a:picLocks noChangeAspect="1"/>
          </p:cNvPicPr>
          <p:nvPr/>
        </p:nvPicPr>
        <p:blipFill>
          <a:blip r:embed="rId5"/>
          <a:stretch>
            <a:fillRect/>
          </a:stretch>
        </p:blipFill>
        <p:spPr>
          <a:xfrm>
            <a:off x="4661950" y="3954564"/>
            <a:ext cx="3438442" cy="2066723"/>
          </a:xfrm>
          <a:prstGeom prst="rect">
            <a:avLst/>
          </a:prstGeom>
        </p:spPr>
      </p:pic>
    </p:spTree>
    <p:extLst>
      <p:ext uri="{BB962C8B-B14F-4D97-AF65-F5344CB8AC3E}">
        <p14:creationId xmlns:p14="http://schemas.microsoft.com/office/powerpoint/2010/main" val="15423845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Taguchi Analysis (Example Problem)</a:t>
            </a:r>
            <a:endParaRPr lang="en-IN" dirty="0"/>
          </a:p>
        </p:txBody>
      </p:sp>
      <p:sp>
        <p:nvSpPr>
          <p:cNvPr id="7" name="Content Placeholder 6"/>
          <p:cNvSpPr>
            <a:spLocks noGrp="1"/>
          </p:cNvSpPr>
          <p:nvPr>
            <p:ph idx="1"/>
          </p:nvPr>
        </p:nvSpPr>
        <p:spPr/>
        <p:txBody>
          <a:bodyPr/>
          <a:lstStyle/>
          <a:p>
            <a:pPr algn="just" latinLnBrk="0">
              <a:lnSpc>
                <a:spcPct val="150000"/>
              </a:lnSpc>
            </a:pPr>
            <a:r>
              <a:rPr lang="en-US" sz="1800" b="1" dirty="0">
                <a:latin typeface="Arial" panose="020B0604020202020204" pitchFamily="34" charset="0"/>
                <a:cs typeface="Arial" panose="020B0604020202020204" pitchFamily="34" charset="0"/>
              </a:rPr>
              <a:t>Determine the factor effects (graph)</a:t>
            </a: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endParaRPr lang="en-IN" dirty="0"/>
          </a:p>
        </p:txBody>
      </p:sp>
      <p:sp>
        <p:nvSpPr>
          <p:cNvPr id="4" name="Slide Number Placeholder 3"/>
          <p:cNvSpPr>
            <a:spLocks noGrp="1"/>
          </p:cNvSpPr>
          <p:nvPr>
            <p:ph type="sldNum" sz="quarter" idx="10"/>
          </p:nvPr>
        </p:nvSpPr>
        <p:spPr/>
        <p:txBody>
          <a:bodyPr/>
          <a:lstStyle/>
          <a:p>
            <a:fld id="{DBBF992C-F1AA-4A66-8CC7-87949E2D5226}" type="slidenum">
              <a:rPr lang="en-US" altLang="ko-KR" smtClean="0"/>
              <a:pPr/>
              <a:t>64</a:t>
            </a:fld>
            <a:endParaRPr lang="en-US" altLang="ko-KR" dirty="0"/>
          </a:p>
        </p:txBody>
      </p:sp>
      <p:pic>
        <p:nvPicPr>
          <p:cNvPr id="3" name="Picture 2"/>
          <p:cNvPicPr>
            <a:picLocks noChangeAspect="1"/>
          </p:cNvPicPr>
          <p:nvPr/>
        </p:nvPicPr>
        <p:blipFill>
          <a:blip r:embed="rId2"/>
          <a:stretch>
            <a:fillRect/>
          </a:stretch>
        </p:blipFill>
        <p:spPr>
          <a:xfrm>
            <a:off x="656565" y="1556792"/>
            <a:ext cx="3438442" cy="2066723"/>
          </a:xfrm>
          <a:prstGeom prst="rect">
            <a:avLst/>
          </a:prstGeom>
        </p:spPr>
      </p:pic>
      <p:pic>
        <p:nvPicPr>
          <p:cNvPr id="5" name="Picture 4"/>
          <p:cNvPicPr>
            <a:picLocks noChangeAspect="1"/>
          </p:cNvPicPr>
          <p:nvPr/>
        </p:nvPicPr>
        <p:blipFill>
          <a:blip r:embed="rId3"/>
          <a:stretch>
            <a:fillRect/>
          </a:stretch>
        </p:blipFill>
        <p:spPr>
          <a:xfrm>
            <a:off x="4593249" y="1556792"/>
            <a:ext cx="3438442" cy="2066723"/>
          </a:xfrm>
          <a:prstGeom prst="rect">
            <a:avLst/>
          </a:prstGeom>
        </p:spPr>
      </p:pic>
      <p:pic>
        <p:nvPicPr>
          <p:cNvPr id="6" name="Picture 5"/>
          <p:cNvPicPr>
            <a:picLocks noChangeAspect="1"/>
          </p:cNvPicPr>
          <p:nvPr/>
        </p:nvPicPr>
        <p:blipFill>
          <a:blip r:embed="rId4"/>
          <a:stretch>
            <a:fillRect/>
          </a:stretch>
        </p:blipFill>
        <p:spPr>
          <a:xfrm>
            <a:off x="2852779" y="3990569"/>
            <a:ext cx="3438442" cy="2066723"/>
          </a:xfrm>
          <a:prstGeom prst="rect">
            <a:avLst/>
          </a:prstGeom>
        </p:spPr>
      </p:pic>
    </p:spTree>
    <p:extLst>
      <p:ext uri="{BB962C8B-B14F-4D97-AF65-F5344CB8AC3E}">
        <p14:creationId xmlns:p14="http://schemas.microsoft.com/office/powerpoint/2010/main" val="33821362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Taguchi Analysis (Example Problem)</a:t>
            </a:r>
            <a:endParaRPr lang="en-IN" dirty="0"/>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p:txBody>
              <a:bodyPr/>
              <a:lstStyle/>
              <a:p>
                <a:pPr algn="just" latinLnBrk="0"/>
                <a:r>
                  <a:rPr lang="en-US" sz="1800" dirty="0">
                    <a:latin typeface="Arial" panose="020B0604020202020204" pitchFamily="34" charset="0"/>
                    <a:cs typeface="Arial" panose="020B0604020202020204" pitchFamily="34" charset="0"/>
                  </a:rPr>
                  <a:t>A1, B2, C1, D1, E2, F2, G2 giving the minimum effect in reducing the surface roughness.</a:t>
                </a:r>
              </a:p>
              <a:p>
                <a:pPr marL="0" indent="0" algn="just" latinLnBrk="0">
                  <a:buNone/>
                </a:pPr>
                <a:r>
                  <a:rPr lang="en-US" sz="1500" dirty="0">
                    <a:latin typeface="Times New Roman" panose="02020603050405020304" pitchFamily="18" charset="0"/>
                  </a:rPr>
                  <a:t>η = µ + (mA1 - µ) + (mB2 - µ) + (mC1 - µ) + (mD1 - µ) + (mE2 - µ) + (mF2 - µ) + (mG2 - µ) </a:t>
                </a:r>
              </a:p>
              <a:p>
                <a:pPr marL="0" indent="0" algn="just" latinLnBrk="0">
                  <a:buNone/>
                </a:pPr>
                <a:endParaRPr lang="en-US" sz="1500" dirty="0">
                  <a:latin typeface="Times New Roman" panose="02020603050405020304" pitchFamily="18" charset="0"/>
                </a:endParaRPr>
              </a:p>
              <a:p>
                <a:pPr marL="0" indent="0" algn="just" latinLnBrk="0">
                  <a:buNone/>
                </a:pPr>
                <a:r>
                  <a:rPr lang="en-US" sz="1500" dirty="0">
                    <a:latin typeface="Times New Roman" panose="02020603050405020304" pitchFamily="18" charset="0"/>
                  </a:rPr>
                  <a:t>= -7.823 + (-7.594+7.823) + (-7.37+7.823) + (-7.597+7.823) + (-7.789+7.823) + (-7.827+7.823) + (-7.722+7.823) + (-7.573+7.823)</a:t>
                </a:r>
              </a:p>
              <a:p>
                <a:pPr marL="0" indent="0" algn="just" latinLnBrk="0">
                  <a:buNone/>
                </a:pPr>
                <a:r>
                  <a:rPr lang="en-US" sz="1500" dirty="0">
                    <a:latin typeface="Times New Roman" panose="02020603050405020304" pitchFamily="18" charset="0"/>
                  </a:rPr>
                  <a:t>= -6.533</a:t>
                </a:r>
              </a:p>
              <a:p>
                <a:pPr marL="0" indent="0" algn="just" latinLnBrk="0">
                  <a:buNone/>
                </a:pPr>
                <a:r>
                  <a:rPr lang="en-US" sz="1500" dirty="0">
                    <a:latin typeface="Times New Roman" panose="02020603050405020304" pitchFamily="18" charset="0"/>
                  </a:rPr>
                  <a:t>η = -6.533</a:t>
                </a:r>
              </a:p>
              <a:p>
                <a:pPr marL="0" indent="0" algn="just" latinLnBrk="0">
                  <a:buNone/>
                </a:pPr>
                <a:r>
                  <a:rPr lang="en-US" sz="1500" dirty="0">
                    <a:latin typeface="Times New Roman" panose="02020603050405020304" pitchFamily="18" charset="0"/>
                  </a:rPr>
                  <a:t>i.e., η = </a:t>
                </a:r>
                <a:r>
                  <a:rPr lang="en-US" altLang="ko-KR" sz="1500" b="1" dirty="0">
                    <a:latin typeface="Arial" panose="020B0604020202020204" pitchFamily="34" charset="0"/>
                    <a:cs typeface="Arial" panose="020B0604020202020204" pitchFamily="34" charset="0"/>
                  </a:rPr>
                  <a:t>-10 log10( </a:t>
                </a:r>
                <a14:m>
                  <m:oMath xmlns:m="http://schemas.openxmlformats.org/officeDocument/2006/math">
                    <m:sSup>
                      <m:sSupPr>
                        <m:ctrlPr>
                          <a:rPr lang="en-US" altLang="ko-KR" sz="1500" b="1" i="1">
                            <a:latin typeface="Cambria Math" panose="02040503050406030204" pitchFamily="18" charset="0"/>
                          </a:rPr>
                        </m:ctrlPr>
                      </m:sSupPr>
                      <m:e>
                        <m:r>
                          <a:rPr lang="en-US" altLang="ko-KR" sz="1500" b="1" i="1">
                            <a:latin typeface="Cambria Math" panose="02040503050406030204" pitchFamily="18" charset="0"/>
                          </a:rPr>
                          <m:t>𝒚</m:t>
                        </m:r>
                      </m:e>
                      <m:sup>
                        <m:r>
                          <a:rPr lang="en-US" altLang="ko-KR" sz="1500" b="1" i="1">
                            <a:latin typeface="Cambria Math" panose="02040503050406030204" pitchFamily="18" charset="0"/>
                          </a:rPr>
                          <m:t>𝟐</m:t>
                        </m:r>
                      </m:sup>
                    </m:sSup>
                  </m:oMath>
                </a14:m>
                <a:r>
                  <a:rPr lang="en-US" altLang="ko-KR" sz="1500" b="1" dirty="0">
                    <a:latin typeface="Arial" panose="020B0604020202020204" pitchFamily="34" charset="0"/>
                    <a:cs typeface="Arial" panose="020B0604020202020204" pitchFamily="34" charset="0"/>
                  </a:rPr>
                  <a:t>) = </a:t>
                </a:r>
                <a:r>
                  <a:rPr lang="en-US" sz="1500" dirty="0">
                    <a:latin typeface="Times New Roman" panose="02020603050405020304" pitchFamily="18" charset="0"/>
                  </a:rPr>
                  <a:t>-6.533</a:t>
                </a:r>
              </a:p>
              <a:p>
                <a:pPr marL="0" indent="0" algn="just" latinLnBrk="0">
                  <a:buNone/>
                </a:pPr>
                <a:endParaRPr lang="en-US" altLang="ko-KR" sz="1500" b="1" dirty="0">
                  <a:latin typeface="Arial" panose="020B0604020202020204" pitchFamily="34" charset="0"/>
                  <a:cs typeface="Arial" panose="020B0604020202020204" pitchFamily="34" charset="0"/>
                </a:endParaRPr>
              </a:p>
              <a:p>
                <a:pPr marL="0" indent="0" algn="just" latinLnBrk="0">
                  <a:buNone/>
                </a:pPr>
                <a:r>
                  <a:rPr lang="en-US" altLang="ko-KR" sz="1500" b="1" dirty="0">
                    <a:latin typeface="Arial" panose="020B0604020202020204" pitchFamily="34" charset="0"/>
                    <a:cs typeface="Arial" panose="020B0604020202020204" pitchFamily="34" charset="0"/>
                  </a:rPr>
                  <a:t>log10( </a:t>
                </a:r>
                <a14:m>
                  <m:oMath xmlns:m="http://schemas.openxmlformats.org/officeDocument/2006/math">
                    <m:sSup>
                      <m:sSupPr>
                        <m:ctrlPr>
                          <a:rPr lang="en-US" altLang="ko-KR" sz="1500" b="1" i="1">
                            <a:latin typeface="Cambria Math" panose="02040503050406030204" pitchFamily="18" charset="0"/>
                          </a:rPr>
                        </m:ctrlPr>
                      </m:sSupPr>
                      <m:e>
                        <m:r>
                          <a:rPr lang="en-US" altLang="ko-KR" sz="1500" b="1" i="1">
                            <a:latin typeface="Cambria Math" panose="02040503050406030204" pitchFamily="18" charset="0"/>
                          </a:rPr>
                          <m:t>𝒚</m:t>
                        </m:r>
                      </m:e>
                      <m:sup>
                        <m:r>
                          <a:rPr lang="en-US" altLang="ko-KR" sz="1500" b="1" i="1">
                            <a:latin typeface="Cambria Math" panose="02040503050406030204" pitchFamily="18" charset="0"/>
                          </a:rPr>
                          <m:t>𝟐</m:t>
                        </m:r>
                      </m:sup>
                    </m:sSup>
                  </m:oMath>
                </a14:m>
                <a:r>
                  <a:rPr lang="en-US" altLang="ko-KR" sz="1500" b="1" dirty="0">
                    <a:latin typeface="Arial" panose="020B0604020202020204" pitchFamily="34" charset="0"/>
                    <a:cs typeface="Arial" panose="020B0604020202020204" pitchFamily="34" charset="0"/>
                  </a:rPr>
                  <a:t>) = </a:t>
                </a:r>
                <a:r>
                  <a:rPr lang="en-US" sz="1500" dirty="0">
                    <a:latin typeface="Times New Roman" panose="02020603050405020304" pitchFamily="18" charset="0"/>
                  </a:rPr>
                  <a:t>0.6533</a:t>
                </a:r>
              </a:p>
              <a:p>
                <a:pPr marL="0" indent="0" algn="just" latinLnBrk="0">
                  <a:buNone/>
                </a:pPr>
                <a14:m>
                  <m:oMath xmlns:m="http://schemas.openxmlformats.org/officeDocument/2006/math">
                    <m:sSup>
                      <m:sSupPr>
                        <m:ctrlPr>
                          <a:rPr lang="en-US" altLang="ko-KR" sz="1500" b="1" i="1">
                            <a:latin typeface="Cambria Math" panose="02040503050406030204" pitchFamily="18" charset="0"/>
                          </a:rPr>
                        </m:ctrlPr>
                      </m:sSupPr>
                      <m:e>
                        <m:r>
                          <a:rPr lang="en-US" altLang="ko-KR" sz="1500" b="1" i="1">
                            <a:latin typeface="Cambria Math" panose="02040503050406030204" pitchFamily="18" charset="0"/>
                          </a:rPr>
                          <m:t>𝒚</m:t>
                        </m:r>
                      </m:e>
                      <m:sup>
                        <m:r>
                          <a:rPr lang="en-US" altLang="ko-KR" sz="1500" b="1" i="1">
                            <a:latin typeface="Cambria Math" panose="02040503050406030204" pitchFamily="18" charset="0"/>
                          </a:rPr>
                          <m:t>𝟐</m:t>
                        </m:r>
                      </m:sup>
                    </m:sSup>
                  </m:oMath>
                </a14:m>
                <a:r>
                  <a:rPr lang="en-US" sz="1500" dirty="0">
                    <a:latin typeface="Times New Roman" panose="02020603050405020304" pitchFamily="18" charset="0"/>
                  </a:rPr>
                  <a:t> = antilog (0.6533)</a:t>
                </a:r>
              </a:p>
              <a:p>
                <a:pPr marL="0" indent="0" algn="just" latinLnBrk="0">
                  <a:buNone/>
                </a:pPr>
                <a14:m>
                  <m:oMath xmlns:m="http://schemas.openxmlformats.org/officeDocument/2006/math">
                    <m:sSup>
                      <m:sSupPr>
                        <m:ctrlPr>
                          <a:rPr lang="en-US" altLang="ko-KR" sz="1500" b="1" i="1">
                            <a:latin typeface="Cambria Math" panose="02040503050406030204" pitchFamily="18" charset="0"/>
                          </a:rPr>
                        </m:ctrlPr>
                      </m:sSupPr>
                      <m:e>
                        <m:r>
                          <a:rPr lang="en-US" altLang="ko-KR" sz="1500" b="1" i="1">
                            <a:latin typeface="Cambria Math" panose="02040503050406030204" pitchFamily="18" charset="0"/>
                          </a:rPr>
                          <m:t>𝒚</m:t>
                        </m:r>
                      </m:e>
                      <m:sup>
                        <m:r>
                          <a:rPr lang="en-US" altLang="ko-KR" sz="1500" b="1" i="1">
                            <a:latin typeface="Cambria Math" panose="02040503050406030204" pitchFamily="18" charset="0"/>
                          </a:rPr>
                          <m:t>𝟐</m:t>
                        </m:r>
                      </m:sup>
                    </m:sSup>
                  </m:oMath>
                </a14:m>
                <a:r>
                  <a:rPr lang="en-US" sz="1500" dirty="0">
                    <a:latin typeface="Times New Roman" panose="02020603050405020304" pitchFamily="18" charset="0"/>
                  </a:rPr>
                  <a:t> = 4.5009</a:t>
                </a:r>
              </a:p>
              <a:p>
                <a:pPr marL="0" indent="0" algn="just" latinLnBrk="0">
                  <a:buNone/>
                </a:pPr>
                <a14:m>
                  <m:oMath xmlns:m="http://schemas.openxmlformats.org/officeDocument/2006/math">
                    <m:r>
                      <a:rPr lang="en-IN" altLang="ko-KR" sz="1500" b="1" i="1">
                        <a:latin typeface="Cambria Math" panose="02040503050406030204" pitchFamily="18" charset="0"/>
                      </a:rPr>
                      <m:t>𝒚</m:t>
                    </m:r>
                  </m:oMath>
                </a14:m>
                <a:r>
                  <a:rPr lang="en-US" sz="1500" dirty="0">
                    <a:latin typeface="Times New Roman" panose="02020603050405020304" pitchFamily="18" charset="0"/>
                  </a:rPr>
                  <a:t> = 2.12</a:t>
                </a:r>
              </a:p>
              <a:p>
                <a:pPr marL="0" indent="0" algn="just" latinLnBrk="0">
                  <a:buNone/>
                </a:pPr>
                <a:r>
                  <a:rPr lang="en-US" sz="1500" dirty="0">
                    <a:latin typeface="Times New Roman" panose="02020603050405020304" pitchFamily="18" charset="0"/>
                  </a:rPr>
                  <a:t>Hence, </a:t>
                </a:r>
                <a:r>
                  <a:rPr lang="en-US" sz="1500" b="1" dirty="0">
                    <a:solidFill>
                      <a:srgbClr val="FF0000"/>
                    </a:solidFill>
                    <a:latin typeface="Arial" panose="020B0604020202020204" pitchFamily="34" charset="0"/>
                    <a:ea typeface="Calibri" panose="020F0502020204030204" pitchFamily="34" charset="0"/>
                    <a:cs typeface="Arial" panose="020B0604020202020204" pitchFamily="34" charset="0"/>
                  </a:rPr>
                  <a:t>Surface Roughness = 2.12 with the above combination.</a:t>
                </a:r>
              </a:p>
              <a:p>
                <a:pPr marL="0" indent="0" algn="just" latinLnBrk="0">
                  <a:buNone/>
                </a:pPr>
                <a:endParaRPr lang="en-US" sz="1500" dirty="0">
                  <a:latin typeface="Times New Roman" panose="02020603050405020304" pitchFamily="18" charset="0"/>
                </a:endParaRPr>
              </a:p>
              <a:p>
                <a:pPr marL="0" indent="0" algn="just" latinLnBrk="0">
                  <a:buNone/>
                </a:pPr>
                <a:endParaRPr lang="en-US" sz="1500" dirty="0">
                  <a:latin typeface="Times New Roman" panose="02020603050405020304" pitchFamily="18" charset="0"/>
                </a:endParaRPr>
              </a:p>
              <a:p>
                <a:pPr marL="0" indent="0" algn="just" latinLnBrk="0">
                  <a:buNone/>
                </a:pPr>
                <a:endParaRPr lang="en-US" sz="1500" dirty="0">
                  <a:latin typeface="Times New Roman" panose="02020603050405020304" pitchFamily="18" charset="0"/>
                </a:endParaRPr>
              </a:p>
              <a:p>
                <a:pPr marL="0" indent="0" algn="just" latinLnBrk="0">
                  <a:buNone/>
                </a:pPr>
                <a:endParaRPr lang="en-US" sz="1500" dirty="0">
                  <a:latin typeface="Times New Roman" panose="02020603050405020304" pitchFamily="18" charset="0"/>
                </a:endParaRPr>
              </a:p>
              <a:p>
                <a:pPr marL="0" indent="0" algn="just" latinLnBrk="0">
                  <a:buNone/>
                </a:pPr>
                <a:endParaRPr lang="en-US" sz="1500" dirty="0">
                  <a:latin typeface="Times New Roman" panose="02020603050405020304" pitchFamily="18" charset="0"/>
                </a:endParaRPr>
              </a:p>
              <a:p>
                <a:pPr marL="0" indent="0" algn="just" latinLnBrk="0">
                  <a:buNone/>
                </a:pPr>
                <a:endParaRPr lang="en-US" sz="1500" dirty="0">
                  <a:latin typeface="Times New Roman" panose="02020603050405020304" pitchFamily="18" charset="0"/>
                </a:endParaRPr>
              </a:p>
              <a:p>
                <a:pPr marL="0" indent="0" algn="just" latinLnBrk="0">
                  <a:buNone/>
                </a:pPr>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pPr algn="just" latinLnBrk="0"/>
                <a:endParaRPr lang="en-US" sz="1800" dirty="0">
                  <a:latin typeface="Arial" panose="020B0604020202020204" pitchFamily="34" charset="0"/>
                  <a:cs typeface="Arial" panose="020B0604020202020204" pitchFamily="34" charset="0"/>
                </a:endParaRPr>
              </a:p>
              <a:p>
                <a:endParaRPr lang="en-IN" dirty="0"/>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blipFill>
                <a:blip r:embed="rId2"/>
                <a:stretch>
                  <a:fillRect l="-722" t="-829" r="-833" b="-10071"/>
                </a:stretch>
              </a:blipFill>
            </p:spPr>
            <p:txBody>
              <a:bodyPr/>
              <a:lstStyle/>
              <a:p>
                <a:r>
                  <a:rPr lang="en-IN">
                    <a:noFill/>
                  </a:rPr>
                  <a:t> </a:t>
                </a:r>
              </a:p>
            </p:txBody>
          </p:sp>
        </mc:Fallback>
      </mc:AlternateContent>
      <p:sp>
        <p:nvSpPr>
          <p:cNvPr id="4" name="Slide Number Placeholder 3"/>
          <p:cNvSpPr>
            <a:spLocks noGrp="1"/>
          </p:cNvSpPr>
          <p:nvPr>
            <p:ph type="sldNum" sz="quarter" idx="10"/>
          </p:nvPr>
        </p:nvSpPr>
        <p:spPr/>
        <p:txBody>
          <a:bodyPr/>
          <a:lstStyle/>
          <a:p>
            <a:fld id="{DBBF992C-F1AA-4A66-8CC7-87949E2D5226}" type="slidenum">
              <a:rPr lang="en-US" altLang="ko-KR" smtClean="0"/>
              <a:pPr/>
              <a:t>65</a:t>
            </a:fld>
            <a:endParaRPr lang="en-US" altLang="ko-KR" dirty="0"/>
          </a:p>
        </p:txBody>
      </p:sp>
    </p:spTree>
    <p:extLst>
      <p:ext uri="{BB962C8B-B14F-4D97-AF65-F5344CB8AC3E}">
        <p14:creationId xmlns:p14="http://schemas.microsoft.com/office/powerpoint/2010/main" val="25507900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02C32737-BCAA-C66A-206D-FCFBE8122131}"/>
              </a:ext>
            </a:extLst>
          </p:cNvPr>
          <p:cNvSpPr txBox="1"/>
          <p:nvPr/>
        </p:nvSpPr>
        <p:spPr>
          <a:xfrm>
            <a:off x="431540" y="404664"/>
            <a:ext cx="8352928" cy="1323439"/>
          </a:xfrm>
          <a:prstGeom prst="rect">
            <a:avLst/>
          </a:prstGeom>
          <a:noFill/>
        </p:spPr>
        <p:txBody>
          <a:bodyPr wrap="square">
            <a:spAutoFit/>
          </a:bodyPr>
          <a:lstStyle/>
          <a:p>
            <a:r>
              <a:rPr lang="en-US" sz="2000" b="1" dirty="0">
                <a:solidFill>
                  <a:srgbClr val="C00000"/>
                </a:solidFill>
              </a:rPr>
              <a:t>Another problem:</a:t>
            </a:r>
          </a:p>
          <a:p>
            <a:r>
              <a:rPr lang="en-US" sz="2000" dirty="0">
                <a:solidFill>
                  <a:schemeClr val="tx1"/>
                </a:solidFill>
              </a:rPr>
              <a:t>A materials lab wants to maximize tensile strength (MPa) of an alloy. They use an L₉ orthogonal array with three factors (A, B, C), each at 3 levels. The measured tensile strengths for the nine runs are:</a:t>
            </a:r>
          </a:p>
        </p:txBody>
      </p:sp>
      <p:pic>
        <p:nvPicPr>
          <p:cNvPr id="8" name="Picture 7">
            <a:extLst>
              <a:ext uri="{FF2B5EF4-FFF2-40B4-BE49-F238E27FC236}">
                <a16:creationId xmlns="" xmlns:a16="http://schemas.microsoft.com/office/drawing/2014/main" id="{32C9BF2E-63C9-5346-1D0B-40932FABDF17}"/>
              </a:ext>
            </a:extLst>
          </p:cNvPr>
          <p:cNvPicPr>
            <a:picLocks noChangeAspect="1"/>
          </p:cNvPicPr>
          <p:nvPr/>
        </p:nvPicPr>
        <p:blipFill>
          <a:blip r:embed="rId2"/>
          <a:stretch>
            <a:fillRect/>
          </a:stretch>
        </p:blipFill>
        <p:spPr>
          <a:xfrm>
            <a:off x="1655676" y="1745142"/>
            <a:ext cx="5519041" cy="3401795"/>
          </a:xfrm>
          <a:prstGeom prst="rect">
            <a:avLst/>
          </a:prstGeom>
        </p:spPr>
      </p:pic>
      <p:sp>
        <p:nvSpPr>
          <p:cNvPr id="9" name="Rectangle 1">
            <a:extLst>
              <a:ext uri="{FF2B5EF4-FFF2-40B4-BE49-F238E27FC236}">
                <a16:creationId xmlns="" xmlns:a16="http://schemas.microsoft.com/office/drawing/2014/main" id="{5A0B456C-99E3-F5DD-9B7B-4302F8E00378}"/>
              </a:ext>
            </a:extLst>
          </p:cNvPr>
          <p:cNvSpPr>
            <a:spLocks noChangeArrowheads="1"/>
          </p:cNvSpPr>
          <p:nvPr/>
        </p:nvSpPr>
        <p:spPr bwMode="auto">
          <a:xfrm>
            <a:off x="252028" y="5265204"/>
            <a:ext cx="853244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00050" marR="0" lvl="0" indent="-400050" algn="l" defTabSz="914400" rtl="0" eaLnBrk="0" fontAlgn="base" latinLnBrk="0" hangingPunct="0">
              <a:lnSpc>
                <a:spcPct val="100000"/>
              </a:lnSpc>
              <a:spcBef>
                <a:spcPct val="0"/>
              </a:spcBef>
              <a:spcAft>
                <a:spcPct val="0"/>
              </a:spcAft>
              <a:buClrTx/>
              <a:buSzTx/>
              <a:buFont typeface="+mj-lt"/>
              <a:buAutoNum type="romanLcPeriod"/>
              <a:tabLst/>
            </a:pPr>
            <a:r>
              <a:rPr kumimoji="0" lang="en-US" altLang="en-US" sz="1800" b="0" i="0" u="none" strike="noStrike" cap="none" normalizeH="0" baseline="0" dirty="0">
                <a:ln>
                  <a:noFill/>
                </a:ln>
                <a:solidFill>
                  <a:schemeClr val="tx1"/>
                </a:solidFill>
                <a:effectLst/>
                <a:latin typeface="Arial" panose="020B0604020202020204" pitchFamily="34" charset="0"/>
              </a:rPr>
              <a:t>Use the </a:t>
            </a:r>
            <a:r>
              <a:rPr kumimoji="0" lang="en-US" altLang="en-US" sz="1800" b="1" i="0" u="none" strike="noStrike" cap="none" normalizeH="0" baseline="0" dirty="0">
                <a:ln>
                  <a:noFill/>
                </a:ln>
                <a:solidFill>
                  <a:schemeClr val="tx1"/>
                </a:solidFill>
                <a:effectLst/>
                <a:latin typeface="Arial" panose="020B0604020202020204" pitchFamily="34" charset="0"/>
              </a:rPr>
              <a:t>larger-the-better</a:t>
            </a:r>
            <a:r>
              <a:rPr kumimoji="0" lang="en-US" altLang="en-US" sz="1800" b="0" i="0" u="none" strike="noStrike" cap="none" normalizeH="0" baseline="0" dirty="0">
                <a:ln>
                  <a:noFill/>
                </a:ln>
                <a:solidFill>
                  <a:schemeClr val="tx1"/>
                </a:solidFill>
                <a:effectLst/>
                <a:latin typeface="Arial" panose="020B0604020202020204" pitchFamily="34" charset="0"/>
              </a:rPr>
              <a:t> S/N ratio to determine the best level of each factor (A, B, C).</a:t>
            </a:r>
          </a:p>
          <a:p>
            <a:pPr marL="400050" marR="0" lvl="0" indent="-400050" algn="l" defTabSz="914400" rtl="0" eaLnBrk="0" fontAlgn="base" latinLnBrk="0" hangingPunct="0">
              <a:lnSpc>
                <a:spcPct val="100000"/>
              </a:lnSpc>
              <a:spcBef>
                <a:spcPct val="0"/>
              </a:spcBef>
              <a:spcAft>
                <a:spcPct val="0"/>
              </a:spcAft>
              <a:buClrTx/>
              <a:buSzTx/>
              <a:buFont typeface="+mj-lt"/>
              <a:buAutoNum type="romanLcPeriod"/>
              <a:tabLst/>
            </a:pPr>
            <a:r>
              <a:rPr kumimoji="0" lang="en-US" altLang="en-US" sz="1800" b="0" i="0" u="none" strike="noStrike" cap="none" normalizeH="0" baseline="0" dirty="0">
                <a:ln>
                  <a:noFill/>
                </a:ln>
                <a:solidFill>
                  <a:schemeClr val="tx1"/>
                </a:solidFill>
                <a:effectLst/>
                <a:latin typeface="Arial" panose="020B0604020202020204" pitchFamily="34" charset="0"/>
              </a:rPr>
              <a:t>Perform an ANOVA on the S/N ratios to estimate the percentage contribution of each factor.</a:t>
            </a:r>
          </a:p>
          <a:p>
            <a:pPr marL="400050" marR="0" lvl="0" indent="-400050" algn="l" defTabSz="914400" rtl="0" eaLnBrk="0" fontAlgn="base" latinLnBrk="0" hangingPunct="0">
              <a:lnSpc>
                <a:spcPct val="100000"/>
              </a:lnSpc>
              <a:spcBef>
                <a:spcPct val="0"/>
              </a:spcBef>
              <a:spcAft>
                <a:spcPct val="0"/>
              </a:spcAft>
              <a:buClrTx/>
              <a:buSzTx/>
              <a:buFont typeface="+mj-lt"/>
              <a:buAutoNum type="romanLcPeriod"/>
              <a:tabLst/>
            </a:pPr>
            <a:r>
              <a:rPr kumimoji="0" lang="en-US" altLang="en-US" sz="1800" b="0" i="0" u="none" strike="noStrike" cap="none" normalizeH="0" baseline="0" dirty="0">
                <a:ln>
                  <a:noFill/>
                </a:ln>
                <a:solidFill>
                  <a:schemeClr val="tx1"/>
                </a:solidFill>
                <a:effectLst/>
                <a:latin typeface="Arial" panose="020B0604020202020204" pitchFamily="34" charset="0"/>
              </a:rPr>
              <a:t>Recommend the optimal factor-level combination and state why.</a:t>
            </a:r>
          </a:p>
        </p:txBody>
      </p:sp>
    </p:spTree>
    <p:extLst>
      <p:ext uri="{BB962C8B-B14F-4D97-AF65-F5344CB8AC3E}">
        <p14:creationId xmlns:p14="http://schemas.microsoft.com/office/powerpoint/2010/main" val="21640366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1DEAF8E7-610F-43AC-209C-AF494AD08DC3}"/>
              </a:ext>
            </a:extLst>
          </p:cNvPr>
          <p:cNvSpPr txBox="1"/>
          <p:nvPr/>
        </p:nvSpPr>
        <p:spPr>
          <a:xfrm>
            <a:off x="467544" y="282996"/>
            <a:ext cx="8208912" cy="6386364"/>
          </a:xfrm>
          <a:prstGeom prst="rect">
            <a:avLst/>
          </a:prstGeom>
          <a:noFill/>
        </p:spPr>
        <p:txBody>
          <a:bodyPr wrap="square">
            <a:spAutoFit/>
          </a:bodyPr>
          <a:lstStyle/>
          <a:p>
            <a:pPr>
              <a:spcAft>
                <a:spcPts val="600"/>
              </a:spcAft>
            </a:pPr>
            <a:r>
              <a:rPr lang="en-US" sz="1600" b="1" dirty="0">
                <a:solidFill>
                  <a:schemeClr val="tx1"/>
                </a:solidFill>
              </a:rPr>
              <a:t>Solution Hints:</a:t>
            </a:r>
          </a:p>
          <a:p>
            <a:pPr>
              <a:spcAft>
                <a:spcPts val="600"/>
              </a:spcAft>
            </a:pPr>
            <a:r>
              <a:rPr lang="en-US" sz="1600" b="1" dirty="0">
                <a:solidFill>
                  <a:schemeClr val="tx1"/>
                </a:solidFill>
              </a:rPr>
              <a:t>S/N formula (larger-the-better)</a:t>
            </a:r>
            <a:r>
              <a:rPr lang="en-US" sz="1600" dirty="0">
                <a:solidFill>
                  <a:schemeClr val="tx1"/>
                </a:solidFill>
              </a:rPr>
              <a:t/>
            </a:r>
            <a:br>
              <a:rPr lang="en-US" sz="1600" dirty="0">
                <a:solidFill>
                  <a:schemeClr val="tx1"/>
                </a:solidFill>
              </a:rPr>
            </a:br>
            <a:r>
              <a:rPr lang="en-US" sz="1600" dirty="0">
                <a:solidFill>
                  <a:schemeClr val="tx1"/>
                </a:solidFill>
              </a:rPr>
              <a:t>For each run with response yᵢ, the signal-to-noise ratio is:</a:t>
            </a:r>
            <a:br>
              <a:rPr lang="en-US" sz="1600" dirty="0">
                <a:solidFill>
                  <a:schemeClr val="tx1"/>
                </a:solidFill>
              </a:rPr>
            </a:br>
            <a:r>
              <a:rPr lang="en-US" sz="1600" dirty="0">
                <a:solidFill>
                  <a:schemeClr val="tx1"/>
                </a:solidFill>
              </a:rPr>
              <a:t>   S/N = -10 × log₁₀( (1/n) Σ(1/yᵢ²) )</a:t>
            </a:r>
            <a:br>
              <a:rPr lang="en-US" sz="1600" dirty="0">
                <a:solidFill>
                  <a:schemeClr val="tx1"/>
                </a:solidFill>
              </a:rPr>
            </a:br>
            <a:r>
              <a:rPr lang="en-US" sz="1600" dirty="0">
                <a:solidFill>
                  <a:schemeClr val="tx1"/>
                </a:solidFill>
              </a:rPr>
              <a:t>   Since there is one observation per run, S/Nᵢ = 20 × log₁₀(yᵢ).</a:t>
            </a:r>
            <a:br>
              <a:rPr lang="en-US" sz="1600" dirty="0">
                <a:solidFill>
                  <a:schemeClr val="tx1"/>
                </a:solidFill>
              </a:rPr>
            </a:br>
            <a:r>
              <a:rPr lang="en-US" sz="1600" dirty="0">
                <a:solidFill>
                  <a:schemeClr val="tx1"/>
                </a:solidFill>
              </a:rPr>
              <a:t>   Example: For Run 1, y₁ = 512 → S/N₁ = 20 × log₁₀(512) ≈ 54.185 </a:t>
            </a:r>
            <a:r>
              <a:rPr lang="en-US" sz="1600" dirty="0" err="1">
                <a:solidFill>
                  <a:schemeClr val="tx1"/>
                </a:solidFill>
              </a:rPr>
              <a:t>dB.</a:t>
            </a:r>
            <a:endParaRPr lang="en-US" sz="1600" dirty="0">
              <a:solidFill>
                <a:schemeClr val="tx1"/>
              </a:solidFill>
            </a:endParaRPr>
          </a:p>
          <a:p>
            <a:pPr>
              <a:spcAft>
                <a:spcPts val="600"/>
              </a:spcAft>
            </a:pPr>
            <a:r>
              <a:rPr lang="en-US" sz="1600" b="1" dirty="0">
                <a:solidFill>
                  <a:schemeClr val="tx1"/>
                </a:solidFill>
              </a:rPr>
              <a:t>Compute level means of S/N:</a:t>
            </a:r>
            <a:r>
              <a:rPr lang="en-US" sz="1600" dirty="0">
                <a:solidFill>
                  <a:schemeClr val="tx1"/>
                </a:solidFill>
              </a:rPr>
              <a:t/>
            </a:r>
            <a:br>
              <a:rPr lang="en-US" sz="1600" dirty="0">
                <a:solidFill>
                  <a:schemeClr val="tx1"/>
                </a:solidFill>
              </a:rPr>
            </a:br>
            <a:r>
              <a:rPr lang="en-US" sz="1600" dirty="0">
                <a:solidFill>
                  <a:schemeClr val="tx1"/>
                </a:solidFill>
              </a:rPr>
              <a:t>   For each factor and level, average the S/N of runs at that level (3 runs per level). Example: for factor A level 1, average the S/N of runs 1–3. The level with the highest mean S/N gives the optimal setting for that factor.</a:t>
            </a:r>
          </a:p>
          <a:p>
            <a:pPr>
              <a:spcAft>
                <a:spcPts val="600"/>
              </a:spcAft>
            </a:pPr>
            <a:r>
              <a:rPr lang="en-US" sz="1600" b="1" dirty="0">
                <a:solidFill>
                  <a:schemeClr val="tx1"/>
                </a:solidFill>
              </a:rPr>
              <a:t>ANOVA on S/N values:</a:t>
            </a:r>
            <a:br>
              <a:rPr lang="en-US" sz="1600" b="1" dirty="0">
                <a:solidFill>
                  <a:schemeClr val="tx1"/>
                </a:solidFill>
              </a:rPr>
            </a:br>
            <a:r>
              <a:rPr lang="en-US" sz="1600" dirty="0">
                <a:solidFill>
                  <a:schemeClr val="tx1"/>
                </a:solidFill>
              </a:rPr>
              <a:t>   - Total Sum of Squares (SST) = Σ(S/Nᵢ²) - (</a:t>
            </a:r>
            <a:r>
              <a:rPr lang="en-US" sz="1600" dirty="0" err="1">
                <a:solidFill>
                  <a:schemeClr val="tx1"/>
                </a:solidFill>
              </a:rPr>
              <a:t>ΣS</a:t>
            </a:r>
            <a:r>
              <a:rPr lang="en-US" sz="1600" dirty="0">
                <a:solidFill>
                  <a:schemeClr val="tx1"/>
                </a:solidFill>
              </a:rPr>
              <a:t>/Nᵢ)² / N</a:t>
            </a:r>
            <a:br>
              <a:rPr lang="en-US" sz="1600" dirty="0">
                <a:solidFill>
                  <a:schemeClr val="tx1"/>
                </a:solidFill>
              </a:rPr>
            </a:br>
            <a:r>
              <a:rPr lang="en-US" sz="1600" dirty="0">
                <a:solidFill>
                  <a:schemeClr val="tx1"/>
                </a:solidFill>
              </a:rPr>
              <a:t>   - For each factor (e.g., A): </a:t>
            </a:r>
            <a:r>
              <a:rPr lang="en-US" sz="1600" dirty="0" err="1">
                <a:solidFill>
                  <a:schemeClr val="tx1"/>
                </a:solidFill>
              </a:rPr>
              <a:t>SS_A</a:t>
            </a:r>
            <a:r>
              <a:rPr lang="en-US" sz="1600" dirty="0">
                <a:solidFill>
                  <a:schemeClr val="tx1"/>
                </a:solidFill>
              </a:rPr>
              <a:t> = Σ(T_Aj² / </a:t>
            </a:r>
            <a:r>
              <a:rPr lang="en-US" sz="1600" dirty="0" err="1">
                <a:solidFill>
                  <a:schemeClr val="tx1"/>
                </a:solidFill>
              </a:rPr>
              <a:t>n_j</a:t>
            </a:r>
            <a:r>
              <a:rPr lang="en-US" sz="1600" dirty="0">
                <a:solidFill>
                  <a:schemeClr val="tx1"/>
                </a:solidFill>
              </a:rPr>
              <a:t>) - (</a:t>
            </a:r>
            <a:r>
              <a:rPr lang="en-US" sz="1600" dirty="0" err="1">
                <a:solidFill>
                  <a:schemeClr val="tx1"/>
                </a:solidFill>
              </a:rPr>
              <a:t>ΣS</a:t>
            </a:r>
            <a:r>
              <a:rPr lang="en-US" sz="1600" dirty="0">
                <a:solidFill>
                  <a:schemeClr val="tx1"/>
                </a:solidFill>
              </a:rPr>
              <a:t>/Nᵢ)² / N</a:t>
            </a:r>
            <a:br>
              <a:rPr lang="en-US" sz="1600" dirty="0">
                <a:solidFill>
                  <a:schemeClr val="tx1"/>
                </a:solidFill>
              </a:rPr>
            </a:br>
            <a:r>
              <a:rPr lang="en-US" sz="1600" dirty="0">
                <a:solidFill>
                  <a:schemeClr val="tx1"/>
                </a:solidFill>
              </a:rPr>
              <a:t>     where </a:t>
            </a:r>
            <a:r>
              <a:rPr lang="en-US" sz="1600" dirty="0" err="1">
                <a:solidFill>
                  <a:schemeClr val="tx1"/>
                </a:solidFill>
              </a:rPr>
              <a:t>T_Aj</a:t>
            </a:r>
            <a:r>
              <a:rPr lang="en-US" sz="1600" dirty="0">
                <a:solidFill>
                  <a:schemeClr val="tx1"/>
                </a:solidFill>
              </a:rPr>
              <a:t> is the sum of S/Ns for runs where A = level j, and </a:t>
            </a:r>
            <a:r>
              <a:rPr lang="en-US" sz="1600" dirty="0" err="1">
                <a:solidFill>
                  <a:schemeClr val="tx1"/>
                </a:solidFill>
              </a:rPr>
              <a:t>n_j</a:t>
            </a:r>
            <a:r>
              <a:rPr lang="en-US" sz="1600" dirty="0">
                <a:solidFill>
                  <a:schemeClr val="tx1"/>
                </a:solidFill>
              </a:rPr>
              <a:t> = 3.</a:t>
            </a:r>
            <a:br>
              <a:rPr lang="en-US" sz="1600" dirty="0">
                <a:solidFill>
                  <a:schemeClr val="tx1"/>
                </a:solidFill>
              </a:rPr>
            </a:br>
            <a:r>
              <a:rPr lang="en-US" sz="1600" dirty="0">
                <a:solidFill>
                  <a:schemeClr val="tx1"/>
                </a:solidFill>
              </a:rPr>
              <a:t>   - Compute </a:t>
            </a:r>
            <a:r>
              <a:rPr lang="en-US" sz="1600" dirty="0" err="1">
                <a:solidFill>
                  <a:schemeClr val="tx1"/>
                </a:solidFill>
              </a:rPr>
              <a:t>SS_B</a:t>
            </a:r>
            <a:r>
              <a:rPr lang="en-US" sz="1600" dirty="0">
                <a:solidFill>
                  <a:schemeClr val="tx1"/>
                </a:solidFill>
              </a:rPr>
              <a:t> and </a:t>
            </a:r>
            <a:r>
              <a:rPr lang="en-US" sz="1600" dirty="0" err="1">
                <a:solidFill>
                  <a:schemeClr val="tx1"/>
                </a:solidFill>
              </a:rPr>
              <a:t>SS_C</a:t>
            </a:r>
            <a:r>
              <a:rPr lang="en-US" sz="1600" dirty="0">
                <a:solidFill>
                  <a:schemeClr val="tx1"/>
                </a:solidFill>
              </a:rPr>
              <a:t> similarly.</a:t>
            </a:r>
            <a:br>
              <a:rPr lang="en-US" sz="1600" dirty="0">
                <a:solidFill>
                  <a:schemeClr val="tx1"/>
                </a:solidFill>
              </a:rPr>
            </a:br>
            <a:r>
              <a:rPr lang="en-US" sz="1600" dirty="0">
                <a:solidFill>
                  <a:schemeClr val="tx1"/>
                </a:solidFill>
              </a:rPr>
              <a:t>   - Error SS (if replicates are absent): </a:t>
            </a:r>
            <a:r>
              <a:rPr lang="en-US" sz="1600" dirty="0" err="1">
                <a:solidFill>
                  <a:schemeClr val="tx1"/>
                </a:solidFill>
              </a:rPr>
              <a:t>SS_E</a:t>
            </a:r>
            <a:r>
              <a:rPr lang="en-US" sz="1600" dirty="0">
                <a:solidFill>
                  <a:schemeClr val="tx1"/>
                </a:solidFill>
              </a:rPr>
              <a:t> = SST - (</a:t>
            </a:r>
            <a:r>
              <a:rPr lang="en-US" sz="1600" dirty="0" err="1">
                <a:solidFill>
                  <a:schemeClr val="tx1"/>
                </a:solidFill>
              </a:rPr>
              <a:t>SS_A</a:t>
            </a:r>
            <a:r>
              <a:rPr lang="en-US" sz="1600" dirty="0">
                <a:solidFill>
                  <a:schemeClr val="tx1"/>
                </a:solidFill>
              </a:rPr>
              <a:t> + </a:t>
            </a:r>
            <a:r>
              <a:rPr lang="en-US" sz="1600" dirty="0" err="1">
                <a:solidFill>
                  <a:schemeClr val="tx1"/>
                </a:solidFill>
              </a:rPr>
              <a:t>SS_B</a:t>
            </a:r>
            <a:r>
              <a:rPr lang="en-US" sz="1600" dirty="0">
                <a:solidFill>
                  <a:schemeClr val="tx1"/>
                </a:solidFill>
              </a:rPr>
              <a:t> + </a:t>
            </a:r>
            <a:r>
              <a:rPr lang="en-US" sz="1600" dirty="0" err="1">
                <a:solidFill>
                  <a:schemeClr val="tx1"/>
                </a:solidFill>
              </a:rPr>
              <a:t>SS_C</a:t>
            </a:r>
            <a:r>
              <a:rPr lang="en-US" sz="1600" dirty="0">
                <a:solidFill>
                  <a:schemeClr val="tx1"/>
                </a:solidFill>
              </a:rPr>
              <a:t>).      If no pure error is available, you may pool the smallest factor’s SS as the error term.</a:t>
            </a:r>
          </a:p>
          <a:p>
            <a:pPr>
              <a:spcAft>
                <a:spcPts val="600"/>
              </a:spcAft>
            </a:pPr>
            <a:r>
              <a:rPr lang="en-US" sz="1600" b="1" dirty="0">
                <a:solidFill>
                  <a:schemeClr val="tx1"/>
                </a:solidFill>
              </a:rPr>
              <a:t>Percentage contribution:</a:t>
            </a:r>
            <a:br>
              <a:rPr lang="en-US" sz="1600" b="1" dirty="0">
                <a:solidFill>
                  <a:schemeClr val="tx1"/>
                </a:solidFill>
              </a:rPr>
            </a:br>
            <a:r>
              <a:rPr lang="en-US" sz="1600" dirty="0">
                <a:solidFill>
                  <a:schemeClr val="tx1"/>
                </a:solidFill>
              </a:rPr>
              <a:t>   %</a:t>
            </a:r>
            <a:r>
              <a:rPr lang="en-US" sz="1600" dirty="0" err="1">
                <a:solidFill>
                  <a:schemeClr val="tx1"/>
                </a:solidFill>
              </a:rPr>
              <a:t>Contribution_A</a:t>
            </a:r>
            <a:r>
              <a:rPr lang="en-US" sz="1600" dirty="0">
                <a:solidFill>
                  <a:schemeClr val="tx1"/>
                </a:solidFill>
              </a:rPr>
              <a:t> = (</a:t>
            </a:r>
            <a:r>
              <a:rPr lang="en-US" sz="1600" dirty="0" err="1">
                <a:solidFill>
                  <a:schemeClr val="tx1"/>
                </a:solidFill>
              </a:rPr>
              <a:t>SS_A</a:t>
            </a:r>
            <a:r>
              <a:rPr lang="en-US" sz="1600" dirty="0">
                <a:solidFill>
                  <a:schemeClr val="tx1"/>
                </a:solidFill>
              </a:rPr>
              <a:t> / SST) × 100%</a:t>
            </a:r>
            <a:br>
              <a:rPr lang="en-US" sz="1600" dirty="0">
                <a:solidFill>
                  <a:schemeClr val="tx1"/>
                </a:solidFill>
              </a:rPr>
            </a:br>
            <a:r>
              <a:rPr lang="en-US" sz="1600" dirty="0">
                <a:solidFill>
                  <a:schemeClr val="tx1"/>
                </a:solidFill>
              </a:rPr>
              <a:t>   %</a:t>
            </a:r>
            <a:r>
              <a:rPr lang="en-US" sz="1600" dirty="0" err="1">
                <a:solidFill>
                  <a:schemeClr val="tx1"/>
                </a:solidFill>
              </a:rPr>
              <a:t>Contribution_B</a:t>
            </a:r>
            <a:r>
              <a:rPr lang="en-US" sz="1600" dirty="0">
                <a:solidFill>
                  <a:schemeClr val="tx1"/>
                </a:solidFill>
              </a:rPr>
              <a:t> = (</a:t>
            </a:r>
            <a:r>
              <a:rPr lang="en-US" sz="1600" dirty="0" err="1">
                <a:solidFill>
                  <a:schemeClr val="tx1"/>
                </a:solidFill>
              </a:rPr>
              <a:t>SS_B</a:t>
            </a:r>
            <a:r>
              <a:rPr lang="en-US" sz="1600" dirty="0">
                <a:solidFill>
                  <a:schemeClr val="tx1"/>
                </a:solidFill>
              </a:rPr>
              <a:t> / SST) × 100%</a:t>
            </a:r>
            <a:br>
              <a:rPr lang="en-US" sz="1600" dirty="0">
                <a:solidFill>
                  <a:schemeClr val="tx1"/>
                </a:solidFill>
              </a:rPr>
            </a:br>
            <a:r>
              <a:rPr lang="en-US" sz="1600" dirty="0">
                <a:solidFill>
                  <a:schemeClr val="tx1"/>
                </a:solidFill>
              </a:rPr>
              <a:t>   %</a:t>
            </a:r>
            <a:r>
              <a:rPr lang="en-US" sz="1600" dirty="0" err="1">
                <a:solidFill>
                  <a:schemeClr val="tx1"/>
                </a:solidFill>
              </a:rPr>
              <a:t>Contribution_C</a:t>
            </a:r>
            <a:r>
              <a:rPr lang="en-US" sz="1600" dirty="0">
                <a:solidFill>
                  <a:schemeClr val="tx1"/>
                </a:solidFill>
              </a:rPr>
              <a:t> = (</a:t>
            </a:r>
            <a:r>
              <a:rPr lang="en-US" sz="1600" dirty="0" err="1">
                <a:solidFill>
                  <a:schemeClr val="tx1"/>
                </a:solidFill>
              </a:rPr>
              <a:t>SS_C</a:t>
            </a:r>
            <a:r>
              <a:rPr lang="en-US" sz="1600" dirty="0">
                <a:solidFill>
                  <a:schemeClr val="tx1"/>
                </a:solidFill>
              </a:rPr>
              <a:t> / SST) × 100%.</a:t>
            </a:r>
          </a:p>
          <a:p>
            <a:pPr>
              <a:spcAft>
                <a:spcPts val="600"/>
              </a:spcAft>
            </a:pPr>
            <a:r>
              <a:rPr lang="en-US" sz="1600" b="1" dirty="0">
                <a:solidFill>
                  <a:schemeClr val="tx1"/>
                </a:solidFill>
              </a:rPr>
              <a:t>Recommendation:</a:t>
            </a:r>
            <a:br>
              <a:rPr lang="en-US" sz="1600" b="1" dirty="0">
                <a:solidFill>
                  <a:schemeClr val="tx1"/>
                </a:solidFill>
              </a:rPr>
            </a:br>
            <a:r>
              <a:rPr lang="en-US" sz="1600" dirty="0">
                <a:solidFill>
                  <a:schemeClr val="tx1"/>
                </a:solidFill>
              </a:rPr>
              <a:t>   Choose the combination of A, B, and C that gives the highest S/N mean levels. This combination represents the optimal parameter settings for maximum tensile strength.</a:t>
            </a:r>
          </a:p>
        </p:txBody>
      </p:sp>
    </p:spTree>
    <p:extLst>
      <p:ext uri="{BB962C8B-B14F-4D97-AF65-F5344CB8AC3E}">
        <p14:creationId xmlns:p14="http://schemas.microsoft.com/office/powerpoint/2010/main" val="16040088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553437F0-2974-E437-9350-2853C1D7B0D9}"/>
              </a:ext>
            </a:extLst>
          </p:cNvPr>
          <p:cNvSpPr txBox="1"/>
          <p:nvPr/>
        </p:nvSpPr>
        <p:spPr>
          <a:xfrm>
            <a:off x="431540" y="404664"/>
            <a:ext cx="8352928" cy="1631216"/>
          </a:xfrm>
          <a:prstGeom prst="rect">
            <a:avLst/>
          </a:prstGeom>
          <a:noFill/>
        </p:spPr>
        <p:txBody>
          <a:bodyPr wrap="square">
            <a:spAutoFit/>
          </a:bodyPr>
          <a:lstStyle/>
          <a:p>
            <a:r>
              <a:rPr lang="en-US" sz="2000" b="1" dirty="0">
                <a:solidFill>
                  <a:srgbClr val="C00000"/>
                </a:solidFill>
              </a:rPr>
              <a:t>Another one:</a:t>
            </a:r>
          </a:p>
          <a:p>
            <a:r>
              <a:rPr lang="en-US" sz="2000" dirty="0">
                <a:solidFill>
                  <a:schemeClr val="tx1"/>
                </a:solidFill>
              </a:rPr>
              <a:t>A machining team wants to minimize surface roughness (µm). They use an L₈ (two-level) array with three factors: D (cutting speed), E (feed), and F (depth of cut). Each factor has two levels (1 = low, 2 = high). The measured roughness values are:</a:t>
            </a:r>
          </a:p>
        </p:txBody>
      </p:sp>
      <p:pic>
        <p:nvPicPr>
          <p:cNvPr id="7" name="Picture 6">
            <a:extLst>
              <a:ext uri="{FF2B5EF4-FFF2-40B4-BE49-F238E27FC236}">
                <a16:creationId xmlns="" xmlns:a16="http://schemas.microsoft.com/office/drawing/2014/main" id="{DDB3A74D-405C-5C16-1C35-FEA26611AF76}"/>
              </a:ext>
            </a:extLst>
          </p:cNvPr>
          <p:cNvPicPr>
            <a:picLocks noChangeAspect="1"/>
          </p:cNvPicPr>
          <p:nvPr/>
        </p:nvPicPr>
        <p:blipFill>
          <a:blip r:embed="rId2"/>
          <a:stretch>
            <a:fillRect/>
          </a:stretch>
        </p:blipFill>
        <p:spPr>
          <a:xfrm>
            <a:off x="1223628" y="2035880"/>
            <a:ext cx="6139148" cy="3414631"/>
          </a:xfrm>
          <a:prstGeom prst="rect">
            <a:avLst/>
          </a:prstGeom>
        </p:spPr>
      </p:pic>
      <p:sp>
        <p:nvSpPr>
          <p:cNvPr id="9" name="TextBox 8">
            <a:extLst>
              <a:ext uri="{FF2B5EF4-FFF2-40B4-BE49-F238E27FC236}">
                <a16:creationId xmlns="" xmlns:a16="http://schemas.microsoft.com/office/drawing/2014/main" id="{A2D260FC-3C53-2DEC-0751-1286D27181CA}"/>
              </a:ext>
            </a:extLst>
          </p:cNvPr>
          <p:cNvSpPr txBox="1"/>
          <p:nvPr/>
        </p:nvSpPr>
        <p:spPr>
          <a:xfrm>
            <a:off x="359532" y="5477303"/>
            <a:ext cx="8568952" cy="1339406"/>
          </a:xfrm>
          <a:prstGeom prst="rect">
            <a:avLst/>
          </a:prstGeom>
          <a:noFill/>
        </p:spPr>
        <p:txBody>
          <a:bodyPr wrap="square">
            <a:spAutoFit/>
          </a:bodyPr>
          <a:lstStyle/>
          <a:p>
            <a:pPr marL="342900" lvl="0" indent="-342900">
              <a:lnSpc>
                <a:spcPct val="115000"/>
              </a:lnSpc>
              <a:buFont typeface="+mj-lt"/>
              <a:buAutoNum type="arabicPeriod"/>
              <a:tabLst>
                <a:tab pos="228600" algn="l"/>
              </a:tabLst>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Using the smaller-the-better S/N ratio, identify the best level for D, E, and F.</a:t>
            </a:r>
          </a:p>
          <a:p>
            <a:pPr marL="342900" lvl="0" indent="-342900">
              <a:lnSpc>
                <a:spcPct val="115000"/>
              </a:lnSpc>
              <a:buFont typeface="+mj-lt"/>
              <a:buAutoNum type="arabicPeriod"/>
              <a:tabLst>
                <a:tab pos="228600" algn="l"/>
              </a:tabLst>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Using S/N ANOVA (or percent contribution), determine which factor most affects roughness.</a:t>
            </a:r>
          </a:p>
          <a:p>
            <a:pPr marL="342900" lvl="0" indent="-342900">
              <a:lnSpc>
                <a:spcPct val="115000"/>
              </a:lnSpc>
              <a:spcAft>
                <a:spcPts val="1000"/>
              </a:spcAft>
              <a:buFont typeface="+mj-lt"/>
              <a:buAutoNum type="arabicPeriod"/>
              <a:tabLst>
                <a:tab pos="228600" algn="l"/>
              </a:tabLst>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Predict the expected roughness at the optimal setting using the additive model.</a:t>
            </a:r>
          </a:p>
        </p:txBody>
      </p:sp>
    </p:spTree>
    <p:extLst>
      <p:ext uri="{BB962C8B-B14F-4D97-AF65-F5344CB8AC3E}">
        <p14:creationId xmlns:p14="http://schemas.microsoft.com/office/powerpoint/2010/main" val="42548652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6E3BA2E2-6E38-4224-EA52-7F2C44437504}"/>
              </a:ext>
            </a:extLst>
          </p:cNvPr>
          <p:cNvSpPr txBox="1"/>
          <p:nvPr/>
        </p:nvSpPr>
        <p:spPr>
          <a:xfrm>
            <a:off x="294978" y="166938"/>
            <a:ext cx="8741518" cy="6063198"/>
          </a:xfrm>
          <a:prstGeom prst="rect">
            <a:avLst/>
          </a:prstGeom>
          <a:noFill/>
        </p:spPr>
        <p:txBody>
          <a:bodyPr wrap="square">
            <a:spAutoFit/>
          </a:bodyPr>
          <a:lstStyle/>
          <a:p>
            <a:pPr>
              <a:spcAft>
                <a:spcPts val="1200"/>
              </a:spcAft>
              <a:buNone/>
            </a:pPr>
            <a:r>
              <a:rPr lang="en-US" sz="18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Solution hint:</a:t>
            </a:r>
          </a:p>
          <a:p>
            <a:pPr>
              <a:spcAft>
                <a:spcPts val="1200"/>
              </a:spcAft>
              <a:buNone/>
            </a:pPr>
            <a:r>
              <a:rPr lang="en-US" sz="16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S/N formula (smaller-the-better):</a:t>
            </a:r>
            <a:br>
              <a:rPr lang="en-US" sz="16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For each run:</a:t>
            </a:r>
            <a:b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S/N = -10 × log₁₀( (1/n) Σ(yᵢ²) ). For a single measurement, S/Nᵢ = -20 × log₁₀(yᵢ).</a:t>
            </a:r>
            <a:b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Example: Run 1, y₁ = 1.85 → S/N₁ = -20 × log₁₀(1.85).</a:t>
            </a:r>
          </a:p>
          <a:p>
            <a:pPr>
              <a:spcAft>
                <a:spcPts val="1200"/>
              </a:spcAft>
              <a:buNone/>
            </a:pPr>
            <a:r>
              <a:rPr lang="en-US" sz="16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Level means of S/N:</a:t>
            </a: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a:r>
            <a:b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Compute average S/N for each level of D, E, and F (4 runs per level). Select the level with the higher S/N as optimal (since higher S/N corresponds to lower roughness for smaller-the-better).</a:t>
            </a:r>
          </a:p>
          <a:p>
            <a:pPr>
              <a:spcAft>
                <a:spcPts val="1200"/>
              </a:spcAft>
              <a:buNone/>
            </a:pPr>
            <a:r>
              <a:rPr lang="en-US" sz="16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ANOVA on S/N:</a:t>
            </a: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a:r>
            <a:b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 Compute SST = Σ(S/Nᵢ²) - (</a:t>
            </a:r>
            <a:r>
              <a:rPr lang="en-US" sz="1600" dirty="0" err="1">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ΣS</a:t>
            </a: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/Nᵢ)² / 8.</a:t>
            </a:r>
            <a:b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 For each factor, compute SS = Σ(T_j² / </a:t>
            </a:r>
            <a:r>
              <a:rPr lang="en-US" sz="1600" dirty="0" err="1">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n_j</a:t>
            </a: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 (</a:t>
            </a:r>
            <a:r>
              <a:rPr lang="en-US" sz="1600" dirty="0" err="1">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ΣS</a:t>
            </a: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/Nᵢ)² / 8, where </a:t>
            </a:r>
            <a:r>
              <a:rPr lang="en-US" sz="1600" dirty="0" err="1">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n_j</a:t>
            </a: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 4.</a:t>
            </a:r>
            <a:b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 Calculate % contribution = (</a:t>
            </a:r>
            <a:r>
              <a:rPr lang="en-US" sz="1600" dirty="0" err="1">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SS_factor</a:t>
            </a: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 SST) × 100%.</a:t>
            </a:r>
          </a:p>
          <a:p>
            <a:pPr>
              <a:spcAft>
                <a:spcPts val="1200"/>
              </a:spcAft>
              <a:buNone/>
            </a:pPr>
            <a:r>
              <a:rPr lang="en-US" sz="16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Predict expected roughness:</a:t>
            </a: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a:r>
            <a:b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Use the Taguchi additive model:</a:t>
            </a:r>
            <a:b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ŷ = overall mean + (effect of D at optimal level) + (effect of E at optimal level) + (effect of F at optimal level).</a:t>
            </a:r>
            <a:b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Here, each effect = mean at that level − overall mean.</a:t>
            </a:r>
            <a:b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The optimal combination corresponds to the highest S/N and lowest predicted roughness.</a:t>
            </a:r>
          </a:p>
          <a:p>
            <a:pPr>
              <a:spcAft>
                <a:spcPts val="1200"/>
              </a:spcAft>
              <a:buNone/>
            </a:pPr>
            <a:r>
              <a:rPr lang="en-US" sz="16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Practical note:</a:t>
            </a:r>
            <a:br>
              <a:rPr lang="en-US" sz="1600" b="1"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r>
              <a:rPr lang="en-US" sz="16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   As no replicates are included in the L₈ design, the pure error cannot be estimated directly. Pooling negligible factor effects as error or performing confirmation runs is recommended.</a:t>
            </a:r>
          </a:p>
        </p:txBody>
      </p:sp>
    </p:spTree>
    <p:extLst>
      <p:ext uri="{BB962C8B-B14F-4D97-AF65-F5344CB8AC3E}">
        <p14:creationId xmlns:p14="http://schemas.microsoft.com/office/powerpoint/2010/main" val="5225997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515935"/>
            <a:ext cx="7698318" cy="431800"/>
          </a:xfrm>
        </p:spPr>
        <p:txBody>
          <a:bodyPr/>
          <a:lstStyle/>
          <a:p>
            <a:r>
              <a:rPr lang="en-IN" dirty="0"/>
              <a:t>Response Surface Design</a:t>
            </a:r>
          </a:p>
        </p:txBody>
      </p:sp>
      <p:sp>
        <p:nvSpPr>
          <p:cNvPr id="10" name="Content Placeholder 9"/>
          <p:cNvSpPr>
            <a:spLocks noGrp="1"/>
          </p:cNvSpPr>
          <p:nvPr>
            <p:ph idx="1"/>
          </p:nvPr>
        </p:nvSpPr>
        <p:spPr/>
        <p:txBody>
          <a:bodyPr/>
          <a:lstStyle/>
          <a:p>
            <a:pPr algn="just" latinLnBrk="0"/>
            <a:r>
              <a:rPr lang="en-US" sz="1800" dirty="0">
                <a:latin typeface="Arial" panose="020B0604020202020204" pitchFamily="34" charset="0"/>
                <a:cs typeface="Arial" panose="020B0604020202020204" pitchFamily="34" charset="0"/>
              </a:rPr>
              <a:t>A response surface design is a set of advanced design of experiments (DOE) techniques that help you better understand and optimize your response. Response surface design methodology is often used to </a:t>
            </a:r>
            <a:r>
              <a:rPr lang="en-US" sz="1800" b="1" dirty="0">
                <a:solidFill>
                  <a:srgbClr val="00B0F0"/>
                </a:solidFill>
                <a:latin typeface="Arial" panose="020B0604020202020204" pitchFamily="34" charset="0"/>
                <a:cs typeface="Arial" panose="020B0604020202020204" pitchFamily="34" charset="0"/>
              </a:rPr>
              <a:t>refine models </a:t>
            </a:r>
            <a:r>
              <a:rPr lang="en-US" sz="1800" dirty="0">
                <a:latin typeface="Arial" panose="020B0604020202020204" pitchFamily="34" charset="0"/>
                <a:cs typeface="Arial" panose="020B0604020202020204" pitchFamily="34" charset="0"/>
              </a:rPr>
              <a:t>after you have determined important factors using screening designs or factorial designs; especially if you suspect curvature in the response surface.</a:t>
            </a:r>
            <a:endParaRPr lang="en-IN" sz="1800" dirty="0">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3"/>
          <a:stretch>
            <a:fillRect/>
          </a:stretch>
        </p:blipFill>
        <p:spPr>
          <a:xfrm>
            <a:off x="457200" y="2780928"/>
            <a:ext cx="8658576" cy="2376264"/>
          </a:xfrm>
          <a:prstGeom prst="rect">
            <a:avLst/>
          </a:prstGeom>
        </p:spPr>
      </p:pic>
    </p:spTree>
    <p:extLst>
      <p:ext uri="{BB962C8B-B14F-4D97-AF65-F5344CB8AC3E}">
        <p14:creationId xmlns:p14="http://schemas.microsoft.com/office/powerpoint/2010/main" val="27016146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5001" y="912783"/>
            <a:ext cx="7762143" cy="323850"/>
          </a:xfrm>
        </p:spPr>
        <p:txBody>
          <a:bodyPr/>
          <a:lstStyle/>
          <a:p>
            <a:pPr algn="just" eaLnBrk="1" latinLnBrk="0">
              <a:lnSpc>
                <a:spcPct val="150000"/>
              </a:lnSpc>
            </a:pPr>
            <a:r>
              <a:rPr lang="en-IN" dirty="0">
                <a:ea typeface="Verdana" panose="020B0604030504040204" pitchFamily="34" charset="0"/>
              </a:rPr>
              <a:t>Background of response surface design</a:t>
            </a:r>
          </a:p>
        </p:txBody>
      </p:sp>
      <p:sp>
        <p:nvSpPr>
          <p:cNvPr id="3" name="Content Placeholder 2"/>
          <p:cNvSpPr>
            <a:spLocks noGrp="1"/>
          </p:cNvSpPr>
          <p:nvPr>
            <p:ph idx="1"/>
          </p:nvPr>
        </p:nvSpPr>
        <p:spPr>
          <a:xfrm>
            <a:off x="454999" y="1484784"/>
            <a:ext cx="8221457" cy="3591399"/>
          </a:xfrm>
        </p:spPr>
        <p:txBody>
          <a:bodyPr/>
          <a:lstStyle/>
          <a:p>
            <a:pPr algn="just" eaLnBrk="1" latinLnBrk="0">
              <a:lnSpc>
                <a:spcPct val="150000"/>
              </a:lnSpc>
            </a:pPr>
            <a:r>
              <a:rPr lang="en-US" sz="1800" b="1" dirty="0">
                <a:latin typeface="Arial" panose="020B0604020202020204" pitchFamily="34" charset="0"/>
                <a:ea typeface="Verdana" panose="020B0604030504040204" pitchFamily="34" charset="0"/>
                <a:cs typeface="Arial" panose="020B0604020202020204" pitchFamily="34" charset="0"/>
              </a:rPr>
              <a:t>Response Surface Methodology, or RSM, </a:t>
            </a:r>
            <a:r>
              <a:rPr lang="en-US" sz="1800" dirty="0">
                <a:latin typeface="Arial" panose="020B0604020202020204" pitchFamily="34" charset="0"/>
                <a:ea typeface="Verdana" panose="020B0604030504040204" pitchFamily="34" charset="0"/>
                <a:cs typeface="Arial" panose="020B0604020202020204" pitchFamily="34" charset="0"/>
              </a:rPr>
              <a:t>is a </a:t>
            </a:r>
            <a:r>
              <a:rPr lang="en-US" sz="1800" b="1" dirty="0">
                <a:solidFill>
                  <a:srgbClr val="00B050"/>
                </a:solidFill>
                <a:latin typeface="Arial" panose="020B0604020202020204" pitchFamily="34" charset="0"/>
                <a:ea typeface="Verdana" panose="020B0604030504040204" pitchFamily="34" charset="0"/>
                <a:cs typeface="Arial" panose="020B0604020202020204" pitchFamily="34" charset="0"/>
              </a:rPr>
              <a:t>collection of mathematical and statistical techniques </a:t>
            </a:r>
            <a:r>
              <a:rPr lang="en-US" sz="1800" dirty="0">
                <a:latin typeface="Arial" panose="020B0604020202020204" pitchFamily="34" charset="0"/>
                <a:ea typeface="Verdana" panose="020B0604030504040204" pitchFamily="34" charset="0"/>
                <a:cs typeface="Arial" panose="020B0604020202020204" pitchFamily="34" charset="0"/>
              </a:rPr>
              <a:t>useful for the </a:t>
            </a:r>
            <a:r>
              <a:rPr lang="en-US" sz="1800" b="1" dirty="0">
                <a:solidFill>
                  <a:srgbClr val="FF0000"/>
                </a:solidFill>
                <a:latin typeface="Arial" panose="020B0604020202020204" pitchFamily="34" charset="0"/>
                <a:ea typeface="Verdana" panose="020B0604030504040204" pitchFamily="34" charset="0"/>
                <a:cs typeface="Arial" panose="020B0604020202020204" pitchFamily="34" charset="0"/>
              </a:rPr>
              <a:t>modeling</a:t>
            </a:r>
            <a:r>
              <a:rPr lang="en-US" sz="1800" dirty="0">
                <a:latin typeface="Arial" panose="020B0604020202020204" pitchFamily="34" charset="0"/>
                <a:ea typeface="Verdana" panose="020B0604030504040204" pitchFamily="34" charset="0"/>
                <a:cs typeface="Arial" panose="020B0604020202020204" pitchFamily="34" charset="0"/>
              </a:rPr>
              <a:t> and </a:t>
            </a:r>
            <a:r>
              <a:rPr lang="en-US" sz="1800" b="1" dirty="0">
                <a:solidFill>
                  <a:srgbClr val="FF0000"/>
                </a:solidFill>
                <a:latin typeface="Arial" panose="020B0604020202020204" pitchFamily="34" charset="0"/>
                <a:ea typeface="Verdana" panose="020B0604030504040204" pitchFamily="34" charset="0"/>
                <a:cs typeface="Arial" panose="020B0604020202020204" pitchFamily="34" charset="0"/>
              </a:rPr>
              <a:t>analysis</a:t>
            </a:r>
            <a:r>
              <a:rPr lang="en-US" sz="1800" dirty="0">
                <a:latin typeface="Arial" panose="020B0604020202020204" pitchFamily="34" charset="0"/>
                <a:ea typeface="Verdana" panose="020B0604030504040204" pitchFamily="34" charset="0"/>
                <a:cs typeface="Arial" panose="020B0604020202020204" pitchFamily="34" charset="0"/>
              </a:rPr>
              <a:t> of problems in which a response of interest is influenced by several variables and the objective is </a:t>
            </a:r>
            <a:r>
              <a:rPr lang="en-US" sz="1800" b="1" dirty="0">
                <a:solidFill>
                  <a:srgbClr val="00B050"/>
                </a:solidFill>
                <a:latin typeface="Arial" panose="020B0604020202020204" pitchFamily="34" charset="0"/>
                <a:ea typeface="Verdana" panose="020B0604030504040204" pitchFamily="34" charset="0"/>
                <a:cs typeface="Arial" panose="020B0604020202020204" pitchFamily="34" charset="0"/>
              </a:rPr>
              <a:t>to optimize this response.</a:t>
            </a:r>
            <a:endParaRPr lang="en-US" sz="1800" b="1" dirty="0">
              <a:solidFill>
                <a:srgbClr val="00B050"/>
              </a:solidFill>
              <a:latin typeface="Arial" panose="020B0604020202020204" pitchFamily="34" charset="0"/>
              <a:cs typeface="Arial" panose="020B0604020202020204" pitchFamily="34" charset="0"/>
            </a:endParaRPr>
          </a:p>
          <a:p>
            <a:pPr algn="just" eaLnBrk="1" latinLnBrk="0">
              <a:lnSpc>
                <a:spcPct val="150000"/>
              </a:lnSpc>
            </a:pPr>
            <a:endParaRPr lang="en-US" sz="1800" dirty="0">
              <a:latin typeface="Arial" panose="020B0604020202020204" pitchFamily="34" charset="0"/>
              <a:ea typeface="Verdana" panose="020B0604030504040204" pitchFamily="34" charset="0"/>
              <a:cs typeface="Arial" panose="020B0604020202020204" pitchFamily="34" charset="0"/>
            </a:endParaRPr>
          </a:p>
        </p:txBody>
      </p:sp>
      <p:sp>
        <p:nvSpPr>
          <p:cNvPr id="4" name="Rectangle 3"/>
          <p:cNvSpPr/>
          <p:nvPr/>
        </p:nvSpPr>
        <p:spPr>
          <a:xfrm>
            <a:off x="3342107" y="3942057"/>
            <a:ext cx="1593177" cy="91810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sz="788" b="1" dirty="0">
              <a:solidFill>
                <a:schemeClr val="tx1"/>
              </a:solidFill>
            </a:endParaRPr>
          </a:p>
        </p:txBody>
      </p:sp>
      <p:sp>
        <p:nvSpPr>
          <p:cNvPr id="6" name="Curved Down Arrow 5"/>
          <p:cNvSpPr/>
          <p:nvPr/>
        </p:nvSpPr>
        <p:spPr>
          <a:xfrm rot="4696130">
            <a:off x="3777292" y="4171583"/>
            <a:ext cx="722808" cy="459051"/>
          </a:xfrm>
          <a:prstGeom prst="curved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sz="788" b="1" dirty="0">
              <a:solidFill>
                <a:schemeClr val="tx1"/>
              </a:solidFill>
            </a:endParaRPr>
          </a:p>
        </p:txBody>
      </p:sp>
      <p:cxnSp>
        <p:nvCxnSpPr>
          <p:cNvPr id="8" name="Straight Arrow Connector 7"/>
          <p:cNvCxnSpPr>
            <a:endCxn id="4" idx="1"/>
          </p:cNvCxnSpPr>
          <p:nvPr/>
        </p:nvCxnSpPr>
        <p:spPr bwMode="auto">
          <a:xfrm>
            <a:off x="2748041" y="4401108"/>
            <a:ext cx="594066"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a:stCxn id="4" idx="3"/>
          </p:cNvCxnSpPr>
          <p:nvPr/>
        </p:nvCxnSpPr>
        <p:spPr bwMode="auto">
          <a:xfrm>
            <a:off x="4935285" y="4401108"/>
            <a:ext cx="687620"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bwMode="auto">
          <a:xfrm>
            <a:off x="3599892" y="3510009"/>
            <a:ext cx="0" cy="432048"/>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bwMode="auto">
          <a:xfrm>
            <a:off x="3950931" y="3510009"/>
            <a:ext cx="0" cy="432048"/>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bwMode="auto">
          <a:xfrm>
            <a:off x="4274967" y="3510009"/>
            <a:ext cx="0" cy="432048"/>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bwMode="auto">
          <a:xfrm>
            <a:off x="4599003" y="3510009"/>
            <a:ext cx="0" cy="432048"/>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bwMode="auto">
          <a:xfrm flipV="1">
            <a:off x="3723159" y="4860159"/>
            <a:ext cx="0" cy="432048"/>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bwMode="auto">
          <a:xfrm flipV="1">
            <a:off x="4593125" y="4860159"/>
            <a:ext cx="0" cy="432048"/>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5706127" y="4285691"/>
            <a:ext cx="2858475" cy="253916"/>
          </a:xfrm>
          <a:prstGeom prst="rect">
            <a:avLst/>
          </a:prstGeom>
          <a:noFill/>
        </p:spPr>
        <p:txBody>
          <a:bodyPr wrap="none" rtlCol="0">
            <a:spAutoFit/>
          </a:bodyPr>
          <a:lstStyle/>
          <a:p>
            <a:r>
              <a:rPr lang="en-IN" sz="1050" b="1" dirty="0"/>
              <a:t>Response (Ex: Process yield, defects, etc.)</a:t>
            </a:r>
          </a:p>
        </p:txBody>
      </p:sp>
      <p:sp>
        <p:nvSpPr>
          <p:cNvPr id="23" name="TextBox 22"/>
          <p:cNvSpPr txBox="1"/>
          <p:nvPr/>
        </p:nvSpPr>
        <p:spPr>
          <a:xfrm>
            <a:off x="3900619" y="5292207"/>
            <a:ext cx="303288" cy="253916"/>
          </a:xfrm>
          <a:prstGeom prst="rect">
            <a:avLst/>
          </a:prstGeom>
          <a:noFill/>
        </p:spPr>
        <p:txBody>
          <a:bodyPr wrap="none" rtlCol="0">
            <a:spAutoFit/>
          </a:bodyPr>
          <a:lstStyle/>
          <a:p>
            <a:r>
              <a:rPr lang="en-IN" sz="1050" b="1" dirty="0" err="1"/>
              <a:t>Zi</a:t>
            </a:r>
            <a:endParaRPr lang="en-IN" sz="1050" b="1" dirty="0"/>
          </a:p>
        </p:txBody>
      </p:sp>
      <p:sp>
        <p:nvSpPr>
          <p:cNvPr id="24" name="TextBox 23"/>
          <p:cNvSpPr txBox="1"/>
          <p:nvPr/>
        </p:nvSpPr>
        <p:spPr>
          <a:xfrm>
            <a:off x="4009934" y="3271366"/>
            <a:ext cx="309700" cy="253916"/>
          </a:xfrm>
          <a:prstGeom prst="rect">
            <a:avLst/>
          </a:prstGeom>
          <a:noFill/>
        </p:spPr>
        <p:txBody>
          <a:bodyPr wrap="none" rtlCol="0">
            <a:spAutoFit/>
          </a:bodyPr>
          <a:lstStyle/>
          <a:p>
            <a:r>
              <a:rPr lang="en-IN" sz="1050" b="1" dirty="0"/>
              <a:t>Xi</a:t>
            </a:r>
          </a:p>
        </p:txBody>
      </p:sp>
      <p:sp>
        <p:nvSpPr>
          <p:cNvPr id="25" name="TextBox 24"/>
          <p:cNvSpPr txBox="1"/>
          <p:nvPr/>
        </p:nvSpPr>
        <p:spPr>
          <a:xfrm>
            <a:off x="3555473" y="3885169"/>
            <a:ext cx="1189749" cy="253916"/>
          </a:xfrm>
          <a:prstGeom prst="rect">
            <a:avLst/>
          </a:prstGeom>
          <a:noFill/>
        </p:spPr>
        <p:txBody>
          <a:bodyPr wrap="none" rtlCol="0">
            <a:spAutoFit/>
          </a:bodyPr>
          <a:lstStyle/>
          <a:p>
            <a:r>
              <a:rPr lang="en-IN" sz="1050" b="1" dirty="0"/>
              <a:t>Process/System</a:t>
            </a:r>
          </a:p>
        </p:txBody>
      </p:sp>
      <p:sp>
        <p:nvSpPr>
          <p:cNvPr id="26" name="TextBox 25"/>
          <p:cNvSpPr txBox="1"/>
          <p:nvPr/>
        </p:nvSpPr>
        <p:spPr>
          <a:xfrm>
            <a:off x="192837" y="5569994"/>
            <a:ext cx="8553945" cy="323165"/>
          </a:xfrm>
          <a:prstGeom prst="rect">
            <a:avLst/>
          </a:prstGeom>
          <a:noFill/>
        </p:spPr>
        <p:txBody>
          <a:bodyPr wrap="none" rtlCol="0">
            <a:spAutoFit/>
          </a:bodyPr>
          <a:lstStyle/>
          <a:p>
            <a:r>
              <a:rPr lang="en-IN" sz="1500" dirty="0">
                <a:solidFill>
                  <a:srgbClr val="FF0000"/>
                </a:solidFill>
                <a:latin typeface="Arial" panose="020B0604020202020204" pitchFamily="34" charset="0"/>
                <a:ea typeface="Verdana" panose="020B0604030504040204" pitchFamily="34" charset="0"/>
                <a:cs typeface="Arial" panose="020B0604020202020204" pitchFamily="34" charset="0"/>
              </a:rPr>
              <a:t>Setting the X in the particular range or zone by that we can able to get the optimal response value.</a:t>
            </a:r>
          </a:p>
        </p:txBody>
      </p:sp>
    </p:spTree>
    <p:extLst>
      <p:ext uri="{BB962C8B-B14F-4D97-AF65-F5344CB8AC3E}">
        <p14:creationId xmlns:p14="http://schemas.microsoft.com/office/powerpoint/2010/main" val="14043008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5001" y="912783"/>
            <a:ext cx="7762143" cy="323850"/>
          </a:xfrm>
        </p:spPr>
        <p:txBody>
          <a:bodyPr/>
          <a:lstStyle/>
          <a:p>
            <a:pPr algn="just" eaLnBrk="1" latinLnBrk="0">
              <a:lnSpc>
                <a:spcPct val="150000"/>
              </a:lnSpc>
            </a:pPr>
            <a:r>
              <a:rPr lang="en-IN" dirty="0">
                <a:ea typeface="Verdana" panose="020B0604030504040204" pitchFamily="34" charset="0"/>
              </a:rPr>
              <a:t>Background of response surface design</a:t>
            </a:r>
          </a:p>
        </p:txBody>
      </p:sp>
      <p:sp>
        <p:nvSpPr>
          <p:cNvPr id="3" name="Content Placeholder 2"/>
          <p:cNvSpPr>
            <a:spLocks noGrp="1"/>
          </p:cNvSpPr>
          <p:nvPr>
            <p:ph idx="1"/>
          </p:nvPr>
        </p:nvSpPr>
        <p:spPr>
          <a:xfrm>
            <a:off x="454999" y="1484784"/>
            <a:ext cx="8221457" cy="3591399"/>
          </a:xfrm>
        </p:spPr>
        <p:txBody>
          <a:bodyPr/>
          <a:lstStyle/>
          <a:p>
            <a:pPr algn="just" eaLnBrk="1" latinLnBrk="0">
              <a:lnSpc>
                <a:spcPct val="150000"/>
              </a:lnSpc>
            </a:pPr>
            <a:r>
              <a:rPr lang="en-US" sz="1800" b="1" dirty="0">
                <a:latin typeface="Arial" panose="020B0604020202020204" pitchFamily="34" charset="0"/>
                <a:ea typeface="Verdana" panose="020B0604030504040204" pitchFamily="34" charset="0"/>
                <a:cs typeface="Arial" panose="020B0604020202020204" pitchFamily="34" charset="0"/>
              </a:rPr>
              <a:t>RSM, </a:t>
            </a:r>
            <a:r>
              <a:rPr lang="en-US" sz="1800" dirty="0">
                <a:latin typeface="Arial" panose="020B0604020202020204" pitchFamily="34" charset="0"/>
                <a:ea typeface="Verdana" panose="020B0604030504040204" pitchFamily="34" charset="0"/>
                <a:cs typeface="Arial" panose="020B0604020202020204" pitchFamily="34" charset="0"/>
              </a:rPr>
              <a:t>is a </a:t>
            </a:r>
            <a:r>
              <a:rPr lang="en-US" sz="1800" b="1" dirty="0">
                <a:solidFill>
                  <a:srgbClr val="00B050"/>
                </a:solidFill>
                <a:latin typeface="Arial" panose="020B0604020202020204" pitchFamily="34" charset="0"/>
                <a:ea typeface="Verdana" panose="020B0604030504040204" pitchFamily="34" charset="0"/>
                <a:cs typeface="Arial" panose="020B0604020202020204" pitchFamily="34" charset="0"/>
              </a:rPr>
              <a:t>collection of mathematical and statistical techniques </a:t>
            </a:r>
            <a:r>
              <a:rPr lang="en-US" sz="1800" dirty="0">
                <a:latin typeface="Arial" panose="020B0604020202020204" pitchFamily="34" charset="0"/>
                <a:ea typeface="Verdana" panose="020B0604030504040204" pitchFamily="34" charset="0"/>
                <a:cs typeface="Arial" panose="020B0604020202020204" pitchFamily="34" charset="0"/>
              </a:rPr>
              <a:t>useful for the </a:t>
            </a:r>
            <a:r>
              <a:rPr lang="en-US" sz="1800" b="1" dirty="0">
                <a:solidFill>
                  <a:srgbClr val="FF0000"/>
                </a:solidFill>
                <a:latin typeface="Arial" panose="020B0604020202020204" pitchFamily="34" charset="0"/>
                <a:ea typeface="Verdana" panose="020B0604030504040204" pitchFamily="34" charset="0"/>
                <a:cs typeface="Arial" panose="020B0604020202020204" pitchFamily="34" charset="0"/>
              </a:rPr>
              <a:t>developing, improving, and optimizing processes</a:t>
            </a:r>
            <a:r>
              <a:rPr lang="en-US" sz="1800" b="1" dirty="0">
                <a:solidFill>
                  <a:srgbClr val="00B050"/>
                </a:solidFill>
                <a:latin typeface="Arial" panose="020B0604020202020204" pitchFamily="34" charset="0"/>
                <a:ea typeface="Verdana" panose="020B0604030504040204" pitchFamily="34" charset="0"/>
                <a:cs typeface="Arial" panose="020B0604020202020204" pitchFamily="34" charset="0"/>
              </a:rPr>
              <a:t>.</a:t>
            </a:r>
            <a:endParaRPr lang="en-US" sz="1800" b="1" dirty="0">
              <a:solidFill>
                <a:srgbClr val="00B050"/>
              </a:solidFill>
              <a:latin typeface="Arial" panose="020B0604020202020204" pitchFamily="34" charset="0"/>
              <a:cs typeface="Arial" panose="020B0604020202020204" pitchFamily="34" charset="0"/>
            </a:endParaRPr>
          </a:p>
          <a:p>
            <a:pPr algn="just" eaLnBrk="1" latinLnBrk="0">
              <a:lnSpc>
                <a:spcPct val="150000"/>
              </a:lnSpc>
            </a:pPr>
            <a:endParaRPr lang="en-US" sz="1800" dirty="0">
              <a:latin typeface="Arial" panose="020B0604020202020204" pitchFamily="34" charset="0"/>
              <a:ea typeface="Verdana" panose="020B0604030504040204" pitchFamily="34" charset="0"/>
              <a:cs typeface="Arial" panose="020B0604020202020204" pitchFamily="34" charset="0"/>
            </a:endParaRPr>
          </a:p>
        </p:txBody>
      </p:sp>
      <p:pic>
        <p:nvPicPr>
          <p:cNvPr id="5" name="Picture 4"/>
          <p:cNvPicPr>
            <a:picLocks noChangeAspect="1"/>
          </p:cNvPicPr>
          <p:nvPr/>
        </p:nvPicPr>
        <p:blipFill>
          <a:blip r:embed="rId3"/>
          <a:stretch>
            <a:fillRect/>
          </a:stretch>
        </p:blipFill>
        <p:spPr>
          <a:xfrm>
            <a:off x="828484" y="2492896"/>
            <a:ext cx="7895778" cy="2063669"/>
          </a:xfrm>
          <a:prstGeom prst="rect">
            <a:avLst/>
          </a:prstGeom>
        </p:spPr>
      </p:pic>
      <p:pic>
        <p:nvPicPr>
          <p:cNvPr id="27" name="Picture 26"/>
          <p:cNvPicPr>
            <a:picLocks noChangeAspect="1"/>
          </p:cNvPicPr>
          <p:nvPr/>
        </p:nvPicPr>
        <p:blipFill rotWithShape="1">
          <a:blip r:embed="rId4"/>
          <a:srcRect t="30900" b="56868"/>
          <a:stretch/>
        </p:blipFill>
        <p:spPr>
          <a:xfrm>
            <a:off x="468761" y="4750883"/>
            <a:ext cx="8289921" cy="513057"/>
          </a:xfrm>
          <a:prstGeom prst="rect">
            <a:avLst/>
          </a:prstGeom>
        </p:spPr>
      </p:pic>
    </p:spTree>
    <p:extLst>
      <p:ext uri="{BB962C8B-B14F-4D97-AF65-F5344CB8AC3E}">
        <p14:creationId xmlns:p14="http://schemas.microsoft.com/office/powerpoint/2010/main" val="28227788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59773"/>
            <a:ext cx="7762143" cy="653010"/>
          </a:xfrm>
        </p:spPr>
        <p:txBody>
          <a:bodyPr/>
          <a:lstStyle/>
          <a:p>
            <a:pPr algn="just" eaLnBrk="1" latinLnBrk="0">
              <a:lnSpc>
                <a:spcPct val="150000"/>
              </a:lnSpc>
            </a:pPr>
            <a:r>
              <a:rPr lang="en-IN" dirty="0">
                <a:ea typeface="Verdana" panose="020B0604030504040204" pitchFamily="34" charset="0"/>
              </a:rPr>
              <a:t>Background of response surface design</a:t>
            </a:r>
          </a:p>
        </p:txBody>
      </p:sp>
      <p:pic>
        <p:nvPicPr>
          <p:cNvPr id="3" name="Picture 2"/>
          <p:cNvPicPr>
            <a:picLocks noChangeAspect="1"/>
          </p:cNvPicPr>
          <p:nvPr/>
        </p:nvPicPr>
        <p:blipFill>
          <a:blip r:embed="rId3"/>
          <a:stretch>
            <a:fillRect/>
          </a:stretch>
        </p:blipFill>
        <p:spPr>
          <a:xfrm>
            <a:off x="1800808" y="836713"/>
            <a:ext cx="5672013" cy="2304255"/>
          </a:xfrm>
          <a:prstGeom prst="rect">
            <a:avLst/>
          </a:prstGeom>
        </p:spPr>
      </p:pic>
      <p:pic>
        <p:nvPicPr>
          <p:cNvPr id="5" name="Picture 4"/>
          <p:cNvPicPr>
            <a:picLocks noChangeAspect="1"/>
          </p:cNvPicPr>
          <p:nvPr/>
        </p:nvPicPr>
        <p:blipFill>
          <a:blip r:embed="rId4"/>
          <a:stretch>
            <a:fillRect/>
          </a:stretch>
        </p:blipFill>
        <p:spPr>
          <a:xfrm>
            <a:off x="1406518" y="3248980"/>
            <a:ext cx="6330964" cy="3168352"/>
          </a:xfrm>
          <a:prstGeom prst="rect">
            <a:avLst/>
          </a:prstGeom>
        </p:spPr>
      </p:pic>
    </p:spTree>
    <p:extLst>
      <p:ext uri="{BB962C8B-B14F-4D97-AF65-F5344CB8AC3E}">
        <p14:creationId xmlns:p14="http://schemas.microsoft.com/office/powerpoint/2010/main" val="384143302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5001" y="912783"/>
            <a:ext cx="7762143" cy="323850"/>
          </a:xfrm>
        </p:spPr>
        <p:txBody>
          <a:bodyPr/>
          <a:lstStyle/>
          <a:p>
            <a:pPr algn="just" eaLnBrk="1" latinLnBrk="0">
              <a:lnSpc>
                <a:spcPct val="150000"/>
              </a:lnSpc>
            </a:pPr>
            <a:r>
              <a:rPr lang="en-IN" dirty="0">
                <a:ea typeface="Verdana" panose="020B0604030504040204" pitchFamily="34" charset="0"/>
              </a:rPr>
              <a:t>Background of response surface design</a:t>
            </a:r>
          </a:p>
        </p:txBody>
      </p:sp>
      <p:pic>
        <p:nvPicPr>
          <p:cNvPr id="27" name="Picture 26"/>
          <p:cNvPicPr>
            <a:picLocks noChangeAspect="1"/>
          </p:cNvPicPr>
          <p:nvPr/>
        </p:nvPicPr>
        <p:blipFill>
          <a:blip r:embed="rId3"/>
          <a:stretch>
            <a:fillRect/>
          </a:stretch>
        </p:blipFill>
        <p:spPr>
          <a:xfrm>
            <a:off x="0" y="1835823"/>
            <a:ext cx="9144000" cy="3748940"/>
          </a:xfrm>
          <a:prstGeom prst="rect">
            <a:avLst/>
          </a:prstGeom>
        </p:spPr>
      </p:pic>
    </p:spTree>
    <p:extLst>
      <p:ext uri="{BB962C8B-B14F-4D97-AF65-F5344CB8AC3E}">
        <p14:creationId xmlns:p14="http://schemas.microsoft.com/office/powerpoint/2010/main" val="35279244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5001" y="912783"/>
            <a:ext cx="7762143" cy="323850"/>
          </a:xfrm>
        </p:spPr>
        <p:txBody>
          <a:bodyPr/>
          <a:lstStyle/>
          <a:p>
            <a:pPr algn="just" eaLnBrk="1" latinLnBrk="0">
              <a:lnSpc>
                <a:spcPct val="150000"/>
              </a:lnSpc>
            </a:pPr>
            <a:r>
              <a:rPr lang="en-IN" dirty="0">
                <a:ea typeface="Verdana" panose="020B0604030504040204" pitchFamily="34" charset="0"/>
              </a:rPr>
              <a:t>Background of response surface design</a:t>
            </a:r>
          </a:p>
        </p:txBody>
      </p:sp>
      <p:pic>
        <p:nvPicPr>
          <p:cNvPr id="3" name="Picture 2"/>
          <p:cNvPicPr>
            <a:picLocks noChangeAspect="1"/>
          </p:cNvPicPr>
          <p:nvPr/>
        </p:nvPicPr>
        <p:blipFill>
          <a:blip r:embed="rId3"/>
          <a:stretch>
            <a:fillRect/>
          </a:stretch>
        </p:blipFill>
        <p:spPr>
          <a:xfrm>
            <a:off x="9423" y="1805304"/>
            <a:ext cx="9144000" cy="3924062"/>
          </a:xfrm>
          <a:prstGeom prst="rect">
            <a:avLst/>
          </a:prstGeom>
        </p:spPr>
      </p:pic>
    </p:spTree>
    <p:extLst>
      <p:ext uri="{BB962C8B-B14F-4D97-AF65-F5344CB8AC3E}">
        <p14:creationId xmlns:p14="http://schemas.microsoft.com/office/powerpoint/2010/main" val="34146093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5001" y="912783"/>
            <a:ext cx="7762143" cy="323850"/>
          </a:xfrm>
        </p:spPr>
        <p:txBody>
          <a:bodyPr/>
          <a:lstStyle/>
          <a:p>
            <a:pPr algn="just" eaLnBrk="1" latinLnBrk="0">
              <a:lnSpc>
                <a:spcPct val="150000"/>
              </a:lnSpc>
            </a:pPr>
            <a:r>
              <a:rPr lang="en-IN" dirty="0">
                <a:ea typeface="Verdana" panose="020B0604030504040204" pitchFamily="34" charset="0"/>
              </a:rPr>
              <a:t>Background of response surface design</a:t>
            </a:r>
          </a:p>
        </p:txBody>
      </p:sp>
      <p:pic>
        <p:nvPicPr>
          <p:cNvPr id="5" name="Picture 4"/>
          <p:cNvPicPr>
            <a:picLocks noChangeAspect="1"/>
          </p:cNvPicPr>
          <p:nvPr/>
        </p:nvPicPr>
        <p:blipFill>
          <a:blip r:embed="rId3"/>
          <a:stretch>
            <a:fillRect/>
          </a:stretch>
        </p:blipFill>
        <p:spPr>
          <a:xfrm>
            <a:off x="-3981" y="1943836"/>
            <a:ext cx="9144000" cy="3678557"/>
          </a:xfrm>
          <a:prstGeom prst="rect">
            <a:avLst/>
          </a:prstGeom>
        </p:spPr>
      </p:pic>
    </p:spTree>
    <p:extLst>
      <p:ext uri="{BB962C8B-B14F-4D97-AF65-F5344CB8AC3E}">
        <p14:creationId xmlns:p14="http://schemas.microsoft.com/office/powerpoint/2010/main" val="21103567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Background of response surface design</a:t>
            </a:r>
            <a:endParaRPr lang="en-IN" dirty="0"/>
          </a:p>
        </p:txBody>
      </p:sp>
      <p:sp>
        <p:nvSpPr>
          <p:cNvPr id="4" name="Content Placeholder 3"/>
          <p:cNvSpPr>
            <a:spLocks noGrp="1"/>
          </p:cNvSpPr>
          <p:nvPr>
            <p:ph idx="1"/>
          </p:nvPr>
        </p:nvSpPr>
        <p:spPr>
          <a:xfrm>
            <a:off x="440262" y="656692"/>
            <a:ext cx="8229600" cy="5145436"/>
          </a:xfrm>
        </p:spPr>
        <p:txBody>
          <a:bodyPr/>
          <a:lstStyle/>
          <a:p>
            <a:pPr algn="just" latinLnBrk="0">
              <a:lnSpc>
                <a:spcPct val="150000"/>
              </a:lnSpc>
            </a:pPr>
            <a:r>
              <a:rPr lang="en-US" sz="1800" b="1" dirty="0">
                <a:solidFill>
                  <a:srgbClr val="00B0F0"/>
                </a:solidFill>
                <a:latin typeface="Arial" panose="020B0604020202020204" pitchFamily="34" charset="0"/>
                <a:cs typeface="Arial" panose="020B0604020202020204" pitchFamily="34" charset="0"/>
              </a:rPr>
              <a:t>The difference between a response surface equation and the equation for a factorial design </a:t>
            </a:r>
            <a:r>
              <a:rPr lang="en-US" sz="1800" dirty="0">
                <a:latin typeface="Arial" panose="020B0604020202020204" pitchFamily="34" charset="0"/>
                <a:cs typeface="Arial" panose="020B0604020202020204" pitchFamily="34" charset="0"/>
              </a:rPr>
              <a:t>is the addition of the squared (or quadratic) terms that lets you model curvature in the response, making them useful for:</a:t>
            </a:r>
          </a:p>
          <a:p>
            <a:pPr lvl="1" algn="just" latinLnBrk="0">
              <a:lnSpc>
                <a:spcPct val="150000"/>
              </a:lnSpc>
            </a:pPr>
            <a:r>
              <a:rPr lang="en-US" sz="1800" dirty="0">
                <a:latin typeface="Arial" panose="020B0604020202020204" pitchFamily="34" charset="0"/>
                <a:cs typeface="Arial" panose="020B0604020202020204" pitchFamily="34" charset="0"/>
              </a:rPr>
              <a:t>Understanding or mapping a region of a response surface. Response surface equations model how changes in variables affect a response of interest.</a:t>
            </a:r>
          </a:p>
          <a:p>
            <a:pPr lvl="1" algn="just" latinLnBrk="0">
              <a:lnSpc>
                <a:spcPct val="150000"/>
              </a:lnSpc>
            </a:pPr>
            <a:r>
              <a:rPr lang="en-US" sz="1800" dirty="0">
                <a:latin typeface="Arial" panose="020B0604020202020204" pitchFamily="34" charset="0"/>
                <a:cs typeface="Arial" panose="020B0604020202020204" pitchFamily="34" charset="0"/>
              </a:rPr>
              <a:t>Finding the levels of variables that optimize a response.</a:t>
            </a:r>
          </a:p>
          <a:p>
            <a:pPr lvl="1" algn="just" latinLnBrk="0">
              <a:lnSpc>
                <a:spcPct val="150000"/>
              </a:lnSpc>
            </a:pPr>
            <a:r>
              <a:rPr lang="en-US" sz="1800" dirty="0">
                <a:latin typeface="Arial" panose="020B0604020202020204" pitchFamily="34" charset="0"/>
                <a:cs typeface="Arial" panose="020B0604020202020204" pitchFamily="34" charset="0"/>
              </a:rPr>
              <a:t>Selecting the operating conditions to meet specifications.</a:t>
            </a:r>
          </a:p>
          <a:p>
            <a:pPr algn="just" latinLnBrk="0">
              <a:lnSpc>
                <a:spcPct val="150000"/>
              </a:lnSpc>
            </a:pPr>
            <a:r>
              <a:rPr lang="en-US" sz="1800" dirty="0">
                <a:latin typeface="Arial" panose="020B0604020202020204" pitchFamily="34" charset="0"/>
                <a:cs typeface="Arial" panose="020B0604020202020204" pitchFamily="34" charset="0"/>
              </a:rPr>
              <a:t>For example, you would like to determine the best conditions for injection-molding a plastic part. You first used a screening or factorial experiment to determine the significant factors (temperature, pressure, cooling rate). You can use a response surface designed experiment to determine the optimal settings for each factor.</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213825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Background of response surface design</a:t>
            </a:r>
            <a:endParaRPr lang="en-IN" dirty="0"/>
          </a:p>
        </p:txBody>
      </p:sp>
      <p:sp>
        <p:nvSpPr>
          <p:cNvPr id="4" name="Content Placeholder 3"/>
          <p:cNvSpPr>
            <a:spLocks noGrp="1"/>
          </p:cNvSpPr>
          <p:nvPr>
            <p:ph idx="1"/>
          </p:nvPr>
        </p:nvSpPr>
        <p:spPr/>
        <p:txBody>
          <a:bodyPr/>
          <a:lstStyle/>
          <a:p>
            <a:pPr algn="just" latinLnBrk="0">
              <a:lnSpc>
                <a:spcPct val="150000"/>
              </a:lnSpc>
            </a:pPr>
            <a:r>
              <a:rPr lang="en-US" sz="1800" b="1" dirty="0">
                <a:solidFill>
                  <a:srgbClr val="00B0F0"/>
                </a:solidFill>
                <a:latin typeface="Arial" panose="020B0604020202020204" pitchFamily="34" charset="0"/>
                <a:cs typeface="Arial" panose="020B0604020202020204" pitchFamily="34" charset="0"/>
              </a:rPr>
              <a:t>The difference between a response surface equation and the equation for a factorial design </a:t>
            </a:r>
            <a:endParaRPr lang="en-US" sz="1800" dirty="0">
              <a:latin typeface="Arial" panose="020B0604020202020204" pitchFamily="34" charset="0"/>
              <a:cs typeface="Arial" panose="020B0604020202020204" pitchFamily="34" charset="0"/>
            </a:endParaRPr>
          </a:p>
          <a:p>
            <a:pPr algn="just" latinLnBrk="0">
              <a:lnSpc>
                <a:spcPct val="150000"/>
              </a:lnSpc>
            </a:pPr>
            <a:r>
              <a:rPr lang="en-US" sz="1800" dirty="0">
                <a:latin typeface="Arial" panose="020B0604020202020204" pitchFamily="34" charset="0"/>
                <a:cs typeface="Arial" panose="020B0604020202020204" pitchFamily="34" charset="0"/>
              </a:rPr>
              <a:t>A two-level factorial (or fractional factorial) design looks for linear trends, possibly with interactions </a:t>
            </a:r>
          </a:p>
          <a:p>
            <a:pPr lvl="1" algn="just" latinLnBrk="0">
              <a:lnSpc>
                <a:spcPct val="150000"/>
              </a:lnSpc>
            </a:pPr>
            <a:r>
              <a:rPr lang="en-US" sz="1800" dirty="0">
                <a:latin typeface="Arial" panose="020B0604020202020204" pitchFamily="34" charset="0"/>
                <a:cs typeface="Arial" panose="020B0604020202020204" pitchFamily="34" charset="0"/>
              </a:rPr>
              <a:t>Does the variable significantly impact the response? In what direction?</a:t>
            </a:r>
          </a:p>
          <a:p>
            <a:pPr lvl="1" algn="just" latinLnBrk="0">
              <a:lnSpc>
                <a:spcPct val="150000"/>
              </a:lnSpc>
            </a:pPr>
            <a:r>
              <a:rPr lang="en-US" sz="1800" dirty="0">
                <a:latin typeface="Arial" panose="020B0604020202020204" pitchFamily="34" charset="0"/>
                <a:cs typeface="Arial" panose="020B0604020202020204" pitchFamily="34" charset="0"/>
              </a:rPr>
              <a:t>It helps to define the next experiment.</a:t>
            </a:r>
          </a:p>
          <a:p>
            <a:pPr algn="just" latinLnBrk="0">
              <a:lnSpc>
                <a:spcPct val="150000"/>
              </a:lnSpc>
            </a:pPr>
            <a:r>
              <a:rPr lang="en-US" sz="1800" dirty="0">
                <a:solidFill>
                  <a:srgbClr val="00B050"/>
                </a:solidFill>
                <a:latin typeface="Arial" panose="020B0604020202020204" pitchFamily="34" charset="0"/>
                <a:cs typeface="Arial" panose="020B0604020202020204" pitchFamily="34" charset="0"/>
              </a:rPr>
              <a:t>Response Surface Methodology (RSM) </a:t>
            </a:r>
            <a:r>
              <a:rPr lang="en-US" sz="1800" dirty="0">
                <a:latin typeface="Arial" panose="020B0604020202020204" pitchFamily="34" charset="0"/>
                <a:cs typeface="Arial" panose="020B0604020202020204" pitchFamily="34" charset="0"/>
              </a:rPr>
              <a:t>looks for quadratic or higher order trends</a:t>
            </a:r>
          </a:p>
          <a:p>
            <a:pPr lvl="1" algn="just" latinLnBrk="0">
              <a:lnSpc>
                <a:spcPct val="150000"/>
              </a:lnSpc>
            </a:pPr>
            <a:r>
              <a:rPr lang="en-US" sz="1800" dirty="0">
                <a:latin typeface="Arial" panose="020B0604020202020204" pitchFamily="34" charset="0"/>
                <a:cs typeface="Arial" panose="020B0604020202020204" pitchFamily="34" charset="0"/>
              </a:rPr>
              <a:t>Assumes all variable are significant</a:t>
            </a:r>
          </a:p>
          <a:p>
            <a:pPr lvl="1" algn="just" latinLnBrk="0">
              <a:lnSpc>
                <a:spcPct val="150000"/>
              </a:lnSpc>
            </a:pPr>
            <a:r>
              <a:rPr lang="en-US" sz="1800" dirty="0">
                <a:latin typeface="Arial" panose="020B0604020202020204" pitchFamily="34" charset="0"/>
                <a:cs typeface="Arial" panose="020B0604020202020204" pitchFamily="34" charset="0"/>
              </a:rPr>
              <a:t>A quadratic response always has a stationary point (minimum or maximum or saddle point)</a:t>
            </a:r>
          </a:p>
          <a:p>
            <a:pPr lvl="1" algn="just" latinLnBrk="0">
              <a:lnSpc>
                <a:spcPct val="150000"/>
              </a:lnSpc>
            </a:pPr>
            <a:r>
              <a:rPr lang="en-US" sz="1800" dirty="0">
                <a:latin typeface="Arial" panose="020B0604020202020204" pitchFamily="34" charset="0"/>
                <a:cs typeface="Arial" panose="020B0604020202020204" pitchFamily="34" charset="0"/>
              </a:rPr>
              <a:t>Can be used to optimize a process</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608902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Background of response surface design</a:t>
            </a:r>
            <a:endParaRPr lang="en-IN" dirty="0"/>
          </a:p>
        </p:txBody>
      </p:sp>
      <p:sp>
        <p:nvSpPr>
          <p:cNvPr id="6" name="Content Placeholder 5"/>
          <p:cNvSpPr>
            <a:spLocks noGrp="1"/>
          </p:cNvSpPr>
          <p:nvPr>
            <p:ph idx="1"/>
          </p:nvPr>
        </p:nvSpPr>
        <p:spPr/>
        <p:txBody>
          <a:bodyPr/>
          <a:lstStyle/>
          <a:p>
            <a:r>
              <a:rPr lang="en-IN" sz="1800" b="1" dirty="0">
                <a:solidFill>
                  <a:srgbClr val="00B0F0"/>
                </a:solidFill>
                <a:latin typeface="Arial" panose="020B0604020202020204" pitchFamily="34" charset="0"/>
                <a:cs typeface="Arial" panose="020B0604020202020204" pitchFamily="34" charset="0"/>
              </a:rPr>
              <a:t>The Method of Steepest Ascent</a:t>
            </a:r>
          </a:p>
        </p:txBody>
      </p:sp>
      <p:pic>
        <p:nvPicPr>
          <p:cNvPr id="3" name="Picture 2"/>
          <p:cNvPicPr>
            <a:picLocks noChangeAspect="1"/>
          </p:cNvPicPr>
          <p:nvPr/>
        </p:nvPicPr>
        <p:blipFill>
          <a:blip r:embed="rId3"/>
          <a:stretch>
            <a:fillRect/>
          </a:stretch>
        </p:blipFill>
        <p:spPr>
          <a:xfrm>
            <a:off x="0" y="2051847"/>
            <a:ext cx="9144000" cy="3688047"/>
          </a:xfrm>
          <a:prstGeom prst="rect">
            <a:avLst/>
          </a:prstGeom>
        </p:spPr>
      </p:pic>
    </p:spTree>
    <p:extLst>
      <p:ext uri="{BB962C8B-B14F-4D97-AF65-F5344CB8AC3E}">
        <p14:creationId xmlns:p14="http://schemas.microsoft.com/office/powerpoint/2010/main" val="228962252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1 (First-order RSM)</a:t>
            </a:r>
          </a:p>
        </p:txBody>
      </p:sp>
      <p:sp>
        <p:nvSpPr>
          <p:cNvPr id="4" name="Content Placeholder 3"/>
          <p:cNvSpPr>
            <a:spLocks noGrp="1"/>
          </p:cNvSpPr>
          <p:nvPr>
            <p:ph idx="1"/>
          </p:nvPr>
        </p:nvSpPr>
        <p:spPr>
          <a:xfrm>
            <a:off x="457200" y="1592797"/>
            <a:ext cx="3925779" cy="3859077"/>
          </a:xfrm>
        </p:spPr>
        <p:txBody>
          <a:bodyPr/>
          <a:lstStyle/>
          <a:p>
            <a:pPr marL="0" indent="0" algn="just" latinLnBrk="0">
              <a:buNone/>
            </a:pPr>
            <a:r>
              <a:rPr lang="en-US" sz="1800" dirty="0">
                <a:latin typeface="Arial" panose="020B0604020202020204" pitchFamily="34" charset="0"/>
                <a:cs typeface="Arial" panose="020B0604020202020204" pitchFamily="34" charset="0"/>
              </a:rPr>
              <a:t>A chemical engineer is interested in determining the operating conditions that maximize the yield of a process. Two controllable variables influence process yield: reaction time and reaction temperature. The engineer is currently operating the process with a reaction time of 35 minutes and a temperature of 155°F, which result in yields of around 40 percent. Because it is unlikely that this region contains the optimum, she fits a first-order model and applies the method of steepest ascent.</a:t>
            </a:r>
            <a:endParaRPr lang="en-IN" sz="1800"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3"/>
          <a:stretch>
            <a:fillRect/>
          </a:stretch>
        </p:blipFill>
        <p:spPr>
          <a:xfrm>
            <a:off x="4517994" y="1786404"/>
            <a:ext cx="4343400" cy="3471863"/>
          </a:xfrm>
          <a:prstGeom prst="rect">
            <a:avLst/>
          </a:prstGeom>
        </p:spPr>
      </p:pic>
    </p:spTree>
    <p:extLst>
      <p:ext uri="{BB962C8B-B14F-4D97-AF65-F5344CB8AC3E}">
        <p14:creationId xmlns:p14="http://schemas.microsoft.com/office/powerpoint/2010/main" val="357472362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Example 1 (RSM First-order Model)</a:t>
            </a:r>
            <a:endParaRPr lang="en-IN" dirty="0"/>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lstStyle/>
              <a:p>
                <a:r>
                  <a:rPr lang="en-IN" sz="1800" dirty="0">
                    <a:latin typeface="Arial" panose="020B0604020202020204" pitchFamily="34" charset="0"/>
                    <a:cs typeface="Arial" panose="020B0604020202020204" pitchFamily="34" charset="0"/>
                  </a:rPr>
                  <a:t>Response variable = Process yield = Y = 40%</a:t>
                </a:r>
              </a:p>
              <a:p>
                <a:r>
                  <a:rPr lang="en-IN" sz="1800" dirty="0">
                    <a:latin typeface="Arial" panose="020B0604020202020204" pitchFamily="34" charset="0"/>
                    <a:cs typeface="Arial" panose="020B0604020202020204" pitchFamily="34" charset="0"/>
                  </a:rPr>
                  <a:t>Current operating condition: </a:t>
                </a:r>
              </a:p>
              <a:p>
                <a:pPr lvl="1"/>
                <a:r>
                  <a:rPr lang="en-IN" sz="1430" dirty="0">
                    <a:latin typeface="Arial" panose="020B0604020202020204" pitchFamily="34" charset="0"/>
                    <a:cs typeface="Arial" panose="020B0604020202020204" pitchFamily="34" charset="0"/>
                  </a:rPr>
                  <a:t>Natural variable </a:t>
                </a:r>
                <a14:m>
                  <m:oMath xmlns:m="http://schemas.openxmlformats.org/officeDocument/2006/math">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cs typeface="Arial" panose="020B0604020202020204" pitchFamily="34" charset="0"/>
                          </a:rPr>
                          <m:t>(</m:t>
                        </m:r>
                        <m:r>
                          <a:rPr lang="en-IN" sz="1430" i="1">
                            <a:latin typeface="Cambria Math" panose="02040503050406030204" pitchFamily="18" charset="0"/>
                            <a:ea typeface="Cambria Math" panose="02040503050406030204" pitchFamily="18" charset="0"/>
                            <a:cs typeface="Arial" panose="020B0604020202020204" pitchFamily="34" charset="0"/>
                          </a:rPr>
                          <m:t>𝜀</m:t>
                        </m:r>
                      </m:e>
                      <m:sub>
                        <m:r>
                          <a:rPr lang="en-IN" sz="1430" i="1">
                            <a:latin typeface="Cambria Math" panose="02040503050406030204" pitchFamily="18" charset="0"/>
                            <a:cs typeface="Arial" panose="020B0604020202020204" pitchFamily="34" charset="0"/>
                          </a:rPr>
                          <m:t>1</m:t>
                        </m:r>
                      </m:sub>
                    </m:sSub>
                  </m:oMath>
                </a14:m>
                <a:r>
                  <a:rPr lang="en-IN" sz="1430" dirty="0">
                    <a:latin typeface="Arial" panose="020B0604020202020204" pitchFamily="34" charset="0"/>
                    <a:cs typeface="Arial" panose="020B0604020202020204" pitchFamily="34" charset="0"/>
                  </a:rPr>
                  <a:t>) = Coded variable (X1) = R</a:t>
                </a:r>
                <a:r>
                  <a:rPr lang="en-US" sz="1430" dirty="0" err="1">
                    <a:latin typeface="Arial" panose="020B0604020202020204" pitchFamily="34" charset="0"/>
                    <a:cs typeface="Arial" panose="020B0604020202020204" pitchFamily="34" charset="0"/>
                  </a:rPr>
                  <a:t>eaction</a:t>
                </a:r>
                <a:r>
                  <a:rPr lang="en-US" sz="1430" dirty="0">
                    <a:latin typeface="Arial" panose="020B0604020202020204" pitchFamily="34" charset="0"/>
                    <a:cs typeface="Arial" panose="020B0604020202020204" pitchFamily="34" charset="0"/>
                  </a:rPr>
                  <a:t> time of 35 minutes </a:t>
                </a:r>
              </a:p>
              <a:p>
                <a:pPr lvl="1"/>
                <a:r>
                  <a:rPr lang="en-IN" sz="1430" dirty="0">
                    <a:latin typeface="Arial" panose="020B0604020202020204" pitchFamily="34" charset="0"/>
                    <a:cs typeface="Arial" panose="020B0604020202020204" pitchFamily="34" charset="0"/>
                  </a:rPr>
                  <a:t>Natural variable </a:t>
                </a:r>
                <a14:m>
                  <m:oMath xmlns:m="http://schemas.openxmlformats.org/officeDocument/2006/math">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cs typeface="Arial" panose="020B0604020202020204" pitchFamily="34" charset="0"/>
                          </a:rPr>
                          <m:t>(</m:t>
                        </m:r>
                        <m:r>
                          <a:rPr lang="en-IN" sz="1430" i="1">
                            <a:latin typeface="Cambria Math" panose="02040503050406030204" pitchFamily="18" charset="0"/>
                            <a:ea typeface="Cambria Math" panose="02040503050406030204" pitchFamily="18" charset="0"/>
                            <a:cs typeface="Arial" panose="020B0604020202020204" pitchFamily="34" charset="0"/>
                          </a:rPr>
                          <m:t>𝜀</m:t>
                        </m:r>
                      </m:e>
                      <m:sub>
                        <m:r>
                          <a:rPr lang="en-IN" sz="1430" i="1">
                            <a:latin typeface="Cambria Math" panose="02040503050406030204" pitchFamily="18" charset="0"/>
                            <a:cs typeface="Arial" panose="020B0604020202020204" pitchFamily="34" charset="0"/>
                          </a:rPr>
                          <m:t>2</m:t>
                        </m:r>
                      </m:sub>
                    </m:sSub>
                  </m:oMath>
                </a14:m>
                <a:r>
                  <a:rPr lang="en-IN" sz="1430" dirty="0">
                    <a:latin typeface="Arial" panose="020B0604020202020204" pitchFamily="34" charset="0"/>
                    <a:cs typeface="Arial" panose="020B0604020202020204" pitchFamily="34" charset="0"/>
                  </a:rPr>
                  <a:t>) = Coded variable (X2) = </a:t>
                </a:r>
                <a:r>
                  <a:rPr lang="en-US" sz="1430" dirty="0">
                    <a:latin typeface="Arial" panose="020B0604020202020204" pitchFamily="34" charset="0"/>
                    <a:cs typeface="Arial" panose="020B0604020202020204" pitchFamily="34" charset="0"/>
                  </a:rPr>
                  <a:t>Temperature of 155°F</a:t>
                </a:r>
                <a:endParaRPr lang="en-IN" sz="1430" dirty="0">
                  <a:latin typeface="Arial" panose="020B0604020202020204" pitchFamily="34" charset="0"/>
                  <a:cs typeface="Arial" panose="020B0604020202020204" pitchFamily="34" charset="0"/>
                </a:endParaRP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rotWithShape="0">
                <a:blip r:embed="rId3"/>
                <a:stretch>
                  <a:fillRect l="-722" t="-829"/>
                </a:stretch>
              </a:blipFill>
            </p:spPr>
            <p:txBody>
              <a:bodyPr/>
              <a:lstStyle/>
              <a:p>
                <a:r>
                  <a:rPr lang="en-IN">
                    <a:noFill/>
                  </a:rPr>
                  <a:t> </a:t>
                </a:r>
              </a:p>
            </p:txBody>
          </p:sp>
        </mc:Fallback>
      </mc:AlternateContent>
      <p:cxnSp>
        <p:nvCxnSpPr>
          <p:cNvPr id="7" name="Straight Arrow Connector 6"/>
          <p:cNvCxnSpPr/>
          <p:nvPr/>
        </p:nvCxnSpPr>
        <p:spPr bwMode="auto">
          <a:xfrm flipV="1">
            <a:off x="1860357" y="3483006"/>
            <a:ext cx="0" cy="1836204"/>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bwMode="auto">
          <a:xfrm>
            <a:off x="1860357" y="5319210"/>
            <a:ext cx="2187243"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sp>
        <p:nvSpPr>
          <p:cNvPr id="11" name="Rectangle 10"/>
          <p:cNvSpPr/>
          <p:nvPr/>
        </p:nvSpPr>
        <p:spPr>
          <a:xfrm>
            <a:off x="2351584" y="4131078"/>
            <a:ext cx="1204790" cy="783087"/>
          </a:xfrm>
          <a:prstGeom prst="rect">
            <a:avLst/>
          </a:prstGeom>
          <a:ln>
            <a:solidFill>
              <a:srgbClr val="00B05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sz="788" b="1" dirty="0">
              <a:solidFill>
                <a:schemeClr val="tx1"/>
              </a:solidFill>
            </a:endParaRPr>
          </a:p>
        </p:txBody>
      </p:sp>
      <p:sp>
        <p:nvSpPr>
          <p:cNvPr id="12" name="TextBox 11"/>
          <p:cNvSpPr txBox="1"/>
          <p:nvPr/>
        </p:nvSpPr>
        <p:spPr>
          <a:xfrm>
            <a:off x="4155612" y="5400219"/>
            <a:ext cx="338554" cy="253916"/>
          </a:xfrm>
          <a:prstGeom prst="rect">
            <a:avLst/>
          </a:prstGeom>
          <a:noFill/>
        </p:spPr>
        <p:txBody>
          <a:bodyPr wrap="none" rtlCol="0">
            <a:spAutoFit/>
          </a:bodyPr>
          <a:lstStyle/>
          <a:p>
            <a:r>
              <a:rPr lang="en-IN" sz="1050" dirty="0">
                <a:solidFill>
                  <a:srgbClr val="FF0000"/>
                </a:solidFill>
              </a:rPr>
              <a:t>X1</a:t>
            </a:r>
          </a:p>
        </p:txBody>
      </p:sp>
      <p:sp>
        <p:nvSpPr>
          <p:cNvPr id="13" name="TextBox 12"/>
          <p:cNvSpPr txBox="1"/>
          <p:nvPr/>
        </p:nvSpPr>
        <p:spPr>
          <a:xfrm>
            <a:off x="1566766" y="3367589"/>
            <a:ext cx="338554" cy="253916"/>
          </a:xfrm>
          <a:prstGeom prst="rect">
            <a:avLst/>
          </a:prstGeom>
          <a:noFill/>
        </p:spPr>
        <p:txBody>
          <a:bodyPr wrap="none" rtlCol="0">
            <a:spAutoFit/>
          </a:bodyPr>
          <a:lstStyle/>
          <a:p>
            <a:r>
              <a:rPr lang="en-IN" sz="1050" dirty="0">
                <a:solidFill>
                  <a:srgbClr val="FF0000"/>
                </a:solidFill>
              </a:rPr>
              <a:t>X2</a:t>
            </a:r>
          </a:p>
        </p:txBody>
      </p:sp>
      <p:sp>
        <p:nvSpPr>
          <p:cNvPr id="14" name="TextBox 13"/>
          <p:cNvSpPr txBox="1"/>
          <p:nvPr/>
        </p:nvSpPr>
        <p:spPr>
          <a:xfrm>
            <a:off x="3412584" y="4885853"/>
            <a:ext cx="332142" cy="253916"/>
          </a:xfrm>
          <a:prstGeom prst="rect">
            <a:avLst/>
          </a:prstGeom>
          <a:noFill/>
        </p:spPr>
        <p:txBody>
          <a:bodyPr wrap="none" rtlCol="0">
            <a:spAutoFit/>
          </a:bodyPr>
          <a:lstStyle/>
          <a:p>
            <a:r>
              <a:rPr lang="en-IN" sz="1050" dirty="0">
                <a:solidFill>
                  <a:srgbClr val="00B0F0"/>
                </a:solidFill>
              </a:rPr>
              <a:t>40</a:t>
            </a:r>
          </a:p>
        </p:txBody>
      </p:sp>
      <p:sp>
        <p:nvSpPr>
          <p:cNvPr id="15" name="TextBox 14"/>
          <p:cNvSpPr txBox="1"/>
          <p:nvPr/>
        </p:nvSpPr>
        <p:spPr>
          <a:xfrm>
            <a:off x="2235230" y="4885854"/>
            <a:ext cx="332142" cy="253916"/>
          </a:xfrm>
          <a:prstGeom prst="rect">
            <a:avLst/>
          </a:prstGeom>
          <a:noFill/>
        </p:spPr>
        <p:txBody>
          <a:bodyPr wrap="none" rtlCol="0">
            <a:spAutoFit/>
          </a:bodyPr>
          <a:lstStyle/>
          <a:p>
            <a:r>
              <a:rPr lang="en-IN" sz="1050" dirty="0">
                <a:solidFill>
                  <a:srgbClr val="00B0F0"/>
                </a:solidFill>
              </a:rPr>
              <a:t>30</a:t>
            </a:r>
          </a:p>
        </p:txBody>
      </p:sp>
      <p:sp>
        <p:nvSpPr>
          <p:cNvPr id="16" name="TextBox 15"/>
          <p:cNvSpPr txBox="1"/>
          <p:nvPr/>
        </p:nvSpPr>
        <p:spPr>
          <a:xfrm>
            <a:off x="1989465" y="4716452"/>
            <a:ext cx="405880" cy="253916"/>
          </a:xfrm>
          <a:prstGeom prst="rect">
            <a:avLst/>
          </a:prstGeom>
          <a:noFill/>
        </p:spPr>
        <p:txBody>
          <a:bodyPr wrap="none" rtlCol="0">
            <a:spAutoFit/>
          </a:bodyPr>
          <a:lstStyle/>
          <a:p>
            <a:r>
              <a:rPr lang="en-IN" sz="1050" dirty="0">
                <a:solidFill>
                  <a:srgbClr val="FFD700"/>
                </a:solidFill>
              </a:rPr>
              <a:t>150</a:t>
            </a:r>
          </a:p>
        </p:txBody>
      </p:sp>
      <p:sp>
        <p:nvSpPr>
          <p:cNvPr id="17" name="TextBox 16"/>
          <p:cNvSpPr txBox="1"/>
          <p:nvPr/>
        </p:nvSpPr>
        <p:spPr>
          <a:xfrm>
            <a:off x="1943044" y="3975307"/>
            <a:ext cx="405880" cy="253916"/>
          </a:xfrm>
          <a:prstGeom prst="rect">
            <a:avLst/>
          </a:prstGeom>
          <a:noFill/>
        </p:spPr>
        <p:txBody>
          <a:bodyPr wrap="none" rtlCol="0">
            <a:spAutoFit/>
          </a:bodyPr>
          <a:lstStyle/>
          <a:p>
            <a:r>
              <a:rPr lang="en-IN" sz="1050" dirty="0">
                <a:solidFill>
                  <a:srgbClr val="FFD700"/>
                </a:solidFill>
              </a:rPr>
              <a:t>160</a:t>
            </a:r>
          </a:p>
        </p:txBody>
      </p:sp>
      <p:sp>
        <p:nvSpPr>
          <p:cNvPr id="18" name="TextBox 17"/>
          <p:cNvSpPr txBox="1"/>
          <p:nvPr/>
        </p:nvSpPr>
        <p:spPr>
          <a:xfrm rot="16200000">
            <a:off x="1398411" y="4193481"/>
            <a:ext cx="527709" cy="253916"/>
          </a:xfrm>
          <a:prstGeom prst="rect">
            <a:avLst/>
          </a:prstGeom>
          <a:noFill/>
        </p:spPr>
        <p:txBody>
          <a:bodyPr wrap="none" rtlCol="0">
            <a:spAutoFit/>
          </a:bodyPr>
          <a:lstStyle/>
          <a:p>
            <a:r>
              <a:rPr lang="en-IN" sz="1050" dirty="0">
                <a:solidFill>
                  <a:srgbClr val="FFD700"/>
                </a:solidFill>
              </a:rPr>
              <a:t>Temp</a:t>
            </a:r>
          </a:p>
        </p:txBody>
      </p:sp>
      <p:sp>
        <p:nvSpPr>
          <p:cNvPr id="19" name="TextBox 18"/>
          <p:cNvSpPr txBox="1"/>
          <p:nvPr/>
        </p:nvSpPr>
        <p:spPr>
          <a:xfrm>
            <a:off x="2634442" y="5437463"/>
            <a:ext cx="481222" cy="253916"/>
          </a:xfrm>
          <a:prstGeom prst="rect">
            <a:avLst/>
          </a:prstGeom>
          <a:noFill/>
        </p:spPr>
        <p:txBody>
          <a:bodyPr wrap="none" rtlCol="0">
            <a:spAutoFit/>
          </a:bodyPr>
          <a:lstStyle/>
          <a:p>
            <a:r>
              <a:rPr lang="en-IN" sz="1050" dirty="0">
                <a:solidFill>
                  <a:srgbClr val="00B0F0"/>
                </a:solidFill>
              </a:rPr>
              <a:t>Time</a:t>
            </a:r>
          </a:p>
        </p:txBody>
      </p:sp>
      <p:sp>
        <p:nvSpPr>
          <p:cNvPr id="26" name="Oval 25"/>
          <p:cNvSpPr/>
          <p:nvPr/>
        </p:nvSpPr>
        <p:spPr>
          <a:xfrm>
            <a:off x="2926979" y="4482120"/>
            <a:ext cx="54000" cy="54000"/>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788" b="1" dirty="0">
              <a:solidFill>
                <a:schemeClr val="tx1"/>
              </a:solidFill>
            </a:endParaRPr>
          </a:p>
        </p:txBody>
      </p:sp>
      <p:sp>
        <p:nvSpPr>
          <p:cNvPr id="27" name="TextBox 26"/>
          <p:cNvSpPr txBox="1"/>
          <p:nvPr/>
        </p:nvSpPr>
        <p:spPr>
          <a:xfrm>
            <a:off x="2875128" y="4216443"/>
            <a:ext cx="713657" cy="253916"/>
          </a:xfrm>
          <a:prstGeom prst="rect">
            <a:avLst/>
          </a:prstGeom>
          <a:noFill/>
        </p:spPr>
        <p:txBody>
          <a:bodyPr wrap="none" rtlCol="0">
            <a:spAutoFit/>
          </a:bodyPr>
          <a:lstStyle/>
          <a:p>
            <a:r>
              <a:rPr lang="en-IN" sz="1050" dirty="0">
                <a:solidFill>
                  <a:srgbClr val="F462C7"/>
                </a:solidFill>
              </a:rPr>
              <a:t>(35, 155)</a:t>
            </a:r>
          </a:p>
        </p:txBody>
      </p:sp>
      <p:sp>
        <p:nvSpPr>
          <p:cNvPr id="28" name="TextBox 27"/>
          <p:cNvSpPr txBox="1"/>
          <p:nvPr/>
        </p:nvSpPr>
        <p:spPr>
          <a:xfrm>
            <a:off x="4058943" y="3058362"/>
            <a:ext cx="4435830" cy="1200329"/>
          </a:xfrm>
          <a:prstGeom prst="rect">
            <a:avLst/>
          </a:prstGeom>
          <a:noFill/>
        </p:spPr>
        <p:txBody>
          <a:bodyPr wrap="none" rtlCol="0">
            <a:spAutoFit/>
          </a:bodyPr>
          <a:lstStyle/>
          <a:p>
            <a:r>
              <a:rPr lang="en-IN" sz="1800" dirty="0">
                <a:latin typeface="Arial" panose="020B0604020202020204" pitchFamily="34" charset="0"/>
                <a:cs typeface="Arial" panose="020B0604020202020204" pitchFamily="34" charset="0"/>
              </a:rPr>
              <a:t>2</a:t>
            </a:r>
            <a:r>
              <a:rPr lang="en-IN" sz="1800" baseline="30000" dirty="0">
                <a:latin typeface="Arial" panose="020B0604020202020204" pitchFamily="34" charset="0"/>
                <a:cs typeface="Arial" panose="020B0604020202020204" pitchFamily="34" charset="0"/>
              </a:rPr>
              <a:t>K</a:t>
            </a:r>
            <a:r>
              <a:rPr lang="en-IN" sz="1800" dirty="0">
                <a:latin typeface="Arial" panose="020B0604020202020204" pitchFamily="34" charset="0"/>
                <a:cs typeface="Arial" panose="020B0604020202020204" pitchFamily="34" charset="0"/>
              </a:rPr>
              <a:t> factorial design with center point</a:t>
            </a:r>
          </a:p>
          <a:p>
            <a:endParaRPr lang="en-IN" sz="1800"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rPr>
              <a:t>X1: High = 40 min (+1); Low = 30 min (-1)</a:t>
            </a:r>
          </a:p>
          <a:p>
            <a:r>
              <a:rPr lang="en-IN" sz="1800" dirty="0">
                <a:latin typeface="Arial" panose="020B0604020202020204" pitchFamily="34" charset="0"/>
                <a:cs typeface="Arial" panose="020B0604020202020204" pitchFamily="34" charset="0"/>
              </a:rPr>
              <a:t>X2: High = 160 F (+1); Low = 150 F (-1)</a:t>
            </a:r>
          </a:p>
        </p:txBody>
      </p:sp>
    </p:spTree>
    <p:extLst>
      <p:ext uri="{BB962C8B-B14F-4D97-AF65-F5344CB8AC3E}">
        <p14:creationId xmlns:p14="http://schemas.microsoft.com/office/powerpoint/2010/main" val="82365363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1 (First-order RSM)</a:t>
            </a:r>
          </a:p>
        </p:txBody>
      </p:sp>
      <p:pic>
        <p:nvPicPr>
          <p:cNvPr id="7" name="Picture 6"/>
          <p:cNvPicPr>
            <a:picLocks noChangeAspect="1"/>
          </p:cNvPicPr>
          <p:nvPr/>
        </p:nvPicPr>
        <p:blipFill>
          <a:blip r:embed="rId3"/>
          <a:stretch>
            <a:fillRect/>
          </a:stretch>
        </p:blipFill>
        <p:spPr>
          <a:xfrm>
            <a:off x="215516" y="740481"/>
            <a:ext cx="8572500" cy="2986088"/>
          </a:xfrm>
          <a:prstGeom prst="rect">
            <a:avLst/>
          </a:prstGeom>
        </p:spPr>
      </p:pic>
      <mc:AlternateContent xmlns:mc="http://schemas.openxmlformats.org/markup-compatibility/2006" xmlns:a14="http://schemas.microsoft.com/office/drawing/2010/main">
        <mc:Choice Requires="a14">
          <p:sp>
            <p:nvSpPr>
              <p:cNvPr id="28" name="TextBox 27"/>
              <p:cNvSpPr txBox="1"/>
              <p:nvPr/>
            </p:nvSpPr>
            <p:spPr>
              <a:xfrm>
                <a:off x="517067" y="4858672"/>
                <a:ext cx="5243295" cy="1152495"/>
              </a:xfrm>
              <a:prstGeom prst="rect">
                <a:avLst/>
              </a:prstGeom>
              <a:noFill/>
            </p:spPr>
            <p:txBody>
              <a:bodyPr wrap="none" rtlCol="0">
                <a:spAutoFit/>
              </a:bodyPr>
              <a:lstStyle/>
              <a:p>
                <a:r>
                  <a:rPr lang="en-IN" sz="1500" dirty="0">
                    <a:latin typeface="Arial" panose="020B0604020202020204" pitchFamily="34" charset="0"/>
                    <a:cs typeface="Arial" panose="020B0604020202020204" pitchFamily="34" charset="0"/>
                  </a:rPr>
                  <a:t>40.44 = Average of all Y observation (</a:t>
                </a:r>
                <a14:m>
                  <m:oMath xmlns:m="http://schemas.openxmlformats.org/officeDocument/2006/math">
                    <m:sSub>
                      <m:sSubPr>
                        <m:ctrlPr>
                          <a:rPr lang="en-IN" sz="1500" i="1">
                            <a:latin typeface="Cambria Math" panose="02040503050406030204" pitchFamily="18" charset="0"/>
                            <a:cs typeface="Arial" panose="020B0604020202020204" pitchFamily="34" charset="0"/>
                          </a:rPr>
                        </m:ctrlPr>
                      </m:sSubPr>
                      <m:e>
                        <m:r>
                          <a:rPr lang="en-IN" sz="1500" i="1">
                            <a:latin typeface="Cambria Math" panose="02040503050406030204" pitchFamily="18" charset="0"/>
                            <a:ea typeface="Cambria Math" panose="02040503050406030204" pitchFamily="18" charset="0"/>
                            <a:cs typeface="Arial" panose="020B0604020202020204" pitchFamily="34" charset="0"/>
                          </a:rPr>
                          <m:t>𝛽</m:t>
                        </m:r>
                      </m:e>
                      <m:sub>
                        <m:r>
                          <a:rPr lang="en-IN" sz="1500" i="1">
                            <a:latin typeface="Cambria Math" panose="02040503050406030204" pitchFamily="18" charset="0"/>
                            <a:cs typeface="Arial" panose="020B0604020202020204" pitchFamily="34" charset="0"/>
                          </a:rPr>
                          <m:t>0</m:t>
                        </m:r>
                      </m:sub>
                    </m:sSub>
                  </m:oMath>
                </a14:m>
                <a:r>
                  <a:rPr lang="en-IN" sz="1500" dirty="0">
                    <a:latin typeface="Arial" panose="020B0604020202020204" pitchFamily="34" charset="0"/>
                    <a:cs typeface="Arial" panose="020B0604020202020204" pitchFamily="34" charset="0"/>
                  </a:rPr>
                  <a:t>)…</a:t>
                </a:r>
              </a:p>
              <a:p>
                <a:endParaRPr lang="en-IN" sz="900" dirty="0"/>
              </a:p>
              <a:p>
                <a14:m>
                  <m:oMath xmlns:m="http://schemas.openxmlformats.org/officeDocument/2006/math">
                    <m:sSub>
                      <m:sSubPr>
                        <m:ctrlPr>
                          <a:rPr lang="en-IN" sz="1500" i="1">
                            <a:latin typeface="Cambria Math" panose="02040503050406030204" pitchFamily="18" charset="0"/>
                            <a:cs typeface="Arial" panose="020B0604020202020204" pitchFamily="34" charset="0"/>
                          </a:rPr>
                        </m:ctrlPr>
                      </m:sSubPr>
                      <m:e>
                        <m:r>
                          <a:rPr lang="en-IN" sz="1500" i="1">
                            <a:latin typeface="Cambria Math" panose="02040503050406030204" pitchFamily="18" charset="0"/>
                            <a:ea typeface="Cambria Math" panose="02040503050406030204" pitchFamily="18" charset="0"/>
                            <a:cs typeface="Arial" panose="020B0604020202020204" pitchFamily="34" charset="0"/>
                          </a:rPr>
                          <m:t>𝛽</m:t>
                        </m:r>
                      </m:e>
                      <m:sub>
                        <m:r>
                          <a:rPr lang="en-IN" sz="1500" i="1">
                            <a:latin typeface="Cambria Math" panose="02040503050406030204" pitchFamily="18" charset="0"/>
                            <a:ea typeface="Cambria Math" panose="02040503050406030204" pitchFamily="18" charset="0"/>
                            <a:cs typeface="Arial" panose="020B0604020202020204" pitchFamily="34" charset="0"/>
                          </a:rPr>
                          <m:t>1</m:t>
                        </m:r>
                        <m:r>
                          <a:rPr lang="en-IN" sz="1500" i="1">
                            <a:latin typeface="Cambria Math" panose="02040503050406030204" pitchFamily="18" charset="0"/>
                            <a:ea typeface="Cambria Math" panose="02040503050406030204" pitchFamily="18" charset="0"/>
                            <a:cs typeface="Arial" panose="020B0604020202020204" pitchFamily="34" charset="0"/>
                          </a:rPr>
                          <m:t> </m:t>
                        </m:r>
                      </m:sub>
                    </m:sSub>
                    <m:r>
                      <a:rPr lang="en-IN" sz="1500" i="1">
                        <a:latin typeface="Cambria Math" panose="02040503050406030204" pitchFamily="18" charset="0"/>
                        <a:cs typeface="Arial" panose="020B0604020202020204" pitchFamily="34" charset="0"/>
                      </a:rPr>
                      <m:t>= </m:t>
                    </m:r>
                    <m:f>
                      <m:fPr>
                        <m:ctrlPr>
                          <a:rPr lang="en-IN" sz="1500" i="1">
                            <a:latin typeface="Cambria Math" panose="02040503050406030204" pitchFamily="18" charset="0"/>
                            <a:cs typeface="Arial" panose="020B0604020202020204" pitchFamily="34" charset="0"/>
                          </a:rPr>
                        </m:ctrlPr>
                      </m:fPr>
                      <m:num>
                        <m:r>
                          <a:rPr lang="en-IN" sz="1500" i="1">
                            <a:latin typeface="Cambria Math" panose="02040503050406030204" pitchFamily="18" charset="0"/>
                            <a:cs typeface="Arial" panose="020B0604020202020204" pitchFamily="34" charset="0"/>
                          </a:rPr>
                          <m:t>1</m:t>
                        </m:r>
                      </m:num>
                      <m:den>
                        <m:r>
                          <a:rPr lang="en-IN" sz="1500" i="1">
                            <a:latin typeface="Cambria Math" panose="02040503050406030204" pitchFamily="18" charset="0"/>
                            <a:cs typeface="Arial" panose="020B0604020202020204" pitchFamily="34" charset="0"/>
                          </a:rPr>
                          <m:t>2</m:t>
                        </m:r>
                      </m:den>
                    </m:f>
                    <m:r>
                      <a:rPr lang="en-IN" sz="1500" i="1">
                        <a:latin typeface="Cambria Math" panose="02040503050406030204" pitchFamily="18" charset="0"/>
                        <a:cs typeface="Arial" panose="020B0604020202020204" pitchFamily="34" charset="0"/>
                      </a:rPr>
                      <m:t>(</m:t>
                    </m:r>
                    <m:r>
                      <a:rPr lang="en-IN" sz="1500" i="1">
                        <a:latin typeface="Cambria Math" panose="02040503050406030204" pitchFamily="18" charset="0"/>
                        <a:cs typeface="Arial" panose="020B0604020202020204" pitchFamily="34" charset="0"/>
                      </a:rPr>
                      <m:t>𝐸𝑓𝑓𝑒𝑐𝑡</m:t>
                    </m:r>
                    <m:r>
                      <a:rPr lang="en-IN" sz="1500" i="1">
                        <a:latin typeface="Cambria Math" panose="02040503050406030204" pitchFamily="18" charset="0"/>
                        <a:cs typeface="Arial" panose="020B0604020202020204" pitchFamily="34" charset="0"/>
                      </a:rPr>
                      <m:t> </m:t>
                    </m:r>
                    <m:r>
                      <a:rPr lang="en-IN" sz="1500" i="1">
                        <a:latin typeface="Cambria Math" panose="02040503050406030204" pitchFamily="18" charset="0"/>
                        <a:cs typeface="Arial" panose="020B0604020202020204" pitchFamily="34" charset="0"/>
                      </a:rPr>
                      <m:t>𝑜𝑓</m:t>
                    </m:r>
                    <m:r>
                      <a:rPr lang="en-IN" sz="1500" i="1">
                        <a:latin typeface="Cambria Math" panose="02040503050406030204" pitchFamily="18" charset="0"/>
                        <a:cs typeface="Arial" panose="020B0604020202020204" pitchFamily="34" charset="0"/>
                      </a:rPr>
                      <m:t> </m:t>
                    </m:r>
                    <m:r>
                      <a:rPr lang="en-IN" sz="1500" i="1">
                        <a:latin typeface="Cambria Math" panose="02040503050406030204" pitchFamily="18" charset="0"/>
                        <a:cs typeface="Arial" panose="020B0604020202020204" pitchFamily="34" charset="0"/>
                      </a:rPr>
                      <m:t>𝑋</m:t>
                    </m:r>
                    <m:r>
                      <a:rPr lang="en-IN" sz="1500" i="1">
                        <a:latin typeface="Cambria Math" panose="02040503050406030204" pitchFamily="18" charset="0"/>
                        <a:cs typeface="Arial" panose="020B0604020202020204" pitchFamily="34" charset="0"/>
                      </a:rPr>
                      <m:t>1</m:t>
                    </m:r>
                    <m:r>
                      <a:rPr lang="en-IN" sz="1500" i="1">
                        <a:latin typeface="Cambria Math" panose="02040503050406030204" pitchFamily="18" charset="0"/>
                        <a:cs typeface="Arial" panose="020B0604020202020204" pitchFamily="34" charset="0"/>
                      </a:rPr>
                      <m:t>)</m:t>
                    </m:r>
                  </m:oMath>
                </a14:m>
                <a:r>
                  <a:rPr lang="en-IN" sz="1500" dirty="0"/>
                  <a:t> =</a:t>
                </a:r>
                <a14:m>
                  <m:oMath xmlns:m="http://schemas.openxmlformats.org/officeDocument/2006/math">
                    <m:f>
                      <m:fPr>
                        <m:ctrlPr>
                          <a:rPr lang="en-IN" sz="1500" i="1">
                            <a:latin typeface="Cambria Math" panose="02040503050406030204" pitchFamily="18" charset="0"/>
                            <a:cs typeface="Arial" panose="020B0604020202020204" pitchFamily="34" charset="0"/>
                          </a:rPr>
                        </m:ctrlPr>
                      </m:fPr>
                      <m:num>
                        <m:r>
                          <a:rPr lang="en-IN" sz="1500" i="1">
                            <a:latin typeface="Cambria Math" panose="02040503050406030204" pitchFamily="18" charset="0"/>
                            <a:cs typeface="Arial" panose="020B0604020202020204" pitchFamily="34" charset="0"/>
                          </a:rPr>
                          <m:t>1</m:t>
                        </m:r>
                      </m:num>
                      <m:den>
                        <m:r>
                          <a:rPr lang="en-IN" sz="1500" i="1">
                            <a:latin typeface="Cambria Math" panose="02040503050406030204" pitchFamily="18" charset="0"/>
                            <a:cs typeface="Arial" panose="020B0604020202020204" pitchFamily="34" charset="0"/>
                          </a:rPr>
                          <m:t>2</m:t>
                        </m:r>
                      </m:den>
                    </m:f>
                    <m:r>
                      <a:rPr lang="en-IN" sz="1500" i="1">
                        <a:latin typeface="Cambria Math" panose="02040503050406030204" pitchFamily="18" charset="0"/>
                        <a:cs typeface="Arial" panose="020B0604020202020204" pitchFamily="34" charset="0"/>
                      </a:rPr>
                      <m:t>(</m:t>
                    </m:r>
                    <m:d>
                      <m:dPr>
                        <m:ctrlPr>
                          <a:rPr lang="en-IN" sz="1500" i="1">
                            <a:latin typeface="Cambria Math" panose="02040503050406030204" pitchFamily="18" charset="0"/>
                            <a:cs typeface="Arial" panose="020B0604020202020204" pitchFamily="34" charset="0"/>
                          </a:rPr>
                        </m:ctrlPr>
                      </m:dPr>
                      <m:e>
                        <m:f>
                          <m:fPr>
                            <m:ctrlPr>
                              <a:rPr lang="en-IN" sz="1500" i="1">
                                <a:latin typeface="Cambria Math" panose="02040503050406030204" pitchFamily="18" charset="0"/>
                                <a:cs typeface="Arial" panose="020B0604020202020204" pitchFamily="34" charset="0"/>
                              </a:rPr>
                            </m:ctrlPr>
                          </m:fPr>
                          <m:num>
                            <m:r>
                              <a:rPr lang="en-IN" sz="1500" i="1">
                                <a:latin typeface="Cambria Math" panose="02040503050406030204" pitchFamily="18" charset="0"/>
                                <a:cs typeface="Arial" panose="020B0604020202020204" pitchFamily="34" charset="0"/>
                              </a:rPr>
                              <m:t>40</m:t>
                            </m:r>
                            <m:r>
                              <a:rPr lang="en-IN" sz="1500" i="1">
                                <a:latin typeface="Cambria Math" panose="02040503050406030204" pitchFamily="18" charset="0"/>
                                <a:cs typeface="Arial" panose="020B0604020202020204" pitchFamily="34" charset="0"/>
                              </a:rPr>
                              <m:t>.</m:t>
                            </m:r>
                            <m:r>
                              <a:rPr lang="en-IN" sz="1500" i="1">
                                <a:latin typeface="Cambria Math" panose="02040503050406030204" pitchFamily="18" charset="0"/>
                                <a:cs typeface="Arial" panose="020B0604020202020204" pitchFamily="34" charset="0"/>
                              </a:rPr>
                              <m:t>9</m:t>
                            </m:r>
                            <m:r>
                              <a:rPr lang="en-IN" sz="1500" i="1">
                                <a:latin typeface="Cambria Math" panose="02040503050406030204" pitchFamily="18" charset="0"/>
                                <a:cs typeface="Arial" panose="020B0604020202020204" pitchFamily="34" charset="0"/>
                              </a:rPr>
                              <m:t>+</m:t>
                            </m:r>
                            <m:r>
                              <a:rPr lang="en-IN" sz="1500" i="1">
                                <a:latin typeface="Cambria Math" panose="02040503050406030204" pitchFamily="18" charset="0"/>
                                <a:cs typeface="Arial" panose="020B0604020202020204" pitchFamily="34" charset="0"/>
                              </a:rPr>
                              <m:t>41</m:t>
                            </m:r>
                            <m:r>
                              <a:rPr lang="en-IN" sz="1500" i="1">
                                <a:latin typeface="Cambria Math" panose="02040503050406030204" pitchFamily="18" charset="0"/>
                                <a:cs typeface="Arial" panose="020B0604020202020204" pitchFamily="34" charset="0"/>
                              </a:rPr>
                              <m:t>.</m:t>
                            </m:r>
                            <m:r>
                              <a:rPr lang="en-IN" sz="1500" i="1">
                                <a:latin typeface="Cambria Math" panose="02040503050406030204" pitchFamily="18" charset="0"/>
                                <a:cs typeface="Arial" panose="020B0604020202020204" pitchFamily="34" charset="0"/>
                              </a:rPr>
                              <m:t>5</m:t>
                            </m:r>
                          </m:num>
                          <m:den>
                            <m:r>
                              <a:rPr lang="en-IN" sz="1500" i="1">
                                <a:latin typeface="Cambria Math" panose="02040503050406030204" pitchFamily="18" charset="0"/>
                                <a:cs typeface="Arial" panose="020B0604020202020204" pitchFamily="34" charset="0"/>
                              </a:rPr>
                              <m:t>2</m:t>
                            </m:r>
                          </m:den>
                        </m:f>
                      </m:e>
                    </m:d>
                    <m:r>
                      <a:rPr lang="en-IN" sz="1500" i="1">
                        <a:latin typeface="Cambria Math" panose="02040503050406030204" pitchFamily="18" charset="0"/>
                        <a:cs typeface="Arial" panose="020B0604020202020204" pitchFamily="34" charset="0"/>
                      </a:rPr>
                      <m:t>−(</m:t>
                    </m:r>
                    <m:f>
                      <m:fPr>
                        <m:ctrlPr>
                          <a:rPr lang="en-IN" sz="1500" i="1">
                            <a:latin typeface="Cambria Math" panose="02040503050406030204" pitchFamily="18" charset="0"/>
                            <a:cs typeface="Arial" panose="020B0604020202020204" pitchFamily="34" charset="0"/>
                          </a:rPr>
                        </m:ctrlPr>
                      </m:fPr>
                      <m:num>
                        <m:r>
                          <a:rPr lang="en-IN" sz="1500" i="1">
                            <a:latin typeface="Cambria Math" panose="02040503050406030204" pitchFamily="18" charset="0"/>
                            <a:cs typeface="Arial" panose="020B0604020202020204" pitchFamily="34" charset="0"/>
                          </a:rPr>
                          <m:t>39</m:t>
                        </m:r>
                        <m:r>
                          <a:rPr lang="en-IN" sz="1500" i="1">
                            <a:latin typeface="Cambria Math" panose="02040503050406030204" pitchFamily="18" charset="0"/>
                            <a:cs typeface="Arial" panose="020B0604020202020204" pitchFamily="34" charset="0"/>
                          </a:rPr>
                          <m:t>.</m:t>
                        </m:r>
                        <m:r>
                          <a:rPr lang="en-IN" sz="1500" i="1">
                            <a:latin typeface="Cambria Math" panose="02040503050406030204" pitchFamily="18" charset="0"/>
                            <a:cs typeface="Arial" panose="020B0604020202020204" pitchFamily="34" charset="0"/>
                          </a:rPr>
                          <m:t>3</m:t>
                        </m:r>
                        <m:r>
                          <a:rPr lang="en-IN" sz="1500" i="1">
                            <a:latin typeface="Cambria Math" panose="02040503050406030204" pitchFamily="18" charset="0"/>
                            <a:cs typeface="Arial" panose="020B0604020202020204" pitchFamily="34" charset="0"/>
                          </a:rPr>
                          <m:t>+</m:t>
                        </m:r>
                        <m:r>
                          <a:rPr lang="en-IN" sz="1500" i="1">
                            <a:latin typeface="Cambria Math" panose="02040503050406030204" pitchFamily="18" charset="0"/>
                            <a:cs typeface="Arial" panose="020B0604020202020204" pitchFamily="34" charset="0"/>
                          </a:rPr>
                          <m:t>40</m:t>
                        </m:r>
                        <m:r>
                          <a:rPr lang="en-IN" sz="1500" i="1">
                            <a:latin typeface="Cambria Math" panose="02040503050406030204" pitchFamily="18" charset="0"/>
                            <a:cs typeface="Arial" panose="020B0604020202020204" pitchFamily="34" charset="0"/>
                          </a:rPr>
                          <m:t>.</m:t>
                        </m:r>
                        <m:r>
                          <a:rPr lang="en-IN" sz="1500" i="1">
                            <a:latin typeface="Cambria Math" panose="02040503050406030204" pitchFamily="18" charset="0"/>
                            <a:cs typeface="Arial" panose="020B0604020202020204" pitchFamily="34" charset="0"/>
                          </a:rPr>
                          <m:t>0</m:t>
                        </m:r>
                      </m:num>
                      <m:den>
                        <m:r>
                          <a:rPr lang="en-IN" sz="1500" i="1">
                            <a:latin typeface="Cambria Math" panose="02040503050406030204" pitchFamily="18" charset="0"/>
                            <a:cs typeface="Arial" panose="020B0604020202020204" pitchFamily="34" charset="0"/>
                          </a:rPr>
                          <m:t>2</m:t>
                        </m:r>
                      </m:den>
                    </m:f>
                    <m:r>
                      <a:rPr lang="en-IN" sz="1500" i="1">
                        <a:latin typeface="Cambria Math" panose="02040503050406030204" pitchFamily="18" charset="0"/>
                        <a:cs typeface="Arial" panose="020B0604020202020204" pitchFamily="34" charset="0"/>
                      </a:rPr>
                      <m:t>))</m:t>
                    </m:r>
                  </m:oMath>
                </a14:m>
                <a:r>
                  <a:rPr lang="en-IN" sz="1500" dirty="0"/>
                  <a:t> = 0.775 </a:t>
                </a:r>
              </a:p>
              <a:p>
                <a14:m>
                  <m:oMath xmlns:m="http://schemas.openxmlformats.org/officeDocument/2006/math">
                    <m:sSub>
                      <m:sSubPr>
                        <m:ctrlPr>
                          <a:rPr lang="en-IN" sz="1500" i="1">
                            <a:latin typeface="Cambria Math" panose="02040503050406030204" pitchFamily="18" charset="0"/>
                            <a:cs typeface="Arial" panose="020B0604020202020204" pitchFamily="34" charset="0"/>
                          </a:rPr>
                        </m:ctrlPr>
                      </m:sSubPr>
                      <m:e>
                        <m:r>
                          <a:rPr lang="en-IN" sz="1500" i="1">
                            <a:latin typeface="Cambria Math" panose="02040503050406030204" pitchFamily="18" charset="0"/>
                            <a:ea typeface="Cambria Math" panose="02040503050406030204" pitchFamily="18" charset="0"/>
                            <a:cs typeface="Arial" panose="020B0604020202020204" pitchFamily="34" charset="0"/>
                          </a:rPr>
                          <m:t>𝛽</m:t>
                        </m:r>
                      </m:e>
                      <m:sub>
                        <m:r>
                          <a:rPr lang="en-IN" sz="1500" i="1">
                            <a:latin typeface="Cambria Math" panose="02040503050406030204" pitchFamily="18" charset="0"/>
                            <a:ea typeface="Cambria Math" panose="02040503050406030204" pitchFamily="18" charset="0"/>
                            <a:cs typeface="Arial" panose="020B0604020202020204" pitchFamily="34" charset="0"/>
                          </a:rPr>
                          <m:t>2</m:t>
                        </m:r>
                        <m:r>
                          <a:rPr lang="en-IN" sz="1500" i="1">
                            <a:latin typeface="Cambria Math" panose="02040503050406030204" pitchFamily="18" charset="0"/>
                            <a:ea typeface="Cambria Math" panose="02040503050406030204" pitchFamily="18" charset="0"/>
                            <a:cs typeface="Arial" panose="020B0604020202020204" pitchFamily="34" charset="0"/>
                          </a:rPr>
                          <m:t> </m:t>
                        </m:r>
                      </m:sub>
                    </m:sSub>
                    <m:r>
                      <a:rPr lang="en-IN" sz="1500" i="1">
                        <a:latin typeface="Cambria Math" panose="02040503050406030204" pitchFamily="18" charset="0"/>
                        <a:cs typeface="Arial" panose="020B0604020202020204" pitchFamily="34" charset="0"/>
                      </a:rPr>
                      <m:t>= </m:t>
                    </m:r>
                    <m:f>
                      <m:fPr>
                        <m:ctrlPr>
                          <a:rPr lang="en-IN" sz="1500" i="1">
                            <a:latin typeface="Cambria Math" panose="02040503050406030204" pitchFamily="18" charset="0"/>
                            <a:cs typeface="Arial" panose="020B0604020202020204" pitchFamily="34" charset="0"/>
                          </a:rPr>
                        </m:ctrlPr>
                      </m:fPr>
                      <m:num>
                        <m:r>
                          <a:rPr lang="en-IN" sz="1500" i="1">
                            <a:latin typeface="Cambria Math" panose="02040503050406030204" pitchFamily="18" charset="0"/>
                            <a:cs typeface="Arial" panose="020B0604020202020204" pitchFamily="34" charset="0"/>
                          </a:rPr>
                          <m:t>1</m:t>
                        </m:r>
                      </m:num>
                      <m:den>
                        <m:r>
                          <a:rPr lang="en-IN" sz="1500" i="1">
                            <a:latin typeface="Cambria Math" panose="02040503050406030204" pitchFamily="18" charset="0"/>
                            <a:cs typeface="Arial" panose="020B0604020202020204" pitchFamily="34" charset="0"/>
                          </a:rPr>
                          <m:t>2</m:t>
                        </m:r>
                      </m:den>
                    </m:f>
                    <m:r>
                      <a:rPr lang="en-IN" sz="1500" i="1">
                        <a:latin typeface="Cambria Math" panose="02040503050406030204" pitchFamily="18" charset="0"/>
                        <a:cs typeface="Arial" panose="020B0604020202020204" pitchFamily="34" charset="0"/>
                      </a:rPr>
                      <m:t>(</m:t>
                    </m:r>
                    <m:r>
                      <a:rPr lang="en-IN" sz="1500" i="1">
                        <a:latin typeface="Cambria Math" panose="02040503050406030204" pitchFamily="18" charset="0"/>
                        <a:cs typeface="Arial" panose="020B0604020202020204" pitchFamily="34" charset="0"/>
                      </a:rPr>
                      <m:t>𝐸𝑓𝑓𝑒𝑐𝑡</m:t>
                    </m:r>
                    <m:r>
                      <a:rPr lang="en-IN" sz="1500" i="1">
                        <a:latin typeface="Cambria Math" panose="02040503050406030204" pitchFamily="18" charset="0"/>
                        <a:cs typeface="Arial" panose="020B0604020202020204" pitchFamily="34" charset="0"/>
                      </a:rPr>
                      <m:t> </m:t>
                    </m:r>
                    <m:r>
                      <a:rPr lang="en-IN" sz="1500" i="1">
                        <a:latin typeface="Cambria Math" panose="02040503050406030204" pitchFamily="18" charset="0"/>
                        <a:cs typeface="Arial" panose="020B0604020202020204" pitchFamily="34" charset="0"/>
                      </a:rPr>
                      <m:t>𝑜𝑓</m:t>
                    </m:r>
                    <m:r>
                      <a:rPr lang="en-IN" sz="1500" i="1">
                        <a:latin typeface="Cambria Math" panose="02040503050406030204" pitchFamily="18" charset="0"/>
                        <a:cs typeface="Arial" panose="020B0604020202020204" pitchFamily="34" charset="0"/>
                      </a:rPr>
                      <m:t> </m:t>
                    </m:r>
                    <m:r>
                      <a:rPr lang="en-IN" sz="1500" i="1">
                        <a:latin typeface="Cambria Math" panose="02040503050406030204" pitchFamily="18" charset="0"/>
                        <a:cs typeface="Arial" panose="020B0604020202020204" pitchFamily="34" charset="0"/>
                      </a:rPr>
                      <m:t>𝑋</m:t>
                    </m:r>
                    <m:r>
                      <a:rPr lang="en-IN" sz="1500" i="1">
                        <a:latin typeface="Cambria Math" panose="02040503050406030204" pitchFamily="18" charset="0"/>
                        <a:cs typeface="Arial" panose="020B0604020202020204" pitchFamily="34" charset="0"/>
                      </a:rPr>
                      <m:t>2</m:t>
                    </m:r>
                    <m:r>
                      <a:rPr lang="en-IN" sz="1500" i="1">
                        <a:latin typeface="Cambria Math" panose="02040503050406030204" pitchFamily="18" charset="0"/>
                        <a:cs typeface="Arial" panose="020B0604020202020204" pitchFamily="34" charset="0"/>
                      </a:rPr>
                      <m:t>)</m:t>
                    </m:r>
                  </m:oMath>
                </a14:m>
                <a:r>
                  <a:rPr lang="en-IN" sz="1500" dirty="0"/>
                  <a:t> = </a:t>
                </a:r>
                <a14:m>
                  <m:oMath xmlns:m="http://schemas.openxmlformats.org/officeDocument/2006/math">
                    <m:f>
                      <m:fPr>
                        <m:ctrlPr>
                          <a:rPr lang="en-IN" sz="1500" i="1">
                            <a:latin typeface="Cambria Math" panose="02040503050406030204" pitchFamily="18" charset="0"/>
                            <a:cs typeface="Arial" panose="020B0604020202020204" pitchFamily="34" charset="0"/>
                          </a:rPr>
                        </m:ctrlPr>
                      </m:fPr>
                      <m:num>
                        <m:r>
                          <a:rPr lang="en-IN" sz="1500" i="1">
                            <a:latin typeface="Cambria Math" panose="02040503050406030204" pitchFamily="18" charset="0"/>
                            <a:cs typeface="Arial" panose="020B0604020202020204" pitchFamily="34" charset="0"/>
                          </a:rPr>
                          <m:t>1</m:t>
                        </m:r>
                      </m:num>
                      <m:den>
                        <m:r>
                          <a:rPr lang="en-IN" sz="1500" i="1">
                            <a:latin typeface="Cambria Math" panose="02040503050406030204" pitchFamily="18" charset="0"/>
                            <a:cs typeface="Arial" panose="020B0604020202020204" pitchFamily="34" charset="0"/>
                          </a:rPr>
                          <m:t>2</m:t>
                        </m:r>
                      </m:den>
                    </m:f>
                    <m:r>
                      <a:rPr lang="en-IN" sz="1500" i="1">
                        <a:latin typeface="Cambria Math" panose="02040503050406030204" pitchFamily="18" charset="0"/>
                        <a:cs typeface="Arial" panose="020B0604020202020204" pitchFamily="34" charset="0"/>
                      </a:rPr>
                      <m:t>(</m:t>
                    </m:r>
                    <m:d>
                      <m:dPr>
                        <m:ctrlPr>
                          <a:rPr lang="en-IN" sz="1500" i="1">
                            <a:latin typeface="Cambria Math" panose="02040503050406030204" pitchFamily="18" charset="0"/>
                            <a:cs typeface="Arial" panose="020B0604020202020204" pitchFamily="34" charset="0"/>
                          </a:rPr>
                        </m:ctrlPr>
                      </m:dPr>
                      <m:e>
                        <m:f>
                          <m:fPr>
                            <m:ctrlPr>
                              <a:rPr lang="en-IN" sz="1500" i="1">
                                <a:latin typeface="Cambria Math" panose="02040503050406030204" pitchFamily="18" charset="0"/>
                                <a:cs typeface="Arial" panose="020B0604020202020204" pitchFamily="34" charset="0"/>
                              </a:rPr>
                            </m:ctrlPr>
                          </m:fPr>
                          <m:num>
                            <m:r>
                              <a:rPr lang="en-IN" sz="1500" i="1">
                                <a:latin typeface="Cambria Math" panose="02040503050406030204" pitchFamily="18" charset="0"/>
                                <a:cs typeface="Arial" panose="020B0604020202020204" pitchFamily="34" charset="0"/>
                              </a:rPr>
                              <m:t>40</m:t>
                            </m:r>
                            <m:r>
                              <a:rPr lang="en-IN" sz="1500" i="1">
                                <a:latin typeface="Cambria Math" panose="02040503050406030204" pitchFamily="18" charset="0"/>
                                <a:cs typeface="Arial" panose="020B0604020202020204" pitchFamily="34" charset="0"/>
                              </a:rPr>
                              <m:t>+</m:t>
                            </m:r>
                            <m:r>
                              <a:rPr lang="en-IN" sz="1500" i="1">
                                <a:latin typeface="Cambria Math" panose="02040503050406030204" pitchFamily="18" charset="0"/>
                                <a:cs typeface="Arial" panose="020B0604020202020204" pitchFamily="34" charset="0"/>
                              </a:rPr>
                              <m:t>41</m:t>
                            </m:r>
                            <m:r>
                              <a:rPr lang="en-IN" sz="1500" i="1">
                                <a:latin typeface="Cambria Math" panose="02040503050406030204" pitchFamily="18" charset="0"/>
                                <a:cs typeface="Arial" panose="020B0604020202020204" pitchFamily="34" charset="0"/>
                              </a:rPr>
                              <m:t>.</m:t>
                            </m:r>
                            <m:r>
                              <a:rPr lang="en-IN" sz="1500" i="1">
                                <a:latin typeface="Cambria Math" panose="02040503050406030204" pitchFamily="18" charset="0"/>
                                <a:cs typeface="Arial" panose="020B0604020202020204" pitchFamily="34" charset="0"/>
                              </a:rPr>
                              <m:t>5</m:t>
                            </m:r>
                          </m:num>
                          <m:den>
                            <m:r>
                              <a:rPr lang="en-IN" sz="1500" i="1">
                                <a:latin typeface="Cambria Math" panose="02040503050406030204" pitchFamily="18" charset="0"/>
                                <a:cs typeface="Arial" panose="020B0604020202020204" pitchFamily="34" charset="0"/>
                              </a:rPr>
                              <m:t>2</m:t>
                            </m:r>
                          </m:den>
                        </m:f>
                      </m:e>
                    </m:d>
                    <m:r>
                      <a:rPr lang="en-IN" sz="1500" i="1">
                        <a:latin typeface="Cambria Math" panose="02040503050406030204" pitchFamily="18" charset="0"/>
                        <a:cs typeface="Arial" panose="020B0604020202020204" pitchFamily="34" charset="0"/>
                      </a:rPr>
                      <m:t>−(</m:t>
                    </m:r>
                    <m:f>
                      <m:fPr>
                        <m:ctrlPr>
                          <a:rPr lang="en-IN" sz="1500" i="1">
                            <a:latin typeface="Cambria Math" panose="02040503050406030204" pitchFamily="18" charset="0"/>
                            <a:cs typeface="Arial" panose="020B0604020202020204" pitchFamily="34" charset="0"/>
                          </a:rPr>
                        </m:ctrlPr>
                      </m:fPr>
                      <m:num>
                        <m:r>
                          <a:rPr lang="en-IN" sz="1500" i="1">
                            <a:latin typeface="Cambria Math" panose="02040503050406030204" pitchFamily="18" charset="0"/>
                            <a:cs typeface="Arial" panose="020B0604020202020204" pitchFamily="34" charset="0"/>
                          </a:rPr>
                          <m:t>39</m:t>
                        </m:r>
                        <m:r>
                          <a:rPr lang="en-IN" sz="1500" i="1">
                            <a:latin typeface="Cambria Math" panose="02040503050406030204" pitchFamily="18" charset="0"/>
                            <a:cs typeface="Arial" panose="020B0604020202020204" pitchFamily="34" charset="0"/>
                          </a:rPr>
                          <m:t>.</m:t>
                        </m:r>
                        <m:r>
                          <a:rPr lang="en-IN" sz="1500" i="1">
                            <a:latin typeface="Cambria Math" panose="02040503050406030204" pitchFamily="18" charset="0"/>
                            <a:cs typeface="Arial" panose="020B0604020202020204" pitchFamily="34" charset="0"/>
                          </a:rPr>
                          <m:t>3</m:t>
                        </m:r>
                        <m:r>
                          <a:rPr lang="en-IN" sz="1500" i="1">
                            <a:latin typeface="Cambria Math" panose="02040503050406030204" pitchFamily="18" charset="0"/>
                            <a:cs typeface="Arial" panose="020B0604020202020204" pitchFamily="34" charset="0"/>
                          </a:rPr>
                          <m:t>+</m:t>
                        </m:r>
                        <m:r>
                          <a:rPr lang="en-IN" sz="1500" i="1">
                            <a:latin typeface="Cambria Math" panose="02040503050406030204" pitchFamily="18" charset="0"/>
                            <a:cs typeface="Arial" panose="020B0604020202020204" pitchFamily="34" charset="0"/>
                          </a:rPr>
                          <m:t>40</m:t>
                        </m:r>
                        <m:r>
                          <a:rPr lang="en-IN" sz="1500" i="1">
                            <a:latin typeface="Cambria Math" panose="02040503050406030204" pitchFamily="18" charset="0"/>
                            <a:cs typeface="Arial" panose="020B0604020202020204" pitchFamily="34" charset="0"/>
                          </a:rPr>
                          <m:t>.</m:t>
                        </m:r>
                        <m:r>
                          <a:rPr lang="en-IN" sz="1500" i="1">
                            <a:latin typeface="Cambria Math" panose="02040503050406030204" pitchFamily="18" charset="0"/>
                            <a:cs typeface="Arial" panose="020B0604020202020204" pitchFamily="34" charset="0"/>
                          </a:rPr>
                          <m:t>9</m:t>
                        </m:r>
                      </m:num>
                      <m:den>
                        <m:r>
                          <a:rPr lang="en-IN" sz="1500" i="1">
                            <a:latin typeface="Cambria Math" panose="02040503050406030204" pitchFamily="18" charset="0"/>
                            <a:cs typeface="Arial" panose="020B0604020202020204" pitchFamily="34" charset="0"/>
                          </a:rPr>
                          <m:t>2</m:t>
                        </m:r>
                      </m:den>
                    </m:f>
                    <m:r>
                      <a:rPr lang="en-IN" sz="1500" i="1">
                        <a:latin typeface="Cambria Math" panose="02040503050406030204" pitchFamily="18" charset="0"/>
                        <a:cs typeface="Arial" panose="020B0604020202020204" pitchFamily="34" charset="0"/>
                      </a:rPr>
                      <m:t>))</m:t>
                    </m:r>
                  </m:oMath>
                </a14:m>
                <a:r>
                  <a:rPr lang="en-IN" sz="1500" dirty="0"/>
                  <a:t> = 0.325 </a:t>
                </a:r>
              </a:p>
            </p:txBody>
          </p:sp>
        </mc:Choice>
        <mc:Fallback xmlns="">
          <p:sp>
            <p:nvSpPr>
              <p:cNvPr id="28" name="TextBox 27"/>
              <p:cNvSpPr txBox="1">
                <a:spLocks noRot="1" noChangeAspect="1" noMove="1" noResize="1" noEditPoints="1" noAdjustHandles="1" noChangeArrowheads="1" noChangeShapeType="1" noTextEdit="1"/>
              </p:cNvSpPr>
              <p:nvPr/>
            </p:nvSpPr>
            <p:spPr>
              <a:xfrm>
                <a:off x="517067" y="4858672"/>
                <a:ext cx="5243295" cy="1152495"/>
              </a:xfrm>
              <a:prstGeom prst="rect">
                <a:avLst/>
              </a:prstGeom>
              <a:blipFill>
                <a:blip r:embed="rId4"/>
                <a:stretch>
                  <a:fillRect l="-465" t="-1058"/>
                </a:stretch>
              </a:blipFill>
            </p:spPr>
            <p:txBody>
              <a:bodyPr/>
              <a:lstStyle/>
              <a:p>
                <a:r>
                  <a:rPr lang="en-US">
                    <a:noFill/>
                  </a:rPr>
                  <a:t> </a:t>
                </a:r>
              </a:p>
            </p:txBody>
          </p:sp>
        </mc:Fallback>
      </mc:AlternateContent>
      <p:pic>
        <p:nvPicPr>
          <p:cNvPr id="29" name="Picture 28"/>
          <p:cNvPicPr>
            <a:picLocks noChangeAspect="1"/>
          </p:cNvPicPr>
          <p:nvPr/>
        </p:nvPicPr>
        <p:blipFill>
          <a:blip r:embed="rId5"/>
          <a:stretch>
            <a:fillRect/>
          </a:stretch>
        </p:blipFill>
        <p:spPr>
          <a:xfrm>
            <a:off x="502612" y="4330034"/>
            <a:ext cx="1385888" cy="528638"/>
          </a:xfrm>
          <a:prstGeom prst="rect">
            <a:avLst/>
          </a:prstGeom>
        </p:spPr>
      </p:pic>
      <mc:AlternateContent xmlns:mc="http://schemas.openxmlformats.org/markup-compatibility/2006" xmlns:a14="http://schemas.microsoft.com/office/drawing/2010/main">
        <mc:Choice Requires="a14">
          <p:sp>
            <p:nvSpPr>
              <p:cNvPr id="30" name="Rectangle 29"/>
              <p:cNvSpPr/>
              <p:nvPr/>
            </p:nvSpPr>
            <p:spPr>
              <a:xfrm>
                <a:off x="3036885" y="4442204"/>
                <a:ext cx="1226874" cy="253916"/>
              </a:xfrm>
              <a:prstGeom prst="rect">
                <a:avLst/>
              </a:prstGeom>
            </p:spPr>
            <p:txBody>
              <a:bodyPr wrap="none">
                <a:spAutoFit/>
              </a:bodyPr>
              <a:lstStyle/>
              <a:p>
                <a:r>
                  <a:rPr lang="en-IN" sz="1050" dirty="0">
                    <a:cs typeface="Arial" panose="020B0604020202020204" pitchFamily="34" charset="0"/>
                  </a:rPr>
                  <a:t>Y=</a:t>
                </a:r>
                <a14:m>
                  <m:oMath xmlns:m="http://schemas.openxmlformats.org/officeDocument/2006/math">
                    <m:sSub>
                      <m:sSubPr>
                        <m:ctrlPr>
                          <a:rPr lang="en-IN" sz="1050" i="1">
                            <a:latin typeface="Cambria Math" panose="02040503050406030204" pitchFamily="18" charset="0"/>
                            <a:cs typeface="Arial" panose="020B0604020202020204" pitchFamily="34" charset="0"/>
                          </a:rPr>
                        </m:ctrlPr>
                      </m:sSubPr>
                      <m:e>
                        <m:r>
                          <a:rPr lang="en-IN" sz="1050" i="1">
                            <a:latin typeface="Cambria Math" panose="02040503050406030204" pitchFamily="18" charset="0"/>
                            <a:ea typeface="Cambria Math" panose="02040503050406030204" pitchFamily="18" charset="0"/>
                            <a:cs typeface="Arial" panose="020B0604020202020204" pitchFamily="34" charset="0"/>
                          </a:rPr>
                          <m:t>𝛽</m:t>
                        </m:r>
                      </m:e>
                      <m:sub>
                        <m:r>
                          <a:rPr lang="en-IN" sz="1050" i="1">
                            <a:latin typeface="Cambria Math" panose="02040503050406030204" pitchFamily="18" charset="0"/>
                            <a:cs typeface="Arial" panose="020B0604020202020204" pitchFamily="34" charset="0"/>
                          </a:rPr>
                          <m:t>0</m:t>
                        </m:r>
                      </m:sub>
                    </m:sSub>
                  </m:oMath>
                </a14:m>
                <a:r>
                  <a:rPr lang="en-IN" sz="1050" dirty="0"/>
                  <a:t>+</a:t>
                </a:r>
                <a14:m>
                  <m:oMath xmlns:m="http://schemas.openxmlformats.org/officeDocument/2006/math">
                    <m:sSub>
                      <m:sSubPr>
                        <m:ctrlPr>
                          <a:rPr lang="en-IN" sz="1050" i="1">
                            <a:latin typeface="Cambria Math" panose="02040503050406030204" pitchFamily="18" charset="0"/>
                            <a:cs typeface="Arial" panose="020B0604020202020204" pitchFamily="34" charset="0"/>
                          </a:rPr>
                        </m:ctrlPr>
                      </m:sSubPr>
                      <m:e>
                        <m:r>
                          <a:rPr lang="en-IN" sz="1050" i="1">
                            <a:latin typeface="Cambria Math" panose="02040503050406030204" pitchFamily="18" charset="0"/>
                            <a:ea typeface="Cambria Math" panose="02040503050406030204" pitchFamily="18" charset="0"/>
                            <a:cs typeface="Arial" panose="020B0604020202020204" pitchFamily="34" charset="0"/>
                          </a:rPr>
                          <m:t>𝛽</m:t>
                        </m:r>
                      </m:e>
                      <m:sub>
                        <m:r>
                          <a:rPr lang="en-IN" sz="1050" i="1">
                            <a:latin typeface="Cambria Math" panose="02040503050406030204" pitchFamily="18" charset="0"/>
                            <a:cs typeface="Arial" panose="020B0604020202020204" pitchFamily="34" charset="0"/>
                          </a:rPr>
                          <m:t>1</m:t>
                        </m:r>
                      </m:sub>
                    </m:sSub>
                    <m:sSub>
                      <m:sSubPr>
                        <m:ctrlPr>
                          <a:rPr lang="en-IN" sz="1050" i="1">
                            <a:latin typeface="Cambria Math" panose="02040503050406030204" pitchFamily="18" charset="0"/>
                            <a:cs typeface="Arial" panose="020B0604020202020204" pitchFamily="34" charset="0"/>
                          </a:rPr>
                        </m:ctrlPr>
                      </m:sSubPr>
                      <m:e>
                        <m:r>
                          <a:rPr lang="en-IN" sz="1050" i="1">
                            <a:latin typeface="Cambria Math" panose="02040503050406030204" pitchFamily="18" charset="0"/>
                            <a:cs typeface="Arial" panose="020B0604020202020204" pitchFamily="34" charset="0"/>
                          </a:rPr>
                          <m:t>𝑋</m:t>
                        </m:r>
                      </m:e>
                      <m:sub>
                        <m:r>
                          <a:rPr lang="en-IN" sz="1050" i="1">
                            <a:latin typeface="Cambria Math" panose="02040503050406030204" pitchFamily="18" charset="0"/>
                            <a:ea typeface="Cambria Math" panose="02040503050406030204" pitchFamily="18" charset="0"/>
                            <a:cs typeface="Arial" panose="020B0604020202020204" pitchFamily="34" charset="0"/>
                          </a:rPr>
                          <m:t>1</m:t>
                        </m:r>
                      </m:sub>
                    </m:sSub>
                  </m:oMath>
                </a14:m>
                <a:r>
                  <a:rPr lang="en-IN" sz="1050" dirty="0"/>
                  <a:t>+</a:t>
                </a:r>
                <a14:m>
                  <m:oMath xmlns:m="http://schemas.openxmlformats.org/officeDocument/2006/math">
                    <m:sSub>
                      <m:sSubPr>
                        <m:ctrlPr>
                          <a:rPr lang="en-IN" sz="1050" i="1">
                            <a:latin typeface="Cambria Math" panose="02040503050406030204" pitchFamily="18" charset="0"/>
                            <a:cs typeface="Arial" panose="020B0604020202020204" pitchFamily="34" charset="0"/>
                          </a:rPr>
                        </m:ctrlPr>
                      </m:sSubPr>
                      <m:e>
                        <m:r>
                          <a:rPr lang="en-IN" sz="1050" i="1">
                            <a:latin typeface="Cambria Math" panose="02040503050406030204" pitchFamily="18" charset="0"/>
                            <a:ea typeface="Cambria Math" panose="02040503050406030204" pitchFamily="18" charset="0"/>
                            <a:cs typeface="Arial" panose="020B0604020202020204" pitchFamily="34" charset="0"/>
                          </a:rPr>
                          <m:t>𝛽</m:t>
                        </m:r>
                      </m:e>
                      <m:sub>
                        <m:r>
                          <a:rPr lang="en-IN" sz="1050" i="1">
                            <a:latin typeface="Cambria Math" panose="02040503050406030204" pitchFamily="18" charset="0"/>
                            <a:cs typeface="Arial" panose="020B0604020202020204" pitchFamily="34" charset="0"/>
                          </a:rPr>
                          <m:t>2</m:t>
                        </m:r>
                      </m:sub>
                    </m:sSub>
                    <m:sSub>
                      <m:sSubPr>
                        <m:ctrlPr>
                          <a:rPr lang="en-IN" sz="1050" i="1">
                            <a:latin typeface="Cambria Math" panose="02040503050406030204" pitchFamily="18" charset="0"/>
                            <a:cs typeface="Arial" panose="020B0604020202020204" pitchFamily="34" charset="0"/>
                          </a:rPr>
                        </m:ctrlPr>
                      </m:sSubPr>
                      <m:e>
                        <m:r>
                          <a:rPr lang="en-IN" sz="1050" i="1">
                            <a:latin typeface="Cambria Math" panose="02040503050406030204" pitchFamily="18" charset="0"/>
                            <a:ea typeface="Cambria Math" panose="02040503050406030204" pitchFamily="18" charset="0"/>
                            <a:cs typeface="Arial" panose="020B0604020202020204" pitchFamily="34" charset="0"/>
                          </a:rPr>
                          <m:t>𝑋</m:t>
                        </m:r>
                      </m:e>
                      <m:sub>
                        <m:r>
                          <a:rPr lang="en-IN" sz="1050" i="1">
                            <a:latin typeface="Cambria Math" panose="02040503050406030204" pitchFamily="18" charset="0"/>
                            <a:ea typeface="Cambria Math" panose="02040503050406030204" pitchFamily="18" charset="0"/>
                            <a:cs typeface="Arial" panose="020B0604020202020204" pitchFamily="34" charset="0"/>
                          </a:rPr>
                          <m:t>2</m:t>
                        </m:r>
                      </m:sub>
                    </m:sSub>
                  </m:oMath>
                </a14:m>
                <a:endParaRPr lang="en-IN" sz="1050" dirty="0"/>
              </a:p>
            </p:txBody>
          </p:sp>
        </mc:Choice>
        <mc:Fallback xmlns="">
          <p:sp>
            <p:nvSpPr>
              <p:cNvPr id="30" name="Rectangle 29"/>
              <p:cNvSpPr>
                <a:spLocks noRot="1" noChangeAspect="1" noMove="1" noResize="1" noEditPoints="1" noAdjustHandles="1" noChangeArrowheads="1" noChangeShapeType="1" noTextEdit="1"/>
              </p:cNvSpPr>
              <p:nvPr/>
            </p:nvSpPr>
            <p:spPr>
              <a:xfrm>
                <a:off x="3036885" y="4442204"/>
                <a:ext cx="1226874" cy="253916"/>
              </a:xfrm>
              <a:prstGeom prst="rect">
                <a:avLst/>
              </a:prstGeom>
              <a:blipFill>
                <a:blip r:embed="rId6"/>
                <a:stretch>
                  <a:fillRect t="-2439" b="-12195"/>
                </a:stretch>
              </a:blipFill>
            </p:spPr>
            <p:txBody>
              <a:bodyPr/>
              <a:lstStyle/>
              <a:p>
                <a:r>
                  <a:rPr lang="en-US">
                    <a:noFill/>
                  </a:rPr>
                  <a:t> </a:t>
                </a:r>
              </a:p>
            </p:txBody>
          </p:sp>
        </mc:Fallback>
      </mc:AlternateContent>
      <p:sp>
        <p:nvSpPr>
          <p:cNvPr id="31" name="Right Arrow 30"/>
          <p:cNvSpPr/>
          <p:nvPr/>
        </p:nvSpPr>
        <p:spPr>
          <a:xfrm>
            <a:off x="2095790" y="4375883"/>
            <a:ext cx="733806" cy="363474"/>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788" b="1" dirty="0">
              <a:solidFill>
                <a:schemeClr val="tx1"/>
              </a:solidFill>
            </a:endParaRPr>
          </a:p>
        </p:txBody>
      </p:sp>
      <p:pic>
        <p:nvPicPr>
          <p:cNvPr id="3" name="Picture 2"/>
          <p:cNvPicPr>
            <a:picLocks noChangeAspect="1"/>
          </p:cNvPicPr>
          <p:nvPr/>
        </p:nvPicPr>
        <p:blipFill>
          <a:blip r:embed="rId7"/>
          <a:stretch>
            <a:fillRect/>
          </a:stretch>
        </p:blipFill>
        <p:spPr>
          <a:xfrm>
            <a:off x="4429200" y="4373976"/>
            <a:ext cx="4572001" cy="410239"/>
          </a:xfrm>
          <a:prstGeom prst="rect">
            <a:avLst/>
          </a:prstGeom>
        </p:spPr>
      </p:pic>
    </p:spTree>
    <p:extLst>
      <p:ext uri="{BB962C8B-B14F-4D97-AF65-F5344CB8AC3E}">
        <p14:creationId xmlns:p14="http://schemas.microsoft.com/office/powerpoint/2010/main" val="35314408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Example 1 (First-order RSM)</a:t>
            </a:r>
            <a:endParaRPr lang="en-IN"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atinLnBrk="0">
                  <a:lnSpc>
                    <a:spcPct val="200000"/>
                  </a:lnSpc>
                </a:pPr>
                <a:r>
                  <a:rPr lang="en-IN" sz="1800" dirty="0">
                    <a:latin typeface="Arial" panose="020B0604020202020204" pitchFamily="34" charset="0"/>
                    <a:cs typeface="Arial" panose="020B0604020202020204" pitchFamily="34" charset="0"/>
                  </a:rPr>
                  <a:t>In order to check, </a:t>
                </a:r>
                <a:r>
                  <a:rPr lang="en-IN" sz="1800" b="1" dirty="0">
                    <a:solidFill>
                      <a:srgbClr val="FF0000"/>
                    </a:solidFill>
                    <a:latin typeface="Arial" panose="020B0604020202020204" pitchFamily="34" charset="0"/>
                    <a:cs typeface="Arial" panose="020B0604020202020204" pitchFamily="34" charset="0"/>
                  </a:rPr>
                  <a:t>whether the first-order model fitted or not</a:t>
                </a:r>
                <a:r>
                  <a:rPr lang="en-IN" sz="1800" dirty="0">
                    <a:latin typeface="Arial" panose="020B0604020202020204" pitchFamily="34" charset="0"/>
                    <a:cs typeface="Arial" panose="020B0604020202020204" pitchFamily="34" charset="0"/>
                  </a:rPr>
                  <a:t>, we have to check the following:</a:t>
                </a:r>
              </a:p>
              <a:p>
                <a:pPr marL="764942" lvl="1" indent="-342900" latinLnBrk="0">
                  <a:lnSpc>
                    <a:spcPct val="200000"/>
                  </a:lnSpc>
                  <a:buFont typeface="+mj-lt"/>
                  <a:buAutoNum type="arabicPeriod"/>
                </a:pPr>
                <a:r>
                  <a:rPr lang="en-IN" sz="1430" dirty="0">
                    <a:latin typeface="Arial" panose="020B0604020202020204" pitchFamily="34" charset="0"/>
                    <a:cs typeface="Arial" panose="020B0604020202020204" pitchFamily="34" charset="0"/>
                  </a:rPr>
                  <a:t>Estimate the Error (based on central point observation)</a:t>
                </a:r>
              </a:p>
              <a:p>
                <a:pPr marL="764942" lvl="1" indent="-342900" latinLnBrk="0">
                  <a:lnSpc>
                    <a:spcPct val="200000"/>
                  </a:lnSpc>
                  <a:buFont typeface="+mj-lt"/>
                  <a:buAutoNum type="arabicPeriod"/>
                </a:pPr>
                <a:r>
                  <a:rPr lang="en-IN" sz="1430" dirty="0">
                    <a:latin typeface="Arial" panose="020B0604020202020204" pitchFamily="34" charset="0"/>
                    <a:cs typeface="Arial" panose="020B0604020202020204" pitchFamily="34" charset="0"/>
                  </a:rPr>
                  <a:t>Test for Interaction (</a:t>
                </a:r>
                <a14:m>
                  <m:oMath xmlns:m="http://schemas.openxmlformats.org/officeDocument/2006/math">
                    <m:acc>
                      <m:accPr>
                        <m:chr m:val="̂"/>
                        <m:ctrlPr>
                          <a:rPr lang="en-IN" sz="1430" i="1">
                            <a:latin typeface="Cambria Math" panose="02040503050406030204" pitchFamily="18" charset="0"/>
                            <a:cs typeface="Arial" panose="020B0604020202020204" pitchFamily="34" charset="0"/>
                          </a:rPr>
                        </m:ctrlPr>
                      </m:accPr>
                      <m:e>
                        <m:r>
                          <a:rPr lang="en-IN" sz="1430" i="1">
                            <a:latin typeface="Cambria Math" panose="02040503050406030204" pitchFamily="18" charset="0"/>
                            <a:cs typeface="Arial" panose="020B0604020202020204" pitchFamily="34" charset="0"/>
                          </a:rPr>
                          <m:t>𝑦</m:t>
                        </m:r>
                      </m:e>
                    </m:acc>
                    <m:r>
                      <a:rPr lang="en-IN" sz="1430" i="1">
                        <a:latin typeface="Cambria Math" panose="02040503050406030204" pitchFamily="18" charset="0"/>
                        <a:cs typeface="Arial" panose="020B0604020202020204" pitchFamily="34" charset="0"/>
                      </a:rPr>
                      <m:t>= </m:t>
                    </m:r>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ea typeface="Cambria Math" panose="02040503050406030204" pitchFamily="18" charset="0"/>
                            <a:cs typeface="Arial" panose="020B0604020202020204" pitchFamily="34" charset="0"/>
                          </a:rPr>
                          <m:t>𝛽</m:t>
                        </m:r>
                      </m:e>
                      <m:sub>
                        <m:r>
                          <a:rPr lang="en-IN" sz="1430" i="1">
                            <a:latin typeface="Cambria Math" panose="02040503050406030204" pitchFamily="18" charset="0"/>
                            <a:cs typeface="Arial" panose="020B0604020202020204" pitchFamily="34" charset="0"/>
                          </a:rPr>
                          <m:t>0</m:t>
                        </m:r>
                      </m:sub>
                    </m:sSub>
                    <m:r>
                      <a:rPr lang="en-IN" sz="1430" i="1">
                        <a:latin typeface="Cambria Math" panose="02040503050406030204" pitchFamily="18" charset="0"/>
                        <a:cs typeface="Arial" panose="020B0604020202020204" pitchFamily="34" charset="0"/>
                      </a:rPr>
                      <m:t>+</m:t>
                    </m:r>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ea typeface="Cambria Math" panose="02040503050406030204" pitchFamily="18" charset="0"/>
                            <a:cs typeface="Arial" panose="020B0604020202020204" pitchFamily="34" charset="0"/>
                          </a:rPr>
                          <m:t>𝛽</m:t>
                        </m:r>
                      </m:e>
                      <m:sub>
                        <m:r>
                          <a:rPr lang="en-IN" sz="1430" i="1">
                            <a:latin typeface="Cambria Math" panose="02040503050406030204" pitchFamily="18" charset="0"/>
                            <a:ea typeface="Cambria Math" panose="02040503050406030204" pitchFamily="18" charset="0"/>
                            <a:cs typeface="Arial" panose="020B0604020202020204" pitchFamily="34" charset="0"/>
                          </a:rPr>
                          <m:t>1</m:t>
                        </m:r>
                      </m:sub>
                    </m:sSub>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ea typeface="Cambria Math" panose="02040503050406030204" pitchFamily="18" charset="0"/>
                            <a:cs typeface="Arial" panose="020B0604020202020204" pitchFamily="34" charset="0"/>
                          </a:rPr>
                          <m:t>𝑥</m:t>
                        </m:r>
                      </m:e>
                      <m:sub>
                        <m:r>
                          <a:rPr lang="en-IN" sz="1430" i="1">
                            <a:latin typeface="Cambria Math" panose="02040503050406030204" pitchFamily="18" charset="0"/>
                            <a:ea typeface="Cambria Math" panose="02040503050406030204" pitchFamily="18" charset="0"/>
                            <a:cs typeface="Arial" panose="020B0604020202020204" pitchFamily="34" charset="0"/>
                          </a:rPr>
                          <m:t>1</m:t>
                        </m:r>
                      </m:sub>
                    </m:sSub>
                    <m:r>
                      <a:rPr lang="en-IN" sz="1430">
                        <a:latin typeface="Cambria Math" panose="02040503050406030204" pitchFamily="18" charset="0"/>
                        <a:cs typeface="Arial" panose="020B0604020202020204" pitchFamily="34" charset="0"/>
                      </a:rPr>
                      <m:t>+</m:t>
                    </m:r>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ea typeface="Cambria Math" panose="02040503050406030204" pitchFamily="18" charset="0"/>
                            <a:cs typeface="Arial" panose="020B0604020202020204" pitchFamily="34" charset="0"/>
                          </a:rPr>
                          <m:t>𝛽</m:t>
                        </m:r>
                      </m:e>
                      <m:sub>
                        <m:r>
                          <a:rPr lang="en-IN" sz="1430" i="1">
                            <a:latin typeface="Cambria Math" panose="02040503050406030204" pitchFamily="18" charset="0"/>
                            <a:ea typeface="Cambria Math" panose="02040503050406030204" pitchFamily="18" charset="0"/>
                            <a:cs typeface="Arial" panose="020B0604020202020204" pitchFamily="34" charset="0"/>
                          </a:rPr>
                          <m:t>2</m:t>
                        </m:r>
                      </m:sub>
                    </m:sSub>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ea typeface="Cambria Math" panose="02040503050406030204" pitchFamily="18" charset="0"/>
                            <a:cs typeface="Arial" panose="020B0604020202020204" pitchFamily="34" charset="0"/>
                          </a:rPr>
                          <m:t>𝑥</m:t>
                        </m:r>
                      </m:e>
                      <m:sub>
                        <m:r>
                          <a:rPr lang="en-IN" sz="1430" i="1">
                            <a:latin typeface="Cambria Math" panose="02040503050406030204" pitchFamily="18" charset="0"/>
                            <a:ea typeface="Cambria Math" panose="02040503050406030204" pitchFamily="18" charset="0"/>
                            <a:cs typeface="Arial" panose="020B0604020202020204" pitchFamily="34" charset="0"/>
                          </a:rPr>
                          <m:t>2</m:t>
                        </m:r>
                      </m:sub>
                    </m:sSub>
                    <m:r>
                      <a:rPr lang="en-IN" sz="1430" i="1">
                        <a:latin typeface="Cambria Math" panose="02040503050406030204" pitchFamily="18" charset="0"/>
                        <a:ea typeface="Cambria Math" panose="02040503050406030204" pitchFamily="18" charset="0"/>
                        <a:cs typeface="Arial" panose="020B0604020202020204" pitchFamily="34" charset="0"/>
                      </a:rPr>
                      <m:t>+</m:t>
                    </m:r>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ea typeface="Cambria Math" panose="02040503050406030204" pitchFamily="18" charset="0"/>
                            <a:cs typeface="Arial" panose="020B0604020202020204" pitchFamily="34" charset="0"/>
                          </a:rPr>
                          <m:t>𝛽</m:t>
                        </m:r>
                      </m:e>
                      <m:sub>
                        <m:r>
                          <a:rPr lang="en-IN" sz="1430" i="1">
                            <a:latin typeface="Cambria Math" panose="02040503050406030204" pitchFamily="18" charset="0"/>
                            <a:ea typeface="Cambria Math" panose="02040503050406030204" pitchFamily="18" charset="0"/>
                            <a:cs typeface="Arial" panose="020B0604020202020204" pitchFamily="34" charset="0"/>
                          </a:rPr>
                          <m:t>12</m:t>
                        </m:r>
                      </m:sub>
                    </m:sSub>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ea typeface="Cambria Math" panose="02040503050406030204" pitchFamily="18" charset="0"/>
                            <a:cs typeface="Arial" panose="020B0604020202020204" pitchFamily="34" charset="0"/>
                          </a:rPr>
                          <m:t>𝑥</m:t>
                        </m:r>
                      </m:e>
                      <m:sub>
                        <m:r>
                          <a:rPr lang="en-IN" sz="1430" i="1">
                            <a:latin typeface="Cambria Math" panose="02040503050406030204" pitchFamily="18" charset="0"/>
                            <a:ea typeface="Cambria Math" panose="02040503050406030204" pitchFamily="18" charset="0"/>
                            <a:cs typeface="Arial" panose="020B0604020202020204" pitchFamily="34" charset="0"/>
                          </a:rPr>
                          <m:t>1</m:t>
                        </m:r>
                      </m:sub>
                    </m:sSub>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ea typeface="Cambria Math" panose="02040503050406030204" pitchFamily="18" charset="0"/>
                            <a:cs typeface="Arial" panose="020B0604020202020204" pitchFamily="34" charset="0"/>
                          </a:rPr>
                          <m:t>𝑥</m:t>
                        </m:r>
                      </m:e>
                      <m:sub>
                        <m:r>
                          <a:rPr lang="en-IN" sz="1430" i="1">
                            <a:latin typeface="Cambria Math" panose="02040503050406030204" pitchFamily="18" charset="0"/>
                            <a:ea typeface="Cambria Math" panose="02040503050406030204" pitchFamily="18" charset="0"/>
                            <a:cs typeface="Arial" panose="020B0604020202020204" pitchFamily="34" charset="0"/>
                          </a:rPr>
                          <m:t>2</m:t>
                        </m:r>
                      </m:sub>
                    </m:sSub>
                    <m:r>
                      <a:rPr lang="en-IN" sz="1430" i="1">
                        <a:latin typeface="Cambria Math" panose="02040503050406030204" pitchFamily="18" charset="0"/>
                        <a:ea typeface="Cambria Math" panose="02040503050406030204" pitchFamily="18" charset="0"/>
                        <a:cs typeface="Arial" panose="020B0604020202020204" pitchFamily="34" charset="0"/>
                      </a:rPr>
                      <m:t>)</m:t>
                    </m:r>
                  </m:oMath>
                </a14:m>
                <a:r>
                  <a:rPr lang="en-IN" sz="1430" dirty="0">
                    <a:latin typeface="Arial" panose="020B0604020202020204" pitchFamily="34" charset="0"/>
                    <a:cs typeface="Arial" panose="020B0604020202020204" pitchFamily="34" charset="0"/>
                  </a:rPr>
                  <a:t> whether </a:t>
                </a:r>
                <a14:m>
                  <m:oMath xmlns:m="http://schemas.openxmlformats.org/officeDocument/2006/math">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ea typeface="Cambria Math" panose="02040503050406030204" pitchFamily="18" charset="0"/>
                            <a:cs typeface="Arial" panose="020B0604020202020204" pitchFamily="34" charset="0"/>
                          </a:rPr>
                          <m:t>𝛽</m:t>
                        </m:r>
                      </m:e>
                      <m:sub>
                        <m:r>
                          <a:rPr lang="en-IN" sz="1430" i="1">
                            <a:latin typeface="Cambria Math" panose="02040503050406030204" pitchFamily="18" charset="0"/>
                            <a:ea typeface="Cambria Math" panose="02040503050406030204" pitchFamily="18" charset="0"/>
                            <a:cs typeface="Arial" panose="020B0604020202020204" pitchFamily="34" charset="0"/>
                          </a:rPr>
                          <m:t>12</m:t>
                        </m:r>
                      </m:sub>
                    </m:sSub>
                  </m:oMath>
                </a14:m>
                <a:r>
                  <a:rPr lang="en-IN" sz="1430" dirty="0">
                    <a:latin typeface="Arial" panose="020B0604020202020204" pitchFamily="34" charset="0"/>
                    <a:cs typeface="Arial" panose="020B0604020202020204" pitchFamily="34" charset="0"/>
                  </a:rPr>
                  <a:t> significant or not?</a:t>
                </a:r>
              </a:p>
              <a:p>
                <a:pPr marL="764942" lvl="1" indent="-342900" latinLnBrk="0">
                  <a:lnSpc>
                    <a:spcPct val="200000"/>
                  </a:lnSpc>
                  <a:buFont typeface="+mj-lt"/>
                  <a:buAutoNum type="arabicPeriod"/>
                </a:pPr>
                <a:r>
                  <a:rPr lang="en-IN" sz="1430" dirty="0">
                    <a:latin typeface="Arial" panose="020B0604020202020204" pitchFamily="34" charset="0"/>
                    <a:cs typeface="Arial" panose="020B0604020202020204" pitchFamily="34" charset="0"/>
                  </a:rPr>
                  <a:t>Test for Quadratic effects (</a:t>
                </a:r>
                <a14:m>
                  <m:oMath xmlns:m="http://schemas.openxmlformats.org/officeDocument/2006/math">
                    <m:acc>
                      <m:accPr>
                        <m:chr m:val="̂"/>
                        <m:ctrlPr>
                          <a:rPr lang="en-IN" sz="1430" i="1">
                            <a:latin typeface="Cambria Math" panose="02040503050406030204" pitchFamily="18" charset="0"/>
                            <a:cs typeface="Arial" panose="020B0604020202020204" pitchFamily="34" charset="0"/>
                          </a:rPr>
                        </m:ctrlPr>
                      </m:accPr>
                      <m:e>
                        <m:r>
                          <a:rPr lang="en-IN" sz="1430" i="1">
                            <a:latin typeface="Cambria Math" panose="02040503050406030204" pitchFamily="18" charset="0"/>
                            <a:cs typeface="Arial" panose="020B0604020202020204" pitchFamily="34" charset="0"/>
                          </a:rPr>
                          <m:t>𝑦</m:t>
                        </m:r>
                      </m:e>
                    </m:acc>
                    <m:r>
                      <a:rPr lang="en-IN" sz="1430" i="1">
                        <a:latin typeface="Cambria Math" panose="02040503050406030204" pitchFamily="18" charset="0"/>
                        <a:cs typeface="Arial" panose="020B0604020202020204" pitchFamily="34" charset="0"/>
                      </a:rPr>
                      <m:t>= </m:t>
                    </m:r>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ea typeface="Cambria Math" panose="02040503050406030204" pitchFamily="18" charset="0"/>
                            <a:cs typeface="Arial" panose="020B0604020202020204" pitchFamily="34" charset="0"/>
                          </a:rPr>
                          <m:t>𝛽</m:t>
                        </m:r>
                      </m:e>
                      <m:sub>
                        <m:r>
                          <a:rPr lang="en-IN" sz="1430" i="1">
                            <a:latin typeface="Cambria Math" panose="02040503050406030204" pitchFamily="18" charset="0"/>
                            <a:cs typeface="Arial" panose="020B0604020202020204" pitchFamily="34" charset="0"/>
                          </a:rPr>
                          <m:t>0</m:t>
                        </m:r>
                      </m:sub>
                    </m:sSub>
                    <m:r>
                      <a:rPr lang="en-IN" sz="1430" i="1">
                        <a:latin typeface="Cambria Math" panose="02040503050406030204" pitchFamily="18" charset="0"/>
                        <a:cs typeface="Arial" panose="020B0604020202020204" pitchFamily="34" charset="0"/>
                      </a:rPr>
                      <m:t>+</m:t>
                    </m:r>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ea typeface="Cambria Math" panose="02040503050406030204" pitchFamily="18" charset="0"/>
                            <a:cs typeface="Arial" panose="020B0604020202020204" pitchFamily="34" charset="0"/>
                          </a:rPr>
                          <m:t>𝛽</m:t>
                        </m:r>
                      </m:e>
                      <m:sub>
                        <m:r>
                          <a:rPr lang="en-IN" sz="1430" i="1">
                            <a:latin typeface="Cambria Math" panose="02040503050406030204" pitchFamily="18" charset="0"/>
                            <a:ea typeface="Cambria Math" panose="02040503050406030204" pitchFamily="18" charset="0"/>
                            <a:cs typeface="Arial" panose="020B0604020202020204" pitchFamily="34" charset="0"/>
                          </a:rPr>
                          <m:t>1</m:t>
                        </m:r>
                      </m:sub>
                    </m:sSub>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ea typeface="Cambria Math" panose="02040503050406030204" pitchFamily="18" charset="0"/>
                            <a:cs typeface="Arial" panose="020B0604020202020204" pitchFamily="34" charset="0"/>
                          </a:rPr>
                          <m:t>𝑥</m:t>
                        </m:r>
                      </m:e>
                      <m:sub>
                        <m:r>
                          <a:rPr lang="en-IN" sz="1430" i="1">
                            <a:latin typeface="Cambria Math" panose="02040503050406030204" pitchFamily="18" charset="0"/>
                            <a:ea typeface="Cambria Math" panose="02040503050406030204" pitchFamily="18" charset="0"/>
                            <a:cs typeface="Arial" panose="020B0604020202020204" pitchFamily="34" charset="0"/>
                          </a:rPr>
                          <m:t>1</m:t>
                        </m:r>
                      </m:sub>
                    </m:sSub>
                    <m:r>
                      <a:rPr lang="en-IN" sz="1430">
                        <a:latin typeface="Cambria Math" panose="02040503050406030204" pitchFamily="18" charset="0"/>
                        <a:cs typeface="Arial" panose="020B0604020202020204" pitchFamily="34" charset="0"/>
                      </a:rPr>
                      <m:t>+</m:t>
                    </m:r>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ea typeface="Cambria Math" panose="02040503050406030204" pitchFamily="18" charset="0"/>
                            <a:cs typeface="Arial" panose="020B0604020202020204" pitchFamily="34" charset="0"/>
                          </a:rPr>
                          <m:t>𝛽</m:t>
                        </m:r>
                      </m:e>
                      <m:sub>
                        <m:r>
                          <a:rPr lang="en-IN" sz="1430" i="1">
                            <a:latin typeface="Cambria Math" panose="02040503050406030204" pitchFamily="18" charset="0"/>
                            <a:ea typeface="Cambria Math" panose="02040503050406030204" pitchFamily="18" charset="0"/>
                            <a:cs typeface="Arial" panose="020B0604020202020204" pitchFamily="34" charset="0"/>
                          </a:rPr>
                          <m:t>2</m:t>
                        </m:r>
                      </m:sub>
                    </m:sSub>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ea typeface="Cambria Math" panose="02040503050406030204" pitchFamily="18" charset="0"/>
                            <a:cs typeface="Arial" panose="020B0604020202020204" pitchFamily="34" charset="0"/>
                          </a:rPr>
                          <m:t>𝑥</m:t>
                        </m:r>
                      </m:e>
                      <m:sub>
                        <m:r>
                          <a:rPr lang="en-IN" sz="1430" i="1">
                            <a:latin typeface="Cambria Math" panose="02040503050406030204" pitchFamily="18" charset="0"/>
                            <a:ea typeface="Cambria Math" panose="02040503050406030204" pitchFamily="18" charset="0"/>
                            <a:cs typeface="Arial" panose="020B0604020202020204" pitchFamily="34" charset="0"/>
                          </a:rPr>
                          <m:t>2</m:t>
                        </m:r>
                      </m:sub>
                    </m:sSub>
                    <m:r>
                      <a:rPr lang="en-IN" sz="1430" i="1">
                        <a:latin typeface="Cambria Math" panose="02040503050406030204" pitchFamily="18" charset="0"/>
                        <a:ea typeface="Cambria Math" panose="02040503050406030204" pitchFamily="18" charset="0"/>
                        <a:cs typeface="Arial" panose="020B0604020202020204" pitchFamily="34" charset="0"/>
                      </a:rPr>
                      <m:t>+</m:t>
                    </m:r>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ea typeface="Cambria Math" panose="02040503050406030204" pitchFamily="18" charset="0"/>
                            <a:cs typeface="Arial" panose="020B0604020202020204" pitchFamily="34" charset="0"/>
                          </a:rPr>
                          <m:t>𝛽</m:t>
                        </m:r>
                      </m:e>
                      <m:sub>
                        <m:r>
                          <a:rPr lang="en-IN" sz="1430" i="1">
                            <a:latin typeface="Cambria Math" panose="02040503050406030204" pitchFamily="18" charset="0"/>
                            <a:ea typeface="Cambria Math" panose="02040503050406030204" pitchFamily="18" charset="0"/>
                            <a:cs typeface="Arial" panose="020B0604020202020204" pitchFamily="34" charset="0"/>
                          </a:rPr>
                          <m:t>12</m:t>
                        </m:r>
                      </m:sub>
                    </m:sSub>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ea typeface="Cambria Math" panose="02040503050406030204" pitchFamily="18" charset="0"/>
                            <a:cs typeface="Arial" panose="020B0604020202020204" pitchFamily="34" charset="0"/>
                          </a:rPr>
                          <m:t>𝑥</m:t>
                        </m:r>
                      </m:e>
                      <m:sub>
                        <m:r>
                          <a:rPr lang="en-IN" sz="1430" i="1">
                            <a:latin typeface="Cambria Math" panose="02040503050406030204" pitchFamily="18" charset="0"/>
                            <a:ea typeface="Cambria Math" panose="02040503050406030204" pitchFamily="18" charset="0"/>
                            <a:cs typeface="Arial" panose="020B0604020202020204" pitchFamily="34" charset="0"/>
                          </a:rPr>
                          <m:t>1</m:t>
                        </m:r>
                      </m:sub>
                    </m:sSub>
                    <m:sSub>
                      <m:sSubPr>
                        <m:ctrlPr>
                          <a:rPr lang="en-IN" sz="1430" i="1">
                            <a:latin typeface="Cambria Math" panose="02040503050406030204" pitchFamily="18" charset="0"/>
                            <a:cs typeface="Arial" panose="020B0604020202020204" pitchFamily="34" charset="0"/>
                          </a:rPr>
                        </m:ctrlPr>
                      </m:sSubPr>
                      <m:e>
                        <m:r>
                          <a:rPr lang="en-IN" sz="1430" i="1">
                            <a:latin typeface="Cambria Math" panose="02040503050406030204" pitchFamily="18" charset="0"/>
                            <a:ea typeface="Cambria Math" panose="02040503050406030204" pitchFamily="18" charset="0"/>
                            <a:cs typeface="Arial" panose="020B0604020202020204" pitchFamily="34" charset="0"/>
                          </a:rPr>
                          <m:t>𝑥</m:t>
                        </m:r>
                      </m:e>
                      <m:sub>
                        <m:r>
                          <a:rPr lang="en-IN" sz="1430" i="1">
                            <a:latin typeface="Cambria Math" panose="02040503050406030204" pitchFamily="18" charset="0"/>
                            <a:ea typeface="Cambria Math" panose="02040503050406030204" pitchFamily="18" charset="0"/>
                            <a:cs typeface="Arial" panose="020B0604020202020204" pitchFamily="34" charset="0"/>
                          </a:rPr>
                          <m:t>2</m:t>
                        </m:r>
                      </m:sub>
                    </m:sSub>
                    <m:r>
                      <a:rPr lang="en-IN" sz="1430" i="1">
                        <a:latin typeface="Cambria Math" panose="02040503050406030204" pitchFamily="18" charset="0"/>
                        <a:ea typeface="Cambria Math" panose="02040503050406030204" pitchFamily="18" charset="0"/>
                        <a:cs typeface="Arial" panose="020B0604020202020204" pitchFamily="34" charset="0"/>
                      </a:rPr>
                      <m:t>+</m:t>
                    </m:r>
                    <m:sSubSup>
                      <m:sSubSupPr>
                        <m:ctrlPr>
                          <a:rPr lang="en-IN" sz="1430" i="1">
                            <a:latin typeface="Cambria Math" panose="02040503050406030204" pitchFamily="18" charset="0"/>
                            <a:ea typeface="Cambria Math" panose="02040503050406030204" pitchFamily="18" charset="0"/>
                            <a:cs typeface="Arial" panose="020B0604020202020204" pitchFamily="34" charset="0"/>
                          </a:rPr>
                        </m:ctrlPr>
                      </m:sSubSupPr>
                      <m:e>
                        <m:r>
                          <a:rPr lang="en-IN" sz="1430" i="1">
                            <a:latin typeface="Cambria Math" panose="02040503050406030204" pitchFamily="18" charset="0"/>
                            <a:ea typeface="Cambria Math" panose="02040503050406030204" pitchFamily="18" charset="0"/>
                            <a:cs typeface="Arial" panose="020B0604020202020204" pitchFamily="34" charset="0"/>
                          </a:rPr>
                          <m:t>𝛽</m:t>
                        </m:r>
                      </m:e>
                      <m:sub>
                        <m:r>
                          <a:rPr lang="en-IN" sz="1430" i="1">
                            <a:latin typeface="Cambria Math" panose="02040503050406030204" pitchFamily="18" charset="0"/>
                            <a:ea typeface="Cambria Math" panose="02040503050406030204" pitchFamily="18" charset="0"/>
                            <a:cs typeface="Arial" panose="020B0604020202020204" pitchFamily="34" charset="0"/>
                          </a:rPr>
                          <m:t>11</m:t>
                        </m:r>
                      </m:sub>
                      <m:sup/>
                    </m:sSubSup>
                    <m:sSubSup>
                      <m:sSubSupPr>
                        <m:ctrlPr>
                          <a:rPr lang="en-IN" sz="1430" i="1">
                            <a:latin typeface="Cambria Math" panose="02040503050406030204" pitchFamily="18" charset="0"/>
                            <a:ea typeface="Cambria Math" panose="02040503050406030204" pitchFamily="18" charset="0"/>
                            <a:cs typeface="Arial" panose="020B0604020202020204" pitchFamily="34" charset="0"/>
                          </a:rPr>
                        </m:ctrlPr>
                      </m:sSubSupPr>
                      <m:e>
                        <m:r>
                          <a:rPr lang="en-IN" sz="1430" i="1">
                            <a:latin typeface="Cambria Math" panose="02040503050406030204" pitchFamily="18" charset="0"/>
                            <a:ea typeface="Cambria Math" panose="02040503050406030204" pitchFamily="18" charset="0"/>
                            <a:cs typeface="Arial" panose="020B0604020202020204" pitchFamily="34" charset="0"/>
                          </a:rPr>
                          <m:t>𝑥</m:t>
                        </m:r>
                      </m:e>
                      <m:sub>
                        <m:r>
                          <a:rPr lang="en-IN" sz="1430" i="1">
                            <a:latin typeface="Cambria Math" panose="02040503050406030204" pitchFamily="18" charset="0"/>
                            <a:ea typeface="Cambria Math" panose="02040503050406030204" pitchFamily="18" charset="0"/>
                            <a:cs typeface="Arial" panose="020B0604020202020204" pitchFamily="34" charset="0"/>
                          </a:rPr>
                          <m:t>1</m:t>
                        </m:r>
                      </m:sub>
                      <m:sup>
                        <m:r>
                          <a:rPr lang="en-IN" sz="1430" i="1">
                            <a:latin typeface="Cambria Math" panose="02040503050406030204" pitchFamily="18" charset="0"/>
                            <a:ea typeface="Cambria Math" panose="02040503050406030204" pitchFamily="18" charset="0"/>
                            <a:cs typeface="Arial" panose="020B0604020202020204" pitchFamily="34" charset="0"/>
                          </a:rPr>
                          <m:t>2</m:t>
                        </m:r>
                      </m:sup>
                    </m:sSubSup>
                    <m:r>
                      <a:rPr lang="en-IN" sz="1430" i="1">
                        <a:latin typeface="Cambria Math" panose="02040503050406030204" pitchFamily="18" charset="0"/>
                        <a:ea typeface="Cambria Math" panose="02040503050406030204" pitchFamily="18" charset="0"/>
                        <a:cs typeface="Arial" panose="020B0604020202020204" pitchFamily="34" charset="0"/>
                      </a:rPr>
                      <m:t>+</m:t>
                    </m:r>
                    <m:sSubSup>
                      <m:sSubSupPr>
                        <m:ctrlPr>
                          <a:rPr lang="en-IN" sz="1430" i="1">
                            <a:latin typeface="Cambria Math" panose="02040503050406030204" pitchFamily="18" charset="0"/>
                            <a:ea typeface="Cambria Math" panose="02040503050406030204" pitchFamily="18" charset="0"/>
                            <a:cs typeface="Arial" panose="020B0604020202020204" pitchFamily="34" charset="0"/>
                          </a:rPr>
                        </m:ctrlPr>
                      </m:sSubSupPr>
                      <m:e>
                        <m:r>
                          <a:rPr lang="en-IN" sz="1430" i="1">
                            <a:latin typeface="Cambria Math" panose="02040503050406030204" pitchFamily="18" charset="0"/>
                            <a:ea typeface="Cambria Math" panose="02040503050406030204" pitchFamily="18" charset="0"/>
                            <a:cs typeface="Arial" panose="020B0604020202020204" pitchFamily="34" charset="0"/>
                          </a:rPr>
                          <m:t>𝛽</m:t>
                        </m:r>
                      </m:e>
                      <m:sub>
                        <m:r>
                          <a:rPr lang="en-IN" sz="1430" i="1">
                            <a:latin typeface="Cambria Math" panose="02040503050406030204" pitchFamily="18" charset="0"/>
                            <a:ea typeface="Cambria Math" panose="02040503050406030204" pitchFamily="18" charset="0"/>
                            <a:cs typeface="Arial" panose="020B0604020202020204" pitchFamily="34" charset="0"/>
                          </a:rPr>
                          <m:t>22</m:t>
                        </m:r>
                      </m:sub>
                      <m:sup/>
                    </m:sSubSup>
                    <m:sSubSup>
                      <m:sSubSupPr>
                        <m:ctrlPr>
                          <a:rPr lang="en-IN" sz="1430" i="1">
                            <a:latin typeface="Cambria Math" panose="02040503050406030204" pitchFamily="18" charset="0"/>
                            <a:ea typeface="Cambria Math" panose="02040503050406030204" pitchFamily="18" charset="0"/>
                            <a:cs typeface="Arial" panose="020B0604020202020204" pitchFamily="34" charset="0"/>
                          </a:rPr>
                        </m:ctrlPr>
                      </m:sSubSupPr>
                      <m:e>
                        <m:r>
                          <a:rPr lang="en-IN" sz="1430" i="1">
                            <a:latin typeface="Cambria Math" panose="02040503050406030204" pitchFamily="18" charset="0"/>
                            <a:ea typeface="Cambria Math" panose="02040503050406030204" pitchFamily="18" charset="0"/>
                            <a:cs typeface="Arial" panose="020B0604020202020204" pitchFamily="34" charset="0"/>
                          </a:rPr>
                          <m:t>𝑥</m:t>
                        </m:r>
                      </m:e>
                      <m:sub>
                        <m:r>
                          <a:rPr lang="en-IN" sz="1430" i="1">
                            <a:latin typeface="Cambria Math" panose="02040503050406030204" pitchFamily="18" charset="0"/>
                            <a:ea typeface="Cambria Math" panose="02040503050406030204" pitchFamily="18" charset="0"/>
                            <a:cs typeface="Arial" panose="020B0604020202020204" pitchFamily="34" charset="0"/>
                          </a:rPr>
                          <m:t>2</m:t>
                        </m:r>
                      </m:sub>
                      <m:sup>
                        <m:r>
                          <a:rPr lang="en-IN" sz="1430" i="1">
                            <a:latin typeface="Cambria Math" panose="02040503050406030204" pitchFamily="18" charset="0"/>
                            <a:ea typeface="Cambria Math" panose="02040503050406030204" pitchFamily="18" charset="0"/>
                            <a:cs typeface="Arial" panose="020B0604020202020204" pitchFamily="34" charset="0"/>
                          </a:rPr>
                          <m:t>2</m:t>
                        </m:r>
                      </m:sup>
                    </m:sSubSup>
                    <m:r>
                      <a:rPr lang="en-IN" sz="1430" i="1">
                        <a:latin typeface="Cambria Math" panose="02040503050406030204" pitchFamily="18" charset="0"/>
                        <a:ea typeface="Cambria Math" panose="02040503050406030204" pitchFamily="18" charset="0"/>
                        <a:cs typeface="Arial" panose="020B0604020202020204" pitchFamily="34" charset="0"/>
                      </a:rPr>
                      <m:t>)</m:t>
                    </m:r>
                  </m:oMath>
                </a14:m>
                <a:r>
                  <a:rPr lang="en-IN" sz="1430" dirty="0">
                    <a:latin typeface="Arial" panose="020B0604020202020204" pitchFamily="34" charset="0"/>
                    <a:cs typeface="Arial" panose="020B0604020202020204" pitchFamily="34" charset="0"/>
                  </a:rPr>
                  <a:t> whether </a:t>
                </a:r>
                <a14:m>
                  <m:oMath xmlns:m="http://schemas.openxmlformats.org/officeDocument/2006/math">
                    <m:sSubSup>
                      <m:sSubSupPr>
                        <m:ctrlPr>
                          <a:rPr lang="en-IN" sz="1430" i="1">
                            <a:latin typeface="Cambria Math" panose="02040503050406030204" pitchFamily="18" charset="0"/>
                            <a:ea typeface="Cambria Math" panose="02040503050406030204" pitchFamily="18" charset="0"/>
                            <a:cs typeface="Arial" panose="020B0604020202020204" pitchFamily="34" charset="0"/>
                          </a:rPr>
                        </m:ctrlPr>
                      </m:sSubSupPr>
                      <m:e>
                        <m:r>
                          <a:rPr lang="en-IN" sz="1430" i="1">
                            <a:latin typeface="Cambria Math" panose="02040503050406030204" pitchFamily="18" charset="0"/>
                            <a:ea typeface="Cambria Math" panose="02040503050406030204" pitchFamily="18" charset="0"/>
                            <a:cs typeface="Arial" panose="020B0604020202020204" pitchFamily="34" charset="0"/>
                          </a:rPr>
                          <m:t>𝛽</m:t>
                        </m:r>
                      </m:e>
                      <m:sub>
                        <m:r>
                          <a:rPr lang="en-IN" sz="1430" i="1">
                            <a:latin typeface="Cambria Math" panose="02040503050406030204" pitchFamily="18" charset="0"/>
                            <a:ea typeface="Cambria Math" panose="02040503050406030204" pitchFamily="18" charset="0"/>
                            <a:cs typeface="Arial" panose="020B0604020202020204" pitchFamily="34" charset="0"/>
                          </a:rPr>
                          <m:t>11</m:t>
                        </m:r>
                      </m:sub>
                      <m:sup/>
                    </m:sSubSup>
                    <m:r>
                      <a:rPr lang="en-IN" sz="1430" i="1">
                        <a:latin typeface="Cambria Math" panose="02040503050406030204" pitchFamily="18" charset="0"/>
                        <a:ea typeface="Cambria Math" panose="02040503050406030204" pitchFamily="18" charset="0"/>
                        <a:cs typeface="Arial" panose="020B0604020202020204" pitchFamily="34" charset="0"/>
                      </a:rPr>
                      <m:t>+</m:t>
                    </m:r>
                    <m:sSubSup>
                      <m:sSubSupPr>
                        <m:ctrlPr>
                          <a:rPr lang="en-IN" sz="1430" i="1">
                            <a:latin typeface="Cambria Math" panose="02040503050406030204" pitchFamily="18" charset="0"/>
                            <a:ea typeface="Cambria Math" panose="02040503050406030204" pitchFamily="18" charset="0"/>
                            <a:cs typeface="Arial" panose="020B0604020202020204" pitchFamily="34" charset="0"/>
                          </a:rPr>
                        </m:ctrlPr>
                      </m:sSubSupPr>
                      <m:e>
                        <m:r>
                          <a:rPr lang="en-IN" sz="1430" i="1">
                            <a:latin typeface="Cambria Math" panose="02040503050406030204" pitchFamily="18" charset="0"/>
                            <a:ea typeface="Cambria Math" panose="02040503050406030204" pitchFamily="18" charset="0"/>
                            <a:cs typeface="Arial" panose="020B0604020202020204" pitchFamily="34" charset="0"/>
                          </a:rPr>
                          <m:t>𝛽</m:t>
                        </m:r>
                      </m:e>
                      <m:sub>
                        <m:r>
                          <a:rPr lang="en-IN" sz="1430" i="1">
                            <a:latin typeface="Cambria Math" panose="02040503050406030204" pitchFamily="18" charset="0"/>
                            <a:ea typeface="Cambria Math" panose="02040503050406030204" pitchFamily="18" charset="0"/>
                            <a:cs typeface="Arial" panose="020B0604020202020204" pitchFamily="34" charset="0"/>
                          </a:rPr>
                          <m:t>22</m:t>
                        </m:r>
                      </m:sub>
                      <m:sup/>
                    </m:sSubSup>
                  </m:oMath>
                </a14:m>
                <a:r>
                  <a:rPr lang="en-IN" sz="1430" dirty="0">
                    <a:latin typeface="Arial" panose="020B0604020202020204" pitchFamily="34" charset="0"/>
                    <a:cs typeface="Arial" panose="020B0604020202020204" pitchFamily="34" charset="0"/>
                  </a:rPr>
                  <a:t> significant or not?</a:t>
                </a:r>
              </a:p>
              <a:p>
                <a:pPr marL="764942" lvl="1" indent="-342900" latinLnBrk="0">
                  <a:lnSpc>
                    <a:spcPct val="200000"/>
                  </a:lnSpc>
                  <a:buFont typeface="+mj-lt"/>
                  <a:buAutoNum type="arabicPeriod"/>
                </a:pPr>
                <a:r>
                  <a:rPr lang="en-IN" sz="1430" dirty="0">
                    <a:latin typeface="Arial" panose="020B0604020202020204" pitchFamily="34" charset="0"/>
                    <a:cs typeface="Arial" panose="020B0604020202020204" pitchFamily="34" charset="0"/>
                  </a:rPr>
                  <a:t>If step 2 and step 3 is equal to zero, then we can say the first-order model is fit. If not, we have to analysis further.</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3"/>
                <a:stretch>
                  <a:fillRect l="-722" b="-5213"/>
                </a:stretch>
              </a:blipFill>
            </p:spPr>
            <p:txBody>
              <a:bodyPr/>
              <a:lstStyle/>
              <a:p>
                <a:r>
                  <a:rPr lang="en-IN">
                    <a:noFill/>
                  </a:rPr>
                  <a:t> </a:t>
                </a:r>
              </a:p>
            </p:txBody>
          </p:sp>
        </mc:Fallback>
      </mc:AlternateContent>
    </p:spTree>
    <p:extLst>
      <p:ext uri="{BB962C8B-B14F-4D97-AF65-F5344CB8AC3E}">
        <p14:creationId xmlns:p14="http://schemas.microsoft.com/office/powerpoint/2010/main" val="3302897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Example 1 (First-order RSM)</a:t>
            </a:r>
            <a:endParaRPr lang="en-IN" dirty="0"/>
          </a:p>
        </p:txBody>
      </p:sp>
      <p:sp>
        <p:nvSpPr>
          <p:cNvPr id="4" name="Content Placeholder 3"/>
          <p:cNvSpPr>
            <a:spLocks noGrp="1"/>
          </p:cNvSpPr>
          <p:nvPr>
            <p:ph idx="1"/>
          </p:nvPr>
        </p:nvSpPr>
        <p:spPr/>
        <p:txBody>
          <a:bodyPr/>
          <a:lstStyle/>
          <a:p>
            <a:pPr marL="52755" indent="0" latinLnBrk="0">
              <a:lnSpc>
                <a:spcPct val="200000"/>
              </a:lnSpc>
              <a:buNone/>
            </a:pPr>
            <a:r>
              <a:rPr lang="en-IN" sz="1800" b="1" dirty="0">
                <a:latin typeface="Arial" panose="020B0604020202020204" pitchFamily="34" charset="0"/>
                <a:cs typeface="Arial" panose="020B0604020202020204" pitchFamily="34" charset="0"/>
              </a:rPr>
              <a:t>Step 1. Estimate the Error (based on central point observation)</a:t>
            </a:r>
          </a:p>
        </p:txBody>
      </p:sp>
      <p:pic>
        <p:nvPicPr>
          <p:cNvPr id="3" name="Picture 2"/>
          <p:cNvPicPr>
            <a:picLocks noChangeAspect="1"/>
          </p:cNvPicPr>
          <p:nvPr/>
        </p:nvPicPr>
        <p:blipFill>
          <a:blip r:embed="rId3"/>
          <a:stretch>
            <a:fillRect/>
          </a:stretch>
        </p:blipFill>
        <p:spPr>
          <a:xfrm>
            <a:off x="1014393" y="2672916"/>
            <a:ext cx="6515100" cy="607219"/>
          </a:xfrm>
          <a:prstGeom prst="rect">
            <a:avLst/>
          </a:prstGeom>
        </p:spPr>
      </p:pic>
      <p:sp>
        <p:nvSpPr>
          <p:cNvPr id="5" name="TextBox 4"/>
          <p:cNvSpPr txBox="1"/>
          <p:nvPr/>
        </p:nvSpPr>
        <p:spPr>
          <a:xfrm>
            <a:off x="468474" y="2229669"/>
            <a:ext cx="7364517" cy="300082"/>
          </a:xfrm>
          <a:prstGeom prst="rect">
            <a:avLst/>
          </a:prstGeom>
          <a:noFill/>
        </p:spPr>
        <p:txBody>
          <a:bodyPr wrap="none" rtlCol="0">
            <a:spAutoFit/>
          </a:bodyPr>
          <a:lstStyle/>
          <a:p>
            <a:r>
              <a:rPr lang="en-IN" sz="1350" dirty="0">
                <a:latin typeface="Arial" panose="020B0604020202020204" pitchFamily="34" charset="0"/>
                <a:cs typeface="Arial" panose="020B0604020202020204" pitchFamily="34" charset="0"/>
              </a:rPr>
              <a:t>Error = [Sum of square of all the values/responses – (squares of sum of all the values)/n] / n-1</a:t>
            </a:r>
          </a:p>
        </p:txBody>
      </p:sp>
      <p:sp>
        <p:nvSpPr>
          <p:cNvPr id="6" name="TextBox 5"/>
          <p:cNvSpPr txBox="1"/>
          <p:nvPr/>
        </p:nvSpPr>
        <p:spPr>
          <a:xfrm>
            <a:off x="572847" y="3556599"/>
            <a:ext cx="4204997" cy="369332"/>
          </a:xfrm>
          <a:prstGeom prst="rect">
            <a:avLst/>
          </a:prstGeom>
          <a:noFill/>
        </p:spPr>
        <p:txBody>
          <a:bodyPr wrap="none" rtlCol="0">
            <a:spAutoFit/>
          </a:bodyPr>
          <a:lstStyle/>
          <a:p>
            <a:r>
              <a:rPr lang="en-IN" sz="1800" dirty="0">
                <a:latin typeface="Arial" panose="020B0604020202020204" pitchFamily="34" charset="0"/>
                <a:cs typeface="Arial" panose="020B0604020202020204" pitchFamily="34" charset="0"/>
              </a:rPr>
              <a:t>The mean square Error (MS</a:t>
            </a:r>
            <a:r>
              <a:rPr lang="en-IN" sz="1800" baseline="-25000" dirty="0">
                <a:latin typeface="Arial" panose="020B0604020202020204" pitchFamily="34" charset="0"/>
                <a:cs typeface="Arial" panose="020B0604020202020204" pitchFamily="34" charset="0"/>
              </a:rPr>
              <a:t>E</a:t>
            </a:r>
            <a:r>
              <a:rPr lang="en-IN" sz="1800" dirty="0">
                <a:latin typeface="Arial" panose="020B0604020202020204" pitchFamily="34" charset="0"/>
                <a:cs typeface="Arial" panose="020B0604020202020204" pitchFamily="34" charset="0"/>
              </a:rPr>
              <a:t>) = 0.0430</a:t>
            </a:r>
          </a:p>
        </p:txBody>
      </p:sp>
    </p:spTree>
    <p:extLst>
      <p:ext uri="{BB962C8B-B14F-4D97-AF65-F5344CB8AC3E}">
        <p14:creationId xmlns:p14="http://schemas.microsoft.com/office/powerpoint/2010/main" val="141169522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Example 1 (First-order RSM)</a:t>
            </a:r>
            <a:endParaRPr lang="en-IN" dirty="0"/>
          </a:p>
        </p:txBody>
      </p:sp>
      <p:sp>
        <p:nvSpPr>
          <p:cNvPr id="4" name="Content Placeholder 3"/>
          <p:cNvSpPr>
            <a:spLocks noGrp="1"/>
          </p:cNvSpPr>
          <p:nvPr>
            <p:ph idx="1"/>
          </p:nvPr>
        </p:nvSpPr>
        <p:spPr>
          <a:xfrm>
            <a:off x="460224" y="1376772"/>
            <a:ext cx="8229600" cy="3859077"/>
          </a:xfrm>
        </p:spPr>
        <p:txBody>
          <a:bodyPr/>
          <a:lstStyle/>
          <a:p>
            <a:pPr marL="52755" indent="0" latinLnBrk="0">
              <a:lnSpc>
                <a:spcPct val="150000"/>
              </a:lnSpc>
              <a:buNone/>
            </a:pPr>
            <a:r>
              <a:rPr lang="en-IN" sz="1800" b="1" dirty="0">
                <a:latin typeface="Arial" panose="020B0604020202020204" pitchFamily="34" charset="0"/>
                <a:cs typeface="Arial" panose="020B0604020202020204" pitchFamily="34" charset="0"/>
              </a:rPr>
              <a:t>Step 2. Test for Interaction Estimate the Error</a:t>
            </a:r>
          </a:p>
          <a:p>
            <a:pPr marL="52755" indent="0" latinLnBrk="0">
              <a:lnSpc>
                <a:spcPct val="150000"/>
              </a:lnSpc>
              <a:buNone/>
            </a:pPr>
            <a:endParaRPr lang="en-IN" sz="1800" b="1" dirty="0">
              <a:solidFill>
                <a:srgbClr val="00B0F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0" name="Rectangle 9"/>
              <p:cNvSpPr/>
              <p:nvPr/>
            </p:nvSpPr>
            <p:spPr>
              <a:xfrm>
                <a:off x="548553" y="2051847"/>
                <a:ext cx="8359944" cy="2031325"/>
              </a:xfrm>
              <a:prstGeom prst="rect">
                <a:avLst/>
              </a:prstGeom>
            </p:spPr>
            <p:txBody>
              <a:bodyPr wrap="square">
                <a:spAutoFit/>
              </a:bodyPr>
              <a:lstStyle/>
              <a:p>
                <a:pPr algn="just"/>
                <a:r>
                  <a:rPr lang="en-US" sz="1800" dirty="0">
                    <a:solidFill>
                      <a:schemeClr val="tx1"/>
                    </a:solidFill>
                    <a:latin typeface="Arial" panose="020B0604020202020204" pitchFamily="34" charset="0"/>
                    <a:cs typeface="Arial" panose="020B0604020202020204" pitchFamily="34" charset="0"/>
                  </a:rPr>
                  <a:t>The first-order model assumes that the variables </a:t>
                </a:r>
                <a:r>
                  <a:rPr lang="en-US" sz="1800" i="1" dirty="0">
                    <a:solidFill>
                      <a:schemeClr val="tx1"/>
                    </a:solidFill>
                    <a:latin typeface="Arial" panose="020B0604020202020204" pitchFamily="34" charset="0"/>
                    <a:cs typeface="Arial" panose="020B0604020202020204" pitchFamily="34" charset="0"/>
                  </a:rPr>
                  <a:t>x</a:t>
                </a:r>
                <a:r>
                  <a:rPr lang="en-US" sz="1800" dirty="0">
                    <a:solidFill>
                      <a:schemeClr val="tx1"/>
                    </a:solidFill>
                    <a:latin typeface="Arial" panose="020B0604020202020204" pitchFamily="34" charset="0"/>
                    <a:cs typeface="Arial" panose="020B0604020202020204" pitchFamily="34" charset="0"/>
                  </a:rPr>
                  <a:t>1 and </a:t>
                </a:r>
                <a:r>
                  <a:rPr lang="en-US" sz="1800" i="1" dirty="0">
                    <a:solidFill>
                      <a:schemeClr val="tx1"/>
                    </a:solidFill>
                    <a:latin typeface="Arial" panose="020B0604020202020204" pitchFamily="34" charset="0"/>
                    <a:cs typeface="Arial" panose="020B0604020202020204" pitchFamily="34" charset="0"/>
                  </a:rPr>
                  <a:t>x</a:t>
                </a:r>
                <a:r>
                  <a:rPr lang="en-US" sz="1800" dirty="0">
                    <a:solidFill>
                      <a:schemeClr val="tx1"/>
                    </a:solidFill>
                    <a:latin typeface="Arial" panose="020B0604020202020204" pitchFamily="34" charset="0"/>
                    <a:cs typeface="Arial" panose="020B0604020202020204" pitchFamily="34" charset="0"/>
                  </a:rPr>
                  <a:t>2 have an </a:t>
                </a:r>
                <a:r>
                  <a:rPr lang="en-US" sz="1800" b="1" dirty="0">
                    <a:solidFill>
                      <a:schemeClr val="tx1"/>
                    </a:solidFill>
                    <a:latin typeface="Arial" panose="020B0604020202020204" pitchFamily="34" charset="0"/>
                    <a:cs typeface="Arial" panose="020B0604020202020204" pitchFamily="34" charset="0"/>
                  </a:rPr>
                  <a:t>additive effect </a:t>
                </a:r>
                <a:r>
                  <a:rPr lang="en-US" sz="1800" dirty="0">
                    <a:solidFill>
                      <a:schemeClr val="tx1"/>
                    </a:solidFill>
                    <a:latin typeface="Arial" panose="020B0604020202020204" pitchFamily="34" charset="0"/>
                    <a:cs typeface="Arial" panose="020B0604020202020204" pitchFamily="34" charset="0"/>
                  </a:rPr>
                  <a:t>on the response. The interaction between the variables would be represented by the coefficient of </a:t>
                </a:r>
                <a14:m>
                  <m:oMath xmlns:m="http://schemas.openxmlformats.org/officeDocument/2006/math">
                    <m:sSub>
                      <m:sSubPr>
                        <m:ctrlPr>
                          <a:rPr lang="en-IN" sz="1800" i="1">
                            <a:solidFill>
                              <a:schemeClr val="tx1"/>
                            </a:solidFill>
                            <a:latin typeface="Cambria Math" panose="02040503050406030204" pitchFamily="18" charset="0"/>
                            <a:cs typeface="Arial" panose="020B0604020202020204" pitchFamily="34" charset="0"/>
                          </a:rPr>
                        </m:ctrlPr>
                      </m:sSubPr>
                      <m:e>
                        <m:r>
                          <a:rPr lang="en-IN" sz="1800" i="1">
                            <a:solidFill>
                              <a:schemeClr val="tx1"/>
                            </a:solidFill>
                            <a:latin typeface="Cambria Math" panose="02040503050406030204" pitchFamily="18" charset="0"/>
                            <a:ea typeface="Cambria Math" panose="02040503050406030204" pitchFamily="18" charset="0"/>
                            <a:cs typeface="Arial" panose="020B0604020202020204" pitchFamily="34" charset="0"/>
                          </a:rPr>
                          <m:t>𝛽</m:t>
                        </m:r>
                      </m:e>
                      <m:sub>
                        <m:r>
                          <a:rPr lang="en-IN" sz="1800" i="1">
                            <a:solidFill>
                              <a:schemeClr val="tx1"/>
                            </a:solidFill>
                            <a:latin typeface="Cambria Math" panose="02040503050406030204" pitchFamily="18" charset="0"/>
                            <a:ea typeface="Cambria Math" panose="02040503050406030204" pitchFamily="18" charset="0"/>
                            <a:cs typeface="Arial" panose="020B0604020202020204" pitchFamily="34" charset="0"/>
                          </a:rPr>
                          <m:t>12</m:t>
                        </m:r>
                      </m:sub>
                    </m:sSub>
                  </m:oMath>
                </a14:m>
                <a:r>
                  <a:rPr lang="en-IN" sz="1800" dirty="0">
                    <a:solidFill>
                      <a:schemeClr val="tx1"/>
                    </a:solidFill>
                    <a:latin typeface="Arial" panose="020B0604020202020204" pitchFamily="34" charset="0"/>
                    <a:cs typeface="Arial" panose="020B0604020202020204" pitchFamily="34" charset="0"/>
                  </a:rPr>
                  <a:t> of a cross-product term x1x2 added to the model.</a:t>
                </a:r>
              </a:p>
              <a:p>
                <a:pPr algn="just"/>
                <a:endParaRPr lang="en-IN" sz="1800" dirty="0">
                  <a:solidFill>
                    <a:schemeClr val="tx1"/>
                  </a:solidFill>
                  <a:latin typeface="Arial" panose="020B0604020202020204" pitchFamily="34" charset="0"/>
                  <a:cs typeface="Arial" panose="020B0604020202020204" pitchFamily="34" charset="0"/>
                </a:endParaRPr>
              </a:p>
              <a:p>
                <a:pPr algn="just"/>
                <a:r>
                  <a:rPr lang="en-IN" sz="1800" dirty="0">
                    <a:solidFill>
                      <a:schemeClr val="tx1"/>
                    </a:solidFill>
                    <a:latin typeface="Arial" panose="020B0604020202020204" pitchFamily="34" charset="0"/>
                    <a:cs typeface="Arial" panose="020B0604020202020204" pitchFamily="34" charset="0"/>
                  </a:rPr>
                  <a:t>The least squares </a:t>
                </a:r>
                <a:r>
                  <a:rPr lang="en-US" sz="1800" dirty="0">
                    <a:solidFill>
                      <a:schemeClr val="tx1"/>
                    </a:solidFill>
                    <a:latin typeface="Arial" panose="020B0604020202020204" pitchFamily="34" charset="0"/>
                    <a:cs typeface="Arial" panose="020B0604020202020204" pitchFamily="34" charset="0"/>
                  </a:rPr>
                  <a:t>estimate of this coefficient is just one-half the interaction effect calculated as in an ordinary 2</a:t>
                </a:r>
                <a:r>
                  <a:rPr lang="en-US" sz="1800" baseline="30000" dirty="0">
                    <a:solidFill>
                      <a:schemeClr val="tx1"/>
                    </a:solidFill>
                    <a:latin typeface="Arial" panose="020B0604020202020204" pitchFamily="34" charset="0"/>
                    <a:cs typeface="Arial" panose="020B0604020202020204" pitchFamily="34" charset="0"/>
                  </a:rPr>
                  <a:t>2</a:t>
                </a:r>
                <a:r>
                  <a:rPr lang="en-US" sz="1800" dirty="0">
                    <a:solidFill>
                      <a:schemeClr val="tx1"/>
                    </a:solidFill>
                    <a:latin typeface="Arial" panose="020B0604020202020204" pitchFamily="34" charset="0"/>
                    <a:cs typeface="Arial" panose="020B0604020202020204" pitchFamily="34" charset="0"/>
                  </a:rPr>
                  <a:t> factorial design,</a:t>
                </a:r>
                <a:endParaRPr lang="en-IN" sz="1800" dirty="0">
                  <a:solidFill>
                    <a:schemeClr val="tx1"/>
                  </a:solidFill>
                  <a:latin typeface="Arial" panose="020B0604020202020204" pitchFamily="34" charset="0"/>
                  <a:cs typeface="Arial" panose="020B0604020202020204" pitchFamily="34" charset="0"/>
                </a:endParaRPr>
              </a:p>
            </p:txBody>
          </p:sp>
        </mc:Choice>
        <mc:Fallback xmlns="">
          <p:sp>
            <p:nvSpPr>
              <p:cNvPr id="10" name="Rectangle 9"/>
              <p:cNvSpPr>
                <a:spLocks noRot="1" noChangeAspect="1" noMove="1" noResize="1" noEditPoints="1" noAdjustHandles="1" noChangeArrowheads="1" noChangeShapeType="1" noTextEdit="1"/>
              </p:cNvSpPr>
              <p:nvPr/>
            </p:nvSpPr>
            <p:spPr>
              <a:xfrm>
                <a:off x="548553" y="2051847"/>
                <a:ext cx="8359944" cy="2031325"/>
              </a:xfrm>
              <a:prstGeom prst="rect">
                <a:avLst/>
              </a:prstGeom>
              <a:blipFill>
                <a:blip r:embed="rId3"/>
                <a:stretch>
                  <a:fillRect l="-656" t="-1802" r="-584" b="-3904"/>
                </a:stretch>
              </a:blipFill>
            </p:spPr>
            <p:txBody>
              <a:bodyPr/>
              <a:lstStyle/>
              <a:p>
                <a:r>
                  <a:rPr lang="en-US">
                    <a:noFill/>
                  </a:rPr>
                  <a:t> </a:t>
                </a:r>
              </a:p>
            </p:txBody>
          </p:sp>
        </mc:Fallback>
      </mc:AlternateContent>
    </p:spTree>
    <p:extLst>
      <p:ext uri="{BB962C8B-B14F-4D97-AF65-F5344CB8AC3E}">
        <p14:creationId xmlns:p14="http://schemas.microsoft.com/office/powerpoint/2010/main" val="9526543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Example 1 (First-order RSM)</a:t>
            </a:r>
            <a:endParaRPr lang="en-IN"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460224" y="1376772"/>
                <a:ext cx="8229600" cy="3859077"/>
              </a:xfrm>
            </p:spPr>
            <p:txBody>
              <a:bodyPr/>
              <a:lstStyle/>
              <a:p>
                <a:pPr marL="52755" indent="0" latinLnBrk="0">
                  <a:lnSpc>
                    <a:spcPct val="150000"/>
                  </a:lnSpc>
                  <a:buNone/>
                </a:pPr>
                <a:r>
                  <a:rPr lang="en-IN" sz="1800" b="1" dirty="0">
                    <a:latin typeface="Arial" panose="020B0604020202020204" pitchFamily="34" charset="0"/>
                    <a:cs typeface="Arial" panose="020B0604020202020204" pitchFamily="34" charset="0"/>
                  </a:rPr>
                  <a:t>Step 2. Test for Interaction Estimate the Error</a:t>
                </a:r>
              </a:p>
              <a:p>
                <a:pPr marL="52755" indent="0" latinLnBrk="0">
                  <a:lnSpc>
                    <a:spcPct val="150000"/>
                  </a:lnSpc>
                  <a:buNone/>
                </a:pPr>
                <a:r>
                  <a:rPr lang="en-IN" sz="1500" dirty="0">
                    <a:solidFill>
                      <a:srgbClr val="FF0000"/>
                    </a:solidFill>
                    <a:latin typeface="Arial" panose="020B0604020202020204" pitchFamily="34" charset="0"/>
                    <a:cs typeface="Arial" panose="020B0604020202020204" pitchFamily="34" charset="0"/>
                  </a:rPr>
                  <a:t>Test for Interaction (</a:t>
                </a:r>
                <a14:m>
                  <m:oMath xmlns:m="http://schemas.openxmlformats.org/officeDocument/2006/math">
                    <m:acc>
                      <m:accPr>
                        <m:chr m:val="̂"/>
                        <m:ctrlPr>
                          <a:rPr lang="en-IN" sz="1500" i="1">
                            <a:solidFill>
                              <a:srgbClr val="FF0000"/>
                            </a:solidFill>
                            <a:latin typeface="Cambria Math" panose="02040503050406030204" pitchFamily="18" charset="0"/>
                            <a:cs typeface="Arial" panose="020B0604020202020204" pitchFamily="34" charset="0"/>
                          </a:rPr>
                        </m:ctrlPr>
                      </m:accPr>
                      <m:e>
                        <m:r>
                          <a:rPr lang="en-IN" sz="1500" i="1">
                            <a:solidFill>
                              <a:srgbClr val="FF0000"/>
                            </a:solidFill>
                            <a:latin typeface="Cambria Math" panose="02040503050406030204" pitchFamily="18" charset="0"/>
                            <a:cs typeface="Arial" panose="020B0604020202020204" pitchFamily="34" charset="0"/>
                          </a:rPr>
                          <m:t>𝑦</m:t>
                        </m:r>
                      </m:e>
                    </m:acc>
                    <m:r>
                      <a:rPr lang="en-IN" sz="1500" i="1">
                        <a:solidFill>
                          <a:srgbClr val="FF0000"/>
                        </a:solidFill>
                        <a:latin typeface="Cambria Math" panose="02040503050406030204" pitchFamily="18" charset="0"/>
                        <a:cs typeface="Arial" panose="020B0604020202020204" pitchFamily="34" charset="0"/>
                      </a:rPr>
                      <m:t>= </m:t>
                    </m:r>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500" i="1">
                            <a:solidFill>
                              <a:srgbClr val="FF0000"/>
                            </a:solidFill>
                            <a:latin typeface="Cambria Math" panose="02040503050406030204" pitchFamily="18" charset="0"/>
                            <a:cs typeface="Arial" panose="020B0604020202020204" pitchFamily="34" charset="0"/>
                          </a:rPr>
                          <m:t>0</m:t>
                        </m:r>
                      </m:sub>
                    </m:sSub>
                    <m:r>
                      <a:rPr lang="en-IN" sz="1500" i="1">
                        <a:solidFill>
                          <a:srgbClr val="FF0000"/>
                        </a:solidFill>
                        <a:latin typeface="Cambria Math" panose="02040503050406030204" pitchFamily="18" charset="0"/>
                        <a:cs typeface="Arial" panose="020B0604020202020204" pitchFamily="34" charset="0"/>
                      </a:rPr>
                      <m:t>+</m:t>
                    </m:r>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1</m:t>
                        </m:r>
                      </m:sub>
                    </m:sSub>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𝑥</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1</m:t>
                        </m:r>
                      </m:sub>
                    </m:sSub>
                    <m:r>
                      <a:rPr lang="en-IN" sz="1500">
                        <a:solidFill>
                          <a:srgbClr val="FF0000"/>
                        </a:solidFill>
                        <a:latin typeface="Cambria Math" panose="02040503050406030204" pitchFamily="18" charset="0"/>
                        <a:cs typeface="Arial" panose="020B0604020202020204" pitchFamily="34" charset="0"/>
                      </a:rPr>
                      <m:t>+</m:t>
                    </m:r>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2</m:t>
                        </m:r>
                      </m:sub>
                    </m:sSub>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𝑥</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2</m:t>
                        </m:r>
                      </m:sub>
                    </m:s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12</m:t>
                        </m:r>
                      </m:sub>
                    </m:sSub>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𝑥</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1</m:t>
                        </m:r>
                      </m:sub>
                    </m:sSub>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𝑥</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2</m:t>
                        </m:r>
                      </m:sub>
                    </m:s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m:t>
                    </m:r>
                  </m:oMath>
                </a14:m>
                <a:r>
                  <a:rPr lang="en-IN" sz="1500" dirty="0">
                    <a:solidFill>
                      <a:srgbClr val="FF0000"/>
                    </a:solidFill>
                    <a:latin typeface="Arial" panose="020B0604020202020204" pitchFamily="34" charset="0"/>
                    <a:cs typeface="Arial" panose="020B0604020202020204" pitchFamily="34" charset="0"/>
                  </a:rPr>
                  <a:t> whether </a:t>
                </a:r>
                <a14:m>
                  <m:oMath xmlns:m="http://schemas.openxmlformats.org/officeDocument/2006/math">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12</m:t>
                        </m:r>
                      </m:sub>
                    </m:sSub>
                  </m:oMath>
                </a14:m>
                <a:r>
                  <a:rPr lang="en-IN" sz="1500" dirty="0">
                    <a:solidFill>
                      <a:srgbClr val="FF0000"/>
                    </a:solidFill>
                    <a:latin typeface="Arial" panose="020B0604020202020204" pitchFamily="34" charset="0"/>
                    <a:cs typeface="Arial" panose="020B0604020202020204" pitchFamily="34" charset="0"/>
                  </a:rPr>
                  <a:t> significant or not?</a:t>
                </a:r>
              </a:p>
              <a:p>
                <a:pPr marL="52755" indent="0" latinLnBrk="0">
                  <a:lnSpc>
                    <a:spcPct val="150000"/>
                  </a:lnSpc>
                  <a:buNone/>
                </a:pPr>
                <a:r>
                  <a:rPr lang="en-IN" sz="1500" dirty="0">
                    <a:solidFill>
                      <a:srgbClr val="FF0000"/>
                    </a:solidFill>
                    <a:latin typeface="Arial" panose="020B0604020202020204" pitchFamily="34" charset="0"/>
                    <a:cs typeface="Arial" panose="020B0604020202020204" pitchFamily="34" charset="0"/>
                  </a:rPr>
                  <a:t>So, Hypothesis H0 = </a:t>
                </a:r>
                <a14:m>
                  <m:oMath xmlns:m="http://schemas.openxmlformats.org/officeDocument/2006/math">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12</m:t>
                        </m:r>
                      </m:sub>
                    </m:sSub>
                  </m:oMath>
                </a14:m>
                <a:r>
                  <a:rPr lang="en-IN" sz="1500" dirty="0">
                    <a:solidFill>
                      <a:srgbClr val="FF0000"/>
                    </a:solidFill>
                    <a:latin typeface="Arial" panose="020B0604020202020204" pitchFamily="34" charset="0"/>
                    <a:cs typeface="Arial" panose="020B0604020202020204" pitchFamily="34" charset="0"/>
                  </a:rPr>
                  <a:t> =  0</a:t>
                </a:r>
              </a:p>
              <a:p>
                <a:pPr marL="52755" indent="0" latinLnBrk="0">
                  <a:lnSpc>
                    <a:spcPct val="150000"/>
                  </a:lnSpc>
                  <a:buNone/>
                </a:pPr>
                <a:r>
                  <a:rPr lang="en-IN" sz="1500" dirty="0">
                    <a:solidFill>
                      <a:srgbClr val="FF0000"/>
                    </a:solidFill>
                    <a:latin typeface="Arial" panose="020B0604020202020204" pitchFamily="34" charset="0"/>
                    <a:cs typeface="Arial" panose="020B0604020202020204" pitchFamily="34" charset="0"/>
                  </a:rPr>
                  <a:t>      Alternative H1 = </a:t>
                </a:r>
                <a14:m>
                  <m:oMath xmlns:m="http://schemas.openxmlformats.org/officeDocument/2006/math">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12</m:t>
                        </m:r>
                      </m:sub>
                    </m:sSub>
                  </m:oMath>
                </a14:m>
                <a:r>
                  <a:rPr lang="en-IN" sz="1500" dirty="0">
                    <a:solidFill>
                      <a:srgbClr val="FF0000"/>
                    </a:solidFill>
                    <a:latin typeface="Arial" panose="020B0604020202020204" pitchFamily="34" charset="0"/>
                    <a:cs typeface="Arial" panose="020B0604020202020204" pitchFamily="34" charset="0"/>
                  </a:rPr>
                  <a:t> ≠ 0</a:t>
                </a:r>
              </a:p>
              <a:p>
                <a:pPr marL="52755" indent="0" latinLnBrk="0">
                  <a:lnSpc>
                    <a:spcPct val="150000"/>
                  </a:lnSpc>
                  <a:buNone/>
                </a:pPr>
                <a14:m>
                  <m:oMath xmlns:m="http://schemas.openxmlformats.org/officeDocument/2006/math">
                    <m:sSub>
                      <m:sSubPr>
                        <m:ctrlPr>
                          <a:rPr lang="en-IN" sz="1800" i="1">
                            <a:solidFill>
                              <a:srgbClr val="FF0000"/>
                            </a:solidFill>
                            <a:latin typeface="Cambria Math" panose="02040503050406030204" pitchFamily="18" charset="0"/>
                            <a:cs typeface="Arial" panose="020B0604020202020204" pitchFamily="34" charset="0"/>
                          </a:rPr>
                        </m:ctrlPr>
                      </m:sSubPr>
                      <m:e>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12</m:t>
                        </m:r>
                      </m:sub>
                    </m:sSub>
                  </m:oMath>
                </a14:m>
                <a:r>
                  <a:rPr lang="en-IN" sz="1800" dirty="0">
                    <a:latin typeface="Arial" panose="020B0604020202020204" pitchFamily="34" charset="0"/>
                    <a:cs typeface="Arial" panose="020B0604020202020204" pitchFamily="34" charset="0"/>
                  </a:rPr>
                  <a:t> can be estimated from factorial points.</a:t>
                </a:r>
              </a:p>
              <a:p>
                <a:pPr marL="52755" indent="0" latinLnBrk="0">
                  <a:lnSpc>
                    <a:spcPct val="150000"/>
                  </a:lnSpc>
                  <a:buNone/>
                </a:pPr>
                <a:r>
                  <a:rPr lang="en-IN" sz="1800" dirty="0">
                    <a:latin typeface="Arial" panose="020B0604020202020204" pitchFamily="34" charset="0"/>
                    <a:cs typeface="Arial" panose="020B0604020202020204" pitchFamily="34" charset="0"/>
                  </a:rPr>
                  <a:t>So Interaction = </a:t>
                </a:r>
                <a14:m>
                  <m:oMath xmlns:m="http://schemas.openxmlformats.org/officeDocument/2006/math">
                    <m:f>
                      <m:fPr>
                        <m:ctrlPr>
                          <a:rPr lang="en-IN" sz="1800" i="1">
                            <a:latin typeface="Cambria Math" panose="02040503050406030204" pitchFamily="18" charset="0"/>
                            <a:cs typeface="Arial" panose="020B0604020202020204" pitchFamily="34" charset="0"/>
                          </a:rPr>
                        </m:ctrlPr>
                      </m:fPr>
                      <m:num>
                        <m:r>
                          <a:rPr lang="en-IN" sz="1800" i="1">
                            <a:latin typeface="Cambria Math" panose="02040503050406030204" pitchFamily="18" charset="0"/>
                            <a:cs typeface="Arial" panose="020B0604020202020204" pitchFamily="34" charset="0"/>
                          </a:rPr>
                          <m:t>1</m:t>
                        </m:r>
                      </m:num>
                      <m:den>
                        <m:r>
                          <a:rPr lang="en-IN" sz="1800" i="1">
                            <a:latin typeface="Cambria Math" panose="02040503050406030204" pitchFamily="18" charset="0"/>
                            <a:cs typeface="Arial" panose="020B0604020202020204" pitchFamily="34" charset="0"/>
                          </a:rPr>
                          <m:t>2</m:t>
                        </m:r>
                      </m:den>
                    </m:f>
                    <m:r>
                      <a:rPr lang="en-IN" sz="1800" i="1">
                        <a:latin typeface="Cambria Math" panose="02040503050406030204" pitchFamily="18" charset="0"/>
                        <a:cs typeface="Arial" panose="020B0604020202020204" pitchFamily="34" charset="0"/>
                      </a:rPr>
                      <m:t>[</m:t>
                    </m:r>
                  </m:oMath>
                </a14:m>
                <a:r>
                  <a:rPr lang="en-IN" sz="1800" dirty="0">
                    <a:latin typeface="Arial" panose="020B0604020202020204" pitchFamily="34" charset="0"/>
                    <a:cs typeface="Arial" panose="020B0604020202020204" pitchFamily="34" charset="0"/>
                  </a:rPr>
                  <a:t>Average of (39.3+41.5) – Average of (40+40.9)] = - 0.025</a:t>
                </a:r>
              </a:p>
              <a:p>
                <a:pPr marL="52755" indent="0" latinLnBrk="0">
                  <a:lnSpc>
                    <a:spcPct val="150000"/>
                  </a:lnSpc>
                  <a:buNone/>
                </a:pPr>
                <a:r>
                  <a:rPr lang="en-IN" sz="1800" b="1" dirty="0">
                    <a:solidFill>
                      <a:srgbClr val="00B0F0"/>
                    </a:solidFill>
                    <a:latin typeface="Arial" panose="020B0604020202020204" pitchFamily="34" charset="0"/>
                    <a:cs typeface="Arial" panose="020B0604020202020204" pitchFamily="34" charset="0"/>
                  </a:rPr>
                  <a:t>(or)</a:t>
                </a:r>
              </a:p>
              <a:p>
                <a:pPr marL="52755" indent="0" latinLnBrk="0">
                  <a:lnSpc>
                    <a:spcPct val="150000"/>
                  </a:lnSpc>
                  <a:buNone/>
                </a:pPr>
                <a:r>
                  <a:rPr lang="en-IN" sz="1500" dirty="0">
                    <a:solidFill>
                      <a:srgbClr val="00B0F0"/>
                    </a:solidFill>
                    <a:latin typeface="Arial" panose="020B0604020202020204" pitchFamily="34" charset="0"/>
                    <a:cs typeface="Arial" panose="020B0604020202020204" pitchFamily="34" charset="0"/>
                  </a:rPr>
                  <a:t>AB = </a:t>
                </a:r>
                <a14:m>
                  <m:oMath xmlns:m="http://schemas.openxmlformats.org/officeDocument/2006/math">
                    <m:f>
                      <m:fPr>
                        <m:ctrlPr>
                          <a:rPr lang="en-IN" sz="1500" i="1">
                            <a:solidFill>
                              <a:srgbClr val="00B0F0"/>
                            </a:solidFill>
                            <a:latin typeface="Cambria Math" panose="02040503050406030204" pitchFamily="18" charset="0"/>
                            <a:cs typeface="Arial" panose="020B0604020202020204" pitchFamily="34" charset="0"/>
                          </a:rPr>
                        </m:ctrlPr>
                      </m:fPr>
                      <m:num>
                        <m:r>
                          <a:rPr lang="en-IN" sz="1500" i="1">
                            <a:solidFill>
                              <a:srgbClr val="00B0F0"/>
                            </a:solidFill>
                            <a:latin typeface="Cambria Math" panose="02040503050406030204" pitchFamily="18" charset="0"/>
                            <a:cs typeface="Arial" panose="020B0604020202020204" pitchFamily="34" charset="0"/>
                          </a:rPr>
                          <m:t>1</m:t>
                        </m:r>
                      </m:num>
                      <m:den>
                        <m:r>
                          <a:rPr lang="en-IN" sz="1500" i="1">
                            <a:solidFill>
                              <a:srgbClr val="00B0F0"/>
                            </a:solidFill>
                            <a:latin typeface="Cambria Math" panose="02040503050406030204" pitchFamily="18" charset="0"/>
                            <a:cs typeface="Arial" panose="020B0604020202020204" pitchFamily="34" charset="0"/>
                          </a:rPr>
                          <m:t>2</m:t>
                        </m:r>
                      </m:den>
                    </m:f>
                    <m:r>
                      <a:rPr lang="en-IN" sz="1500" i="1">
                        <a:solidFill>
                          <a:srgbClr val="00B0F0"/>
                        </a:solidFill>
                        <a:latin typeface="Cambria Math" panose="02040503050406030204" pitchFamily="18" charset="0"/>
                        <a:cs typeface="Arial" panose="020B0604020202020204" pitchFamily="34" charset="0"/>
                      </a:rPr>
                      <m:t>(</m:t>
                    </m:r>
                  </m:oMath>
                </a14:m>
                <a:r>
                  <a:rPr lang="en-IN" sz="1500" dirty="0">
                    <a:solidFill>
                      <a:srgbClr val="00B0F0"/>
                    </a:solidFill>
                    <a:latin typeface="Arial" panose="020B0604020202020204" pitchFamily="34" charset="0"/>
                    <a:cs typeface="Arial" panose="020B0604020202020204" pitchFamily="34" charset="0"/>
                  </a:rPr>
                  <a:t>41.5+39.3-40.9-40]</a:t>
                </a:r>
              </a:p>
              <a:p>
                <a:pPr marL="52755" indent="0" latinLnBrk="0">
                  <a:lnSpc>
                    <a:spcPct val="150000"/>
                  </a:lnSpc>
                  <a:buNone/>
                </a:pPr>
                <a:r>
                  <a:rPr lang="en-IN" sz="1500" dirty="0">
                    <a:solidFill>
                      <a:srgbClr val="00B0F0"/>
                    </a:solidFill>
                    <a:latin typeface="Arial" panose="020B0604020202020204" pitchFamily="34" charset="0"/>
                    <a:cs typeface="Arial" panose="020B0604020202020204" pitchFamily="34" charset="0"/>
                  </a:rPr>
                  <a:t>Hence, Interaction = AB/2 = </a:t>
                </a:r>
                <a14:m>
                  <m:oMath xmlns:m="http://schemas.openxmlformats.org/officeDocument/2006/math">
                    <m:f>
                      <m:fPr>
                        <m:ctrlPr>
                          <a:rPr lang="en-IN" sz="1500" i="1">
                            <a:solidFill>
                              <a:srgbClr val="00B0F0"/>
                            </a:solidFill>
                            <a:latin typeface="Cambria Math" panose="02040503050406030204" pitchFamily="18" charset="0"/>
                            <a:cs typeface="Arial" panose="020B0604020202020204" pitchFamily="34" charset="0"/>
                          </a:rPr>
                        </m:ctrlPr>
                      </m:fPr>
                      <m:num>
                        <m:r>
                          <a:rPr lang="en-IN" sz="1500" i="1">
                            <a:solidFill>
                              <a:srgbClr val="00B0F0"/>
                            </a:solidFill>
                            <a:latin typeface="Cambria Math" panose="02040503050406030204" pitchFamily="18" charset="0"/>
                            <a:cs typeface="Arial" panose="020B0604020202020204" pitchFamily="34" charset="0"/>
                          </a:rPr>
                          <m:t>1</m:t>
                        </m:r>
                      </m:num>
                      <m:den>
                        <m:r>
                          <a:rPr lang="en-IN" sz="1500" i="1">
                            <a:solidFill>
                              <a:srgbClr val="00B0F0"/>
                            </a:solidFill>
                            <a:latin typeface="Cambria Math" panose="02040503050406030204" pitchFamily="18" charset="0"/>
                            <a:cs typeface="Arial" panose="020B0604020202020204" pitchFamily="34" charset="0"/>
                          </a:rPr>
                          <m:t>4</m:t>
                        </m:r>
                      </m:den>
                    </m:f>
                    <m:r>
                      <a:rPr lang="en-IN" sz="1500" i="1">
                        <a:solidFill>
                          <a:srgbClr val="00B0F0"/>
                        </a:solidFill>
                        <a:latin typeface="Cambria Math" panose="02040503050406030204" pitchFamily="18" charset="0"/>
                        <a:cs typeface="Arial" panose="020B0604020202020204" pitchFamily="34" charset="0"/>
                      </a:rPr>
                      <m:t>(</m:t>
                    </m:r>
                  </m:oMath>
                </a14:m>
                <a:r>
                  <a:rPr lang="en-IN" sz="1500" dirty="0">
                    <a:solidFill>
                      <a:srgbClr val="00B0F0"/>
                    </a:solidFill>
                    <a:latin typeface="Arial" panose="020B0604020202020204" pitchFamily="34" charset="0"/>
                    <a:cs typeface="Arial" panose="020B0604020202020204" pitchFamily="34" charset="0"/>
                  </a:rPr>
                  <a:t>41.5+39.3-40.9-40] = -0.025</a:t>
                </a:r>
              </a:p>
              <a:p>
                <a:pPr marL="52755" indent="0" latinLnBrk="0">
                  <a:lnSpc>
                    <a:spcPct val="150000"/>
                  </a:lnSpc>
                  <a:buNone/>
                </a:pPr>
                <a:endParaRPr lang="en-IN" sz="1800" b="1" dirty="0">
                  <a:solidFill>
                    <a:srgbClr val="00B0F0"/>
                  </a:solidFill>
                  <a:latin typeface="Arial" panose="020B0604020202020204" pitchFamily="34" charset="0"/>
                  <a:cs typeface="Arial" panose="020B0604020202020204" pitchFamily="34" charset="0"/>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460224" y="1376772"/>
                <a:ext cx="8229600" cy="3859077"/>
              </a:xfrm>
              <a:blipFill>
                <a:blip r:embed="rId3"/>
                <a:stretch>
                  <a:fillRect b="-12164"/>
                </a:stretch>
              </a:blipFill>
            </p:spPr>
            <p:txBody>
              <a:bodyPr/>
              <a:lstStyle/>
              <a:p>
                <a:r>
                  <a:rPr lang="en-US">
                    <a:noFill/>
                  </a:rPr>
                  <a:t> </a:t>
                </a:r>
              </a:p>
            </p:txBody>
          </p:sp>
        </mc:Fallback>
      </mc:AlternateContent>
      <p:sp>
        <p:nvSpPr>
          <p:cNvPr id="9" name="Rectangle 8"/>
          <p:cNvSpPr/>
          <p:nvPr/>
        </p:nvSpPr>
        <p:spPr>
          <a:xfrm>
            <a:off x="6921262" y="2753925"/>
            <a:ext cx="1204790" cy="783087"/>
          </a:xfrm>
          <a:prstGeom prst="rect">
            <a:avLst/>
          </a:prstGeom>
          <a:ln>
            <a:solidFill>
              <a:srgbClr val="00B05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sz="788" b="1" dirty="0">
              <a:solidFill>
                <a:schemeClr val="tx1"/>
              </a:solidFill>
            </a:endParaRPr>
          </a:p>
        </p:txBody>
      </p:sp>
      <p:sp>
        <p:nvSpPr>
          <p:cNvPr id="12" name="TextBox 11"/>
          <p:cNvSpPr txBox="1"/>
          <p:nvPr/>
        </p:nvSpPr>
        <p:spPr>
          <a:xfrm>
            <a:off x="7982262" y="3508700"/>
            <a:ext cx="434734" cy="253916"/>
          </a:xfrm>
          <a:prstGeom prst="rect">
            <a:avLst/>
          </a:prstGeom>
          <a:noFill/>
        </p:spPr>
        <p:txBody>
          <a:bodyPr wrap="none" rtlCol="0">
            <a:spAutoFit/>
          </a:bodyPr>
          <a:lstStyle/>
          <a:p>
            <a:r>
              <a:rPr lang="en-IN" sz="1050" dirty="0">
                <a:solidFill>
                  <a:srgbClr val="00B0F0"/>
                </a:solidFill>
              </a:rPr>
              <a:t>40.9</a:t>
            </a:r>
          </a:p>
        </p:txBody>
      </p:sp>
      <p:sp>
        <p:nvSpPr>
          <p:cNvPr id="13" name="TextBox 12"/>
          <p:cNvSpPr txBox="1"/>
          <p:nvPr/>
        </p:nvSpPr>
        <p:spPr>
          <a:xfrm>
            <a:off x="6804908" y="3508701"/>
            <a:ext cx="434734" cy="253916"/>
          </a:xfrm>
          <a:prstGeom prst="rect">
            <a:avLst/>
          </a:prstGeom>
          <a:noFill/>
        </p:spPr>
        <p:txBody>
          <a:bodyPr wrap="none" rtlCol="0">
            <a:spAutoFit/>
          </a:bodyPr>
          <a:lstStyle/>
          <a:p>
            <a:r>
              <a:rPr lang="en-IN" sz="1050" dirty="0">
                <a:solidFill>
                  <a:srgbClr val="00B0F0"/>
                </a:solidFill>
              </a:rPr>
              <a:t>39.3</a:t>
            </a:r>
          </a:p>
        </p:txBody>
      </p:sp>
      <p:sp>
        <p:nvSpPr>
          <p:cNvPr id="14" name="TextBox 13"/>
          <p:cNvSpPr txBox="1"/>
          <p:nvPr/>
        </p:nvSpPr>
        <p:spPr>
          <a:xfrm>
            <a:off x="8126051" y="2610332"/>
            <a:ext cx="434734" cy="253916"/>
          </a:xfrm>
          <a:prstGeom prst="rect">
            <a:avLst/>
          </a:prstGeom>
          <a:noFill/>
        </p:spPr>
        <p:txBody>
          <a:bodyPr wrap="none" rtlCol="0">
            <a:spAutoFit/>
          </a:bodyPr>
          <a:lstStyle/>
          <a:p>
            <a:r>
              <a:rPr lang="en-IN" sz="1050" dirty="0">
                <a:solidFill>
                  <a:srgbClr val="00B0F0"/>
                </a:solidFill>
              </a:rPr>
              <a:t>41.5</a:t>
            </a:r>
          </a:p>
        </p:txBody>
      </p:sp>
      <p:sp>
        <p:nvSpPr>
          <p:cNvPr id="15" name="TextBox 14"/>
          <p:cNvSpPr txBox="1"/>
          <p:nvPr/>
        </p:nvSpPr>
        <p:spPr>
          <a:xfrm>
            <a:off x="6713417" y="2523092"/>
            <a:ext cx="332142" cy="253916"/>
          </a:xfrm>
          <a:prstGeom prst="rect">
            <a:avLst/>
          </a:prstGeom>
          <a:noFill/>
        </p:spPr>
        <p:txBody>
          <a:bodyPr wrap="none" rtlCol="0">
            <a:spAutoFit/>
          </a:bodyPr>
          <a:lstStyle/>
          <a:p>
            <a:r>
              <a:rPr lang="en-IN" sz="1050" dirty="0">
                <a:solidFill>
                  <a:srgbClr val="00B0F0"/>
                </a:solidFill>
              </a:rPr>
              <a:t>40</a:t>
            </a:r>
          </a:p>
        </p:txBody>
      </p:sp>
    </p:spTree>
    <p:extLst>
      <p:ext uri="{BB962C8B-B14F-4D97-AF65-F5344CB8AC3E}">
        <p14:creationId xmlns:p14="http://schemas.microsoft.com/office/powerpoint/2010/main" val="41813498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Example 1 (First-order RSM)</a:t>
            </a:r>
            <a:endParaRPr lang="en-IN"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460224" y="1376772"/>
                <a:ext cx="8229600" cy="3859077"/>
              </a:xfrm>
            </p:spPr>
            <p:txBody>
              <a:bodyPr/>
              <a:lstStyle/>
              <a:p>
                <a:pPr marL="52755" indent="0" algn="just" latinLnBrk="0">
                  <a:lnSpc>
                    <a:spcPct val="150000"/>
                  </a:lnSpc>
                  <a:buNone/>
                </a:pPr>
                <a:r>
                  <a:rPr lang="en-IN" sz="1800" b="1" dirty="0">
                    <a:latin typeface="Arial" panose="020B0604020202020204" pitchFamily="34" charset="0"/>
                    <a:cs typeface="Arial" panose="020B0604020202020204" pitchFamily="34" charset="0"/>
                  </a:rPr>
                  <a:t>Step 2. Test for Interaction Estimate the Error</a:t>
                </a:r>
              </a:p>
              <a:p>
                <a:pPr marL="52755" indent="0" algn="just" latinLnBrk="0">
                  <a:lnSpc>
                    <a:spcPct val="150000"/>
                  </a:lnSpc>
                  <a:buNone/>
                </a:pPr>
                <a:r>
                  <a:rPr lang="en-IN" sz="1500" dirty="0">
                    <a:solidFill>
                      <a:srgbClr val="FF0000"/>
                    </a:solidFill>
                    <a:latin typeface="Arial" panose="020B0604020202020204" pitchFamily="34" charset="0"/>
                    <a:cs typeface="Arial" panose="020B0604020202020204" pitchFamily="34" charset="0"/>
                  </a:rPr>
                  <a:t>Test for Interaction (</a:t>
                </a:r>
                <a14:m>
                  <m:oMath xmlns:m="http://schemas.openxmlformats.org/officeDocument/2006/math">
                    <m:acc>
                      <m:accPr>
                        <m:chr m:val="̂"/>
                        <m:ctrlPr>
                          <a:rPr lang="en-IN" sz="1500" i="1">
                            <a:solidFill>
                              <a:srgbClr val="FF0000"/>
                            </a:solidFill>
                            <a:latin typeface="Cambria Math" panose="02040503050406030204" pitchFamily="18" charset="0"/>
                            <a:cs typeface="Arial" panose="020B0604020202020204" pitchFamily="34" charset="0"/>
                          </a:rPr>
                        </m:ctrlPr>
                      </m:accPr>
                      <m:e>
                        <m:r>
                          <a:rPr lang="en-IN" sz="1500" i="1">
                            <a:solidFill>
                              <a:srgbClr val="FF0000"/>
                            </a:solidFill>
                            <a:latin typeface="Cambria Math" panose="02040503050406030204" pitchFamily="18" charset="0"/>
                            <a:cs typeface="Arial" panose="020B0604020202020204" pitchFamily="34" charset="0"/>
                          </a:rPr>
                          <m:t>𝑦</m:t>
                        </m:r>
                      </m:e>
                    </m:acc>
                    <m:r>
                      <a:rPr lang="en-IN" sz="1500" i="1">
                        <a:solidFill>
                          <a:srgbClr val="FF0000"/>
                        </a:solidFill>
                        <a:latin typeface="Cambria Math" panose="02040503050406030204" pitchFamily="18" charset="0"/>
                        <a:cs typeface="Arial" panose="020B0604020202020204" pitchFamily="34" charset="0"/>
                      </a:rPr>
                      <m:t>= </m:t>
                    </m:r>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500" i="1">
                            <a:solidFill>
                              <a:srgbClr val="FF0000"/>
                            </a:solidFill>
                            <a:latin typeface="Cambria Math" panose="02040503050406030204" pitchFamily="18" charset="0"/>
                            <a:cs typeface="Arial" panose="020B0604020202020204" pitchFamily="34" charset="0"/>
                          </a:rPr>
                          <m:t>0</m:t>
                        </m:r>
                      </m:sub>
                    </m:sSub>
                    <m:r>
                      <a:rPr lang="en-IN" sz="1500" i="1">
                        <a:solidFill>
                          <a:srgbClr val="FF0000"/>
                        </a:solidFill>
                        <a:latin typeface="Cambria Math" panose="02040503050406030204" pitchFamily="18" charset="0"/>
                        <a:cs typeface="Arial" panose="020B0604020202020204" pitchFamily="34" charset="0"/>
                      </a:rPr>
                      <m:t>+</m:t>
                    </m:r>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1</m:t>
                        </m:r>
                      </m:sub>
                    </m:sSub>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𝑥</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1</m:t>
                        </m:r>
                      </m:sub>
                    </m:sSub>
                    <m:r>
                      <a:rPr lang="en-IN" sz="1500">
                        <a:solidFill>
                          <a:srgbClr val="FF0000"/>
                        </a:solidFill>
                        <a:latin typeface="Cambria Math" panose="02040503050406030204" pitchFamily="18" charset="0"/>
                        <a:cs typeface="Arial" panose="020B0604020202020204" pitchFamily="34" charset="0"/>
                      </a:rPr>
                      <m:t>+</m:t>
                    </m:r>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2</m:t>
                        </m:r>
                      </m:sub>
                    </m:sSub>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𝑥</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2</m:t>
                        </m:r>
                      </m:sub>
                    </m:s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12</m:t>
                        </m:r>
                      </m:sub>
                    </m:sSub>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𝑥</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1</m:t>
                        </m:r>
                      </m:sub>
                    </m:sSub>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𝑥</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2</m:t>
                        </m:r>
                      </m:sub>
                    </m:s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m:t>
                    </m:r>
                  </m:oMath>
                </a14:m>
                <a:r>
                  <a:rPr lang="en-IN" sz="1500" dirty="0">
                    <a:solidFill>
                      <a:srgbClr val="FF0000"/>
                    </a:solidFill>
                    <a:latin typeface="Arial" panose="020B0604020202020204" pitchFamily="34" charset="0"/>
                    <a:cs typeface="Arial" panose="020B0604020202020204" pitchFamily="34" charset="0"/>
                  </a:rPr>
                  <a:t> whether </a:t>
                </a:r>
                <a14:m>
                  <m:oMath xmlns:m="http://schemas.openxmlformats.org/officeDocument/2006/math">
                    <m:sSub>
                      <m:sSubPr>
                        <m:ctrlPr>
                          <a:rPr lang="en-IN" sz="1500" i="1">
                            <a:solidFill>
                              <a:srgbClr val="FF0000"/>
                            </a:solidFill>
                            <a:latin typeface="Cambria Math" panose="02040503050406030204" pitchFamily="18" charset="0"/>
                            <a:cs typeface="Arial" panose="020B0604020202020204" pitchFamily="34" charset="0"/>
                          </a:rPr>
                        </m:ctrlPr>
                      </m:sSubPr>
                      <m:e>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500" i="1">
                            <a:solidFill>
                              <a:srgbClr val="FF0000"/>
                            </a:solidFill>
                            <a:latin typeface="Cambria Math" panose="02040503050406030204" pitchFamily="18" charset="0"/>
                            <a:ea typeface="Cambria Math" panose="02040503050406030204" pitchFamily="18" charset="0"/>
                            <a:cs typeface="Arial" panose="020B0604020202020204" pitchFamily="34" charset="0"/>
                          </a:rPr>
                          <m:t>12</m:t>
                        </m:r>
                      </m:sub>
                    </m:sSub>
                  </m:oMath>
                </a14:m>
                <a:r>
                  <a:rPr lang="en-IN" sz="1500" dirty="0">
                    <a:solidFill>
                      <a:srgbClr val="FF0000"/>
                    </a:solidFill>
                    <a:latin typeface="Arial" panose="020B0604020202020204" pitchFamily="34" charset="0"/>
                    <a:cs typeface="Arial" panose="020B0604020202020204" pitchFamily="34" charset="0"/>
                  </a:rPr>
                  <a:t> significant or not?</a:t>
                </a:r>
              </a:p>
              <a:p>
                <a:pPr marL="52755" indent="0" algn="just" latinLnBrk="0">
                  <a:lnSpc>
                    <a:spcPct val="150000"/>
                  </a:lnSpc>
                  <a:buNone/>
                </a:pPr>
                <a:r>
                  <a:rPr lang="en-IN" sz="1500" dirty="0">
                    <a:latin typeface="Arial" panose="020B0604020202020204" pitchFamily="34" charset="0"/>
                    <a:cs typeface="Arial" panose="020B0604020202020204" pitchFamily="34" charset="0"/>
                  </a:rPr>
                  <a:t>Hence, Interaction =  -0.025 with DOF = 1</a:t>
                </a:r>
              </a:p>
              <a:p>
                <a:pPr marL="52755" indent="0" algn="just" latinLnBrk="0">
                  <a:lnSpc>
                    <a:spcPct val="150000"/>
                  </a:lnSpc>
                  <a:buNone/>
                </a:pPr>
                <a:r>
                  <a:rPr lang="en-IN" sz="1500" dirty="0">
                    <a:latin typeface="Arial" panose="020B0604020202020204" pitchFamily="34" charset="0"/>
                    <a:cs typeface="Arial" panose="020B0604020202020204" pitchFamily="34" charset="0"/>
                  </a:rPr>
                  <a:t>MS</a:t>
                </a:r>
                <a:r>
                  <a:rPr lang="en-IN" sz="1500" baseline="-25000" dirty="0">
                    <a:latin typeface="Arial" panose="020B0604020202020204" pitchFamily="34" charset="0"/>
                    <a:cs typeface="Arial" panose="020B0604020202020204" pitchFamily="34" charset="0"/>
                  </a:rPr>
                  <a:t>E</a:t>
                </a:r>
                <a:r>
                  <a:rPr lang="en-IN" sz="1500" dirty="0">
                    <a:latin typeface="Arial" panose="020B0604020202020204" pitchFamily="34" charset="0"/>
                    <a:cs typeface="Arial" panose="020B0604020202020204" pitchFamily="34" charset="0"/>
                  </a:rPr>
                  <a:t> = 0.0430 with DOF = 4</a:t>
                </a:r>
                <a:endParaRPr lang="en-IN" sz="1500" dirty="0">
                  <a:solidFill>
                    <a:srgbClr val="00B0F0"/>
                  </a:solidFill>
                  <a:latin typeface="Arial" panose="020B0604020202020204" pitchFamily="34" charset="0"/>
                  <a:cs typeface="Arial" panose="020B0604020202020204" pitchFamily="34" charset="0"/>
                </a:endParaRPr>
              </a:p>
              <a:p>
                <a:pPr marL="52755" indent="0" algn="just" latinLnBrk="0">
                  <a:lnSpc>
                    <a:spcPct val="150000"/>
                  </a:lnSpc>
                  <a:buNone/>
                </a:pPr>
                <a:r>
                  <a:rPr lang="en-IN" sz="1800" dirty="0">
                    <a:solidFill>
                      <a:srgbClr val="00B0F0"/>
                    </a:solidFill>
                    <a:latin typeface="Arial" panose="020B0604020202020204" pitchFamily="34" charset="0"/>
                    <a:cs typeface="Arial" panose="020B0604020202020204" pitchFamily="34" charset="0"/>
                  </a:rPr>
                  <a:t>We have to know interaction is significant or not, hence, compare the interaction value with MS</a:t>
                </a:r>
                <a:r>
                  <a:rPr lang="en-IN" sz="1800" baseline="-25000" dirty="0">
                    <a:solidFill>
                      <a:srgbClr val="00B0F0"/>
                    </a:solidFill>
                    <a:latin typeface="Arial" panose="020B0604020202020204" pitchFamily="34" charset="0"/>
                    <a:cs typeface="Arial" panose="020B0604020202020204" pitchFamily="34" charset="0"/>
                  </a:rPr>
                  <a:t>E</a:t>
                </a:r>
              </a:p>
              <a:p>
                <a:pPr marL="52755" indent="0" algn="just" latinLnBrk="0">
                  <a:lnSpc>
                    <a:spcPct val="150000"/>
                  </a:lnSpc>
                  <a:buNone/>
                </a:pPr>
                <a:r>
                  <a:rPr lang="en-IN" sz="1800" dirty="0">
                    <a:solidFill>
                      <a:srgbClr val="00B0F0"/>
                    </a:solidFill>
                    <a:latin typeface="Arial" panose="020B0604020202020204" pitchFamily="34" charset="0"/>
                    <a:cs typeface="Arial" panose="020B0604020202020204" pitchFamily="34" charset="0"/>
                  </a:rPr>
                  <a:t>F = </a:t>
                </a:r>
                <a14:m>
                  <m:oMath xmlns:m="http://schemas.openxmlformats.org/officeDocument/2006/math">
                    <m:f>
                      <m:fPr>
                        <m:ctrlPr>
                          <a:rPr lang="en-IN" sz="1800" i="1">
                            <a:solidFill>
                              <a:srgbClr val="00B0F0"/>
                            </a:solidFill>
                            <a:latin typeface="Cambria Math" panose="02040503050406030204" pitchFamily="18" charset="0"/>
                            <a:cs typeface="Arial" panose="020B0604020202020204" pitchFamily="34" charset="0"/>
                          </a:rPr>
                        </m:ctrlPr>
                      </m:fPr>
                      <m:num>
                        <m:sSub>
                          <m:sSubPr>
                            <m:ctrlPr>
                              <a:rPr lang="en-IN" sz="1800" i="1">
                                <a:solidFill>
                                  <a:srgbClr val="00B0F0"/>
                                </a:solidFill>
                                <a:latin typeface="Cambria Math" panose="02040503050406030204" pitchFamily="18" charset="0"/>
                                <a:cs typeface="Arial" panose="020B0604020202020204" pitchFamily="34" charset="0"/>
                              </a:rPr>
                            </m:ctrlPr>
                          </m:sSubPr>
                          <m:e>
                            <m:r>
                              <a:rPr lang="en-IN" sz="1800" i="1">
                                <a:solidFill>
                                  <a:srgbClr val="00B0F0"/>
                                </a:solidFill>
                                <a:latin typeface="Cambria Math" panose="02040503050406030204" pitchFamily="18" charset="0"/>
                                <a:cs typeface="Arial" panose="020B0604020202020204" pitchFamily="34" charset="0"/>
                              </a:rPr>
                              <m:t>(</m:t>
                            </m:r>
                            <m:r>
                              <a:rPr lang="en-IN" sz="1800" i="1">
                                <a:solidFill>
                                  <a:srgbClr val="00B0F0"/>
                                </a:solidFill>
                                <a:latin typeface="Cambria Math" panose="02040503050406030204" pitchFamily="18" charset="0"/>
                                <a:cs typeface="Arial" panose="020B0604020202020204" pitchFamily="34" charset="0"/>
                              </a:rPr>
                              <m:t>𝑆𝑆</m:t>
                            </m:r>
                          </m:e>
                          <m:sub>
                            <m:sSub>
                              <m:sSubPr>
                                <m:ctrlPr>
                                  <a:rPr lang="en-IN" sz="1800" i="1">
                                    <a:solidFill>
                                      <a:srgbClr val="00B0F0"/>
                                    </a:solidFill>
                                    <a:latin typeface="Cambria Math" panose="02040503050406030204" pitchFamily="18" charset="0"/>
                                    <a:cs typeface="Arial" panose="020B0604020202020204" pitchFamily="34" charset="0"/>
                                  </a:rPr>
                                </m:ctrlPr>
                              </m:sSubPr>
                              <m:e>
                                <m:r>
                                  <a:rPr lang="en-IN" sz="1800" i="1">
                                    <a:solidFill>
                                      <a:srgbClr val="00B0F0"/>
                                    </a:solidFill>
                                    <a:latin typeface="Cambria Math" panose="02040503050406030204" pitchFamily="18" charset="0"/>
                                    <a:cs typeface="Arial" panose="020B0604020202020204" pitchFamily="34" charset="0"/>
                                  </a:rPr>
                                  <m:t>𝑥</m:t>
                                </m:r>
                              </m:e>
                              <m:sub>
                                <m:r>
                                  <a:rPr lang="en-IN" sz="1800" i="1">
                                    <a:solidFill>
                                      <a:srgbClr val="00B0F0"/>
                                    </a:solidFill>
                                    <a:latin typeface="Cambria Math" panose="02040503050406030204" pitchFamily="18" charset="0"/>
                                    <a:cs typeface="Arial" panose="020B0604020202020204" pitchFamily="34" charset="0"/>
                                  </a:rPr>
                                  <m:t>1</m:t>
                                </m:r>
                              </m:sub>
                            </m:sSub>
                            <m:sSub>
                              <m:sSubPr>
                                <m:ctrlPr>
                                  <a:rPr lang="en-IN" sz="1800" i="1">
                                    <a:solidFill>
                                      <a:srgbClr val="00B0F0"/>
                                    </a:solidFill>
                                    <a:latin typeface="Cambria Math" panose="02040503050406030204" pitchFamily="18" charset="0"/>
                                    <a:cs typeface="Arial" panose="020B0604020202020204" pitchFamily="34" charset="0"/>
                                  </a:rPr>
                                </m:ctrlPr>
                              </m:sSubPr>
                              <m:e>
                                <m:r>
                                  <a:rPr lang="en-IN" sz="1800" i="1">
                                    <a:solidFill>
                                      <a:srgbClr val="00B0F0"/>
                                    </a:solidFill>
                                    <a:latin typeface="Cambria Math" panose="02040503050406030204" pitchFamily="18" charset="0"/>
                                    <a:cs typeface="Arial" panose="020B0604020202020204" pitchFamily="34" charset="0"/>
                                  </a:rPr>
                                  <m:t>𝑥</m:t>
                                </m:r>
                              </m:e>
                              <m:sub>
                                <m:r>
                                  <a:rPr lang="en-IN" sz="1800" i="1">
                                    <a:solidFill>
                                      <a:srgbClr val="00B0F0"/>
                                    </a:solidFill>
                                    <a:latin typeface="Cambria Math" panose="02040503050406030204" pitchFamily="18" charset="0"/>
                                    <a:cs typeface="Arial" panose="020B0604020202020204" pitchFamily="34" charset="0"/>
                                  </a:rPr>
                                  <m:t>2</m:t>
                                </m:r>
                              </m:sub>
                            </m:sSub>
                            <m:r>
                              <a:rPr lang="en-IN" sz="1800" i="1">
                                <a:solidFill>
                                  <a:srgbClr val="00B0F0"/>
                                </a:solidFill>
                                <a:latin typeface="Cambria Math" panose="02040503050406030204" pitchFamily="18" charset="0"/>
                                <a:cs typeface="Arial" panose="020B0604020202020204" pitchFamily="34" charset="0"/>
                              </a:rPr>
                              <m:t>/</m:t>
                            </m:r>
                            <m:r>
                              <a:rPr lang="en-IN" sz="1800" i="1">
                                <a:solidFill>
                                  <a:srgbClr val="00B0F0"/>
                                </a:solidFill>
                                <a:latin typeface="Cambria Math" panose="02040503050406030204" pitchFamily="18" charset="0"/>
                                <a:cs typeface="Arial" panose="020B0604020202020204" pitchFamily="34" charset="0"/>
                              </a:rPr>
                              <m:t>𝐷𝑂𝐹</m:t>
                            </m:r>
                            <m:r>
                              <a:rPr lang="en-IN" sz="1800" i="1">
                                <a:solidFill>
                                  <a:srgbClr val="00B0F0"/>
                                </a:solidFill>
                                <a:latin typeface="Cambria Math" panose="02040503050406030204" pitchFamily="18" charset="0"/>
                                <a:cs typeface="Arial" panose="020B0604020202020204" pitchFamily="34" charset="0"/>
                              </a:rPr>
                              <m:t>)</m:t>
                            </m:r>
                          </m:sub>
                        </m:sSub>
                      </m:num>
                      <m:den>
                        <m:sSub>
                          <m:sSubPr>
                            <m:ctrlPr>
                              <a:rPr lang="en-IN" sz="1800" i="1">
                                <a:solidFill>
                                  <a:srgbClr val="00B0F0"/>
                                </a:solidFill>
                                <a:latin typeface="Cambria Math" panose="02040503050406030204" pitchFamily="18" charset="0"/>
                                <a:cs typeface="Arial" panose="020B0604020202020204" pitchFamily="34" charset="0"/>
                              </a:rPr>
                            </m:ctrlPr>
                          </m:sSubPr>
                          <m:e>
                            <m:r>
                              <a:rPr lang="en-IN" sz="1800" i="1">
                                <a:solidFill>
                                  <a:srgbClr val="00B0F0"/>
                                </a:solidFill>
                                <a:latin typeface="Cambria Math" panose="02040503050406030204" pitchFamily="18" charset="0"/>
                                <a:cs typeface="Arial" panose="020B0604020202020204" pitchFamily="34" charset="0"/>
                              </a:rPr>
                              <m:t>𝑀𝑆</m:t>
                            </m:r>
                          </m:e>
                          <m:sub>
                            <m:r>
                              <a:rPr lang="en-IN" sz="1800" i="1">
                                <a:solidFill>
                                  <a:srgbClr val="00B0F0"/>
                                </a:solidFill>
                                <a:latin typeface="Cambria Math" panose="02040503050406030204" pitchFamily="18" charset="0"/>
                                <a:cs typeface="Arial" panose="020B0604020202020204" pitchFamily="34" charset="0"/>
                              </a:rPr>
                              <m:t>𝐸</m:t>
                            </m:r>
                          </m:sub>
                        </m:sSub>
                      </m:den>
                    </m:f>
                    <m:r>
                      <a:rPr lang="en-IN" sz="1800">
                        <a:solidFill>
                          <a:srgbClr val="00B0F0"/>
                        </a:solidFill>
                        <a:latin typeface="Cambria Math" panose="02040503050406030204" pitchFamily="18" charset="0"/>
                        <a:cs typeface="Arial" panose="020B0604020202020204" pitchFamily="34" charset="0"/>
                      </a:rPr>
                      <m:t>=</m:t>
                    </m:r>
                    <m:f>
                      <m:fPr>
                        <m:ctrlPr>
                          <a:rPr lang="en-IN" sz="1800" i="1">
                            <a:solidFill>
                              <a:srgbClr val="00B0F0"/>
                            </a:solidFill>
                            <a:latin typeface="Cambria Math" panose="02040503050406030204" pitchFamily="18" charset="0"/>
                            <a:cs typeface="Arial" panose="020B0604020202020204" pitchFamily="34" charset="0"/>
                          </a:rPr>
                        </m:ctrlPr>
                      </m:fPr>
                      <m:num>
                        <m:f>
                          <m:fPr>
                            <m:ctrlPr>
                              <a:rPr lang="en-IN" sz="1800" i="1">
                                <a:solidFill>
                                  <a:srgbClr val="00B0F0"/>
                                </a:solidFill>
                                <a:latin typeface="Cambria Math" panose="02040503050406030204" pitchFamily="18" charset="0"/>
                                <a:cs typeface="Arial" panose="020B0604020202020204" pitchFamily="34" charset="0"/>
                              </a:rPr>
                            </m:ctrlPr>
                          </m:fPr>
                          <m:num>
                            <m:sSup>
                              <m:sSupPr>
                                <m:ctrlPr>
                                  <a:rPr lang="en-IN" sz="1800" i="1">
                                    <a:solidFill>
                                      <a:srgbClr val="00B0F0"/>
                                    </a:solidFill>
                                    <a:latin typeface="Cambria Math" panose="02040503050406030204" pitchFamily="18" charset="0"/>
                                    <a:cs typeface="Arial" panose="020B0604020202020204" pitchFamily="34" charset="0"/>
                                  </a:rPr>
                                </m:ctrlPr>
                              </m:sSupPr>
                              <m:e>
                                <m:d>
                                  <m:dPr>
                                    <m:ctrlPr>
                                      <a:rPr lang="en-IN" sz="1800" i="1">
                                        <a:solidFill>
                                          <a:srgbClr val="00B0F0"/>
                                        </a:solidFill>
                                        <a:latin typeface="Cambria Math" panose="02040503050406030204" pitchFamily="18" charset="0"/>
                                        <a:cs typeface="Arial" panose="020B0604020202020204" pitchFamily="34" charset="0"/>
                                      </a:rPr>
                                    </m:ctrlPr>
                                  </m:dPr>
                                  <m:e>
                                    <m:r>
                                      <a:rPr lang="en-IN" sz="1800" i="1">
                                        <a:solidFill>
                                          <a:srgbClr val="00B0F0"/>
                                        </a:solidFill>
                                        <a:latin typeface="Cambria Math" panose="02040503050406030204" pitchFamily="18" charset="0"/>
                                        <a:cs typeface="Arial" panose="020B0604020202020204" pitchFamily="34" charset="0"/>
                                      </a:rPr>
                                      <m:t>−</m:t>
                                    </m:r>
                                    <m:r>
                                      <a:rPr lang="en-IN" sz="1800" i="1">
                                        <a:solidFill>
                                          <a:srgbClr val="00B0F0"/>
                                        </a:solidFill>
                                        <a:latin typeface="Cambria Math" panose="02040503050406030204" pitchFamily="18" charset="0"/>
                                        <a:cs typeface="Arial" panose="020B0604020202020204" pitchFamily="34" charset="0"/>
                                      </a:rPr>
                                      <m:t>0</m:t>
                                    </m:r>
                                    <m:r>
                                      <a:rPr lang="en-IN" sz="1800" i="1">
                                        <a:solidFill>
                                          <a:srgbClr val="00B0F0"/>
                                        </a:solidFill>
                                        <a:latin typeface="Cambria Math" panose="02040503050406030204" pitchFamily="18" charset="0"/>
                                        <a:cs typeface="Arial" panose="020B0604020202020204" pitchFamily="34" charset="0"/>
                                      </a:rPr>
                                      <m:t>.</m:t>
                                    </m:r>
                                    <m:r>
                                      <a:rPr lang="en-IN" sz="1800" i="1">
                                        <a:solidFill>
                                          <a:srgbClr val="00B0F0"/>
                                        </a:solidFill>
                                        <a:latin typeface="Cambria Math" panose="02040503050406030204" pitchFamily="18" charset="0"/>
                                        <a:cs typeface="Arial" panose="020B0604020202020204" pitchFamily="34" charset="0"/>
                                      </a:rPr>
                                      <m:t>1</m:t>
                                    </m:r>
                                  </m:e>
                                </m:d>
                              </m:e>
                              <m:sup>
                                <m:r>
                                  <a:rPr lang="en-IN" sz="1800" i="1">
                                    <a:solidFill>
                                      <a:srgbClr val="00B0F0"/>
                                    </a:solidFill>
                                    <a:latin typeface="Cambria Math" panose="02040503050406030204" pitchFamily="18" charset="0"/>
                                    <a:cs typeface="Arial" panose="020B0604020202020204" pitchFamily="34" charset="0"/>
                                  </a:rPr>
                                  <m:t>2</m:t>
                                </m:r>
                              </m:sup>
                            </m:sSup>
                          </m:num>
                          <m:den>
                            <m:r>
                              <a:rPr lang="en-IN" sz="1800" i="1">
                                <a:solidFill>
                                  <a:srgbClr val="00B0F0"/>
                                </a:solidFill>
                                <a:latin typeface="Cambria Math" panose="02040503050406030204" pitchFamily="18" charset="0"/>
                                <a:cs typeface="Arial" panose="020B0604020202020204" pitchFamily="34" charset="0"/>
                              </a:rPr>
                              <m:t>4</m:t>
                            </m:r>
                          </m:den>
                        </m:f>
                      </m:num>
                      <m:den>
                        <m:r>
                          <a:rPr lang="en-IN" sz="1800" i="1">
                            <a:solidFill>
                              <a:srgbClr val="00B0F0"/>
                            </a:solidFill>
                            <a:latin typeface="Cambria Math" panose="02040503050406030204" pitchFamily="18" charset="0"/>
                            <a:cs typeface="Arial" panose="020B0604020202020204" pitchFamily="34" charset="0"/>
                          </a:rPr>
                          <m:t>0</m:t>
                        </m:r>
                        <m:r>
                          <a:rPr lang="en-IN" sz="1800" i="1">
                            <a:solidFill>
                              <a:srgbClr val="00B0F0"/>
                            </a:solidFill>
                            <a:latin typeface="Cambria Math" panose="02040503050406030204" pitchFamily="18" charset="0"/>
                            <a:cs typeface="Arial" panose="020B0604020202020204" pitchFamily="34" charset="0"/>
                          </a:rPr>
                          <m:t>.</m:t>
                        </m:r>
                        <m:r>
                          <a:rPr lang="en-IN" sz="1800" i="1">
                            <a:solidFill>
                              <a:srgbClr val="00B0F0"/>
                            </a:solidFill>
                            <a:latin typeface="Cambria Math" panose="02040503050406030204" pitchFamily="18" charset="0"/>
                            <a:cs typeface="Arial" panose="020B0604020202020204" pitchFamily="34" charset="0"/>
                          </a:rPr>
                          <m:t>0430</m:t>
                        </m:r>
                      </m:den>
                    </m:f>
                    <m:r>
                      <a:rPr lang="en-IN" sz="1800" i="1">
                        <a:solidFill>
                          <a:srgbClr val="00B0F0"/>
                        </a:solidFill>
                        <a:latin typeface="Cambria Math" panose="02040503050406030204" pitchFamily="18" charset="0"/>
                        <a:cs typeface="Arial" panose="020B0604020202020204" pitchFamily="34" charset="0"/>
                      </a:rPr>
                      <m:t>=</m:t>
                    </m:r>
                    <m:r>
                      <a:rPr lang="en-IN" sz="1800" i="1">
                        <a:solidFill>
                          <a:srgbClr val="00B0F0"/>
                        </a:solidFill>
                        <a:latin typeface="Cambria Math" panose="02040503050406030204" pitchFamily="18" charset="0"/>
                        <a:cs typeface="Arial" panose="020B0604020202020204" pitchFamily="34" charset="0"/>
                      </a:rPr>
                      <m:t>0</m:t>
                    </m:r>
                    <m:r>
                      <a:rPr lang="en-IN" sz="1800" i="1">
                        <a:solidFill>
                          <a:srgbClr val="00B0F0"/>
                        </a:solidFill>
                        <a:latin typeface="Cambria Math" panose="02040503050406030204" pitchFamily="18" charset="0"/>
                        <a:cs typeface="Arial" panose="020B0604020202020204" pitchFamily="34" charset="0"/>
                      </a:rPr>
                      <m:t>.</m:t>
                    </m:r>
                    <m:r>
                      <a:rPr lang="en-IN" sz="1800" i="1">
                        <a:solidFill>
                          <a:srgbClr val="00B0F0"/>
                        </a:solidFill>
                        <a:latin typeface="Cambria Math" panose="02040503050406030204" pitchFamily="18" charset="0"/>
                        <a:cs typeface="Arial" panose="020B0604020202020204" pitchFamily="34" charset="0"/>
                      </a:rPr>
                      <m:t>058</m:t>
                    </m:r>
                  </m:oMath>
                </a14:m>
                <a:r>
                  <a:rPr lang="en-IN" sz="1800" dirty="0">
                    <a:solidFill>
                      <a:srgbClr val="00B0F0"/>
                    </a:solidFill>
                    <a:latin typeface="Arial" panose="020B0604020202020204" pitchFamily="34" charset="0"/>
                    <a:cs typeface="Arial" panose="020B0604020202020204" pitchFamily="34" charset="0"/>
                  </a:rPr>
                  <a:t>…which is small and insignificant or negligible. </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460224" y="1376772"/>
                <a:ext cx="8229600" cy="3859077"/>
              </a:xfrm>
              <a:blipFill>
                <a:blip r:embed="rId3"/>
                <a:stretch>
                  <a:fillRect r="-667"/>
                </a:stretch>
              </a:blipFill>
            </p:spPr>
            <p:txBody>
              <a:bodyPr/>
              <a:lstStyle/>
              <a:p>
                <a:r>
                  <a:rPr lang="en-US">
                    <a:noFill/>
                  </a:rPr>
                  <a:t> </a:t>
                </a:r>
              </a:p>
            </p:txBody>
          </p:sp>
        </mc:Fallback>
      </mc:AlternateContent>
    </p:spTree>
    <p:extLst>
      <p:ext uri="{BB962C8B-B14F-4D97-AF65-F5344CB8AC3E}">
        <p14:creationId xmlns:p14="http://schemas.microsoft.com/office/powerpoint/2010/main" val="23079436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1 (First-order RSM)</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457200" y="1376772"/>
                <a:ext cx="8229600" cy="3859077"/>
              </a:xfrm>
            </p:spPr>
            <p:txBody>
              <a:bodyPr/>
              <a:lstStyle/>
              <a:p>
                <a:pPr latinLnBrk="0"/>
                <a:r>
                  <a:rPr lang="en-IN" sz="1800" b="1" dirty="0">
                    <a:latin typeface="Arial" panose="020B0604020202020204" pitchFamily="34" charset="0"/>
                    <a:cs typeface="Arial" panose="020B0604020202020204" pitchFamily="34" charset="0"/>
                  </a:rPr>
                  <a:t>Step 3: Test for Quadratic effects whether </a:t>
                </a:r>
                <a14:m>
                  <m:oMath xmlns:m="http://schemas.openxmlformats.org/officeDocument/2006/math">
                    <m:sSubSup>
                      <m:sSubSupPr>
                        <m:ctrlPr>
                          <a:rPr lang="en-IN" sz="1800" b="1" i="1">
                            <a:latin typeface="Cambria Math" panose="02040503050406030204" pitchFamily="18" charset="0"/>
                            <a:ea typeface="Cambria Math" panose="02040503050406030204" pitchFamily="18" charset="0"/>
                            <a:cs typeface="Arial" panose="020B0604020202020204" pitchFamily="34" charset="0"/>
                          </a:rPr>
                        </m:ctrlPr>
                      </m:sSubSupPr>
                      <m:e>
                        <m:r>
                          <a:rPr lang="en-IN" sz="1800" b="1" i="1">
                            <a:latin typeface="Cambria Math" panose="02040503050406030204" pitchFamily="18" charset="0"/>
                            <a:ea typeface="Cambria Math" panose="02040503050406030204" pitchFamily="18" charset="0"/>
                            <a:cs typeface="Arial" panose="020B0604020202020204" pitchFamily="34" charset="0"/>
                          </a:rPr>
                          <m:t>𝜷</m:t>
                        </m:r>
                      </m:e>
                      <m:sub>
                        <m:r>
                          <a:rPr lang="en-IN" sz="1800" b="1" i="1">
                            <a:latin typeface="Cambria Math" panose="02040503050406030204" pitchFamily="18" charset="0"/>
                            <a:ea typeface="Cambria Math" panose="02040503050406030204" pitchFamily="18" charset="0"/>
                            <a:cs typeface="Arial" panose="020B0604020202020204" pitchFamily="34" charset="0"/>
                          </a:rPr>
                          <m:t>𝟏𝟏</m:t>
                        </m:r>
                      </m:sub>
                      <m:sup/>
                    </m:sSubSup>
                    <m:r>
                      <a:rPr lang="en-IN" sz="1800" b="1" i="1">
                        <a:latin typeface="Cambria Math" panose="02040503050406030204" pitchFamily="18" charset="0"/>
                        <a:ea typeface="Cambria Math" panose="02040503050406030204" pitchFamily="18" charset="0"/>
                        <a:cs typeface="Arial" panose="020B0604020202020204" pitchFamily="34" charset="0"/>
                      </a:rPr>
                      <m:t>+</m:t>
                    </m:r>
                    <m:sSubSup>
                      <m:sSubSupPr>
                        <m:ctrlPr>
                          <a:rPr lang="en-IN" sz="1800" b="1" i="1">
                            <a:latin typeface="Cambria Math" panose="02040503050406030204" pitchFamily="18" charset="0"/>
                            <a:ea typeface="Cambria Math" panose="02040503050406030204" pitchFamily="18" charset="0"/>
                            <a:cs typeface="Arial" panose="020B0604020202020204" pitchFamily="34" charset="0"/>
                          </a:rPr>
                        </m:ctrlPr>
                      </m:sSubSupPr>
                      <m:e>
                        <m:r>
                          <a:rPr lang="en-IN" sz="1800" b="1" i="1">
                            <a:latin typeface="Cambria Math" panose="02040503050406030204" pitchFamily="18" charset="0"/>
                            <a:ea typeface="Cambria Math" panose="02040503050406030204" pitchFamily="18" charset="0"/>
                            <a:cs typeface="Arial" panose="020B0604020202020204" pitchFamily="34" charset="0"/>
                          </a:rPr>
                          <m:t>𝜷</m:t>
                        </m:r>
                      </m:e>
                      <m:sub>
                        <m:r>
                          <a:rPr lang="en-IN" sz="1800" b="1" i="1">
                            <a:latin typeface="Cambria Math" panose="02040503050406030204" pitchFamily="18" charset="0"/>
                            <a:ea typeface="Cambria Math" panose="02040503050406030204" pitchFamily="18" charset="0"/>
                            <a:cs typeface="Arial" panose="020B0604020202020204" pitchFamily="34" charset="0"/>
                          </a:rPr>
                          <m:t>𝟐𝟐</m:t>
                        </m:r>
                      </m:sub>
                      <m:sup/>
                    </m:sSubSup>
                  </m:oMath>
                </a14:m>
                <a:r>
                  <a:rPr lang="en-IN" sz="1800" b="1" dirty="0">
                    <a:latin typeface="Arial" panose="020B0604020202020204" pitchFamily="34" charset="0"/>
                    <a:cs typeface="Arial" panose="020B0604020202020204" pitchFamily="34" charset="0"/>
                  </a:rPr>
                  <a:t> significant or not?</a:t>
                </a:r>
              </a:p>
              <a:p>
                <a:pPr latinLnBrk="0"/>
                <a:endParaRPr lang="en-IN" sz="1800" dirty="0">
                  <a:latin typeface="Arial" panose="020B0604020202020204" pitchFamily="34" charset="0"/>
                  <a:cs typeface="Arial" panose="020B0604020202020204" pitchFamily="34" charset="0"/>
                </a:endParaRPr>
              </a:p>
              <a:p>
                <a:pPr marL="0" indent="0" latinLnBrk="0">
                  <a:buNone/>
                </a:pPr>
                <a:r>
                  <a:rPr lang="en-IN" sz="1800" dirty="0">
                    <a:latin typeface="Arial" panose="020B0604020202020204" pitchFamily="34" charset="0"/>
                    <a:cs typeface="Arial" panose="020B0604020202020204" pitchFamily="34" charset="0"/>
                  </a:rPr>
                  <a:t> 					whether </a:t>
                </a:r>
                <a14:m>
                  <m:oMath xmlns:m="http://schemas.openxmlformats.org/officeDocument/2006/math">
                    <m:sSubSup>
                      <m:sSubSupPr>
                        <m:ctrlPr>
                          <a:rPr lang="en-IN" sz="1800" i="1">
                            <a:latin typeface="Cambria Math" panose="02040503050406030204" pitchFamily="18" charset="0"/>
                            <a:ea typeface="Cambria Math" panose="02040503050406030204" pitchFamily="18" charset="0"/>
                            <a:cs typeface="Arial" panose="020B0604020202020204" pitchFamily="34" charset="0"/>
                          </a:rPr>
                        </m:ctrlPr>
                      </m:sSubSupPr>
                      <m:e>
                        <m:r>
                          <a:rPr lang="en-IN" sz="1800" i="1">
                            <a:latin typeface="Cambria Math" panose="02040503050406030204" pitchFamily="18" charset="0"/>
                            <a:ea typeface="Cambria Math" panose="02040503050406030204" pitchFamily="18" charset="0"/>
                            <a:cs typeface="Arial" panose="020B0604020202020204" pitchFamily="34" charset="0"/>
                          </a:rPr>
                          <m:t>𝛽</m:t>
                        </m:r>
                      </m:e>
                      <m:sub>
                        <m:r>
                          <a:rPr lang="en-IN" sz="1800" i="1">
                            <a:latin typeface="Cambria Math" panose="02040503050406030204" pitchFamily="18" charset="0"/>
                            <a:ea typeface="Cambria Math" panose="02040503050406030204" pitchFamily="18" charset="0"/>
                            <a:cs typeface="Arial" panose="020B0604020202020204" pitchFamily="34" charset="0"/>
                          </a:rPr>
                          <m:t>11</m:t>
                        </m:r>
                      </m:sub>
                      <m:sup/>
                    </m:sSubSup>
                    <m:r>
                      <a:rPr lang="en-IN" sz="1800" i="1">
                        <a:latin typeface="Cambria Math" panose="02040503050406030204" pitchFamily="18" charset="0"/>
                        <a:ea typeface="Cambria Math" panose="02040503050406030204" pitchFamily="18" charset="0"/>
                        <a:cs typeface="Arial" panose="020B0604020202020204" pitchFamily="34" charset="0"/>
                      </a:rPr>
                      <m:t>+</m:t>
                    </m:r>
                    <m:sSubSup>
                      <m:sSubSupPr>
                        <m:ctrlPr>
                          <a:rPr lang="en-IN" sz="1800" i="1">
                            <a:latin typeface="Cambria Math" panose="02040503050406030204" pitchFamily="18" charset="0"/>
                            <a:ea typeface="Cambria Math" panose="02040503050406030204" pitchFamily="18" charset="0"/>
                            <a:cs typeface="Arial" panose="020B0604020202020204" pitchFamily="34" charset="0"/>
                          </a:rPr>
                        </m:ctrlPr>
                      </m:sSubSupPr>
                      <m:e>
                        <m:r>
                          <a:rPr lang="en-IN" sz="1800" i="1">
                            <a:latin typeface="Cambria Math" panose="02040503050406030204" pitchFamily="18" charset="0"/>
                            <a:ea typeface="Cambria Math" panose="02040503050406030204" pitchFamily="18" charset="0"/>
                            <a:cs typeface="Arial" panose="020B0604020202020204" pitchFamily="34" charset="0"/>
                          </a:rPr>
                          <m:t>𝛽</m:t>
                        </m:r>
                      </m:e>
                      <m:sub>
                        <m:r>
                          <a:rPr lang="en-IN" sz="1800" i="1">
                            <a:latin typeface="Cambria Math" panose="02040503050406030204" pitchFamily="18" charset="0"/>
                            <a:ea typeface="Cambria Math" panose="02040503050406030204" pitchFamily="18" charset="0"/>
                            <a:cs typeface="Arial" panose="020B0604020202020204" pitchFamily="34" charset="0"/>
                          </a:rPr>
                          <m:t>22</m:t>
                        </m:r>
                      </m:sub>
                      <m:sup/>
                    </m:sSubSup>
                    <m:r>
                      <a:rPr lang="en-IN" sz="1800" i="1">
                        <a:latin typeface="Cambria Math" panose="02040503050406030204" pitchFamily="18" charset="0"/>
                        <a:ea typeface="Cambria Math" panose="02040503050406030204" pitchFamily="18" charset="0"/>
                        <a:cs typeface="Arial" panose="020B0604020202020204" pitchFamily="34" charset="0"/>
                      </a:rPr>
                      <m:t>=</m:t>
                    </m:r>
                    <m:r>
                      <a:rPr lang="en-IN" sz="1800" i="1">
                        <a:latin typeface="Cambria Math" panose="02040503050406030204" pitchFamily="18" charset="0"/>
                        <a:ea typeface="Cambria Math" panose="02040503050406030204" pitchFamily="18" charset="0"/>
                        <a:cs typeface="Arial" panose="020B0604020202020204" pitchFamily="34" charset="0"/>
                      </a:rPr>
                      <m:t>𝑌𝐹</m:t>
                    </m:r>
                    <m:r>
                      <a:rPr lang="en-IN" sz="1800" i="1">
                        <a:latin typeface="Cambria Math" panose="02040503050406030204" pitchFamily="18" charset="0"/>
                        <a:ea typeface="Cambria Math" panose="02040503050406030204" pitchFamily="18" charset="0"/>
                        <a:cs typeface="Arial" panose="020B0604020202020204" pitchFamily="34" charset="0"/>
                      </a:rPr>
                      <m:t> −</m:t>
                    </m:r>
                    <m:r>
                      <a:rPr lang="en-IN" sz="1800" i="1">
                        <a:latin typeface="Cambria Math" panose="02040503050406030204" pitchFamily="18" charset="0"/>
                        <a:ea typeface="Cambria Math" panose="02040503050406030204" pitchFamily="18" charset="0"/>
                        <a:cs typeface="Arial" panose="020B0604020202020204" pitchFamily="34" charset="0"/>
                      </a:rPr>
                      <m:t>𝑌𝐶</m:t>
                    </m:r>
                  </m:oMath>
                </a14:m>
                <a:endParaRPr lang="en-IN" sz="1800" baseline="-25000" dirty="0">
                  <a:latin typeface="Arial" panose="020B0604020202020204" pitchFamily="34" charset="0"/>
                  <a:cs typeface="Arial" panose="020B0604020202020204" pitchFamily="34" charset="0"/>
                </a:endParaRPr>
              </a:p>
              <a:p>
                <a:pPr marL="0" indent="0" latinLnBrk="0">
                  <a:buNone/>
                </a:pPr>
                <a:r>
                  <a:rPr lang="en-IN" sz="1800" dirty="0">
                    <a:latin typeface="Arial" panose="020B0604020202020204" pitchFamily="34" charset="0"/>
                    <a:cs typeface="Arial" panose="020B0604020202020204" pitchFamily="34" charset="0"/>
                  </a:rPr>
                  <a:t>                                                                                    = 40.425 – 40.46 = -0.035</a:t>
                </a:r>
              </a:p>
              <a:p>
                <a:pPr marL="52755" indent="0" latinLnBrk="0">
                  <a:lnSpc>
                    <a:spcPct val="150000"/>
                  </a:lnSpc>
                  <a:buNone/>
                </a:pPr>
                <a:r>
                  <a:rPr lang="en-IN" sz="1800" dirty="0">
                    <a:latin typeface="Arial" panose="020B0604020202020204" pitchFamily="34" charset="0"/>
                    <a:cs typeface="Arial" panose="020B0604020202020204" pitchFamily="34" charset="0"/>
                  </a:rPr>
                  <a:t>                                                              </a:t>
                </a:r>
                <a:r>
                  <a:rPr lang="en-IN" sz="1800" dirty="0">
                    <a:solidFill>
                      <a:srgbClr val="FF0000"/>
                    </a:solidFill>
                    <a:latin typeface="Arial" panose="020B0604020202020204" pitchFamily="34" charset="0"/>
                    <a:cs typeface="Arial" panose="020B0604020202020204" pitchFamily="34" charset="0"/>
                  </a:rPr>
                  <a:t>Hypothesis H0 = </a:t>
                </a:r>
                <a14:m>
                  <m:oMath xmlns:m="http://schemas.openxmlformats.org/officeDocument/2006/math">
                    <m:sSub>
                      <m:sSubPr>
                        <m:ctrlPr>
                          <a:rPr lang="en-IN" sz="1800" i="1">
                            <a:solidFill>
                              <a:srgbClr val="FF0000"/>
                            </a:solidFill>
                            <a:latin typeface="Cambria Math" panose="02040503050406030204" pitchFamily="18" charset="0"/>
                            <a:cs typeface="Arial" panose="020B0604020202020204" pitchFamily="34" charset="0"/>
                          </a:rPr>
                        </m:ctrlPr>
                      </m:sSubPr>
                      <m:e>
                        <m:sSub>
                          <m:sSubPr>
                            <m:ctrlPr>
                              <a:rPr lang="en-IN" sz="1800" i="1">
                                <a:solidFill>
                                  <a:srgbClr val="FF0000"/>
                                </a:solidFill>
                                <a:latin typeface="Cambria Math" panose="02040503050406030204" pitchFamily="18" charset="0"/>
                                <a:cs typeface="Arial" panose="020B0604020202020204" pitchFamily="34" charset="0"/>
                              </a:rPr>
                            </m:ctrlPr>
                          </m:sSubPr>
                          <m:e>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11</m:t>
                            </m:r>
                          </m:sub>
                        </m:sSub>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22</m:t>
                        </m:r>
                      </m:sub>
                    </m:sSub>
                  </m:oMath>
                </a14:m>
                <a:r>
                  <a:rPr lang="en-IN" sz="1800" dirty="0">
                    <a:solidFill>
                      <a:srgbClr val="FF0000"/>
                    </a:solidFill>
                    <a:latin typeface="Arial" panose="020B0604020202020204" pitchFamily="34" charset="0"/>
                    <a:cs typeface="Arial" panose="020B0604020202020204" pitchFamily="34" charset="0"/>
                  </a:rPr>
                  <a:t> =  0</a:t>
                </a:r>
              </a:p>
              <a:p>
                <a:pPr marL="52755" indent="0" latinLnBrk="0">
                  <a:lnSpc>
                    <a:spcPct val="150000"/>
                  </a:lnSpc>
                  <a:buNone/>
                </a:pPr>
                <a:r>
                  <a:rPr lang="en-IN" sz="1800" dirty="0">
                    <a:solidFill>
                      <a:srgbClr val="FF0000"/>
                    </a:solidFill>
                    <a:latin typeface="Arial" panose="020B0604020202020204" pitchFamily="34" charset="0"/>
                    <a:cs typeface="Arial" panose="020B0604020202020204" pitchFamily="34" charset="0"/>
                  </a:rPr>
                  <a:t>                                                              Alternative H1 =</a:t>
                </a:r>
                <a14:m>
                  <m:oMath xmlns:m="http://schemas.openxmlformats.org/officeDocument/2006/math">
                    <m:sSub>
                      <m:sSubPr>
                        <m:ctrlPr>
                          <a:rPr lang="en-IN" sz="1800" i="1">
                            <a:solidFill>
                              <a:srgbClr val="FF0000"/>
                            </a:solidFill>
                            <a:latin typeface="Cambria Math" panose="02040503050406030204" pitchFamily="18" charset="0"/>
                            <a:cs typeface="Arial" panose="020B0604020202020204" pitchFamily="34" charset="0"/>
                          </a:rPr>
                        </m:ctrlPr>
                      </m:sSubPr>
                      <m:e>
                        <m:sSub>
                          <m:sSubPr>
                            <m:ctrlPr>
                              <a:rPr lang="en-IN" sz="1800" i="1">
                                <a:solidFill>
                                  <a:srgbClr val="FF0000"/>
                                </a:solidFill>
                                <a:latin typeface="Cambria Math" panose="02040503050406030204" pitchFamily="18" charset="0"/>
                                <a:cs typeface="Arial" panose="020B0604020202020204" pitchFamily="34" charset="0"/>
                              </a:rPr>
                            </m:ctrlPr>
                          </m:sSubPr>
                          <m:e>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11</m:t>
                            </m:r>
                          </m:sub>
                        </m:sSub>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22</m:t>
                        </m:r>
                      </m:sub>
                    </m:sSub>
                  </m:oMath>
                </a14:m>
                <a:r>
                  <a:rPr lang="en-IN" sz="1800" dirty="0">
                    <a:solidFill>
                      <a:srgbClr val="FF0000"/>
                    </a:solidFill>
                    <a:latin typeface="Arial" panose="020B0604020202020204" pitchFamily="34" charset="0"/>
                    <a:cs typeface="Arial" panose="020B0604020202020204" pitchFamily="34" charset="0"/>
                  </a:rPr>
                  <a:t>≠ 0</a:t>
                </a:r>
              </a:p>
              <a:p>
                <a:pPr marL="52755" indent="0" latinLnBrk="0">
                  <a:lnSpc>
                    <a:spcPct val="150000"/>
                  </a:lnSpc>
                  <a:buNone/>
                </a:pPr>
                <a:endParaRPr lang="en-IN" sz="1800" dirty="0">
                  <a:solidFill>
                    <a:srgbClr val="FF0000"/>
                  </a:solidFill>
                  <a:latin typeface="Arial" panose="020B0604020202020204" pitchFamily="34" charset="0"/>
                  <a:cs typeface="Arial" panose="020B0604020202020204" pitchFamily="34" charset="0"/>
                </a:endParaRPr>
              </a:p>
              <a:p>
                <a:pPr marL="52755" indent="0" latinLnBrk="0">
                  <a:lnSpc>
                    <a:spcPct val="150000"/>
                  </a:lnSpc>
                  <a:buNone/>
                </a:pPr>
                <a:endParaRPr lang="en-IN" sz="1800" dirty="0">
                  <a:solidFill>
                    <a:srgbClr val="FF0000"/>
                  </a:solidFill>
                  <a:latin typeface="Arial" panose="020B0604020202020204" pitchFamily="34" charset="0"/>
                  <a:cs typeface="Arial" panose="020B0604020202020204" pitchFamily="34" charset="0"/>
                </a:endParaRPr>
              </a:p>
              <a:p>
                <a:pPr marL="52755" indent="0" latinLnBrk="0">
                  <a:lnSpc>
                    <a:spcPct val="150000"/>
                  </a:lnSpc>
                  <a:buNone/>
                </a:pPr>
                <a:endParaRPr lang="en-IN" sz="1800" dirty="0">
                  <a:solidFill>
                    <a:srgbClr val="FF0000"/>
                  </a:solidFill>
                  <a:latin typeface="Arial" panose="020B0604020202020204" pitchFamily="34" charset="0"/>
                  <a:cs typeface="Arial" panose="020B0604020202020204" pitchFamily="34" charset="0"/>
                </a:endParaRPr>
              </a:p>
              <a:p>
                <a:pPr marL="52755" indent="0" latinLnBrk="0">
                  <a:lnSpc>
                    <a:spcPct val="150000"/>
                  </a:lnSpc>
                  <a:buNone/>
                </a:pPr>
                <a14:m>
                  <m:oMath xmlns:m="http://schemas.openxmlformats.org/officeDocument/2006/math">
                    <m:r>
                      <a:rPr lang="en-IN" sz="1800" i="1">
                        <a:solidFill>
                          <a:srgbClr val="00B0F0"/>
                        </a:solidFill>
                        <a:latin typeface="Cambria Math" panose="02040503050406030204" pitchFamily="18" charset="0"/>
                        <a:cs typeface="Arial" panose="020B0604020202020204" pitchFamily="34" charset="0"/>
                      </a:rPr>
                      <m:t>  0.063</m:t>
                    </m:r>
                  </m:oMath>
                </a14:m>
                <a:r>
                  <a:rPr lang="en-IN" sz="1800" dirty="0">
                    <a:solidFill>
                      <a:srgbClr val="00B0F0"/>
                    </a:solidFill>
                    <a:latin typeface="Arial" panose="020B0604020202020204" pitchFamily="34" charset="0"/>
                    <a:cs typeface="Arial" panose="020B0604020202020204" pitchFamily="34" charset="0"/>
                  </a:rPr>
                  <a:t>…which is small, hence, there is no indication of a pure quadratic effect.</a:t>
                </a:r>
                <a:endParaRPr lang="en-IN" sz="1800" dirty="0">
                  <a:latin typeface="Arial" panose="020B0604020202020204" pitchFamily="34" charset="0"/>
                  <a:cs typeface="Arial" panose="020B0604020202020204" pitchFamily="34" charset="0"/>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457200" y="1376772"/>
                <a:ext cx="8229600" cy="3859077"/>
              </a:xfrm>
              <a:blipFill>
                <a:blip r:embed="rId3"/>
                <a:stretch>
                  <a:fillRect l="-444" b="-10585"/>
                </a:stretch>
              </a:blipFill>
            </p:spPr>
            <p:txBody>
              <a:bodyPr/>
              <a:lstStyle/>
              <a:p>
                <a:r>
                  <a:rPr lang="en-US">
                    <a:noFill/>
                  </a:rPr>
                  <a:t> </a:t>
                </a:r>
              </a:p>
            </p:txBody>
          </p:sp>
        </mc:Fallback>
      </mc:AlternateContent>
      <p:sp>
        <p:nvSpPr>
          <p:cNvPr id="5" name="Rectangle 4"/>
          <p:cNvSpPr/>
          <p:nvPr/>
        </p:nvSpPr>
        <p:spPr>
          <a:xfrm>
            <a:off x="764577" y="2618910"/>
            <a:ext cx="1782198" cy="1215135"/>
          </a:xfrm>
          <a:prstGeom prst="rect">
            <a:avLst/>
          </a:prstGeom>
          <a:ln>
            <a:solidFill>
              <a:srgbClr val="00B05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sz="788" b="1" dirty="0">
              <a:solidFill>
                <a:schemeClr val="tx1"/>
              </a:solidFill>
            </a:endParaRPr>
          </a:p>
        </p:txBody>
      </p:sp>
      <p:sp>
        <p:nvSpPr>
          <p:cNvPr id="12" name="Oval 11"/>
          <p:cNvSpPr/>
          <p:nvPr/>
        </p:nvSpPr>
        <p:spPr>
          <a:xfrm>
            <a:off x="1615736" y="3184581"/>
            <a:ext cx="79880" cy="83793"/>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788" b="1" dirty="0">
              <a:solidFill>
                <a:schemeClr val="tx1"/>
              </a:solidFill>
            </a:endParaRPr>
          </a:p>
        </p:txBody>
      </p:sp>
      <p:sp>
        <p:nvSpPr>
          <p:cNvPr id="14" name="TextBox 13"/>
          <p:cNvSpPr txBox="1"/>
          <p:nvPr/>
        </p:nvSpPr>
        <p:spPr>
          <a:xfrm>
            <a:off x="1840382" y="3859923"/>
            <a:ext cx="1194558" cy="253916"/>
          </a:xfrm>
          <a:prstGeom prst="rect">
            <a:avLst/>
          </a:prstGeom>
          <a:noFill/>
        </p:spPr>
        <p:txBody>
          <a:bodyPr wrap="none" rtlCol="0">
            <a:spAutoFit/>
          </a:bodyPr>
          <a:lstStyle/>
          <a:p>
            <a:r>
              <a:rPr lang="en-IN" sz="1050" dirty="0"/>
              <a:t>Factorial portion</a:t>
            </a:r>
          </a:p>
        </p:txBody>
      </p:sp>
      <p:sp>
        <p:nvSpPr>
          <p:cNvPr id="15" name="TextBox 14"/>
          <p:cNvSpPr txBox="1"/>
          <p:nvPr/>
        </p:nvSpPr>
        <p:spPr>
          <a:xfrm>
            <a:off x="1796547" y="2397535"/>
            <a:ext cx="1194558" cy="253916"/>
          </a:xfrm>
          <a:prstGeom prst="rect">
            <a:avLst/>
          </a:prstGeom>
          <a:noFill/>
        </p:spPr>
        <p:txBody>
          <a:bodyPr wrap="none" rtlCol="0">
            <a:spAutoFit/>
          </a:bodyPr>
          <a:lstStyle/>
          <a:p>
            <a:r>
              <a:rPr lang="en-IN" sz="1050" dirty="0"/>
              <a:t>Factorial portion</a:t>
            </a:r>
          </a:p>
        </p:txBody>
      </p:sp>
      <p:sp>
        <p:nvSpPr>
          <p:cNvPr id="16" name="TextBox 15"/>
          <p:cNvSpPr txBox="1"/>
          <p:nvPr/>
        </p:nvSpPr>
        <p:spPr>
          <a:xfrm>
            <a:off x="470806" y="2366912"/>
            <a:ext cx="1194558" cy="253916"/>
          </a:xfrm>
          <a:prstGeom prst="rect">
            <a:avLst/>
          </a:prstGeom>
          <a:noFill/>
        </p:spPr>
        <p:txBody>
          <a:bodyPr wrap="none" rtlCol="0">
            <a:spAutoFit/>
          </a:bodyPr>
          <a:lstStyle/>
          <a:p>
            <a:r>
              <a:rPr lang="en-IN" sz="1050" dirty="0"/>
              <a:t>Factorial portion</a:t>
            </a:r>
          </a:p>
        </p:txBody>
      </p:sp>
      <p:sp>
        <p:nvSpPr>
          <p:cNvPr id="17" name="TextBox 16"/>
          <p:cNvSpPr txBox="1"/>
          <p:nvPr/>
        </p:nvSpPr>
        <p:spPr>
          <a:xfrm>
            <a:off x="300752" y="3826826"/>
            <a:ext cx="1194558" cy="253916"/>
          </a:xfrm>
          <a:prstGeom prst="rect">
            <a:avLst/>
          </a:prstGeom>
          <a:noFill/>
        </p:spPr>
        <p:txBody>
          <a:bodyPr wrap="none" rtlCol="0">
            <a:spAutoFit/>
          </a:bodyPr>
          <a:lstStyle/>
          <a:p>
            <a:r>
              <a:rPr lang="en-IN" sz="1050" dirty="0"/>
              <a:t>Factorial portion</a:t>
            </a:r>
          </a:p>
        </p:txBody>
      </p:sp>
      <p:sp>
        <p:nvSpPr>
          <p:cNvPr id="18" name="TextBox 17"/>
          <p:cNvSpPr txBox="1"/>
          <p:nvPr/>
        </p:nvSpPr>
        <p:spPr>
          <a:xfrm>
            <a:off x="1207429" y="3310704"/>
            <a:ext cx="954107" cy="253916"/>
          </a:xfrm>
          <a:prstGeom prst="rect">
            <a:avLst/>
          </a:prstGeom>
          <a:noFill/>
        </p:spPr>
        <p:txBody>
          <a:bodyPr wrap="none" rtlCol="0">
            <a:spAutoFit/>
          </a:bodyPr>
          <a:lstStyle/>
          <a:p>
            <a:r>
              <a:rPr lang="en-IN" sz="1050" dirty="0"/>
              <a:t>Center point</a:t>
            </a:r>
          </a:p>
        </p:txBody>
      </p:sp>
      <p:pic>
        <p:nvPicPr>
          <p:cNvPr id="19" name="Picture 18"/>
          <p:cNvPicPr>
            <a:picLocks noChangeAspect="1"/>
          </p:cNvPicPr>
          <p:nvPr/>
        </p:nvPicPr>
        <p:blipFill>
          <a:blip r:embed="rId4"/>
          <a:stretch>
            <a:fillRect/>
          </a:stretch>
        </p:blipFill>
        <p:spPr>
          <a:xfrm>
            <a:off x="3736377" y="3779295"/>
            <a:ext cx="5257800" cy="664369"/>
          </a:xfrm>
          <a:prstGeom prst="rect">
            <a:avLst/>
          </a:prstGeom>
        </p:spPr>
      </p:pic>
      <p:pic>
        <p:nvPicPr>
          <p:cNvPr id="20" name="Picture 19"/>
          <p:cNvPicPr>
            <a:picLocks noChangeAspect="1"/>
          </p:cNvPicPr>
          <p:nvPr/>
        </p:nvPicPr>
        <p:blipFill>
          <a:blip r:embed="rId5"/>
          <a:stretch>
            <a:fillRect/>
          </a:stretch>
        </p:blipFill>
        <p:spPr>
          <a:xfrm>
            <a:off x="4436985" y="4557973"/>
            <a:ext cx="3236119" cy="707231"/>
          </a:xfrm>
          <a:prstGeom prst="rect">
            <a:avLst/>
          </a:prstGeom>
        </p:spPr>
      </p:pic>
      <p:sp>
        <p:nvSpPr>
          <p:cNvPr id="3" name="Rectangle 2"/>
          <p:cNvSpPr/>
          <p:nvPr/>
        </p:nvSpPr>
        <p:spPr>
          <a:xfrm>
            <a:off x="369704" y="5444518"/>
            <a:ext cx="8618731" cy="395814"/>
          </a:xfrm>
          <a:prstGeom prst="rect">
            <a:avLst/>
          </a:prstGeom>
        </p:spPr>
        <p:txBody>
          <a:bodyPr wrap="square">
            <a:spAutoFit/>
          </a:bodyPr>
          <a:lstStyle/>
          <a:p>
            <a:pPr latinLnBrk="0">
              <a:lnSpc>
                <a:spcPct val="150000"/>
              </a:lnSpc>
            </a:pPr>
            <a:r>
              <a:rPr lang="en-IN" sz="1500" dirty="0">
                <a:solidFill>
                  <a:srgbClr val="FF0000"/>
                </a:solidFill>
                <a:latin typeface="Arial" panose="020B0604020202020204" pitchFamily="34" charset="0"/>
                <a:cs typeface="Arial" panose="020B0604020202020204" pitchFamily="34" charset="0"/>
              </a:rPr>
              <a:t>So, quadratic effect not there…interaction effect not there…hence, the first-order model is fit one. </a:t>
            </a:r>
          </a:p>
        </p:txBody>
      </p:sp>
    </p:spTree>
    <p:extLst>
      <p:ext uri="{BB962C8B-B14F-4D97-AF65-F5344CB8AC3E}">
        <p14:creationId xmlns:p14="http://schemas.microsoft.com/office/powerpoint/2010/main" val="1902415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1 (First-order RSM)</a:t>
            </a:r>
          </a:p>
        </p:txBody>
      </p:sp>
      <p:pic>
        <p:nvPicPr>
          <p:cNvPr id="9" name="Picture 8"/>
          <p:cNvPicPr>
            <a:picLocks noChangeAspect="1"/>
          </p:cNvPicPr>
          <p:nvPr/>
        </p:nvPicPr>
        <p:blipFill>
          <a:blip r:embed="rId3"/>
          <a:stretch>
            <a:fillRect/>
          </a:stretch>
        </p:blipFill>
        <p:spPr>
          <a:xfrm>
            <a:off x="11766" y="1970838"/>
            <a:ext cx="9144146" cy="2997333"/>
          </a:xfrm>
          <a:prstGeom prst="rect">
            <a:avLst/>
          </a:prstGeom>
        </p:spPr>
      </p:pic>
    </p:spTree>
    <p:extLst>
      <p:ext uri="{BB962C8B-B14F-4D97-AF65-F5344CB8AC3E}">
        <p14:creationId xmlns:p14="http://schemas.microsoft.com/office/powerpoint/2010/main" val="60400202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1 (First-order RSM)</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457200" y="1376772"/>
                <a:ext cx="8229600" cy="3859077"/>
              </a:xfrm>
            </p:spPr>
            <p:txBody>
              <a:bodyPr/>
              <a:lstStyle/>
              <a:p>
                <a:pPr algn="just" latinLnBrk="0">
                  <a:lnSpc>
                    <a:spcPct val="150000"/>
                  </a:lnSpc>
                </a:pPr>
                <a:r>
                  <a:rPr lang="en-IN" sz="1800" dirty="0">
                    <a:latin typeface="Arial" panose="020B0604020202020204" pitchFamily="34" charset="0"/>
                    <a:cs typeface="Arial" panose="020B0604020202020204" pitchFamily="34" charset="0"/>
                  </a:rPr>
                  <a:t>Hence, we can say </a:t>
                </a:r>
                <a14:m>
                  <m:oMath xmlns:m="http://schemas.openxmlformats.org/officeDocument/2006/math">
                    <m:acc>
                      <m:accPr>
                        <m:chr m:val="̂"/>
                        <m:ctrlPr>
                          <a:rPr lang="en-IN" sz="1800" i="1">
                            <a:solidFill>
                              <a:srgbClr val="FF0000"/>
                            </a:solidFill>
                            <a:latin typeface="Cambria Math" panose="02040503050406030204" pitchFamily="18" charset="0"/>
                            <a:cs typeface="Arial" panose="020B0604020202020204" pitchFamily="34" charset="0"/>
                          </a:rPr>
                        </m:ctrlPr>
                      </m:accPr>
                      <m:e>
                        <m:r>
                          <a:rPr lang="en-IN" sz="1800" i="1">
                            <a:solidFill>
                              <a:srgbClr val="FF0000"/>
                            </a:solidFill>
                            <a:latin typeface="Cambria Math" panose="02040503050406030204" pitchFamily="18" charset="0"/>
                            <a:cs typeface="Arial" panose="020B0604020202020204" pitchFamily="34" charset="0"/>
                          </a:rPr>
                          <m:t>𝑦</m:t>
                        </m:r>
                      </m:e>
                    </m:acc>
                    <m:r>
                      <a:rPr lang="en-IN" sz="1800" i="1">
                        <a:solidFill>
                          <a:srgbClr val="FF0000"/>
                        </a:solidFill>
                        <a:latin typeface="Cambria Math" panose="02040503050406030204" pitchFamily="18" charset="0"/>
                        <a:cs typeface="Arial" panose="020B0604020202020204" pitchFamily="34" charset="0"/>
                      </a:rPr>
                      <m:t>= </m:t>
                    </m:r>
                    <m:sSub>
                      <m:sSubPr>
                        <m:ctrlPr>
                          <a:rPr lang="en-IN" sz="1800" i="1">
                            <a:solidFill>
                              <a:srgbClr val="FF0000"/>
                            </a:solidFill>
                            <a:latin typeface="Cambria Math" panose="02040503050406030204" pitchFamily="18" charset="0"/>
                            <a:cs typeface="Arial" panose="020B0604020202020204" pitchFamily="34" charset="0"/>
                          </a:rPr>
                        </m:ctrlPr>
                      </m:sSubPr>
                      <m:e>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800" i="1">
                            <a:solidFill>
                              <a:srgbClr val="FF0000"/>
                            </a:solidFill>
                            <a:latin typeface="Cambria Math" panose="02040503050406030204" pitchFamily="18" charset="0"/>
                            <a:cs typeface="Arial" panose="020B0604020202020204" pitchFamily="34" charset="0"/>
                          </a:rPr>
                          <m:t>0</m:t>
                        </m:r>
                      </m:sub>
                    </m:sSub>
                    <m:r>
                      <a:rPr lang="en-IN" sz="1800" i="1">
                        <a:solidFill>
                          <a:srgbClr val="FF0000"/>
                        </a:solidFill>
                        <a:latin typeface="Cambria Math" panose="02040503050406030204" pitchFamily="18" charset="0"/>
                        <a:cs typeface="Arial" panose="020B0604020202020204" pitchFamily="34" charset="0"/>
                      </a:rPr>
                      <m:t>+</m:t>
                    </m:r>
                    <m:sSub>
                      <m:sSubPr>
                        <m:ctrlPr>
                          <a:rPr lang="en-IN" sz="1800" i="1">
                            <a:solidFill>
                              <a:srgbClr val="FF0000"/>
                            </a:solidFill>
                            <a:latin typeface="Cambria Math" panose="02040503050406030204" pitchFamily="18" charset="0"/>
                            <a:cs typeface="Arial" panose="020B0604020202020204" pitchFamily="34" charset="0"/>
                          </a:rPr>
                        </m:ctrlPr>
                      </m:sSubPr>
                      <m:e>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1</m:t>
                        </m:r>
                      </m:sub>
                    </m:sSub>
                    <m:sSub>
                      <m:sSubPr>
                        <m:ctrlPr>
                          <a:rPr lang="en-IN" sz="1800" i="1">
                            <a:solidFill>
                              <a:srgbClr val="FF0000"/>
                            </a:solidFill>
                            <a:latin typeface="Cambria Math" panose="02040503050406030204" pitchFamily="18" charset="0"/>
                            <a:cs typeface="Arial" panose="020B0604020202020204" pitchFamily="34" charset="0"/>
                          </a:rPr>
                        </m:ctrlPr>
                      </m:sSubPr>
                      <m:e>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𝑥</m:t>
                        </m:r>
                      </m:e>
                      <m:sub>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1</m:t>
                        </m:r>
                      </m:sub>
                    </m:sSub>
                    <m:r>
                      <a:rPr lang="en-IN" sz="1800">
                        <a:solidFill>
                          <a:srgbClr val="FF0000"/>
                        </a:solidFill>
                        <a:latin typeface="Cambria Math" panose="02040503050406030204" pitchFamily="18" charset="0"/>
                        <a:cs typeface="Arial" panose="020B0604020202020204" pitchFamily="34" charset="0"/>
                      </a:rPr>
                      <m:t>+</m:t>
                    </m:r>
                    <m:sSub>
                      <m:sSubPr>
                        <m:ctrlPr>
                          <a:rPr lang="en-IN" sz="1800" i="1">
                            <a:solidFill>
                              <a:srgbClr val="FF0000"/>
                            </a:solidFill>
                            <a:latin typeface="Cambria Math" panose="02040503050406030204" pitchFamily="18" charset="0"/>
                            <a:cs typeface="Arial" panose="020B0604020202020204" pitchFamily="34" charset="0"/>
                          </a:rPr>
                        </m:ctrlPr>
                      </m:sSubPr>
                      <m:e>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2</m:t>
                        </m:r>
                      </m:sub>
                    </m:sSub>
                    <m:sSub>
                      <m:sSubPr>
                        <m:ctrlPr>
                          <a:rPr lang="en-IN" sz="1800" i="1">
                            <a:solidFill>
                              <a:srgbClr val="FF0000"/>
                            </a:solidFill>
                            <a:latin typeface="Cambria Math" panose="02040503050406030204" pitchFamily="18" charset="0"/>
                            <a:cs typeface="Arial" panose="020B0604020202020204" pitchFamily="34" charset="0"/>
                          </a:rPr>
                        </m:ctrlPr>
                      </m:sSubPr>
                      <m:e>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𝑥</m:t>
                        </m:r>
                      </m:e>
                      <m:sub>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2</m:t>
                        </m:r>
                      </m:sub>
                    </m:sSub>
                  </m:oMath>
                </a14:m>
                <a:r>
                  <a:rPr lang="en-IN" sz="1800" dirty="0">
                    <a:latin typeface="Arial" panose="020B0604020202020204" pitchFamily="34" charset="0"/>
                    <a:cs typeface="Arial" panose="020B0604020202020204" pitchFamily="34" charset="0"/>
                  </a:rPr>
                  <a:t> is fit one…..</a:t>
                </a:r>
              </a:p>
              <a:p>
                <a:pPr algn="just" latinLnBrk="0">
                  <a:lnSpc>
                    <a:spcPct val="150000"/>
                  </a:lnSpc>
                </a:pPr>
                <a:r>
                  <a:rPr lang="en-IN" sz="1800" dirty="0">
                    <a:latin typeface="Arial" panose="020B0604020202020204" pitchFamily="34" charset="0"/>
                    <a:cs typeface="Arial" panose="020B0604020202020204" pitchFamily="34" charset="0"/>
                  </a:rPr>
                  <a:t>However, we need to ensure whether the parameters </a:t>
                </a:r>
                <a14:m>
                  <m:oMath xmlns:m="http://schemas.openxmlformats.org/officeDocument/2006/math">
                    <m:sSub>
                      <m:sSubPr>
                        <m:ctrlPr>
                          <a:rPr lang="en-IN" sz="1800" i="1">
                            <a:solidFill>
                              <a:srgbClr val="FF0000"/>
                            </a:solidFill>
                            <a:latin typeface="Cambria Math" panose="02040503050406030204" pitchFamily="18" charset="0"/>
                            <a:cs typeface="Arial" panose="020B0604020202020204" pitchFamily="34" charset="0"/>
                          </a:rPr>
                        </m:ctrlPr>
                      </m:sSubPr>
                      <m:e>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1</m:t>
                        </m:r>
                      </m:sub>
                    </m:sSub>
                  </m:oMath>
                </a14:m>
                <a:r>
                  <a:rPr lang="en-IN" sz="1800" dirty="0">
                    <a:latin typeface="Arial" panose="020B0604020202020204" pitchFamily="34" charset="0"/>
                    <a:cs typeface="Arial" panose="020B0604020202020204" pitchFamily="34" charset="0"/>
                  </a:rPr>
                  <a:t> and</a:t>
                </a:r>
                <a14:m>
                  <m:oMath xmlns:m="http://schemas.openxmlformats.org/officeDocument/2006/math">
                    <m:sSub>
                      <m:sSubPr>
                        <m:ctrlPr>
                          <a:rPr lang="en-IN" sz="1800" i="1">
                            <a:solidFill>
                              <a:srgbClr val="FF0000"/>
                            </a:solidFill>
                            <a:latin typeface="Cambria Math" panose="02040503050406030204" pitchFamily="18" charset="0"/>
                            <a:cs typeface="Arial" panose="020B0604020202020204" pitchFamily="34" charset="0"/>
                          </a:rPr>
                        </m:ctrlPr>
                      </m:sSubPr>
                      <m:e>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2</m:t>
                        </m:r>
                      </m:sub>
                    </m:sSub>
                  </m:oMath>
                </a14:m>
                <a:r>
                  <a:rPr lang="en-IN" sz="1800" dirty="0">
                    <a:latin typeface="Arial" panose="020B0604020202020204" pitchFamily="34" charset="0"/>
                    <a:cs typeface="Arial" panose="020B0604020202020204" pitchFamily="34" charset="0"/>
                  </a:rPr>
                  <a:t> is significant….by doing </a:t>
                </a:r>
                <a:r>
                  <a:rPr lang="en-IN" sz="1800" b="1" dirty="0">
                    <a:solidFill>
                      <a:srgbClr val="00B050"/>
                    </a:solidFill>
                    <a:latin typeface="Arial" panose="020B0604020202020204" pitchFamily="34" charset="0"/>
                    <a:cs typeface="Arial" panose="020B0604020202020204" pitchFamily="34" charset="0"/>
                  </a:rPr>
                  <a:t>Test of Parameter Estimates</a:t>
                </a:r>
                <a:r>
                  <a:rPr lang="en-IN" sz="1800" dirty="0">
                    <a:latin typeface="Arial" panose="020B0604020202020204" pitchFamily="34" charset="0"/>
                    <a:cs typeface="Arial" panose="020B0604020202020204" pitchFamily="34" charset="0"/>
                  </a:rPr>
                  <a:t>..</a:t>
                </a:r>
              </a:p>
              <a:p>
                <a:pPr algn="just" latinLnBrk="0">
                  <a:lnSpc>
                    <a:spcPct val="150000"/>
                  </a:lnSpc>
                </a:pPr>
                <a:r>
                  <a:rPr lang="en-IN" sz="1800" dirty="0">
                    <a:latin typeface="Arial" panose="020B0604020202020204" pitchFamily="34" charset="0"/>
                    <a:cs typeface="Arial" panose="020B0604020202020204" pitchFamily="34" charset="0"/>
                  </a:rPr>
                  <a:t>For that, we need to identify the variance of </a:t>
                </a:r>
                <a14:m>
                  <m:oMath xmlns:m="http://schemas.openxmlformats.org/officeDocument/2006/math">
                    <m:sSub>
                      <m:sSubPr>
                        <m:ctrlPr>
                          <a:rPr lang="en-IN" sz="1800" i="1">
                            <a:solidFill>
                              <a:srgbClr val="FF0000"/>
                            </a:solidFill>
                            <a:latin typeface="Cambria Math" panose="02040503050406030204" pitchFamily="18" charset="0"/>
                            <a:cs typeface="Arial" panose="020B0604020202020204" pitchFamily="34" charset="0"/>
                          </a:rPr>
                        </m:ctrlPr>
                      </m:sSubPr>
                      <m:e>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𝑖</m:t>
                        </m:r>
                      </m:sub>
                    </m:sSub>
                  </m:oMath>
                </a14:m>
                <a:r>
                  <a:rPr lang="en-IN" sz="1800" dirty="0">
                    <a:latin typeface="Arial" panose="020B0604020202020204" pitchFamily="34" charset="0"/>
                    <a:cs typeface="Arial" panose="020B0604020202020204" pitchFamily="34" charset="0"/>
                  </a:rPr>
                  <a:t>….i.e., V(</a:t>
                </a:r>
                <a14:m>
                  <m:oMath xmlns:m="http://schemas.openxmlformats.org/officeDocument/2006/math">
                    <m:sSub>
                      <m:sSubPr>
                        <m:ctrlPr>
                          <a:rPr lang="en-IN" sz="1800" i="1">
                            <a:solidFill>
                              <a:srgbClr val="FF0000"/>
                            </a:solidFill>
                            <a:latin typeface="Cambria Math" panose="02040503050406030204" pitchFamily="18" charset="0"/>
                            <a:cs typeface="Arial" panose="020B0604020202020204" pitchFamily="34" charset="0"/>
                          </a:rPr>
                        </m:ctrlPr>
                      </m:sSubPr>
                      <m:e>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𝑖</m:t>
                        </m:r>
                      </m:sub>
                    </m:sSub>
                  </m:oMath>
                </a14:m>
                <a:r>
                  <a:rPr lang="en-IN" sz="1800" dirty="0">
                    <a:latin typeface="Arial" panose="020B0604020202020204" pitchFamily="34" charset="0"/>
                    <a:cs typeface="Arial" panose="020B0604020202020204" pitchFamily="34" charset="0"/>
                  </a:rPr>
                  <a:t>)</a:t>
                </a:r>
              </a:p>
              <a:p>
                <a:pPr marL="0" indent="0" algn="just" latinLnBrk="0">
                  <a:lnSpc>
                    <a:spcPct val="150000"/>
                  </a:lnSpc>
                  <a:buNone/>
                </a:pPr>
                <a:r>
                  <a:rPr lang="en-IN" sz="1800" dirty="0">
                    <a:latin typeface="Arial" panose="020B0604020202020204" pitchFamily="34" charset="0"/>
                    <a:cs typeface="Arial" panose="020B0604020202020204" pitchFamily="34" charset="0"/>
                  </a:rPr>
                  <a:t>V(</a:t>
                </a:r>
                <a14:m>
                  <m:oMath xmlns:m="http://schemas.openxmlformats.org/officeDocument/2006/math">
                    <m:sSub>
                      <m:sSubPr>
                        <m:ctrlPr>
                          <a:rPr lang="en-IN" sz="1800" i="1">
                            <a:solidFill>
                              <a:srgbClr val="FF0000"/>
                            </a:solidFill>
                            <a:latin typeface="Cambria Math" panose="02040503050406030204" pitchFamily="18" charset="0"/>
                            <a:cs typeface="Arial" panose="020B0604020202020204" pitchFamily="34" charset="0"/>
                          </a:rPr>
                        </m:ctrlPr>
                      </m:sSubPr>
                      <m:e>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𝑖</m:t>
                        </m:r>
                      </m:sub>
                    </m:sSub>
                  </m:oMath>
                </a14:m>
                <a:r>
                  <a:rPr lang="en-IN" sz="1800" dirty="0">
                    <a:latin typeface="Arial" panose="020B0604020202020204" pitchFamily="34" charset="0"/>
                    <a:cs typeface="Arial" panose="020B0604020202020204" pitchFamily="34" charset="0"/>
                  </a:rPr>
                  <a:t>) = </a:t>
                </a:r>
                <a14:m>
                  <m:oMath xmlns:m="http://schemas.openxmlformats.org/officeDocument/2006/math">
                    <m:f>
                      <m:fPr>
                        <m:ctrlPr>
                          <a:rPr lang="en-IN" sz="1800" i="1">
                            <a:latin typeface="Cambria Math" panose="02040503050406030204" pitchFamily="18" charset="0"/>
                            <a:cs typeface="Arial" panose="020B0604020202020204" pitchFamily="34" charset="0"/>
                          </a:rPr>
                        </m:ctrlPr>
                      </m:fPr>
                      <m:num>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𝑀𝑆</m:t>
                            </m:r>
                          </m:e>
                          <m:sub>
                            <m:r>
                              <a:rPr lang="en-IN" sz="1800" i="1">
                                <a:latin typeface="Cambria Math" panose="02040503050406030204" pitchFamily="18" charset="0"/>
                                <a:cs typeface="Arial" panose="020B0604020202020204" pitchFamily="34" charset="0"/>
                              </a:rPr>
                              <m:t>𝐸</m:t>
                            </m:r>
                          </m:sub>
                        </m:sSub>
                      </m:num>
                      <m:den>
                        <m:r>
                          <a:rPr lang="en-IN" sz="1800" i="1">
                            <a:latin typeface="Cambria Math" panose="02040503050406030204" pitchFamily="18" charset="0"/>
                            <a:cs typeface="Arial" panose="020B0604020202020204" pitchFamily="34" charset="0"/>
                          </a:rPr>
                          <m:t>4</m:t>
                        </m:r>
                      </m:den>
                    </m:f>
                  </m:oMath>
                </a14:m>
                <a:endParaRPr lang="en-IN" sz="1800" dirty="0">
                  <a:latin typeface="Arial" panose="020B0604020202020204" pitchFamily="34" charset="0"/>
                  <a:cs typeface="Arial" panose="020B0604020202020204" pitchFamily="34" charset="0"/>
                </a:endParaRPr>
              </a:p>
              <a:p>
                <a:pPr marL="0" indent="0" algn="just" latinLnBrk="0">
                  <a:lnSpc>
                    <a:spcPct val="150000"/>
                  </a:lnSpc>
                  <a:buNone/>
                </a:pPr>
                <a:r>
                  <a:rPr lang="en-IN" sz="1800" dirty="0">
                    <a:latin typeface="Arial" panose="020B0604020202020204" pitchFamily="34" charset="0"/>
                    <a:cs typeface="Arial" panose="020B0604020202020204" pitchFamily="34" charset="0"/>
                  </a:rPr>
                  <a:t>SE(</a:t>
                </a:r>
                <a14:m>
                  <m:oMath xmlns:m="http://schemas.openxmlformats.org/officeDocument/2006/math">
                    <m:sSub>
                      <m:sSubPr>
                        <m:ctrlPr>
                          <a:rPr lang="en-IN" sz="1800" i="1">
                            <a:solidFill>
                              <a:srgbClr val="FF0000"/>
                            </a:solidFill>
                            <a:latin typeface="Cambria Math" panose="02040503050406030204" pitchFamily="18" charset="0"/>
                            <a:cs typeface="Arial" panose="020B0604020202020204" pitchFamily="34" charset="0"/>
                          </a:rPr>
                        </m:ctrlPr>
                      </m:sSubPr>
                      <m:e>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𝛽</m:t>
                        </m:r>
                      </m:e>
                      <m:sub>
                        <m:r>
                          <a:rPr lang="en-IN" sz="1800" i="1">
                            <a:solidFill>
                              <a:srgbClr val="FF0000"/>
                            </a:solidFill>
                            <a:latin typeface="Cambria Math" panose="02040503050406030204" pitchFamily="18" charset="0"/>
                            <a:ea typeface="Cambria Math" panose="02040503050406030204" pitchFamily="18" charset="0"/>
                            <a:cs typeface="Arial" panose="020B0604020202020204" pitchFamily="34" charset="0"/>
                          </a:rPr>
                          <m:t>𝑖</m:t>
                        </m:r>
                      </m:sub>
                    </m:sSub>
                  </m:oMath>
                </a14:m>
                <a:r>
                  <a:rPr lang="en-IN" sz="1800" dirty="0">
                    <a:latin typeface="Arial" panose="020B0604020202020204" pitchFamily="34" charset="0"/>
                    <a:cs typeface="Arial" panose="020B0604020202020204" pitchFamily="34" charset="0"/>
                  </a:rPr>
                  <a:t>) = </a:t>
                </a:r>
                <a14:m>
                  <m:oMath xmlns:m="http://schemas.openxmlformats.org/officeDocument/2006/math">
                    <m:rad>
                      <m:radPr>
                        <m:degHide m:val="on"/>
                        <m:ctrlPr>
                          <a:rPr lang="en-IN" sz="1800" i="1">
                            <a:latin typeface="Cambria Math" panose="02040503050406030204" pitchFamily="18" charset="0"/>
                            <a:cs typeface="Arial" panose="020B0604020202020204" pitchFamily="34" charset="0"/>
                          </a:rPr>
                        </m:ctrlPr>
                      </m:radPr>
                      <m:deg/>
                      <m:e>
                        <m:f>
                          <m:fPr>
                            <m:ctrlPr>
                              <a:rPr lang="en-IN" sz="1800" i="1">
                                <a:latin typeface="Cambria Math" panose="02040503050406030204" pitchFamily="18" charset="0"/>
                                <a:cs typeface="Arial" panose="020B0604020202020204" pitchFamily="34" charset="0"/>
                              </a:rPr>
                            </m:ctrlPr>
                          </m:fPr>
                          <m:num>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𝑀𝑆</m:t>
                                </m:r>
                              </m:e>
                              <m:sub>
                                <m:r>
                                  <a:rPr lang="en-IN" sz="1800" i="1">
                                    <a:latin typeface="Cambria Math" panose="02040503050406030204" pitchFamily="18" charset="0"/>
                                    <a:cs typeface="Arial" panose="020B0604020202020204" pitchFamily="34" charset="0"/>
                                  </a:rPr>
                                  <m:t>𝐸</m:t>
                                </m:r>
                              </m:sub>
                            </m:sSub>
                          </m:num>
                          <m:den>
                            <m:r>
                              <a:rPr lang="en-IN" sz="1800" i="1">
                                <a:latin typeface="Cambria Math" panose="02040503050406030204" pitchFamily="18" charset="0"/>
                                <a:cs typeface="Arial" panose="020B0604020202020204" pitchFamily="34" charset="0"/>
                              </a:rPr>
                              <m:t>4</m:t>
                            </m:r>
                          </m:den>
                        </m:f>
                      </m:e>
                    </m:rad>
                  </m:oMath>
                </a14:m>
                <a:r>
                  <a:rPr lang="en-IN" sz="1800" dirty="0">
                    <a:latin typeface="Arial" panose="020B0604020202020204" pitchFamily="34" charset="0"/>
                    <a:cs typeface="Arial" panose="020B0604020202020204" pitchFamily="34" charset="0"/>
                  </a:rPr>
                  <a:t>=</a:t>
                </a:r>
                <a14:m>
                  <m:oMath xmlns:m="http://schemas.openxmlformats.org/officeDocument/2006/math">
                    <m:rad>
                      <m:radPr>
                        <m:degHide m:val="on"/>
                        <m:ctrlPr>
                          <a:rPr lang="en-IN" sz="1800" i="1">
                            <a:latin typeface="Cambria Math" panose="02040503050406030204" pitchFamily="18" charset="0"/>
                            <a:cs typeface="Arial" panose="020B0604020202020204" pitchFamily="34" charset="0"/>
                          </a:rPr>
                        </m:ctrlPr>
                      </m:radPr>
                      <m:deg/>
                      <m:e>
                        <m:f>
                          <m:fPr>
                            <m:ctrlPr>
                              <a:rPr lang="en-IN" sz="1800" i="1">
                                <a:latin typeface="Cambria Math" panose="02040503050406030204" pitchFamily="18" charset="0"/>
                                <a:cs typeface="Arial" panose="020B0604020202020204" pitchFamily="34" charset="0"/>
                              </a:rPr>
                            </m:ctrlPr>
                          </m:fPr>
                          <m:num>
                            <m:r>
                              <a:rPr lang="en-IN" sz="1800" i="1">
                                <a:latin typeface="Cambria Math" panose="02040503050406030204" pitchFamily="18" charset="0"/>
                                <a:cs typeface="Arial" panose="020B0604020202020204" pitchFamily="34" charset="0"/>
                              </a:rPr>
                              <m:t>0.0430</m:t>
                            </m:r>
                          </m:num>
                          <m:den>
                            <m:r>
                              <a:rPr lang="en-IN" sz="1800" i="1">
                                <a:latin typeface="Cambria Math" panose="02040503050406030204" pitchFamily="18" charset="0"/>
                                <a:cs typeface="Arial" panose="020B0604020202020204" pitchFamily="34" charset="0"/>
                              </a:rPr>
                              <m:t>4</m:t>
                            </m:r>
                          </m:den>
                        </m:f>
                      </m:e>
                    </m:rad>
                    <m:r>
                      <a:rPr lang="en-IN" sz="1800" i="1">
                        <a:latin typeface="Cambria Math" panose="02040503050406030204" pitchFamily="18" charset="0"/>
                        <a:cs typeface="Arial" panose="020B0604020202020204" pitchFamily="34" charset="0"/>
                      </a:rPr>
                      <m:t>=</m:t>
                    </m:r>
                    <m:r>
                      <a:rPr lang="en-IN" sz="1800" b="1" i="1">
                        <a:latin typeface="Cambria Math" panose="02040503050406030204" pitchFamily="18" charset="0"/>
                        <a:cs typeface="Arial" panose="020B0604020202020204" pitchFamily="34" charset="0"/>
                      </a:rPr>
                      <m:t>𝟎</m:t>
                    </m:r>
                    <m:r>
                      <a:rPr lang="en-IN" sz="1800" b="1" i="1">
                        <a:latin typeface="Cambria Math" panose="02040503050406030204" pitchFamily="18" charset="0"/>
                        <a:cs typeface="Arial" panose="020B0604020202020204" pitchFamily="34" charset="0"/>
                      </a:rPr>
                      <m:t>.</m:t>
                    </m:r>
                    <m:r>
                      <a:rPr lang="en-IN" sz="1800" b="1" i="1">
                        <a:latin typeface="Cambria Math" panose="02040503050406030204" pitchFamily="18" charset="0"/>
                        <a:cs typeface="Arial" panose="020B0604020202020204" pitchFamily="34" charset="0"/>
                      </a:rPr>
                      <m:t>𝟏</m:t>
                    </m:r>
                  </m:oMath>
                </a14:m>
                <a:r>
                  <a:rPr lang="en-IN" sz="1800" dirty="0">
                    <a:latin typeface="Arial" panose="020B0604020202020204" pitchFamily="34" charset="0"/>
                    <a:cs typeface="Arial" panose="020B0604020202020204" pitchFamily="34" charset="0"/>
                  </a:rPr>
                  <a:t>			</a:t>
                </a:r>
                <a:endParaRPr lang="en-IN" sz="1800" dirty="0">
                  <a:solidFill>
                    <a:srgbClr val="FF0000"/>
                  </a:solidFill>
                  <a:latin typeface="Arial" panose="020B0604020202020204" pitchFamily="34" charset="0"/>
                  <a:cs typeface="Arial" panose="020B0604020202020204" pitchFamily="34" charset="0"/>
                </a:endParaRPr>
              </a:p>
              <a:p>
                <a:pPr marL="52755" indent="0" algn="just" latinLnBrk="0">
                  <a:lnSpc>
                    <a:spcPct val="150000"/>
                  </a:lnSpc>
                  <a:buNone/>
                </a:pPr>
                <a:endParaRPr lang="en-IN" sz="1800" dirty="0">
                  <a:solidFill>
                    <a:srgbClr val="FF0000"/>
                  </a:solidFill>
                  <a:latin typeface="Arial" panose="020B0604020202020204" pitchFamily="34" charset="0"/>
                  <a:cs typeface="Arial" panose="020B0604020202020204" pitchFamily="34" charset="0"/>
                </a:endParaRPr>
              </a:p>
              <a:p>
                <a:pPr marL="52755" indent="0" algn="just" latinLnBrk="0">
                  <a:lnSpc>
                    <a:spcPct val="150000"/>
                  </a:lnSpc>
                  <a:buNone/>
                </a:pPr>
                <a:endParaRPr lang="en-IN" sz="1800" dirty="0">
                  <a:solidFill>
                    <a:srgbClr val="FF0000"/>
                  </a:solidFill>
                  <a:latin typeface="Arial" panose="020B0604020202020204" pitchFamily="34" charset="0"/>
                  <a:cs typeface="Arial" panose="020B0604020202020204" pitchFamily="34" charset="0"/>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457200" y="1376772"/>
                <a:ext cx="8229600" cy="3859077"/>
              </a:xfrm>
              <a:blipFill>
                <a:blip r:embed="rId3"/>
                <a:stretch>
                  <a:fillRect l="-593" r="-593"/>
                </a:stretch>
              </a:blipFill>
            </p:spPr>
            <p:txBody>
              <a:bodyPr/>
              <a:lstStyle/>
              <a:p>
                <a:r>
                  <a:rPr lang="en-US">
                    <a:noFill/>
                  </a:rPr>
                  <a:t> </a:t>
                </a:r>
              </a:p>
            </p:txBody>
          </p:sp>
        </mc:Fallback>
      </mc:AlternateContent>
      <p:sp>
        <p:nvSpPr>
          <p:cNvPr id="6" name="Rectangle 5"/>
          <p:cNvSpPr/>
          <p:nvPr/>
        </p:nvSpPr>
        <p:spPr>
          <a:xfrm>
            <a:off x="278523" y="4958851"/>
            <a:ext cx="8667963" cy="646331"/>
          </a:xfrm>
          <a:prstGeom prst="rect">
            <a:avLst/>
          </a:prstGeom>
          <a:solidFill>
            <a:schemeClr val="tx2"/>
          </a:solidFill>
        </p:spPr>
        <p:txBody>
          <a:bodyPr wrap="square">
            <a:spAutoFit/>
          </a:bodyPr>
          <a:lstStyle/>
          <a:p>
            <a:r>
              <a:rPr lang="en-US" sz="1800" dirty="0">
                <a:solidFill>
                  <a:schemeClr val="bg1"/>
                </a:solidFill>
                <a:latin typeface="Arial" panose="020B0604020202020204" pitchFamily="34" charset="0"/>
                <a:cs typeface="Arial" panose="020B0604020202020204" pitchFamily="34" charset="0"/>
              </a:rPr>
              <a:t>Both regression coefficients and are large relative to their standard errors. At this point, we have no reason to question the adequacy of the first-order model.</a:t>
            </a:r>
            <a:endParaRPr lang="en-IN" sz="1800" dirty="0">
              <a:solidFill>
                <a:schemeClr val="bg1"/>
              </a:solidFill>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4"/>
          <a:stretch>
            <a:fillRect/>
          </a:stretch>
        </p:blipFill>
        <p:spPr>
          <a:xfrm>
            <a:off x="3896925" y="3539236"/>
            <a:ext cx="1914525" cy="264319"/>
          </a:xfrm>
          <a:prstGeom prst="rect">
            <a:avLst/>
          </a:prstGeom>
        </p:spPr>
      </p:pic>
      <p:cxnSp>
        <p:nvCxnSpPr>
          <p:cNvPr id="11" name="Straight Arrow Connector 10"/>
          <p:cNvCxnSpPr/>
          <p:nvPr/>
        </p:nvCxnSpPr>
        <p:spPr bwMode="auto">
          <a:xfrm flipV="1">
            <a:off x="3518883" y="3803554"/>
            <a:ext cx="1296144" cy="597554"/>
          </a:xfrm>
          <a:prstGeom prst="straightConnector1">
            <a:avLst/>
          </a:prstGeom>
          <a:solidFill>
            <a:schemeClr val="bg1"/>
          </a:solidFill>
          <a:ln w="9525" cap="flat" cmpd="sng" algn="ctr">
            <a:solidFill>
              <a:schemeClr val="bg2"/>
            </a:solidFill>
            <a:prstDash val="solid"/>
            <a:round/>
            <a:headEnd type="none" w="med" len="med"/>
            <a:tailEnd type="triangle"/>
          </a:ln>
          <a:effectLst/>
        </p:spPr>
      </p:cxnSp>
      <p:cxnSp>
        <p:nvCxnSpPr>
          <p:cNvPr id="24" name="Straight Arrow Connector 23"/>
          <p:cNvCxnSpPr/>
          <p:nvPr/>
        </p:nvCxnSpPr>
        <p:spPr bwMode="auto">
          <a:xfrm flipV="1">
            <a:off x="3545886" y="3803554"/>
            <a:ext cx="1863207" cy="651560"/>
          </a:xfrm>
          <a:prstGeom prst="straightConnector1">
            <a:avLst/>
          </a:prstGeom>
          <a:solidFill>
            <a:schemeClr val="bg1"/>
          </a:solidFill>
          <a:ln w="9525" cap="flat" cmpd="sng" algn="ctr">
            <a:solidFill>
              <a:schemeClr val="bg2"/>
            </a:solidFill>
            <a:prstDash val="solid"/>
            <a:round/>
            <a:headEnd type="none" w="med" len="med"/>
            <a:tailEnd type="triangle"/>
          </a:ln>
          <a:effectLst/>
        </p:spPr>
      </p:cxnSp>
    </p:spTree>
    <p:extLst>
      <p:ext uri="{BB962C8B-B14F-4D97-AF65-F5344CB8AC3E}">
        <p14:creationId xmlns:p14="http://schemas.microsoft.com/office/powerpoint/2010/main" val="25113407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1 (First-order RSM)</a:t>
            </a:r>
          </a:p>
        </p:txBody>
      </p:sp>
      <p:pic>
        <p:nvPicPr>
          <p:cNvPr id="8" name="Picture 7"/>
          <p:cNvPicPr>
            <a:picLocks noChangeAspect="1"/>
          </p:cNvPicPr>
          <p:nvPr/>
        </p:nvPicPr>
        <p:blipFill>
          <a:blip r:embed="rId3"/>
          <a:stretch>
            <a:fillRect/>
          </a:stretch>
        </p:blipFill>
        <p:spPr>
          <a:xfrm>
            <a:off x="449185" y="1457781"/>
            <a:ext cx="8479631" cy="1271588"/>
          </a:xfrm>
          <a:prstGeom prst="rect">
            <a:avLst/>
          </a:prstGeom>
        </p:spPr>
      </p:pic>
      <p:pic>
        <p:nvPicPr>
          <p:cNvPr id="3" name="Picture 2"/>
          <p:cNvPicPr>
            <a:picLocks noChangeAspect="1"/>
          </p:cNvPicPr>
          <p:nvPr/>
        </p:nvPicPr>
        <p:blipFill>
          <a:blip r:embed="rId4"/>
          <a:stretch>
            <a:fillRect/>
          </a:stretch>
        </p:blipFill>
        <p:spPr>
          <a:xfrm>
            <a:off x="2814879" y="2729369"/>
            <a:ext cx="6105983" cy="3228908"/>
          </a:xfrm>
          <a:prstGeom prst="rect">
            <a:avLst/>
          </a:prstGeom>
        </p:spPr>
      </p:pic>
      <p:sp>
        <p:nvSpPr>
          <p:cNvPr id="10" name="Rectangle 9"/>
          <p:cNvSpPr/>
          <p:nvPr/>
        </p:nvSpPr>
        <p:spPr>
          <a:xfrm>
            <a:off x="260812" y="3625763"/>
            <a:ext cx="1782198" cy="1215135"/>
          </a:xfrm>
          <a:prstGeom prst="rect">
            <a:avLst/>
          </a:prstGeom>
          <a:ln>
            <a:solidFill>
              <a:srgbClr val="00B05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sz="788" b="1" dirty="0">
              <a:solidFill>
                <a:schemeClr val="tx1"/>
              </a:solidFill>
            </a:endParaRPr>
          </a:p>
        </p:txBody>
      </p:sp>
      <p:sp>
        <p:nvSpPr>
          <p:cNvPr id="11" name="Oval 10"/>
          <p:cNvSpPr/>
          <p:nvPr/>
        </p:nvSpPr>
        <p:spPr>
          <a:xfrm>
            <a:off x="1111971" y="4191434"/>
            <a:ext cx="79880" cy="83793"/>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788" b="1" dirty="0">
              <a:solidFill>
                <a:schemeClr val="tx1"/>
              </a:solidFill>
            </a:endParaRPr>
          </a:p>
        </p:txBody>
      </p:sp>
      <p:sp>
        <p:nvSpPr>
          <p:cNvPr id="12" name="TextBox 11"/>
          <p:cNvSpPr txBox="1"/>
          <p:nvPr/>
        </p:nvSpPr>
        <p:spPr>
          <a:xfrm>
            <a:off x="1481187" y="4859035"/>
            <a:ext cx="766557" cy="253916"/>
          </a:xfrm>
          <a:prstGeom prst="rect">
            <a:avLst/>
          </a:prstGeom>
          <a:noFill/>
        </p:spPr>
        <p:txBody>
          <a:bodyPr wrap="none" rtlCol="0">
            <a:spAutoFit/>
          </a:bodyPr>
          <a:lstStyle/>
          <a:p>
            <a:r>
              <a:rPr lang="en-IN" sz="1050" dirty="0">
                <a:solidFill>
                  <a:srgbClr val="FF0000"/>
                </a:solidFill>
              </a:rPr>
              <a:t>X1 (Time)</a:t>
            </a:r>
          </a:p>
        </p:txBody>
      </p:sp>
      <p:sp>
        <p:nvSpPr>
          <p:cNvPr id="14" name="TextBox 13"/>
          <p:cNvSpPr txBox="1"/>
          <p:nvPr/>
        </p:nvSpPr>
        <p:spPr>
          <a:xfrm>
            <a:off x="-32958" y="3373766"/>
            <a:ext cx="813043" cy="253916"/>
          </a:xfrm>
          <a:prstGeom prst="rect">
            <a:avLst/>
          </a:prstGeom>
          <a:noFill/>
        </p:spPr>
        <p:txBody>
          <a:bodyPr wrap="none" rtlCol="0">
            <a:spAutoFit/>
          </a:bodyPr>
          <a:lstStyle/>
          <a:p>
            <a:r>
              <a:rPr lang="en-IN" sz="1050" dirty="0">
                <a:solidFill>
                  <a:srgbClr val="FF0000"/>
                </a:solidFill>
              </a:rPr>
              <a:t>X2 (Temp)</a:t>
            </a:r>
          </a:p>
        </p:txBody>
      </p:sp>
      <p:sp>
        <p:nvSpPr>
          <p:cNvPr id="16" name="TextBox 15"/>
          <p:cNvSpPr txBox="1"/>
          <p:nvPr/>
        </p:nvSpPr>
        <p:spPr>
          <a:xfrm>
            <a:off x="703663" y="4317557"/>
            <a:ext cx="1261884" cy="253916"/>
          </a:xfrm>
          <a:prstGeom prst="rect">
            <a:avLst/>
          </a:prstGeom>
          <a:noFill/>
        </p:spPr>
        <p:txBody>
          <a:bodyPr wrap="none" rtlCol="0">
            <a:spAutoFit/>
          </a:bodyPr>
          <a:lstStyle/>
          <a:p>
            <a:r>
              <a:rPr lang="en-IN" sz="1050" dirty="0"/>
              <a:t>Center point (0,0)</a:t>
            </a:r>
          </a:p>
        </p:txBody>
      </p:sp>
      <p:cxnSp>
        <p:nvCxnSpPr>
          <p:cNvPr id="5" name="Straight Arrow Connector 4"/>
          <p:cNvCxnSpPr/>
          <p:nvPr/>
        </p:nvCxnSpPr>
        <p:spPr bwMode="auto">
          <a:xfrm flipV="1">
            <a:off x="1180152" y="3834046"/>
            <a:ext cx="602070" cy="378044"/>
          </a:xfrm>
          <a:prstGeom prst="straightConnector1">
            <a:avLst/>
          </a:prstGeom>
          <a:solidFill>
            <a:schemeClr val="bg1"/>
          </a:solidFill>
          <a:ln w="9525" cap="flat" cmpd="sng" algn="ctr">
            <a:solidFill>
              <a:srgbClr val="FF0000"/>
            </a:solidFill>
            <a:prstDash val="sysDash"/>
            <a:round/>
            <a:headEnd type="none" w="med" len="med"/>
            <a:tailEnd type="triangle"/>
          </a:ln>
          <a:effectLst/>
        </p:spPr>
      </p:cxnSp>
      <p:sp>
        <p:nvSpPr>
          <p:cNvPr id="19" name="Rounded Rectangle 18"/>
          <p:cNvSpPr/>
          <p:nvPr/>
        </p:nvSpPr>
        <p:spPr>
          <a:xfrm>
            <a:off x="2870811" y="5319210"/>
            <a:ext cx="5832648" cy="189021"/>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788" b="1" dirty="0">
              <a:solidFill>
                <a:schemeClr val="tx1"/>
              </a:solidFill>
            </a:endParaRPr>
          </a:p>
        </p:txBody>
      </p:sp>
    </p:spTree>
    <p:extLst>
      <p:ext uri="{BB962C8B-B14F-4D97-AF65-F5344CB8AC3E}">
        <p14:creationId xmlns:p14="http://schemas.microsoft.com/office/powerpoint/2010/main" val="28269912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1 (First-order RSM)</a:t>
            </a:r>
          </a:p>
        </p:txBody>
      </p:sp>
      <p:pic>
        <p:nvPicPr>
          <p:cNvPr id="5" name="Picture 4"/>
          <p:cNvPicPr>
            <a:picLocks noChangeAspect="1"/>
          </p:cNvPicPr>
          <p:nvPr/>
        </p:nvPicPr>
        <p:blipFill>
          <a:blip r:embed="rId3"/>
          <a:stretch>
            <a:fillRect/>
          </a:stretch>
        </p:blipFill>
        <p:spPr>
          <a:xfrm>
            <a:off x="440019" y="1648660"/>
            <a:ext cx="2590056" cy="2861441"/>
          </a:xfrm>
          <a:prstGeom prst="rect">
            <a:avLst/>
          </a:prstGeom>
        </p:spPr>
      </p:pic>
      <p:sp>
        <p:nvSpPr>
          <p:cNvPr id="7" name="Rectangle 6"/>
          <p:cNvSpPr/>
          <p:nvPr/>
        </p:nvSpPr>
        <p:spPr>
          <a:xfrm>
            <a:off x="4403741" y="2909017"/>
            <a:ext cx="1782198" cy="1215135"/>
          </a:xfrm>
          <a:prstGeom prst="rect">
            <a:avLst/>
          </a:prstGeom>
          <a:ln>
            <a:solidFill>
              <a:srgbClr val="00B05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sz="788" b="1" dirty="0">
              <a:solidFill>
                <a:schemeClr val="tx1"/>
              </a:solidFill>
            </a:endParaRPr>
          </a:p>
        </p:txBody>
      </p:sp>
      <p:sp>
        <p:nvSpPr>
          <p:cNvPr id="8" name="Oval 7"/>
          <p:cNvSpPr/>
          <p:nvPr/>
        </p:nvSpPr>
        <p:spPr>
          <a:xfrm>
            <a:off x="5254900" y="3474688"/>
            <a:ext cx="79880" cy="83793"/>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788" b="1" dirty="0">
              <a:solidFill>
                <a:schemeClr val="tx1"/>
              </a:solidFill>
            </a:endParaRPr>
          </a:p>
        </p:txBody>
      </p:sp>
      <p:sp>
        <p:nvSpPr>
          <p:cNvPr id="9" name="TextBox 8"/>
          <p:cNvSpPr txBox="1"/>
          <p:nvPr/>
        </p:nvSpPr>
        <p:spPr>
          <a:xfrm>
            <a:off x="6077127" y="4142288"/>
            <a:ext cx="332142" cy="253916"/>
          </a:xfrm>
          <a:prstGeom prst="rect">
            <a:avLst/>
          </a:prstGeom>
          <a:noFill/>
        </p:spPr>
        <p:txBody>
          <a:bodyPr wrap="none" rtlCol="0">
            <a:spAutoFit/>
          </a:bodyPr>
          <a:lstStyle/>
          <a:p>
            <a:r>
              <a:rPr lang="en-IN" sz="1050" dirty="0">
                <a:solidFill>
                  <a:srgbClr val="FF0000"/>
                </a:solidFill>
              </a:rPr>
              <a:t>40</a:t>
            </a:r>
          </a:p>
        </p:txBody>
      </p:sp>
      <p:sp>
        <p:nvSpPr>
          <p:cNvPr id="11" name="TextBox 10"/>
          <p:cNvSpPr txBox="1"/>
          <p:nvPr/>
        </p:nvSpPr>
        <p:spPr>
          <a:xfrm>
            <a:off x="4846593" y="3600811"/>
            <a:ext cx="630301" cy="253916"/>
          </a:xfrm>
          <a:prstGeom prst="rect">
            <a:avLst/>
          </a:prstGeom>
          <a:solidFill>
            <a:srgbClr val="FFFF00"/>
          </a:solidFill>
        </p:spPr>
        <p:txBody>
          <a:bodyPr wrap="none" rtlCol="0">
            <a:spAutoFit/>
          </a:bodyPr>
          <a:lstStyle/>
          <a:p>
            <a:r>
              <a:rPr lang="en-IN" sz="1050" dirty="0"/>
              <a:t>35, 155</a:t>
            </a:r>
          </a:p>
        </p:txBody>
      </p:sp>
      <p:sp>
        <p:nvSpPr>
          <p:cNvPr id="13" name="Rectangle 12"/>
          <p:cNvSpPr/>
          <p:nvPr/>
        </p:nvSpPr>
        <p:spPr>
          <a:xfrm>
            <a:off x="6624734" y="1648796"/>
            <a:ext cx="1782198" cy="1215135"/>
          </a:xfrm>
          <a:prstGeom prst="rect">
            <a:avLst/>
          </a:prstGeom>
          <a:ln>
            <a:solidFill>
              <a:srgbClr val="00B05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sz="788" b="1" dirty="0">
              <a:solidFill>
                <a:schemeClr val="tx1"/>
              </a:solidFill>
            </a:endParaRPr>
          </a:p>
        </p:txBody>
      </p:sp>
      <p:sp>
        <p:nvSpPr>
          <p:cNvPr id="14" name="Oval 13"/>
          <p:cNvSpPr/>
          <p:nvPr/>
        </p:nvSpPr>
        <p:spPr>
          <a:xfrm>
            <a:off x="7475893" y="2214467"/>
            <a:ext cx="79880" cy="83793"/>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788" b="1" dirty="0">
              <a:solidFill>
                <a:schemeClr val="tx1"/>
              </a:solidFill>
            </a:endParaRPr>
          </a:p>
        </p:txBody>
      </p:sp>
      <p:sp>
        <p:nvSpPr>
          <p:cNvPr id="17" name="TextBox 16"/>
          <p:cNvSpPr txBox="1"/>
          <p:nvPr/>
        </p:nvSpPr>
        <p:spPr>
          <a:xfrm>
            <a:off x="7338789" y="2351289"/>
            <a:ext cx="630301" cy="253916"/>
          </a:xfrm>
          <a:prstGeom prst="rect">
            <a:avLst/>
          </a:prstGeom>
          <a:solidFill>
            <a:srgbClr val="FFFF00"/>
          </a:solidFill>
        </p:spPr>
        <p:txBody>
          <a:bodyPr wrap="none" rtlCol="0">
            <a:spAutoFit/>
          </a:bodyPr>
          <a:lstStyle/>
          <a:p>
            <a:r>
              <a:rPr lang="en-IN" sz="1050" dirty="0"/>
              <a:t>85, 175</a:t>
            </a:r>
          </a:p>
        </p:txBody>
      </p:sp>
      <p:cxnSp>
        <p:nvCxnSpPr>
          <p:cNvPr id="12" name="Straight Arrow Connector 11"/>
          <p:cNvCxnSpPr>
            <a:endCxn id="14" idx="2"/>
          </p:cNvCxnSpPr>
          <p:nvPr/>
        </p:nvCxnSpPr>
        <p:spPr bwMode="auto">
          <a:xfrm flipV="1">
            <a:off x="5323082" y="2256363"/>
            <a:ext cx="2152811" cy="1238981"/>
          </a:xfrm>
          <a:prstGeom prst="straightConnector1">
            <a:avLst/>
          </a:prstGeom>
          <a:solidFill>
            <a:schemeClr val="bg1"/>
          </a:solidFill>
          <a:ln w="9525" cap="flat" cmpd="sng" algn="ctr">
            <a:solidFill>
              <a:srgbClr val="FF0000"/>
            </a:solidFill>
            <a:prstDash val="sysDash"/>
            <a:round/>
            <a:headEnd type="none" w="med" len="med"/>
            <a:tailEnd type="triangle"/>
          </a:ln>
          <a:effectLst/>
        </p:spPr>
      </p:cxnSp>
      <p:sp>
        <p:nvSpPr>
          <p:cNvPr id="21" name="TextBox 20"/>
          <p:cNvSpPr txBox="1"/>
          <p:nvPr/>
        </p:nvSpPr>
        <p:spPr>
          <a:xfrm>
            <a:off x="4242541" y="4125015"/>
            <a:ext cx="332142" cy="253916"/>
          </a:xfrm>
          <a:prstGeom prst="rect">
            <a:avLst/>
          </a:prstGeom>
          <a:noFill/>
        </p:spPr>
        <p:txBody>
          <a:bodyPr wrap="none" rtlCol="0">
            <a:spAutoFit/>
          </a:bodyPr>
          <a:lstStyle/>
          <a:p>
            <a:r>
              <a:rPr lang="en-IN" sz="1050" dirty="0">
                <a:solidFill>
                  <a:srgbClr val="FF0000"/>
                </a:solidFill>
              </a:rPr>
              <a:t>30</a:t>
            </a:r>
          </a:p>
        </p:txBody>
      </p:sp>
      <p:sp>
        <p:nvSpPr>
          <p:cNvPr id="22" name="TextBox 21"/>
          <p:cNvSpPr txBox="1"/>
          <p:nvPr/>
        </p:nvSpPr>
        <p:spPr>
          <a:xfrm>
            <a:off x="4022381" y="2841764"/>
            <a:ext cx="420308" cy="253916"/>
          </a:xfrm>
          <a:prstGeom prst="rect">
            <a:avLst/>
          </a:prstGeom>
          <a:noFill/>
        </p:spPr>
        <p:txBody>
          <a:bodyPr wrap="none" rtlCol="0">
            <a:spAutoFit/>
          </a:bodyPr>
          <a:lstStyle/>
          <a:p>
            <a:r>
              <a:rPr lang="en-IN" sz="1050" b="1" dirty="0">
                <a:solidFill>
                  <a:srgbClr val="FF0000"/>
                </a:solidFill>
              </a:rPr>
              <a:t>160</a:t>
            </a:r>
          </a:p>
        </p:txBody>
      </p:sp>
      <p:sp>
        <p:nvSpPr>
          <p:cNvPr id="23" name="TextBox 22"/>
          <p:cNvSpPr txBox="1"/>
          <p:nvPr/>
        </p:nvSpPr>
        <p:spPr>
          <a:xfrm>
            <a:off x="4056071" y="3912319"/>
            <a:ext cx="420308" cy="253916"/>
          </a:xfrm>
          <a:prstGeom prst="rect">
            <a:avLst/>
          </a:prstGeom>
          <a:noFill/>
        </p:spPr>
        <p:txBody>
          <a:bodyPr wrap="none" rtlCol="0">
            <a:spAutoFit/>
          </a:bodyPr>
          <a:lstStyle/>
          <a:p>
            <a:r>
              <a:rPr lang="en-IN" sz="1050" b="1" dirty="0">
                <a:solidFill>
                  <a:srgbClr val="FF0000"/>
                </a:solidFill>
              </a:rPr>
              <a:t>150</a:t>
            </a:r>
          </a:p>
        </p:txBody>
      </p:sp>
      <p:sp>
        <p:nvSpPr>
          <p:cNvPr id="25" name="TextBox 24"/>
          <p:cNvSpPr txBox="1"/>
          <p:nvPr/>
        </p:nvSpPr>
        <p:spPr>
          <a:xfrm>
            <a:off x="8315586" y="2793600"/>
            <a:ext cx="332142" cy="253916"/>
          </a:xfrm>
          <a:prstGeom prst="rect">
            <a:avLst/>
          </a:prstGeom>
          <a:noFill/>
        </p:spPr>
        <p:txBody>
          <a:bodyPr wrap="none" rtlCol="0">
            <a:spAutoFit/>
          </a:bodyPr>
          <a:lstStyle/>
          <a:p>
            <a:r>
              <a:rPr lang="en-IN" sz="1050" dirty="0">
                <a:solidFill>
                  <a:srgbClr val="FF0000"/>
                </a:solidFill>
              </a:rPr>
              <a:t>90</a:t>
            </a:r>
          </a:p>
        </p:txBody>
      </p:sp>
      <p:sp>
        <p:nvSpPr>
          <p:cNvPr id="26" name="TextBox 25"/>
          <p:cNvSpPr txBox="1"/>
          <p:nvPr/>
        </p:nvSpPr>
        <p:spPr>
          <a:xfrm>
            <a:off x="6481000" y="2776327"/>
            <a:ext cx="332142" cy="253916"/>
          </a:xfrm>
          <a:prstGeom prst="rect">
            <a:avLst/>
          </a:prstGeom>
          <a:noFill/>
        </p:spPr>
        <p:txBody>
          <a:bodyPr wrap="none" rtlCol="0">
            <a:spAutoFit/>
          </a:bodyPr>
          <a:lstStyle/>
          <a:p>
            <a:r>
              <a:rPr lang="en-IN" sz="1050" dirty="0">
                <a:solidFill>
                  <a:srgbClr val="FF0000"/>
                </a:solidFill>
              </a:rPr>
              <a:t>80</a:t>
            </a:r>
          </a:p>
        </p:txBody>
      </p:sp>
      <p:sp>
        <p:nvSpPr>
          <p:cNvPr id="27" name="TextBox 26"/>
          <p:cNvSpPr txBox="1"/>
          <p:nvPr/>
        </p:nvSpPr>
        <p:spPr>
          <a:xfrm>
            <a:off x="6260840" y="1493075"/>
            <a:ext cx="420308" cy="253916"/>
          </a:xfrm>
          <a:prstGeom prst="rect">
            <a:avLst/>
          </a:prstGeom>
          <a:noFill/>
        </p:spPr>
        <p:txBody>
          <a:bodyPr wrap="none" rtlCol="0">
            <a:spAutoFit/>
          </a:bodyPr>
          <a:lstStyle/>
          <a:p>
            <a:r>
              <a:rPr lang="en-IN" sz="1050" b="1" dirty="0">
                <a:solidFill>
                  <a:srgbClr val="FF0000"/>
                </a:solidFill>
              </a:rPr>
              <a:t>180</a:t>
            </a:r>
          </a:p>
        </p:txBody>
      </p:sp>
      <p:sp>
        <p:nvSpPr>
          <p:cNvPr id="28" name="TextBox 27"/>
          <p:cNvSpPr txBox="1"/>
          <p:nvPr/>
        </p:nvSpPr>
        <p:spPr>
          <a:xfrm>
            <a:off x="6294530" y="2563631"/>
            <a:ext cx="420308" cy="253916"/>
          </a:xfrm>
          <a:prstGeom prst="rect">
            <a:avLst/>
          </a:prstGeom>
          <a:noFill/>
        </p:spPr>
        <p:txBody>
          <a:bodyPr wrap="none" rtlCol="0">
            <a:spAutoFit/>
          </a:bodyPr>
          <a:lstStyle/>
          <a:p>
            <a:r>
              <a:rPr lang="en-IN" sz="1050" b="1" dirty="0">
                <a:solidFill>
                  <a:srgbClr val="FF0000"/>
                </a:solidFill>
              </a:rPr>
              <a:t>170</a:t>
            </a:r>
          </a:p>
        </p:txBody>
      </p:sp>
    </p:spTree>
    <p:extLst>
      <p:ext uri="{BB962C8B-B14F-4D97-AF65-F5344CB8AC3E}">
        <p14:creationId xmlns:p14="http://schemas.microsoft.com/office/powerpoint/2010/main" val="45943727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1 (First-order RSM)</a:t>
            </a:r>
          </a:p>
        </p:txBody>
      </p:sp>
      <p:pic>
        <p:nvPicPr>
          <p:cNvPr id="6" name="Picture 5"/>
          <p:cNvPicPr>
            <a:picLocks noChangeAspect="1"/>
          </p:cNvPicPr>
          <p:nvPr/>
        </p:nvPicPr>
        <p:blipFill>
          <a:blip r:embed="rId3"/>
          <a:stretch>
            <a:fillRect/>
          </a:stretch>
        </p:blipFill>
        <p:spPr>
          <a:xfrm>
            <a:off x="290806" y="3717308"/>
            <a:ext cx="8536781" cy="1421606"/>
          </a:xfrm>
          <a:prstGeom prst="rect">
            <a:avLst/>
          </a:prstGeom>
        </p:spPr>
      </p:pic>
      <p:pic>
        <p:nvPicPr>
          <p:cNvPr id="20" name="Picture 19"/>
          <p:cNvPicPr>
            <a:picLocks noChangeAspect="1"/>
          </p:cNvPicPr>
          <p:nvPr/>
        </p:nvPicPr>
        <p:blipFill>
          <a:blip r:embed="rId4"/>
          <a:stretch>
            <a:fillRect/>
          </a:stretch>
        </p:blipFill>
        <p:spPr>
          <a:xfrm>
            <a:off x="143509" y="1592796"/>
            <a:ext cx="4715207" cy="1745787"/>
          </a:xfrm>
          <a:prstGeom prst="rect">
            <a:avLst/>
          </a:prstGeom>
        </p:spPr>
      </p:pic>
      <mc:AlternateContent xmlns:mc="http://schemas.openxmlformats.org/markup-compatibility/2006" xmlns:a14="http://schemas.microsoft.com/office/drawing/2010/main">
        <mc:Choice Requires="a14">
          <p:sp>
            <p:nvSpPr>
              <p:cNvPr id="24" name="TextBox 23"/>
              <p:cNvSpPr txBox="1"/>
              <p:nvPr/>
            </p:nvSpPr>
            <p:spPr>
              <a:xfrm>
                <a:off x="504528" y="5138914"/>
                <a:ext cx="3526928" cy="853054"/>
              </a:xfrm>
              <a:prstGeom prst="rect">
                <a:avLst/>
              </a:prstGeom>
              <a:noFill/>
            </p:spPr>
            <p:txBody>
              <a:bodyPr wrap="none" rtlCol="0">
                <a:spAutoFit/>
              </a:bodyPr>
              <a:lstStyle/>
              <a:p>
                <a:r>
                  <a:rPr lang="en-IN" sz="1050" dirty="0">
                    <a:latin typeface="Arial" panose="020B0604020202020204" pitchFamily="34" charset="0"/>
                    <a:cs typeface="Arial" panose="020B0604020202020204" pitchFamily="34" charset="0"/>
                  </a:rPr>
                  <a:t>78.97 = Average of all Y observation (</a:t>
                </a:r>
                <a14:m>
                  <m:oMath xmlns:m="http://schemas.openxmlformats.org/officeDocument/2006/math">
                    <m:sSub>
                      <m:sSubPr>
                        <m:ctrlPr>
                          <a:rPr lang="en-IN" sz="1050" i="1">
                            <a:latin typeface="Cambria Math" panose="02040503050406030204" pitchFamily="18" charset="0"/>
                            <a:cs typeface="Arial" panose="020B0604020202020204" pitchFamily="34" charset="0"/>
                          </a:rPr>
                        </m:ctrlPr>
                      </m:sSubPr>
                      <m:e>
                        <m:r>
                          <a:rPr lang="en-IN" sz="1050" i="1">
                            <a:latin typeface="Cambria Math" panose="02040503050406030204" pitchFamily="18" charset="0"/>
                            <a:ea typeface="Cambria Math" panose="02040503050406030204" pitchFamily="18" charset="0"/>
                            <a:cs typeface="Arial" panose="020B0604020202020204" pitchFamily="34" charset="0"/>
                          </a:rPr>
                          <m:t>𝛽</m:t>
                        </m:r>
                      </m:e>
                      <m:sub>
                        <m:r>
                          <a:rPr lang="en-IN" sz="1050" i="1">
                            <a:latin typeface="Cambria Math" panose="02040503050406030204" pitchFamily="18" charset="0"/>
                            <a:cs typeface="Arial" panose="020B0604020202020204" pitchFamily="34" charset="0"/>
                          </a:rPr>
                          <m:t>0</m:t>
                        </m:r>
                      </m:sub>
                    </m:sSub>
                  </m:oMath>
                </a14:m>
                <a:r>
                  <a:rPr lang="en-IN" sz="1050" dirty="0">
                    <a:latin typeface="Arial" panose="020B0604020202020204" pitchFamily="34" charset="0"/>
                    <a:cs typeface="Arial" panose="020B0604020202020204" pitchFamily="34" charset="0"/>
                  </a:rPr>
                  <a:t>)…</a:t>
                </a:r>
              </a:p>
              <a:p>
                <a:endParaRPr lang="en-IN" sz="750" dirty="0"/>
              </a:p>
              <a:p>
                <a14:m>
                  <m:oMath xmlns:m="http://schemas.openxmlformats.org/officeDocument/2006/math">
                    <m:sSub>
                      <m:sSubPr>
                        <m:ctrlPr>
                          <a:rPr lang="en-IN" sz="1050" i="1">
                            <a:latin typeface="Cambria Math" panose="02040503050406030204" pitchFamily="18" charset="0"/>
                            <a:cs typeface="Arial" panose="020B0604020202020204" pitchFamily="34" charset="0"/>
                          </a:rPr>
                        </m:ctrlPr>
                      </m:sSubPr>
                      <m:e>
                        <m:r>
                          <a:rPr lang="en-IN" sz="1050" i="1">
                            <a:latin typeface="Cambria Math" panose="02040503050406030204" pitchFamily="18" charset="0"/>
                            <a:ea typeface="Cambria Math" panose="02040503050406030204" pitchFamily="18" charset="0"/>
                            <a:cs typeface="Arial" panose="020B0604020202020204" pitchFamily="34" charset="0"/>
                          </a:rPr>
                          <m:t>𝛽</m:t>
                        </m:r>
                      </m:e>
                      <m:sub>
                        <m:r>
                          <a:rPr lang="en-IN" sz="1050" i="1">
                            <a:latin typeface="Cambria Math" panose="02040503050406030204" pitchFamily="18" charset="0"/>
                            <a:ea typeface="Cambria Math" panose="02040503050406030204" pitchFamily="18" charset="0"/>
                            <a:cs typeface="Arial" panose="020B0604020202020204" pitchFamily="34" charset="0"/>
                          </a:rPr>
                          <m:t>1</m:t>
                        </m:r>
                        <m:r>
                          <a:rPr lang="en-IN" sz="1050" i="1">
                            <a:latin typeface="Cambria Math" panose="02040503050406030204" pitchFamily="18" charset="0"/>
                            <a:ea typeface="Cambria Math" panose="02040503050406030204" pitchFamily="18" charset="0"/>
                            <a:cs typeface="Arial" panose="020B0604020202020204" pitchFamily="34" charset="0"/>
                          </a:rPr>
                          <m:t> </m:t>
                        </m:r>
                      </m:sub>
                    </m:sSub>
                    <m:r>
                      <a:rPr lang="en-IN" sz="1050" i="1">
                        <a:latin typeface="Cambria Math" panose="02040503050406030204" pitchFamily="18" charset="0"/>
                        <a:cs typeface="Arial" panose="020B0604020202020204" pitchFamily="34" charset="0"/>
                      </a:rPr>
                      <m:t>= </m:t>
                    </m:r>
                    <m:f>
                      <m:fPr>
                        <m:ctrlPr>
                          <a:rPr lang="en-IN" sz="1050" i="1">
                            <a:latin typeface="Cambria Math" panose="02040503050406030204" pitchFamily="18" charset="0"/>
                            <a:cs typeface="Arial" panose="020B0604020202020204" pitchFamily="34" charset="0"/>
                          </a:rPr>
                        </m:ctrlPr>
                      </m:fPr>
                      <m:num>
                        <m:r>
                          <a:rPr lang="en-IN" sz="1050" i="1">
                            <a:latin typeface="Cambria Math" panose="02040503050406030204" pitchFamily="18" charset="0"/>
                            <a:cs typeface="Arial" panose="020B0604020202020204" pitchFamily="34" charset="0"/>
                          </a:rPr>
                          <m:t>1</m:t>
                        </m:r>
                      </m:num>
                      <m:den>
                        <m:r>
                          <a:rPr lang="en-IN" sz="1050" i="1">
                            <a:latin typeface="Cambria Math" panose="02040503050406030204" pitchFamily="18" charset="0"/>
                            <a:cs typeface="Arial" panose="020B0604020202020204" pitchFamily="34" charset="0"/>
                          </a:rPr>
                          <m:t>2</m:t>
                        </m:r>
                      </m:den>
                    </m:f>
                    <m:r>
                      <a:rPr lang="en-IN" sz="1050" i="1">
                        <a:latin typeface="Cambria Math" panose="02040503050406030204" pitchFamily="18" charset="0"/>
                        <a:cs typeface="Arial" panose="020B0604020202020204" pitchFamily="34" charset="0"/>
                      </a:rPr>
                      <m:t>(</m:t>
                    </m:r>
                    <m:r>
                      <a:rPr lang="en-IN" sz="1050" i="1">
                        <a:latin typeface="Cambria Math" panose="02040503050406030204" pitchFamily="18" charset="0"/>
                        <a:cs typeface="Arial" panose="020B0604020202020204" pitchFamily="34" charset="0"/>
                      </a:rPr>
                      <m:t>𝐸𝑓𝑓𝑒𝑐𝑡</m:t>
                    </m:r>
                    <m:r>
                      <a:rPr lang="en-IN" sz="1050" i="1">
                        <a:latin typeface="Cambria Math" panose="02040503050406030204" pitchFamily="18" charset="0"/>
                        <a:cs typeface="Arial" panose="020B0604020202020204" pitchFamily="34" charset="0"/>
                      </a:rPr>
                      <m:t> </m:t>
                    </m:r>
                    <m:r>
                      <a:rPr lang="en-IN" sz="1050" i="1">
                        <a:latin typeface="Cambria Math" panose="02040503050406030204" pitchFamily="18" charset="0"/>
                        <a:cs typeface="Arial" panose="020B0604020202020204" pitchFamily="34" charset="0"/>
                      </a:rPr>
                      <m:t>𝑜𝑓</m:t>
                    </m:r>
                    <m:r>
                      <a:rPr lang="en-IN" sz="1050" i="1">
                        <a:latin typeface="Cambria Math" panose="02040503050406030204" pitchFamily="18" charset="0"/>
                        <a:cs typeface="Arial" panose="020B0604020202020204" pitchFamily="34" charset="0"/>
                      </a:rPr>
                      <m:t> </m:t>
                    </m:r>
                    <m:r>
                      <a:rPr lang="en-IN" sz="1050" i="1">
                        <a:latin typeface="Cambria Math" panose="02040503050406030204" pitchFamily="18" charset="0"/>
                        <a:cs typeface="Arial" panose="020B0604020202020204" pitchFamily="34" charset="0"/>
                      </a:rPr>
                      <m:t>𝑋</m:t>
                    </m:r>
                    <m:r>
                      <a:rPr lang="en-IN" sz="1050" i="1">
                        <a:latin typeface="Cambria Math" panose="02040503050406030204" pitchFamily="18" charset="0"/>
                        <a:cs typeface="Arial" panose="020B0604020202020204" pitchFamily="34" charset="0"/>
                      </a:rPr>
                      <m:t>1</m:t>
                    </m:r>
                    <m:r>
                      <a:rPr lang="en-IN" sz="1050" i="1">
                        <a:latin typeface="Cambria Math" panose="02040503050406030204" pitchFamily="18" charset="0"/>
                        <a:cs typeface="Arial" panose="020B0604020202020204" pitchFamily="34" charset="0"/>
                      </a:rPr>
                      <m:t>)</m:t>
                    </m:r>
                  </m:oMath>
                </a14:m>
                <a:r>
                  <a:rPr lang="en-IN" sz="1050" dirty="0"/>
                  <a:t> =</a:t>
                </a:r>
                <a14:m>
                  <m:oMath xmlns:m="http://schemas.openxmlformats.org/officeDocument/2006/math">
                    <m:f>
                      <m:fPr>
                        <m:ctrlPr>
                          <a:rPr lang="en-IN" sz="1050" i="1">
                            <a:latin typeface="Cambria Math" panose="02040503050406030204" pitchFamily="18" charset="0"/>
                            <a:cs typeface="Arial" panose="020B0604020202020204" pitchFamily="34" charset="0"/>
                          </a:rPr>
                        </m:ctrlPr>
                      </m:fPr>
                      <m:num>
                        <m:r>
                          <a:rPr lang="en-IN" sz="1050" i="1">
                            <a:latin typeface="Cambria Math" panose="02040503050406030204" pitchFamily="18" charset="0"/>
                            <a:cs typeface="Arial" panose="020B0604020202020204" pitchFamily="34" charset="0"/>
                          </a:rPr>
                          <m:t>1</m:t>
                        </m:r>
                      </m:num>
                      <m:den>
                        <m:r>
                          <a:rPr lang="en-IN" sz="1050" i="1">
                            <a:latin typeface="Cambria Math" panose="02040503050406030204" pitchFamily="18" charset="0"/>
                            <a:cs typeface="Arial" panose="020B0604020202020204" pitchFamily="34" charset="0"/>
                          </a:rPr>
                          <m:t>2</m:t>
                        </m:r>
                      </m:den>
                    </m:f>
                    <m:r>
                      <a:rPr lang="en-IN" sz="1050" i="1">
                        <a:latin typeface="Cambria Math" panose="02040503050406030204" pitchFamily="18" charset="0"/>
                        <a:cs typeface="Arial" panose="020B0604020202020204" pitchFamily="34" charset="0"/>
                      </a:rPr>
                      <m:t>(</m:t>
                    </m:r>
                    <m:d>
                      <m:dPr>
                        <m:ctrlPr>
                          <a:rPr lang="en-IN" sz="1050" i="1">
                            <a:latin typeface="Cambria Math" panose="02040503050406030204" pitchFamily="18" charset="0"/>
                            <a:cs typeface="Arial" panose="020B0604020202020204" pitchFamily="34" charset="0"/>
                          </a:rPr>
                        </m:ctrlPr>
                      </m:dPr>
                      <m:e>
                        <m:f>
                          <m:fPr>
                            <m:ctrlPr>
                              <a:rPr lang="en-IN" sz="1050" i="1">
                                <a:latin typeface="Cambria Math" panose="02040503050406030204" pitchFamily="18" charset="0"/>
                                <a:cs typeface="Arial" panose="020B0604020202020204" pitchFamily="34" charset="0"/>
                              </a:rPr>
                            </m:ctrlPr>
                          </m:fPr>
                          <m:num>
                            <m:r>
                              <a:rPr lang="en-IN" sz="1050" i="1">
                                <a:latin typeface="Cambria Math" panose="02040503050406030204" pitchFamily="18" charset="0"/>
                                <a:cs typeface="Arial" panose="020B0604020202020204" pitchFamily="34" charset="0"/>
                              </a:rPr>
                              <m:t>78</m:t>
                            </m:r>
                            <m:r>
                              <a:rPr lang="en-IN" sz="1050" i="1">
                                <a:latin typeface="Cambria Math" panose="02040503050406030204" pitchFamily="18" charset="0"/>
                                <a:cs typeface="Arial" panose="020B0604020202020204" pitchFamily="34" charset="0"/>
                              </a:rPr>
                              <m:t>+</m:t>
                            </m:r>
                            <m:r>
                              <a:rPr lang="en-IN" sz="1050" i="1">
                                <a:latin typeface="Cambria Math" panose="02040503050406030204" pitchFamily="18" charset="0"/>
                                <a:cs typeface="Arial" panose="020B0604020202020204" pitchFamily="34" charset="0"/>
                              </a:rPr>
                              <m:t>79</m:t>
                            </m:r>
                            <m:r>
                              <a:rPr lang="en-IN" sz="1050" i="1">
                                <a:latin typeface="Cambria Math" panose="02040503050406030204" pitchFamily="18" charset="0"/>
                                <a:cs typeface="Arial" panose="020B0604020202020204" pitchFamily="34" charset="0"/>
                              </a:rPr>
                              <m:t>.</m:t>
                            </m:r>
                            <m:r>
                              <a:rPr lang="en-IN" sz="1050" i="1">
                                <a:latin typeface="Cambria Math" panose="02040503050406030204" pitchFamily="18" charset="0"/>
                                <a:cs typeface="Arial" panose="020B0604020202020204" pitchFamily="34" charset="0"/>
                              </a:rPr>
                              <m:t>5</m:t>
                            </m:r>
                          </m:num>
                          <m:den>
                            <m:r>
                              <a:rPr lang="en-IN" sz="1050" i="1">
                                <a:latin typeface="Cambria Math" panose="02040503050406030204" pitchFamily="18" charset="0"/>
                                <a:cs typeface="Arial" panose="020B0604020202020204" pitchFamily="34" charset="0"/>
                              </a:rPr>
                              <m:t>2</m:t>
                            </m:r>
                          </m:den>
                        </m:f>
                      </m:e>
                    </m:d>
                    <m:r>
                      <a:rPr lang="en-IN" sz="1050" i="1">
                        <a:latin typeface="Cambria Math" panose="02040503050406030204" pitchFamily="18" charset="0"/>
                        <a:cs typeface="Arial" panose="020B0604020202020204" pitchFamily="34" charset="0"/>
                      </a:rPr>
                      <m:t>−(</m:t>
                    </m:r>
                    <m:f>
                      <m:fPr>
                        <m:ctrlPr>
                          <a:rPr lang="en-IN" sz="1050" i="1">
                            <a:latin typeface="Cambria Math" panose="02040503050406030204" pitchFamily="18" charset="0"/>
                            <a:cs typeface="Arial" panose="020B0604020202020204" pitchFamily="34" charset="0"/>
                          </a:rPr>
                        </m:ctrlPr>
                      </m:fPr>
                      <m:num>
                        <m:r>
                          <a:rPr lang="en-IN" sz="1050" i="1">
                            <a:latin typeface="Cambria Math" panose="02040503050406030204" pitchFamily="18" charset="0"/>
                            <a:cs typeface="Arial" panose="020B0604020202020204" pitchFamily="34" charset="0"/>
                          </a:rPr>
                          <m:t>76</m:t>
                        </m:r>
                        <m:r>
                          <a:rPr lang="en-IN" sz="1050" i="1">
                            <a:latin typeface="Cambria Math" panose="02040503050406030204" pitchFamily="18" charset="0"/>
                            <a:cs typeface="Arial" panose="020B0604020202020204" pitchFamily="34" charset="0"/>
                          </a:rPr>
                          <m:t>.</m:t>
                        </m:r>
                        <m:r>
                          <a:rPr lang="en-IN" sz="1050" i="1">
                            <a:latin typeface="Cambria Math" panose="02040503050406030204" pitchFamily="18" charset="0"/>
                            <a:cs typeface="Arial" panose="020B0604020202020204" pitchFamily="34" charset="0"/>
                          </a:rPr>
                          <m:t>5</m:t>
                        </m:r>
                        <m:r>
                          <a:rPr lang="en-IN" sz="1050" i="1">
                            <a:latin typeface="Cambria Math" panose="02040503050406030204" pitchFamily="18" charset="0"/>
                            <a:cs typeface="Arial" panose="020B0604020202020204" pitchFamily="34" charset="0"/>
                          </a:rPr>
                          <m:t>+</m:t>
                        </m:r>
                        <m:r>
                          <a:rPr lang="en-IN" sz="1050" i="1">
                            <a:latin typeface="Cambria Math" panose="02040503050406030204" pitchFamily="18" charset="0"/>
                            <a:cs typeface="Arial" panose="020B0604020202020204" pitchFamily="34" charset="0"/>
                          </a:rPr>
                          <m:t>77</m:t>
                        </m:r>
                      </m:num>
                      <m:den>
                        <m:r>
                          <a:rPr lang="en-IN" sz="1050" i="1">
                            <a:latin typeface="Cambria Math" panose="02040503050406030204" pitchFamily="18" charset="0"/>
                            <a:cs typeface="Arial" panose="020B0604020202020204" pitchFamily="34" charset="0"/>
                          </a:rPr>
                          <m:t>2</m:t>
                        </m:r>
                      </m:den>
                    </m:f>
                    <m:r>
                      <a:rPr lang="en-IN" sz="1050" i="1">
                        <a:latin typeface="Cambria Math" panose="02040503050406030204" pitchFamily="18" charset="0"/>
                        <a:cs typeface="Arial" panose="020B0604020202020204" pitchFamily="34" charset="0"/>
                      </a:rPr>
                      <m:t>))</m:t>
                    </m:r>
                  </m:oMath>
                </a14:m>
                <a:r>
                  <a:rPr lang="en-IN" sz="1050" dirty="0"/>
                  <a:t> = 1 </a:t>
                </a:r>
              </a:p>
              <a:p>
                <a14:m>
                  <m:oMath xmlns:m="http://schemas.openxmlformats.org/officeDocument/2006/math">
                    <m:sSub>
                      <m:sSubPr>
                        <m:ctrlPr>
                          <a:rPr lang="en-IN" sz="1050" i="1">
                            <a:latin typeface="Cambria Math" panose="02040503050406030204" pitchFamily="18" charset="0"/>
                            <a:cs typeface="Arial" panose="020B0604020202020204" pitchFamily="34" charset="0"/>
                          </a:rPr>
                        </m:ctrlPr>
                      </m:sSubPr>
                      <m:e>
                        <m:r>
                          <a:rPr lang="en-IN" sz="1050" i="1">
                            <a:latin typeface="Cambria Math" panose="02040503050406030204" pitchFamily="18" charset="0"/>
                            <a:ea typeface="Cambria Math" panose="02040503050406030204" pitchFamily="18" charset="0"/>
                            <a:cs typeface="Arial" panose="020B0604020202020204" pitchFamily="34" charset="0"/>
                          </a:rPr>
                          <m:t>𝛽</m:t>
                        </m:r>
                      </m:e>
                      <m:sub>
                        <m:r>
                          <a:rPr lang="en-IN" sz="1050" i="1">
                            <a:latin typeface="Cambria Math" panose="02040503050406030204" pitchFamily="18" charset="0"/>
                            <a:ea typeface="Cambria Math" panose="02040503050406030204" pitchFamily="18" charset="0"/>
                            <a:cs typeface="Arial" panose="020B0604020202020204" pitchFamily="34" charset="0"/>
                          </a:rPr>
                          <m:t>2</m:t>
                        </m:r>
                        <m:r>
                          <a:rPr lang="en-IN" sz="1050" i="1">
                            <a:latin typeface="Cambria Math" panose="02040503050406030204" pitchFamily="18" charset="0"/>
                            <a:ea typeface="Cambria Math" panose="02040503050406030204" pitchFamily="18" charset="0"/>
                            <a:cs typeface="Arial" panose="020B0604020202020204" pitchFamily="34" charset="0"/>
                          </a:rPr>
                          <m:t> </m:t>
                        </m:r>
                      </m:sub>
                    </m:sSub>
                    <m:r>
                      <a:rPr lang="en-IN" sz="1050" i="1">
                        <a:latin typeface="Cambria Math" panose="02040503050406030204" pitchFamily="18" charset="0"/>
                        <a:cs typeface="Arial" panose="020B0604020202020204" pitchFamily="34" charset="0"/>
                      </a:rPr>
                      <m:t>= </m:t>
                    </m:r>
                    <m:f>
                      <m:fPr>
                        <m:ctrlPr>
                          <a:rPr lang="en-IN" sz="1050" i="1">
                            <a:latin typeface="Cambria Math" panose="02040503050406030204" pitchFamily="18" charset="0"/>
                            <a:cs typeface="Arial" panose="020B0604020202020204" pitchFamily="34" charset="0"/>
                          </a:rPr>
                        </m:ctrlPr>
                      </m:fPr>
                      <m:num>
                        <m:r>
                          <a:rPr lang="en-IN" sz="1050" i="1">
                            <a:latin typeface="Cambria Math" panose="02040503050406030204" pitchFamily="18" charset="0"/>
                            <a:cs typeface="Arial" panose="020B0604020202020204" pitchFamily="34" charset="0"/>
                          </a:rPr>
                          <m:t>1</m:t>
                        </m:r>
                      </m:num>
                      <m:den>
                        <m:r>
                          <a:rPr lang="en-IN" sz="1050" i="1">
                            <a:latin typeface="Cambria Math" panose="02040503050406030204" pitchFamily="18" charset="0"/>
                            <a:cs typeface="Arial" panose="020B0604020202020204" pitchFamily="34" charset="0"/>
                          </a:rPr>
                          <m:t>2</m:t>
                        </m:r>
                      </m:den>
                    </m:f>
                    <m:r>
                      <a:rPr lang="en-IN" sz="1050" i="1">
                        <a:latin typeface="Cambria Math" panose="02040503050406030204" pitchFamily="18" charset="0"/>
                        <a:cs typeface="Arial" panose="020B0604020202020204" pitchFamily="34" charset="0"/>
                      </a:rPr>
                      <m:t>(</m:t>
                    </m:r>
                    <m:r>
                      <a:rPr lang="en-IN" sz="1050" i="1">
                        <a:latin typeface="Cambria Math" panose="02040503050406030204" pitchFamily="18" charset="0"/>
                        <a:cs typeface="Arial" panose="020B0604020202020204" pitchFamily="34" charset="0"/>
                      </a:rPr>
                      <m:t>𝐸𝑓𝑓𝑒𝑐𝑡</m:t>
                    </m:r>
                    <m:r>
                      <a:rPr lang="en-IN" sz="1050" i="1">
                        <a:latin typeface="Cambria Math" panose="02040503050406030204" pitchFamily="18" charset="0"/>
                        <a:cs typeface="Arial" panose="020B0604020202020204" pitchFamily="34" charset="0"/>
                      </a:rPr>
                      <m:t> </m:t>
                    </m:r>
                    <m:r>
                      <a:rPr lang="en-IN" sz="1050" i="1">
                        <a:latin typeface="Cambria Math" panose="02040503050406030204" pitchFamily="18" charset="0"/>
                        <a:cs typeface="Arial" panose="020B0604020202020204" pitchFamily="34" charset="0"/>
                      </a:rPr>
                      <m:t>𝑜𝑓</m:t>
                    </m:r>
                    <m:r>
                      <a:rPr lang="en-IN" sz="1050" i="1">
                        <a:latin typeface="Cambria Math" panose="02040503050406030204" pitchFamily="18" charset="0"/>
                        <a:cs typeface="Arial" panose="020B0604020202020204" pitchFamily="34" charset="0"/>
                      </a:rPr>
                      <m:t> </m:t>
                    </m:r>
                    <m:r>
                      <a:rPr lang="en-IN" sz="1050" i="1">
                        <a:latin typeface="Cambria Math" panose="02040503050406030204" pitchFamily="18" charset="0"/>
                        <a:cs typeface="Arial" panose="020B0604020202020204" pitchFamily="34" charset="0"/>
                      </a:rPr>
                      <m:t>𝑋</m:t>
                    </m:r>
                    <m:r>
                      <a:rPr lang="en-IN" sz="1050" i="1">
                        <a:latin typeface="Cambria Math" panose="02040503050406030204" pitchFamily="18" charset="0"/>
                        <a:cs typeface="Arial" panose="020B0604020202020204" pitchFamily="34" charset="0"/>
                      </a:rPr>
                      <m:t>2</m:t>
                    </m:r>
                    <m:r>
                      <a:rPr lang="en-IN" sz="1050" i="1">
                        <a:latin typeface="Cambria Math" panose="02040503050406030204" pitchFamily="18" charset="0"/>
                        <a:cs typeface="Arial" panose="020B0604020202020204" pitchFamily="34" charset="0"/>
                      </a:rPr>
                      <m:t>)</m:t>
                    </m:r>
                  </m:oMath>
                </a14:m>
                <a:r>
                  <a:rPr lang="en-IN" sz="1050" dirty="0"/>
                  <a:t> = </a:t>
                </a:r>
                <a14:m>
                  <m:oMath xmlns:m="http://schemas.openxmlformats.org/officeDocument/2006/math">
                    <m:f>
                      <m:fPr>
                        <m:ctrlPr>
                          <a:rPr lang="en-IN" sz="1050" i="1">
                            <a:latin typeface="Cambria Math" panose="02040503050406030204" pitchFamily="18" charset="0"/>
                            <a:cs typeface="Arial" panose="020B0604020202020204" pitchFamily="34" charset="0"/>
                          </a:rPr>
                        </m:ctrlPr>
                      </m:fPr>
                      <m:num>
                        <m:r>
                          <a:rPr lang="en-IN" sz="1050" i="1">
                            <a:latin typeface="Cambria Math" panose="02040503050406030204" pitchFamily="18" charset="0"/>
                            <a:cs typeface="Arial" panose="020B0604020202020204" pitchFamily="34" charset="0"/>
                          </a:rPr>
                          <m:t>1</m:t>
                        </m:r>
                      </m:num>
                      <m:den>
                        <m:r>
                          <a:rPr lang="en-IN" sz="1050" i="1">
                            <a:latin typeface="Cambria Math" panose="02040503050406030204" pitchFamily="18" charset="0"/>
                            <a:cs typeface="Arial" panose="020B0604020202020204" pitchFamily="34" charset="0"/>
                          </a:rPr>
                          <m:t>2</m:t>
                        </m:r>
                      </m:den>
                    </m:f>
                    <m:r>
                      <a:rPr lang="en-IN" sz="1050" i="1">
                        <a:latin typeface="Cambria Math" panose="02040503050406030204" pitchFamily="18" charset="0"/>
                        <a:cs typeface="Arial" panose="020B0604020202020204" pitchFamily="34" charset="0"/>
                      </a:rPr>
                      <m:t>(</m:t>
                    </m:r>
                    <m:d>
                      <m:dPr>
                        <m:ctrlPr>
                          <a:rPr lang="en-IN" sz="1050" i="1">
                            <a:latin typeface="Cambria Math" panose="02040503050406030204" pitchFamily="18" charset="0"/>
                            <a:cs typeface="Arial" panose="020B0604020202020204" pitchFamily="34" charset="0"/>
                          </a:rPr>
                        </m:ctrlPr>
                      </m:dPr>
                      <m:e>
                        <m:f>
                          <m:fPr>
                            <m:ctrlPr>
                              <a:rPr lang="en-IN" sz="1050" i="1">
                                <a:latin typeface="Cambria Math" panose="02040503050406030204" pitchFamily="18" charset="0"/>
                                <a:cs typeface="Arial" panose="020B0604020202020204" pitchFamily="34" charset="0"/>
                              </a:rPr>
                            </m:ctrlPr>
                          </m:fPr>
                          <m:num>
                            <m:r>
                              <a:rPr lang="en-IN" sz="1050" i="1">
                                <a:latin typeface="Cambria Math" panose="02040503050406030204" pitchFamily="18" charset="0"/>
                                <a:cs typeface="Arial" panose="020B0604020202020204" pitchFamily="34" charset="0"/>
                              </a:rPr>
                              <m:t>77</m:t>
                            </m:r>
                            <m:r>
                              <a:rPr lang="en-IN" sz="1050" i="1">
                                <a:latin typeface="Cambria Math" panose="02040503050406030204" pitchFamily="18" charset="0"/>
                                <a:cs typeface="Arial" panose="020B0604020202020204" pitchFamily="34" charset="0"/>
                              </a:rPr>
                              <m:t>+</m:t>
                            </m:r>
                            <m:r>
                              <a:rPr lang="en-IN" sz="1050" i="1">
                                <a:latin typeface="Cambria Math" panose="02040503050406030204" pitchFamily="18" charset="0"/>
                                <a:cs typeface="Arial" panose="020B0604020202020204" pitchFamily="34" charset="0"/>
                              </a:rPr>
                              <m:t>79</m:t>
                            </m:r>
                            <m:r>
                              <a:rPr lang="en-IN" sz="1050" i="1">
                                <a:latin typeface="Cambria Math" panose="02040503050406030204" pitchFamily="18" charset="0"/>
                                <a:cs typeface="Arial" panose="020B0604020202020204" pitchFamily="34" charset="0"/>
                              </a:rPr>
                              <m:t>.</m:t>
                            </m:r>
                            <m:r>
                              <a:rPr lang="en-IN" sz="1050" i="1">
                                <a:latin typeface="Cambria Math" panose="02040503050406030204" pitchFamily="18" charset="0"/>
                                <a:cs typeface="Arial" panose="020B0604020202020204" pitchFamily="34" charset="0"/>
                              </a:rPr>
                              <m:t>5</m:t>
                            </m:r>
                          </m:num>
                          <m:den>
                            <m:r>
                              <a:rPr lang="en-IN" sz="1050" i="1">
                                <a:latin typeface="Cambria Math" panose="02040503050406030204" pitchFamily="18" charset="0"/>
                                <a:cs typeface="Arial" panose="020B0604020202020204" pitchFamily="34" charset="0"/>
                              </a:rPr>
                              <m:t>2</m:t>
                            </m:r>
                          </m:den>
                        </m:f>
                      </m:e>
                    </m:d>
                    <m:r>
                      <a:rPr lang="en-IN" sz="1050" i="1">
                        <a:latin typeface="Cambria Math" panose="02040503050406030204" pitchFamily="18" charset="0"/>
                        <a:cs typeface="Arial" panose="020B0604020202020204" pitchFamily="34" charset="0"/>
                      </a:rPr>
                      <m:t>−(</m:t>
                    </m:r>
                    <m:f>
                      <m:fPr>
                        <m:ctrlPr>
                          <a:rPr lang="en-IN" sz="1050" i="1">
                            <a:latin typeface="Cambria Math" panose="02040503050406030204" pitchFamily="18" charset="0"/>
                            <a:cs typeface="Arial" panose="020B0604020202020204" pitchFamily="34" charset="0"/>
                          </a:rPr>
                        </m:ctrlPr>
                      </m:fPr>
                      <m:num>
                        <m:r>
                          <a:rPr lang="en-IN" sz="1050" i="1">
                            <a:latin typeface="Cambria Math" panose="02040503050406030204" pitchFamily="18" charset="0"/>
                            <a:cs typeface="Arial" panose="020B0604020202020204" pitchFamily="34" charset="0"/>
                          </a:rPr>
                          <m:t>376</m:t>
                        </m:r>
                        <m:r>
                          <a:rPr lang="en-IN" sz="1050" i="1">
                            <a:latin typeface="Cambria Math" panose="02040503050406030204" pitchFamily="18" charset="0"/>
                            <a:cs typeface="Arial" panose="020B0604020202020204" pitchFamily="34" charset="0"/>
                          </a:rPr>
                          <m:t>.</m:t>
                        </m:r>
                        <m:r>
                          <a:rPr lang="en-IN" sz="1050" i="1">
                            <a:latin typeface="Cambria Math" panose="02040503050406030204" pitchFamily="18" charset="0"/>
                            <a:cs typeface="Arial" panose="020B0604020202020204" pitchFamily="34" charset="0"/>
                          </a:rPr>
                          <m:t>5</m:t>
                        </m:r>
                        <m:r>
                          <a:rPr lang="en-IN" sz="1050" i="1">
                            <a:latin typeface="Cambria Math" panose="02040503050406030204" pitchFamily="18" charset="0"/>
                            <a:cs typeface="Arial" panose="020B0604020202020204" pitchFamily="34" charset="0"/>
                          </a:rPr>
                          <m:t>+</m:t>
                        </m:r>
                        <m:r>
                          <a:rPr lang="en-IN" sz="1050" i="1">
                            <a:latin typeface="Cambria Math" panose="02040503050406030204" pitchFamily="18" charset="0"/>
                            <a:cs typeface="Arial" panose="020B0604020202020204" pitchFamily="34" charset="0"/>
                          </a:rPr>
                          <m:t>78</m:t>
                        </m:r>
                      </m:num>
                      <m:den>
                        <m:r>
                          <a:rPr lang="en-IN" sz="1050" i="1">
                            <a:latin typeface="Cambria Math" panose="02040503050406030204" pitchFamily="18" charset="0"/>
                            <a:cs typeface="Arial" panose="020B0604020202020204" pitchFamily="34" charset="0"/>
                          </a:rPr>
                          <m:t>2</m:t>
                        </m:r>
                      </m:den>
                    </m:f>
                    <m:r>
                      <a:rPr lang="en-IN" sz="1050" i="1">
                        <a:latin typeface="Cambria Math" panose="02040503050406030204" pitchFamily="18" charset="0"/>
                        <a:cs typeface="Arial" panose="020B0604020202020204" pitchFamily="34" charset="0"/>
                      </a:rPr>
                      <m:t>))</m:t>
                    </m:r>
                  </m:oMath>
                </a14:m>
                <a:r>
                  <a:rPr lang="en-IN" sz="1050" dirty="0"/>
                  <a:t> = 0.5 </a:t>
                </a:r>
              </a:p>
            </p:txBody>
          </p:sp>
        </mc:Choice>
        <mc:Fallback xmlns="">
          <p:sp>
            <p:nvSpPr>
              <p:cNvPr id="24" name="TextBox 23"/>
              <p:cNvSpPr txBox="1">
                <a:spLocks noRot="1" noChangeAspect="1" noMove="1" noResize="1" noEditPoints="1" noAdjustHandles="1" noChangeArrowheads="1" noChangeShapeType="1" noTextEdit="1"/>
              </p:cNvSpPr>
              <p:nvPr/>
            </p:nvSpPr>
            <p:spPr>
              <a:xfrm>
                <a:off x="504528" y="5138914"/>
                <a:ext cx="3526928" cy="853054"/>
              </a:xfrm>
              <a:prstGeom prst="rect">
                <a:avLst/>
              </a:prstGeom>
              <a:blipFill>
                <a:blip r:embed="rId5"/>
                <a:stretch>
                  <a:fillRect/>
                </a:stretch>
              </a:blipFill>
            </p:spPr>
            <p:txBody>
              <a:bodyPr/>
              <a:lstStyle/>
              <a:p>
                <a:r>
                  <a:rPr lang="en-US">
                    <a:noFill/>
                  </a:rPr>
                  <a:t> </a:t>
                </a:r>
              </a:p>
            </p:txBody>
          </p:sp>
        </mc:Fallback>
      </mc:AlternateContent>
      <p:pic>
        <p:nvPicPr>
          <p:cNvPr id="30" name="Picture 29"/>
          <p:cNvPicPr>
            <a:picLocks noChangeAspect="1"/>
          </p:cNvPicPr>
          <p:nvPr/>
        </p:nvPicPr>
        <p:blipFill>
          <a:blip r:embed="rId6"/>
          <a:stretch>
            <a:fillRect/>
          </a:stretch>
        </p:blipFill>
        <p:spPr>
          <a:xfrm>
            <a:off x="5018549" y="1484784"/>
            <a:ext cx="3748776" cy="2132006"/>
          </a:xfrm>
          <a:prstGeom prst="rect">
            <a:avLst/>
          </a:prstGeom>
        </p:spPr>
      </p:pic>
    </p:spTree>
    <p:extLst>
      <p:ext uri="{BB962C8B-B14F-4D97-AF65-F5344CB8AC3E}">
        <p14:creationId xmlns:p14="http://schemas.microsoft.com/office/powerpoint/2010/main" val="391711984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1 (First-order RSM)</a:t>
            </a:r>
          </a:p>
        </p:txBody>
      </p:sp>
      <p:pic>
        <p:nvPicPr>
          <p:cNvPr id="4" name="Picture 3"/>
          <p:cNvPicPr>
            <a:picLocks noChangeAspect="1"/>
          </p:cNvPicPr>
          <p:nvPr/>
        </p:nvPicPr>
        <p:blipFill>
          <a:blip r:embed="rId3"/>
          <a:stretch>
            <a:fillRect/>
          </a:stretch>
        </p:blipFill>
        <p:spPr>
          <a:xfrm>
            <a:off x="143508" y="2506205"/>
            <a:ext cx="8872090" cy="3483387"/>
          </a:xfrm>
          <a:prstGeom prst="rect">
            <a:avLst/>
          </a:prstGeom>
        </p:spPr>
      </p:pic>
      <p:pic>
        <p:nvPicPr>
          <p:cNvPr id="3" name="Picture 2"/>
          <p:cNvPicPr>
            <a:picLocks noChangeAspect="1"/>
          </p:cNvPicPr>
          <p:nvPr/>
        </p:nvPicPr>
        <p:blipFill>
          <a:blip r:embed="rId4"/>
          <a:stretch>
            <a:fillRect/>
          </a:stretch>
        </p:blipFill>
        <p:spPr>
          <a:xfrm>
            <a:off x="710571" y="1500490"/>
            <a:ext cx="7579519" cy="807244"/>
          </a:xfrm>
          <a:prstGeom prst="rect">
            <a:avLst/>
          </a:prstGeom>
        </p:spPr>
      </p:pic>
    </p:spTree>
    <p:extLst>
      <p:ext uri="{BB962C8B-B14F-4D97-AF65-F5344CB8AC3E}">
        <p14:creationId xmlns:p14="http://schemas.microsoft.com/office/powerpoint/2010/main" val="239366515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Analysis of a Second-Order Response Surface</a:t>
            </a:r>
          </a:p>
        </p:txBody>
      </p:sp>
      <p:pic>
        <p:nvPicPr>
          <p:cNvPr id="3" name="Picture 2"/>
          <p:cNvPicPr>
            <a:picLocks noChangeAspect="1"/>
          </p:cNvPicPr>
          <p:nvPr/>
        </p:nvPicPr>
        <p:blipFill>
          <a:blip r:embed="rId3"/>
          <a:stretch>
            <a:fillRect/>
          </a:stretch>
        </p:blipFill>
        <p:spPr>
          <a:xfrm>
            <a:off x="116505" y="1706376"/>
            <a:ext cx="8878469" cy="2673297"/>
          </a:xfrm>
          <a:prstGeom prst="rect">
            <a:avLst/>
          </a:prstGeom>
        </p:spPr>
      </p:pic>
    </p:spTree>
    <p:extLst>
      <p:ext uri="{BB962C8B-B14F-4D97-AF65-F5344CB8AC3E}">
        <p14:creationId xmlns:p14="http://schemas.microsoft.com/office/powerpoint/2010/main" val="241055348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Analysis of a Second-Order Response Surface</a:t>
            </a:r>
          </a:p>
        </p:txBody>
      </p:sp>
      <p:pic>
        <p:nvPicPr>
          <p:cNvPr id="4" name="Picture 3"/>
          <p:cNvPicPr>
            <a:picLocks noChangeAspect="1"/>
          </p:cNvPicPr>
          <p:nvPr/>
        </p:nvPicPr>
        <p:blipFill>
          <a:blip r:embed="rId3"/>
          <a:stretch>
            <a:fillRect/>
          </a:stretch>
        </p:blipFill>
        <p:spPr>
          <a:xfrm>
            <a:off x="433952" y="1485020"/>
            <a:ext cx="8019891" cy="1511510"/>
          </a:xfrm>
          <a:prstGeom prst="rect">
            <a:avLst/>
          </a:prstGeom>
        </p:spPr>
      </p:pic>
      <p:pic>
        <p:nvPicPr>
          <p:cNvPr id="5" name="Picture 4"/>
          <p:cNvPicPr>
            <a:picLocks noChangeAspect="1"/>
          </p:cNvPicPr>
          <p:nvPr/>
        </p:nvPicPr>
        <p:blipFill>
          <a:blip r:embed="rId4"/>
          <a:stretch>
            <a:fillRect/>
          </a:stretch>
        </p:blipFill>
        <p:spPr>
          <a:xfrm>
            <a:off x="433951" y="2942946"/>
            <a:ext cx="8013302" cy="2274166"/>
          </a:xfrm>
          <a:prstGeom prst="rect">
            <a:avLst/>
          </a:prstGeom>
        </p:spPr>
      </p:pic>
    </p:spTree>
    <p:extLst>
      <p:ext uri="{BB962C8B-B14F-4D97-AF65-F5344CB8AC3E}">
        <p14:creationId xmlns:p14="http://schemas.microsoft.com/office/powerpoint/2010/main" val="68001885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Analysis of a Second-Order Response Surface</a:t>
            </a:r>
          </a:p>
        </p:txBody>
      </p:sp>
      <p:pic>
        <p:nvPicPr>
          <p:cNvPr id="3" name="Picture 2"/>
          <p:cNvPicPr>
            <a:picLocks noChangeAspect="1"/>
          </p:cNvPicPr>
          <p:nvPr/>
        </p:nvPicPr>
        <p:blipFill>
          <a:blip r:embed="rId3"/>
          <a:stretch>
            <a:fillRect/>
          </a:stretch>
        </p:blipFill>
        <p:spPr>
          <a:xfrm>
            <a:off x="1307306" y="1484784"/>
            <a:ext cx="6529388" cy="4300538"/>
          </a:xfrm>
          <a:prstGeom prst="rect">
            <a:avLst/>
          </a:prstGeom>
        </p:spPr>
      </p:pic>
    </p:spTree>
    <p:extLst>
      <p:ext uri="{BB962C8B-B14F-4D97-AF65-F5344CB8AC3E}">
        <p14:creationId xmlns:p14="http://schemas.microsoft.com/office/powerpoint/2010/main" val="113850338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Analysis of a Second-Order Response Surface</a:t>
            </a:r>
          </a:p>
        </p:txBody>
      </p:sp>
      <p:pic>
        <p:nvPicPr>
          <p:cNvPr id="3" name="Picture 2"/>
          <p:cNvPicPr>
            <a:picLocks noChangeAspect="1"/>
          </p:cNvPicPr>
          <p:nvPr/>
        </p:nvPicPr>
        <p:blipFill>
          <a:blip r:embed="rId3"/>
          <a:stretch>
            <a:fillRect/>
          </a:stretch>
        </p:blipFill>
        <p:spPr>
          <a:xfrm>
            <a:off x="639366" y="1321594"/>
            <a:ext cx="7865269" cy="4214813"/>
          </a:xfrm>
          <a:prstGeom prst="rect">
            <a:avLst/>
          </a:prstGeom>
        </p:spPr>
      </p:pic>
    </p:spTree>
    <p:extLst>
      <p:ext uri="{BB962C8B-B14F-4D97-AF65-F5344CB8AC3E}">
        <p14:creationId xmlns:p14="http://schemas.microsoft.com/office/powerpoint/2010/main" val="408687264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Analysis of a Second-Order Response Surface</a:t>
            </a:r>
          </a:p>
        </p:txBody>
      </p:sp>
      <p:pic>
        <p:nvPicPr>
          <p:cNvPr id="3" name="Picture 2"/>
          <p:cNvPicPr>
            <a:picLocks noChangeAspect="1"/>
          </p:cNvPicPr>
          <p:nvPr/>
        </p:nvPicPr>
        <p:blipFill>
          <a:blip r:embed="rId3"/>
          <a:stretch>
            <a:fillRect/>
          </a:stretch>
        </p:blipFill>
        <p:spPr>
          <a:xfrm>
            <a:off x="700088" y="1385888"/>
            <a:ext cx="7743825" cy="4086225"/>
          </a:xfrm>
          <a:prstGeom prst="rect">
            <a:avLst/>
          </a:prstGeom>
        </p:spPr>
      </p:pic>
    </p:spTree>
    <p:extLst>
      <p:ext uri="{BB962C8B-B14F-4D97-AF65-F5344CB8AC3E}">
        <p14:creationId xmlns:p14="http://schemas.microsoft.com/office/powerpoint/2010/main" val="40887536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Analysis of a Second-Order Response Surface</a:t>
            </a:r>
          </a:p>
        </p:txBody>
      </p:sp>
      <p:pic>
        <p:nvPicPr>
          <p:cNvPr id="3" name="Picture 2"/>
          <p:cNvPicPr>
            <a:picLocks noChangeAspect="1"/>
          </p:cNvPicPr>
          <p:nvPr/>
        </p:nvPicPr>
        <p:blipFill>
          <a:blip r:embed="rId3"/>
          <a:stretch>
            <a:fillRect/>
          </a:stretch>
        </p:blipFill>
        <p:spPr>
          <a:xfrm>
            <a:off x="567928" y="1403776"/>
            <a:ext cx="8008144" cy="4307681"/>
          </a:xfrm>
          <a:prstGeom prst="rect">
            <a:avLst/>
          </a:prstGeom>
        </p:spPr>
      </p:pic>
    </p:spTree>
    <p:extLst>
      <p:ext uri="{BB962C8B-B14F-4D97-AF65-F5344CB8AC3E}">
        <p14:creationId xmlns:p14="http://schemas.microsoft.com/office/powerpoint/2010/main" val="349094204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046" y="296652"/>
            <a:ext cx="7698318" cy="431800"/>
          </a:xfrm>
        </p:spPr>
        <p:txBody>
          <a:bodyPr/>
          <a:lstStyle/>
          <a:p>
            <a:r>
              <a:rPr lang="en-IN" dirty="0"/>
              <a:t>Features for selecting response surface design</a:t>
            </a:r>
          </a:p>
        </p:txBody>
      </p:sp>
      <p:pic>
        <p:nvPicPr>
          <p:cNvPr id="8" name="Picture 7"/>
          <p:cNvPicPr>
            <a:picLocks noChangeAspect="1"/>
          </p:cNvPicPr>
          <p:nvPr/>
        </p:nvPicPr>
        <p:blipFill rotWithShape="1">
          <a:blip r:embed="rId3"/>
          <a:srcRect b="89251"/>
          <a:stretch/>
        </p:blipFill>
        <p:spPr>
          <a:xfrm>
            <a:off x="843926" y="1160748"/>
            <a:ext cx="6993777" cy="476372"/>
          </a:xfrm>
          <a:prstGeom prst="rect">
            <a:avLst/>
          </a:prstGeom>
        </p:spPr>
      </p:pic>
      <p:pic>
        <p:nvPicPr>
          <p:cNvPr id="12" name="Picture 11"/>
          <p:cNvPicPr>
            <a:picLocks noChangeAspect="1"/>
          </p:cNvPicPr>
          <p:nvPr/>
        </p:nvPicPr>
        <p:blipFill rotWithShape="1">
          <a:blip r:embed="rId3"/>
          <a:srcRect l="10932" t="24981"/>
          <a:stretch/>
        </p:blipFill>
        <p:spPr>
          <a:xfrm>
            <a:off x="1225605" y="1853824"/>
            <a:ext cx="6229200" cy="3324680"/>
          </a:xfrm>
          <a:prstGeom prst="rect">
            <a:avLst/>
          </a:prstGeom>
        </p:spPr>
      </p:pic>
    </p:spTree>
    <p:extLst>
      <p:ext uri="{BB962C8B-B14F-4D97-AF65-F5344CB8AC3E}">
        <p14:creationId xmlns:p14="http://schemas.microsoft.com/office/powerpoint/2010/main" val="148853565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marL="0" indent="0" algn="just" latinLnBrk="0">
                  <a:buNone/>
                </a:pPr>
                <a:r>
                  <a:rPr lang="en-IN" sz="1800" dirty="0">
                    <a:latin typeface="Arial" panose="020B0604020202020204" pitchFamily="34" charset="0"/>
                    <a:cs typeface="Arial" panose="020B0604020202020204" pitchFamily="34" charset="0"/>
                  </a:rPr>
                  <a:t>Response surface for certain manufacturing process was defined by the given equation(</a:t>
                </a:r>
                <a14:m>
                  <m:oMath xmlns:m="http://schemas.openxmlformats.org/officeDocument/2006/math">
                    <m:r>
                      <a:rPr lang="en-IN" sz="1800" i="1">
                        <a:latin typeface="Cambria Math" panose="02040503050406030204" pitchFamily="18" charset="0"/>
                        <a:cs typeface="Arial" panose="020B0604020202020204" pitchFamily="34" charset="0"/>
                      </a:rPr>
                      <m:t>𝑍</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Sub>
                    <m:r>
                      <a:rPr lang="en-IN" sz="1800" i="1">
                        <a:latin typeface="Cambria Math" panose="02040503050406030204" pitchFamily="18" charset="0"/>
                        <a:cs typeface="Arial" panose="020B0604020202020204" pitchFamily="34" charset="0"/>
                      </a:rPr>
                      <m:t>−</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up>
                        <m:r>
                          <a:rPr lang="en-IN" sz="1800" i="1">
                            <a:latin typeface="Cambria Math" panose="02040503050406030204" pitchFamily="18" charset="0"/>
                            <a:cs typeface="Arial" panose="020B0604020202020204" pitchFamily="34" charset="0"/>
                          </a:rPr>
                          <m:t>2</m:t>
                        </m:r>
                      </m:sup>
                    </m:sSubSup>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0</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9</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up>
                        <m:r>
                          <a:rPr lang="en-IN" sz="1800" i="1">
                            <a:latin typeface="Cambria Math" panose="02040503050406030204" pitchFamily="18" charset="0"/>
                            <a:cs typeface="Arial" panose="020B0604020202020204" pitchFamily="34" charset="0"/>
                          </a:rPr>
                          <m:t>2</m:t>
                        </m:r>
                      </m:sup>
                    </m:sSubSup>
                  </m:oMath>
                </a14:m>
                <a:r>
                  <a:rPr lang="en-IN" sz="1800" dirty="0">
                    <a:latin typeface="Arial" panose="020B0604020202020204" pitchFamily="34" charset="0"/>
                    <a:cs typeface="Arial" panose="020B0604020202020204" pitchFamily="34" charset="0"/>
                  </a:rPr>
                  <a:t>). Determine the approximate optimum operating point using the method of steepest ascent. The starting point of research should be x</a:t>
                </a:r>
                <a:r>
                  <a:rPr lang="en-IN" sz="1800" baseline="-25000" dirty="0">
                    <a:latin typeface="Arial" panose="020B0604020202020204" pitchFamily="34" charset="0"/>
                    <a:cs typeface="Arial" panose="020B0604020202020204" pitchFamily="34" charset="0"/>
                  </a:rPr>
                  <a:t>1</a:t>
                </a:r>
                <a:r>
                  <a:rPr lang="en-IN" sz="1800" dirty="0">
                    <a:latin typeface="Arial" panose="020B0604020202020204" pitchFamily="34" charset="0"/>
                    <a:cs typeface="Arial" panose="020B0604020202020204" pitchFamily="34" charset="0"/>
                  </a:rPr>
                  <a:t>=2 and x</a:t>
                </a:r>
                <a:r>
                  <a:rPr lang="en-IN" sz="1800" baseline="-25000" dirty="0">
                    <a:latin typeface="Arial" panose="020B0604020202020204" pitchFamily="34" charset="0"/>
                    <a:cs typeface="Arial" panose="020B0604020202020204" pitchFamily="34" charset="0"/>
                  </a:rPr>
                  <a:t>2</a:t>
                </a:r>
                <a:r>
                  <a:rPr lang="en-IN" sz="1800" dirty="0">
                    <a:latin typeface="Arial" panose="020B0604020202020204" pitchFamily="34" charset="0"/>
                    <a:cs typeface="Arial" panose="020B0604020202020204" pitchFamily="34" charset="0"/>
                  </a:rPr>
                  <a:t>=3 and step size C=4.</a:t>
                </a:r>
              </a:p>
              <a:p>
                <a:pPr marL="0" indent="0" algn="just" latinLnBrk="0">
                  <a:buNone/>
                </a:pPr>
                <a:endParaRPr lang="en-IN" sz="1800" dirty="0">
                  <a:latin typeface="Arial" panose="020B0604020202020204" pitchFamily="34"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𝑍</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Sub>
                      <m:r>
                        <a:rPr lang="en-IN" sz="1800" i="1">
                          <a:latin typeface="Cambria Math" panose="02040503050406030204" pitchFamily="18" charset="0"/>
                          <a:cs typeface="Arial" panose="020B0604020202020204" pitchFamily="34" charset="0"/>
                        </a:rPr>
                        <m:t>−</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up>
                          <m:r>
                            <a:rPr lang="en-IN" sz="1800" i="1">
                              <a:latin typeface="Cambria Math" panose="02040503050406030204" pitchFamily="18" charset="0"/>
                              <a:cs typeface="Arial" panose="020B0604020202020204" pitchFamily="34" charset="0"/>
                            </a:rPr>
                            <m:t>2</m:t>
                          </m:r>
                        </m:sup>
                      </m:sSubSup>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0</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9</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up>
                          <m:r>
                            <a:rPr lang="en-IN" sz="1800" i="1">
                              <a:latin typeface="Cambria Math" panose="02040503050406030204" pitchFamily="18" charset="0"/>
                              <a:cs typeface="Arial" panose="020B0604020202020204" pitchFamily="34" charset="0"/>
                            </a:rPr>
                            <m:t>2</m:t>
                          </m:r>
                        </m:sup>
                      </m:sSubSup>
                    </m:oMath>
                  </m:oMathPara>
                </a14:m>
                <a:endParaRPr lang="en-IN" sz="1800" dirty="0">
                  <a:latin typeface="Arial" panose="020B0604020202020204" pitchFamily="34" charset="0"/>
                  <a:cs typeface="Arial" panose="020B0604020202020204" pitchFamily="34" charset="0"/>
                </a:endParaRPr>
              </a:p>
              <a:p>
                <a:pPr marL="0" indent="0" algn="just" latinLnBrk="0">
                  <a:buNone/>
                </a:pPr>
                <a:r>
                  <a:rPr lang="en-IN" sz="1800" dirty="0">
                    <a:latin typeface="Arial" panose="020B0604020202020204" pitchFamily="34" charset="0"/>
                    <a:cs typeface="Arial" panose="020B0604020202020204" pitchFamily="34" charset="0"/>
                  </a:rPr>
                  <a:t>Step size = 4.0</a:t>
                </a:r>
              </a:p>
              <a:p>
                <a:pPr marL="0" indent="0" algn="just" latinLnBrk="0">
                  <a:buNone/>
                </a:pPr>
                <a14:m>
                  <m:oMathPara xmlns:m="http://schemas.openxmlformats.org/officeDocument/2006/math">
                    <m:oMathParaPr>
                      <m:jc m:val="left"/>
                    </m:oMathParaPr>
                    <m:oMath xmlns:m="http://schemas.openxmlformats.org/officeDocument/2006/math">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m:t>
                      </m:r>
                      <m:r>
                        <a:rPr lang="en-IN" sz="1800" i="1">
                          <a:latin typeface="Cambria Math" panose="02040503050406030204" pitchFamily="18" charset="0"/>
                          <a:cs typeface="Arial" panose="020B0604020202020204" pitchFamily="34" charset="0"/>
                        </a:rPr>
                        <m:t>;</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3</m:t>
                      </m:r>
                    </m:oMath>
                  </m:oMathPara>
                </a14:m>
                <a:endParaRPr lang="en-IN" sz="1800" dirty="0">
                  <a:latin typeface="Arial" panose="020B0604020202020204" pitchFamily="34" charset="0"/>
                  <a:cs typeface="Arial" panose="020B0604020202020204" pitchFamily="34" charset="0"/>
                </a:endParaRPr>
              </a:p>
              <a:p>
                <a:pPr marL="0" indent="0" algn="just" latinLnBrk="0">
                  <a:buNone/>
                </a:pPr>
                <a14:m>
                  <m:oMath xmlns:m="http://schemas.openxmlformats.org/officeDocument/2006/math">
                    <m:r>
                      <a:rPr lang="en-IN" sz="1800" i="1">
                        <a:latin typeface="Cambria Math" panose="02040503050406030204" pitchFamily="18" charset="0"/>
                        <a:cs typeface="Arial" panose="020B0604020202020204" pitchFamily="34" charset="0"/>
                      </a:rPr>
                      <m:t>𝑍</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3</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Sub>
                    <m:r>
                      <a:rPr lang="en-IN" sz="1800" i="1">
                        <a:latin typeface="Cambria Math" panose="02040503050406030204" pitchFamily="18" charset="0"/>
                        <a:cs typeface="Arial" panose="020B0604020202020204" pitchFamily="34" charset="0"/>
                      </a:rPr>
                      <m:t>−</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up>
                        <m:r>
                          <a:rPr lang="en-IN" sz="1800" i="1">
                            <a:latin typeface="Cambria Math" panose="02040503050406030204" pitchFamily="18" charset="0"/>
                            <a:cs typeface="Arial" panose="020B0604020202020204" pitchFamily="34" charset="0"/>
                          </a:rPr>
                          <m:t>2</m:t>
                        </m:r>
                      </m:sup>
                    </m:sSubSup>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0</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9</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up>
                        <m:r>
                          <a:rPr lang="en-IN" sz="1800" i="1">
                            <a:latin typeface="Cambria Math" panose="02040503050406030204" pitchFamily="18" charset="0"/>
                            <a:cs typeface="Arial" panose="020B0604020202020204" pitchFamily="34" charset="0"/>
                          </a:rPr>
                          <m:t>2</m:t>
                        </m:r>
                      </m:sup>
                    </m:sSubSup>
                  </m:oMath>
                </a14:m>
                <a:r>
                  <a:rPr lang="en-IN" sz="1800" dirty="0">
                    <a:latin typeface="Arial" panose="020B0604020202020204" pitchFamily="34" charset="0"/>
                    <a:cs typeface="Arial" panose="020B0604020202020204" pitchFamily="34" charset="0"/>
                  </a:rPr>
                  <a:t> = </a:t>
                </a:r>
                <a14:m>
                  <m:oMath xmlns:m="http://schemas.openxmlformats.org/officeDocument/2006/math">
                    <m:r>
                      <a:rPr lang="en-IN" sz="1800" i="1">
                        <a:latin typeface="Cambria Math" panose="02040503050406030204" pitchFamily="18" charset="0"/>
                        <a:cs typeface="Arial" panose="020B0604020202020204" pitchFamily="34" charset="0"/>
                      </a:rPr>
                      <m:t>17</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27</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3</m:t>
                    </m:r>
                    <m:r>
                      <a:rPr lang="en-IN" sz="1800" i="1">
                        <a:latin typeface="Cambria Math" panose="02040503050406030204" pitchFamily="18" charset="0"/>
                        <a:cs typeface="Arial" panose="020B0604020202020204" pitchFamily="34" charset="0"/>
                      </a:rPr>
                      <m:t>)−</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2</m:t>
                        </m:r>
                      </m:e>
                      <m:sub/>
                      <m:sup>
                        <m:r>
                          <a:rPr lang="en-IN" sz="1800" i="1">
                            <a:latin typeface="Cambria Math" panose="02040503050406030204" pitchFamily="18" charset="0"/>
                            <a:cs typeface="Arial" panose="020B0604020202020204" pitchFamily="34" charset="0"/>
                          </a:rPr>
                          <m:t>2</m:t>
                        </m:r>
                      </m:sup>
                    </m:sSubSup>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0</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9</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3</m:t>
                        </m:r>
                      </m:e>
                      <m:sub/>
                      <m:sup>
                        <m:r>
                          <a:rPr lang="en-IN" sz="1800" i="1">
                            <a:latin typeface="Cambria Math" panose="02040503050406030204" pitchFamily="18" charset="0"/>
                            <a:cs typeface="Arial" panose="020B0604020202020204" pitchFamily="34" charset="0"/>
                          </a:rPr>
                          <m:t>2</m:t>
                        </m:r>
                      </m:sup>
                    </m:sSubSup>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102</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9</m:t>
                    </m:r>
                  </m:oMath>
                </a14:m>
                <a:endParaRPr lang="en-IN" sz="1800" dirty="0">
                  <a:latin typeface="Arial" panose="020B0604020202020204" pitchFamily="34"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𝐺𝑟𝑎𝑑𝑖𝑒𝑛𝑡</m:t>
                      </m:r>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𝑜𝑓</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1</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 = </m:t>
                      </m:r>
                      <m:f>
                        <m:fPr>
                          <m:ctrlPr>
                            <a:rPr lang="en-IN" sz="1800" i="1">
                              <a:latin typeface="Cambria Math" panose="02040503050406030204" pitchFamily="18" charset="0"/>
                              <a:cs typeface="Arial" panose="020B0604020202020204" pitchFamily="34" charset="0"/>
                            </a:rPr>
                          </m:ctrlPr>
                        </m:fPr>
                        <m:num>
                          <m:r>
                            <a:rPr lang="en-IN" sz="1800" i="1">
                              <a:latin typeface="Cambria Math" panose="02040503050406030204" pitchFamily="18" charset="0"/>
                              <a:ea typeface="Cambria Math" panose="02040503050406030204" pitchFamily="18" charset="0"/>
                              <a:cs typeface="Arial" panose="020B0604020202020204" pitchFamily="34" charset="0"/>
                            </a:rPr>
                            <m:t>𝜕</m:t>
                          </m:r>
                          <m:r>
                            <a:rPr lang="en-IN" sz="1800" i="1">
                              <a:latin typeface="Cambria Math" panose="02040503050406030204" pitchFamily="18" charset="0"/>
                              <a:ea typeface="Cambria Math" panose="02040503050406030204" pitchFamily="18" charset="0"/>
                              <a:cs typeface="Arial" panose="020B0604020202020204" pitchFamily="34" charset="0"/>
                            </a:rPr>
                            <m:t>𝑧</m:t>
                          </m:r>
                        </m:num>
                        <m:den>
                          <m:r>
                            <a:rPr lang="en-IN" sz="1800" i="1">
                              <a:latin typeface="Cambria Math" panose="02040503050406030204" pitchFamily="18" charset="0"/>
                              <a:ea typeface="Cambria Math" panose="02040503050406030204" pitchFamily="18" charset="0"/>
                              <a:cs typeface="Arial" panose="020B0604020202020204" pitchFamily="34" charset="0"/>
                            </a:rPr>
                            <m:t>𝜕</m:t>
                          </m:r>
                          <m:sSub>
                            <m:sSubPr>
                              <m:ctrlPr>
                                <a:rPr lang="en-IN" sz="1800" i="1">
                                  <a:latin typeface="Cambria Math" panose="02040503050406030204" pitchFamily="18" charset="0"/>
                                  <a:ea typeface="Cambria Math" panose="02040503050406030204" pitchFamily="18" charset="0"/>
                                  <a:cs typeface="Arial" panose="020B0604020202020204" pitchFamily="34" charset="0"/>
                                </a:rPr>
                              </m:ctrlPr>
                            </m:sSubPr>
                            <m:e>
                              <m:r>
                                <a:rPr lang="en-IN" sz="1800" i="1">
                                  <a:latin typeface="Cambria Math" panose="02040503050406030204" pitchFamily="18" charset="0"/>
                                  <a:ea typeface="Cambria Math" panose="02040503050406030204" pitchFamily="18" charset="0"/>
                                  <a:cs typeface="Arial" panose="020B0604020202020204" pitchFamily="34" charset="0"/>
                                </a:rPr>
                                <m:t>𝑥</m:t>
                              </m:r>
                            </m:e>
                            <m:sub>
                              <m:r>
                                <a:rPr lang="en-IN" sz="1800" i="1">
                                  <a:latin typeface="Cambria Math" panose="02040503050406030204" pitchFamily="18" charset="0"/>
                                  <a:ea typeface="Cambria Math" panose="02040503050406030204" pitchFamily="18" charset="0"/>
                                  <a:cs typeface="Arial" panose="020B0604020202020204" pitchFamily="34" charset="0"/>
                                </a:rPr>
                                <m:t>1</m:t>
                              </m:r>
                            </m:sub>
                          </m:sSub>
                        </m:den>
                      </m:f>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17</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oMath>
                  </m:oMathPara>
                </a14:m>
                <a:endParaRPr lang="en-IN" sz="1800" dirty="0">
                  <a:latin typeface="Arial" panose="020B0604020202020204" pitchFamily="34"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𝐺𝑟𝑎𝑑𝑖𝑒𝑛𝑡</m:t>
                      </m:r>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𝑜𝑓</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2</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 = </m:t>
                      </m:r>
                      <m:f>
                        <m:fPr>
                          <m:ctrlPr>
                            <a:rPr lang="en-IN" sz="1800" i="1">
                              <a:latin typeface="Cambria Math" panose="02040503050406030204" pitchFamily="18" charset="0"/>
                              <a:cs typeface="Arial" panose="020B0604020202020204" pitchFamily="34" charset="0"/>
                            </a:rPr>
                          </m:ctrlPr>
                        </m:fPr>
                        <m:num>
                          <m:r>
                            <a:rPr lang="en-IN" sz="1800" i="1">
                              <a:latin typeface="Cambria Math" panose="02040503050406030204" pitchFamily="18" charset="0"/>
                              <a:ea typeface="Cambria Math" panose="02040503050406030204" pitchFamily="18" charset="0"/>
                              <a:cs typeface="Arial" panose="020B0604020202020204" pitchFamily="34" charset="0"/>
                            </a:rPr>
                            <m:t>𝜕</m:t>
                          </m:r>
                          <m:r>
                            <a:rPr lang="en-IN" sz="1800" i="1">
                              <a:latin typeface="Cambria Math" panose="02040503050406030204" pitchFamily="18" charset="0"/>
                              <a:ea typeface="Cambria Math" panose="02040503050406030204" pitchFamily="18" charset="0"/>
                              <a:cs typeface="Arial" panose="020B0604020202020204" pitchFamily="34" charset="0"/>
                            </a:rPr>
                            <m:t>𝑧</m:t>
                          </m:r>
                        </m:num>
                        <m:den>
                          <m:r>
                            <a:rPr lang="en-IN" sz="1800" i="1">
                              <a:latin typeface="Cambria Math" panose="02040503050406030204" pitchFamily="18" charset="0"/>
                              <a:ea typeface="Cambria Math" panose="02040503050406030204" pitchFamily="18" charset="0"/>
                              <a:cs typeface="Arial" panose="020B0604020202020204" pitchFamily="34" charset="0"/>
                            </a:rPr>
                            <m:t>𝜕</m:t>
                          </m:r>
                          <m:sSub>
                            <m:sSubPr>
                              <m:ctrlPr>
                                <a:rPr lang="en-IN" sz="1800" i="1">
                                  <a:latin typeface="Cambria Math" panose="02040503050406030204" pitchFamily="18" charset="0"/>
                                  <a:ea typeface="Cambria Math" panose="02040503050406030204" pitchFamily="18" charset="0"/>
                                  <a:cs typeface="Arial" panose="020B0604020202020204" pitchFamily="34" charset="0"/>
                                </a:rPr>
                              </m:ctrlPr>
                            </m:sSubPr>
                            <m:e>
                              <m:r>
                                <a:rPr lang="en-IN" sz="1800" i="1">
                                  <a:latin typeface="Cambria Math" panose="02040503050406030204" pitchFamily="18" charset="0"/>
                                  <a:ea typeface="Cambria Math" panose="02040503050406030204" pitchFamily="18" charset="0"/>
                                  <a:cs typeface="Arial" panose="020B0604020202020204" pitchFamily="34" charset="0"/>
                                </a:rPr>
                                <m:t>𝑥</m:t>
                              </m:r>
                            </m:e>
                            <m:sub>
                              <m:r>
                                <a:rPr lang="en-IN" sz="1800" i="1">
                                  <a:latin typeface="Cambria Math" panose="02040503050406030204" pitchFamily="18" charset="0"/>
                                  <a:ea typeface="Cambria Math" panose="02040503050406030204" pitchFamily="18" charset="0"/>
                                  <a:cs typeface="Arial" panose="020B0604020202020204" pitchFamily="34" charset="0"/>
                                </a:rPr>
                                <m:t>2</m:t>
                              </m:r>
                            </m:sub>
                          </m:sSub>
                        </m:den>
                      </m:f>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27</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8</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Sub>
                    </m:oMath>
                  </m:oMathPara>
                </a14:m>
                <a:endParaRPr lang="en-IN" sz="1800" dirty="0">
                  <a:latin typeface="Arial" panose="020B0604020202020204" pitchFamily="34" charset="0"/>
                  <a:cs typeface="Arial" panose="020B0604020202020204" pitchFamily="34" charset="0"/>
                </a:endParaRPr>
              </a:p>
              <a:p>
                <a:pPr marL="0" indent="0" algn="just" latinLnBrk="0">
                  <a:buNone/>
                </a:pPr>
                <a:endParaRPr lang="en-IN" sz="1800" dirty="0">
                  <a:latin typeface="Arial" panose="020B0604020202020204" pitchFamily="34" charset="0"/>
                  <a:cs typeface="Arial" panose="020B0604020202020204" pitchFamily="34" charset="0"/>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3"/>
                <a:stretch>
                  <a:fillRect l="-593" t="-711" r="-593"/>
                </a:stretch>
              </a:blipFill>
            </p:spPr>
            <p:txBody>
              <a:bodyPr/>
              <a:lstStyle/>
              <a:p>
                <a:r>
                  <a:rPr lang="en-US">
                    <a:noFill/>
                  </a:rPr>
                  <a:t> </a:t>
                </a:r>
              </a:p>
            </p:txBody>
          </p:sp>
        </mc:Fallback>
      </mc:AlternateContent>
    </p:spTree>
    <p:extLst>
      <p:ext uri="{BB962C8B-B14F-4D97-AF65-F5344CB8AC3E}">
        <p14:creationId xmlns:p14="http://schemas.microsoft.com/office/powerpoint/2010/main" val="282585070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𝑀𝑎𝑔𝑛𝑖𝑡𝑢𝑟𝑒</m:t>
                      </m:r>
                      <m:r>
                        <a:rPr lang="en-IN" sz="1800" i="1">
                          <a:latin typeface="Cambria Math" panose="02040503050406030204" pitchFamily="18" charset="0"/>
                          <a:cs typeface="Arial" panose="020B0604020202020204" pitchFamily="34" charset="0"/>
                        </a:rPr>
                        <m:t> </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𝑚</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m:t>
                      </m:r>
                      <m:r>
                        <m:rPr>
                          <m:sty m:val="p"/>
                        </m:rPr>
                        <a:rPr lang="en-IN" sz="1800">
                          <a:latin typeface="Cambria Math" panose="02040503050406030204" pitchFamily="18" charset="0"/>
                          <a:cs typeface="Arial" panose="020B0604020202020204" pitchFamily="34" charset="0"/>
                        </a:rPr>
                        <m:t>Sqrt</m:t>
                      </m:r>
                      <m:r>
                        <a:rPr lang="en-IN" sz="1800">
                          <a:latin typeface="Cambria Math" panose="02040503050406030204" pitchFamily="18" charset="0"/>
                          <a:cs typeface="Arial" panose="020B0604020202020204" pitchFamily="34" charset="0"/>
                        </a:rPr>
                        <m:t> ((</m:t>
                      </m:r>
                      <m:r>
                        <m:rPr>
                          <m:sty m:val="p"/>
                        </m:rPr>
                        <a:rPr lang="en-IN" sz="1800">
                          <a:latin typeface="Cambria Math" panose="02040503050406030204" pitchFamily="18" charset="0"/>
                          <a:cs typeface="Arial" panose="020B0604020202020204" pitchFamily="34" charset="0"/>
                        </a:rPr>
                        <m:t>G</m:t>
                      </m:r>
                      <m:r>
                        <a:rPr lang="en-IN" sz="1800" baseline="-25000">
                          <a:latin typeface="Cambria Math" panose="02040503050406030204" pitchFamily="18" charset="0"/>
                          <a:cs typeface="Arial" panose="020B0604020202020204" pitchFamily="34" charset="0"/>
                        </a:rPr>
                        <m:t>1</m:t>
                      </m:r>
                      <m:sSup>
                        <m:sSupPr>
                          <m:ctrlPr>
                            <a:rPr lang="en-IN" sz="1800" i="1">
                              <a:latin typeface="Cambria Math" panose="02040503050406030204" pitchFamily="18" charset="0"/>
                              <a:cs typeface="Arial" panose="020B0604020202020204" pitchFamily="34" charset="0"/>
                            </a:rPr>
                          </m:ctrlPr>
                        </m:sSupPr>
                        <m:e>
                          <m:r>
                            <m:rPr>
                              <m:sty m:val="p"/>
                            </m:rPr>
                            <a:rPr lang="en-IN" sz="1800">
                              <a:latin typeface="Cambria Math" panose="02040503050406030204" pitchFamily="18" charset="0"/>
                              <a:cs typeface="Arial" panose="020B0604020202020204" pitchFamily="34" charset="0"/>
                            </a:rPr>
                            <m:t>P</m:t>
                          </m:r>
                          <m:r>
                            <a:rPr lang="en-IN" sz="1800">
                              <a:latin typeface="Cambria Math" panose="02040503050406030204" pitchFamily="18" charset="0"/>
                              <a:cs typeface="Arial" panose="020B0604020202020204" pitchFamily="34" charset="0"/>
                            </a:rPr>
                            <m:t>)</m:t>
                          </m:r>
                        </m:e>
                        <m:sup>
                          <m:r>
                            <a:rPr lang="en-IN" sz="1800">
                              <a:latin typeface="Cambria Math" panose="02040503050406030204" pitchFamily="18" charset="0"/>
                              <a:cs typeface="Arial" panose="020B0604020202020204" pitchFamily="34" charset="0"/>
                            </a:rPr>
                            <m:t>2</m:t>
                          </m:r>
                        </m:sup>
                      </m:sSup>
                      <m:r>
                        <a:rPr lang="en-IN" sz="1800">
                          <a:latin typeface="Cambria Math" panose="02040503050406030204" pitchFamily="18" charset="0"/>
                          <a:cs typeface="Arial" panose="020B0604020202020204" pitchFamily="34" charset="0"/>
                        </a:rPr>
                        <m:t>+(</m:t>
                      </m:r>
                      <m:r>
                        <m:rPr>
                          <m:sty m:val="p"/>
                        </m:rPr>
                        <a:rPr lang="en-IN" sz="1800">
                          <a:latin typeface="Cambria Math" panose="02040503050406030204" pitchFamily="18" charset="0"/>
                          <a:cs typeface="Arial" panose="020B0604020202020204" pitchFamily="34" charset="0"/>
                        </a:rPr>
                        <m:t>G</m:t>
                      </m:r>
                      <m:r>
                        <a:rPr lang="en-IN" sz="1800" baseline="-25000">
                          <a:latin typeface="Cambria Math" panose="02040503050406030204" pitchFamily="18" charset="0"/>
                          <a:cs typeface="Arial" panose="020B0604020202020204" pitchFamily="34" charset="0"/>
                        </a:rPr>
                        <m:t>2</m:t>
                      </m:r>
                      <m:sSup>
                        <m:sSupPr>
                          <m:ctrlPr>
                            <a:rPr lang="en-IN" sz="1800" i="1">
                              <a:latin typeface="Cambria Math" panose="02040503050406030204" pitchFamily="18" charset="0"/>
                              <a:cs typeface="Arial" panose="020B0604020202020204" pitchFamily="34" charset="0"/>
                            </a:rPr>
                          </m:ctrlPr>
                        </m:sSupPr>
                        <m:e>
                          <m:r>
                            <m:rPr>
                              <m:sty m:val="p"/>
                            </m:rPr>
                            <a:rPr lang="en-IN" sz="1800">
                              <a:latin typeface="Cambria Math" panose="02040503050406030204" pitchFamily="18" charset="0"/>
                              <a:cs typeface="Arial" panose="020B0604020202020204" pitchFamily="34" charset="0"/>
                            </a:rPr>
                            <m:t>P</m:t>
                          </m:r>
                          <m:r>
                            <a:rPr lang="en-IN" sz="1800">
                              <a:latin typeface="Cambria Math" panose="02040503050406030204" pitchFamily="18" charset="0"/>
                              <a:cs typeface="Arial" panose="020B0604020202020204" pitchFamily="34" charset="0"/>
                            </a:rPr>
                            <m:t>)</m:t>
                          </m:r>
                        </m:e>
                        <m:sup>
                          <m:r>
                            <a:rPr lang="en-IN" sz="1800">
                              <a:latin typeface="Cambria Math" panose="02040503050406030204" pitchFamily="18" charset="0"/>
                              <a:cs typeface="Arial" panose="020B0604020202020204" pitchFamily="34" charset="0"/>
                            </a:rPr>
                            <m:t>2</m:t>
                          </m:r>
                        </m:sup>
                      </m:sSup>
                      <m:r>
                        <a:rPr lang="en-IN" sz="1800">
                          <a:latin typeface="Cambria Math" panose="02040503050406030204" pitchFamily="18" charset="0"/>
                          <a:cs typeface="Arial" panose="020B0604020202020204" pitchFamily="34" charset="0"/>
                        </a:rPr>
                        <m:t>)</m:t>
                      </m:r>
                    </m:oMath>
                  </m:oMathPara>
                </a14:m>
                <a:endParaRPr lang="en-IN" sz="1800" dirty="0">
                  <a:latin typeface="Arial" panose="020B0604020202020204" pitchFamily="34"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1</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17</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𝑤</m:t>
                      </m:r>
                      <m:r>
                        <a:rPr lang="en-IN" sz="1800" i="1">
                          <a:latin typeface="Cambria Math" panose="02040503050406030204" pitchFamily="18" charset="0"/>
                          <a:cs typeface="Arial" panose="020B0604020202020204" pitchFamily="34" charset="0"/>
                        </a:rPr>
                        <m:t>h</m:t>
                      </m:r>
                      <m:r>
                        <a:rPr lang="en-IN" sz="1800" i="1">
                          <a:latin typeface="Cambria Math" panose="02040503050406030204" pitchFamily="18" charset="0"/>
                          <a:cs typeface="Arial" panose="020B0604020202020204" pitchFamily="34" charset="0"/>
                        </a:rPr>
                        <m:t>𝑒𝑟𝑒</m:t>
                      </m:r>
                      <m:r>
                        <a:rPr lang="en-IN" sz="1800" i="1">
                          <a:latin typeface="Cambria Math" panose="02040503050406030204" pitchFamily="18" charset="0"/>
                          <a:cs typeface="Arial" panose="020B0604020202020204" pitchFamily="34" charset="0"/>
                        </a:rPr>
                        <m:t> </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m:t>
                      </m:r>
                    </m:oMath>
                  </m:oMathPara>
                </a14:m>
                <a:endParaRPr lang="en-IN" sz="1800" dirty="0"/>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1</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13</m:t>
                      </m:r>
                    </m:oMath>
                  </m:oMathPara>
                </a14:m>
                <a:endParaRPr lang="en-IN" sz="1800" dirty="0"/>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2</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27</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8</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Sub>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𝑤</m:t>
                      </m:r>
                      <m:r>
                        <a:rPr lang="en-IN" sz="1800" i="1">
                          <a:latin typeface="Cambria Math" panose="02040503050406030204" pitchFamily="18" charset="0"/>
                          <a:cs typeface="Arial" panose="020B0604020202020204" pitchFamily="34" charset="0"/>
                        </a:rPr>
                        <m:t>h</m:t>
                      </m:r>
                      <m:r>
                        <a:rPr lang="en-IN" sz="1800" i="1">
                          <a:latin typeface="Cambria Math" panose="02040503050406030204" pitchFamily="18" charset="0"/>
                          <a:cs typeface="Arial" panose="020B0604020202020204" pitchFamily="34" charset="0"/>
                        </a:rPr>
                        <m:t>𝑒𝑟𝑒</m:t>
                      </m:r>
                      <m:r>
                        <a:rPr lang="en-IN" sz="1800" i="1">
                          <a:latin typeface="Cambria Math" panose="02040503050406030204" pitchFamily="18" charset="0"/>
                          <a:cs typeface="Arial" panose="020B0604020202020204" pitchFamily="34" charset="0"/>
                        </a:rPr>
                        <m:t> </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3</m:t>
                      </m:r>
                    </m:oMath>
                  </m:oMathPara>
                </a14:m>
                <a:endParaRPr lang="en-IN" sz="1800" dirty="0"/>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2</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21</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6</m:t>
                      </m:r>
                    </m:oMath>
                  </m:oMathPara>
                </a14:m>
                <a:endParaRPr lang="en-IN" sz="1800" dirty="0">
                  <a:latin typeface="Arial" panose="020B0604020202020204" pitchFamily="34" charset="0"/>
                  <a:cs typeface="Arial" panose="020B0604020202020204" pitchFamily="34" charset="0"/>
                </a:endParaRPr>
              </a:p>
              <a:p>
                <a:pPr marL="0" indent="0" algn="just" latinLnBrk="0">
                  <a:buNone/>
                </a:pPr>
                <a:endParaRPr lang="en-IN" sz="1800" dirty="0">
                  <a:latin typeface="Arial" panose="020B0604020202020204" pitchFamily="34" charset="0"/>
                  <a:cs typeface="Arial" panose="020B0604020202020204" pitchFamily="34" charset="0"/>
                </a:endParaRPr>
              </a:p>
              <a:p>
                <a:pPr marL="0" indent="0" algn="just" latinLnBrk="0">
                  <a:buNone/>
                </a:pPr>
                <a:r>
                  <a:rPr lang="en-IN" sz="1800" dirty="0">
                    <a:latin typeface="Arial" panose="020B0604020202020204" pitchFamily="34" charset="0"/>
                    <a:cs typeface="Arial" panose="020B0604020202020204" pitchFamily="34" charset="0"/>
                  </a:rPr>
                  <a:t>Hence, </a:t>
                </a:r>
                <a14:m>
                  <m:oMath xmlns:m="http://schemas.openxmlformats.org/officeDocument/2006/math">
                    <m:r>
                      <a:rPr lang="en-IN" sz="1800" i="1">
                        <a:latin typeface="Cambria Math" panose="02040503050406030204" pitchFamily="18" charset="0"/>
                        <a:cs typeface="Arial" panose="020B0604020202020204" pitchFamily="34" charset="0"/>
                      </a:rPr>
                      <m:t>𝑀𝑎𝑔𝑛𝑖𝑡𝑢𝑟𝑒</m:t>
                    </m:r>
                    <m:r>
                      <a:rPr lang="en-IN" sz="1800" i="1">
                        <a:latin typeface="Cambria Math" panose="02040503050406030204" pitchFamily="18" charset="0"/>
                        <a:cs typeface="Arial" panose="020B0604020202020204" pitchFamily="34" charset="0"/>
                      </a:rPr>
                      <m:t> </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𝑚</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25</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m:t>
                    </m:r>
                  </m:oMath>
                </a14:m>
                <a:endParaRPr lang="en-IN" sz="1800" dirty="0">
                  <a:latin typeface="Arial" panose="020B0604020202020204" pitchFamily="34" charset="0"/>
                  <a:cs typeface="Arial" panose="020B0604020202020204" pitchFamily="34" charset="0"/>
                </a:endParaRPr>
              </a:p>
              <a:p>
                <a:pPr marL="0" indent="0" algn="just" latinLnBrk="0">
                  <a:buNone/>
                </a:pPr>
                <a:endParaRPr lang="en-IN" sz="1800" dirty="0">
                  <a:latin typeface="Arial" panose="020B0604020202020204" pitchFamily="34" charset="0"/>
                  <a:cs typeface="Arial" panose="020B0604020202020204" pitchFamily="34" charset="0"/>
                </a:endParaRPr>
              </a:p>
              <a:p>
                <a:pPr marL="0" indent="0" algn="just" latinLnBrk="0">
                  <a:buNone/>
                </a:pPr>
                <a:r>
                  <a:rPr lang="en-IN" sz="1800" dirty="0">
                    <a:latin typeface="Arial" panose="020B0604020202020204" pitchFamily="34" charset="0"/>
                    <a:cs typeface="Arial" panose="020B0604020202020204" pitchFamily="34" charset="0"/>
                  </a:rPr>
                  <a:t>New, x</a:t>
                </a:r>
                <a:r>
                  <a:rPr lang="en-IN" sz="1800" baseline="-25000" dirty="0">
                    <a:latin typeface="Arial" panose="020B0604020202020204" pitchFamily="34" charset="0"/>
                    <a:cs typeface="Arial" panose="020B0604020202020204" pitchFamily="34" charset="0"/>
                  </a:rPr>
                  <a:t>1</a:t>
                </a:r>
                <a:r>
                  <a:rPr lang="en-IN" sz="1800" dirty="0">
                    <a:latin typeface="Arial" panose="020B0604020202020204" pitchFamily="34" charset="0"/>
                    <a:cs typeface="Arial" panose="020B0604020202020204" pitchFamily="34" charset="0"/>
                  </a:rPr>
                  <a:t> and x</a:t>
                </a:r>
                <a:r>
                  <a:rPr lang="en-IN" sz="1800" baseline="-25000" dirty="0">
                    <a:latin typeface="Arial" panose="020B0604020202020204" pitchFamily="34" charset="0"/>
                    <a:cs typeface="Arial" panose="020B0604020202020204" pitchFamily="34" charset="0"/>
                  </a:rPr>
                  <a:t>2</a:t>
                </a:r>
                <a:r>
                  <a:rPr lang="en-IN" sz="1800" dirty="0">
                    <a:latin typeface="Arial" panose="020B0604020202020204" pitchFamily="34" charset="0"/>
                    <a:cs typeface="Arial" panose="020B0604020202020204" pitchFamily="34" charset="0"/>
                  </a:rPr>
                  <a:t>..i.e., </a:t>
                </a:r>
                <a14:m>
                  <m:oMath xmlns:m="http://schemas.openxmlformats.org/officeDocument/2006/math">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r>
                          <a:rPr lang="en-IN" sz="1800" i="1" dirty="0">
                            <a:latin typeface="Cambria Math" panose="02040503050406030204" pitchFamily="18" charset="0"/>
                            <a:cs typeface="Arial" panose="020B0604020202020204" pitchFamily="34" charset="0"/>
                          </a:rPr>
                          <m:t>′</m:t>
                        </m:r>
                      </m:sup>
                    </m:sSubSup>
                    <m:r>
                      <a:rPr lang="en-IN" sz="1800" i="1" dirty="0">
                        <a:latin typeface="Cambria Math" panose="02040503050406030204" pitchFamily="18" charset="0"/>
                        <a:cs typeface="Arial" panose="020B0604020202020204" pitchFamily="34" charset="0"/>
                      </a:rPr>
                      <m:t>𝑎𝑛𝑑</m:t>
                    </m:r>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r>
                          <a:rPr lang="en-IN" sz="1800" i="1" dirty="0">
                            <a:latin typeface="Cambria Math" panose="02040503050406030204" pitchFamily="18" charset="0"/>
                            <a:cs typeface="Arial" panose="020B0604020202020204" pitchFamily="34" charset="0"/>
                          </a:rPr>
                          <m:t>′</m:t>
                        </m:r>
                      </m:sup>
                    </m:sSubSup>
                  </m:oMath>
                </a14:m>
                <a:endParaRPr lang="en-IN" sz="1800" dirty="0">
                  <a:latin typeface="Arial" panose="020B0604020202020204" pitchFamily="34" charset="0"/>
                  <a:cs typeface="Arial" panose="020B0604020202020204" pitchFamily="34" charset="0"/>
                </a:endParaRPr>
              </a:p>
              <a:p>
                <a:pPr marL="0" indent="0" algn="just" latinLnBrk="0">
                  <a:buNone/>
                </a:pPr>
                <a:endParaRPr lang="en-IN" sz="1800" dirty="0">
                  <a:latin typeface="Arial" panose="020B0604020202020204" pitchFamily="34" charset="0"/>
                  <a:cs typeface="Arial" panose="020B0604020202020204" pitchFamily="34" charset="0"/>
                </a:endParaRPr>
              </a:p>
              <a:p>
                <a:pPr marL="0" indent="0" algn="just" latinLnBrk="0">
                  <a:buNone/>
                </a:pPr>
                <a14:m>
                  <m:oMath xmlns:m="http://schemas.openxmlformats.org/officeDocument/2006/math">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r>
                          <a:rPr lang="en-IN" sz="1800" i="1" dirty="0">
                            <a:latin typeface="Cambria Math" panose="02040503050406030204" pitchFamily="18" charset="0"/>
                            <a:cs typeface="Arial" panose="020B0604020202020204" pitchFamily="34" charset="0"/>
                          </a:rPr>
                          <m:t>′</m:t>
                        </m:r>
                      </m:sup>
                    </m:sSubSup>
                  </m:oMath>
                </a14:m>
                <a:r>
                  <a:rPr lang="en-IN" sz="1800" dirty="0">
                    <a:latin typeface="Arial" panose="020B0604020202020204" pitchFamily="34" charset="0"/>
                    <a:cs typeface="Arial" panose="020B0604020202020204" pitchFamily="34" charset="0"/>
                  </a:rPr>
                  <a:t> = </a:t>
                </a:r>
                <a14:m>
                  <m:oMath xmlns:m="http://schemas.openxmlformats.org/officeDocument/2006/math">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sSubSup>
                    <m:r>
                      <a:rPr lang="en-IN" sz="1800" i="1" dirty="0">
                        <a:latin typeface="Cambria Math" panose="02040503050406030204" pitchFamily="18" charset="0"/>
                        <a:cs typeface="Arial" panose="020B0604020202020204" pitchFamily="34" charset="0"/>
                      </a:rPr>
                      <m:t>+</m:t>
                    </m:r>
                    <m:r>
                      <a:rPr lang="en-IN" sz="1800" i="1" dirty="0">
                        <a:latin typeface="Cambria Math" panose="02040503050406030204" pitchFamily="18" charset="0"/>
                        <a:cs typeface="Arial" panose="020B0604020202020204" pitchFamily="34" charset="0"/>
                      </a:rPr>
                      <m:t>𝐶</m:t>
                    </m:r>
                    <m:d>
                      <m:dPr>
                        <m:ctrlPr>
                          <a:rPr lang="en-IN" sz="1800" i="1" dirty="0">
                            <a:latin typeface="Cambria Math" panose="02040503050406030204" pitchFamily="18" charset="0"/>
                            <a:cs typeface="Arial" panose="020B0604020202020204" pitchFamily="34" charset="0"/>
                          </a:rPr>
                        </m:ctrlPr>
                      </m:dPr>
                      <m:e>
                        <m:f>
                          <m:fPr>
                            <m:ctrlPr>
                              <a:rPr lang="en-IN" sz="1800" i="1" dirty="0">
                                <a:latin typeface="Cambria Math" panose="02040503050406030204" pitchFamily="18" charset="0"/>
                                <a:cs typeface="Arial" panose="020B0604020202020204" pitchFamily="34" charset="0"/>
                              </a:rPr>
                            </m:ctrlPr>
                          </m:fPr>
                          <m:num>
                            <m:r>
                              <a:rPr lang="en-IN" sz="1800" i="1" dirty="0">
                                <a:latin typeface="Cambria Math" panose="02040503050406030204" pitchFamily="18" charset="0"/>
                                <a:cs typeface="Arial" panose="020B0604020202020204" pitchFamily="34" charset="0"/>
                              </a:rPr>
                              <m:t>𝐺</m:t>
                            </m:r>
                            <m:r>
                              <a:rPr lang="en-IN" sz="1800" i="1" baseline="-25000" dirty="0">
                                <a:latin typeface="Cambria Math" panose="02040503050406030204" pitchFamily="18" charset="0"/>
                                <a:cs typeface="Arial" panose="020B0604020202020204" pitchFamily="34" charset="0"/>
                              </a:rPr>
                              <m:t>1</m:t>
                            </m:r>
                            <m:r>
                              <a:rPr lang="en-IN" sz="1800" i="1" dirty="0">
                                <a:latin typeface="Cambria Math" panose="02040503050406030204" pitchFamily="18" charset="0"/>
                                <a:cs typeface="Arial" panose="020B0604020202020204" pitchFamily="34" charset="0"/>
                              </a:rPr>
                              <m:t>𝑃</m:t>
                            </m:r>
                          </m:num>
                          <m:den>
                            <m:r>
                              <a:rPr lang="en-IN" sz="1800" i="1" dirty="0">
                                <a:latin typeface="Cambria Math" panose="02040503050406030204" pitchFamily="18" charset="0"/>
                                <a:cs typeface="Arial" panose="020B0604020202020204" pitchFamily="34" charset="0"/>
                              </a:rPr>
                              <m:t>𝑚</m:t>
                            </m:r>
                          </m:den>
                        </m:f>
                      </m:e>
                    </m:d>
                    <m:r>
                      <a:rPr lang="en-IN" sz="1800" dirty="0">
                        <a:latin typeface="Cambria Math" panose="02040503050406030204" pitchFamily="18" charset="0"/>
                        <a:cs typeface="Arial" panose="020B0604020202020204" pitchFamily="34" charset="0"/>
                      </a:rPr>
                      <m:t>=</m:t>
                    </m:r>
                    <m:r>
                      <a:rPr lang="en-IN" sz="1800" dirty="0">
                        <a:latin typeface="Cambria Math" panose="02040503050406030204" pitchFamily="18" charset="0"/>
                        <a:cs typeface="Arial" panose="020B0604020202020204" pitchFamily="34" charset="0"/>
                      </a:rPr>
                      <m:t>4</m:t>
                    </m:r>
                    <m:r>
                      <a:rPr lang="en-IN" sz="1800" dirty="0">
                        <a:latin typeface="Cambria Math" panose="02040503050406030204" pitchFamily="18" charset="0"/>
                        <a:cs typeface="Arial" panose="020B0604020202020204" pitchFamily="34" charset="0"/>
                      </a:rPr>
                      <m:t>.</m:t>
                    </m:r>
                    <m:r>
                      <a:rPr lang="en-IN" sz="1800" dirty="0">
                        <a:latin typeface="Cambria Math" panose="02040503050406030204" pitchFamily="18" charset="0"/>
                        <a:cs typeface="Arial" panose="020B0604020202020204" pitchFamily="34" charset="0"/>
                      </a:rPr>
                      <m:t>063</m:t>
                    </m:r>
                  </m:oMath>
                </a14:m>
                <a:endParaRPr lang="en-IN" sz="1800" dirty="0">
                  <a:latin typeface="Arial" panose="020B0604020202020204" pitchFamily="34" charset="0"/>
                  <a:cs typeface="Arial" panose="020B0604020202020204" pitchFamily="34" charset="0"/>
                </a:endParaRPr>
              </a:p>
              <a:p>
                <a:pPr marL="0" indent="0" algn="just" latinLnBrk="0">
                  <a:buNone/>
                </a:pPr>
                <a14:m>
                  <m:oMath xmlns:m="http://schemas.openxmlformats.org/officeDocument/2006/math">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r>
                          <a:rPr lang="en-IN" sz="1800" i="1" dirty="0">
                            <a:latin typeface="Cambria Math" panose="02040503050406030204" pitchFamily="18" charset="0"/>
                            <a:cs typeface="Arial" panose="020B0604020202020204" pitchFamily="34" charset="0"/>
                          </a:rPr>
                          <m:t>′</m:t>
                        </m:r>
                      </m:sup>
                    </m:sSubSup>
                  </m:oMath>
                </a14:m>
                <a:r>
                  <a:rPr lang="en-IN" sz="1800" dirty="0">
                    <a:latin typeface="Arial" panose="020B0604020202020204" pitchFamily="34" charset="0"/>
                    <a:cs typeface="Arial" panose="020B0604020202020204" pitchFamily="34" charset="0"/>
                  </a:rPr>
                  <a:t> = </a:t>
                </a:r>
                <a14:m>
                  <m:oMath xmlns:m="http://schemas.openxmlformats.org/officeDocument/2006/math">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sSubSup>
                    <m:r>
                      <a:rPr lang="en-IN" sz="1800" i="1" dirty="0">
                        <a:latin typeface="Cambria Math" panose="02040503050406030204" pitchFamily="18" charset="0"/>
                        <a:cs typeface="Arial" panose="020B0604020202020204" pitchFamily="34" charset="0"/>
                      </a:rPr>
                      <m:t>+</m:t>
                    </m:r>
                    <m:r>
                      <a:rPr lang="en-IN" sz="1800" i="1" dirty="0">
                        <a:latin typeface="Cambria Math" panose="02040503050406030204" pitchFamily="18" charset="0"/>
                        <a:cs typeface="Arial" panose="020B0604020202020204" pitchFamily="34" charset="0"/>
                      </a:rPr>
                      <m:t>𝐶</m:t>
                    </m:r>
                    <m:d>
                      <m:dPr>
                        <m:ctrlPr>
                          <a:rPr lang="en-IN" sz="1800" i="1" dirty="0">
                            <a:latin typeface="Cambria Math" panose="02040503050406030204" pitchFamily="18" charset="0"/>
                            <a:cs typeface="Arial" panose="020B0604020202020204" pitchFamily="34" charset="0"/>
                          </a:rPr>
                        </m:ctrlPr>
                      </m:dPr>
                      <m:e>
                        <m:f>
                          <m:fPr>
                            <m:ctrlPr>
                              <a:rPr lang="en-IN" sz="1800" i="1" dirty="0">
                                <a:latin typeface="Cambria Math" panose="02040503050406030204" pitchFamily="18" charset="0"/>
                                <a:cs typeface="Arial" panose="020B0604020202020204" pitchFamily="34" charset="0"/>
                              </a:rPr>
                            </m:ctrlPr>
                          </m:fPr>
                          <m:num>
                            <m:r>
                              <a:rPr lang="en-IN" sz="1800" i="1" dirty="0">
                                <a:latin typeface="Cambria Math" panose="02040503050406030204" pitchFamily="18" charset="0"/>
                                <a:cs typeface="Arial" panose="020B0604020202020204" pitchFamily="34" charset="0"/>
                              </a:rPr>
                              <m:t>𝐺</m:t>
                            </m:r>
                            <m:r>
                              <a:rPr lang="en-IN" sz="1800" i="1" baseline="-25000" dirty="0">
                                <a:latin typeface="Cambria Math" panose="02040503050406030204" pitchFamily="18" charset="0"/>
                                <a:cs typeface="Arial" panose="020B0604020202020204" pitchFamily="34" charset="0"/>
                              </a:rPr>
                              <m:t>2</m:t>
                            </m:r>
                            <m:r>
                              <a:rPr lang="en-IN" sz="1800" i="1" dirty="0">
                                <a:latin typeface="Cambria Math" panose="02040503050406030204" pitchFamily="18" charset="0"/>
                                <a:cs typeface="Arial" panose="020B0604020202020204" pitchFamily="34" charset="0"/>
                              </a:rPr>
                              <m:t>𝑃</m:t>
                            </m:r>
                          </m:num>
                          <m:den>
                            <m:r>
                              <a:rPr lang="en-IN" sz="1800" i="1" dirty="0">
                                <a:latin typeface="Cambria Math" panose="02040503050406030204" pitchFamily="18" charset="0"/>
                                <a:cs typeface="Arial" panose="020B0604020202020204" pitchFamily="34" charset="0"/>
                              </a:rPr>
                              <m:t>𝑚</m:t>
                            </m:r>
                          </m:den>
                        </m:f>
                      </m:e>
                    </m:d>
                    <m:r>
                      <a:rPr lang="en-IN" sz="1800" dirty="0">
                        <a:latin typeface="Cambria Math" panose="02040503050406030204" pitchFamily="18" charset="0"/>
                        <a:cs typeface="Arial" panose="020B0604020202020204" pitchFamily="34" charset="0"/>
                      </a:rPr>
                      <m:t>=</m:t>
                    </m:r>
                    <m:r>
                      <a:rPr lang="en-IN" sz="1800" dirty="0">
                        <a:latin typeface="Cambria Math" panose="02040503050406030204" pitchFamily="18" charset="0"/>
                        <a:cs typeface="Arial" panose="020B0604020202020204" pitchFamily="34" charset="0"/>
                      </a:rPr>
                      <m:t>6</m:t>
                    </m:r>
                    <m:r>
                      <a:rPr lang="en-IN" sz="1800" dirty="0">
                        <a:latin typeface="Cambria Math" panose="02040503050406030204" pitchFamily="18" charset="0"/>
                        <a:cs typeface="Arial" panose="020B0604020202020204" pitchFamily="34" charset="0"/>
                      </a:rPr>
                      <m:t>.</m:t>
                    </m:r>
                    <m:r>
                      <a:rPr lang="en-IN" sz="1800" dirty="0">
                        <a:latin typeface="Cambria Math" panose="02040503050406030204" pitchFamily="18" charset="0"/>
                        <a:cs typeface="Arial" panose="020B0604020202020204" pitchFamily="34" charset="0"/>
                      </a:rPr>
                      <m:t>43</m:t>
                    </m:r>
                  </m:oMath>
                </a14:m>
                <a:endParaRPr lang="en-IN" sz="1800" dirty="0">
                  <a:latin typeface="Arial" panose="020B0604020202020204" pitchFamily="34" charset="0"/>
                  <a:cs typeface="Arial" panose="020B0604020202020204" pitchFamily="34" charset="0"/>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3"/>
                <a:stretch>
                  <a:fillRect l="-593"/>
                </a:stretch>
              </a:blipFill>
            </p:spPr>
            <p:txBody>
              <a:bodyPr/>
              <a:lstStyle/>
              <a:p>
                <a:r>
                  <a:rPr lang="en-US">
                    <a:noFill/>
                  </a:rPr>
                  <a:t> </a:t>
                </a:r>
              </a:p>
            </p:txBody>
          </p:sp>
        </mc:Fallback>
      </mc:AlternateContent>
    </p:spTree>
    <p:extLst>
      <p:ext uri="{BB962C8B-B14F-4D97-AF65-F5344CB8AC3E}">
        <p14:creationId xmlns:p14="http://schemas.microsoft.com/office/powerpoint/2010/main" val="25531451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marL="0" indent="0" algn="just" latinLnBrk="0">
                  <a:buNone/>
                </a:pPr>
                <a14:m>
                  <m:oMath xmlns:m="http://schemas.openxmlformats.org/officeDocument/2006/math">
                    <m:r>
                      <a:rPr lang="en-IN" sz="1800" i="1" smtClean="0">
                        <a:latin typeface="Cambria Math" panose="02040503050406030204" pitchFamily="18" charset="0"/>
                        <a:cs typeface="Arial" panose="020B0604020202020204" pitchFamily="34" charset="0"/>
                      </a:rPr>
                      <m:t>𝑇</m:t>
                    </m:r>
                    <m:r>
                      <a:rPr lang="en-IN" sz="1800" i="1" smtClean="0">
                        <a:latin typeface="Cambria Math" panose="02040503050406030204" pitchFamily="18" charset="0"/>
                        <a:cs typeface="Arial" panose="020B0604020202020204" pitchFamily="34" charset="0"/>
                      </a:rPr>
                      <m:t>h</m:t>
                    </m:r>
                    <m:r>
                      <a:rPr lang="en-IN" sz="1800" i="1" smtClean="0">
                        <a:latin typeface="Cambria Math" panose="02040503050406030204" pitchFamily="18" charset="0"/>
                        <a:cs typeface="Arial" panose="020B0604020202020204" pitchFamily="34" charset="0"/>
                      </a:rPr>
                      <m:t>𝑒𝑛</m:t>
                    </m:r>
                    <m:r>
                      <a:rPr lang="en-IN" sz="1800" i="1" smtClean="0">
                        <a:latin typeface="Cambria Math" panose="02040503050406030204" pitchFamily="18" charset="0"/>
                        <a:cs typeface="Arial" panose="020B0604020202020204" pitchFamily="34" charset="0"/>
                      </a:rPr>
                      <m:t>, </m:t>
                    </m:r>
                    <m:r>
                      <a:rPr lang="en-IN" sz="1800" i="1" smtClean="0">
                        <a:latin typeface="Cambria Math" panose="02040503050406030204" pitchFamily="18" charset="0"/>
                        <a:cs typeface="Arial" panose="020B0604020202020204" pitchFamily="34" charset="0"/>
                      </a:rPr>
                      <m:t>𝑍</m:t>
                    </m:r>
                    <m:d>
                      <m:dPr>
                        <m:ctrlPr>
                          <a:rPr lang="en-IN" sz="1800" i="1">
                            <a:latin typeface="Cambria Math" panose="02040503050406030204" pitchFamily="18" charset="0"/>
                            <a:cs typeface="Arial" panose="020B0604020202020204" pitchFamily="34" charset="0"/>
                          </a:rPr>
                        </m:ctrlPr>
                      </m:dPr>
                      <m:e>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r>
                              <a:rPr lang="en-IN" sz="1800" i="1" dirty="0">
                                <a:latin typeface="Cambria Math" panose="02040503050406030204" pitchFamily="18" charset="0"/>
                                <a:cs typeface="Arial" panose="020B0604020202020204" pitchFamily="34" charset="0"/>
                              </a:rPr>
                              <m:t>′</m:t>
                            </m:r>
                          </m:sup>
                        </m:sSubSup>
                        <m:r>
                          <a:rPr lang="en-IN" sz="1800" i="1" dirty="0">
                            <a:latin typeface="Cambria Math" panose="02040503050406030204" pitchFamily="18" charset="0"/>
                            <a:cs typeface="Arial" panose="020B0604020202020204" pitchFamily="34" charset="0"/>
                          </a:rPr>
                          <m:t>,</m:t>
                        </m:r>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r>
                              <a:rPr lang="en-IN" sz="1800" i="1" dirty="0">
                                <a:latin typeface="Cambria Math" panose="02040503050406030204" pitchFamily="18" charset="0"/>
                                <a:cs typeface="Arial" panose="020B0604020202020204" pitchFamily="34" charset="0"/>
                              </a:rPr>
                              <m:t>′</m:t>
                            </m:r>
                          </m:sup>
                        </m:sSubSup>
                      </m:e>
                    </m:d>
                    <m:r>
                      <a:rPr lang="en-IN" sz="1800">
                        <a:latin typeface="Cambria Math" panose="02040503050406030204" pitchFamily="18" charset="0"/>
                        <a:cs typeface="Arial" panose="020B0604020202020204" pitchFamily="34" charset="0"/>
                      </a:rPr>
                      <m:t>=</m:t>
                    </m:r>
                    <m:r>
                      <m:rPr>
                        <m:sty m:val="p"/>
                      </m:rPr>
                      <a:rPr lang="en-IN" sz="1800">
                        <a:latin typeface="Cambria Math" panose="02040503050406030204" pitchFamily="18" charset="0"/>
                        <a:cs typeface="Arial" panose="020B0604020202020204" pitchFamily="34" charset="0"/>
                      </a:rPr>
                      <m:t>Z</m:t>
                    </m:r>
                    <m:d>
                      <m:dPr>
                        <m:ctrlPr>
                          <a:rPr lang="en-IN" sz="1800" i="1">
                            <a:latin typeface="Cambria Math" panose="02040503050406030204" pitchFamily="18" charset="0"/>
                            <a:cs typeface="Arial" panose="020B0604020202020204" pitchFamily="34" charset="0"/>
                          </a:rPr>
                        </m:ctrlPr>
                      </m:dPr>
                      <m:e>
                        <m:r>
                          <a:rPr lang="en-IN" sz="1800">
                            <a:latin typeface="Cambria Math" panose="02040503050406030204" pitchFamily="18" charset="0"/>
                            <a:cs typeface="Arial" panose="020B0604020202020204" pitchFamily="34" charset="0"/>
                          </a:rPr>
                          <m:t>4</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063</m:t>
                        </m:r>
                        <m:r>
                          <a:rPr lang="en-IN" sz="1800">
                            <a:latin typeface="Cambria Math" panose="02040503050406030204" pitchFamily="18" charset="0"/>
                            <a:cs typeface="Arial" panose="020B0604020202020204" pitchFamily="34" charset="0"/>
                          </a:rPr>
                          <m:t>, </m:t>
                        </m:r>
                        <m:r>
                          <a:rPr lang="en-IN" sz="1800">
                            <a:latin typeface="Cambria Math" panose="02040503050406030204" pitchFamily="18" charset="0"/>
                            <a:cs typeface="Arial" panose="020B0604020202020204" pitchFamily="34" charset="0"/>
                          </a:rPr>
                          <m:t>6</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43</m:t>
                        </m:r>
                      </m:e>
                    </m:d>
                    <m:r>
                      <a:rPr lang="en-IN" sz="1800">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Sub>
                    <m:r>
                      <a:rPr lang="en-IN" sz="1800" i="1">
                        <a:latin typeface="Cambria Math" panose="02040503050406030204" pitchFamily="18" charset="0"/>
                        <a:cs typeface="Arial" panose="020B0604020202020204" pitchFamily="34" charset="0"/>
                      </a:rPr>
                      <m:t>−</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up>
                        <m:r>
                          <a:rPr lang="en-IN" sz="1800" i="1">
                            <a:latin typeface="Cambria Math" panose="02040503050406030204" pitchFamily="18" charset="0"/>
                            <a:cs typeface="Arial" panose="020B0604020202020204" pitchFamily="34" charset="0"/>
                          </a:rPr>
                          <m:t>2</m:t>
                        </m:r>
                      </m:sup>
                    </m:sSubSup>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0</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9</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up>
                        <m:r>
                          <a:rPr lang="en-IN" sz="1800" i="1">
                            <a:latin typeface="Cambria Math" panose="02040503050406030204" pitchFamily="18" charset="0"/>
                            <a:cs typeface="Arial" panose="020B0604020202020204" pitchFamily="34" charset="0"/>
                          </a:rPr>
                          <m:t>2</m:t>
                        </m:r>
                      </m:sup>
                    </m:sSubSup>
                  </m:oMath>
                </a14:m>
                <a:r>
                  <a:rPr lang="en-IN" sz="1800" dirty="0">
                    <a:latin typeface="Arial" panose="020B0604020202020204" pitchFamily="34" charset="0"/>
                    <a:cs typeface="Arial" panose="020B0604020202020204" pitchFamily="34" charset="0"/>
                  </a:rPr>
                  <a:t> = 188.981</a:t>
                </a: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1</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17</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𝑤</m:t>
                      </m:r>
                      <m:r>
                        <a:rPr lang="en-IN" sz="1800" i="1">
                          <a:latin typeface="Cambria Math" panose="02040503050406030204" pitchFamily="18" charset="0"/>
                          <a:cs typeface="Arial" panose="020B0604020202020204" pitchFamily="34" charset="0"/>
                        </a:rPr>
                        <m:t>h</m:t>
                      </m:r>
                      <m:r>
                        <a:rPr lang="en-IN" sz="1800" i="1">
                          <a:latin typeface="Cambria Math" panose="02040503050406030204" pitchFamily="18" charset="0"/>
                          <a:cs typeface="Arial" panose="020B0604020202020204" pitchFamily="34" charset="0"/>
                        </a:rPr>
                        <m:t>𝑒𝑟𝑒</m:t>
                      </m:r>
                      <m:r>
                        <a:rPr lang="en-IN" sz="1800" i="1">
                          <a:latin typeface="Cambria Math" panose="02040503050406030204" pitchFamily="18" charset="0"/>
                          <a:cs typeface="Arial" panose="020B0604020202020204" pitchFamily="34" charset="0"/>
                        </a:rPr>
                        <m:t> </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4</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063</m:t>
                      </m:r>
                      <m:r>
                        <a:rPr lang="en-IN" sz="1800" i="1">
                          <a:latin typeface="Cambria Math" panose="02040503050406030204" pitchFamily="18" charset="0"/>
                          <a:cs typeface="Arial" panose="020B0604020202020204" pitchFamily="34" charset="0"/>
                        </a:rPr>
                        <m:t> </m:t>
                      </m:r>
                    </m:oMath>
                  </m:oMathPara>
                </a14:m>
                <a:endParaRPr lang="en-IN" sz="1800" i="1" dirty="0">
                  <a:latin typeface="Cambria Math" panose="02040503050406030204" pitchFamily="18"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1</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8</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874</m:t>
                      </m:r>
                    </m:oMath>
                  </m:oMathPara>
                </a14:m>
                <a:endParaRPr lang="en-IN" sz="1800" i="1" dirty="0">
                  <a:latin typeface="Cambria Math" panose="02040503050406030204" pitchFamily="18"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2</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27</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8</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𝑤</m:t>
                      </m:r>
                      <m:r>
                        <a:rPr lang="en-IN" sz="1800" i="1">
                          <a:latin typeface="Cambria Math" panose="02040503050406030204" pitchFamily="18" charset="0"/>
                          <a:cs typeface="Arial" panose="020B0604020202020204" pitchFamily="34" charset="0"/>
                        </a:rPr>
                        <m:t>h</m:t>
                      </m:r>
                      <m:r>
                        <a:rPr lang="en-IN" sz="1800" i="1">
                          <a:latin typeface="Cambria Math" panose="02040503050406030204" pitchFamily="18" charset="0"/>
                          <a:cs typeface="Arial" panose="020B0604020202020204" pitchFamily="34" charset="0"/>
                        </a:rPr>
                        <m:t>𝑒𝑟𝑒</m:t>
                      </m:r>
                      <m:r>
                        <a:rPr lang="en-IN" sz="1800" i="1">
                          <a:latin typeface="Cambria Math" panose="02040503050406030204" pitchFamily="18" charset="0"/>
                          <a:cs typeface="Arial" panose="020B0604020202020204" pitchFamily="34" charset="0"/>
                        </a:rPr>
                        <m:t> </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6</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43</m:t>
                      </m:r>
                    </m:oMath>
                  </m:oMathPara>
                </a14:m>
                <a:endParaRPr lang="en-IN" sz="1800" dirty="0"/>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2</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15</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426</m:t>
                      </m:r>
                    </m:oMath>
                  </m:oMathPara>
                </a14:m>
                <a:endParaRPr lang="en-IN" sz="1800" dirty="0">
                  <a:latin typeface="Arial" panose="020B0604020202020204" pitchFamily="34"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𝑀𝑎𝑔𝑛𝑖𝑡𝑢𝑟𝑒</m:t>
                      </m:r>
                      <m:r>
                        <a:rPr lang="en-IN" sz="1800" i="1">
                          <a:latin typeface="Cambria Math" panose="02040503050406030204" pitchFamily="18" charset="0"/>
                          <a:cs typeface="Arial" panose="020B0604020202020204" pitchFamily="34" charset="0"/>
                        </a:rPr>
                        <m:t> </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𝑚</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m:t>
                      </m:r>
                      <m:r>
                        <m:rPr>
                          <m:sty m:val="p"/>
                        </m:rPr>
                        <a:rPr lang="en-IN" sz="1800">
                          <a:latin typeface="Cambria Math" panose="02040503050406030204" pitchFamily="18" charset="0"/>
                          <a:cs typeface="Arial" panose="020B0604020202020204" pitchFamily="34" charset="0"/>
                        </a:rPr>
                        <m:t>Sqrt</m:t>
                      </m:r>
                      <m:r>
                        <a:rPr lang="en-IN" sz="1800">
                          <a:latin typeface="Cambria Math" panose="02040503050406030204" pitchFamily="18" charset="0"/>
                          <a:cs typeface="Arial" panose="020B0604020202020204" pitchFamily="34" charset="0"/>
                        </a:rPr>
                        <m:t> ((</m:t>
                      </m:r>
                      <m:r>
                        <m:rPr>
                          <m:sty m:val="p"/>
                        </m:rPr>
                        <a:rPr lang="en-IN" sz="1800">
                          <a:latin typeface="Cambria Math" panose="02040503050406030204" pitchFamily="18" charset="0"/>
                          <a:cs typeface="Arial" panose="020B0604020202020204" pitchFamily="34" charset="0"/>
                        </a:rPr>
                        <m:t>G</m:t>
                      </m:r>
                      <m:r>
                        <a:rPr lang="en-IN" sz="1800" baseline="-25000">
                          <a:latin typeface="Cambria Math" panose="02040503050406030204" pitchFamily="18" charset="0"/>
                          <a:cs typeface="Arial" panose="020B0604020202020204" pitchFamily="34" charset="0"/>
                        </a:rPr>
                        <m:t>1</m:t>
                      </m:r>
                      <m:sSup>
                        <m:sSupPr>
                          <m:ctrlPr>
                            <a:rPr lang="en-IN" sz="1800" i="1">
                              <a:latin typeface="Cambria Math" panose="02040503050406030204" pitchFamily="18" charset="0"/>
                              <a:cs typeface="Arial" panose="020B0604020202020204" pitchFamily="34" charset="0"/>
                            </a:rPr>
                          </m:ctrlPr>
                        </m:sSupPr>
                        <m:e>
                          <m:r>
                            <m:rPr>
                              <m:sty m:val="p"/>
                            </m:rPr>
                            <a:rPr lang="en-IN" sz="1800">
                              <a:latin typeface="Cambria Math" panose="02040503050406030204" pitchFamily="18" charset="0"/>
                              <a:cs typeface="Arial" panose="020B0604020202020204" pitchFamily="34" charset="0"/>
                            </a:rPr>
                            <m:t>P</m:t>
                          </m:r>
                          <m:r>
                            <a:rPr lang="en-IN" sz="1800">
                              <a:latin typeface="Cambria Math" panose="02040503050406030204" pitchFamily="18" charset="0"/>
                              <a:cs typeface="Arial" panose="020B0604020202020204" pitchFamily="34" charset="0"/>
                            </a:rPr>
                            <m:t>)</m:t>
                          </m:r>
                        </m:e>
                        <m:sup>
                          <m:r>
                            <a:rPr lang="en-IN" sz="1800">
                              <a:latin typeface="Cambria Math" panose="02040503050406030204" pitchFamily="18" charset="0"/>
                              <a:cs typeface="Arial" panose="020B0604020202020204" pitchFamily="34" charset="0"/>
                            </a:rPr>
                            <m:t>2</m:t>
                          </m:r>
                        </m:sup>
                      </m:sSup>
                      <m:r>
                        <a:rPr lang="en-IN" sz="1800">
                          <a:latin typeface="Cambria Math" panose="02040503050406030204" pitchFamily="18" charset="0"/>
                          <a:cs typeface="Arial" panose="020B0604020202020204" pitchFamily="34" charset="0"/>
                        </a:rPr>
                        <m:t>+</m:t>
                      </m:r>
                      <m:d>
                        <m:dPr>
                          <m:ctrlPr>
                            <a:rPr lang="en-IN" sz="1800" i="1">
                              <a:latin typeface="Cambria Math" panose="02040503050406030204" pitchFamily="18" charset="0"/>
                              <a:cs typeface="Arial" panose="020B0604020202020204" pitchFamily="34" charset="0"/>
                            </a:rPr>
                          </m:ctrlPr>
                        </m:dPr>
                        <m:e>
                          <m:r>
                            <m:rPr>
                              <m:sty m:val="p"/>
                            </m:rPr>
                            <a:rPr lang="en-IN" sz="1800">
                              <a:latin typeface="Cambria Math" panose="02040503050406030204" pitchFamily="18" charset="0"/>
                              <a:cs typeface="Arial" panose="020B0604020202020204" pitchFamily="34" charset="0"/>
                            </a:rPr>
                            <m:t>G</m:t>
                          </m:r>
                          <m:r>
                            <a:rPr lang="en-IN" sz="1800" baseline="-25000">
                              <a:latin typeface="Cambria Math" panose="02040503050406030204" pitchFamily="18" charset="0"/>
                              <a:cs typeface="Arial" panose="020B0604020202020204" pitchFamily="34" charset="0"/>
                            </a:rPr>
                            <m:t>2</m:t>
                          </m:r>
                          <m:sSup>
                            <m:sSupPr>
                              <m:ctrlPr>
                                <a:rPr lang="en-IN" sz="1800" i="1">
                                  <a:latin typeface="Cambria Math" panose="02040503050406030204" pitchFamily="18" charset="0"/>
                                  <a:cs typeface="Arial" panose="020B0604020202020204" pitchFamily="34" charset="0"/>
                                </a:rPr>
                              </m:ctrlPr>
                            </m:sSupPr>
                            <m:e>
                              <m:r>
                                <m:rPr>
                                  <m:sty m:val="p"/>
                                </m:rPr>
                                <a:rPr lang="en-IN" sz="1800">
                                  <a:latin typeface="Cambria Math" panose="02040503050406030204" pitchFamily="18" charset="0"/>
                                  <a:cs typeface="Arial" panose="020B0604020202020204" pitchFamily="34" charset="0"/>
                                </a:rPr>
                                <m:t>P</m:t>
                              </m:r>
                              <m:r>
                                <a:rPr lang="en-IN" sz="1800">
                                  <a:latin typeface="Cambria Math" panose="02040503050406030204" pitchFamily="18" charset="0"/>
                                  <a:cs typeface="Arial" panose="020B0604020202020204" pitchFamily="34" charset="0"/>
                                </a:rPr>
                                <m:t>)</m:t>
                              </m:r>
                            </m:e>
                            <m:sup>
                              <m:r>
                                <a:rPr lang="en-IN" sz="1800">
                                  <a:latin typeface="Cambria Math" panose="02040503050406030204" pitchFamily="18" charset="0"/>
                                  <a:cs typeface="Arial" panose="020B0604020202020204" pitchFamily="34" charset="0"/>
                                </a:rPr>
                                <m:t>2</m:t>
                              </m:r>
                            </m:sup>
                          </m:sSup>
                        </m:e>
                      </m:d>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17</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79</m:t>
                      </m:r>
                    </m:oMath>
                  </m:oMathPara>
                </a14:m>
                <a:endParaRPr lang="en-IN" sz="1800" dirty="0">
                  <a:latin typeface="Arial" panose="020B0604020202020204" pitchFamily="34" charset="0"/>
                  <a:cs typeface="Arial" panose="020B0604020202020204" pitchFamily="34" charset="0"/>
                </a:endParaRPr>
              </a:p>
              <a:p>
                <a:pPr marL="0" indent="0" algn="just" latinLnBrk="0">
                  <a:buNone/>
                </a:pPr>
                <a:r>
                  <a:rPr lang="en-IN" sz="1800" dirty="0">
                    <a:latin typeface="Arial" panose="020B0604020202020204" pitchFamily="34" charset="0"/>
                    <a:cs typeface="Arial" panose="020B0604020202020204" pitchFamily="34" charset="0"/>
                  </a:rPr>
                  <a:t>New, x1 and x2..i.e., </a:t>
                </a:r>
                <a14:m>
                  <m:oMath xmlns:m="http://schemas.openxmlformats.org/officeDocument/2006/math">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r>
                          <a:rPr lang="en-IN" sz="1800" i="1" dirty="0">
                            <a:latin typeface="Cambria Math" panose="02040503050406030204" pitchFamily="18" charset="0"/>
                            <a:cs typeface="Arial" panose="020B0604020202020204" pitchFamily="34" charset="0"/>
                          </a:rPr>
                          <m:t>′</m:t>
                        </m:r>
                      </m:sup>
                    </m:sSubSup>
                    <m:r>
                      <a:rPr lang="en-IN" sz="1800" i="1" dirty="0">
                        <a:latin typeface="Cambria Math" panose="02040503050406030204" pitchFamily="18" charset="0"/>
                        <a:cs typeface="Arial" panose="020B0604020202020204" pitchFamily="34" charset="0"/>
                      </a:rPr>
                      <m:t>𝑎𝑛𝑑</m:t>
                    </m:r>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r>
                          <a:rPr lang="en-IN" sz="1800" i="1" dirty="0">
                            <a:latin typeface="Cambria Math" panose="02040503050406030204" pitchFamily="18" charset="0"/>
                            <a:cs typeface="Arial" panose="020B0604020202020204" pitchFamily="34" charset="0"/>
                          </a:rPr>
                          <m:t>′</m:t>
                        </m:r>
                      </m:sup>
                    </m:sSubSup>
                  </m:oMath>
                </a14:m>
                <a:endParaRPr lang="en-IN" sz="1800" dirty="0">
                  <a:latin typeface="Arial" panose="020B0604020202020204" pitchFamily="34" charset="0"/>
                  <a:cs typeface="Arial" panose="020B0604020202020204" pitchFamily="34" charset="0"/>
                </a:endParaRPr>
              </a:p>
              <a:p>
                <a:pPr marL="0" indent="0" algn="just" latinLnBrk="0">
                  <a:buNone/>
                </a:pPr>
                <a14:m>
                  <m:oMath xmlns:m="http://schemas.openxmlformats.org/officeDocument/2006/math">
                    <m:r>
                      <a:rPr lang="en-IN" sz="1800" i="1" dirty="0">
                        <a:latin typeface="Cambria Math" panose="02040503050406030204" pitchFamily="18" charset="0"/>
                        <a:cs typeface="Arial" panose="020B0604020202020204" pitchFamily="34" charset="0"/>
                      </a:rPr>
                      <m:t>𝑁𝑒𝑤</m:t>
                    </m:r>
                    <m:r>
                      <a:rPr lang="en-IN" sz="1800" i="1" dirty="0">
                        <a:latin typeface="Cambria Math" panose="02040503050406030204" pitchFamily="18" charset="0"/>
                        <a:cs typeface="Arial" panose="020B0604020202020204" pitchFamily="34" charset="0"/>
                      </a:rPr>
                      <m:t> </m:t>
                    </m:r>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r>
                          <a:rPr lang="en-IN" sz="1800" b="0" i="1" dirty="0" smtClean="0">
                            <a:latin typeface="Cambria Math" panose="02040503050406030204" pitchFamily="18" charset="0"/>
                            <a:cs typeface="Arial" panose="020B0604020202020204" pitchFamily="34" charset="0"/>
                          </a:rPr>
                          <m:t>′</m:t>
                        </m:r>
                      </m:sup>
                    </m:sSubSup>
                  </m:oMath>
                </a14:m>
                <a:r>
                  <a:rPr lang="en-IN" sz="1800" dirty="0">
                    <a:latin typeface="Arial" panose="020B0604020202020204" pitchFamily="34" charset="0"/>
                    <a:cs typeface="Arial" panose="020B0604020202020204" pitchFamily="34" charset="0"/>
                  </a:rPr>
                  <a:t> = </a:t>
                </a:r>
                <a14:m>
                  <m:oMath xmlns:m="http://schemas.openxmlformats.org/officeDocument/2006/math">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sSubSup>
                    <m:r>
                      <a:rPr lang="en-IN" sz="1800" i="1" dirty="0">
                        <a:latin typeface="Cambria Math" panose="02040503050406030204" pitchFamily="18" charset="0"/>
                        <a:cs typeface="Arial" panose="020B0604020202020204" pitchFamily="34" charset="0"/>
                      </a:rPr>
                      <m:t>+</m:t>
                    </m:r>
                    <m:r>
                      <a:rPr lang="en-IN" sz="1800" i="1" dirty="0">
                        <a:latin typeface="Cambria Math" panose="02040503050406030204" pitchFamily="18" charset="0"/>
                        <a:cs typeface="Arial" panose="020B0604020202020204" pitchFamily="34" charset="0"/>
                      </a:rPr>
                      <m:t>𝐶</m:t>
                    </m:r>
                    <m:d>
                      <m:dPr>
                        <m:ctrlPr>
                          <a:rPr lang="en-IN" sz="1800" i="1" dirty="0">
                            <a:latin typeface="Cambria Math" panose="02040503050406030204" pitchFamily="18" charset="0"/>
                            <a:cs typeface="Arial" panose="020B0604020202020204" pitchFamily="34" charset="0"/>
                          </a:rPr>
                        </m:ctrlPr>
                      </m:dPr>
                      <m:e>
                        <m:f>
                          <m:fPr>
                            <m:ctrlPr>
                              <a:rPr lang="en-IN" sz="1800" i="1" dirty="0">
                                <a:latin typeface="Cambria Math" panose="02040503050406030204" pitchFamily="18" charset="0"/>
                                <a:cs typeface="Arial" panose="020B0604020202020204" pitchFamily="34" charset="0"/>
                              </a:rPr>
                            </m:ctrlPr>
                          </m:fPr>
                          <m:num>
                            <m:r>
                              <a:rPr lang="en-IN" sz="1800" i="1" dirty="0">
                                <a:latin typeface="Cambria Math" panose="02040503050406030204" pitchFamily="18" charset="0"/>
                                <a:cs typeface="Arial" panose="020B0604020202020204" pitchFamily="34" charset="0"/>
                              </a:rPr>
                              <m:t>𝐺</m:t>
                            </m:r>
                            <m:r>
                              <a:rPr lang="en-IN" sz="1800" i="1" baseline="-25000" dirty="0">
                                <a:latin typeface="Cambria Math" panose="02040503050406030204" pitchFamily="18" charset="0"/>
                                <a:cs typeface="Arial" panose="020B0604020202020204" pitchFamily="34" charset="0"/>
                              </a:rPr>
                              <m:t>1</m:t>
                            </m:r>
                            <m:r>
                              <a:rPr lang="en-IN" sz="1800" i="1" dirty="0">
                                <a:latin typeface="Cambria Math" panose="02040503050406030204" pitchFamily="18" charset="0"/>
                                <a:cs typeface="Arial" panose="020B0604020202020204" pitchFamily="34" charset="0"/>
                              </a:rPr>
                              <m:t>𝑃</m:t>
                            </m:r>
                          </m:num>
                          <m:den>
                            <m:r>
                              <a:rPr lang="en-IN" sz="1800" i="1" dirty="0">
                                <a:latin typeface="Cambria Math" panose="02040503050406030204" pitchFamily="18" charset="0"/>
                                <a:cs typeface="Arial" panose="020B0604020202020204" pitchFamily="34" charset="0"/>
                              </a:rPr>
                              <m:t>𝑚</m:t>
                            </m:r>
                          </m:den>
                        </m:f>
                      </m:e>
                    </m:d>
                    <m:r>
                      <a:rPr lang="en-IN" sz="1800" dirty="0">
                        <a:latin typeface="Cambria Math" panose="02040503050406030204" pitchFamily="18" charset="0"/>
                        <a:cs typeface="Arial" panose="020B0604020202020204" pitchFamily="34" charset="0"/>
                      </a:rPr>
                      <m:t>=</m:t>
                    </m:r>
                    <m:r>
                      <a:rPr lang="en-IN" sz="1800" dirty="0">
                        <a:latin typeface="Cambria Math" panose="02040503050406030204" pitchFamily="18" charset="0"/>
                        <a:cs typeface="Arial" panose="020B0604020202020204" pitchFamily="34" charset="0"/>
                      </a:rPr>
                      <m:t>6</m:t>
                    </m:r>
                    <m:r>
                      <a:rPr lang="en-IN" sz="1800" i="1" dirty="0">
                        <a:latin typeface="Cambria Math" panose="02040503050406030204" pitchFamily="18" charset="0"/>
                        <a:cs typeface="Arial" panose="020B0604020202020204" pitchFamily="34" charset="0"/>
                      </a:rPr>
                      <m:t>.</m:t>
                    </m:r>
                    <m:r>
                      <a:rPr lang="en-IN" sz="1800" i="1" dirty="0">
                        <a:latin typeface="Cambria Math" panose="02040503050406030204" pitchFamily="18" charset="0"/>
                        <a:cs typeface="Arial" panose="020B0604020202020204" pitchFamily="34" charset="0"/>
                      </a:rPr>
                      <m:t>06</m:t>
                    </m:r>
                  </m:oMath>
                </a14:m>
                <a:endParaRPr lang="en-IN" sz="1800" i="1" dirty="0">
                  <a:latin typeface="Cambria Math" panose="02040503050406030204" pitchFamily="18" charset="0"/>
                  <a:cs typeface="Arial" panose="020B0604020202020204" pitchFamily="34" charset="0"/>
                </a:endParaRPr>
              </a:p>
              <a:p>
                <a:pPr marL="0" indent="0" algn="just" latinLnBrk="0">
                  <a:buNone/>
                </a:pPr>
                <a14:m>
                  <m:oMath xmlns:m="http://schemas.openxmlformats.org/officeDocument/2006/math">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𝑁𝑒𝑤</m:t>
                        </m:r>
                        <m:r>
                          <a:rPr lang="en-IN" sz="1800" i="1" dirty="0">
                            <a:latin typeface="Cambria Math" panose="02040503050406030204" pitchFamily="18" charset="0"/>
                            <a:cs typeface="Arial" panose="020B0604020202020204" pitchFamily="34" charset="0"/>
                          </a:rPr>
                          <m:t>  </m:t>
                        </m:r>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r>
                          <a:rPr lang="en-IN" sz="1800" b="0" i="1" dirty="0" smtClean="0">
                            <a:latin typeface="Cambria Math" panose="02040503050406030204" pitchFamily="18" charset="0"/>
                            <a:cs typeface="Arial" panose="020B0604020202020204" pitchFamily="34" charset="0"/>
                          </a:rPr>
                          <m:t>′</m:t>
                        </m:r>
                      </m:sup>
                    </m:sSubSup>
                  </m:oMath>
                </a14:m>
                <a:r>
                  <a:rPr lang="en-IN" sz="1800" dirty="0">
                    <a:latin typeface="Arial" panose="020B0604020202020204" pitchFamily="34" charset="0"/>
                    <a:cs typeface="Arial" panose="020B0604020202020204" pitchFamily="34" charset="0"/>
                  </a:rPr>
                  <a:t> = </a:t>
                </a:r>
                <a14:m>
                  <m:oMath xmlns:m="http://schemas.openxmlformats.org/officeDocument/2006/math">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sSubSup>
                    <m:r>
                      <a:rPr lang="en-IN" sz="1800" i="1" dirty="0">
                        <a:latin typeface="Cambria Math" panose="02040503050406030204" pitchFamily="18" charset="0"/>
                        <a:cs typeface="Arial" panose="020B0604020202020204" pitchFamily="34" charset="0"/>
                      </a:rPr>
                      <m:t>+</m:t>
                    </m:r>
                    <m:r>
                      <a:rPr lang="en-IN" sz="1800" i="1" dirty="0">
                        <a:latin typeface="Cambria Math" panose="02040503050406030204" pitchFamily="18" charset="0"/>
                        <a:cs typeface="Arial" panose="020B0604020202020204" pitchFamily="34" charset="0"/>
                      </a:rPr>
                      <m:t>𝐶</m:t>
                    </m:r>
                    <m:d>
                      <m:dPr>
                        <m:ctrlPr>
                          <a:rPr lang="en-IN" sz="1800" i="1" dirty="0">
                            <a:latin typeface="Cambria Math" panose="02040503050406030204" pitchFamily="18" charset="0"/>
                            <a:cs typeface="Arial" panose="020B0604020202020204" pitchFamily="34" charset="0"/>
                          </a:rPr>
                        </m:ctrlPr>
                      </m:dPr>
                      <m:e>
                        <m:f>
                          <m:fPr>
                            <m:ctrlPr>
                              <a:rPr lang="en-IN" sz="1800" i="1" dirty="0">
                                <a:latin typeface="Cambria Math" panose="02040503050406030204" pitchFamily="18" charset="0"/>
                                <a:cs typeface="Arial" panose="020B0604020202020204" pitchFamily="34" charset="0"/>
                              </a:rPr>
                            </m:ctrlPr>
                          </m:fPr>
                          <m:num>
                            <m:r>
                              <a:rPr lang="en-IN" sz="1800" i="1" dirty="0">
                                <a:latin typeface="Cambria Math" panose="02040503050406030204" pitchFamily="18" charset="0"/>
                                <a:cs typeface="Arial" panose="020B0604020202020204" pitchFamily="34" charset="0"/>
                              </a:rPr>
                              <m:t>𝐺</m:t>
                            </m:r>
                            <m:r>
                              <a:rPr lang="en-IN" sz="1800" i="1" baseline="-25000" dirty="0">
                                <a:latin typeface="Cambria Math" panose="02040503050406030204" pitchFamily="18" charset="0"/>
                                <a:cs typeface="Arial" panose="020B0604020202020204" pitchFamily="34" charset="0"/>
                              </a:rPr>
                              <m:t>2</m:t>
                            </m:r>
                            <m:r>
                              <a:rPr lang="en-IN" sz="1800" i="1" dirty="0">
                                <a:latin typeface="Cambria Math" panose="02040503050406030204" pitchFamily="18" charset="0"/>
                                <a:cs typeface="Arial" panose="020B0604020202020204" pitchFamily="34" charset="0"/>
                              </a:rPr>
                              <m:t>𝑃</m:t>
                            </m:r>
                          </m:num>
                          <m:den>
                            <m:r>
                              <a:rPr lang="en-IN" sz="1800" i="1" dirty="0">
                                <a:latin typeface="Cambria Math" panose="02040503050406030204" pitchFamily="18" charset="0"/>
                                <a:cs typeface="Arial" panose="020B0604020202020204" pitchFamily="34" charset="0"/>
                              </a:rPr>
                              <m:t>𝑚</m:t>
                            </m:r>
                          </m:den>
                        </m:f>
                      </m:e>
                    </m:d>
                    <m:r>
                      <a:rPr lang="en-IN" sz="1800" dirty="0">
                        <a:latin typeface="Cambria Math" panose="02040503050406030204" pitchFamily="18" charset="0"/>
                        <a:cs typeface="Arial" panose="020B0604020202020204" pitchFamily="34" charset="0"/>
                      </a:rPr>
                      <m:t>=</m:t>
                    </m:r>
                    <m:r>
                      <a:rPr lang="en-IN" sz="1800" dirty="0">
                        <a:latin typeface="Cambria Math" panose="02040503050406030204" pitchFamily="18" charset="0"/>
                        <a:cs typeface="Arial" panose="020B0604020202020204" pitchFamily="34" charset="0"/>
                      </a:rPr>
                      <m:t>9</m:t>
                    </m:r>
                    <m:r>
                      <a:rPr lang="en-IN" sz="1800" dirty="0">
                        <a:latin typeface="Cambria Math" panose="02040503050406030204" pitchFamily="18" charset="0"/>
                        <a:cs typeface="Arial" panose="020B0604020202020204" pitchFamily="34" charset="0"/>
                      </a:rPr>
                      <m:t>.</m:t>
                    </m:r>
                    <m:r>
                      <a:rPr lang="en-IN" sz="1800" dirty="0">
                        <a:latin typeface="Cambria Math" panose="02040503050406030204" pitchFamily="18" charset="0"/>
                        <a:cs typeface="Arial" panose="020B0604020202020204" pitchFamily="34" charset="0"/>
                      </a:rPr>
                      <m:t>89</m:t>
                    </m:r>
                  </m:oMath>
                </a14:m>
                <a:endParaRPr lang="en-IN" sz="1800" dirty="0">
                  <a:latin typeface="Arial" panose="020B0604020202020204" pitchFamily="34" charset="0"/>
                  <a:cs typeface="Arial" panose="020B0604020202020204" pitchFamily="34" charset="0"/>
                </a:endParaRPr>
              </a:p>
              <a:p>
                <a:pPr marL="0" indent="0" algn="just" latinLnBrk="0">
                  <a:buNone/>
                </a:pPr>
                <a14:m>
                  <m:oMath xmlns:m="http://schemas.openxmlformats.org/officeDocument/2006/math">
                    <m:r>
                      <a:rPr lang="en-IN" sz="1800" i="1">
                        <a:latin typeface="Cambria Math" panose="02040503050406030204" pitchFamily="18" charset="0"/>
                        <a:cs typeface="Arial" panose="020B0604020202020204" pitchFamily="34" charset="0"/>
                      </a:rPr>
                      <m:t>𝑇</m:t>
                    </m:r>
                    <m:r>
                      <a:rPr lang="en-IN" sz="1800" i="1">
                        <a:latin typeface="Cambria Math" panose="02040503050406030204" pitchFamily="18" charset="0"/>
                        <a:cs typeface="Arial" panose="020B0604020202020204" pitchFamily="34" charset="0"/>
                      </a:rPr>
                      <m:t>h</m:t>
                    </m:r>
                    <m:r>
                      <a:rPr lang="en-IN" sz="1800" i="1">
                        <a:latin typeface="Cambria Math" panose="02040503050406030204" pitchFamily="18" charset="0"/>
                        <a:cs typeface="Arial" panose="020B0604020202020204" pitchFamily="34" charset="0"/>
                      </a:rPr>
                      <m:t>𝑒𝑛</m:t>
                    </m:r>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𝑍</m:t>
                    </m:r>
                    <m:d>
                      <m:dPr>
                        <m:ctrlPr>
                          <a:rPr lang="en-IN" sz="1800" i="1">
                            <a:latin typeface="Cambria Math" panose="02040503050406030204" pitchFamily="18" charset="0"/>
                            <a:cs typeface="Arial" panose="020B0604020202020204" pitchFamily="34" charset="0"/>
                          </a:rPr>
                        </m:ctrlPr>
                      </m:dPr>
                      <m:e>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r>
                              <a:rPr lang="en-IN" sz="1800" i="1" dirty="0">
                                <a:latin typeface="Cambria Math" panose="02040503050406030204" pitchFamily="18" charset="0"/>
                                <a:cs typeface="Arial" panose="020B0604020202020204" pitchFamily="34" charset="0"/>
                              </a:rPr>
                              <m:t>′</m:t>
                            </m:r>
                          </m:sup>
                        </m:sSubSup>
                        <m:r>
                          <a:rPr lang="en-IN" sz="1800" i="1" dirty="0">
                            <a:latin typeface="Cambria Math" panose="02040503050406030204" pitchFamily="18" charset="0"/>
                            <a:cs typeface="Arial" panose="020B0604020202020204" pitchFamily="34" charset="0"/>
                          </a:rPr>
                          <m:t>,</m:t>
                        </m:r>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r>
                              <a:rPr lang="en-IN" sz="1800" i="1" dirty="0">
                                <a:latin typeface="Cambria Math" panose="02040503050406030204" pitchFamily="18" charset="0"/>
                                <a:cs typeface="Arial" panose="020B0604020202020204" pitchFamily="34" charset="0"/>
                              </a:rPr>
                              <m:t>′</m:t>
                            </m:r>
                          </m:sup>
                        </m:sSubSup>
                      </m:e>
                    </m:d>
                    <m:r>
                      <a:rPr lang="en-IN" sz="1800">
                        <a:latin typeface="Cambria Math" panose="02040503050406030204" pitchFamily="18" charset="0"/>
                        <a:cs typeface="Arial" panose="020B0604020202020204" pitchFamily="34" charset="0"/>
                      </a:rPr>
                      <m:t>=</m:t>
                    </m:r>
                    <m:r>
                      <m:rPr>
                        <m:sty m:val="p"/>
                      </m:rPr>
                      <a:rPr lang="en-IN" sz="1800">
                        <a:latin typeface="Cambria Math" panose="02040503050406030204" pitchFamily="18" charset="0"/>
                        <a:cs typeface="Arial" panose="020B0604020202020204" pitchFamily="34" charset="0"/>
                      </a:rPr>
                      <m:t>Z</m:t>
                    </m:r>
                    <m:d>
                      <m:dPr>
                        <m:ctrlPr>
                          <a:rPr lang="en-IN" sz="1800" i="1">
                            <a:latin typeface="Cambria Math" panose="02040503050406030204" pitchFamily="18" charset="0"/>
                            <a:cs typeface="Arial" panose="020B0604020202020204" pitchFamily="34" charset="0"/>
                          </a:rPr>
                        </m:ctrlPr>
                      </m:dPr>
                      <m:e>
                        <m:r>
                          <a:rPr lang="en-IN" sz="1800">
                            <a:latin typeface="Cambria Math" panose="02040503050406030204" pitchFamily="18" charset="0"/>
                            <a:cs typeface="Arial" panose="020B0604020202020204" pitchFamily="34" charset="0"/>
                          </a:rPr>
                          <m:t>6</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06</m:t>
                        </m:r>
                        <m:r>
                          <a:rPr lang="en-IN" sz="1800">
                            <a:latin typeface="Cambria Math" panose="02040503050406030204" pitchFamily="18" charset="0"/>
                            <a:cs typeface="Arial" panose="020B0604020202020204" pitchFamily="34" charset="0"/>
                          </a:rPr>
                          <m:t>, </m:t>
                        </m:r>
                        <m:r>
                          <a:rPr lang="en-IN" sz="1800">
                            <a:latin typeface="Cambria Math" panose="02040503050406030204" pitchFamily="18" charset="0"/>
                            <a:cs typeface="Arial" panose="020B0604020202020204" pitchFamily="34" charset="0"/>
                          </a:rPr>
                          <m:t>9</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89</m:t>
                        </m:r>
                      </m:e>
                    </m:d>
                    <m:r>
                      <a:rPr lang="en-IN" sz="1800">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Sub>
                    <m:r>
                      <a:rPr lang="en-IN" sz="1800" i="1">
                        <a:latin typeface="Cambria Math" panose="02040503050406030204" pitchFamily="18" charset="0"/>
                        <a:cs typeface="Arial" panose="020B0604020202020204" pitchFamily="34" charset="0"/>
                      </a:rPr>
                      <m:t>−</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up>
                        <m:r>
                          <a:rPr lang="en-IN" sz="1800" i="1">
                            <a:latin typeface="Cambria Math" panose="02040503050406030204" pitchFamily="18" charset="0"/>
                            <a:cs typeface="Arial" panose="020B0604020202020204" pitchFamily="34" charset="0"/>
                          </a:rPr>
                          <m:t>2</m:t>
                        </m:r>
                      </m:sup>
                    </m:sSubSup>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0</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9</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up>
                        <m:r>
                          <a:rPr lang="en-IN" sz="1800" i="1">
                            <a:latin typeface="Cambria Math" panose="02040503050406030204" pitchFamily="18" charset="0"/>
                            <a:cs typeface="Arial" panose="020B0604020202020204" pitchFamily="34" charset="0"/>
                          </a:rPr>
                          <m:t>2</m:t>
                        </m:r>
                      </m:sup>
                    </m:sSubSup>
                  </m:oMath>
                </a14:m>
                <a:r>
                  <a:rPr lang="en-IN" sz="1800" dirty="0">
                    <a:latin typeface="Arial" panose="020B0604020202020204" pitchFamily="34" charset="0"/>
                    <a:cs typeface="Arial" panose="020B0604020202020204" pitchFamily="34" charset="0"/>
                  </a:rPr>
                  <a:t> = 245.3</a:t>
                </a:r>
              </a:p>
              <a:p>
                <a:pPr marL="0" indent="0" algn="just" latinLnBrk="0">
                  <a:buNone/>
                </a:pPr>
                <a:endParaRPr lang="en-IN" sz="1800" dirty="0">
                  <a:latin typeface="Arial" panose="020B0604020202020204" pitchFamily="34" charset="0"/>
                  <a:cs typeface="Arial" panose="020B0604020202020204" pitchFamily="34" charset="0"/>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3"/>
                <a:stretch>
                  <a:fillRect l="-593" t="-592"/>
                </a:stretch>
              </a:blipFill>
            </p:spPr>
            <p:txBody>
              <a:bodyPr/>
              <a:lstStyle/>
              <a:p>
                <a:r>
                  <a:rPr lang="en-US">
                    <a:noFill/>
                  </a:rPr>
                  <a:t> </a:t>
                </a:r>
              </a:p>
            </p:txBody>
          </p:sp>
        </mc:Fallback>
      </mc:AlternateContent>
    </p:spTree>
    <p:extLst>
      <p:ext uri="{BB962C8B-B14F-4D97-AF65-F5344CB8AC3E}">
        <p14:creationId xmlns:p14="http://schemas.microsoft.com/office/powerpoint/2010/main" val="295993108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marL="0" indent="0" algn="just" latinLnBrk="0">
                  <a:buNone/>
                </a:pPr>
                <a14:m>
                  <m:oMath xmlns:m="http://schemas.openxmlformats.org/officeDocument/2006/math">
                    <m:r>
                      <a:rPr lang="en-IN" sz="1800" i="1">
                        <a:latin typeface="Cambria Math" panose="02040503050406030204" pitchFamily="18" charset="0"/>
                        <a:cs typeface="Arial" panose="020B0604020202020204" pitchFamily="34" charset="0"/>
                      </a:rPr>
                      <m:t>𝑇h𝑒𝑛</m:t>
                    </m:r>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𝑍</m:t>
                    </m:r>
                    <m:d>
                      <m:dPr>
                        <m:ctrlPr>
                          <a:rPr lang="en-IN" sz="1800" i="1">
                            <a:latin typeface="Cambria Math" panose="02040503050406030204" pitchFamily="18" charset="0"/>
                            <a:cs typeface="Arial" panose="020B0604020202020204" pitchFamily="34" charset="0"/>
                          </a:rPr>
                        </m:ctrlPr>
                      </m:dPr>
                      <m:e>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r>
                              <a:rPr lang="en-IN" sz="1800" i="1" dirty="0">
                                <a:latin typeface="Cambria Math" panose="02040503050406030204" pitchFamily="18" charset="0"/>
                                <a:cs typeface="Arial" panose="020B0604020202020204" pitchFamily="34" charset="0"/>
                              </a:rPr>
                              <m:t>′</m:t>
                            </m:r>
                          </m:sup>
                        </m:sSubSup>
                        <m:r>
                          <a:rPr lang="en-IN" sz="1800" i="1" dirty="0">
                            <a:latin typeface="Cambria Math" panose="02040503050406030204" pitchFamily="18" charset="0"/>
                            <a:cs typeface="Arial" panose="020B0604020202020204" pitchFamily="34" charset="0"/>
                          </a:rPr>
                          <m:t>,</m:t>
                        </m:r>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r>
                              <a:rPr lang="en-IN" sz="1800" i="1" dirty="0">
                                <a:latin typeface="Cambria Math" panose="02040503050406030204" pitchFamily="18" charset="0"/>
                                <a:cs typeface="Arial" panose="020B0604020202020204" pitchFamily="34" charset="0"/>
                              </a:rPr>
                              <m:t>′</m:t>
                            </m:r>
                          </m:sup>
                        </m:sSubSup>
                      </m:e>
                    </m:d>
                    <m:r>
                      <a:rPr lang="en-IN" sz="1800">
                        <a:latin typeface="Cambria Math" panose="02040503050406030204" pitchFamily="18" charset="0"/>
                        <a:cs typeface="Arial" panose="020B0604020202020204" pitchFamily="34" charset="0"/>
                      </a:rPr>
                      <m:t>=</m:t>
                    </m:r>
                    <m:r>
                      <m:rPr>
                        <m:sty m:val="p"/>
                      </m:rPr>
                      <a:rPr lang="en-IN" sz="1800">
                        <a:latin typeface="Cambria Math" panose="02040503050406030204" pitchFamily="18" charset="0"/>
                        <a:cs typeface="Arial" panose="020B0604020202020204" pitchFamily="34" charset="0"/>
                      </a:rPr>
                      <m:t>Z</m:t>
                    </m:r>
                    <m:d>
                      <m:dPr>
                        <m:ctrlPr>
                          <a:rPr lang="en-IN" sz="1800" i="1">
                            <a:latin typeface="Cambria Math" panose="02040503050406030204" pitchFamily="18" charset="0"/>
                            <a:cs typeface="Arial" panose="020B0604020202020204" pitchFamily="34" charset="0"/>
                          </a:rPr>
                        </m:ctrlPr>
                      </m:dPr>
                      <m:e>
                        <m:r>
                          <a:rPr lang="en-IN" sz="1800">
                            <a:latin typeface="Cambria Math" panose="02040503050406030204" pitchFamily="18" charset="0"/>
                            <a:cs typeface="Arial" panose="020B0604020202020204" pitchFamily="34" charset="0"/>
                          </a:rPr>
                          <m:t>6.06, 9.89</m:t>
                        </m:r>
                      </m:e>
                    </m:d>
                    <m:r>
                      <a:rPr lang="en-IN" sz="1800">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+27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Sub>
                    <m:r>
                      <a:rPr lang="en-IN" sz="1800" i="1">
                        <a:latin typeface="Cambria Math" panose="02040503050406030204" pitchFamily="18" charset="0"/>
                        <a:cs typeface="Arial" panose="020B0604020202020204" pitchFamily="34" charset="0"/>
                      </a:rPr>
                      <m:t>−</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up>
                        <m:r>
                          <a:rPr lang="en-IN" sz="1800" i="1">
                            <a:latin typeface="Cambria Math" panose="02040503050406030204" pitchFamily="18" charset="0"/>
                            <a:cs typeface="Arial" panose="020B0604020202020204" pitchFamily="34" charset="0"/>
                          </a:rPr>
                          <m:t>2</m:t>
                        </m:r>
                      </m:sup>
                    </m:sSubSup>
                    <m:r>
                      <a:rPr lang="en-IN" sz="1800" i="1">
                        <a:latin typeface="Cambria Math" panose="02040503050406030204" pitchFamily="18" charset="0"/>
                        <a:cs typeface="Arial" panose="020B0604020202020204" pitchFamily="34" charset="0"/>
                      </a:rPr>
                      <m:t>−0.9</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up>
                        <m:r>
                          <a:rPr lang="en-IN" sz="1800" i="1">
                            <a:latin typeface="Cambria Math" panose="02040503050406030204" pitchFamily="18" charset="0"/>
                            <a:cs typeface="Arial" panose="020B0604020202020204" pitchFamily="34" charset="0"/>
                          </a:rPr>
                          <m:t>2</m:t>
                        </m:r>
                      </m:sup>
                    </m:sSubSup>
                  </m:oMath>
                </a14:m>
                <a:r>
                  <a:rPr lang="en-IN" sz="1800" dirty="0">
                    <a:latin typeface="Arial" panose="020B0604020202020204" pitchFamily="34" charset="0"/>
                    <a:cs typeface="Arial" panose="020B0604020202020204" pitchFamily="34" charset="0"/>
                  </a:rPr>
                  <a:t> = 245.3</a:t>
                </a: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1</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 17−2</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𝑤h𝑒𝑟𝑒</m:t>
                      </m:r>
                      <m:r>
                        <a:rPr lang="en-IN" sz="1800" i="1">
                          <a:latin typeface="Cambria Math" panose="02040503050406030204" pitchFamily="18" charset="0"/>
                          <a:cs typeface="Arial" panose="020B0604020202020204" pitchFamily="34" charset="0"/>
                        </a:rPr>
                        <m:t> </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=6.06 </m:t>
                      </m:r>
                    </m:oMath>
                  </m:oMathPara>
                </a14:m>
                <a:endParaRPr lang="en-IN" sz="1800" i="1" dirty="0">
                  <a:latin typeface="Cambria Math" panose="02040503050406030204" pitchFamily="18"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1</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=4.88</m:t>
                      </m:r>
                    </m:oMath>
                  </m:oMathPara>
                </a14:m>
                <a:endParaRPr lang="en-IN" sz="1800" i="1" dirty="0">
                  <a:latin typeface="Cambria Math" panose="02040503050406030204" pitchFamily="18"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2</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=27−1.8</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𝑤h𝑒𝑟𝑒</m:t>
                      </m:r>
                      <m:r>
                        <a:rPr lang="en-IN" sz="1800" i="1">
                          <a:latin typeface="Cambria Math" panose="02040503050406030204" pitchFamily="18" charset="0"/>
                          <a:cs typeface="Arial" panose="020B0604020202020204" pitchFamily="34" charset="0"/>
                        </a:rPr>
                        <m:t> </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Sub>
                      <m:r>
                        <a:rPr lang="en-IN" sz="1800" i="1">
                          <a:latin typeface="Cambria Math" panose="02040503050406030204" pitchFamily="18" charset="0"/>
                          <a:cs typeface="Arial" panose="020B0604020202020204" pitchFamily="34" charset="0"/>
                        </a:rPr>
                        <m:t>=9.89</m:t>
                      </m:r>
                    </m:oMath>
                  </m:oMathPara>
                </a14:m>
                <a:endParaRPr lang="en-IN" sz="1800" i="1" dirty="0">
                  <a:latin typeface="Cambria Math" panose="02040503050406030204" pitchFamily="18"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2</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=9.198</m:t>
                      </m:r>
                    </m:oMath>
                  </m:oMathPara>
                </a14:m>
                <a:endParaRPr lang="en-IN" sz="1800" i="1" dirty="0">
                  <a:latin typeface="Cambria Math" panose="02040503050406030204" pitchFamily="18"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𝑀𝑎𝑔𝑛𝑖𝑡𝑢𝑟𝑒</m:t>
                      </m:r>
                      <m:r>
                        <a:rPr lang="en-IN" sz="1800" i="1">
                          <a:latin typeface="Cambria Math" panose="02040503050406030204" pitchFamily="18" charset="0"/>
                          <a:cs typeface="Arial" panose="020B0604020202020204" pitchFamily="34" charset="0"/>
                        </a:rPr>
                        <m:t> </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𝑚</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m:t>
                      </m:r>
                      <m:r>
                        <m:rPr>
                          <m:sty m:val="p"/>
                        </m:rPr>
                        <a:rPr lang="en-IN" sz="1800">
                          <a:latin typeface="Cambria Math" panose="02040503050406030204" pitchFamily="18" charset="0"/>
                          <a:cs typeface="Arial" panose="020B0604020202020204" pitchFamily="34" charset="0"/>
                        </a:rPr>
                        <m:t>Sqrt</m:t>
                      </m:r>
                      <m:r>
                        <a:rPr lang="en-IN" sz="1800">
                          <a:latin typeface="Cambria Math" panose="02040503050406030204" pitchFamily="18" charset="0"/>
                          <a:cs typeface="Arial" panose="020B0604020202020204" pitchFamily="34" charset="0"/>
                        </a:rPr>
                        <m:t> ((</m:t>
                      </m:r>
                      <m:r>
                        <m:rPr>
                          <m:sty m:val="p"/>
                        </m:rPr>
                        <a:rPr lang="en-IN" sz="1800">
                          <a:latin typeface="Cambria Math" panose="02040503050406030204" pitchFamily="18" charset="0"/>
                          <a:cs typeface="Arial" panose="020B0604020202020204" pitchFamily="34" charset="0"/>
                        </a:rPr>
                        <m:t>G</m:t>
                      </m:r>
                      <m:r>
                        <a:rPr lang="en-IN" sz="1800" baseline="-25000">
                          <a:latin typeface="Cambria Math" panose="02040503050406030204" pitchFamily="18" charset="0"/>
                          <a:cs typeface="Arial" panose="020B0604020202020204" pitchFamily="34" charset="0"/>
                        </a:rPr>
                        <m:t>1</m:t>
                      </m:r>
                      <m:sSup>
                        <m:sSupPr>
                          <m:ctrlPr>
                            <a:rPr lang="en-IN" sz="1800" i="1">
                              <a:latin typeface="Cambria Math" panose="02040503050406030204" pitchFamily="18" charset="0"/>
                              <a:cs typeface="Arial" panose="020B0604020202020204" pitchFamily="34" charset="0"/>
                            </a:rPr>
                          </m:ctrlPr>
                        </m:sSupPr>
                        <m:e>
                          <m:r>
                            <m:rPr>
                              <m:sty m:val="p"/>
                            </m:rPr>
                            <a:rPr lang="en-IN" sz="1800">
                              <a:latin typeface="Cambria Math" panose="02040503050406030204" pitchFamily="18" charset="0"/>
                              <a:cs typeface="Arial" panose="020B0604020202020204" pitchFamily="34" charset="0"/>
                            </a:rPr>
                            <m:t>P</m:t>
                          </m:r>
                          <m:r>
                            <a:rPr lang="en-IN" sz="1800">
                              <a:latin typeface="Cambria Math" panose="02040503050406030204" pitchFamily="18" charset="0"/>
                              <a:cs typeface="Arial" panose="020B0604020202020204" pitchFamily="34" charset="0"/>
                            </a:rPr>
                            <m:t>)</m:t>
                          </m:r>
                        </m:e>
                        <m:sup>
                          <m:r>
                            <a:rPr lang="en-IN" sz="1800">
                              <a:latin typeface="Cambria Math" panose="02040503050406030204" pitchFamily="18" charset="0"/>
                              <a:cs typeface="Arial" panose="020B0604020202020204" pitchFamily="34" charset="0"/>
                            </a:rPr>
                            <m:t>2</m:t>
                          </m:r>
                        </m:sup>
                      </m:sSup>
                      <m:r>
                        <a:rPr lang="en-IN" sz="1800">
                          <a:latin typeface="Cambria Math" panose="02040503050406030204" pitchFamily="18" charset="0"/>
                          <a:cs typeface="Arial" panose="020B0604020202020204" pitchFamily="34" charset="0"/>
                        </a:rPr>
                        <m:t>+</m:t>
                      </m:r>
                      <m:d>
                        <m:dPr>
                          <m:ctrlPr>
                            <a:rPr lang="en-IN" sz="1800" i="1">
                              <a:latin typeface="Cambria Math" panose="02040503050406030204" pitchFamily="18" charset="0"/>
                              <a:cs typeface="Arial" panose="020B0604020202020204" pitchFamily="34" charset="0"/>
                            </a:rPr>
                          </m:ctrlPr>
                        </m:dPr>
                        <m:e>
                          <m:r>
                            <m:rPr>
                              <m:sty m:val="p"/>
                            </m:rPr>
                            <a:rPr lang="en-IN" sz="1800">
                              <a:latin typeface="Cambria Math" panose="02040503050406030204" pitchFamily="18" charset="0"/>
                              <a:cs typeface="Arial" panose="020B0604020202020204" pitchFamily="34" charset="0"/>
                            </a:rPr>
                            <m:t>G</m:t>
                          </m:r>
                          <m:r>
                            <a:rPr lang="en-IN" sz="1800" baseline="-25000">
                              <a:latin typeface="Cambria Math" panose="02040503050406030204" pitchFamily="18" charset="0"/>
                              <a:cs typeface="Arial" panose="020B0604020202020204" pitchFamily="34" charset="0"/>
                            </a:rPr>
                            <m:t>2</m:t>
                          </m:r>
                          <m:sSup>
                            <m:sSupPr>
                              <m:ctrlPr>
                                <a:rPr lang="en-IN" sz="1800" i="1">
                                  <a:latin typeface="Cambria Math" panose="02040503050406030204" pitchFamily="18" charset="0"/>
                                  <a:cs typeface="Arial" panose="020B0604020202020204" pitchFamily="34" charset="0"/>
                                </a:rPr>
                              </m:ctrlPr>
                            </m:sSupPr>
                            <m:e>
                              <m:r>
                                <m:rPr>
                                  <m:sty m:val="p"/>
                                </m:rPr>
                                <a:rPr lang="en-IN" sz="1800">
                                  <a:latin typeface="Cambria Math" panose="02040503050406030204" pitchFamily="18" charset="0"/>
                                  <a:cs typeface="Arial" panose="020B0604020202020204" pitchFamily="34" charset="0"/>
                                </a:rPr>
                                <m:t>P</m:t>
                              </m:r>
                              <m:r>
                                <a:rPr lang="en-IN" sz="1800">
                                  <a:latin typeface="Cambria Math" panose="02040503050406030204" pitchFamily="18" charset="0"/>
                                  <a:cs typeface="Arial" panose="020B0604020202020204" pitchFamily="34" charset="0"/>
                                </a:rPr>
                                <m:t>)</m:t>
                              </m:r>
                            </m:e>
                            <m:sup>
                              <m:r>
                                <a:rPr lang="en-IN" sz="1800">
                                  <a:latin typeface="Cambria Math" panose="02040503050406030204" pitchFamily="18" charset="0"/>
                                  <a:cs typeface="Arial" panose="020B0604020202020204" pitchFamily="34" charset="0"/>
                                </a:rPr>
                                <m:t>2</m:t>
                              </m:r>
                            </m:sup>
                          </m:sSup>
                        </m:e>
                      </m:d>
                      <m:r>
                        <a:rPr lang="en-IN" sz="1800" i="1">
                          <a:latin typeface="Cambria Math" panose="02040503050406030204" pitchFamily="18" charset="0"/>
                          <a:cs typeface="Arial" panose="020B0604020202020204" pitchFamily="34" charset="0"/>
                        </a:rPr>
                        <m:t>=10.41</m:t>
                      </m:r>
                    </m:oMath>
                  </m:oMathPara>
                </a14:m>
                <a:endParaRPr lang="en-IN" sz="1800" dirty="0">
                  <a:latin typeface="Arial" panose="020B0604020202020204" pitchFamily="34" charset="0"/>
                  <a:cs typeface="Arial" panose="020B0604020202020204" pitchFamily="34" charset="0"/>
                </a:endParaRPr>
              </a:p>
              <a:p>
                <a:pPr marL="0" indent="0" algn="just" latinLnBrk="0">
                  <a:buNone/>
                </a:pPr>
                <a:r>
                  <a:rPr lang="en-IN" sz="1800" dirty="0">
                    <a:latin typeface="Arial" panose="020B0604020202020204" pitchFamily="34" charset="0"/>
                    <a:cs typeface="Arial" panose="020B0604020202020204" pitchFamily="34" charset="0"/>
                  </a:rPr>
                  <a:t>New, x1 and x2..i.e., </a:t>
                </a:r>
                <a14:m>
                  <m:oMath xmlns:m="http://schemas.openxmlformats.org/officeDocument/2006/math">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r>
                          <a:rPr lang="en-IN" sz="1800" i="1" dirty="0">
                            <a:latin typeface="Cambria Math" panose="02040503050406030204" pitchFamily="18" charset="0"/>
                            <a:cs typeface="Arial" panose="020B0604020202020204" pitchFamily="34" charset="0"/>
                          </a:rPr>
                          <m:t>′</m:t>
                        </m:r>
                      </m:sup>
                    </m:sSubSup>
                    <m:r>
                      <a:rPr lang="en-IN" sz="1800" i="1" dirty="0">
                        <a:latin typeface="Cambria Math" panose="02040503050406030204" pitchFamily="18" charset="0"/>
                        <a:cs typeface="Arial" panose="020B0604020202020204" pitchFamily="34" charset="0"/>
                      </a:rPr>
                      <m:t>𝑎𝑛𝑑</m:t>
                    </m:r>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r>
                          <a:rPr lang="en-IN" sz="1800" i="1" dirty="0">
                            <a:latin typeface="Cambria Math" panose="02040503050406030204" pitchFamily="18" charset="0"/>
                            <a:cs typeface="Arial" panose="020B0604020202020204" pitchFamily="34" charset="0"/>
                          </a:rPr>
                          <m:t>′</m:t>
                        </m:r>
                      </m:sup>
                    </m:sSubSup>
                  </m:oMath>
                </a14:m>
                <a:endParaRPr lang="en-IN" sz="1800" dirty="0">
                  <a:latin typeface="Arial" panose="020B0604020202020204" pitchFamily="34" charset="0"/>
                  <a:cs typeface="Arial" panose="020B0604020202020204" pitchFamily="34" charset="0"/>
                </a:endParaRPr>
              </a:p>
              <a:p>
                <a:pPr marL="0" indent="0" algn="just" latinLnBrk="0">
                  <a:buNone/>
                </a:pPr>
                <a14:m>
                  <m:oMath xmlns:m="http://schemas.openxmlformats.org/officeDocument/2006/math">
                    <m:r>
                      <a:rPr lang="en-IN" sz="1800" i="1" dirty="0">
                        <a:latin typeface="Cambria Math" panose="02040503050406030204" pitchFamily="18" charset="0"/>
                        <a:cs typeface="Arial" panose="020B0604020202020204" pitchFamily="34" charset="0"/>
                      </a:rPr>
                      <m:t>𝑁𝑒𝑤</m:t>
                    </m:r>
                    <m:r>
                      <a:rPr lang="en-IN" sz="1800" i="1" dirty="0">
                        <a:latin typeface="Cambria Math" panose="02040503050406030204" pitchFamily="18" charset="0"/>
                        <a:cs typeface="Arial" panose="020B0604020202020204" pitchFamily="34" charset="0"/>
                      </a:rPr>
                      <m:t> </m:t>
                    </m:r>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sSubSup>
                  </m:oMath>
                </a14:m>
                <a:r>
                  <a:rPr lang="en-IN" sz="1800" dirty="0">
                    <a:latin typeface="Arial" panose="020B0604020202020204" pitchFamily="34" charset="0"/>
                    <a:cs typeface="Arial" panose="020B0604020202020204" pitchFamily="34" charset="0"/>
                  </a:rPr>
                  <a:t> = </a:t>
                </a:r>
                <a14:m>
                  <m:oMath xmlns:m="http://schemas.openxmlformats.org/officeDocument/2006/math">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sSubSup>
                    <m:r>
                      <a:rPr lang="en-IN" sz="1800" i="1" dirty="0">
                        <a:latin typeface="Cambria Math" panose="02040503050406030204" pitchFamily="18" charset="0"/>
                        <a:cs typeface="Arial" panose="020B0604020202020204" pitchFamily="34" charset="0"/>
                      </a:rPr>
                      <m:t>+</m:t>
                    </m:r>
                    <m:r>
                      <a:rPr lang="en-IN" sz="1800" i="1" dirty="0">
                        <a:latin typeface="Cambria Math" panose="02040503050406030204" pitchFamily="18" charset="0"/>
                        <a:cs typeface="Arial" panose="020B0604020202020204" pitchFamily="34" charset="0"/>
                      </a:rPr>
                      <m:t>𝐶</m:t>
                    </m:r>
                    <m:d>
                      <m:dPr>
                        <m:ctrlPr>
                          <a:rPr lang="en-IN" sz="1800" i="1" dirty="0">
                            <a:latin typeface="Cambria Math" panose="02040503050406030204" pitchFamily="18" charset="0"/>
                            <a:cs typeface="Arial" panose="020B0604020202020204" pitchFamily="34" charset="0"/>
                          </a:rPr>
                        </m:ctrlPr>
                      </m:dPr>
                      <m:e>
                        <m:f>
                          <m:fPr>
                            <m:ctrlPr>
                              <a:rPr lang="en-IN" sz="1800" i="1" dirty="0">
                                <a:latin typeface="Cambria Math" panose="02040503050406030204" pitchFamily="18" charset="0"/>
                                <a:cs typeface="Arial" panose="020B0604020202020204" pitchFamily="34" charset="0"/>
                              </a:rPr>
                            </m:ctrlPr>
                          </m:fPr>
                          <m:num>
                            <m:r>
                              <a:rPr lang="en-IN" sz="1800" i="1" dirty="0">
                                <a:latin typeface="Cambria Math" panose="02040503050406030204" pitchFamily="18" charset="0"/>
                                <a:cs typeface="Arial" panose="020B0604020202020204" pitchFamily="34" charset="0"/>
                              </a:rPr>
                              <m:t>𝐺</m:t>
                            </m:r>
                            <m:r>
                              <a:rPr lang="en-IN" sz="1800" i="1" baseline="-25000" dirty="0">
                                <a:latin typeface="Cambria Math" panose="02040503050406030204" pitchFamily="18" charset="0"/>
                                <a:cs typeface="Arial" panose="020B0604020202020204" pitchFamily="34" charset="0"/>
                              </a:rPr>
                              <m:t>1</m:t>
                            </m:r>
                            <m:r>
                              <a:rPr lang="en-IN" sz="1800" i="1" dirty="0">
                                <a:latin typeface="Cambria Math" panose="02040503050406030204" pitchFamily="18" charset="0"/>
                                <a:cs typeface="Arial" panose="020B0604020202020204" pitchFamily="34" charset="0"/>
                              </a:rPr>
                              <m:t>𝑃</m:t>
                            </m:r>
                          </m:num>
                          <m:den>
                            <m:r>
                              <a:rPr lang="en-IN" sz="1800" i="1" dirty="0">
                                <a:latin typeface="Cambria Math" panose="02040503050406030204" pitchFamily="18" charset="0"/>
                                <a:cs typeface="Arial" panose="020B0604020202020204" pitchFamily="34" charset="0"/>
                              </a:rPr>
                              <m:t>𝑚</m:t>
                            </m:r>
                          </m:den>
                        </m:f>
                      </m:e>
                    </m:d>
                    <m:r>
                      <a:rPr lang="en-IN" sz="1800" dirty="0">
                        <a:latin typeface="Cambria Math" panose="02040503050406030204" pitchFamily="18" charset="0"/>
                        <a:cs typeface="Arial" panose="020B0604020202020204" pitchFamily="34" charset="0"/>
                      </a:rPr>
                      <m:t>=</m:t>
                    </m:r>
                    <m:r>
                      <a:rPr lang="en-IN" sz="1800" i="1" dirty="0">
                        <a:latin typeface="Cambria Math" panose="02040503050406030204" pitchFamily="18" charset="0"/>
                        <a:cs typeface="Arial" panose="020B0604020202020204" pitchFamily="34" charset="0"/>
                      </a:rPr>
                      <m:t>7.935</m:t>
                    </m:r>
                  </m:oMath>
                </a14:m>
                <a:endParaRPr lang="en-IN" sz="1800" i="1" dirty="0">
                  <a:latin typeface="Cambria Math" panose="02040503050406030204" pitchFamily="18" charset="0"/>
                  <a:cs typeface="Arial" panose="020B0604020202020204" pitchFamily="34" charset="0"/>
                </a:endParaRPr>
              </a:p>
              <a:p>
                <a:pPr marL="0" indent="0" algn="just" latinLnBrk="0">
                  <a:buNone/>
                </a:pPr>
                <a14:m>
                  <m:oMath xmlns:m="http://schemas.openxmlformats.org/officeDocument/2006/math">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𝑁𝑒𝑤</m:t>
                        </m:r>
                        <m:r>
                          <a:rPr lang="en-IN" sz="1800" i="1" dirty="0">
                            <a:latin typeface="Cambria Math" panose="02040503050406030204" pitchFamily="18" charset="0"/>
                            <a:cs typeface="Arial" panose="020B0604020202020204" pitchFamily="34" charset="0"/>
                          </a:rPr>
                          <m:t>  </m:t>
                        </m:r>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sSubSup>
                  </m:oMath>
                </a14:m>
                <a:r>
                  <a:rPr lang="en-IN" sz="1800" dirty="0">
                    <a:latin typeface="Arial" panose="020B0604020202020204" pitchFamily="34" charset="0"/>
                    <a:cs typeface="Arial" panose="020B0604020202020204" pitchFamily="34" charset="0"/>
                  </a:rPr>
                  <a:t> = </a:t>
                </a:r>
                <a14:m>
                  <m:oMath xmlns:m="http://schemas.openxmlformats.org/officeDocument/2006/math">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sSubSup>
                    <m:r>
                      <a:rPr lang="en-IN" sz="1800" i="1" dirty="0">
                        <a:latin typeface="Cambria Math" panose="02040503050406030204" pitchFamily="18" charset="0"/>
                        <a:cs typeface="Arial" panose="020B0604020202020204" pitchFamily="34" charset="0"/>
                      </a:rPr>
                      <m:t>+</m:t>
                    </m:r>
                    <m:r>
                      <a:rPr lang="en-IN" sz="1800" i="1" dirty="0">
                        <a:latin typeface="Cambria Math" panose="02040503050406030204" pitchFamily="18" charset="0"/>
                        <a:cs typeface="Arial" panose="020B0604020202020204" pitchFamily="34" charset="0"/>
                      </a:rPr>
                      <m:t>𝐶</m:t>
                    </m:r>
                    <m:d>
                      <m:dPr>
                        <m:ctrlPr>
                          <a:rPr lang="en-IN" sz="1800" i="1" dirty="0">
                            <a:latin typeface="Cambria Math" panose="02040503050406030204" pitchFamily="18" charset="0"/>
                            <a:cs typeface="Arial" panose="020B0604020202020204" pitchFamily="34" charset="0"/>
                          </a:rPr>
                        </m:ctrlPr>
                      </m:dPr>
                      <m:e>
                        <m:f>
                          <m:fPr>
                            <m:ctrlPr>
                              <a:rPr lang="en-IN" sz="1800" i="1" dirty="0">
                                <a:latin typeface="Cambria Math" panose="02040503050406030204" pitchFamily="18" charset="0"/>
                                <a:cs typeface="Arial" panose="020B0604020202020204" pitchFamily="34" charset="0"/>
                              </a:rPr>
                            </m:ctrlPr>
                          </m:fPr>
                          <m:num>
                            <m:r>
                              <a:rPr lang="en-IN" sz="1800" i="1" dirty="0">
                                <a:latin typeface="Cambria Math" panose="02040503050406030204" pitchFamily="18" charset="0"/>
                                <a:cs typeface="Arial" panose="020B0604020202020204" pitchFamily="34" charset="0"/>
                              </a:rPr>
                              <m:t>𝐺</m:t>
                            </m:r>
                            <m:r>
                              <a:rPr lang="en-IN" sz="1800" i="1" baseline="-25000" dirty="0">
                                <a:latin typeface="Cambria Math" panose="02040503050406030204" pitchFamily="18" charset="0"/>
                                <a:cs typeface="Arial" panose="020B0604020202020204" pitchFamily="34" charset="0"/>
                              </a:rPr>
                              <m:t>2</m:t>
                            </m:r>
                            <m:r>
                              <a:rPr lang="en-IN" sz="1800" i="1" dirty="0">
                                <a:latin typeface="Cambria Math" panose="02040503050406030204" pitchFamily="18" charset="0"/>
                                <a:cs typeface="Arial" panose="020B0604020202020204" pitchFamily="34" charset="0"/>
                              </a:rPr>
                              <m:t>𝑃</m:t>
                            </m:r>
                          </m:num>
                          <m:den>
                            <m:r>
                              <a:rPr lang="en-IN" sz="1800" i="1" dirty="0">
                                <a:latin typeface="Cambria Math" panose="02040503050406030204" pitchFamily="18" charset="0"/>
                                <a:cs typeface="Arial" panose="020B0604020202020204" pitchFamily="34" charset="0"/>
                              </a:rPr>
                              <m:t>𝑚</m:t>
                            </m:r>
                          </m:den>
                        </m:f>
                      </m:e>
                    </m:d>
                    <m:r>
                      <a:rPr lang="en-IN" sz="1800" dirty="0">
                        <a:latin typeface="Cambria Math" panose="02040503050406030204" pitchFamily="18" charset="0"/>
                        <a:cs typeface="Arial" panose="020B0604020202020204" pitchFamily="34" charset="0"/>
                      </a:rPr>
                      <m:t>=13.42</m:t>
                    </m:r>
                  </m:oMath>
                </a14:m>
                <a:endParaRPr lang="en-IN" sz="1800" dirty="0">
                  <a:latin typeface="Cambria Math" panose="02040503050406030204" pitchFamily="18" charset="0"/>
                  <a:cs typeface="Arial" panose="020B0604020202020204" pitchFamily="34" charset="0"/>
                </a:endParaRPr>
              </a:p>
              <a:p>
                <a:pPr marL="0" indent="0" algn="just" latinLnBrk="0">
                  <a:buNone/>
                </a:pPr>
                <a14:m>
                  <m:oMath xmlns:m="http://schemas.openxmlformats.org/officeDocument/2006/math">
                    <m:r>
                      <a:rPr lang="en-IN" sz="1800" i="1">
                        <a:latin typeface="Cambria Math" panose="02040503050406030204" pitchFamily="18" charset="0"/>
                        <a:cs typeface="Arial" panose="020B0604020202020204" pitchFamily="34" charset="0"/>
                      </a:rPr>
                      <m:t>𝑇h𝑒𝑛</m:t>
                    </m:r>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𝑍</m:t>
                    </m:r>
                    <m:d>
                      <m:dPr>
                        <m:ctrlPr>
                          <a:rPr lang="en-IN" sz="1800" i="1">
                            <a:latin typeface="Cambria Math" panose="02040503050406030204" pitchFamily="18" charset="0"/>
                            <a:cs typeface="Arial" panose="020B0604020202020204" pitchFamily="34" charset="0"/>
                          </a:rPr>
                        </m:ctrlPr>
                      </m:dPr>
                      <m:e>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r>
                              <a:rPr lang="en-IN" sz="1800" i="1" dirty="0">
                                <a:latin typeface="Cambria Math" panose="02040503050406030204" pitchFamily="18" charset="0"/>
                                <a:cs typeface="Arial" panose="020B0604020202020204" pitchFamily="34" charset="0"/>
                              </a:rPr>
                              <m:t>′</m:t>
                            </m:r>
                          </m:sup>
                        </m:sSubSup>
                        <m:r>
                          <a:rPr lang="en-IN" sz="1800" i="1" dirty="0">
                            <a:latin typeface="Cambria Math" panose="02040503050406030204" pitchFamily="18" charset="0"/>
                            <a:cs typeface="Arial" panose="020B0604020202020204" pitchFamily="34" charset="0"/>
                          </a:rPr>
                          <m:t>,</m:t>
                        </m:r>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r>
                              <a:rPr lang="en-IN" sz="1800" i="1" dirty="0">
                                <a:latin typeface="Cambria Math" panose="02040503050406030204" pitchFamily="18" charset="0"/>
                                <a:cs typeface="Arial" panose="020B0604020202020204" pitchFamily="34" charset="0"/>
                              </a:rPr>
                              <m:t>′</m:t>
                            </m:r>
                          </m:sup>
                        </m:sSubSup>
                      </m:e>
                    </m:d>
                    <m:r>
                      <a:rPr lang="en-IN" sz="1800">
                        <a:latin typeface="Cambria Math" panose="02040503050406030204" pitchFamily="18" charset="0"/>
                        <a:cs typeface="Arial" panose="020B0604020202020204" pitchFamily="34" charset="0"/>
                      </a:rPr>
                      <m:t>=</m:t>
                    </m:r>
                    <m:r>
                      <m:rPr>
                        <m:sty m:val="p"/>
                      </m:rPr>
                      <a:rPr lang="en-IN" sz="1800">
                        <a:latin typeface="Cambria Math" panose="02040503050406030204" pitchFamily="18" charset="0"/>
                        <a:cs typeface="Arial" panose="020B0604020202020204" pitchFamily="34" charset="0"/>
                      </a:rPr>
                      <m:t>Z</m:t>
                    </m:r>
                    <m:d>
                      <m:dPr>
                        <m:ctrlPr>
                          <a:rPr lang="en-IN" sz="1800" i="1">
                            <a:latin typeface="Cambria Math" panose="02040503050406030204" pitchFamily="18" charset="0"/>
                            <a:cs typeface="Arial" panose="020B0604020202020204" pitchFamily="34" charset="0"/>
                          </a:rPr>
                        </m:ctrlPr>
                      </m:dPr>
                      <m:e>
                        <m:r>
                          <a:rPr lang="en-IN" sz="1800">
                            <a:latin typeface="Cambria Math" panose="02040503050406030204" pitchFamily="18" charset="0"/>
                            <a:cs typeface="Arial" panose="020B0604020202020204" pitchFamily="34" charset="0"/>
                          </a:rPr>
                          <m:t>7.935, 13.42</m:t>
                        </m:r>
                      </m:e>
                    </m:d>
                    <m:r>
                      <a:rPr lang="en-IN" sz="1800">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+27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Sub>
                    <m:r>
                      <a:rPr lang="en-IN" sz="1800" i="1">
                        <a:latin typeface="Cambria Math" panose="02040503050406030204" pitchFamily="18" charset="0"/>
                        <a:cs typeface="Arial" panose="020B0604020202020204" pitchFamily="34" charset="0"/>
                      </a:rPr>
                      <m:t>−</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up>
                        <m:r>
                          <a:rPr lang="en-IN" sz="1800" i="1">
                            <a:latin typeface="Cambria Math" panose="02040503050406030204" pitchFamily="18" charset="0"/>
                            <a:cs typeface="Arial" panose="020B0604020202020204" pitchFamily="34" charset="0"/>
                          </a:rPr>
                          <m:t>2</m:t>
                        </m:r>
                      </m:sup>
                    </m:sSubSup>
                    <m:r>
                      <a:rPr lang="en-IN" sz="1800" i="1">
                        <a:latin typeface="Cambria Math" panose="02040503050406030204" pitchFamily="18" charset="0"/>
                        <a:cs typeface="Arial" panose="020B0604020202020204" pitchFamily="34" charset="0"/>
                      </a:rPr>
                      <m:t>−0.9</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up>
                        <m:r>
                          <a:rPr lang="en-IN" sz="1800" i="1">
                            <a:latin typeface="Cambria Math" panose="02040503050406030204" pitchFamily="18" charset="0"/>
                            <a:cs typeface="Arial" panose="020B0604020202020204" pitchFamily="34" charset="0"/>
                          </a:rPr>
                          <m:t>2</m:t>
                        </m:r>
                      </m:sup>
                    </m:sSubSup>
                  </m:oMath>
                </a14:m>
                <a:r>
                  <a:rPr lang="en-IN" sz="1800" dirty="0">
                    <a:latin typeface="Arial" panose="020B0604020202020204" pitchFamily="34" charset="0"/>
                    <a:cs typeface="Arial" panose="020B0604020202020204" pitchFamily="34" charset="0"/>
                  </a:rPr>
                  <a:t> = 272.19</a:t>
                </a:r>
              </a:p>
              <a:p>
                <a:pPr marL="0" indent="0" algn="just" latinLnBrk="0">
                  <a:buNone/>
                </a:pPr>
                <a:endParaRPr lang="en-IN" sz="1800" dirty="0">
                  <a:latin typeface="Arial" panose="020B0604020202020204" pitchFamily="34" charset="0"/>
                  <a:cs typeface="Arial" panose="020B0604020202020204" pitchFamily="34" charset="0"/>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3"/>
                <a:stretch>
                  <a:fillRect l="-833" t="-829"/>
                </a:stretch>
              </a:blipFill>
            </p:spPr>
            <p:txBody>
              <a:bodyPr/>
              <a:lstStyle/>
              <a:p>
                <a:r>
                  <a:rPr lang="en-IN">
                    <a:noFill/>
                  </a:rPr>
                  <a:t> </a:t>
                </a:r>
              </a:p>
            </p:txBody>
          </p:sp>
        </mc:Fallback>
      </mc:AlternateContent>
    </p:spTree>
    <p:extLst>
      <p:ext uri="{BB962C8B-B14F-4D97-AF65-F5344CB8AC3E}">
        <p14:creationId xmlns:p14="http://schemas.microsoft.com/office/powerpoint/2010/main" val="17588581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marL="0" indent="0" algn="just" latinLnBrk="0">
                  <a:buNone/>
                </a:pPr>
                <a14:m>
                  <m:oMath xmlns:m="http://schemas.openxmlformats.org/officeDocument/2006/math">
                    <m:r>
                      <a:rPr lang="en-IN" sz="1800" i="1">
                        <a:latin typeface="Cambria Math" panose="02040503050406030204" pitchFamily="18" charset="0"/>
                        <a:cs typeface="Arial" panose="020B0604020202020204" pitchFamily="34" charset="0"/>
                      </a:rPr>
                      <m:t>𝑇</m:t>
                    </m:r>
                    <m:r>
                      <a:rPr lang="en-IN" sz="1800" i="1">
                        <a:latin typeface="Cambria Math" panose="02040503050406030204" pitchFamily="18" charset="0"/>
                        <a:cs typeface="Arial" panose="020B0604020202020204" pitchFamily="34" charset="0"/>
                      </a:rPr>
                      <m:t>h</m:t>
                    </m:r>
                    <m:r>
                      <a:rPr lang="en-IN" sz="1800" i="1">
                        <a:latin typeface="Cambria Math" panose="02040503050406030204" pitchFamily="18" charset="0"/>
                        <a:cs typeface="Arial" panose="020B0604020202020204" pitchFamily="34" charset="0"/>
                      </a:rPr>
                      <m:t>𝑒𝑛</m:t>
                    </m:r>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𝑍</m:t>
                    </m:r>
                    <m:d>
                      <m:dPr>
                        <m:ctrlPr>
                          <a:rPr lang="en-IN" sz="1800" i="1">
                            <a:latin typeface="Cambria Math" panose="02040503050406030204" pitchFamily="18" charset="0"/>
                            <a:cs typeface="Arial" panose="020B0604020202020204" pitchFamily="34" charset="0"/>
                          </a:rPr>
                        </m:ctrlPr>
                      </m:dPr>
                      <m:e>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r>
                              <a:rPr lang="en-IN" sz="1800" i="1" dirty="0">
                                <a:latin typeface="Cambria Math" panose="02040503050406030204" pitchFamily="18" charset="0"/>
                                <a:cs typeface="Arial" panose="020B0604020202020204" pitchFamily="34" charset="0"/>
                              </a:rPr>
                              <m:t>′</m:t>
                            </m:r>
                          </m:sup>
                        </m:sSubSup>
                        <m:r>
                          <a:rPr lang="en-IN" sz="1800" i="1" dirty="0">
                            <a:latin typeface="Cambria Math" panose="02040503050406030204" pitchFamily="18" charset="0"/>
                            <a:cs typeface="Arial" panose="020B0604020202020204" pitchFamily="34" charset="0"/>
                          </a:rPr>
                          <m:t>,</m:t>
                        </m:r>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r>
                              <a:rPr lang="en-IN" sz="1800" i="1" dirty="0">
                                <a:latin typeface="Cambria Math" panose="02040503050406030204" pitchFamily="18" charset="0"/>
                                <a:cs typeface="Arial" panose="020B0604020202020204" pitchFamily="34" charset="0"/>
                              </a:rPr>
                              <m:t>′</m:t>
                            </m:r>
                          </m:sup>
                        </m:sSubSup>
                      </m:e>
                    </m:d>
                    <m:r>
                      <a:rPr lang="en-IN" sz="1800">
                        <a:latin typeface="Cambria Math" panose="02040503050406030204" pitchFamily="18" charset="0"/>
                        <a:cs typeface="Arial" panose="020B0604020202020204" pitchFamily="34" charset="0"/>
                      </a:rPr>
                      <m:t>=</m:t>
                    </m:r>
                    <m:r>
                      <m:rPr>
                        <m:sty m:val="p"/>
                      </m:rPr>
                      <a:rPr lang="en-IN" sz="1800">
                        <a:latin typeface="Cambria Math" panose="02040503050406030204" pitchFamily="18" charset="0"/>
                        <a:cs typeface="Arial" panose="020B0604020202020204" pitchFamily="34" charset="0"/>
                      </a:rPr>
                      <m:t>Z</m:t>
                    </m:r>
                    <m:d>
                      <m:dPr>
                        <m:ctrlPr>
                          <a:rPr lang="en-IN" sz="1800" i="1">
                            <a:latin typeface="Cambria Math" panose="02040503050406030204" pitchFamily="18" charset="0"/>
                            <a:cs typeface="Arial" panose="020B0604020202020204" pitchFamily="34" charset="0"/>
                          </a:rPr>
                        </m:ctrlPr>
                      </m:dPr>
                      <m:e>
                        <m:r>
                          <a:rPr lang="en-IN" sz="1800">
                            <a:latin typeface="Cambria Math" panose="02040503050406030204" pitchFamily="18" charset="0"/>
                            <a:cs typeface="Arial" panose="020B0604020202020204" pitchFamily="34" charset="0"/>
                          </a:rPr>
                          <m:t>7</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935</m:t>
                        </m:r>
                        <m:r>
                          <a:rPr lang="en-IN" sz="1800">
                            <a:latin typeface="Cambria Math" panose="02040503050406030204" pitchFamily="18" charset="0"/>
                            <a:cs typeface="Arial" panose="020B0604020202020204" pitchFamily="34" charset="0"/>
                          </a:rPr>
                          <m:t>, </m:t>
                        </m:r>
                        <m:r>
                          <a:rPr lang="en-IN" sz="1800">
                            <a:latin typeface="Cambria Math" panose="02040503050406030204" pitchFamily="18" charset="0"/>
                            <a:cs typeface="Arial" panose="020B0604020202020204" pitchFamily="34" charset="0"/>
                          </a:rPr>
                          <m:t>13</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42</m:t>
                        </m:r>
                      </m:e>
                    </m:d>
                    <m:r>
                      <a:rPr lang="en-IN" sz="1800">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Sub>
                    <m:r>
                      <a:rPr lang="en-IN" sz="1800" i="1">
                        <a:latin typeface="Cambria Math" panose="02040503050406030204" pitchFamily="18" charset="0"/>
                        <a:cs typeface="Arial" panose="020B0604020202020204" pitchFamily="34" charset="0"/>
                      </a:rPr>
                      <m:t>−</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up>
                        <m:r>
                          <a:rPr lang="en-IN" sz="1800" i="1">
                            <a:latin typeface="Cambria Math" panose="02040503050406030204" pitchFamily="18" charset="0"/>
                            <a:cs typeface="Arial" panose="020B0604020202020204" pitchFamily="34" charset="0"/>
                          </a:rPr>
                          <m:t>2</m:t>
                        </m:r>
                      </m:sup>
                    </m:sSubSup>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0</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9</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up>
                        <m:r>
                          <a:rPr lang="en-IN" sz="1800" i="1">
                            <a:latin typeface="Cambria Math" panose="02040503050406030204" pitchFamily="18" charset="0"/>
                            <a:cs typeface="Arial" panose="020B0604020202020204" pitchFamily="34" charset="0"/>
                          </a:rPr>
                          <m:t>2</m:t>
                        </m:r>
                      </m:sup>
                    </m:sSubSup>
                  </m:oMath>
                </a14:m>
                <a:r>
                  <a:rPr lang="en-IN" sz="1800" dirty="0">
                    <a:latin typeface="Arial" panose="020B0604020202020204" pitchFamily="34" charset="0"/>
                    <a:cs typeface="Arial" panose="020B0604020202020204" pitchFamily="34" charset="0"/>
                  </a:rPr>
                  <a:t> = 272.19</a:t>
                </a: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1</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17</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𝑤</m:t>
                      </m:r>
                      <m:r>
                        <a:rPr lang="en-IN" sz="1800" i="1">
                          <a:latin typeface="Cambria Math" panose="02040503050406030204" pitchFamily="18" charset="0"/>
                          <a:cs typeface="Arial" panose="020B0604020202020204" pitchFamily="34" charset="0"/>
                        </a:rPr>
                        <m:t>h</m:t>
                      </m:r>
                      <m:r>
                        <a:rPr lang="en-IN" sz="1800" i="1">
                          <a:latin typeface="Cambria Math" panose="02040503050406030204" pitchFamily="18" charset="0"/>
                          <a:cs typeface="Arial" panose="020B0604020202020204" pitchFamily="34" charset="0"/>
                        </a:rPr>
                        <m:t>𝑒𝑟𝑒</m:t>
                      </m:r>
                      <m:r>
                        <a:rPr lang="en-IN" sz="1800" i="1">
                          <a:latin typeface="Cambria Math" panose="02040503050406030204" pitchFamily="18" charset="0"/>
                          <a:cs typeface="Arial" panose="020B0604020202020204" pitchFamily="34" charset="0"/>
                        </a:rPr>
                        <m:t> </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7</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935</m:t>
                      </m:r>
                      <m:r>
                        <a:rPr lang="en-IN" sz="1800" i="1">
                          <a:latin typeface="Cambria Math" panose="02040503050406030204" pitchFamily="18" charset="0"/>
                          <a:cs typeface="Arial" panose="020B0604020202020204" pitchFamily="34" charset="0"/>
                        </a:rPr>
                        <m:t> </m:t>
                      </m:r>
                    </m:oMath>
                  </m:oMathPara>
                </a14:m>
                <a:endParaRPr lang="en-IN" sz="1800" i="1" dirty="0">
                  <a:latin typeface="Cambria Math" panose="02040503050406030204" pitchFamily="18"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1</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13</m:t>
                      </m:r>
                    </m:oMath>
                  </m:oMathPara>
                </a14:m>
                <a:endParaRPr lang="en-IN" sz="1800" i="1" dirty="0">
                  <a:latin typeface="Cambria Math" panose="02040503050406030204" pitchFamily="18"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2</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27</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8</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𝑤</m:t>
                      </m:r>
                      <m:r>
                        <a:rPr lang="en-IN" sz="1800" i="1">
                          <a:latin typeface="Cambria Math" panose="02040503050406030204" pitchFamily="18" charset="0"/>
                          <a:cs typeface="Arial" panose="020B0604020202020204" pitchFamily="34" charset="0"/>
                        </a:rPr>
                        <m:t>h</m:t>
                      </m:r>
                      <m:r>
                        <a:rPr lang="en-IN" sz="1800" i="1">
                          <a:latin typeface="Cambria Math" panose="02040503050406030204" pitchFamily="18" charset="0"/>
                          <a:cs typeface="Arial" panose="020B0604020202020204" pitchFamily="34" charset="0"/>
                        </a:rPr>
                        <m:t>𝑒𝑟𝑒</m:t>
                      </m:r>
                      <m:r>
                        <a:rPr lang="en-IN" sz="1800" i="1">
                          <a:latin typeface="Cambria Math" panose="02040503050406030204" pitchFamily="18" charset="0"/>
                          <a:cs typeface="Arial" panose="020B0604020202020204" pitchFamily="34" charset="0"/>
                        </a:rPr>
                        <m:t> </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13</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42</m:t>
                      </m:r>
                    </m:oMath>
                  </m:oMathPara>
                </a14:m>
                <a:endParaRPr lang="en-IN" sz="1800" i="1" dirty="0">
                  <a:latin typeface="Cambria Math" panose="02040503050406030204" pitchFamily="18"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𝐺</m:t>
                      </m:r>
                      <m:r>
                        <a:rPr lang="en-IN" sz="1800" i="1" baseline="-25000">
                          <a:latin typeface="Cambria Math" panose="02040503050406030204" pitchFamily="18" charset="0"/>
                          <a:cs typeface="Arial" panose="020B0604020202020204" pitchFamily="34" charset="0"/>
                        </a:rPr>
                        <m:t>2</m:t>
                      </m:r>
                      <m:r>
                        <a:rPr lang="en-IN" sz="1800" i="1">
                          <a:latin typeface="Cambria Math" panose="02040503050406030204" pitchFamily="18" charset="0"/>
                          <a:cs typeface="Arial" panose="020B0604020202020204" pitchFamily="34" charset="0"/>
                        </a:rPr>
                        <m:t>𝑃</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844</m:t>
                      </m:r>
                    </m:oMath>
                  </m:oMathPara>
                </a14:m>
                <a:endParaRPr lang="en-IN" sz="1800" i="1" dirty="0">
                  <a:latin typeface="Cambria Math" panose="02040503050406030204" pitchFamily="18"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𝑀𝑎𝑔𝑛𝑖𝑡𝑢𝑟𝑒</m:t>
                      </m:r>
                      <m:r>
                        <a:rPr lang="en-IN" sz="1800" i="1">
                          <a:latin typeface="Cambria Math" panose="02040503050406030204" pitchFamily="18" charset="0"/>
                          <a:cs typeface="Arial" panose="020B0604020202020204" pitchFamily="34" charset="0"/>
                        </a:rPr>
                        <m:t> </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𝑚</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m:t>
                      </m:r>
                      <m:r>
                        <m:rPr>
                          <m:sty m:val="p"/>
                        </m:rPr>
                        <a:rPr lang="en-IN" sz="1800">
                          <a:latin typeface="Cambria Math" panose="02040503050406030204" pitchFamily="18" charset="0"/>
                          <a:cs typeface="Arial" panose="020B0604020202020204" pitchFamily="34" charset="0"/>
                        </a:rPr>
                        <m:t>Sqrt</m:t>
                      </m:r>
                      <m:r>
                        <a:rPr lang="en-IN" sz="1800">
                          <a:latin typeface="Cambria Math" panose="02040503050406030204" pitchFamily="18" charset="0"/>
                          <a:cs typeface="Arial" panose="020B0604020202020204" pitchFamily="34" charset="0"/>
                        </a:rPr>
                        <m:t> ((</m:t>
                      </m:r>
                      <m:r>
                        <m:rPr>
                          <m:sty m:val="p"/>
                        </m:rPr>
                        <a:rPr lang="en-IN" sz="1800">
                          <a:latin typeface="Cambria Math" panose="02040503050406030204" pitchFamily="18" charset="0"/>
                          <a:cs typeface="Arial" panose="020B0604020202020204" pitchFamily="34" charset="0"/>
                        </a:rPr>
                        <m:t>G</m:t>
                      </m:r>
                      <m:r>
                        <a:rPr lang="en-IN" sz="1800" baseline="-25000">
                          <a:latin typeface="Cambria Math" panose="02040503050406030204" pitchFamily="18" charset="0"/>
                          <a:cs typeface="Arial" panose="020B0604020202020204" pitchFamily="34" charset="0"/>
                        </a:rPr>
                        <m:t>1</m:t>
                      </m:r>
                      <m:sSup>
                        <m:sSupPr>
                          <m:ctrlPr>
                            <a:rPr lang="en-IN" sz="1800" i="1">
                              <a:latin typeface="Cambria Math" panose="02040503050406030204" pitchFamily="18" charset="0"/>
                              <a:cs typeface="Arial" panose="020B0604020202020204" pitchFamily="34" charset="0"/>
                            </a:rPr>
                          </m:ctrlPr>
                        </m:sSupPr>
                        <m:e>
                          <m:r>
                            <m:rPr>
                              <m:sty m:val="p"/>
                            </m:rPr>
                            <a:rPr lang="en-IN" sz="1800">
                              <a:latin typeface="Cambria Math" panose="02040503050406030204" pitchFamily="18" charset="0"/>
                              <a:cs typeface="Arial" panose="020B0604020202020204" pitchFamily="34" charset="0"/>
                            </a:rPr>
                            <m:t>P</m:t>
                          </m:r>
                          <m:r>
                            <a:rPr lang="en-IN" sz="1800">
                              <a:latin typeface="Cambria Math" panose="02040503050406030204" pitchFamily="18" charset="0"/>
                              <a:cs typeface="Arial" panose="020B0604020202020204" pitchFamily="34" charset="0"/>
                            </a:rPr>
                            <m:t>)</m:t>
                          </m:r>
                        </m:e>
                        <m:sup>
                          <m:r>
                            <a:rPr lang="en-IN" sz="1800">
                              <a:latin typeface="Cambria Math" panose="02040503050406030204" pitchFamily="18" charset="0"/>
                              <a:cs typeface="Arial" panose="020B0604020202020204" pitchFamily="34" charset="0"/>
                            </a:rPr>
                            <m:t>2</m:t>
                          </m:r>
                        </m:sup>
                      </m:sSup>
                      <m:r>
                        <a:rPr lang="en-IN" sz="1800">
                          <a:latin typeface="Cambria Math" panose="02040503050406030204" pitchFamily="18" charset="0"/>
                          <a:cs typeface="Arial" panose="020B0604020202020204" pitchFamily="34" charset="0"/>
                        </a:rPr>
                        <m:t>+</m:t>
                      </m:r>
                      <m:d>
                        <m:dPr>
                          <m:ctrlPr>
                            <a:rPr lang="en-IN" sz="1800" i="1">
                              <a:latin typeface="Cambria Math" panose="02040503050406030204" pitchFamily="18" charset="0"/>
                              <a:cs typeface="Arial" panose="020B0604020202020204" pitchFamily="34" charset="0"/>
                            </a:rPr>
                          </m:ctrlPr>
                        </m:dPr>
                        <m:e>
                          <m:r>
                            <m:rPr>
                              <m:sty m:val="p"/>
                            </m:rPr>
                            <a:rPr lang="en-IN" sz="1800">
                              <a:latin typeface="Cambria Math" panose="02040503050406030204" pitchFamily="18" charset="0"/>
                              <a:cs typeface="Arial" panose="020B0604020202020204" pitchFamily="34" charset="0"/>
                            </a:rPr>
                            <m:t>G</m:t>
                          </m:r>
                          <m:r>
                            <a:rPr lang="en-IN" sz="1800" baseline="-25000">
                              <a:latin typeface="Cambria Math" panose="02040503050406030204" pitchFamily="18" charset="0"/>
                              <a:cs typeface="Arial" panose="020B0604020202020204" pitchFamily="34" charset="0"/>
                            </a:rPr>
                            <m:t>2</m:t>
                          </m:r>
                          <m:sSup>
                            <m:sSupPr>
                              <m:ctrlPr>
                                <a:rPr lang="en-IN" sz="1800" i="1">
                                  <a:latin typeface="Cambria Math" panose="02040503050406030204" pitchFamily="18" charset="0"/>
                                  <a:cs typeface="Arial" panose="020B0604020202020204" pitchFamily="34" charset="0"/>
                                </a:rPr>
                              </m:ctrlPr>
                            </m:sSupPr>
                            <m:e>
                              <m:r>
                                <m:rPr>
                                  <m:sty m:val="p"/>
                                </m:rPr>
                                <a:rPr lang="en-IN" sz="1800">
                                  <a:latin typeface="Cambria Math" panose="02040503050406030204" pitchFamily="18" charset="0"/>
                                  <a:cs typeface="Arial" panose="020B0604020202020204" pitchFamily="34" charset="0"/>
                                </a:rPr>
                                <m:t>P</m:t>
                              </m:r>
                              <m:r>
                                <a:rPr lang="en-IN" sz="1800">
                                  <a:latin typeface="Cambria Math" panose="02040503050406030204" pitchFamily="18" charset="0"/>
                                  <a:cs typeface="Arial" panose="020B0604020202020204" pitchFamily="34" charset="0"/>
                                </a:rPr>
                                <m:t>)</m:t>
                              </m:r>
                            </m:e>
                            <m:sup>
                              <m:r>
                                <a:rPr lang="en-IN" sz="1800">
                                  <a:latin typeface="Cambria Math" panose="02040503050406030204" pitchFamily="18" charset="0"/>
                                  <a:cs typeface="Arial" panose="020B0604020202020204" pitchFamily="34" charset="0"/>
                                </a:rPr>
                                <m:t>2</m:t>
                              </m:r>
                            </m:sup>
                          </m:sSup>
                        </m:e>
                      </m:d>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3</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06</m:t>
                      </m:r>
                    </m:oMath>
                  </m:oMathPara>
                </a14:m>
                <a:endParaRPr lang="en-IN" sz="1800" dirty="0">
                  <a:latin typeface="Arial" panose="020B0604020202020204" pitchFamily="34" charset="0"/>
                  <a:cs typeface="Arial" panose="020B0604020202020204" pitchFamily="34" charset="0"/>
                </a:endParaRPr>
              </a:p>
              <a:p>
                <a:pPr marL="0" indent="0" algn="just" latinLnBrk="0">
                  <a:buNone/>
                </a:pPr>
                <a:r>
                  <a:rPr lang="en-IN" sz="1800" dirty="0">
                    <a:latin typeface="Arial" panose="020B0604020202020204" pitchFamily="34" charset="0"/>
                    <a:cs typeface="Arial" panose="020B0604020202020204" pitchFamily="34" charset="0"/>
                  </a:rPr>
                  <a:t>New, x1 and x2..i.e., </a:t>
                </a:r>
                <a14:m>
                  <m:oMath xmlns:m="http://schemas.openxmlformats.org/officeDocument/2006/math">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r>
                          <a:rPr lang="en-IN" sz="1800" i="1" dirty="0">
                            <a:latin typeface="Cambria Math" panose="02040503050406030204" pitchFamily="18" charset="0"/>
                            <a:cs typeface="Arial" panose="020B0604020202020204" pitchFamily="34" charset="0"/>
                          </a:rPr>
                          <m:t>′</m:t>
                        </m:r>
                      </m:sup>
                    </m:sSubSup>
                    <m:r>
                      <a:rPr lang="en-IN" sz="1800" i="1" dirty="0">
                        <a:latin typeface="Cambria Math" panose="02040503050406030204" pitchFamily="18" charset="0"/>
                        <a:cs typeface="Arial" panose="020B0604020202020204" pitchFamily="34" charset="0"/>
                      </a:rPr>
                      <m:t>𝑎𝑛𝑑</m:t>
                    </m:r>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r>
                          <a:rPr lang="en-IN" sz="1800" i="1" dirty="0">
                            <a:latin typeface="Cambria Math" panose="02040503050406030204" pitchFamily="18" charset="0"/>
                            <a:cs typeface="Arial" panose="020B0604020202020204" pitchFamily="34" charset="0"/>
                          </a:rPr>
                          <m:t>′</m:t>
                        </m:r>
                      </m:sup>
                    </m:sSubSup>
                  </m:oMath>
                </a14:m>
                <a:endParaRPr lang="en-IN" sz="1800" dirty="0">
                  <a:latin typeface="Arial" panose="020B0604020202020204" pitchFamily="34" charset="0"/>
                  <a:cs typeface="Arial" panose="020B0604020202020204" pitchFamily="34" charset="0"/>
                </a:endParaRPr>
              </a:p>
              <a:p>
                <a:pPr marL="0" indent="0" algn="just" latinLnBrk="0">
                  <a:buNone/>
                </a:pPr>
                <a14:m>
                  <m:oMath xmlns:m="http://schemas.openxmlformats.org/officeDocument/2006/math">
                    <m:r>
                      <a:rPr lang="en-IN" sz="1800" i="1" dirty="0">
                        <a:latin typeface="Cambria Math" panose="02040503050406030204" pitchFamily="18" charset="0"/>
                        <a:cs typeface="Arial" panose="020B0604020202020204" pitchFamily="34" charset="0"/>
                      </a:rPr>
                      <m:t>𝑁𝑒𝑤</m:t>
                    </m:r>
                    <m:r>
                      <a:rPr lang="en-IN" sz="1800" i="1" dirty="0">
                        <a:latin typeface="Cambria Math" panose="02040503050406030204" pitchFamily="18" charset="0"/>
                        <a:cs typeface="Arial" panose="020B0604020202020204" pitchFamily="34" charset="0"/>
                      </a:rPr>
                      <m:t> </m:t>
                    </m:r>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sSubSup>
                  </m:oMath>
                </a14:m>
                <a:r>
                  <a:rPr lang="en-IN" sz="1800" dirty="0">
                    <a:latin typeface="Arial" panose="020B0604020202020204" pitchFamily="34" charset="0"/>
                    <a:cs typeface="Arial" panose="020B0604020202020204" pitchFamily="34" charset="0"/>
                  </a:rPr>
                  <a:t> = </a:t>
                </a:r>
                <a14:m>
                  <m:oMath xmlns:m="http://schemas.openxmlformats.org/officeDocument/2006/math">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sSubSup>
                    <m:r>
                      <a:rPr lang="en-IN" sz="1800" i="1" dirty="0">
                        <a:latin typeface="Cambria Math" panose="02040503050406030204" pitchFamily="18" charset="0"/>
                        <a:cs typeface="Arial" panose="020B0604020202020204" pitchFamily="34" charset="0"/>
                      </a:rPr>
                      <m:t>+</m:t>
                    </m:r>
                    <m:r>
                      <a:rPr lang="en-IN" sz="1800" i="1" dirty="0">
                        <a:latin typeface="Cambria Math" panose="02040503050406030204" pitchFamily="18" charset="0"/>
                        <a:cs typeface="Arial" panose="020B0604020202020204" pitchFamily="34" charset="0"/>
                      </a:rPr>
                      <m:t>𝐶</m:t>
                    </m:r>
                    <m:d>
                      <m:dPr>
                        <m:ctrlPr>
                          <a:rPr lang="en-IN" sz="1800" i="1" dirty="0">
                            <a:latin typeface="Cambria Math" panose="02040503050406030204" pitchFamily="18" charset="0"/>
                            <a:cs typeface="Arial" panose="020B0604020202020204" pitchFamily="34" charset="0"/>
                          </a:rPr>
                        </m:ctrlPr>
                      </m:dPr>
                      <m:e>
                        <m:f>
                          <m:fPr>
                            <m:ctrlPr>
                              <a:rPr lang="en-IN" sz="1800" i="1" dirty="0">
                                <a:latin typeface="Cambria Math" panose="02040503050406030204" pitchFamily="18" charset="0"/>
                                <a:cs typeface="Arial" panose="020B0604020202020204" pitchFamily="34" charset="0"/>
                              </a:rPr>
                            </m:ctrlPr>
                          </m:fPr>
                          <m:num>
                            <m:r>
                              <a:rPr lang="en-IN" sz="1800" i="1" dirty="0">
                                <a:latin typeface="Cambria Math" panose="02040503050406030204" pitchFamily="18" charset="0"/>
                                <a:cs typeface="Arial" panose="020B0604020202020204" pitchFamily="34" charset="0"/>
                              </a:rPr>
                              <m:t>𝐺</m:t>
                            </m:r>
                            <m:r>
                              <a:rPr lang="en-IN" sz="1800" i="1" baseline="-25000" dirty="0">
                                <a:latin typeface="Cambria Math" panose="02040503050406030204" pitchFamily="18" charset="0"/>
                                <a:cs typeface="Arial" panose="020B0604020202020204" pitchFamily="34" charset="0"/>
                              </a:rPr>
                              <m:t>1</m:t>
                            </m:r>
                            <m:r>
                              <a:rPr lang="en-IN" sz="1800" i="1" dirty="0">
                                <a:latin typeface="Cambria Math" panose="02040503050406030204" pitchFamily="18" charset="0"/>
                                <a:cs typeface="Arial" panose="020B0604020202020204" pitchFamily="34" charset="0"/>
                              </a:rPr>
                              <m:t>𝑃</m:t>
                            </m:r>
                          </m:num>
                          <m:den>
                            <m:r>
                              <a:rPr lang="en-IN" sz="1800" i="1" dirty="0">
                                <a:latin typeface="Cambria Math" panose="02040503050406030204" pitchFamily="18" charset="0"/>
                                <a:cs typeface="Arial" panose="020B0604020202020204" pitchFamily="34" charset="0"/>
                              </a:rPr>
                              <m:t>𝑚</m:t>
                            </m:r>
                          </m:den>
                        </m:f>
                      </m:e>
                    </m:d>
                    <m:r>
                      <a:rPr lang="en-IN" sz="1800" dirty="0">
                        <a:latin typeface="Cambria Math" panose="02040503050406030204" pitchFamily="18" charset="0"/>
                        <a:cs typeface="Arial" panose="020B0604020202020204" pitchFamily="34" charset="0"/>
                      </a:rPr>
                      <m:t>=</m:t>
                    </m:r>
                    <m:r>
                      <a:rPr lang="en-IN" sz="1800" i="1" dirty="0">
                        <a:latin typeface="Cambria Math" panose="02040503050406030204" pitchFamily="18" charset="0"/>
                        <a:cs typeface="Arial" panose="020B0604020202020204" pitchFamily="34" charset="0"/>
                      </a:rPr>
                      <m:t>9</m:t>
                    </m:r>
                    <m:r>
                      <a:rPr lang="en-IN" sz="1800" i="1" dirty="0">
                        <a:latin typeface="Cambria Math" panose="02040503050406030204" pitchFamily="18" charset="0"/>
                        <a:cs typeface="Arial" panose="020B0604020202020204" pitchFamily="34" charset="0"/>
                      </a:rPr>
                      <m:t>.</m:t>
                    </m:r>
                    <m:r>
                      <a:rPr lang="en-IN" sz="1800" i="1" dirty="0">
                        <a:latin typeface="Cambria Math" panose="02040503050406030204" pitchFamily="18" charset="0"/>
                        <a:cs typeface="Arial" panose="020B0604020202020204" pitchFamily="34" charset="0"/>
                      </a:rPr>
                      <m:t>412</m:t>
                    </m:r>
                  </m:oMath>
                </a14:m>
                <a:endParaRPr lang="en-IN" sz="1800" i="1" dirty="0">
                  <a:latin typeface="Cambria Math" panose="02040503050406030204" pitchFamily="18" charset="0"/>
                  <a:cs typeface="Arial" panose="020B0604020202020204" pitchFamily="34" charset="0"/>
                </a:endParaRPr>
              </a:p>
              <a:p>
                <a:pPr marL="0" indent="0" algn="just" latinLnBrk="0">
                  <a:buNone/>
                </a:pPr>
                <a14:m>
                  <m:oMath xmlns:m="http://schemas.openxmlformats.org/officeDocument/2006/math">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𝑁𝑒𝑤</m:t>
                        </m:r>
                        <m:r>
                          <a:rPr lang="en-IN" sz="1800" i="1" dirty="0">
                            <a:latin typeface="Cambria Math" panose="02040503050406030204" pitchFamily="18" charset="0"/>
                            <a:cs typeface="Arial" panose="020B0604020202020204" pitchFamily="34" charset="0"/>
                          </a:rPr>
                          <m:t>  </m:t>
                        </m:r>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sSubSup>
                  </m:oMath>
                </a14:m>
                <a:r>
                  <a:rPr lang="en-IN" sz="1800" dirty="0">
                    <a:latin typeface="Arial" panose="020B0604020202020204" pitchFamily="34" charset="0"/>
                    <a:cs typeface="Arial" panose="020B0604020202020204" pitchFamily="34" charset="0"/>
                  </a:rPr>
                  <a:t> = </a:t>
                </a:r>
                <a14:m>
                  <m:oMath xmlns:m="http://schemas.openxmlformats.org/officeDocument/2006/math">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sSubSup>
                    <m:r>
                      <a:rPr lang="en-IN" sz="1800" i="1" dirty="0">
                        <a:latin typeface="Cambria Math" panose="02040503050406030204" pitchFamily="18" charset="0"/>
                        <a:cs typeface="Arial" panose="020B0604020202020204" pitchFamily="34" charset="0"/>
                      </a:rPr>
                      <m:t>+</m:t>
                    </m:r>
                    <m:r>
                      <a:rPr lang="en-IN" sz="1800" i="1" dirty="0">
                        <a:latin typeface="Cambria Math" panose="02040503050406030204" pitchFamily="18" charset="0"/>
                        <a:cs typeface="Arial" panose="020B0604020202020204" pitchFamily="34" charset="0"/>
                      </a:rPr>
                      <m:t>𝐶</m:t>
                    </m:r>
                    <m:d>
                      <m:dPr>
                        <m:ctrlPr>
                          <a:rPr lang="en-IN" sz="1800" i="1" dirty="0">
                            <a:latin typeface="Cambria Math" panose="02040503050406030204" pitchFamily="18" charset="0"/>
                            <a:cs typeface="Arial" panose="020B0604020202020204" pitchFamily="34" charset="0"/>
                          </a:rPr>
                        </m:ctrlPr>
                      </m:dPr>
                      <m:e>
                        <m:f>
                          <m:fPr>
                            <m:ctrlPr>
                              <a:rPr lang="en-IN" sz="1800" i="1" dirty="0">
                                <a:latin typeface="Cambria Math" panose="02040503050406030204" pitchFamily="18" charset="0"/>
                                <a:cs typeface="Arial" panose="020B0604020202020204" pitchFamily="34" charset="0"/>
                              </a:rPr>
                            </m:ctrlPr>
                          </m:fPr>
                          <m:num>
                            <m:r>
                              <a:rPr lang="en-IN" sz="1800" i="1" dirty="0">
                                <a:latin typeface="Cambria Math" panose="02040503050406030204" pitchFamily="18" charset="0"/>
                                <a:cs typeface="Arial" panose="020B0604020202020204" pitchFamily="34" charset="0"/>
                              </a:rPr>
                              <m:t>𝐺</m:t>
                            </m:r>
                            <m:r>
                              <a:rPr lang="en-IN" sz="1800" i="1" baseline="-25000" dirty="0">
                                <a:latin typeface="Cambria Math" panose="02040503050406030204" pitchFamily="18" charset="0"/>
                                <a:cs typeface="Arial" panose="020B0604020202020204" pitchFamily="34" charset="0"/>
                              </a:rPr>
                              <m:t>2</m:t>
                            </m:r>
                            <m:r>
                              <a:rPr lang="en-IN" sz="1800" i="1" dirty="0">
                                <a:latin typeface="Cambria Math" panose="02040503050406030204" pitchFamily="18" charset="0"/>
                                <a:cs typeface="Arial" panose="020B0604020202020204" pitchFamily="34" charset="0"/>
                              </a:rPr>
                              <m:t>𝑃</m:t>
                            </m:r>
                          </m:num>
                          <m:den>
                            <m:r>
                              <a:rPr lang="en-IN" sz="1800" i="1" dirty="0">
                                <a:latin typeface="Cambria Math" panose="02040503050406030204" pitchFamily="18" charset="0"/>
                                <a:cs typeface="Arial" panose="020B0604020202020204" pitchFamily="34" charset="0"/>
                              </a:rPr>
                              <m:t>𝑚</m:t>
                            </m:r>
                          </m:den>
                        </m:f>
                      </m:e>
                    </m:d>
                    <m:r>
                      <a:rPr lang="en-IN" sz="1800" dirty="0">
                        <a:latin typeface="Cambria Math" panose="02040503050406030204" pitchFamily="18" charset="0"/>
                        <a:cs typeface="Arial" panose="020B0604020202020204" pitchFamily="34" charset="0"/>
                      </a:rPr>
                      <m:t>=</m:t>
                    </m:r>
                    <m:r>
                      <a:rPr lang="en-IN" sz="1800" dirty="0">
                        <a:latin typeface="Cambria Math" panose="02040503050406030204" pitchFamily="18" charset="0"/>
                        <a:cs typeface="Arial" panose="020B0604020202020204" pitchFamily="34" charset="0"/>
                      </a:rPr>
                      <m:t>17</m:t>
                    </m:r>
                    <m:r>
                      <a:rPr lang="en-IN" sz="1800" dirty="0">
                        <a:latin typeface="Cambria Math" panose="02040503050406030204" pitchFamily="18" charset="0"/>
                        <a:cs typeface="Arial" panose="020B0604020202020204" pitchFamily="34" charset="0"/>
                      </a:rPr>
                      <m:t>.</m:t>
                    </m:r>
                    <m:r>
                      <a:rPr lang="en-IN" sz="1800" dirty="0">
                        <a:latin typeface="Cambria Math" panose="02040503050406030204" pitchFamily="18" charset="0"/>
                        <a:cs typeface="Arial" panose="020B0604020202020204" pitchFamily="34" charset="0"/>
                      </a:rPr>
                      <m:t>13</m:t>
                    </m:r>
                  </m:oMath>
                </a14:m>
                <a:endParaRPr lang="en-IN" sz="1800" dirty="0">
                  <a:latin typeface="Cambria Math" panose="02040503050406030204" pitchFamily="18" charset="0"/>
                  <a:cs typeface="Arial" panose="020B0604020202020204" pitchFamily="34" charset="0"/>
                </a:endParaRPr>
              </a:p>
              <a:p>
                <a:pPr marL="0" indent="0" algn="just" latinLnBrk="0">
                  <a:buNone/>
                </a:pPr>
                <a14:m>
                  <m:oMath xmlns:m="http://schemas.openxmlformats.org/officeDocument/2006/math">
                    <m:r>
                      <a:rPr lang="en-IN" sz="1800" i="1">
                        <a:latin typeface="Cambria Math" panose="02040503050406030204" pitchFamily="18" charset="0"/>
                        <a:cs typeface="Arial" panose="020B0604020202020204" pitchFamily="34" charset="0"/>
                      </a:rPr>
                      <m:t>𝑇</m:t>
                    </m:r>
                    <m:r>
                      <a:rPr lang="en-IN" sz="1800" i="1">
                        <a:latin typeface="Cambria Math" panose="02040503050406030204" pitchFamily="18" charset="0"/>
                        <a:cs typeface="Arial" panose="020B0604020202020204" pitchFamily="34" charset="0"/>
                      </a:rPr>
                      <m:t>h</m:t>
                    </m:r>
                    <m:r>
                      <a:rPr lang="en-IN" sz="1800" i="1">
                        <a:latin typeface="Cambria Math" panose="02040503050406030204" pitchFamily="18" charset="0"/>
                        <a:cs typeface="Arial" panose="020B0604020202020204" pitchFamily="34" charset="0"/>
                      </a:rPr>
                      <m:t>𝑒𝑛</m:t>
                    </m:r>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𝑍</m:t>
                    </m:r>
                    <m:d>
                      <m:dPr>
                        <m:ctrlPr>
                          <a:rPr lang="en-IN" sz="1800" i="1">
                            <a:latin typeface="Cambria Math" panose="02040503050406030204" pitchFamily="18" charset="0"/>
                            <a:cs typeface="Arial" panose="020B0604020202020204" pitchFamily="34" charset="0"/>
                          </a:rPr>
                        </m:ctrlPr>
                      </m:dPr>
                      <m:e>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1</m:t>
                            </m:r>
                          </m:sub>
                          <m:sup>
                            <m:r>
                              <a:rPr lang="en-IN" sz="1800" i="1" dirty="0">
                                <a:latin typeface="Cambria Math" panose="02040503050406030204" pitchFamily="18" charset="0"/>
                                <a:cs typeface="Arial" panose="020B0604020202020204" pitchFamily="34" charset="0"/>
                              </a:rPr>
                              <m:t>′</m:t>
                            </m:r>
                          </m:sup>
                        </m:sSubSup>
                        <m:r>
                          <a:rPr lang="en-IN" sz="1800" i="1" dirty="0">
                            <a:latin typeface="Cambria Math" panose="02040503050406030204" pitchFamily="18" charset="0"/>
                            <a:cs typeface="Arial" panose="020B0604020202020204" pitchFamily="34" charset="0"/>
                          </a:rPr>
                          <m:t>,</m:t>
                        </m:r>
                        <m:sSubSup>
                          <m:sSubSupPr>
                            <m:ctrlPr>
                              <a:rPr lang="en-IN" sz="1800" i="1" dirty="0">
                                <a:latin typeface="Cambria Math" panose="02040503050406030204" pitchFamily="18" charset="0"/>
                                <a:cs typeface="Arial" panose="020B0604020202020204" pitchFamily="34" charset="0"/>
                              </a:rPr>
                            </m:ctrlPr>
                          </m:sSubSupPr>
                          <m:e>
                            <m:r>
                              <a:rPr lang="en-IN" sz="1800" i="1" dirty="0">
                                <a:latin typeface="Cambria Math" panose="02040503050406030204" pitchFamily="18" charset="0"/>
                                <a:cs typeface="Arial" panose="020B0604020202020204" pitchFamily="34" charset="0"/>
                              </a:rPr>
                              <m:t>𝑥</m:t>
                            </m:r>
                          </m:e>
                          <m:sub>
                            <m:r>
                              <a:rPr lang="en-IN" sz="1800" i="1" dirty="0">
                                <a:latin typeface="Cambria Math" panose="02040503050406030204" pitchFamily="18" charset="0"/>
                                <a:cs typeface="Arial" panose="020B0604020202020204" pitchFamily="34" charset="0"/>
                              </a:rPr>
                              <m:t>2</m:t>
                            </m:r>
                          </m:sub>
                          <m:sup>
                            <m:r>
                              <a:rPr lang="en-IN" sz="1800" i="1" dirty="0">
                                <a:latin typeface="Cambria Math" panose="02040503050406030204" pitchFamily="18" charset="0"/>
                                <a:cs typeface="Arial" panose="020B0604020202020204" pitchFamily="34" charset="0"/>
                              </a:rPr>
                              <m:t>′</m:t>
                            </m:r>
                          </m:sup>
                        </m:sSubSup>
                      </m:e>
                    </m:d>
                    <m:r>
                      <a:rPr lang="en-IN" sz="1800">
                        <a:latin typeface="Cambria Math" panose="02040503050406030204" pitchFamily="18" charset="0"/>
                        <a:cs typeface="Arial" panose="020B0604020202020204" pitchFamily="34" charset="0"/>
                      </a:rPr>
                      <m:t>=</m:t>
                    </m:r>
                    <m:r>
                      <m:rPr>
                        <m:sty m:val="p"/>
                      </m:rPr>
                      <a:rPr lang="en-IN" sz="1800">
                        <a:latin typeface="Cambria Math" panose="02040503050406030204" pitchFamily="18" charset="0"/>
                        <a:cs typeface="Arial" panose="020B0604020202020204" pitchFamily="34" charset="0"/>
                      </a:rPr>
                      <m:t>Z</m:t>
                    </m:r>
                    <m:d>
                      <m:dPr>
                        <m:ctrlPr>
                          <a:rPr lang="en-IN" sz="1800" i="1">
                            <a:latin typeface="Cambria Math" panose="02040503050406030204" pitchFamily="18" charset="0"/>
                            <a:cs typeface="Arial" panose="020B0604020202020204" pitchFamily="34" charset="0"/>
                          </a:rPr>
                        </m:ctrlPr>
                      </m:dPr>
                      <m:e>
                        <m:r>
                          <a:rPr lang="en-IN" sz="1800">
                            <a:latin typeface="Cambria Math" panose="02040503050406030204" pitchFamily="18" charset="0"/>
                            <a:cs typeface="Arial" panose="020B0604020202020204" pitchFamily="34" charset="0"/>
                          </a:rPr>
                          <m:t>7</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935</m:t>
                        </m:r>
                        <m:r>
                          <a:rPr lang="en-IN" sz="1800">
                            <a:latin typeface="Cambria Math" panose="02040503050406030204" pitchFamily="18" charset="0"/>
                            <a:cs typeface="Arial" panose="020B0604020202020204" pitchFamily="34" charset="0"/>
                          </a:rPr>
                          <m:t>, </m:t>
                        </m:r>
                        <m:r>
                          <a:rPr lang="en-IN" sz="1800">
                            <a:latin typeface="Cambria Math" panose="02040503050406030204" pitchFamily="18" charset="0"/>
                            <a:cs typeface="Arial" panose="020B0604020202020204" pitchFamily="34" charset="0"/>
                          </a:rPr>
                          <m:t>13</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42</m:t>
                        </m:r>
                      </m:e>
                    </m:d>
                    <m:r>
                      <a:rPr lang="en-IN" sz="1800">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17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Sub>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27</m:t>
                    </m:r>
                    <m:sSub>
                      <m:sSubPr>
                        <m:ctrlPr>
                          <a:rPr lang="en-IN" sz="1800" i="1">
                            <a:latin typeface="Cambria Math" panose="02040503050406030204" pitchFamily="18" charset="0"/>
                            <a:cs typeface="Arial" panose="020B0604020202020204" pitchFamily="34" charset="0"/>
                          </a:rPr>
                        </m:ctrlPr>
                      </m:sSub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Sub>
                    <m:r>
                      <a:rPr lang="en-IN" sz="1800" i="1">
                        <a:latin typeface="Cambria Math" panose="02040503050406030204" pitchFamily="18" charset="0"/>
                        <a:cs typeface="Arial" panose="020B0604020202020204" pitchFamily="34" charset="0"/>
                      </a:rPr>
                      <m:t>−</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1</m:t>
                        </m:r>
                      </m:sub>
                      <m:sup>
                        <m:r>
                          <a:rPr lang="en-IN" sz="1800" i="1">
                            <a:latin typeface="Cambria Math" panose="02040503050406030204" pitchFamily="18" charset="0"/>
                            <a:cs typeface="Arial" panose="020B0604020202020204" pitchFamily="34" charset="0"/>
                          </a:rPr>
                          <m:t>2</m:t>
                        </m:r>
                      </m:sup>
                    </m:sSubSup>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0</m:t>
                    </m:r>
                    <m:r>
                      <a:rPr lang="en-IN" sz="1800" i="1">
                        <a:latin typeface="Cambria Math" panose="02040503050406030204" pitchFamily="18" charset="0"/>
                        <a:cs typeface="Arial" panose="020B0604020202020204" pitchFamily="34" charset="0"/>
                      </a:rPr>
                      <m:t>.</m:t>
                    </m:r>
                    <m:r>
                      <a:rPr lang="en-IN" sz="1800" i="1">
                        <a:latin typeface="Cambria Math" panose="02040503050406030204" pitchFamily="18" charset="0"/>
                        <a:cs typeface="Arial" panose="020B0604020202020204" pitchFamily="34" charset="0"/>
                      </a:rPr>
                      <m:t>9</m:t>
                    </m:r>
                    <m:sSubSup>
                      <m:sSubSupPr>
                        <m:ctrlPr>
                          <a:rPr lang="en-IN" sz="1800" i="1">
                            <a:latin typeface="Cambria Math" panose="02040503050406030204" pitchFamily="18" charset="0"/>
                            <a:cs typeface="Arial" panose="020B0604020202020204" pitchFamily="34" charset="0"/>
                          </a:rPr>
                        </m:ctrlPr>
                      </m:sSubSupPr>
                      <m:e>
                        <m:r>
                          <a:rPr lang="en-IN" sz="1800" i="1">
                            <a:latin typeface="Cambria Math" panose="02040503050406030204" pitchFamily="18" charset="0"/>
                            <a:cs typeface="Arial" panose="020B0604020202020204" pitchFamily="34" charset="0"/>
                          </a:rPr>
                          <m:t>𝑥</m:t>
                        </m:r>
                      </m:e>
                      <m:sub>
                        <m:r>
                          <a:rPr lang="en-IN" sz="1800" i="1">
                            <a:latin typeface="Cambria Math" panose="02040503050406030204" pitchFamily="18" charset="0"/>
                            <a:cs typeface="Arial" panose="020B0604020202020204" pitchFamily="34" charset="0"/>
                          </a:rPr>
                          <m:t>2</m:t>
                        </m:r>
                      </m:sub>
                      <m:sup>
                        <m:r>
                          <a:rPr lang="en-IN" sz="1800" i="1">
                            <a:latin typeface="Cambria Math" panose="02040503050406030204" pitchFamily="18" charset="0"/>
                            <a:cs typeface="Arial" panose="020B0604020202020204" pitchFamily="34" charset="0"/>
                          </a:rPr>
                          <m:t>2</m:t>
                        </m:r>
                      </m:sup>
                    </m:sSubSup>
                  </m:oMath>
                </a14:m>
                <a:r>
                  <a:rPr lang="en-IN" sz="1800" dirty="0">
                    <a:latin typeface="Arial" panose="020B0604020202020204" pitchFamily="34" charset="0"/>
                    <a:cs typeface="Arial" panose="020B0604020202020204" pitchFamily="34" charset="0"/>
                  </a:rPr>
                  <a:t> = 269.84</a:t>
                </a:r>
              </a:p>
              <a:p>
                <a:pPr marL="0" indent="0" algn="just" latinLnBrk="0">
                  <a:buNone/>
                </a:pPr>
                <a:endParaRPr lang="en-IN" sz="1800" dirty="0">
                  <a:latin typeface="Arial" panose="020B0604020202020204" pitchFamily="34" charset="0"/>
                  <a:cs typeface="Arial" panose="020B0604020202020204" pitchFamily="34" charset="0"/>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3"/>
                <a:stretch>
                  <a:fillRect l="-833" t="-829"/>
                </a:stretch>
              </a:blipFill>
            </p:spPr>
            <p:txBody>
              <a:bodyPr/>
              <a:lstStyle/>
              <a:p>
                <a:r>
                  <a:rPr lang="en-IN">
                    <a:noFill/>
                  </a:rPr>
                  <a:t> </a:t>
                </a:r>
              </a:p>
            </p:txBody>
          </p:sp>
        </mc:Fallback>
      </mc:AlternateContent>
    </p:spTree>
    <p:extLst>
      <p:ext uri="{BB962C8B-B14F-4D97-AF65-F5344CB8AC3E}">
        <p14:creationId xmlns:p14="http://schemas.microsoft.com/office/powerpoint/2010/main" val="139593103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marL="0" indent="0" algn="just" latinLnBrk="0">
                  <a:buNone/>
                </a:pPr>
                <a14:m>
                  <m:oMathPara xmlns:m="http://schemas.openxmlformats.org/officeDocument/2006/math">
                    <m:oMathParaPr>
                      <m:jc m:val="left"/>
                    </m:oMathParaPr>
                    <m:oMath xmlns:m="http://schemas.openxmlformats.org/officeDocument/2006/math">
                      <m:r>
                        <a:rPr lang="en-IN" sz="1800" i="1">
                          <a:latin typeface="Cambria Math" panose="02040503050406030204" pitchFamily="18" charset="0"/>
                          <a:cs typeface="Arial" panose="020B0604020202020204" pitchFamily="34" charset="0"/>
                        </a:rPr>
                        <m:t>𝐹𝑖𝑛𝑎𝑙</m:t>
                      </m:r>
                      <m:r>
                        <a:rPr lang="en-IN" sz="1800" i="1">
                          <a:latin typeface="Cambria Math" panose="02040503050406030204" pitchFamily="18" charset="0"/>
                          <a:cs typeface="Arial" panose="020B0604020202020204" pitchFamily="34" charset="0"/>
                        </a:rPr>
                        <m:t> </m:t>
                      </m:r>
                      <m:r>
                        <a:rPr lang="en-IN" sz="1800" i="1">
                          <a:latin typeface="Cambria Math" panose="02040503050406030204" pitchFamily="18" charset="0"/>
                          <a:cs typeface="Arial" panose="020B0604020202020204" pitchFamily="34" charset="0"/>
                        </a:rPr>
                        <m:t>𝑝𝑜𝑖𝑛𝑡𝑠</m:t>
                      </m:r>
                      <m:r>
                        <a:rPr lang="en-IN" sz="1800" i="1">
                          <a:latin typeface="Cambria Math" panose="02040503050406030204" pitchFamily="18" charset="0"/>
                          <a:cs typeface="Arial" panose="020B0604020202020204" pitchFamily="34" charset="0"/>
                        </a:rPr>
                        <m:t>:</m:t>
                      </m:r>
                    </m:oMath>
                  </m:oMathPara>
                </a14:m>
                <a:endParaRPr lang="en-IN" sz="1800" i="1" dirty="0">
                  <a:latin typeface="Cambria Math" panose="02040503050406030204" pitchFamily="18"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m:rPr>
                          <m:sty m:val="p"/>
                        </m:rPr>
                        <a:rPr lang="en-IN" sz="1800">
                          <a:latin typeface="Cambria Math" panose="02040503050406030204" pitchFamily="18" charset="0"/>
                          <a:cs typeface="Arial" panose="020B0604020202020204" pitchFamily="34" charset="0"/>
                        </a:rPr>
                        <m:t>Z</m:t>
                      </m:r>
                      <m:d>
                        <m:dPr>
                          <m:ctrlPr>
                            <a:rPr lang="en-IN" sz="1800" i="1">
                              <a:latin typeface="Cambria Math" panose="02040503050406030204" pitchFamily="18" charset="0"/>
                              <a:cs typeface="Arial" panose="020B0604020202020204" pitchFamily="34" charset="0"/>
                            </a:rPr>
                          </m:ctrlPr>
                        </m:dPr>
                        <m:e>
                          <m:r>
                            <a:rPr lang="en-IN" sz="1800">
                              <a:latin typeface="Cambria Math" panose="02040503050406030204" pitchFamily="18" charset="0"/>
                              <a:cs typeface="Arial" panose="020B0604020202020204" pitchFamily="34" charset="0"/>
                            </a:rPr>
                            <m:t>2</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3</m:t>
                          </m:r>
                        </m:e>
                      </m:d>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102</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9</m:t>
                      </m:r>
                    </m:oMath>
                  </m:oMathPara>
                </a14:m>
                <a:endParaRPr lang="en-IN" sz="1800" dirty="0">
                  <a:latin typeface="Arial" panose="020B0604020202020204" pitchFamily="34"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m:rPr>
                          <m:sty m:val="p"/>
                        </m:rPr>
                        <a:rPr lang="en-IN" sz="1800">
                          <a:latin typeface="Cambria Math" panose="02040503050406030204" pitchFamily="18" charset="0"/>
                          <a:cs typeface="Arial" panose="020B0604020202020204" pitchFamily="34" charset="0"/>
                        </a:rPr>
                        <m:t>Z</m:t>
                      </m:r>
                      <m:d>
                        <m:dPr>
                          <m:ctrlPr>
                            <a:rPr lang="en-IN" sz="1800" i="1">
                              <a:latin typeface="Cambria Math" panose="02040503050406030204" pitchFamily="18" charset="0"/>
                              <a:cs typeface="Arial" panose="020B0604020202020204" pitchFamily="34" charset="0"/>
                            </a:rPr>
                          </m:ctrlPr>
                        </m:dPr>
                        <m:e>
                          <m:r>
                            <a:rPr lang="en-IN" sz="1800">
                              <a:latin typeface="Cambria Math" panose="02040503050406030204" pitchFamily="18" charset="0"/>
                              <a:cs typeface="Arial" panose="020B0604020202020204" pitchFamily="34" charset="0"/>
                            </a:rPr>
                            <m:t>4</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063</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6</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43</m:t>
                          </m:r>
                        </m:e>
                      </m:d>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188</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981</m:t>
                      </m:r>
                    </m:oMath>
                  </m:oMathPara>
                </a14:m>
                <a:endParaRPr lang="en-IN" sz="1800" dirty="0">
                  <a:latin typeface="Cambria Math" panose="02040503050406030204" pitchFamily="18"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m:rPr>
                          <m:sty m:val="p"/>
                        </m:rPr>
                        <a:rPr lang="en-IN" sz="1800">
                          <a:latin typeface="Cambria Math" panose="02040503050406030204" pitchFamily="18" charset="0"/>
                          <a:cs typeface="Arial" panose="020B0604020202020204" pitchFamily="34" charset="0"/>
                        </a:rPr>
                        <m:t>Z</m:t>
                      </m:r>
                      <m:d>
                        <m:dPr>
                          <m:ctrlPr>
                            <a:rPr lang="en-IN" sz="1800" i="1">
                              <a:latin typeface="Cambria Math" panose="02040503050406030204" pitchFamily="18" charset="0"/>
                              <a:cs typeface="Arial" panose="020B0604020202020204" pitchFamily="34" charset="0"/>
                            </a:rPr>
                          </m:ctrlPr>
                        </m:dPr>
                        <m:e>
                          <m:r>
                            <a:rPr lang="en-IN" sz="1800">
                              <a:latin typeface="Cambria Math" panose="02040503050406030204" pitchFamily="18" charset="0"/>
                              <a:cs typeface="Arial" panose="020B0604020202020204" pitchFamily="34" charset="0"/>
                            </a:rPr>
                            <m:t>6</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06</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9</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89</m:t>
                          </m:r>
                        </m:e>
                      </m:d>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245</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3</m:t>
                      </m:r>
                    </m:oMath>
                  </m:oMathPara>
                </a14:m>
                <a:endParaRPr lang="en-IN" sz="1800" dirty="0">
                  <a:latin typeface="Cambria Math" panose="02040503050406030204" pitchFamily="18"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m:rPr>
                          <m:sty m:val="p"/>
                        </m:rPr>
                        <a:rPr lang="en-IN" sz="1800">
                          <a:latin typeface="Cambria Math" panose="02040503050406030204" pitchFamily="18" charset="0"/>
                          <a:cs typeface="Arial" panose="020B0604020202020204" pitchFamily="34" charset="0"/>
                        </a:rPr>
                        <m:t>Z</m:t>
                      </m:r>
                      <m:d>
                        <m:dPr>
                          <m:ctrlPr>
                            <a:rPr lang="en-IN" sz="1800" i="1">
                              <a:latin typeface="Cambria Math" panose="02040503050406030204" pitchFamily="18" charset="0"/>
                              <a:cs typeface="Arial" panose="020B0604020202020204" pitchFamily="34" charset="0"/>
                            </a:rPr>
                          </m:ctrlPr>
                        </m:dPr>
                        <m:e>
                          <m:r>
                            <a:rPr lang="en-IN" sz="1800">
                              <a:latin typeface="Cambria Math" panose="02040503050406030204" pitchFamily="18" charset="0"/>
                              <a:cs typeface="Arial" panose="020B0604020202020204" pitchFamily="34" charset="0"/>
                            </a:rPr>
                            <m:t>7</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935</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13</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42</m:t>
                          </m:r>
                        </m:e>
                      </m:d>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272</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19</m:t>
                      </m:r>
                    </m:oMath>
                  </m:oMathPara>
                </a14:m>
                <a:endParaRPr lang="en-IN" sz="1800" dirty="0">
                  <a:latin typeface="Cambria Math" panose="02040503050406030204" pitchFamily="18" charset="0"/>
                  <a:cs typeface="Arial" panose="020B0604020202020204" pitchFamily="34" charset="0"/>
                </a:endParaRPr>
              </a:p>
              <a:p>
                <a:pPr marL="0" indent="0" algn="just" latinLnBrk="0">
                  <a:buNone/>
                </a:pPr>
                <a14:m>
                  <m:oMathPara xmlns:m="http://schemas.openxmlformats.org/officeDocument/2006/math">
                    <m:oMathParaPr>
                      <m:jc m:val="left"/>
                    </m:oMathParaPr>
                    <m:oMath xmlns:m="http://schemas.openxmlformats.org/officeDocument/2006/math">
                      <m:r>
                        <m:rPr>
                          <m:sty m:val="p"/>
                        </m:rPr>
                        <a:rPr lang="en-IN" sz="1800">
                          <a:latin typeface="Cambria Math" panose="02040503050406030204" pitchFamily="18" charset="0"/>
                          <a:cs typeface="Arial" panose="020B0604020202020204" pitchFamily="34" charset="0"/>
                        </a:rPr>
                        <m:t>Z</m:t>
                      </m:r>
                      <m:d>
                        <m:dPr>
                          <m:ctrlPr>
                            <a:rPr lang="en-IN" sz="1800" i="1">
                              <a:latin typeface="Cambria Math" panose="02040503050406030204" pitchFamily="18" charset="0"/>
                              <a:cs typeface="Arial" panose="020B0604020202020204" pitchFamily="34" charset="0"/>
                            </a:rPr>
                          </m:ctrlPr>
                        </m:dPr>
                        <m:e>
                          <m:r>
                            <a:rPr lang="en-IN" sz="1800">
                              <a:latin typeface="Cambria Math" panose="02040503050406030204" pitchFamily="18" charset="0"/>
                              <a:cs typeface="Arial" panose="020B0604020202020204" pitchFamily="34" charset="0"/>
                            </a:rPr>
                            <m:t>9</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412</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17</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13</m:t>
                          </m:r>
                        </m:e>
                      </m:d>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269</m:t>
                      </m:r>
                      <m:r>
                        <a:rPr lang="en-IN" sz="1800">
                          <a:latin typeface="Cambria Math" panose="02040503050406030204" pitchFamily="18" charset="0"/>
                          <a:cs typeface="Arial" panose="020B0604020202020204" pitchFamily="34" charset="0"/>
                        </a:rPr>
                        <m:t>.</m:t>
                      </m:r>
                      <m:r>
                        <a:rPr lang="en-IN" sz="1800">
                          <a:latin typeface="Cambria Math" panose="02040503050406030204" pitchFamily="18" charset="0"/>
                          <a:cs typeface="Arial" panose="020B0604020202020204" pitchFamily="34" charset="0"/>
                        </a:rPr>
                        <m:t>84</m:t>
                      </m:r>
                    </m:oMath>
                  </m:oMathPara>
                </a14:m>
                <a:endParaRPr lang="en-IN" sz="1800" dirty="0">
                  <a:latin typeface="Arial" panose="020B0604020202020204" pitchFamily="34" charset="0"/>
                  <a:cs typeface="Arial" panose="020B0604020202020204" pitchFamily="34" charset="0"/>
                </a:endParaRPr>
              </a:p>
              <a:p>
                <a:pPr marL="0" indent="0" algn="just" latinLnBrk="0">
                  <a:buNone/>
                </a:pPr>
                <a:endParaRPr lang="en-IN" sz="1800" dirty="0">
                  <a:latin typeface="Arial" panose="020B0604020202020204" pitchFamily="34" charset="0"/>
                  <a:cs typeface="Arial" panose="020B0604020202020204" pitchFamily="34" charset="0"/>
                </a:endParaRPr>
              </a:p>
              <a:p>
                <a:pPr marL="0" indent="0" algn="just" latinLnBrk="0">
                  <a:buNone/>
                </a:pPr>
                <a:endParaRPr lang="en-IN" sz="1800" dirty="0">
                  <a:latin typeface="Arial" panose="020B0604020202020204" pitchFamily="34" charset="0"/>
                  <a:cs typeface="Arial" panose="020B0604020202020204" pitchFamily="34" charset="0"/>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3"/>
                <a:stretch>
                  <a:fillRect l="-167"/>
                </a:stretch>
              </a:blipFill>
            </p:spPr>
            <p:txBody>
              <a:bodyPr/>
              <a:lstStyle/>
              <a:p>
                <a:r>
                  <a:rPr lang="en-IN">
                    <a:noFill/>
                  </a:rPr>
                  <a:t> </a:t>
                </a:r>
              </a:p>
            </p:txBody>
          </p:sp>
        </mc:Fallback>
      </mc:AlternateContent>
      <p:sp>
        <p:nvSpPr>
          <p:cNvPr id="3" name="Cube 2"/>
          <p:cNvSpPr/>
          <p:nvPr/>
        </p:nvSpPr>
        <p:spPr>
          <a:xfrm>
            <a:off x="7515327" y="4251227"/>
            <a:ext cx="912114" cy="912114"/>
          </a:xfrm>
          <a:prstGeom prst="cub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sz="788" b="1" dirty="0">
              <a:solidFill>
                <a:schemeClr val="tx1"/>
              </a:solidFill>
            </a:endParaRPr>
          </a:p>
        </p:txBody>
      </p:sp>
      <p:sp>
        <p:nvSpPr>
          <p:cNvPr id="6" name="Cube 5"/>
          <p:cNvSpPr/>
          <p:nvPr/>
        </p:nvSpPr>
        <p:spPr>
          <a:xfrm>
            <a:off x="5409093" y="2868005"/>
            <a:ext cx="912114" cy="912114"/>
          </a:xfrm>
          <a:prstGeom prst="cub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788" b="1" dirty="0">
              <a:solidFill>
                <a:schemeClr val="tx1"/>
              </a:solidFill>
            </a:endParaRPr>
          </a:p>
        </p:txBody>
      </p:sp>
      <p:cxnSp>
        <p:nvCxnSpPr>
          <p:cNvPr id="8" name="Straight Arrow Connector 7"/>
          <p:cNvCxnSpPr/>
          <p:nvPr/>
        </p:nvCxnSpPr>
        <p:spPr bwMode="auto">
          <a:xfrm flipH="1" flipV="1">
            <a:off x="5865150" y="3401997"/>
            <a:ext cx="2028219" cy="1377153"/>
          </a:xfrm>
          <a:prstGeom prst="straightConnector1">
            <a:avLst/>
          </a:prstGeom>
          <a:ln>
            <a:solidFill>
              <a:srgbClr val="FF0000"/>
            </a:solidFill>
            <a:headEnd type="none" w="med" len="med"/>
            <a:tailEnd type="triangle"/>
          </a:ln>
        </p:spPr>
        <p:style>
          <a:lnRef idx="1">
            <a:schemeClr val="dk1"/>
          </a:lnRef>
          <a:fillRef idx="0">
            <a:schemeClr val="dk1"/>
          </a:fillRef>
          <a:effectRef idx="0">
            <a:schemeClr val="dk1"/>
          </a:effectRef>
          <a:fontRef idx="minor">
            <a:schemeClr val="tx1"/>
          </a:fontRef>
        </p:style>
      </p:cxnSp>
      <p:sp>
        <p:nvSpPr>
          <p:cNvPr id="9" name="Arc 8"/>
          <p:cNvSpPr/>
          <p:nvPr/>
        </p:nvSpPr>
        <p:spPr bwMode="auto">
          <a:xfrm rot="4639479">
            <a:off x="4033675" y="1527647"/>
            <a:ext cx="3312117" cy="3663401"/>
          </a:xfrm>
          <a:prstGeom prst="arc">
            <a:avLst/>
          </a:prstGeom>
          <a:noFill/>
          <a:ln w="9525" cap="flat" cmpd="sng" algn="ctr">
            <a:solidFill>
              <a:schemeClr val="bg2"/>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defTabSz="685800" eaLnBrk="1" latinLnBrk="1" hangingPunct="1"/>
            <a:endParaRPr lang="en-IN" sz="825">
              <a:solidFill>
                <a:schemeClr val="tx1"/>
              </a:solidFill>
            </a:endParaRPr>
          </a:p>
        </p:txBody>
      </p:sp>
      <p:sp>
        <p:nvSpPr>
          <p:cNvPr id="10" name="Arc 9"/>
          <p:cNvSpPr/>
          <p:nvPr/>
        </p:nvSpPr>
        <p:spPr bwMode="auto">
          <a:xfrm rot="4639479">
            <a:off x="3480796" y="1057496"/>
            <a:ext cx="3312117" cy="3663401"/>
          </a:xfrm>
          <a:prstGeom prst="arc">
            <a:avLst/>
          </a:prstGeom>
          <a:noFill/>
          <a:ln w="9525" cap="flat" cmpd="sng" algn="ctr">
            <a:solidFill>
              <a:schemeClr val="bg2"/>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defTabSz="685800" eaLnBrk="1" latinLnBrk="1" hangingPunct="1"/>
            <a:endParaRPr lang="en-IN" sz="825">
              <a:solidFill>
                <a:schemeClr val="tx1"/>
              </a:solidFill>
            </a:endParaRPr>
          </a:p>
        </p:txBody>
      </p:sp>
      <p:sp>
        <p:nvSpPr>
          <p:cNvPr id="11" name="Arc 10"/>
          <p:cNvSpPr/>
          <p:nvPr/>
        </p:nvSpPr>
        <p:spPr bwMode="auto">
          <a:xfrm rot="4639479">
            <a:off x="2892897" y="512442"/>
            <a:ext cx="3312117" cy="3663401"/>
          </a:xfrm>
          <a:prstGeom prst="arc">
            <a:avLst/>
          </a:prstGeom>
          <a:noFill/>
          <a:ln w="9525" cap="flat" cmpd="sng" algn="ctr">
            <a:solidFill>
              <a:schemeClr val="bg2"/>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defTabSz="685800" eaLnBrk="1" latinLnBrk="1" hangingPunct="1"/>
            <a:endParaRPr lang="en-IN" sz="825">
              <a:solidFill>
                <a:schemeClr val="tx1"/>
              </a:solidFill>
            </a:endParaRPr>
          </a:p>
        </p:txBody>
      </p:sp>
      <p:sp>
        <p:nvSpPr>
          <p:cNvPr id="12" name="Arc 11"/>
          <p:cNvSpPr/>
          <p:nvPr/>
        </p:nvSpPr>
        <p:spPr bwMode="auto">
          <a:xfrm rot="4639479">
            <a:off x="2425513" y="68982"/>
            <a:ext cx="3312117" cy="3663401"/>
          </a:xfrm>
          <a:prstGeom prst="arc">
            <a:avLst/>
          </a:prstGeom>
          <a:noFill/>
          <a:ln w="9525" cap="flat" cmpd="sng" algn="ctr">
            <a:solidFill>
              <a:schemeClr val="bg2"/>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defTabSz="685800" eaLnBrk="1" latinLnBrk="1" hangingPunct="1"/>
            <a:endParaRPr lang="en-IN" sz="825">
              <a:solidFill>
                <a:schemeClr val="tx1"/>
              </a:solidFill>
            </a:endParaRPr>
          </a:p>
        </p:txBody>
      </p:sp>
      <p:sp>
        <p:nvSpPr>
          <p:cNvPr id="13" name="Arc 12"/>
          <p:cNvSpPr/>
          <p:nvPr/>
        </p:nvSpPr>
        <p:spPr bwMode="auto">
          <a:xfrm rot="4639479">
            <a:off x="4796356" y="1969283"/>
            <a:ext cx="3312117" cy="3663401"/>
          </a:xfrm>
          <a:prstGeom prst="arc">
            <a:avLst/>
          </a:prstGeom>
          <a:noFill/>
          <a:ln w="9525" cap="flat" cmpd="sng" algn="ctr">
            <a:solidFill>
              <a:schemeClr val="bg2"/>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defTabSz="685800" eaLnBrk="1" latinLnBrk="1" hangingPunct="1"/>
            <a:endParaRPr lang="en-IN" sz="825">
              <a:solidFill>
                <a:schemeClr val="tx1"/>
              </a:solidFill>
            </a:endParaRPr>
          </a:p>
        </p:txBody>
      </p:sp>
      <mc:AlternateContent xmlns:mc="http://schemas.openxmlformats.org/markup-compatibility/2006" xmlns:a14="http://schemas.microsoft.com/office/drawing/2010/main">
        <mc:Choice Requires="a14">
          <p:sp>
            <p:nvSpPr>
              <p:cNvPr id="14" name="Rectangle 13"/>
              <p:cNvSpPr/>
              <p:nvPr/>
            </p:nvSpPr>
            <p:spPr>
              <a:xfrm>
                <a:off x="8226237" y="3731862"/>
                <a:ext cx="550151" cy="253916"/>
              </a:xfrm>
              <a:prstGeom prst="rect">
                <a:avLst/>
              </a:prstGeom>
            </p:spPr>
            <p:txBody>
              <a:bodyPr wrap="none">
                <a:spAutoFit/>
              </a:bodyPr>
              <a:lstStyle/>
              <a:p>
                <a:pPr algn="just"/>
                <a14:m>
                  <m:oMathPara xmlns:m="http://schemas.openxmlformats.org/officeDocument/2006/math">
                    <m:oMathParaPr>
                      <m:jc m:val="left"/>
                    </m:oMathParaPr>
                    <m:oMath xmlns:m="http://schemas.openxmlformats.org/officeDocument/2006/math">
                      <m:r>
                        <a:rPr lang="en-IN" sz="1050">
                          <a:latin typeface="Cambria Math" panose="02040503050406030204" pitchFamily="18" charset="0"/>
                          <a:cs typeface="Arial" panose="020B0604020202020204" pitchFamily="34" charset="0"/>
                        </a:rPr>
                        <m:t>102</m:t>
                      </m:r>
                      <m:r>
                        <a:rPr lang="en-IN" sz="1050">
                          <a:latin typeface="Cambria Math" panose="02040503050406030204" pitchFamily="18" charset="0"/>
                          <a:cs typeface="Arial" panose="020B0604020202020204" pitchFamily="34" charset="0"/>
                        </a:rPr>
                        <m:t>.</m:t>
                      </m:r>
                      <m:r>
                        <a:rPr lang="en-IN" sz="1050">
                          <a:latin typeface="Cambria Math" panose="02040503050406030204" pitchFamily="18" charset="0"/>
                          <a:cs typeface="Arial" panose="020B0604020202020204" pitchFamily="34" charset="0"/>
                        </a:rPr>
                        <m:t>9</m:t>
                      </m:r>
                    </m:oMath>
                  </m:oMathPara>
                </a14:m>
                <a:endParaRPr lang="en-IN" sz="1050" dirty="0">
                  <a:latin typeface="Arial" panose="020B0604020202020204" pitchFamily="34" charset="0"/>
                  <a:cs typeface="Arial" panose="020B0604020202020204" pitchFamily="34" charset="0"/>
                </a:endParaRPr>
              </a:p>
            </p:txBody>
          </p:sp>
        </mc:Choice>
        <mc:Fallback xmlns="">
          <p:sp>
            <p:nvSpPr>
              <p:cNvPr id="14" name="Rectangle 13"/>
              <p:cNvSpPr>
                <a:spLocks noRot="1" noChangeAspect="1" noMove="1" noResize="1" noEditPoints="1" noAdjustHandles="1" noChangeArrowheads="1" noChangeShapeType="1" noTextEdit="1"/>
              </p:cNvSpPr>
              <p:nvPr/>
            </p:nvSpPr>
            <p:spPr>
              <a:xfrm>
                <a:off x="8226237" y="3731862"/>
                <a:ext cx="550151" cy="25391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7417857" y="2838017"/>
                <a:ext cx="692818" cy="253916"/>
              </a:xfrm>
              <a:prstGeom prst="rect">
                <a:avLst/>
              </a:prstGeom>
            </p:spPr>
            <p:txBody>
              <a:bodyPr wrap="none">
                <a:spAutoFit/>
              </a:bodyPr>
              <a:lstStyle/>
              <a:p>
                <a:pPr algn="just"/>
                <a14:m>
                  <m:oMathPara xmlns:m="http://schemas.openxmlformats.org/officeDocument/2006/math">
                    <m:oMathParaPr>
                      <m:jc m:val="left"/>
                    </m:oMathParaPr>
                    <m:oMath xmlns:m="http://schemas.openxmlformats.org/officeDocument/2006/math">
                      <m:r>
                        <a:rPr lang="en-IN" sz="1050">
                          <a:latin typeface="Cambria Math" panose="02040503050406030204" pitchFamily="18" charset="0"/>
                          <a:cs typeface="Arial" panose="020B0604020202020204" pitchFamily="34" charset="0"/>
                        </a:rPr>
                        <m:t>188</m:t>
                      </m:r>
                      <m:r>
                        <a:rPr lang="en-IN" sz="1050">
                          <a:latin typeface="Cambria Math" panose="02040503050406030204" pitchFamily="18" charset="0"/>
                          <a:cs typeface="Arial" panose="020B0604020202020204" pitchFamily="34" charset="0"/>
                        </a:rPr>
                        <m:t>.</m:t>
                      </m:r>
                      <m:r>
                        <a:rPr lang="en-IN" sz="1050">
                          <a:latin typeface="Cambria Math" panose="02040503050406030204" pitchFamily="18" charset="0"/>
                          <a:cs typeface="Arial" panose="020B0604020202020204" pitchFamily="34" charset="0"/>
                        </a:rPr>
                        <m:t>981</m:t>
                      </m:r>
                    </m:oMath>
                  </m:oMathPara>
                </a14:m>
                <a:endParaRPr lang="en-IN" sz="1050" dirty="0">
                  <a:latin typeface="Cambria Math" panose="02040503050406030204" pitchFamily="18" charset="0"/>
                  <a:cs typeface="Arial" panose="020B0604020202020204" pitchFamily="34" charset="0"/>
                </a:endParaRPr>
              </a:p>
            </p:txBody>
          </p:sp>
        </mc:Choice>
        <mc:Fallback xmlns="">
          <p:sp>
            <p:nvSpPr>
              <p:cNvPr id="15" name="Rectangle 14"/>
              <p:cNvSpPr>
                <a:spLocks noRot="1" noChangeAspect="1" noMove="1" noResize="1" noEditPoints="1" noAdjustHandles="1" noChangeArrowheads="1" noChangeShapeType="1" noTextEdit="1"/>
              </p:cNvSpPr>
              <p:nvPr/>
            </p:nvSpPr>
            <p:spPr>
              <a:xfrm>
                <a:off x="7417857" y="2838017"/>
                <a:ext cx="692818" cy="25391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6932241" y="2389454"/>
                <a:ext cx="542136" cy="253916"/>
              </a:xfrm>
              <a:prstGeom prst="rect">
                <a:avLst/>
              </a:prstGeom>
            </p:spPr>
            <p:txBody>
              <a:bodyPr wrap="none">
                <a:spAutoFit/>
              </a:bodyPr>
              <a:lstStyle/>
              <a:p>
                <a:pPr algn="just"/>
                <a14:m>
                  <m:oMathPara xmlns:m="http://schemas.openxmlformats.org/officeDocument/2006/math">
                    <m:oMathParaPr>
                      <m:jc m:val="left"/>
                    </m:oMathParaPr>
                    <m:oMath xmlns:m="http://schemas.openxmlformats.org/officeDocument/2006/math">
                      <m:r>
                        <a:rPr lang="en-IN" sz="1050">
                          <a:latin typeface="Cambria Math" panose="02040503050406030204" pitchFamily="18" charset="0"/>
                          <a:cs typeface="Arial" panose="020B0604020202020204" pitchFamily="34" charset="0"/>
                        </a:rPr>
                        <m:t>245</m:t>
                      </m:r>
                      <m:r>
                        <a:rPr lang="en-IN" sz="1050">
                          <a:latin typeface="Cambria Math" panose="02040503050406030204" pitchFamily="18" charset="0"/>
                          <a:cs typeface="Arial" panose="020B0604020202020204" pitchFamily="34" charset="0"/>
                        </a:rPr>
                        <m:t>.</m:t>
                      </m:r>
                      <m:r>
                        <a:rPr lang="en-IN" sz="1050">
                          <a:latin typeface="Cambria Math" panose="02040503050406030204" pitchFamily="18" charset="0"/>
                          <a:cs typeface="Arial" panose="020B0604020202020204" pitchFamily="34" charset="0"/>
                        </a:rPr>
                        <m:t>3</m:t>
                      </m:r>
                    </m:oMath>
                  </m:oMathPara>
                </a14:m>
                <a:endParaRPr lang="en-IN" sz="1050" dirty="0">
                  <a:latin typeface="Cambria Math" panose="02040503050406030204" pitchFamily="18" charset="0"/>
                  <a:cs typeface="Arial" panose="020B0604020202020204" pitchFamily="34" charset="0"/>
                </a:endParaRPr>
              </a:p>
            </p:txBody>
          </p:sp>
        </mc:Choice>
        <mc:Fallback xmlns="">
          <p:sp>
            <p:nvSpPr>
              <p:cNvPr id="16" name="Rectangle 15"/>
              <p:cNvSpPr>
                <a:spLocks noRot="1" noChangeAspect="1" noMove="1" noResize="1" noEditPoints="1" noAdjustHandles="1" noChangeArrowheads="1" noChangeShapeType="1" noTextEdit="1"/>
              </p:cNvSpPr>
              <p:nvPr/>
            </p:nvSpPr>
            <p:spPr>
              <a:xfrm>
                <a:off x="6932241" y="2389454"/>
                <a:ext cx="542136"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6319980" y="1967255"/>
                <a:ext cx="617477" cy="253916"/>
              </a:xfrm>
              <a:prstGeom prst="rect">
                <a:avLst/>
              </a:prstGeom>
            </p:spPr>
            <p:txBody>
              <a:bodyPr wrap="none">
                <a:spAutoFit/>
              </a:bodyPr>
              <a:lstStyle/>
              <a:p>
                <a:pPr algn="just"/>
                <a14:m>
                  <m:oMathPara xmlns:m="http://schemas.openxmlformats.org/officeDocument/2006/math">
                    <m:oMathParaPr>
                      <m:jc m:val="left"/>
                    </m:oMathParaPr>
                    <m:oMath xmlns:m="http://schemas.openxmlformats.org/officeDocument/2006/math">
                      <m:r>
                        <a:rPr lang="en-IN" sz="1050">
                          <a:latin typeface="Cambria Math" panose="02040503050406030204" pitchFamily="18" charset="0"/>
                          <a:cs typeface="Arial" panose="020B0604020202020204" pitchFamily="34" charset="0"/>
                        </a:rPr>
                        <m:t>272</m:t>
                      </m:r>
                      <m:r>
                        <a:rPr lang="en-IN" sz="1050">
                          <a:latin typeface="Cambria Math" panose="02040503050406030204" pitchFamily="18" charset="0"/>
                          <a:cs typeface="Arial" panose="020B0604020202020204" pitchFamily="34" charset="0"/>
                        </a:rPr>
                        <m:t>.</m:t>
                      </m:r>
                      <m:r>
                        <a:rPr lang="en-IN" sz="1050">
                          <a:latin typeface="Cambria Math" panose="02040503050406030204" pitchFamily="18" charset="0"/>
                          <a:cs typeface="Arial" panose="020B0604020202020204" pitchFamily="34" charset="0"/>
                        </a:rPr>
                        <m:t>19</m:t>
                      </m:r>
                    </m:oMath>
                  </m:oMathPara>
                </a14:m>
                <a:endParaRPr lang="en-IN" sz="1050" dirty="0">
                  <a:latin typeface="Cambria Math" panose="02040503050406030204" pitchFamily="18" charset="0"/>
                  <a:cs typeface="Arial" panose="020B0604020202020204" pitchFamily="34" charset="0"/>
                </a:endParaRPr>
              </a:p>
            </p:txBody>
          </p:sp>
        </mc:Choice>
        <mc:Fallback xmlns="">
          <p:sp>
            <p:nvSpPr>
              <p:cNvPr id="17" name="Rectangle 16"/>
              <p:cNvSpPr>
                <a:spLocks noRot="1" noChangeAspect="1" noMove="1" noResize="1" noEditPoints="1" noAdjustHandles="1" noChangeArrowheads="1" noChangeShapeType="1" noTextEdit="1"/>
              </p:cNvSpPr>
              <p:nvPr/>
            </p:nvSpPr>
            <p:spPr>
              <a:xfrm>
                <a:off x="6319980" y="1967255"/>
                <a:ext cx="617477" cy="25391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5784091" y="1370888"/>
                <a:ext cx="625492" cy="253916"/>
              </a:xfrm>
              <a:prstGeom prst="rect">
                <a:avLst/>
              </a:prstGeom>
            </p:spPr>
            <p:txBody>
              <a:bodyPr wrap="none">
                <a:spAutoFit/>
              </a:bodyPr>
              <a:lstStyle/>
              <a:p>
                <a:pPr algn="just"/>
                <a14:m>
                  <m:oMathPara xmlns:m="http://schemas.openxmlformats.org/officeDocument/2006/math">
                    <m:oMathParaPr>
                      <m:jc m:val="left"/>
                    </m:oMathParaPr>
                    <m:oMath xmlns:m="http://schemas.openxmlformats.org/officeDocument/2006/math">
                      <m:r>
                        <a:rPr lang="en-IN" sz="1050">
                          <a:latin typeface="Cambria Math" panose="02040503050406030204" pitchFamily="18" charset="0"/>
                          <a:cs typeface="Arial" panose="020B0604020202020204" pitchFamily="34" charset="0"/>
                        </a:rPr>
                        <m:t>269</m:t>
                      </m:r>
                      <m:r>
                        <a:rPr lang="en-IN" sz="1050">
                          <a:latin typeface="Cambria Math" panose="02040503050406030204" pitchFamily="18" charset="0"/>
                          <a:cs typeface="Arial" panose="020B0604020202020204" pitchFamily="34" charset="0"/>
                        </a:rPr>
                        <m:t>.</m:t>
                      </m:r>
                      <m:r>
                        <a:rPr lang="en-IN" sz="1050">
                          <a:latin typeface="Cambria Math" panose="02040503050406030204" pitchFamily="18" charset="0"/>
                          <a:cs typeface="Arial" panose="020B0604020202020204" pitchFamily="34" charset="0"/>
                        </a:rPr>
                        <m:t>84</m:t>
                      </m:r>
                    </m:oMath>
                  </m:oMathPara>
                </a14:m>
                <a:endParaRPr lang="en-IN" sz="1050" dirty="0">
                  <a:latin typeface="Arial" panose="020B0604020202020204" pitchFamily="34" charset="0"/>
                  <a:cs typeface="Arial" panose="020B0604020202020204" pitchFamily="34" charset="0"/>
                </a:endParaRPr>
              </a:p>
            </p:txBody>
          </p:sp>
        </mc:Choice>
        <mc:Fallback xmlns="">
          <p:sp>
            <p:nvSpPr>
              <p:cNvPr id="18" name="Rectangle 17"/>
              <p:cNvSpPr>
                <a:spLocks noRot="1" noChangeAspect="1" noMove="1" noResize="1" noEditPoints="1" noAdjustHandles="1" noChangeArrowheads="1" noChangeShapeType="1" noTextEdit="1"/>
              </p:cNvSpPr>
              <p:nvPr/>
            </p:nvSpPr>
            <p:spPr>
              <a:xfrm>
                <a:off x="5784091" y="1370888"/>
                <a:ext cx="625492" cy="253916"/>
              </a:xfrm>
              <a:prstGeom prst="rect">
                <a:avLst/>
              </a:prstGeom>
              <a:blipFill>
                <a:blip r:embed="rId8"/>
                <a:stretch>
                  <a:fillRect/>
                </a:stretch>
              </a:blipFill>
            </p:spPr>
            <p:txBody>
              <a:bodyPr/>
              <a:lstStyle/>
              <a:p>
                <a:r>
                  <a:rPr lang="en-US">
                    <a:noFill/>
                  </a:rPr>
                  <a:t> </a:t>
                </a:r>
              </a:p>
            </p:txBody>
          </p:sp>
        </mc:Fallback>
      </mc:AlternateContent>
      <p:cxnSp>
        <p:nvCxnSpPr>
          <p:cNvPr id="20" name="Elbow Connector 19"/>
          <p:cNvCxnSpPr/>
          <p:nvPr/>
        </p:nvCxnSpPr>
        <p:spPr bwMode="auto">
          <a:xfrm flipV="1">
            <a:off x="3950931" y="4779150"/>
            <a:ext cx="3889246" cy="810090"/>
          </a:xfrm>
          <a:prstGeom prst="bentConnector3">
            <a:avLst/>
          </a:prstGeom>
          <a:ln>
            <a:prstDash val="dashDot"/>
            <a:headEnd type="none" w="med" len="med"/>
            <a:tailEnd type="triangle"/>
          </a:ln>
        </p:spPr>
        <p:style>
          <a:lnRef idx="1">
            <a:schemeClr val="dk1"/>
          </a:lnRef>
          <a:fillRef idx="0">
            <a:schemeClr val="dk1"/>
          </a:fillRef>
          <a:effectRef idx="0">
            <a:schemeClr val="dk1"/>
          </a:effectRef>
          <a:fontRef idx="minor">
            <a:schemeClr val="tx1"/>
          </a:fontRef>
        </p:style>
      </p:cxnSp>
      <p:sp>
        <p:nvSpPr>
          <p:cNvPr id="21" name="TextBox 20"/>
          <p:cNvSpPr txBox="1"/>
          <p:nvPr/>
        </p:nvSpPr>
        <p:spPr>
          <a:xfrm>
            <a:off x="1976008" y="5536717"/>
            <a:ext cx="1906291" cy="253916"/>
          </a:xfrm>
          <a:prstGeom prst="rect">
            <a:avLst/>
          </a:prstGeom>
          <a:noFill/>
        </p:spPr>
        <p:txBody>
          <a:bodyPr wrap="none" rtlCol="0">
            <a:spAutoFit/>
          </a:bodyPr>
          <a:lstStyle/>
          <a:p>
            <a:r>
              <a:rPr lang="en-IN" sz="1050" dirty="0"/>
              <a:t>Current operating condition</a:t>
            </a:r>
          </a:p>
        </p:txBody>
      </p:sp>
      <p:sp>
        <p:nvSpPr>
          <p:cNvPr id="22" name="TextBox 21"/>
          <p:cNvSpPr txBox="1"/>
          <p:nvPr/>
        </p:nvSpPr>
        <p:spPr>
          <a:xfrm>
            <a:off x="1933443" y="5073143"/>
            <a:ext cx="2076209" cy="253916"/>
          </a:xfrm>
          <a:prstGeom prst="rect">
            <a:avLst/>
          </a:prstGeom>
          <a:noFill/>
        </p:spPr>
        <p:txBody>
          <a:bodyPr wrap="none" rtlCol="0">
            <a:spAutoFit/>
          </a:bodyPr>
          <a:lstStyle/>
          <a:p>
            <a:r>
              <a:rPr lang="en-IN" sz="1050" dirty="0"/>
              <a:t>Contours of constant response</a:t>
            </a:r>
          </a:p>
        </p:txBody>
      </p:sp>
      <p:sp>
        <p:nvSpPr>
          <p:cNvPr id="23" name="TextBox 22"/>
          <p:cNvSpPr txBox="1"/>
          <p:nvPr/>
        </p:nvSpPr>
        <p:spPr>
          <a:xfrm>
            <a:off x="1933442" y="4560939"/>
            <a:ext cx="1207382" cy="253916"/>
          </a:xfrm>
          <a:prstGeom prst="rect">
            <a:avLst/>
          </a:prstGeom>
          <a:noFill/>
        </p:spPr>
        <p:txBody>
          <a:bodyPr wrap="none" rtlCol="0">
            <a:spAutoFit/>
          </a:bodyPr>
          <a:lstStyle/>
          <a:p>
            <a:r>
              <a:rPr lang="en-IN" sz="1050" dirty="0"/>
              <a:t>Optimum region</a:t>
            </a:r>
          </a:p>
        </p:txBody>
      </p:sp>
    </p:spTree>
    <p:extLst>
      <p:ext uri="{BB962C8B-B14F-4D97-AF65-F5344CB8AC3E}">
        <p14:creationId xmlns:p14="http://schemas.microsoft.com/office/powerpoint/2010/main" val="160583606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Design for fitting the Second-Order Model</a:t>
            </a:r>
          </a:p>
        </p:txBody>
      </p:sp>
      <p:sp>
        <p:nvSpPr>
          <p:cNvPr id="4" name="Content Placeholder 3"/>
          <p:cNvSpPr>
            <a:spLocks noGrp="1"/>
          </p:cNvSpPr>
          <p:nvPr>
            <p:ph idx="1"/>
          </p:nvPr>
        </p:nvSpPr>
        <p:spPr/>
        <p:txBody>
          <a:bodyPr/>
          <a:lstStyle/>
          <a:p>
            <a:pPr marL="0" indent="0" algn="just" latinLnBrk="0">
              <a:lnSpc>
                <a:spcPct val="150000"/>
              </a:lnSpc>
              <a:buNone/>
            </a:pPr>
            <a:r>
              <a:rPr lang="en-US" sz="1800" b="1" dirty="0">
                <a:latin typeface="Arial" panose="020B0604020202020204" pitchFamily="34" charset="0"/>
                <a:cs typeface="Arial" panose="020B0604020202020204" pitchFamily="34" charset="0"/>
              </a:rPr>
              <a:t>There are two main types of response surface designs:</a:t>
            </a:r>
          </a:p>
          <a:p>
            <a:pPr algn="just" latinLnBrk="0">
              <a:lnSpc>
                <a:spcPct val="150000"/>
              </a:lnSpc>
            </a:pPr>
            <a:r>
              <a:rPr lang="en-US" sz="1500" b="1" dirty="0">
                <a:solidFill>
                  <a:srgbClr val="0070C0"/>
                </a:solidFill>
                <a:latin typeface="Arial" panose="020B0604020202020204" pitchFamily="34" charset="0"/>
                <a:cs typeface="Arial" panose="020B0604020202020204" pitchFamily="34" charset="0"/>
              </a:rPr>
              <a:t>Central Composite designs (CCD)</a:t>
            </a:r>
          </a:p>
          <a:p>
            <a:pPr lvl="1" algn="just" latinLnBrk="0">
              <a:lnSpc>
                <a:spcPct val="150000"/>
              </a:lnSpc>
            </a:pPr>
            <a:r>
              <a:rPr lang="en-US" sz="1130" dirty="0">
                <a:latin typeface="Arial" panose="020B0604020202020204" pitchFamily="34" charset="0"/>
                <a:cs typeface="Arial" panose="020B0604020202020204" pitchFamily="34" charset="0"/>
              </a:rPr>
              <a:t>Central Composite designs can fit a full quadratic model. They are often used when the design plan calls for sequential experimentation because these designs can include information from a correctly planned factorial experiment.</a:t>
            </a:r>
          </a:p>
          <a:p>
            <a:pPr algn="just" latinLnBrk="0">
              <a:lnSpc>
                <a:spcPct val="150000"/>
              </a:lnSpc>
            </a:pPr>
            <a:r>
              <a:rPr lang="en-US" sz="1500" b="1" dirty="0">
                <a:solidFill>
                  <a:srgbClr val="0070C0"/>
                </a:solidFill>
                <a:latin typeface="Arial" panose="020B0604020202020204" pitchFamily="34" charset="0"/>
                <a:cs typeface="Arial" panose="020B0604020202020204" pitchFamily="34" charset="0"/>
              </a:rPr>
              <a:t>Box-</a:t>
            </a:r>
            <a:r>
              <a:rPr lang="en-US" sz="1500" b="1" dirty="0" err="1">
                <a:solidFill>
                  <a:srgbClr val="0070C0"/>
                </a:solidFill>
                <a:latin typeface="Arial" panose="020B0604020202020204" pitchFamily="34" charset="0"/>
                <a:cs typeface="Arial" panose="020B0604020202020204" pitchFamily="34" charset="0"/>
              </a:rPr>
              <a:t>Behnken</a:t>
            </a:r>
            <a:r>
              <a:rPr lang="en-US" sz="1500" b="1" dirty="0">
                <a:solidFill>
                  <a:srgbClr val="0070C0"/>
                </a:solidFill>
                <a:latin typeface="Arial" panose="020B0604020202020204" pitchFamily="34" charset="0"/>
                <a:cs typeface="Arial" panose="020B0604020202020204" pitchFamily="34" charset="0"/>
              </a:rPr>
              <a:t> designs (BBD)</a:t>
            </a:r>
          </a:p>
          <a:p>
            <a:pPr lvl="1" algn="just" latinLnBrk="0">
              <a:lnSpc>
                <a:spcPct val="150000"/>
              </a:lnSpc>
            </a:pPr>
            <a:r>
              <a:rPr lang="en-US" sz="1130" dirty="0">
                <a:latin typeface="Arial" panose="020B0604020202020204" pitchFamily="34" charset="0"/>
                <a:cs typeface="Arial" panose="020B0604020202020204" pitchFamily="34" charset="0"/>
              </a:rPr>
              <a:t>Box-</a:t>
            </a:r>
            <a:r>
              <a:rPr lang="en-US" sz="1130" dirty="0" err="1">
                <a:latin typeface="Arial" panose="020B0604020202020204" pitchFamily="34" charset="0"/>
                <a:cs typeface="Arial" panose="020B0604020202020204" pitchFamily="34" charset="0"/>
              </a:rPr>
              <a:t>Behnken</a:t>
            </a:r>
            <a:r>
              <a:rPr lang="en-US" sz="1130" dirty="0">
                <a:latin typeface="Arial" panose="020B0604020202020204" pitchFamily="34" charset="0"/>
                <a:cs typeface="Arial" panose="020B0604020202020204" pitchFamily="34" charset="0"/>
              </a:rPr>
              <a:t> designs usually have fewer design points than central composite designs, thus, they are less expensive to run with the same number of factors. They can efficiently estimate the first- and second-order coefficients; however, they </a:t>
            </a:r>
            <a:r>
              <a:rPr lang="en-US" sz="1130" b="1" dirty="0">
                <a:latin typeface="Arial" panose="020B0604020202020204" pitchFamily="34" charset="0"/>
                <a:cs typeface="Arial" panose="020B0604020202020204" pitchFamily="34" charset="0"/>
              </a:rPr>
              <a:t>can't include runs </a:t>
            </a:r>
            <a:r>
              <a:rPr lang="en-US" sz="1130" dirty="0">
                <a:latin typeface="Arial" panose="020B0604020202020204" pitchFamily="34" charset="0"/>
                <a:cs typeface="Arial" panose="020B0604020202020204" pitchFamily="34" charset="0"/>
              </a:rPr>
              <a:t>from a factorial experiment. Box-</a:t>
            </a:r>
            <a:r>
              <a:rPr lang="en-US" sz="1130" dirty="0" err="1">
                <a:latin typeface="Arial" panose="020B0604020202020204" pitchFamily="34" charset="0"/>
                <a:cs typeface="Arial" panose="020B0604020202020204" pitchFamily="34" charset="0"/>
              </a:rPr>
              <a:t>Behnken</a:t>
            </a:r>
            <a:r>
              <a:rPr lang="en-US" sz="1130" dirty="0">
                <a:latin typeface="Arial" panose="020B0604020202020204" pitchFamily="34" charset="0"/>
                <a:cs typeface="Arial" panose="020B0604020202020204" pitchFamily="34" charset="0"/>
              </a:rPr>
              <a:t> designs </a:t>
            </a:r>
            <a:r>
              <a:rPr lang="en-US" sz="1130" b="1" dirty="0">
                <a:latin typeface="Arial" panose="020B0604020202020204" pitchFamily="34" charset="0"/>
                <a:cs typeface="Arial" panose="020B0604020202020204" pitchFamily="34" charset="0"/>
              </a:rPr>
              <a:t>always have 3 levels per factor</a:t>
            </a:r>
            <a:r>
              <a:rPr lang="en-US" sz="1130" dirty="0">
                <a:latin typeface="Arial" panose="020B0604020202020204" pitchFamily="34" charset="0"/>
                <a:cs typeface="Arial" panose="020B0604020202020204" pitchFamily="34" charset="0"/>
              </a:rPr>
              <a:t>, unlike central composite designs which can have up to 5. Also unlike central composite designs, Box-</a:t>
            </a:r>
            <a:r>
              <a:rPr lang="en-US" sz="1130" dirty="0" err="1">
                <a:latin typeface="Arial" panose="020B0604020202020204" pitchFamily="34" charset="0"/>
                <a:cs typeface="Arial" panose="020B0604020202020204" pitchFamily="34" charset="0"/>
              </a:rPr>
              <a:t>Behnken</a:t>
            </a:r>
            <a:r>
              <a:rPr lang="en-US" sz="1130" dirty="0">
                <a:latin typeface="Arial" panose="020B0604020202020204" pitchFamily="34" charset="0"/>
                <a:cs typeface="Arial" panose="020B0604020202020204" pitchFamily="34" charset="0"/>
              </a:rPr>
              <a:t> designs never include runs where all factors are at their extreme setting, such as all of the low settings.</a:t>
            </a:r>
            <a:endParaRPr lang="en-IN" sz="113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474291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Central Composite designs (CCD)</a:t>
            </a:r>
          </a:p>
        </p:txBody>
      </p:sp>
      <p:sp>
        <p:nvSpPr>
          <p:cNvPr id="4" name="Content Placeholder 3"/>
          <p:cNvSpPr>
            <a:spLocks noGrp="1"/>
          </p:cNvSpPr>
          <p:nvPr>
            <p:ph idx="1"/>
          </p:nvPr>
        </p:nvSpPr>
        <p:spPr/>
        <p:txBody>
          <a:bodyPr/>
          <a:lstStyle/>
          <a:p>
            <a:pPr marL="0" indent="0" algn="just" latinLnBrk="0">
              <a:lnSpc>
                <a:spcPct val="150000"/>
              </a:lnSpc>
              <a:buNone/>
            </a:pPr>
            <a:r>
              <a:rPr lang="en-US" sz="1800" b="1" dirty="0">
                <a:solidFill>
                  <a:srgbClr val="0070C0"/>
                </a:solidFill>
                <a:latin typeface="Arial" panose="020B0604020202020204" pitchFamily="34" charset="0"/>
                <a:cs typeface="Arial" panose="020B0604020202020204" pitchFamily="34" charset="0"/>
              </a:rPr>
              <a:t>Central Composite designs (CCD)</a:t>
            </a:r>
          </a:p>
          <a:p>
            <a:pPr algn="just" latinLnBrk="0"/>
            <a:r>
              <a:rPr lang="en-US" sz="1800" dirty="0">
                <a:latin typeface="Arial" panose="020B0604020202020204" pitchFamily="34" charset="0"/>
                <a:cs typeface="Arial" panose="020B0604020202020204" pitchFamily="34" charset="0"/>
              </a:rPr>
              <a:t>A central composite design is the most commonly used response surface designed experiment. </a:t>
            </a:r>
            <a:r>
              <a:rPr lang="en-US" sz="1800" b="1" dirty="0">
                <a:solidFill>
                  <a:srgbClr val="00B050"/>
                </a:solidFill>
                <a:latin typeface="Arial" panose="020B0604020202020204" pitchFamily="34" charset="0"/>
                <a:cs typeface="Arial" panose="020B0604020202020204" pitchFamily="34" charset="0"/>
              </a:rPr>
              <a:t>Central composite designs are a factorial or fractional factorial design with center points, augmented with a group of axial points (also called star points) that let you estimate curvature. </a:t>
            </a:r>
            <a:r>
              <a:rPr lang="en-US" sz="1800" dirty="0">
                <a:latin typeface="Arial" panose="020B0604020202020204" pitchFamily="34" charset="0"/>
                <a:cs typeface="Arial" panose="020B0604020202020204" pitchFamily="34" charset="0"/>
              </a:rPr>
              <a:t>You can use a central composite design to: </a:t>
            </a:r>
          </a:p>
          <a:p>
            <a:pPr lvl="1" algn="just" latinLnBrk="0"/>
            <a:r>
              <a:rPr lang="en-US" sz="1430" dirty="0">
                <a:latin typeface="Arial" panose="020B0604020202020204" pitchFamily="34" charset="0"/>
                <a:cs typeface="Arial" panose="020B0604020202020204" pitchFamily="34" charset="0"/>
              </a:rPr>
              <a:t>Efficiently estimate first- and second-order terms.</a:t>
            </a:r>
          </a:p>
          <a:p>
            <a:pPr lvl="1" algn="just" latinLnBrk="0"/>
            <a:r>
              <a:rPr lang="en-US" sz="1430" dirty="0">
                <a:latin typeface="Arial" panose="020B0604020202020204" pitchFamily="34" charset="0"/>
                <a:cs typeface="Arial" panose="020B0604020202020204" pitchFamily="34" charset="0"/>
              </a:rPr>
              <a:t>Model a response variable with curvature by adding center and axial points to a previously-done factorial design.</a:t>
            </a:r>
          </a:p>
          <a:p>
            <a:pPr algn="just" latinLnBrk="0"/>
            <a:r>
              <a:rPr lang="en-US" sz="1800" dirty="0">
                <a:latin typeface="Arial" panose="020B0604020202020204" pitchFamily="34" charset="0"/>
                <a:cs typeface="Arial" panose="020B0604020202020204" pitchFamily="34" charset="0"/>
              </a:rPr>
              <a:t>Central composite designs are especially useful in sequential experiments because you can often build on previous factorial experiments by adding axial and center points.</a:t>
            </a:r>
          </a:p>
        </p:txBody>
      </p:sp>
    </p:spTree>
    <p:extLst>
      <p:ext uri="{BB962C8B-B14F-4D97-AF65-F5344CB8AC3E}">
        <p14:creationId xmlns:p14="http://schemas.microsoft.com/office/powerpoint/2010/main" val="402354199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Central Composite designs (CCD)</a:t>
            </a:r>
          </a:p>
        </p:txBody>
      </p:sp>
      <p:sp>
        <p:nvSpPr>
          <p:cNvPr id="4" name="Content Placeholder 3"/>
          <p:cNvSpPr>
            <a:spLocks noGrp="1"/>
          </p:cNvSpPr>
          <p:nvPr>
            <p:ph idx="1"/>
          </p:nvPr>
        </p:nvSpPr>
        <p:spPr/>
        <p:txBody>
          <a:bodyPr/>
          <a:lstStyle/>
          <a:p>
            <a:pPr marL="0" indent="0" algn="just" latinLnBrk="0">
              <a:lnSpc>
                <a:spcPct val="150000"/>
              </a:lnSpc>
              <a:buNone/>
            </a:pPr>
            <a:r>
              <a:rPr lang="en-US" sz="1800" b="1" dirty="0">
                <a:solidFill>
                  <a:srgbClr val="0070C0"/>
                </a:solidFill>
                <a:latin typeface="Arial" panose="020B0604020202020204" pitchFamily="34" charset="0"/>
                <a:cs typeface="Arial" panose="020B0604020202020204" pitchFamily="34" charset="0"/>
              </a:rPr>
              <a:t>Central Composite designs (CCD)</a:t>
            </a:r>
          </a:p>
          <a:p>
            <a:pPr algn="just" latinLnBrk="0">
              <a:lnSpc>
                <a:spcPct val="150000"/>
              </a:lnSpc>
            </a:pPr>
            <a:r>
              <a:rPr lang="en-US" sz="1800" dirty="0">
                <a:latin typeface="Arial" panose="020B0604020202020204" pitchFamily="34" charset="0"/>
                <a:cs typeface="Arial" panose="020B0604020202020204" pitchFamily="34" charset="0"/>
              </a:rPr>
              <a:t>For example, you would like to determine the best conditions for injection-molding a plastic part. You first run a factorial experiment and determine the significant factors: temperature (levels set at 190° and 210°) and pressure (levels set at 50MPa and 100MPa). If the factorial design detects curvature, you can use a response surface designed experiment to determine the optimal settings for each factor. </a:t>
            </a:r>
          </a:p>
        </p:txBody>
      </p:sp>
    </p:spTree>
    <p:extLst>
      <p:ext uri="{BB962C8B-B14F-4D97-AF65-F5344CB8AC3E}">
        <p14:creationId xmlns:p14="http://schemas.microsoft.com/office/powerpoint/2010/main" val="234287280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Central Composite designs (CCD)</a:t>
            </a:r>
          </a:p>
        </p:txBody>
      </p:sp>
      <p:sp>
        <p:nvSpPr>
          <p:cNvPr id="4" name="Content Placeholder 3"/>
          <p:cNvSpPr>
            <a:spLocks noGrp="1"/>
          </p:cNvSpPr>
          <p:nvPr>
            <p:ph idx="1"/>
          </p:nvPr>
        </p:nvSpPr>
        <p:spPr/>
        <p:txBody>
          <a:bodyPr/>
          <a:lstStyle/>
          <a:p>
            <a:pPr marL="0" indent="0" algn="just" latinLnBrk="0">
              <a:lnSpc>
                <a:spcPct val="150000"/>
              </a:lnSpc>
              <a:buNone/>
            </a:pPr>
            <a:r>
              <a:rPr lang="en-US" sz="1800" b="1" dirty="0">
                <a:solidFill>
                  <a:srgbClr val="0070C0"/>
                </a:solidFill>
                <a:latin typeface="Arial" panose="020B0604020202020204" pitchFamily="34" charset="0"/>
                <a:cs typeface="Arial" panose="020B0604020202020204" pitchFamily="34" charset="0"/>
              </a:rPr>
              <a:t>Central Composite designs (CCD)..</a:t>
            </a:r>
            <a:r>
              <a:rPr lang="en-US" sz="1800" b="1" dirty="0">
                <a:solidFill>
                  <a:srgbClr val="00B050"/>
                </a:solidFill>
                <a:latin typeface="Arial" panose="020B0604020202020204" pitchFamily="34" charset="0"/>
                <a:cs typeface="Arial" panose="020B0604020202020204" pitchFamily="34" charset="0"/>
              </a:rPr>
              <a:t>continued</a:t>
            </a:r>
          </a:p>
          <a:p>
            <a:pPr marL="0" indent="0" algn="just" latinLnBrk="0">
              <a:lnSpc>
                <a:spcPct val="150000"/>
              </a:lnSpc>
              <a:buNone/>
            </a:pPr>
            <a:endParaRPr lang="en-US" sz="1800" b="1" dirty="0">
              <a:solidFill>
                <a:srgbClr val="00B050"/>
              </a:solidFill>
              <a:latin typeface="Arial" panose="020B0604020202020204" pitchFamily="34" charset="0"/>
              <a:cs typeface="Arial" panose="020B0604020202020204" pitchFamily="34" charset="0"/>
            </a:endParaRPr>
          </a:p>
        </p:txBody>
      </p:sp>
      <p:pic>
        <p:nvPicPr>
          <p:cNvPr id="3" name="Picture 2"/>
          <p:cNvPicPr>
            <a:picLocks noChangeAspect="1"/>
          </p:cNvPicPr>
          <p:nvPr/>
        </p:nvPicPr>
        <p:blipFill rotWithShape="1">
          <a:blip r:embed="rId3"/>
          <a:srcRect b="16790"/>
          <a:stretch/>
        </p:blipFill>
        <p:spPr>
          <a:xfrm>
            <a:off x="1115617" y="2089921"/>
            <a:ext cx="7165181" cy="3067271"/>
          </a:xfrm>
          <a:prstGeom prst="rect">
            <a:avLst/>
          </a:prstGeom>
        </p:spPr>
      </p:pic>
    </p:spTree>
    <p:extLst>
      <p:ext uri="{BB962C8B-B14F-4D97-AF65-F5344CB8AC3E}">
        <p14:creationId xmlns:p14="http://schemas.microsoft.com/office/powerpoint/2010/main" val="240305656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Central Composite designs (CCD)</a:t>
            </a:r>
          </a:p>
        </p:txBody>
      </p:sp>
      <p:sp>
        <p:nvSpPr>
          <p:cNvPr id="5" name="Rectangle 3"/>
          <p:cNvSpPr txBox="1">
            <a:spLocks noChangeArrowheads="1"/>
          </p:cNvSpPr>
          <p:nvPr/>
        </p:nvSpPr>
        <p:spPr>
          <a:xfrm>
            <a:off x="1348299" y="1718562"/>
            <a:ext cx="5829300" cy="342900"/>
          </a:xfrm>
          <a:prstGeom prst="rect">
            <a:avLst/>
          </a:prstGeom>
        </p:spPr>
        <p:txBody>
          <a:bodyPr/>
          <a:lstStyle>
            <a:lvl1pPr marL="422041" indent="-422041" algn="l" rtl="0" eaLnBrk="0" fontAlgn="base" latinLnBrk="1" hangingPunct="0">
              <a:spcBef>
                <a:spcPct val="20000"/>
              </a:spcBef>
              <a:spcAft>
                <a:spcPct val="0"/>
              </a:spcAft>
              <a:buChar char="•"/>
              <a:defRPr kumimoji="1" sz="3939">
                <a:solidFill>
                  <a:schemeClr val="tx1"/>
                </a:solidFill>
                <a:latin typeface="+mn-lt"/>
                <a:ea typeface="+mn-ea"/>
                <a:cs typeface="+mn-cs"/>
              </a:defRPr>
            </a:lvl1pPr>
            <a:lvl2pPr marL="914423" indent="-351701" algn="l" rtl="0" eaLnBrk="0" fontAlgn="base" latinLnBrk="1" hangingPunct="0">
              <a:spcBef>
                <a:spcPct val="20000"/>
              </a:spcBef>
              <a:spcAft>
                <a:spcPct val="0"/>
              </a:spcAft>
              <a:buChar char="–"/>
              <a:defRPr kumimoji="1" sz="3446">
                <a:solidFill>
                  <a:schemeClr val="tx1"/>
                </a:solidFill>
                <a:latin typeface="+mn-lt"/>
                <a:ea typeface="+mn-ea"/>
              </a:defRPr>
            </a:lvl2pPr>
            <a:lvl3pPr marL="1406804" indent="-281361" algn="l" rtl="0" eaLnBrk="0" fontAlgn="base" latinLnBrk="1" hangingPunct="0">
              <a:spcBef>
                <a:spcPct val="20000"/>
              </a:spcBef>
              <a:spcAft>
                <a:spcPct val="0"/>
              </a:spcAft>
              <a:buChar char="•"/>
              <a:defRPr kumimoji="1" sz="2954">
                <a:solidFill>
                  <a:schemeClr val="tx1"/>
                </a:solidFill>
                <a:latin typeface="+mn-lt"/>
                <a:ea typeface="+mn-ea"/>
              </a:defRPr>
            </a:lvl3pPr>
            <a:lvl4pPr marL="1969526" indent="-281361" algn="l" rtl="0" eaLnBrk="0" fontAlgn="base" latinLnBrk="1" hangingPunct="0">
              <a:spcBef>
                <a:spcPct val="20000"/>
              </a:spcBef>
              <a:spcAft>
                <a:spcPct val="0"/>
              </a:spcAft>
              <a:buChar char="–"/>
              <a:defRPr kumimoji="1" sz="2462">
                <a:solidFill>
                  <a:schemeClr val="tx1"/>
                </a:solidFill>
                <a:latin typeface="+mn-lt"/>
                <a:ea typeface="+mn-ea"/>
              </a:defRPr>
            </a:lvl4pPr>
            <a:lvl5pPr marL="2532248" indent="-281361" algn="l" rtl="0" eaLnBrk="0" fontAlgn="base" latinLnBrk="1" hangingPunct="0">
              <a:spcBef>
                <a:spcPct val="20000"/>
              </a:spcBef>
              <a:spcAft>
                <a:spcPct val="0"/>
              </a:spcAft>
              <a:buChar char="»"/>
              <a:defRPr kumimoji="1" sz="2462">
                <a:solidFill>
                  <a:schemeClr val="tx1"/>
                </a:solidFill>
                <a:latin typeface="+mn-lt"/>
                <a:ea typeface="+mn-ea"/>
              </a:defRPr>
            </a:lvl5pPr>
            <a:lvl6pPr marL="3094970" indent="-281361" algn="l" rtl="0" fontAlgn="base" latinLnBrk="1">
              <a:spcBef>
                <a:spcPct val="20000"/>
              </a:spcBef>
              <a:spcAft>
                <a:spcPct val="0"/>
              </a:spcAft>
              <a:buChar char="»"/>
              <a:defRPr kumimoji="1" sz="2462">
                <a:solidFill>
                  <a:schemeClr val="tx1"/>
                </a:solidFill>
                <a:latin typeface="+mn-lt"/>
                <a:ea typeface="+mn-ea"/>
              </a:defRPr>
            </a:lvl6pPr>
            <a:lvl7pPr marL="3657691" indent="-281361" algn="l" rtl="0" fontAlgn="base" latinLnBrk="1">
              <a:spcBef>
                <a:spcPct val="20000"/>
              </a:spcBef>
              <a:spcAft>
                <a:spcPct val="0"/>
              </a:spcAft>
              <a:buChar char="»"/>
              <a:defRPr kumimoji="1" sz="2462">
                <a:solidFill>
                  <a:schemeClr val="tx1"/>
                </a:solidFill>
                <a:latin typeface="+mn-lt"/>
                <a:ea typeface="+mn-ea"/>
              </a:defRPr>
            </a:lvl7pPr>
            <a:lvl8pPr marL="4220413" indent="-281361" algn="l" rtl="0" fontAlgn="base" latinLnBrk="1">
              <a:spcBef>
                <a:spcPct val="20000"/>
              </a:spcBef>
              <a:spcAft>
                <a:spcPct val="0"/>
              </a:spcAft>
              <a:buChar char="»"/>
              <a:defRPr kumimoji="1" sz="2462">
                <a:solidFill>
                  <a:schemeClr val="tx1"/>
                </a:solidFill>
                <a:latin typeface="+mn-lt"/>
                <a:ea typeface="+mn-ea"/>
              </a:defRPr>
            </a:lvl8pPr>
            <a:lvl9pPr marL="4783135" indent="-281361" algn="l" rtl="0" fontAlgn="base" latinLnBrk="1">
              <a:spcBef>
                <a:spcPct val="20000"/>
              </a:spcBef>
              <a:spcAft>
                <a:spcPct val="0"/>
              </a:spcAft>
              <a:buChar char="»"/>
              <a:defRPr kumimoji="1" sz="2462">
                <a:solidFill>
                  <a:schemeClr val="tx1"/>
                </a:solidFill>
                <a:latin typeface="+mn-lt"/>
                <a:ea typeface="+mn-ea"/>
              </a:defRPr>
            </a:lvl9pPr>
          </a:lstStyle>
          <a:p>
            <a:pPr algn="ctr">
              <a:buFontTx/>
              <a:buNone/>
            </a:pPr>
            <a:r>
              <a:rPr lang="en-GB" altLang="en-US" sz="2954" kern="0" dirty="0">
                <a:latin typeface="Arial" panose="020B0604020202020204" pitchFamily="34" charset="0"/>
                <a:cs typeface="Arial" panose="020B0604020202020204" pitchFamily="34" charset="0"/>
              </a:rPr>
              <a:t>Three parts:</a:t>
            </a:r>
          </a:p>
        </p:txBody>
      </p:sp>
      <p:sp>
        <p:nvSpPr>
          <p:cNvPr id="6" name="Text Box 4"/>
          <p:cNvSpPr txBox="1">
            <a:spLocks noChangeArrowheads="1"/>
          </p:cNvSpPr>
          <p:nvPr/>
        </p:nvSpPr>
        <p:spPr bwMode="auto">
          <a:xfrm>
            <a:off x="1233999" y="2190050"/>
            <a:ext cx="1943100" cy="1650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350" i="1">
                <a:latin typeface="Arial" panose="020B0604020202020204" pitchFamily="34" charset="0"/>
                <a:cs typeface="Arial" panose="020B0604020202020204" pitchFamily="34" charset="0"/>
              </a:rPr>
              <a:t>1.</a:t>
            </a:r>
            <a:endParaRPr lang="en-GB" altLang="en-US" sz="1350">
              <a:latin typeface="Arial" panose="020B0604020202020204" pitchFamily="34" charset="0"/>
              <a:cs typeface="Arial" panose="020B0604020202020204" pitchFamily="34" charset="0"/>
            </a:endParaRPr>
          </a:p>
          <a:p>
            <a:pPr eaLnBrk="1" hangingPunct="1">
              <a:spcBef>
                <a:spcPct val="50000"/>
              </a:spcBef>
              <a:buFontTx/>
              <a:buNone/>
            </a:pPr>
            <a:r>
              <a:rPr lang="en-GB" altLang="en-US" sz="1350">
                <a:solidFill>
                  <a:schemeClr val="accent2"/>
                </a:solidFill>
                <a:latin typeface="Arial" panose="020B0604020202020204" pitchFamily="34" charset="0"/>
                <a:cs typeface="Arial" panose="020B0604020202020204" pitchFamily="34" charset="0"/>
              </a:rPr>
              <a:t>Factorial or reduced factorial design</a:t>
            </a:r>
            <a:br>
              <a:rPr lang="en-GB" altLang="en-US" sz="1350">
                <a:solidFill>
                  <a:schemeClr val="accent2"/>
                </a:solidFill>
                <a:latin typeface="Arial" panose="020B0604020202020204" pitchFamily="34" charset="0"/>
                <a:cs typeface="Arial" panose="020B0604020202020204" pitchFamily="34" charset="0"/>
              </a:rPr>
            </a:br>
            <a:r>
              <a:rPr lang="en-GB" altLang="en-US" sz="1350">
                <a:solidFill>
                  <a:schemeClr val="accent2"/>
                </a:solidFill>
                <a:latin typeface="Arial" panose="020B0604020202020204" pitchFamily="34" charset="0"/>
                <a:cs typeface="Arial" panose="020B0604020202020204" pitchFamily="34" charset="0"/>
              </a:rPr>
              <a:t/>
            </a:r>
            <a:br>
              <a:rPr lang="en-GB" altLang="en-US" sz="1350">
                <a:solidFill>
                  <a:schemeClr val="accent2"/>
                </a:solidFill>
                <a:latin typeface="Arial" panose="020B0604020202020204" pitchFamily="34" charset="0"/>
                <a:cs typeface="Arial" panose="020B0604020202020204" pitchFamily="34" charset="0"/>
              </a:rPr>
            </a:br>
            <a:r>
              <a:rPr lang="en-GB" altLang="en-US" sz="1350">
                <a:latin typeface="Arial" panose="020B0604020202020204" pitchFamily="34" charset="0"/>
                <a:cs typeface="Arial" panose="020B0604020202020204" pitchFamily="34" charset="0"/>
              </a:rPr>
              <a:t>Estimate of main effects and interactions</a:t>
            </a:r>
          </a:p>
        </p:txBody>
      </p:sp>
      <p:sp>
        <p:nvSpPr>
          <p:cNvPr id="7" name="Text Box 5"/>
          <p:cNvSpPr txBox="1">
            <a:spLocks noChangeArrowheads="1"/>
          </p:cNvSpPr>
          <p:nvPr/>
        </p:nvSpPr>
        <p:spPr bwMode="auto">
          <a:xfrm>
            <a:off x="3291399" y="2190050"/>
            <a:ext cx="1943100" cy="1650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350" i="1" dirty="0">
                <a:latin typeface="Arial" panose="020B0604020202020204" pitchFamily="34" charset="0"/>
                <a:cs typeface="Arial" panose="020B0604020202020204" pitchFamily="34" charset="0"/>
              </a:rPr>
              <a:t>2.</a:t>
            </a:r>
            <a:endParaRPr lang="en-GB" altLang="en-US" sz="1350" dirty="0">
              <a:latin typeface="Arial" panose="020B0604020202020204" pitchFamily="34" charset="0"/>
              <a:cs typeface="Arial" panose="020B0604020202020204" pitchFamily="34" charset="0"/>
            </a:endParaRPr>
          </a:p>
          <a:p>
            <a:pPr eaLnBrk="1" hangingPunct="1">
              <a:spcBef>
                <a:spcPct val="50000"/>
              </a:spcBef>
              <a:buFontTx/>
              <a:buNone/>
            </a:pPr>
            <a:r>
              <a:rPr lang="en-GB" altLang="en-US" sz="1350" dirty="0">
                <a:solidFill>
                  <a:schemeClr val="accent2"/>
                </a:solidFill>
                <a:latin typeface="Arial" panose="020B0604020202020204" pitchFamily="34" charset="0"/>
                <a:cs typeface="Arial" panose="020B0604020202020204" pitchFamily="34" charset="0"/>
              </a:rPr>
              <a:t>At least one center point experiment</a:t>
            </a:r>
            <a:br>
              <a:rPr lang="en-GB" altLang="en-US" sz="1350" dirty="0">
                <a:solidFill>
                  <a:schemeClr val="accent2"/>
                </a:solidFill>
                <a:latin typeface="Arial" panose="020B0604020202020204" pitchFamily="34" charset="0"/>
                <a:cs typeface="Arial" panose="020B0604020202020204" pitchFamily="34" charset="0"/>
              </a:rPr>
            </a:br>
            <a:r>
              <a:rPr lang="en-GB" altLang="en-US" sz="1350" dirty="0">
                <a:latin typeface="Arial" panose="020B0604020202020204" pitchFamily="34" charset="0"/>
                <a:cs typeface="Arial" panose="020B0604020202020204" pitchFamily="34" charset="0"/>
              </a:rPr>
              <a:t/>
            </a:r>
            <a:br>
              <a:rPr lang="en-GB" altLang="en-US" sz="1350" dirty="0">
                <a:latin typeface="Arial" panose="020B0604020202020204" pitchFamily="34" charset="0"/>
                <a:cs typeface="Arial" panose="020B0604020202020204" pitchFamily="34" charset="0"/>
              </a:rPr>
            </a:br>
            <a:r>
              <a:rPr lang="en-GB" altLang="en-US" sz="1350" dirty="0">
                <a:latin typeface="Arial" panose="020B0604020202020204" pitchFamily="34" charset="0"/>
                <a:cs typeface="Arial" panose="020B0604020202020204" pitchFamily="34" charset="0"/>
              </a:rPr>
              <a:t>Possible to reveal curvature and estimate the experimental error</a:t>
            </a:r>
          </a:p>
        </p:txBody>
      </p:sp>
      <p:sp>
        <p:nvSpPr>
          <p:cNvPr id="8" name="Text Box 6"/>
          <p:cNvSpPr txBox="1">
            <a:spLocks noChangeArrowheads="1"/>
          </p:cNvSpPr>
          <p:nvPr/>
        </p:nvSpPr>
        <p:spPr bwMode="auto">
          <a:xfrm>
            <a:off x="5463099" y="2190050"/>
            <a:ext cx="1943100" cy="1442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350" i="1">
                <a:latin typeface="Arial" panose="020B0604020202020204" pitchFamily="34" charset="0"/>
                <a:cs typeface="Arial" panose="020B0604020202020204" pitchFamily="34" charset="0"/>
              </a:rPr>
              <a:t>3.</a:t>
            </a:r>
            <a:endParaRPr lang="en-GB" altLang="en-US" sz="1350">
              <a:latin typeface="Arial" panose="020B0604020202020204" pitchFamily="34" charset="0"/>
              <a:cs typeface="Arial" panose="020B0604020202020204" pitchFamily="34" charset="0"/>
            </a:endParaRPr>
          </a:p>
          <a:p>
            <a:pPr eaLnBrk="1" hangingPunct="1">
              <a:spcBef>
                <a:spcPct val="50000"/>
              </a:spcBef>
              <a:buFontTx/>
              <a:buNone/>
            </a:pPr>
            <a:r>
              <a:rPr lang="en-GB" altLang="en-US" sz="1350">
                <a:solidFill>
                  <a:schemeClr val="accent2"/>
                </a:solidFill>
                <a:latin typeface="Arial" panose="020B0604020202020204" pitchFamily="34" charset="0"/>
                <a:cs typeface="Arial" panose="020B0604020202020204" pitchFamily="34" charset="0"/>
              </a:rPr>
              <a:t>Experiments </a:t>
            </a:r>
            <a:r>
              <a:rPr lang="en-GB" altLang="en-US" sz="1350">
                <a:solidFill>
                  <a:schemeClr val="accent2"/>
                </a:solidFill>
                <a:latin typeface="Arial" panose="020B0604020202020204" pitchFamily="34" charset="0"/>
                <a:cs typeface="Arial" panose="020B0604020202020204" pitchFamily="34" charset="0"/>
                <a:sym typeface="Symbol" panose="05050102010706020507" pitchFamily="18" charset="2"/>
              </a:rPr>
              <a:t> on the variable axes</a:t>
            </a:r>
            <a:r>
              <a:rPr lang="en-GB" altLang="en-US" sz="1350">
                <a:latin typeface="Arial" panose="020B0604020202020204" pitchFamily="34" charset="0"/>
                <a:cs typeface="Arial" panose="020B0604020202020204" pitchFamily="34" charset="0"/>
              </a:rPr>
              <a:t/>
            </a:r>
            <a:br>
              <a:rPr lang="en-GB" altLang="en-US" sz="1350">
                <a:latin typeface="Arial" panose="020B0604020202020204" pitchFamily="34" charset="0"/>
                <a:cs typeface="Arial" panose="020B0604020202020204" pitchFamily="34" charset="0"/>
              </a:rPr>
            </a:br>
            <a:r>
              <a:rPr lang="en-GB" altLang="en-US" sz="1350">
                <a:latin typeface="Arial" panose="020B0604020202020204" pitchFamily="34" charset="0"/>
                <a:cs typeface="Arial" panose="020B0604020202020204" pitchFamily="34" charset="0"/>
              </a:rPr>
              <a:t/>
            </a:r>
            <a:br>
              <a:rPr lang="en-GB" altLang="en-US" sz="1350">
                <a:latin typeface="Arial" panose="020B0604020202020204" pitchFamily="34" charset="0"/>
                <a:cs typeface="Arial" panose="020B0604020202020204" pitchFamily="34" charset="0"/>
              </a:rPr>
            </a:br>
            <a:r>
              <a:rPr lang="en-GB" altLang="en-US" sz="1350">
                <a:latin typeface="Arial" panose="020B0604020202020204" pitchFamily="34" charset="0"/>
                <a:cs typeface="Arial" panose="020B0604020202020204" pitchFamily="34" charset="0"/>
              </a:rPr>
              <a:t>Possible to estimate quadratic terms</a:t>
            </a:r>
          </a:p>
        </p:txBody>
      </p:sp>
      <p:graphicFrame>
        <p:nvGraphicFramePr>
          <p:cNvPr id="9" name="Object 2"/>
          <p:cNvGraphicFramePr>
            <a:graphicFrameLocks noChangeAspect="1"/>
          </p:cNvGraphicFramePr>
          <p:nvPr/>
        </p:nvGraphicFramePr>
        <p:xfrm>
          <a:off x="5977449" y="3775962"/>
          <a:ext cx="863204" cy="244079"/>
        </p:xfrm>
        <a:graphic>
          <a:graphicData uri="http://schemas.openxmlformats.org/presentationml/2006/ole">
            <mc:AlternateContent xmlns:mc="http://schemas.openxmlformats.org/markup-compatibility/2006">
              <mc:Choice xmlns:v="urn:schemas-microsoft-com:vml" Requires="v">
                <p:oleObj spid="_x0000_s2057" name="Formel" r:id="rId4" imgW="672808" imgH="253890" progId="Equation.3">
                  <p:embed/>
                </p:oleObj>
              </mc:Choice>
              <mc:Fallback>
                <p:oleObj name="Formel" r:id="rId4" imgW="672808" imgH="253890" progId="Equation.3">
                  <p:embed/>
                  <p:pic>
                    <p:nvPicPr>
                      <p:cNvPr id="9"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77449" y="3775962"/>
                        <a:ext cx="863204" cy="2440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5172942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100" dirty="0"/>
              <a:t>Central Composite designs (CCD)</a:t>
            </a: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676" y="1561265"/>
            <a:ext cx="1473582" cy="1306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067" y="4358858"/>
            <a:ext cx="1785938"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6576" y="2946662"/>
            <a:ext cx="1508429" cy="1333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3887" y="1909009"/>
            <a:ext cx="2057400" cy="355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4550169" y="1509363"/>
            <a:ext cx="4450323" cy="4196020"/>
          </a:xfrm>
          <a:prstGeom prst="rect">
            <a:avLst/>
          </a:prstGeom>
        </p:spPr>
        <p:txBody>
          <a:bodyPr wrap="square">
            <a:spAutoFit/>
          </a:bodyPr>
          <a:lstStyle/>
          <a:p>
            <a:pPr algn="just" eaLnBrk="1" hangingPunct="1">
              <a:lnSpc>
                <a:spcPct val="150000"/>
              </a:lnSpc>
              <a:defRPr/>
            </a:pPr>
            <a:r>
              <a:rPr lang="en-US" sz="1800" dirty="0">
                <a:latin typeface="Arial" charset="0"/>
                <a:cs typeface="Arial" charset="0"/>
              </a:rPr>
              <a:t>Central Composite Design (CCD) has three different design points: edge points as in two‐ level designs (±1), star points at ±</a:t>
            </a:r>
            <a:r>
              <a:rPr lang="el-GR" sz="1800" dirty="0">
                <a:latin typeface="Arial" charset="0"/>
                <a:cs typeface="Arial" charset="0"/>
              </a:rPr>
              <a:t>α; </a:t>
            </a:r>
            <a:r>
              <a:rPr lang="en-US" sz="1800" dirty="0">
                <a:latin typeface="Arial" charset="0"/>
                <a:cs typeface="Arial" charset="0"/>
              </a:rPr>
              <a:t>that take care of quadratic effects and centre points, </a:t>
            </a:r>
          </a:p>
          <a:p>
            <a:pPr algn="just" eaLnBrk="1" hangingPunct="1">
              <a:lnSpc>
                <a:spcPct val="150000"/>
              </a:lnSpc>
              <a:defRPr/>
            </a:pPr>
            <a:endParaRPr lang="en-US" sz="1800" dirty="0">
              <a:latin typeface="Arial" charset="0"/>
              <a:cs typeface="Arial" charset="0"/>
            </a:endParaRPr>
          </a:p>
          <a:p>
            <a:pPr algn="just" eaLnBrk="1" hangingPunct="1">
              <a:lnSpc>
                <a:spcPct val="150000"/>
              </a:lnSpc>
              <a:defRPr/>
            </a:pPr>
            <a:r>
              <a:rPr lang="en-US" sz="1800" dirty="0">
                <a:latin typeface="Arial" charset="0"/>
                <a:cs typeface="Arial" charset="0"/>
              </a:rPr>
              <a:t>Three variants exist: </a:t>
            </a:r>
          </a:p>
          <a:p>
            <a:pPr marL="342900" indent="-342900" algn="just" eaLnBrk="1" hangingPunct="1">
              <a:lnSpc>
                <a:spcPct val="150000"/>
              </a:lnSpc>
              <a:buFont typeface="+mj-lt"/>
              <a:buAutoNum type="arabicPeriod"/>
              <a:defRPr/>
            </a:pPr>
            <a:r>
              <a:rPr lang="en-US" sz="1800" dirty="0">
                <a:latin typeface="Arial" charset="0"/>
                <a:cs typeface="Arial" charset="0"/>
              </a:rPr>
              <a:t>Circumscribed (CCC)</a:t>
            </a:r>
          </a:p>
          <a:p>
            <a:pPr marL="342900" indent="-342900" algn="just" eaLnBrk="1" hangingPunct="1">
              <a:lnSpc>
                <a:spcPct val="150000"/>
              </a:lnSpc>
              <a:buFont typeface="+mj-lt"/>
              <a:buAutoNum type="arabicPeriod"/>
              <a:defRPr/>
            </a:pPr>
            <a:r>
              <a:rPr lang="en-US" sz="1800" dirty="0">
                <a:latin typeface="Arial" charset="0"/>
                <a:cs typeface="Arial" charset="0"/>
              </a:rPr>
              <a:t>Face centered (CCF)</a:t>
            </a:r>
          </a:p>
          <a:p>
            <a:pPr marL="342900" indent="-342900" algn="just" eaLnBrk="1" hangingPunct="1">
              <a:lnSpc>
                <a:spcPct val="150000"/>
              </a:lnSpc>
              <a:buFont typeface="+mj-lt"/>
              <a:buAutoNum type="arabicPeriod"/>
              <a:defRPr/>
            </a:pPr>
            <a:r>
              <a:rPr lang="en-US" sz="1800" dirty="0">
                <a:latin typeface="Arial" charset="0"/>
                <a:cs typeface="Arial" charset="0"/>
              </a:rPr>
              <a:t>Inscribed (CCI)</a:t>
            </a:r>
          </a:p>
        </p:txBody>
      </p:sp>
    </p:spTree>
    <p:extLst>
      <p:ext uri="{BB962C8B-B14F-4D97-AF65-F5344CB8AC3E}">
        <p14:creationId xmlns:p14="http://schemas.microsoft.com/office/powerpoint/2010/main" val="173169345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Central Composite designs (CCD)</a:t>
            </a:r>
          </a:p>
        </p:txBody>
      </p:sp>
      <p:pic>
        <p:nvPicPr>
          <p:cNvPr id="4" name="Picture 3"/>
          <p:cNvPicPr>
            <a:picLocks noChangeAspect="1"/>
          </p:cNvPicPr>
          <p:nvPr/>
        </p:nvPicPr>
        <p:blipFill>
          <a:blip r:embed="rId3"/>
          <a:stretch>
            <a:fillRect/>
          </a:stretch>
        </p:blipFill>
        <p:spPr>
          <a:xfrm>
            <a:off x="-1" y="1372532"/>
            <a:ext cx="9144000" cy="4220762"/>
          </a:xfrm>
          <a:prstGeom prst="rect">
            <a:avLst/>
          </a:prstGeom>
        </p:spPr>
      </p:pic>
      <p:sp>
        <p:nvSpPr>
          <p:cNvPr id="3" name="TextBox 2"/>
          <p:cNvSpPr txBox="1"/>
          <p:nvPr/>
        </p:nvSpPr>
        <p:spPr>
          <a:xfrm>
            <a:off x="2735796" y="5697252"/>
            <a:ext cx="2193229" cy="253916"/>
          </a:xfrm>
          <a:prstGeom prst="rect">
            <a:avLst/>
          </a:prstGeom>
          <a:noFill/>
        </p:spPr>
        <p:txBody>
          <a:bodyPr wrap="none" rtlCol="0">
            <a:spAutoFit/>
          </a:bodyPr>
          <a:lstStyle/>
          <a:p>
            <a:r>
              <a:rPr lang="en-IN" sz="1050" dirty="0" err="1"/>
              <a:t>n</a:t>
            </a:r>
            <a:r>
              <a:rPr lang="en-IN" sz="1050" baseline="-25000" dirty="0" err="1"/>
              <a:t>f</a:t>
            </a:r>
            <a:r>
              <a:rPr lang="en-IN" sz="1050" dirty="0"/>
              <a:t> = The number of factorial run</a:t>
            </a:r>
          </a:p>
        </p:txBody>
      </p:sp>
    </p:spTree>
    <p:extLst>
      <p:ext uri="{BB962C8B-B14F-4D97-AF65-F5344CB8AC3E}">
        <p14:creationId xmlns:p14="http://schemas.microsoft.com/office/powerpoint/2010/main" val="407171600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Central Composite designs (CCD)</a:t>
            </a:r>
          </a:p>
        </p:txBody>
      </p:sp>
      <p:pic>
        <p:nvPicPr>
          <p:cNvPr id="4" name="Picture 3"/>
          <p:cNvPicPr>
            <a:picLocks noChangeAspect="1"/>
          </p:cNvPicPr>
          <p:nvPr/>
        </p:nvPicPr>
        <p:blipFill>
          <a:blip r:embed="rId3"/>
          <a:stretch>
            <a:fillRect/>
          </a:stretch>
        </p:blipFill>
        <p:spPr>
          <a:xfrm>
            <a:off x="440542" y="1700808"/>
            <a:ext cx="7708106" cy="3579019"/>
          </a:xfrm>
          <a:prstGeom prst="rect">
            <a:avLst/>
          </a:prstGeom>
        </p:spPr>
      </p:pic>
    </p:spTree>
    <p:extLst>
      <p:ext uri="{BB962C8B-B14F-4D97-AF65-F5344CB8AC3E}">
        <p14:creationId xmlns:p14="http://schemas.microsoft.com/office/powerpoint/2010/main" val="73179580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100" dirty="0"/>
              <a:t> Central composite rotatable design for two variables</a:t>
            </a:r>
            <a:endParaRPr lang="en-IN" sz="2100" dirty="0"/>
          </a:p>
        </p:txBody>
      </p:sp>
      <p:pic>
        <p:nvPicPr>
          <p:cNvPr id="3" name="Picture 2"/>
          <p:cNvPicPr>
            <a:picLocks noChangeAspect="1"/>
          </p:cNvPicPr>
          <p:nvPr/>
        </p:nvPicPr>
        <p:blipFill>
          <a:blip r:embed="rId3"/>
          <a:stretch>
            <a:fillRect/>
          </a:stretch>
        </p:blipFill>
        <p:spPr>
          <a:xfrm>
            <a:off x="2114551" y="1862826"/>
            <a:ext cx="4631294" cy="2815745"/>
          </a:xfrm>
          <a:prstGeom prst="rect">
            <a:avLst/>
          </a:prstGeom>
        </p:spPr>
      </p:pic>
      <p:sp>
        <p:nvSpPr>
          <p:cNvPr id="6" name="Text Box 6"/>
          <p:cNvSpPr txBox="1">
            <a:spLocks noChangeArrowheads="1"/>
          </p:cNvSpPr>
          <p:nvPr/>
        </p:nvSpPr>
        <p:spPr bwMode="auto">
          <a:xfrm>
            <a:off x="2195736" y="4617132"/>
            <a:ext cx="42862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350" dirty="0">
                <a:latin typeface="Arial" panose="020B0604020202020204" pitchFamily="34" charset="0"/>
              </a:rPr>
              <a:t>Number of experiments: 	2</a:t>
            </a:r>
            <a:r>
              <a:rPr lang="en-GB" altLang="en-US" sz="1350" baseline="30000" dirty="0">
                <a:latin typeface="Arial" panose="020B0604020202020204" pitchFamily="34" charset="0"/>
              </a:rPr>
              <a:t>3</a:t>
            </a:r>
            <a:r>
              <a:rPr lang="en-GB" altLang="en-US" sz="1350" dirty="0">
                <a:latin typeface="Arial" panose="020B0604020202020204" pitchFamily="34" charset="0"/>
              </a:rPr>
              <a:t> + 4 + 6 = </a:t>
            </a:r>
            <a:r>
              <a:rPr lang="en-GB" altLang="en-US" sz="1350" u="sng" dirty="0">
                <a:latin typeface="Arial" panose="020B0604020202020204" pitchFamily="34" charset="0"/>
              </a:rPr>
              <a:t>18</a:t>
            </a:r>
            <a:endParaRPr lang="en-GB" altLang="en-US" sz="1350" dirty="0">
              <a:latin typeface="Arial" panose="020B0604020202020204" pitchFamily="34" charset="0"/>
            </a:endParaRPr>
          </a:p>
        </p:txBody>
      </p:sp>
    </p:spTree>
    <p:extLst>
      <p:ext uri="{BB962C8B-B14F-4D97-AF65-F5344CB8AC3E}">
        <p14:creationId xmlns:p14="http://schemas.microsoft.com/office/powerpoint/2010/main" val="17241604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100" dirty="0"/>
              <a:t> Central composite rotatable design for three variables</a:t>
            </a:r>
            <a:endParaRPr lang="en-IN" sz="2100" dirty="0"/>
          </a:p>
        </p:txBody>
      </p:sp>
      <p:pic>
        <p:nvPicPr>
          <p:cNvPr id="4" name="Picture 3"/>
          <p:cNvPicPr>
            <a:picLocks noChangeAspect="1"/>
          </p:cNvPicPr>
          <p:nvPr/>
        </p:nvPicPr>
        <p:blipFill>
          <a:blip r:embed="rId3"/>
          <a:stretch>
            <a:fillRect/>
          </a:stretch>
        </p:blipFill>
        <p:spPr>
          <a:xfrm>
            <a:off x="2307240" y="1845358"/>
            <a:ext cx="4529521" cy="3167285"/>
          </a:xfrm>
          <a:prstGeom prst="rect">
            <a:avLst/>
          </a:prstGeom>
        </p:spPr>
      </p:pic>
    </p:spTree>
    <p:extLst>
      <p:ext uri="{BB962C8B-B14F-4D97-AF65-F5344CB8AC3E}">
        <p14:creationId xmlns:p14="http://schemas.microsoft.com/office/powerpoint/2010/main" val="413921080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Central Composite designs (CCD)</a:t>
            </a:r>
          </a:p>
        </p:txBody>
      </p:sp>
      <p:pic>
        <p:nvPicPr>
          <p:cNvPr id="3" name="Picture 2"/>
          <p:cNvPicPr>
            <a:picLocks noChangeAspect="1"/>
          </p:cNvPicPr>
          <p:nvPr/>
        </p:nvPicPr>
        <p:blipFill>
          <a:blip r:embed="rId3"/>
          <a:stretch>
            <a:fillRect/>
          </a:stretch>
        </p:blipFill>
        <p:spPr>
          <a:xfrm>
            <a:off x="1" y="1511787"/>
            <a:ext cx="9143999" cy="4057650"/>
          </a:xfrm>
          <a:prstGeom prst="rect">
            <a:avLst/>
          </a:prstGeom>
        </p:spPr>
      </p:pic>
    </p:spTree>
    <p:extLst>
      <p:ext uri="{BB962C8B-B14F-4D97-AF65-F5344CB8AC3E}">
        <p14:creationId xmlns:p14="http://schemas.microsoft.com/office/powerpoint/2010/main" val="413973655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Central Composite designs (CCD)</a:t>
            </a:r>
          </a:p>
        </p:txBody>
      </p:sp>
      <p:pic>
        <p:nvPicPr>
          <p:cNvPr id="5" name="Picture 4"/>
          <p:cNvPicPr>
            <a:picLocks noChangeAspect="1"/>
          </p:cNvPicPr>
          <p:nvPr/>
        </p:nvPicPr>
        <p:blipFill>
          <a:blip r:embed="rId3"/>
          <a:stretch>
            <a:fillRect/>
          </a:stretch>
        </p:blipFill>
        <p:spPr>
          <a:xfrm>
            <a:off x="7252" y="1836037"/>
            <a:ext cx="9136748" cy="3764340"/>
          </a:xfrm>
          <a:prstGeom prst="rect">
            <a:avLst/>
          </a:prstGeom>
        </p:spPr>
      </p:pic>
      <p:sp>
        <p:nvSpPr>
          <p:cNvPr id="3" name="TextBox 2"/>
          <p:cNvSpPr txBox="1"/>
          <p:nvPr/>
        </p:nvSpPr>
        <p:spPr>
          <a:xfrm>
            <a:off x="251520" y="1436889"/>
            <a:ext cx="4217821" cy="253916"/>
          </a:xfrm>
          <a:prstGeom prst="rect">
            <a:avLst/>
          </a:prstGeom>
          <a:noFill/>
        </p:spPr>
        <p:txBody>
          <a:bodyPr wrap="none" rtlCol="0">
            <a:spAutoFit/>
          </a:bodyPr>
          <a:lstStyle/>
          <a:p>
            <a:r>
              <a:rPr lang="en-IN" sz="1050" b="1" dirty="0"/>
              <a:t>Number of runs required for CCD and its types, and 3</a:t>
            </a:r>
            <a:r>
              <a:rPr lang="en-IN" sz="1050" b="1" baseline="30000" dirty="0"/>
              <a:t>k</a:t>
            </a:r>
            <a:r>
              <a:rPr lang="en-IN" sz="1050" b="1" dirty="0"/>
              <a:t> design</a:t>
            </a:r>
          </a:p>
        </p:txBody>
      </p:sp>
    </p:spTree>
    <p:extLst>
      <p:ext uri="{BB962C8B-B14F-4D97-AF65-F5344CB8AC3E}">
        <p14:creationId xmlns:p14="http://schemas.microsoft.com/office/powerpoint/2010/main" val="423971769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Box-</a:t>
            </a:r>
            <a:r>
              <a:rPr lang="en-IN" dirty="0" err="1"/>
              <a:t>Behnken</a:t>
            </a:r>
            <a:r>
              <a:rPr lang="en-IN" dirty="0"/>
              <a:t> designs (BBD)</a:t>
            </a:r>
          </a:p>
        </p:txBody>
      </p:sp>
      <p:sp>
        <p:nvSpPr>
          <p:cNvPr id="4" name="Content Placeholder 3"/>
          <p:cNvSpPr>
            <a:spLocks noGrp="1"/>
          </p:cNvSpPr>
          <p:nvPr>
            <p:ph idx="1"/>
          </p:nvPr>
        </p:nvSpPr>
        <p:spPr/>
        <p:txBody>
          <a:bodyPr/>
          <a:lstStyle/>
          <a:p>
            <a:pPr marL="0" indent="0" algn="just" latinLnBrk="0">
              <a:lnSpc>
                <a:spcPct val="150000"/>
              </a:lnSpc>
              <a:buNone/>
            </a:pPr>
            <a:r>
              <a:rPr lang="en-US" sz="1800" b="1" dirty="0">
                <a:solidFill>
                  <a:srgbClr val="0070C0"/>
                </a:solidFill>
                <a:latin typeface="Arial" panose="020B0604020202020204" pitchFamily="34" charset="0"/>
                <a:cs typeface="Arial" panose="020B0604020202020204" pitchFamily="34" charset="0"/>
              </a:rPr>
              <a:t>Box-</a:t>
            </a:r>
            <a:r>
              <a:rPr lang="en-US" sz="1800" b="1" dirty="0" err="1">
                <a:solidFill>
                  <a:srgbClr val="0070C0"/>
                </a:solidFill>
                <a:latin typeface="Arial" panose="020B0604020202020204" pitchFamily="34" charset="0"/>
                <a:cs typeface="Arial" panose="020B0604020202020204" pitchFamily="34" charset="0"/>
              </a:rPr>
              <a:t>Behnken</a:t>
            </a:r>
            <a:r>
              <a:rPr lang="en-US" sz="1800" b="1" dirty="0">
                <a:solidFill>
                  <a:srgbClr val="0070C0"/>
                </a:solidFill>
                <a:latin typeface="Arial" panose="020B0604020202020204" pitchFamily="34" charset="0"/>
                <a:cs typeface="Arial" panose="020B0604020202020204" pitchFamily="34" charset="0"/>
              </a:rPr>
              <a:t> designs (BBD)</a:t>
            </a:r>
          </a:p>
          <a:p>
            <a:pPr algn="just" latinLnBrk="0"/>
            <a:r>
              <a:rPr lang="en-US" sz="1800" dirty="0">
                <a:latin typeface="Arial" panose="020B0604020202020204" pitchFamily="34" charset="0"/>
                <a:cs typeface="Arial" panose="020B0604020202020204" pitchFamily="34" charset="0"/>
              </a:rPr>
              <a:t>Box-</a:t>
            </a:r>
            <a:r>
              <a:rPr lang="en-US" sz="1800" dirty="0" err="1">
                <a:latin typeface="Arial" panose="020B0604020202020204" pitchFamily="34" charset="0"/>
                <a:cs typeface="Arial" panose="020B0604020202020204" pitchFamily="34" charset="0"/>
              </a:rPr>
              <a:t>Behnken</a:t>
            </a:r>
            <a:r>
              <a:rPr lang="en-US" sz="1800" dirty="0">
                <a:latin typeface="Arial" panose="020B0604020202020204" pitchFamily="34" charset="0"/>
                <a:cs typeface="Arial" panose="020B0604020202020204" pitchFamily="34" charset="0"/>
              </a:rPr>
              <a:t> designs have treatment combinations that are at the midpoints of the edges of the experimental space and require at least three continuous factors. The following figure shows a three-factor Box-</a:t>
            </a:r>
            <a:r>
              <a:rPr lang="en-US" sz="1800" dirty="0" err="1">
                <a:latin typeface="Arial" panose="020B0604020202020204" pitchFamily="34" charset="0"/>
                <a:cs typeface="Arial" panose="020B0604020202020204" pitchFamily="34" charset="0"/>
              </a:rPr>
              <a:t>Behnken</a:t>
            </a:r>
            <a:r>
              <a:rPr lang="en-US" sz="1800" dirty="0">
                <a:latin typeface="Arial" panose="020B0604020202020204" pitchFamily="34" charset="0"/>
                <a:cs typeface="Arial" panose="020B0604020202020204" pitchFamily="34" charset="0"/>
              </a:rPr>
              <a:t> design. Points on the diagram represent the experimental runs that are done:</a:t>
            </a:r>
          </a:p>
          <a:p>
            <a:pPr algn="just" latinLnBrk="0"/>
            <a:endParaRPr lang="en-US" sz="1800"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3"/>
          <a:stretch>
            <a:fillRect/>
          </a:stretch>
        </p:blipFill>
        <p:spPr>
          <a:xfrm>
            <a:off x="3140841" y="3314318"/>
            <a:ext cx="2085975" cy="2150269"/>
          </a:xfrm>
          <a:prstGeom prst="rect">
            <a:avLst/>
          </a:prstGeom>
        </p:spPr>
      </p:pic>
    </p:spTree>
    <p:extLst>
      <p:ext uri="{BB962C8B-B14F-4D97-AF65-F5344CB8AC3E}">
        <p14:creationId xmlns:p14="http://schemas.microsoft.com/office/powerpoint/2010/main" val="341137416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Box-</a:t>
            </a:r>
            <a:r>
              <a:rPr lang="en-IN" dirty="0" err="1"/>
              <a:t>Behnken</a:t>
            </a:r>
            <a:r>
              <a:rPr lang="en-IN" dirty="0"/>
              <a:t> designs (BBD)</a:t>
            </a:r>
          </a:p>
        </p:txBody>
      </p:sp>
      <p:sp>
        <p:nvSpPr>
          <p:cNvPr id="4" name="Content Placeholder 3"/>
          <p:cNvSpPr>
            <a:spLocks noGrp="1"/>
          </p:cNvSpPr>
          <p:nvPr>
            <p:ph idx="1"/>
          </p:nvPr>
        </p:nvSpPr>
        <p:spPr/>
        <p:txBody>
          <a:bodyPr/>
          <a:lstStyle/>
          <a:p>
            <a:pPr marL="0" indent="0" algn="just" latinLnBrk="0">
              <a:lnSpc>
                <a:spcPct val="150000"/>
              </a:lnSpc>
              <a:buNone/>
            </a:pPr>
            <a:r>
              <a:rPr lang="en-US" sz="1800" b="1" dirty="0">
                <a:solidFill>
                  <a:srgbClr val="0070C0"/>
                </a:solidFill>
                <a:latin typeface="Arial" panose="020B0604020202020204" pitchFamily="34" charset="0"/>
                <a:cs typeface="Arial" panose="020B0604020202020204" pitchFamily="34" charset="0"/>
              </a:rPr>
              <a:t>Box-</a:t>
            </a:r>
            <a:r>
              <a:rPr lang="en-US" sz="1800" b="1" dirty="0" err="1">
                <a:solidFill>
                  <a:srgbClr val="0070C0"/>
                </a:solidFill>
                <a:latin typeface="Arial" panose="020B0604020202020204" pitchFamily="34" charset="0"/>
                <a:cs typeface="Arial" panose="020B0604020202020204" pitchFamily="34" charset="0"/>
              </a:rPr>
              <a:t>Behnken</a:t>
            </a:r>
            <a:r>
              <a:rPr lang="en-US" sz="1800" b="1" dirty="0">
                <a:solidFill>
                  <a:srgbClr val="0070C0"/>
                </a:solidFill>
                <a:latin typeface="Arial" panose="020B0604020202020204" pitchFamily="34" charset="0"/>
                <a:cs typeface="Arial" panose="020B0604020202020204" pitchFamily="34" charset="0"/>
              </a:rPr>
              <a:t> designs (BBD)</a:t>
            </a:r>
          </a:p>
          <a:p>
            <a:pPr algn="just" latinLnBrk="0"/>
            <a:r>
              <a:rPr lang="en-US" sz="1800" dirty="0">
                <a:latin typeface="Arial" panose="020B0604020202020204" pitchFamily="34" charset="0"/>
                <a:cs typeface="Arial" panose="020B0604020202020204" pitchFamily="34" charset="0"/>
              </a:rPr>
              <a:t>A Box-</a:t>
            </a:r>
            <a:r>
              <a:rPr lang="en-US" sz="1800" dirty="0" err="1">
                <a:latin typeface="Arial" panose="020B0604020202020204" pitchFamily="34" charset="0"/>
                <a:cs typeface="Arial" panose="020B0604020202020204" pitchFamily="34" charset="0"/>
              </a:rPr>
              <a:t>Behnken</a:t>
            </a:r>
            <a:r>
              <a:rPr lang="en-US" sz="1800" dirty="0">
                <a:latin typeface="Arial" panose="020B0604020202020204" pitchFamily="34" charset="0"/>
                <a:cs typeface="Arial" panose="020B0604020202020204" pitchFamily="34" charset="0"/>
              </a:rPr>
              <a:t> design is a type of response surface design that </a:t>
            </a:r>
            <a:r>
              <a:rPr lang="en-US" sz="1800" dirty="0">
                <a:solidFill>
                  <a:srgbClr val="00B050"/>
                </a:solidFill>
                <a:latin typeface="Arial" panose="020B0604020202020204" pitchFamily="34" charset="0"/>
                <a:cs typeface="Arial" panose="020B0604020202020204" pitchFamily="34" charset="0"/>
              </a:rPr>
              <a:t>does not contain </a:t>
            </a:r>
            <a:r>
              <a:rPr lang="en-US" sz="1800" dirty="0">
                <a:latin typeface="Arial" panose="020B0604020202020204" pitchFamily="34" charset="0"/>
                <a:cs typeface="Arial" panose="020B0604020202020204" pitchFamily="34" charset="0"/>
              </a:rPr>
              <a:t>an embedded factorial or fractional factorial design.</a:t>
            </a:r>
          </a:p>
          <a:p>
            <a:pPr algn="just" latinLnBrk="0"/>
            <a:r>
              <a:rPr lang="en-US" sz="1800" dirty="0">
                <a:latin typeface="Arial" panose="020B0604020202020204" pitchFamily="34" charset="0"/>
                <a:cs typeface="Arial" panose="020B0604020202020204" pitchFamily="34" charset="0"/>
              </a:rPr>
              <a:t>For example, you would like to determine the best conditions for injection-molding a plastic part. The factors you can set are:</a:t>
            </a:r>
          </a:p>
          <a:p>
            <a:pPr lvl="1" algn="just" latinLnBrk="0"/>
            <a:r>
              <a:rPr lang="en-US" sz="1430" dirty="0">
                <a:latin typeface="Arial" panose="020B0604020202020204" pitchFamily="34" charset="0"/>
                <a:cs typeface="Arial" panose="020B0604020202020204" pitchFamily="34" charset="0"/>
              </a:rPr>
              <a:t>Temperature: 190° and 210°</a:t>
            </a:r>
          </a:p>
          <a:p>
            <a:pPr lvl="1" algn="just" latinLnBrk="0"/>
            <a:r>
              <a:rPr lang="en-US" sz="1430" dirty="0">
                <a:latin typeface="Arial" panose="020B0604020202020204" pitchFamily="34" charset="0"/>
                <a:cs typeface="Arial" panose="020B0604020202020204" pitchFamily="34" charset="0"/>
              </a:rPr>
              <a:t>Pressure: 50Mpa and 100Mpa</a:t>
            </a:r>
          </a:p>
          <a:p>
            <a:pPr lvl="1" algn="just" latinLnBrk="0"/>
            <a:r>
              <a:rPr lang="en-US" sz="1430" dirty="0">
                <a:latin typeface="Arial" panose="020B0604020202020204" pitchFamily="34" charset="0"/>
                <a:cs typeface="Arial" panose="020B0604020202020204" pitchFamily="34" charset="0"/>
              </a:rPr>
              <a:t>Injection speed: 10 mm/s and 50 mm/s</a:t>
            </a:r>
          </a:p>
          <a:p>
            <a:pPr algn="just" latinLnBrk="0"/>
            <a:r>
              <a:rPr lang="en-US" sz="1800" dirty="0">
                <a:latin typeface="Arial" panose="020B0604020202020204" pitchFamily="34" charset="0"/>
                <a:cs typeface="Arial" panose="020B0604020202020204" pitchFamily="34" charset="0"/>
              </a:rPr>
              <a:t>For a Box-</a:t>
            </a:r>
            <a:r>
              <a:rPr lang="en-US" sz="1800" dirty="0" err="1">
                <a:latin typeface="Arial" panose="020B0604020202020204" pitchFamily="34" charset="0"/>
                <a:cs typeface="Arial" panose="020B0604020202020204" pitchFamily="34" charset="0"/>
              </a:rPr>
              <a:t>Behnken</a:t>
            </a:r>
            <a:r>
              <a:rPr lang="en-US" sz="1800" dirty="0">
                <a:latin typeface="Arial" panose="020B0604020202020204" pitchFamily="34" charset="0"/>
                <a:cs typeface="Arial" panose="020B0604020202020204" pitchFamily="34" charset="0"/>
              </a:rPr>
              <a:t> design, the design points fall at combinations of the high and low factor levels and their midpoints:</a:t>
            </a:r>
          </a:p>
          <a:p>
            <a:pPr lvl="1" algn="just" latinLnBrk="0"/>
            <a:r>
              <a:rPr lang="en-US" sz="1430" dirty="0">
                <a:latin typeface="Arial" panose="020B0604020202020204" pitchFamily="34" charset="0"/>
                <a:cs typeface="Arial" panose="020B0604020202020204" pitchFamily="34" charset="0"/>
              </a:rPr>
              <a:t>Temperature: 190°, 200°, and 210°</a:t>
            </a:r>
          </a:p>
          <a:p>
            <a:pPr lvl="1" algn="just" latinLnBrk="0"/>
            <a:r>
              <a:rPr lang="en-US" sz="1430" dirty="0">
                <a:latin typeface="Arial" panose="020B0604020202020204" pitchFamily="34" charset="0"/>
                <a:cs typeface="Arial" panose="020B0604020202020204" pitchFamily="34" charset="0"/>
              </a:rPr>
              <a:t>Pressure: 50Mpa, 75Mpa, and 100Mpa</a:t>
            </a:r>
          </a:p>
          <a:p>
            <a:pPr lvl="1" algn="just" latinLnBrk="0"/>
            <a:r>
              <a:rPr lang="en-US" sz="1430" dirty="0">
                <a:latin typeface="Arial" panose="020B0604020202020204" pitchFamily="34" charset="0"/>
                <a:cs typeface="Arial" panose="020B0604020202020204" pitchFamily="34" charset="0"/>
              </a:rPr>
              <a:t>Injection speed: 10 mm/s, 30 mm/s, and 50 mm/s</a:t>
            </a:r>
          </a:p>
        </p:txBody>
      </p:sp>
    </p:spTree>
    <p:extLst>
      <p:ext uri="{BB962C8B-B14F-4D97-AF65-F5344CB8AC3E}">
        <p14:creationId xmlns:p14="http://schemas.microsoft.com/office/powerpoint/2010/main" val="427826835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122</a:t>
            </a:fld>
            <a:endParaRPr lang="en-US" altLang="ko-KR"/>
          </a:p>
        </p:txBody>
      </p:sp>
      <p:sp>
        <p:nvSpPr>
          <p:cNvPr id="5" name="Rectangle 4"/>
          <p:cNvSpPr/>
          <p:nvPr/>
        </p:nvSpPr>
        <p:spPr>
          <a:xfrm>
            <a:off x="647564" y="307816"/>
            <a:ext cx="7666600" cy="2120068"/>
          </a:xfrm>
          <a:prstGeom prst="rect">
            <a:avLst/>
          </a:prstGeom>
        </p:spPr>
        <p:txBody>
          <a:bodyPr wrap="square">
            <a:spAutoFit/>
          </a:bodyPr>
          <a:lstStyle/>
          <a:p>
            <a:pPr>
              <a:lnSpc>
                <a:spcPct val="150000"/>
              </a:lnSpc>
            </a:pPr>
            <a:r>
              <a:rPr lang="en-US" sz="1800" dirty="0">
                <a:solidFill>
                  <a:srgbClr val="0D0D0D"/>
                </a:solidFill>
                <a:latin typeface="Times New Roman" panose="02020603050405020304" pitchFamily="18" charset="0"/>
                <a:cs typeface="Times New Roman" panose="02020603050405020304" pitchFamily="18" charset="0"/>
              </a:rPr>
              <a:t>Box-</a:t>
            </a:r>
            <a:r>
              <a:rPr lang="en-US" sz="1800" dirty="0" err="1">
                <a:solidFill>
                  <a:srgbClr val="0D0D0D"/>
                </a:solidFill>
                <a:latin typeface="Times New Roman" panose="02020603050405020304" pitchFamily="18" charset="0"/>
                <a:cs typeface="Times New Roman" panose="02020603050405020304" pitchFamily="18" charset="0"/>
              </a:rPr>
              <a:t>Behnken</a:t>
            </a:r>
            <a:r>
              <a:rPr lang="en-US" sz="1800" dirty="0">
                <a:solidFill>
                  <a:srgbClr val="0D0D0D"/>
                </a:solidFill>
                <a:latin typeface="Times New Roman" panose="02020603050405020304" pitchFamily="18" charset="0"/>
                <a:cs typeface="Times New Roman" panose="02020603050405020304" pitchFamily="18" charset="0"/>
              </a:rPr>
              <a:t> designs are a type of response surface methodology (RSM) used in statistical experimental design to evaluate the relationships between one or more response variables and a set of quantitative experimental variables or factors. These designs are particularly useful when you want to understand and optimize processes or products by modeling the interactions between variables.</a:t>
            </a:r>
            <a:endParaRPr lang="en-IN" sz="1800" dirty="0">
              <a:latin typeface="Times New Roman" panose="02020603050405020304" pitchFamily="18" charset="0"/>
              <a:cs typeface="Times New Roman" panose="02020603050405020304" pitchFamily="18" charset="0"/>
            </a:endParaRPr>
          </a:p>
        </p:txBody>
      </p:sp>
      <p:sp>
        <p:nvSpPr>
          <p:cNvPr id="6" name="Rectangle 5"/>
          <p:cNvSpPr/>
          <p:nvPr/>
        </p:nvSpPr>
        <p:spPr>
          <a:xfrm>
            <a:off x="639146" y="2434905"/>
            <a:ext cx="8279258" cy="4214102"/>
          </a:xfrm>
          <a:prstGeom prst="rect">
            <a:avLst/>
          </a:prstGeom>
        </p:spPr>
        <p:txBody>
          <a:bodyPr wrap="square">
            <a:spAutoFit/>
          </a:bodyPr>
          <a:lstStyle/>
          <a:p>
            <a:pPr>
              <a:lnSpc>
                <a:spcPct val="150000"/>
              </a:lnSpc>
            </a:pPr>
            <a:r>
              <a:rPr lang="en-US" sz="1200" b="1" dirty="0">
                <a:solidFill>
                  <a:srgbClr val="0D0D0D"/>
                </a:solidFill>
                <a:latin typeface="Times New Roman" panose="02020603050405020304" pitchFamily="18" charset="0"/>
                <a:cs typeface="Times New Roman" panose="02020603050405020304" pitchFamily="18" charset="0"/>
              </a:rPr>
              <a:t>Key Features of Box-</a:t>
            </a:r>
            <a:r>
              <a:rPr lang="en-US" sz="1200" b="1" dirty="0" err="1">
                <a:solidFill>
                  <a:srgbClr val="0D0D0D"/>
                </a:solidFill>
                <a:latin typeface="Times New Roman" panose="02020603050405020304" pitchFamily="18" charset="0"/>
                <a:cs typeface="Times New Roman" panose="02020603050405020304" pitchFamily="18" charset="0"/>
              </a:rPr>
              <a:t>Behnken</a:t>
            </a:r>
            <a:r>
              <a:rPr lang="en-US" sz="1200" b="1" dirty="0">
                <a:solidFill>
                  <a:srgbClr val="0D0D0D"/>
                </a:solidFill>
                <a:latin typeface="Times New Roman" panose="02020603050405020304" pitchFamily="18" charset="0"/>
                <a:cs typeface="Times New Roman" panose="02020603050405020304" pitchFamily="18" charset="0"/>
              </a:rPr>
              <a:t> Designs</a:t>
            </a:r>
          </a:p>
          <a:p>
            <a:pPr>
              <a:lnSpc>
                <a:spcPct val="150000"/>
              </a:lnSpc>
              <a:buFont typeface="+mj-lt"/>
              <a:buAutoNum type="arabicPeriod"/>
            </a:pPr>
            <a:r>
              <a:rPr lang="en-US" sz="1200" b="1" dirty="0">
                <a:solidFill>
                  <a:srgbClr val="0D0D0D"/>
                </a:solidFill>
                <a:latin typeface="Times New Roman" panose="02020603050405020304" pitchFamily="18" charset="0"/>
                <a:cs typeface="Times New Roman" panose="02020603050405020304" pitchFamily="18" charset="0"/>
              </a:rPr>
              <a:t>Three-Level Designs</a:t>
            </a:r>
            <a:r>
              <a:rPr lang="en-US" sz="1200" dirty="0">
                <a:solidFill>
                  <a:srgbClr val="0D0D0D"/>
                </a:solidFill>
                <a:latin typeface="Times New Roman" panose="02020603050405020304" pitchFamily="18" charset="0"/>
                <a:cs typeface="Times New Roman" panose="02020603050405020304" pitchFamily="18" charset="0"/>
              </a:rPr>
              <a:t>: Each factor in a Box-</a:t>
            </a:r>
            <a:r>
              <a:rPr lang="en-US" sz="1200" dirty="0" err="1">
                <a:solidFill>
                  <a:srgbClr val="0D0D0D"/>
                </a:solidFill>
                <a:latin typeface="Times New Roman" panose="02020603050405020304" pitchFamily="18" charset="0"/>
                <a:cs typeface="Times New Roman" panose="02020603050405020304" pitchFamily="18" charset="0"/>
              </a:rPr>
              <a:t>Behnken</a:t>
            </a:r>
            <a:r>
              <a:rPr lang="en-US" sz="1200" dirty="0">
                <a:solidFill>
                  <a:srgbClr val="0D0D0D"/>
                </a:solidFill>
                <a:latin typeface="Times New Roman" panose="02020603050405020304" pitchFamily="18" charset="0"/>
                <a:cs typeface="Times New Roman" panose="02020603050405020304" pitchFamily="18" charset="0"/>
              </a:rPr>
              <a:t> design is usually set at three levels, typically coded as -1, 0, +1. These represent the low, middle, and high values of the factors, respectively.</a:t>
            </a:r>
          </a:p>
          <a:p>
            <a:pPr>
              <a:lnSpc>
                <a:spcPct val="150000"/>
              </a:lnSpc>
              <a:buFont typeface="+mj-lt"/>
              <a:buAutoNum type="arabicPeriod"/>
            </a:pPr>
            <a:r>
              <a:rPr lang="en-US" sz="1200" b="1" dirty="0">
                <a:solidFill>
                  <a:srgbClr val="0D0D0D"/>
                </a:solidFill>
                <a:latin typeface="Times New Roman" panose="02020603050405020304" pitchFamily="18" charset="0"/>
                <a:cs typeface="Times New Roman" panose="02020603050405020304" pitchFamily="18" charset="0"/>
              </a:rPr>
              <a:t>Incomplete Factorial Design</a:t>
            </a:r>
            <a:r>
              <a:rPr lang="en-US" sz="1200" dirty="0">
                <a:solidFill>
                  <a:srgbClr val="0D0D0D"/>
                </a:solidFill>
                <a:latin typeface="Times New Roman" panose="02020603050405020304" pitchFamily="18" charset="0"/>
                <a:cs typeface="Times New Roman" panose="02020603050405020304" pitchFamily="18" charset="0"/>
              </a:rPr>
              <a:t>: Box-</a:t>
            </a:r>
            <a:r>
              <a:rPr lang="en-US" sz="1200" dirty="0" err="1">
                <a:solidFill>
                  <a:srgbClr val="0D0D0D"/>
                </a:solidFill>
                <a:latin typeface="Times New Roman" panose="02020603050405020304" pitchFamily="18" charset="0"/>
                <a:cs typeface="Times New Roman" panose="02020603050405020304" pitchFamily="18" charset="0"/>
              </a:rPr>
              <a:t>Behnken</a:t>
            </a:r>
            <a:r>
              <a:rPr lang="en-US" sz="1200" dirty="0">
                <a:solidFill>
                  <a:srgbClr val="0D0D0D"/>
                </a:solidFill>
                <a:latin typeface="Times New Roman" panose="02020603050405020304" pitchFamily="18" charset="0"/>
                <a:cs typeface="Times New Roman" panose="02020603050405020304" pitchFamily="18" charset="0"/>
              </a:rPr>
              <a:t> designs do not include all possible combinations of factor levels. They specifically avoid the extreme combinations (corner points) of the experimental space, which means they do not include the factorial or full factorial points.</a:t>
            </a:r>
          </a:p>
          <a:p>
            <a:pPr>
              <a:lnSpc>
                <a:spcPct val="150000"/>
              </a:lnSpc>
              <a:buFont typeface="+mj-lt"/>
              <a:buAutoNum type="arabicPeriod"/>
            </a:pPr>
            <a:r>
              <a:rPr lang="en-US" sz="1200" b="1" dirty="0" err="1">
                <a:solidFill>
                  <a:srgbClr val="0D0D0D"/>
                </a:solidFill>
                <a:latin typeface="Times New Roman" panose="02020603050405020304" pitchFamily="18" charset="0"/>
                <a:cs typeface="Times New Roman" panose="02020603050405020304" pitchFamily="18" charset="0"/>
              </a:rPr>
              <a:t>Rotatability</a:t>
            </a:r>
            <a:r>
              <a:rPr lang="en-US" sz="1200" dirty="0">
                <a:solidFill>
                  <a:srgbClr val="0D0D0D"/>
                </a:solidFill>
                <a:latin typeface="Times New Roman" panose="02020603050405020304" pitchFamily="18" charset="0"/>
                <a:cs typeface="Times New Roman" panose="02020603050405020304" pitchFamily="18" charset="0"/>
              </a:rPr>
              <a:t>: Box-</a:t>
            </a:r>
            <a:r>
              <a:rPr lang="en-US" sz="1200" dirty="0" err="1">
                <a:solidFill>
                  <a:srgbClr val="0D0D0D"/>
                </a:solidFill>
                <a:latin typeface="Times New Roman" panose="02020603050405020304" pitchFamily="18" charset="0"/>
                <a:cs typeface="Times New Roman" panose="02020603050405020304" pitchFamily="18" charset="0"/>
              </a:rPr>
              <a:t>Behnken</a:t>
            </a:r>
            <a:r>
              <a:rPr lang="en-US" sz="1200" dirty="0">
                <a:solidFill>
                  <a:srgbClr val="0D0D0D"/>
                </a:solidFill>
                <a:latin typeface="Times New Roman" panose="02020603050405020304" pitchFamily="18" charset="0"/>
                <a:cs typeface="Times New Roman" panose="02020603050405020304" pitchFamily="18" charset="0"/>
              </a:rPr>
              <a:t> designs are generally rotatable or nearly rotatable. </a:t>
            </a:r>
            <a:r>
              <a:rPr lang="en-US" sz="1200" dirty="0" err="1">
                <a:solidFill>
                  <a:srgbClr val="0D0D0D"/>
                </a:solidFill>
                <a:latin typeface="Times New Roman" panose="02020603050405020304" pitchFamily="18" charset="0"/>
                <a:cs typeface="Times New Roman" panose="02020603050405020304" pitchFamily="18" charset="0"/>
              </a:rPr>
              <a:t>Rotatability</a:t>
            </a:r>
            <a:r>
              <a:rPr lang="en-US" sz="1200" dirty="0">
                <a:solidFill>
                  <a:srgbClr val="0D0D0D"/>
                </a:solidFill>
                <a:latin typeface="Times New Roman" panose="02020603050405020304" pitchFamily="18" charset="0"/>
                <a:cs typeface="Times New Roman" panose="02020603050405020304" pitchFamily="18" charset="0"/>
              </a:rPr>
              <a:t> means that the variance of the predicted response is constant at all points that are equidistant from the center of the design. This makes the design more robust to variations in the experimental conditions.</a:t>
            </a:r>
          </a:p>
          <a:p>
            <a:pPr>
              <a:lnSpc>
                <a:spcPct val="150000"/>
              </a:lnSpc>
              <a:buFont typeface="+mj-lt"/>
              <a:buAutoNum type="arabicPeriod"/>
            </a:pPr>
            <a:r>
              <a:rPr lang="en-US" sz="1200" b="1" dirty="0">
                <a:solidFill>
                  <a:srgbClr val="0D0D0D"/>
                </a:solidFill>
                <a:latin typeface="Times New Roman" panose="02020603050405020304" pitchFamily="18" charset="0"/>
                <a:cs typeface="Times New Roman" panose="02020603050405020304" pitchFamily="18" charset="0"/>
              </a:rPr>
              <a:t>Efficiency</a:t>
            </a:r>
            <a:r>
              <a:rPr lang="en-US" sz="1200" dirty="0">
                <a:solidFill>
                  <a:srgbClr val="0D0D0D"/>
                </a:solidFill>
                <a:latin typeface="Times New Roman" panose="02020603050405020304" pitchFamily="18" charset="0"/>
                <a:cs typeface="Times New Roman" panose="02020603050405020304" pitchFamily="18" charset="0"/>
              </a:rPr>
              <a:t>: These designs are efficient in terms of the number of experimental runs required compared to a full factorial design, especially as the number of factors increases. They are especially well-suited for experiments where conducting a full factorial design would be too costly or time-consuming.</a:t>
            </a:r>
          </a:p>
          <a:p>
            <a:pPr>
              <a:lnSpc>
                <a:spcPct val="150000"/>
              </a:lnSpc>
              <a:buFont typeface="+mj-lt"/>
              <a:buAutoNum type="arabicPeriod"/>
            </a:pPr>
            <a:r>
              <a:rPr lang="en-US" sz="1200" b="1" dirty="0">
                <a:solidFill>
                  <a:srgbClr val="0D0D0D"/>
                </a:solidFill>
                <a:latin typeface="Times New Roman" panose="02020603050405020304" pitchFamily="18" charset="0"/>
                <a:cs typeface="Times New Roman" panose="02020603050405020304" pitchFamily="18" charset="0"/>
              </a:rPr>
              <a:t>Spherical or Circular Design Space</a:t>
            </a:r>
            <a:r>
              <a:rPr lang="en-US" sz="1200" dirty="0">
                <a:solidFill>
                  <a:srgbClr val="0D0D0D"/>
                </a:solidFill>
                <a:latin typeface="Times New Roman" panose="02020603050405020304" pitchFamily="18" charset="0"/>
                <a:cs typeface="Times New Roman" panose="02020603050405020304" pitchFamily="18" charset="0"/>
              </a:rPr>
              <a:t>: The design points of a Box-</a:t>
            </a:r>
            <a:r>
              <a:rPr lang="en-US" sz="1200" dirty="0" err="1">
                <a:solidFill>
                  <a:srgbClr val="0D0D0D"/>
                </a:solidFill>
                <a:latin typeface="Times New Roman" panose="02020603050405020304" pitchFamily="18" charset="0"/>
                <a:cs typeface="Times New Roman" panose="02020603050405020304" pitchFamily="18" charset="0"/>
              </a:rPr>
              <a:t>Behnken</a:t>
            </a:r>
            <a:r>
              <a:rPr lang="en-US" sz="1200" dirty="0">
                <a:solidFill>
                  <a:srgbClr val="0D0D0D"/>
                </a:solidFill>
                <a:latin typeface="Times New Roman" panose="02020603050405020304" pitchFamily="18" charset="0"/>
                <a:cs typeface="Times New Roman" panose="02020603050405020304" pitchFamily="18" charset="0"/>
              </a:rPr>
              <a:t> layout typically represent a sphere (in three dimensions) or a circle (in two dimensions), making them ideal for exploring quadratic response surfaces without requiring an excessive number of experimental runs.</a:t>
            </a:r>
          </a:p>
        </p:txBody>
      </p:sp>
    </p:spTree>
    <p:extLst>
      <p:ext uri="{BB962C8B-B14F-4D97-AF65-F5344CB8AC3E}">
        <p14:creationId xmlns:p14="http://schemas.microsoft.com/office/powerpoint/2010/main" val="45405819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123</a:t>
            </a:fld>
            <a:endParaRPr lang="en-US" altLang="ko-KR"/>
          </a:p>
        </p:txBody>
      </p:sp>
      <p:sp>
        <p:nvSpPr>
          <p:cNvPr id="5" name="Rectangle 4"/>
          <p:cNvSpPr/>
          <p:nvPr/>
        </p:nvSpPr>
        <p:spPr>
          <a:xfrm>
            <a:off x="336442" y="424035"/>
            <a:ext cx="8505945" cy="1998111"/>
          </a:xfrm>
          <a:prstGeom prst="rect">
            <a:avLst/>
          </a:prstGeom>
        </p:spPr>
        <p:txBody>
          <a:bodyPr wrap="square">
            <a:spAutoFit/>
          </a:bodyPr>
          <a:lstStyle/>
          <a:p>
            <a:pPr>
              <a:lnSpc>
                <a:spcPct val="150000"/>
              </a:lnSpc>
            </a:pPr>
            <a:r>
              <a:rPr lang="en-US" sz="1200" b="1" dirty="0">
                <a:solidFill>
                  <a:srgbClr val="0D0D0D"/>
                </a:solidFill>
                <a:latin typeface="Times New Roman" panose="02020603050405020304" pitchFamily="18" charset="0"/>
                <a:cs typeface="Times New Roman" panose="02020603050405020304" pitchFamily="18" charset="0"/>
              </a:rPr>
              <a:t>Common Applications</a:t>
            </a:r>
          </a:p>
          <a:p>
            <a:pPr>
              <a:lnSpc>
                <a:spcPct val="150000"/>
              </a:lnSpc>
              <a:buFont typeface="Arial" panose="020B0604020202020204" pitchFamily="34" charset="0"/>
              <a:buChar char="•"/>
            </a:pPr>
            <a:r>
              <a:rPr lang="en-US" sz="1200" b="1" dirty="0">
                <a:solidFill>
                  <a:srgbClr val="0D0D0D"/>
                </a:solidFill>
                <a:latin typeface="Times New Roman" panose="02020603050405020304" pitchFamily="18" charset="0"/>
                <a:cs typeface="Times New Roman" panose="02020603050405020304" pitchFamily="18" charset="0"/>
              </a:rPr>
              <a:t>Chemical Process Optimization</a:t>
            </a:r>
            <a:r>
              <a:rPr lang="en-US" sz="1200" dirty="0">
                <a:solidFill>
                  <a:srgbClr val="0D0D0D"/>
                </a:solidFill>
                <a:latin typeface="Times New Roman" panose="02020603050405020304" pitchFamily="18" charset="0"/>
                <a:cs typeface="Times New Roman" panose="02020603050405020304" pitchFamily="18" charset="0"/>
              </a:rPr>
              <a:t>: Box-</a:t>
            </a:r>
            <a:r>
              <a:rPr lang="en-US" sz="1200" dirty="0" err="1">
                <a:solidFill>
                  <a:srgbClr val="0D0D0D"/>
                </a:solidFill>
                <a:latin typeface="Times New Roman" panose="02020603050405020304" pitchFamily="18" charset="0"/>
                <a:cs typeface="Times New Roman" panose="02020603050405020304" pitchFamily="18" charset="0"/>
              </a:rPr>
              <a:t>Behnken</a:t>
            </a:r>
            <a:r>
              <a:rPr lang="en-US" sz="1200" dirty="0">
                <a:solidFill>
                  <a:srgbClr val="0D0D0D"/>
                </a:solidFill>
                <a:latin typeface="Times New Roman" panose="02020603050405020304" pitchFamily="18" charset="0"/>
                <a:cs typeface="Times New Roman" panose="02020603050405020304" pitchFamily="18" charset="0"/>
              </a:rPr>
              <a:t> designs are widely used in the chemical industry to optimize processes by exploring different reaction conditions.</a:t>
            </a:r>
          </a:p>
          <a:p>
            <a:pPr>
              <a:lnSpc>
                <a:spcPct val="150000"/>
              </a:lnSpc>
              <a:buFont typeface="Arial" panose="020B0604020202020204" pitchFamily="34" charset="0"/>
              <a:buChar char="•"/>
            </a:pPr>
            <a:r>
              <a:rPr lang="en-US" sz="1200" b="1" dirty="0">
                <a:solidFill>
                  <a:srgbClr val="0D0D0D"/>
                </a:solidFill>
                <a:latin typeface="Times New Roman" panose="02020603050405020304" pitchFamily="18" charset="0"/>
                <a:cs typeface="Times New Roman" panose="02020603050405020304" pitchFamily="18" charset="0"/>
              </a:rPr>
              <a:t>Product Development</a:t>
            </a:r>
            <a:r>
              <a:rPr lang="en-US" sz="1200" dirty="0">
                <a:solidFill>
                  <a:srgbClr val="0D0D0D"/>
                </a:solidFill>
                <a:latin typeface="Times New Roman" panose="02020603050405020304" pitchFamily="18" charset="0"/>
                <a:cs typeface="Times New Roman" panose="02020603050405020304" pitchFamily="18" charset="0"/>
              </a:rPr>
              <a:t>: In new product development, such as in the food or pharmaceutical industries, these designs help understand the effects of various ingredients or components on product characteristics.</a:t>
            </a:r>
          </a:p>
          <a:p>
            <a:pPr>
              <a:lnSpc>
                <a:spcPct val="150000"/>
              </a:lnSpc>
              <a:buFont typeface="Arial" panose="020B0604020202020204" pitchFamily="34" charset="0"/>
              <a:buChar char="•"/>
            </a:pPr>
            <a:r>
              <a:rPr lang="en-US" sz="1200" b="1" dirty="0">
                <a:solidFill>
                  <a:srgbClr val="0D0D0D"/>
                </a:solidFill>
                <a:latin typeface="Times New Roman" panose="02020603050405020304" pitchFamily="18" charset="0"/>
                <a:cs typeface="Times New Roman" panose="02020603050405020304" pitchFamily="18" charset="0"/>
              </a:rPr>
              <a:t>Agricultural Experiments</a:t>
            </a:r>
            <a:r>
              <a:rPr lang="en-US" sz="1200" dirty="0">
                <a:solidFill>
                  <a:srgbClr val="0D0D0D"/>
                </a:solidFill>
                <a:latin typeface="Times New Roman" panose="02020603050405020304" pitchFamily="18" charset="0"/>
                <a:cs typeface="Times New Roman" panose="02020603050405020304" pitchFamily="18" charset="0"/>
              </a:rPr>
              <a:t>: They are also used in agronomy and other related fields to optimize conditions for crop yield, pesticide application, etc.</a:t>
            </a:r>
          </a:p>
        </p:txBody>
      </p:sp>
      <p:sp>
        <p:nvSpPr>
          <p:cNvPr id="6" name="Rectangle 5"/>
          <p:cNvSpPr/>
          <p:nvPr/>
        </p:nvSpPr>
        <p:spPr>
          <a:xfrm>
            <a:off x="332610" y="2710080"/>
            <a:ext cx="8513611" cy="2182777"/>
          </a:xfrm>
          <a:prstGeom prst="rect">
            <a:avLst/>
          </a:prstGeom>
        </p:spPr>
        <p:txBody>
          <a:bodyPr wrap="square">
            <a:spAutoFit/>
          </a:bodyPr>
          <a:lstStyle/>
          <a:p>
            <a:r>
              <a:rPr lang="en-US" sz="1200" b="1" dirty="0">
                <a:solidFill>
                  <a:srgbClr val="0D0D0D"/>
                </a:solidFill>
                <a:latin typeface="Söhne"/>
              </a:rPr>
              <a:t>Example Setup</a:t>
            </a:r>
          </a:p>
          <a:p>
            <a:pPr>
              <a:lnSpc>
                <a:spcPct val="150000"/>
              </a:lnSpc>
            </a:pPr>
            <a:r>
              <a:rPr lang="en-US" sz="1200" dirty="0">
                <a:solidFill>
                  <a:srgbClr val="0D0D0D"/>
                </a:solidFill>
                <a:latin typeface="Times New Roman" panose="02020603050405020304" pitchFamily="18" charset="0"/>
                <a:cs typeface="Times New Roman" panose="02020603050405020304" pitchFamily="18" charset="0"/>
              </a:rPr>
              <a:t>Suppose you want to optimize a process involving three factors: temperature (A), pH (B), and stirring rate (C). Each is tested at three levels. A Box-</a:t>
            </a:r>
            <a:r>
              <a:rPr lang="en-US" sz="1200" dirty="0" err="1">
                <a:solidFill>
                  <a:srgbClr val="0D0D0D"/>
                </a:solidFill>
                <a:latin typeface="Times New Roman" panose="02020603050405020304" pitchFamily="18" charset="0"/>
                <a:cs typeface="Times New Roman" panose="02020603050405020304" pitchFamily="18" charset="0"/>
              </a:rPr>
              <a:t>Behnken</a:t>
            </a:r>
            <a:r>
              <a:rPr lang="en-US" sz="1200" dirty="0">
                <a:solidFill>
                  <a:srgbClr val="0D0D0D"/>
                </a:solidFill>
                <a:latin typeface="Times New Roman" panose="02020603050405020304" pitchFamily="18" charset="0"/>
                <a:cs typeface="Times New Roman" panose="02020603050405020304" pitchFamily="18" charset="0"/>
              </a:rPr>
              <a:t> design could include the following points:</a:t>
            </a:r>
          </a:p>
          <a:p>
            <a:pPr>
              <a:lnSpc>
                <a:spcPct val="150000"/>
              </a:lnSpc>
            </a:pPr>
            <a:endParaRPr lang="en-US" sz="1200" dirty="0">
              <a:solidFill>
                <a:srgbClr val="0D0D0D"/>
              </a:solidFill>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1200" dirty="0">
                <a:solidFill>
                  <a:srgbClr val="0D0D0D"/>
                </a:solidFill>
                <a:latin typeface="Times New Roman" panose="02020603050405020304" pitchFamily="18" charset="0"/>
                <a:cs typeface="Times New Roman" panose="02020603050405020304" pitchFamily="18" charset="0"/>
              </a:rPr>
              <a:t>Middle points of each edge of the factorial cube (where two factors are at their middle level and one factor is at its high or low level).</a:t>
            </a:r>
          </a:p>
          <a:p>
            <a:pPr>
              <a:lnSpc>
                <a:spcPct val="150000"/>
              </a:lnSpc>
              <a:buFont typeface="Arial" panose="020B0604020202020204" pitchFamily="34" charset="0"/>
              <a:buChar char="•"/>
            </a:pPr>
            <a:endParaRPr lang="en-US" sz="1200" dirty="0">
              <a:solidFill>
                <a:srgbClr val="0D0D0D"/>
              </a:solidFill>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1200" dirty="0">
                <a:solidFill>
                  <a:srgbClr val="0D0D0D"/>
                </a:solidFill>
                <a:latin typeface="Times New Roman" panose="02020603050405020304" pitchFamily="18" charset="0"/>
                <a:cs typeface="Times New Roman" panose="02020603050405020304" pitchFamily="18" charset="0"/>
              </a:rPr>
              <a:t>Central point where all factors are at their middle level (often replicated to estimate experimental error).</a:t>
            </a:r>
          </a:p>
          <a:p>
            <a:pPr>
              <a:lnSpc>
                <a:spcPct val="150000"/>
              </a:lnSpc>
              <a:buFont typeface="Arial" panose="020B0604020202020204" pitchFamily="34" charset="0"/>
              <a:buChar char="•"/>
            </a:pPr>
            <a:endParaRPr lang="en-US" sz="1200" dirty="0">
              <a:solidFill>
                <a:srgbClr val="0D0D0D"/>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827584" y="5067487"/>
            <a:ext cx="6620817" cy="602762"/>
          </a:xfrm>
          <a:prstGeom prst="rect">
            <a:avLst/>
          </a:prstGeom>
        </p:spPr>
      </p:pic>
    </p:spTree>
    <p:extLst>
      <p:ext uri="{BB962C8B-B14F-4D97-AF65-F5344CB8AC3E}">
        <p14:creationId xmlns:p14="http://schemas.microsoft.com/office/powerpoint/2010/main" val="324473918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124</a:t>
            </a:fld>
            <a:endParaRPr lang="en-US" altLang="ko-KR"/>
          </a:p>
        </p:txBody>
      </p:sp>
      <p:sp>
        <p:nvSpPr>
          <p:cNvPr id="5" name="Rectangle 4"/>
          <p:cNvSpPr/>
          <p:nvPr/>
        </p:nvSpPr>
        <p:spPr>
          <a:xfrm>
            <a:off x="611560" y="800708"/>
            <a:ext cx="7749534" cy="4347483"/>
          </a:xfrm>
          <a:prstGeom prst="rect">
            <a:avLst/>
          </a:prstGeom>
        </p:spPr>
        <p:txBody>
          <a:bodyPr wrap="square">
            <a:spAutoFit/>
          </a:bodyPr>
          <a:lstStyle/>
          <a:p>
            <a:r>
              <a:rPr lang="en-US" sz="1600" b="1" dirty="0">
                <a:solidFill>
                  <a:srgbClr val="0D0D0D"/>
                </a:solidFill>
                <a:latin typeface="Söhne"/>
              </a:rPr>
              <a:t>Data Analysis</a:t>
            </a:r>
          </a:p>
          <a:p>
            <a:endParaRPr lang="en-US" sz="1600" b="1" dirty="0">
              <a:solidFill>
                <a:srgbClr val="0D0D0D"/>
              </a:solidFill>
              <a:latin typeface="Söhne"/>
            </a:endParaRPr>
          </a:p>
          <a:p>
            <a:pPr algn="just">
              <a:lnSpc>
                <a:spcPct val="150000"/>
              </a:lnSpc>
            </a:pPr>
            <a:r>
              <a:rPr lang="en-US" sz="1600" dirty="0">
                <a:solidFill>
                  <a:srgbClr val="0D0D0D"/>
                </a:solidFill>
                <a:latin typeface="Times New Roman" panose="02020603050405020304" pitchFamily="18" charset="0"/>
                <a:cs typeface="Times New Roman" panose="02020603050405020304" pitchFamily="18" charset="0"/>
              </a:rPr>
              <a:t>After conducting the experiments as per the Box-</a:t>
            </a:r>
            <a:r>
              <a:rPr lang="en-US" sz="1600" dirty="0" err="1">
                <a:solidFill>
                  <a:srgbClr val="0D0D0D"/>
                </a:solidFill>
                <a:latin typeface="Times New Roman" panose="02020603050405020304" pitchFamily="18" charset="0"/>
                <a:cs typeface="Times New Roman" panose="02020603050405020304" pitchFamily="18" charset="0"/>
              </a:rPr>
              <a:t>Behnken</a:t>
            </a:r>
            <a:r>
              <a:rPr lang="en-US" sz="1600" dirty="0">
                <a:solidFill>
                  <a:srgbClr val="0D0D0D"/>
                </a:solidFill>
                <a:latin typeface="Times New Roman" panose="02020603050405020304" pitchFamily="18" charset="0"/>
                <a:cs typeface="Times New Roman" panose="02020603050405020304" pitchFamily="18" charset="0"/>
              </a:rPr>
              <a:t> design, the data collected can be analyzed using regression techniques, typically quadratic models, to identify the effects of the factors and their interactions on the response variable. This analysis can help in constructing response surfaces and performing optimization.</a:t>
            </a:r>
          </a:p>
          <a:p>
            <a:pPr algn="just">
              <a:lnSpc>
                <a:spcPct val="150000"/>
              </a:lnSpc>
            </a:pPr>
            <a:endParaRPr lang="en-US" sz="1600" dirty="0">
              <a:solidFill>
                <a:srgbClr val="0D0D0D"/>
              </a:solidFill>
              <a:latin typeface="Times New Roman" panose="02020603050405020304" pitchFamily="18" charset="0"/>
              <a:cs typeface="Times New Roman" panose="02020603050405020304" pitchFamily="18" charset="0"/>
            </a:endParaRPr>
          </a:p>
          <a:p>
            <a:pPr algn="just">
              <a:lnSpc>
                <a:spcPct val="150000"/>
              </a:lnSpc>
            </a:pPr>
            <a:endParaRPr lang="en-US" sz="1600" dirty="0">
              <a:solidFill>
                <a:srgbClr val="0D0D0D"/>
              </a:solidFill>
              <a:latin typeface="Times New Roman" panose="02020603050405020304" pitchFamily="18" charset="0"/>
              <a:cs typeface="Times New Roman" panose="02020603050405020304" pitchFamily="18" charset="0"/>
            </a:endParaRPr>
          </a:p>
          <a:p>
            <a:pPr algn="just">
              <a:lnSpc>
                <a:spcPct val="150000"/>
              </a:lnSpc>
            </a:pPr>
            <a:r>
              <a:rPr lang="en-US" sz="1600" dirty="0">
                <a:solidFill>
                  <a:srgbClr val="0D0D0D"/>
                </a:solidFill>
                <a:latin typeface="Times New Roman" panose="02020603050405020304" pitchFamily="18" charset="0"/>
                <a:cs typeface="Times New Roman" panose="02020603050405020304" pitchFamily="18" charset="0"/>
              </a:rPr>
              <a:t>In summary, Box-</a:t>
            </a:r>
            <a:r>
              <a:rPr lang="en-US" sz="1600" dirty="0" err="1">
                <a:solidFill>
                  <a:srgbClr val="0D0D0D"/>
                </a:solidFill>
                <a:latin typeface="Times New Roman" panose="02020603050405020304" pitchFamily="18" charset="0"/>
                <a:cs typeface="Times New Roman" panose="02020603050405020304" pitchFamily="18" charset="0"/>
              </a:rPr>
              <a:t>Behnken</a:t>
            </a:r>
            <a:r>
              <a:rPr lang="en-US" sz="1600" dirty="0">
                <a:solidFill>
                  <a:srgbClr val="0D0D0D"/>
                </a:solidFill>
                <a:latin typeface="Times New Roman" panose="02020603050405020304" pitchFamily="18" charset="0"/>
                <a:cs typeface="Times New Roman" panose="02020603050405020304" pitchFamily="18" charset="0"/>
              </a:rPr>
              <a:t> designs are a powerful tool for experimenters looking to efficiently explore multivariate spaces with a relatively low number of experimental runs, particularly useful in settings where resources are limited or when it is impractical to test all possible combinations of factor levels.</a:t>
            </a:r>
          </a:p>
        </p:txBody>
      </p:sp>
    </p:spTree>
    <p:extLst>
      <p:ext uri="{BB962C8B-B14F-4D97-AF65-F5344CB8AC3E}">
        <p14:creationId xmlns:p14="http://schemas.microsoft.com/office/powerpoint/2010/main" val="243338103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Box-</a:t>
            </a:r>
            <a:r>
              <a:rPr lang="en-IN" dirty="0" err="1"/>
              <a:t>Behnken</a:t>
            </a:r>
            <a:r>
              <a:rPr lang="en-IN" dirty="0"/>
              <a:t> designs (BBD)</a:t>
            </a:r>
          </a:p>
        </p:txBody>
      </p:sp>
      <p:pic>
        <p:nvPicPr>
          <p:cNvPr id="4" name="Picture 3"/>
          <p:cNvPicPr>
            <a:picLocks noChangeAspect="1"/>
          </p:cNvPicPr>
          <p:nvPr/>
        </p:nvPicPr>
        <p:blipFill>
          <a:blip r:embed="rId3"/>
          <a:stretch>
            <a:fillRect/>
          </a:stretch>
        </p:blipFill>
        <p:spPr>
          <a:xfrm>
            <a:off x="0" y="1646803"/>
            <a:ext cx="8801100" cy="3050381"/>
          </a:xfrm>
          <a:prstGeom prst="rect">
            <a:avLst/>
          </a:prstGeom>
        </p:spPr>
      </p:pic>
    </p:spTree>
    <p:extLst>
      <p:ext uri="{BB962C8B-B14F-4D97-AF65-F5344CB8AC3E}">
        <p14:creationId xmlns:p14="http://schemas.microsoft.com/office/powerpoint/2010/main" val="195317295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Box-</a:t>
            </a:r>
            <a:r>
              <a:rPr lang="en-IN" dirty="0" err="1"/>
              <a:t>Behnken</a:t>
            </a:r>
            <a:r>
              <a:rPr lang="en-IN" dirty="0"/>
              <a:t> designs (BBD)</a:t>
            </a:r>
          </a:p>
        </p:txBody>
      </p:sp>
      <p:pic>
        <p:nvPicPr>
          <p:cNvPr id="3" name="Picture 2"/>
          <p:cNvPicPr>
            <a:picLocks noChangeAspect="1"/>
          </p:cNvPicPr>
          <p:nvPr/>
        </p:nvPicPr>
        <p:blipFill>
          <a:blip r:embed="rId3"/>
          <a:stretch>
            <a:fillRect/>
          </a:stretch>
        </p:blipFill>
        <p:spPr>
          <a:xfrm>
            <a:off x="175022" y="1565793"/>
            <a:ext cx="8793956" cy="3871913"/>
          </a:xfrm>
          <a:prstGeom prst="rect">
            <a:avLst/>
          </a:prstGeom>
        </p:spPr>
      </p:pic>
    </p:spTree>
    <p:extLst>
      <p:ext uri="{BB962C8B-B14F-4D97-AF65-F5344CB8AC3E}">
        <p14:creationId xmlns:p14="http://schemas.microsoft.com/office/powerpoint/2010/main" val="329162169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lnSpc>
                <a:spcPct val="150000"/>
              </a:lnSpc>
              <a:defRPr/>
            </a:pPr>
            <a:fld id="{DBBF992C-F1AA-4A66-8CC7-87949E2D5226}" type="slidenum">
              <a:rPr lang="en-US" altLang="ko-KR" sz="1050">
                <a:latin typeface="Times New Roman" panose="02020603050405020304" pitchFamily="18" charset="0"/>
                <a:cs typeface="Times New Roman" panose="02020603050405020304" pitchFamily="18" charset="0"/>
              </a:rPr>
              <a:pPr>
                <a:lnSpc>
                  <a:spcPct val="150000"/>
                </a:lnSpc>
                <a:defRPr/>
              </a:pPr>
              <a:t>127</a:t>
            </a:fld>
            <a:endParaRPr lang="en-US" altLang="ko-KR" sz="1050">
              <a:latin typeface="Times New Roman" panose="02020603050405020304" pitchFamily="18" charset="0"/>
              <a:cs typeface="Times New Roman" panose="02020603050405020304" pitchFamily="18" charset="0"/>
            </a:endParaRPr>
          </a:p>
        </p:txBody>
      </p:sp>
      <p:sp>
        <p:nvSpPr>
          <p:cNvPr id="5" name="Rectangle 4"/>
          <p:cNvSpPr/>
          <p:nvPr/>
        </p:nvSpPr>
        <p:spPr>
          <a:xfrm>
            <a:off x="1187624" y="525026"/>
            <a:ext cx="7344489" cy="2535566"/>
          </a:xfrm>
          <a:prstGeom prst="rect">
            <a:avLst/>
          </a:prstGeom>
        </p:spPr>
        <p:txBody>
          <a:bodyPr wrap="square">
            <a:spAutoFit/>
          </a:bodyPr>
          <a:lstStyle/>
          <a:p>
            <a:pPr>
              <a:lnSpc>
                <a:spcPct val="150000"/>
              </a:lnSpc>
            </a:pPr>
            <a:r>
              <a:rPr lang="en-US" sz="1800" dirty="0">
                <a:solidFill>
                  <a:srgbClr val="0D0D0D"/>
                </a:solidFill>
                <a:latin typeface="Times New Roman" panose="02020603050405020304" pitchFamily="18" charset="0"/>
                <a:cs typeface="Times New Roman" panose="02020603050405020304" pitchFamily="18" charset="0"/>
              </a:rPr>
              <a:t>For a Box-</a:t>
            </a:r>
            <a:r>
              <a:rPr lang="en-US" sz="1800" dirty="0" err="1">
                <a:solidFill>
                  <a:srgbClr val="0D0D0D"/>
                </a:solidFill>
                <a:latin typeface="Times New Roman" panose="02020603050405020304" pitchFamily="18" charset="0"/>
                <a:cs typeface="Times New Roman" panose="02020603050405020304" pitchFamily="18" charset="0"/>
              </a:rPr>
              <a:t>Behnken</a:t>
            </a:r>
            <a:r>
              <a:rPr lang="en-US" sz="1800" dirty="0">
                <a:solidFill>
                  <a:srgbClr val="0D0D0D"/>
                </a:solidFill>
                <a:latin typeface="Times New Roman" panose="02020603050405020304" pitchFamily="18" charset="0"/>
                <a:cs typeface="Times New Roman" panose="02020603050405020304" pitchFamily="18" charset="0"/>
              </a:rPr>
              <a:t> Design (BBD) with three factors (K=3), the design typically consists of an arrangement that avoids the corners of the cubic design space. This means it doesn't test the extreme combinations of factors but rather focuses on the midpoints of the edges of the design space and the center point. Below, I'll provide a detailed example, including how to set up the design and analyze the results briefly.</a:t>
            </a:r>
            <a:endParaRPr lang="en-IN" sz="1800" dirty="0">
              <a:latin typeface="Times New Roman" panose="02020603050405020304" pitchFamily="18" charset="0"/>
              <a:cs typeface="Times New Roman" panose="02020603050405020304" pitchFamily="18" charset="0"/>
            </a:endParaRPr>
          </a:p>
        </p:txBody>
      </p:sp>
      <p:sp>
        <p:nvSpPr>
          <p:cNvPr id="6" name="Rectangle 5"/>
          <p:cNvSpPr/>
          <p:nvPr/>
        </p:nvSpPr>
        <p:spPr>
          <a:xfrm>
            <a:off x="555391" y="3429000"/>
            <a:ext cx="7344489" cy="3002745"/>
          </a:xfrm>
          <a:prstGeom prst="rect">
            <a:avLst/>
          </a:prstGeom>
        </p:spPr>
        <p:txBody>
          <a:bodyPr wrap="square">
            <a:spAutoFit/>
          </a:bodyPr>
          <a:lstStyle/>
          <a:p>
            <a:pPr>
              <a:lnSpc>
                <a:spcPct val="150000"/>
              </a:lnSpc>
            </a:pPr>
            <a:r>
              <a:rPr lang="en-US" sz="1600" b="1" dirty="0">
                <a:solidFill>
                  <a:srgbClr val="0D0D0D"/>
                </a:solidFill>
                <a:latin typeface="Times New Roman" panose="02020603050405020304" pitchFamily="18" charset="0"/>
                <a:cs typeface="Times New Roman" panose="02020603050405020304" pitchFamily="18" charset="0"/>
              </a:rPr>
              <a:t>Factors and Levels</a:t>
            </a:r>
          </a:p>
          <a:p>
            <a:pPr>
              <a:lnSpc>
                <a:spcPct val="150000"/>
              </a:lnSpc>
            </a:pPr>
            <a:r>
              <a:rPr lang="en-US" sz="1600" dirty="0">
                <a:solidFill>
                  <a:srgbClr val="0D0D0D"/>
                </a:solidFill>
                <a:latin typeface="Times New Roman" panose="02020603050405020304" pitchFamily="18" charset="0"/>
                <a:cs typeface="Times New Roman" panose="02020603050405020304" pitchFamily="18" charset="0"/>
              </a:rPr>
              <a:t>Let's assume the three factors are:</a:t>
            </a:r>
          </a:p>
          <a:p>
            <a:pPr>
              <a:lnSpc>
                <a:spcPct val="150000"/>
              </a:lnSpc>
              <a:buFont typeface="Arial" panose="020B0604020202020204" pitchFamily="34" charset="0"/>
              <a:buChar char="•"/>
            </a:pPr>
            <a:r>
              <a:rPr lang="en-US" sz="1600" b="1" dirty="0">
                <a:solidFill>
                  <a:srgbClr val="0D0D0D"/>
                </a:solidFill>
                <a:latin typeface="Times New Roman" panose="02020603050405020304" pitchFamily="18" charset="0"/>
                <a:cs typeface="Times New Roman" panose="02020603050405020304" pitchFamily="18" charset="0"/>
              </a:rPr>
              <a:t>A</a:t>
            </a:r>
            <a:r>
              <a:rPr lang="en-US" sz="1600" dirty="0">
                <a:solidFill>
                  <a:srgbClr val="0D0D0D"/>
                </a:solidFill>
                <a:latin typeface="Times New Roman" panose="02020603050405020304" pitchFamily="18" charset="0"/>
                <a:cs typeface="Times New Roman" panose="02020603050405020304" pitchFamily="18" charset="0"/>
              </a:rPr>
              <a:t>: Temperature (Low, Medium, High)</a:t>
            </a:r>
          </a:p>
          <a:p>
            <a:pPr>
              <a:lnSpc>
                <a:spcPct val="150000"/>
              </a:lnSpc>
              <a:buFont typeface="Arial" panose="020B0604020202020204" pitchFamily="34" charset="0"/>
              <a:buChar char="•"/>
            </a:pPr>
            <a:r>
              <a:rPr lang="en-US" sz="1600" b="1" dirty="0">
                <a:solidFill>
                  <a:srgbClr val="0D0D0D"/>
                </a:solidFill>
                <a:latin typeface="Times New Roman" panose="02020603050405020304" pitchFamily="18" charset="0"/>
                <a:cs typeface="Times New Roman" panose="02020603050405020304" pitchFamily="18" charset="0"/>
              </a:rPr>
              <a:t>B</a:t>
            </a:r>
            <a:r>
              <a:rPr lang="en-US" sz="1600" dirty="0">
                <a:solidFill>
                  <a:srgbClr val="0D0D0D"/>
                </a:solidFill>
                <a:latin typeface="Times New Roman" panose="02020603050405020304" pitchFamily="18" charset="0"/>
                <a:cs typeface="Times New Roman" panose="02020603050405020304" pitchFamily="18" charset="0"/>
              </a:rPr>
              <a:t>: pH (Low, Medium, High)</a:t>
            </a:r>
          </a:p>
          <a:p>
            <a:pPr>
              <a:lnSpc>
                <a:spcPct val="150000"/>
              </a:lnSpc>
              <a:buFont typeface="Arial" panose="020B0604020202020204" pitchFamily="34" charset="0"/>
              <a:buChar char="•"/>
            </a:pPr>
            <a:r>
              <a:rPr lang="en-US" sz="1600" b="1" dirty="0">
                <a:solidFill>
                  <a:srgbClr val="0D0D0D"/>
                </a:solidFill>
                <a:latin typeface="Times New Roman" panose="02020603050405020304" pitchFamily="18" charset="0"/>
                <a:cs typeface="Times New Roman" panose="02020603050405020304" pitchFamily="18" charset="0"/>
              </a:rPr>
              <a:t>C</a:t>
            </a:r>
            <a:r>
              <a:rPr lang="en-US" sz="1600" dirty="0">
                <a:solidFill>
                  <a:srgbClr val="0D0D0D"/>
                </a:solidFill>
                <a:latin typeface="Times New Roman" panose="02020603050405020304" pitchFamily="18" charset="0"/>
                <a:cs typeface="Times New Roman" panose="02020603050405020304" pitchFamily="18" charset="0"/>
              </a:rPr>
              <a:t>: Stirring rate (Low, Medium, High)</a:t>
            </a:r>
          </a:p>
          <a:p>
            <a:pPr>
              <a:lnSpc>
                <a:spcPct val="150000"/>
              </a:lnSpc>
            </a:pPr>
            <a:r>
              <a:rPr lang="en-US" sz="1600" dirty="0">
                <a:solidFill>
                  <a:srgbClr val="0D0D0D"/>
                </a:solidFill>
                <a:latin typeface="Times New Roman" panose="02020603050405020304" pitchFamily="18" charset="0"/>
                <a:cs typeface="Times New Roman" panose="02020603050405020304" pitchFamily="18" charset="0"/>
              </a:rPr>
              <a:t>The levels might be coded as -1 for low, 0 for medium, and +1 for high. The Box-</a:t>
            </a:r>
            <a:r>
              <a:rPr lang="en-US" sz="1600" dirty="0" err="1">
                <a:solidFill>
                  <a:srgbClr val="0D0D0D"/>
                </a:solidFill>
                <a:latin typeface="Times New Roman" panose="02020603050405020304" pitchFamily="18" charset="0"/>
                <a:cs typeface="Times New Roman" panose="02020603050405020304" pitchFamily="18" charset="0"/>
              </a:rPr>
              <a:t>Behnken</a:t>
            </a:r>
            <a:r>
              <a:rPr lang="en-US" sz="1600" dirty="0">
                <a:solidFill>
                  <a:srgbClr val="0D0D0D"/>
                </a:solidFill>
                <a:latin typeface="Times New Roman" panose="02020603050405020304" pitchFamily="18" charset="0"/>
                <a:cs typeface="Times New Roman" panose="02020603050405020304" pitchFamily="18" charset="0"/>
              </a:rPr>
              <a:t> design with three factors involves 15 runs (3 factors ×× 5, including three center points to estimate the experimental error more accurately).</a:t>
            </a:r>
          </a:p>
        </p:txBody>
      </p:sp>
    </p:spTree>
    <p:extLst>
      <p:ext uri="{BB962C8B-B14F-4D97-AF65-F5344CB8AC3E}">
        <p14:creationId xmlns:p14="http://schemas.microsoft.com/office/powerpoint/2010/main" val="6311772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128</a:t>
            </a:fld>
            <a:endParaRPr lang="en-US" altLang="ko-KR"/>
          </a:p>
        </p:txBody>
      </p:sp>
      <p:sp>
        <p:nvSpPr>
          <p:cNvPr id="2" name="Rectangle 1"/>
          <p:cNvSpPr/>
          <p:nvPr/>
        </p:nvSpPr>
        <p:spPr>
          <a:xfrm>
            <a:off x="1203300" y="631343"/>
            <a:ext cx="6048672" cy="584775"/>
          </a:xfrm>
          <a:prstGeom prst="rect">
            <a:avLst/>
          </a:prstGeom>
        </p:spPr>
        <p:txBody>
          <a:bodyPr wrap="square">
            <a:spAutoFit/>
          </a:bodyPr>
          <a:lstStyle/>
          <a:p>
            <a:r>
              <a:rPr lang="en-US" sz="1600" b="1" dirty="0">
                <a:solidFill>
                  <a:srgbClr val="0D0D0D"/>
                </a:solidFill>
                <a:latin typeface="Söhne"/>
              </a:rPr>
              <a:t>Design Points</a:t>
            </a:r>
          </a:p>
          <a:p>
            <a:r>
              <a:rPr lang="en-US" sz="1600" dirty="0">
                <a:solidFill>
                  <a:srgbClr val="0D0D0D"/>
                </a:solidFill>
                <a:latin typeface="Söhne"/>
              </a:rPr>
              <a:t>Here are the design points for a BBD with three factors:</a:t>
            </a:r>
          </a:p>
        </p:txBody>
      </p:sp>
      <p:pic>
        <p:nvPicPr>
          <p:cNvPr id="3" name="Picture 2"/>
          <p:cNvPicPr>
            <a:picLocks noChangeAspect="1"/>
          </p:cNvPicPr>
          <p:nvPr/>
        </p:nvPicPr>
        <p:blipFill>
          <a:blip r:embed="rId2"/>
          <a:stretch>
            <a:fillRect/>
          </a:stretch>
        </p:blipFill>
        <p:spPr>
          <a:xfrm>
            <a:off x="1079612" y="1388554"/>
            <a:ext cx="6851228" cy="4971373"/>
          </a:xfrm>
          <a:prstGeom prst="rect">
            <a:avLst/>
          </a:prstGeom>
        </p:spPr>
      </p:pic>
    </p:spTree>
    <p:extLst>
      <p:ext uri="{BB962C8B-B14F-4D97-AF65-F5344CB8AC3E}">
        <p14:creationId xmlns:p14="http://schemas.microsoft.com/office/powerpoint/2010/main" val="244087268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DBBF992C-F1AA-4A66-8CC7-87949E2D5226}" type="slidenum">
              <a:rPr lang="en-US" altLang="ko-KR" smtClean="0"/>
              <a:pPr>
                <a:defRPr/>
              </a:pPr>
              <a:t>129</a:t>
            </a:fld>
            <a:endParaRPr lang="en-US" altLang="ko-KR"/>
          </a:p>
        </p:txBody>
      </p:sp>
      <p:sp>
        <p:nvSpPr>
          <p:cNvPr id="2" name="Rectangle 1"/>
          <p:cNvSpPr/>
          <p:nvPr/>
        </p:nvSpPr>
        <p:spPr>
          <a:xfrm>
            <a:off x="751455" y="604396"/>
            <a:ext cx="7776864" cy="2510303"/>
          </a:xfrm>
          <a:prstGeom prst="rect">
            <a:avLst/>
          </a:prstGeom>
        </p:spPr>
        <p:txBody>
          <a:bodyPr wrap="square">
            <a:spAutoFit/>
          </a:bodyPr>
          <a:lstStyle/>
          <a:p>
            <a:r>
              <a:rPr lang="en-US" sz="1600" b="1" dirty="0">
                <a:solidFill>
                  <a:srgbClr val="0D0D0D"/>
                </a:solidFill>
                <a:latin typeface="Söhne"/>
              </a:rPr>
              <a:t>Experimental Procedure</a:t>
            </a:r>
          </a:p>
          <a:p>
            <a:pPr>
              <a:lnSpc>
                <a:spcPct val="150000"/>
              </a:lnSpc>
              <a:buFont typeface="+mj-lt"/>
              <a:buAutoNum type="arabicPeriod"/>
            </a:pPr>
            <a:r>
              <a:rPr lang="en-US" sz="1600" b="1" dirty="0">
                <a:solidFill>
                  <a:srgbClr val="0D0D0D"/>
                </a:solidFill>
                <a:latin typeface="Times New Roman" panose="02020603050405020304" pitchFamily="18" charset="0"/>
                <a:cs typeface="Times New Roman" panose="02020603050405020304" pitchFamily="18" charset="0"/>
              </a:rPr>
              <a:t>Setup</a:t>
            </a:r>
            <a:r>
              <a:rPr lang="en-US" sz="1600" dirty="0">
                <a:solidFill>
                  <a:srgbClr val="0D0D0D"/>
                </a:solidFill>
                <a:latin typeface="Times New Roman" panose="02020603050405020304" pitchFamily="18" charset="0"/>
                <a:cs typeface="Times New Roman" panose="02020603050405020304" pitchFamily="18" charset="0"/>
              </a:rPr>
              <a:t>: Arrange the experiments according to the table above.</a:t>
            </a:r>
          </a:p>
          <a:p>
            <a:pPr>
              <a:lnSpc>
                <a:spcPct val="150000"/>
              </a:lnSpc>
              <a:buFont typeface="+mj-lt"/>
              <a:buAutoNum type="arabicPeriod"/>
            </a:pPr>
            <a:r>
              <a:rPr lang="en-US" sz="1600" b="1" dirty="0">
                <a:solidFill>
                  <a:srgbClr val="0D0D0D"/>
                </a:solidFill>
                <a:latin typeface="Times New Roman" panose="02020603050405020304" pitchFamily="18" charset="0"/>
                <a:cs typeface="Times New Roman" panose="02020603050405020304" pitchFamily="18" charset="0"/>
              </a:rPr>
              <a:t>Conduct Experiments</a:t>
            </a:r>
            <a:r>
              <a:rPr lang="en-US" sz="1600" dirty="0">
                <a:solidFill>
                  <a:srgbClr val="0D0D0D"/>
                </a:solidFill>
                <a:latin typeface="Times New Roman" panose="02020603050405020304" pitchFamily="18" charset="0"/>
                <a:cs typeface="Times New Roman" panose="02020603050405020304" pitchFamily="18" charset="0"/>
              </a:rPr>
              <a:t>: Run each experiment under the conditions specified. Measure the response (e.g., yield, concentration of product, etc.).</a:t>
            </a:r>
          </a:p>
          <a:p>
            <a:pPr>
              <a:lnSpc>
                <a:spcPct val="150000"/>
              </a:lnSpc>
              <a:buFont typeface="+mj-lt"/>
              <a:buAutoNum type="arabicPeriod"/>
            </a:pPr>
            <a:r>
              <a:rPr lang="en-US" sz="1600" b="1" dirty="0">
                <a:solidFill>
                  <a:srgbClr val="0D0D0D"/>
                </a:solidFill>
                <a:latin typeface="Times New Roman" panose="02020603050405020304" pitchFamily="18" charset="0"/>
                <a:cs typeface="Times New Roman" panose="02020603050405020304" pitchFamily="18" charset="0"/>
              </a:rPr>
              <a:t>Replicates</a:t>
            </a:r>
            <a:r>
              <a:rPr lang="en-US" sz="1600" dirty="0">
                <a:solidFill>
                  <a:srgbClr val="0D0D0D"/>
                </a:solidFill>
                <a:latin typeface="Times New Roman" panose="02020603050405020304" pitchFamily="18" charset="0"/>
                <a:cs typeface="Times New Roman" panose="02020603050405020304" pitchFamily="18" charset="0"/>
              </a:rPr>
              <a:t>: Notice that the center point (where all factors are at their medium level) is repeated to provide a better estimate of experimental error and enhance the precision of the model.</a:t>
            </a:r>
          </a:p>
        </p:txBody>
      </p:sp>
      <p:pic>
        <p:nvPicPr>
          <p:cNvPr id="3" name="Picture 2"/>
          <p:cNvPicPr>
            <a:picLocks noChangeAspect="1"/>
          </p:cNvPicPr>
          <p:nvPr/>
        </p:nvPicPr>
        <p:blipFill>
          <a:blip r:embed="rId2"/>
          <a:stretch>
            <a:fillRect/>
          </a:stretch>
        </p:blipFill>
        <p:spPr>
          <a:xfrm>
            <a:off x="926595" y="3162443"/>
            <a:ext cx="7426583" cy="2781309"/>
          </a:xfrm>
          <a:prstGeom prst="rect">
            <a:avLst/>
          </a:prstGeom>
        </p:spPr>
      </p:pic>
    </p:spTree>
    <p:extLst>
      <p:ext uri="{BB962C8B-B14F-4D97-AF65-F5344CB8AC3E}">
        <p14:creationId xmlns:p14="http://schemas.microsoft.com/office/powerpoint/2010/main" val="302996707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Box-</a:t>
            </a:r>
            <a:r>
              <a:rPr lang="en-IN" dirty="0" err="1"/>
              <a:t>Behnken</a:t>
            </a:r>
            <a:r>
              <a:rPr lang="en-IN" dirty="0"/>
              <a:t> designs (BBD)</a:t>
            </a:r>
          </a:p>
        </p:txBody>
      </p:sp>
      <p:pic>
        <p:nvPicPr>
          <p:cNvPr id="4" name="Picture 3"/>
          <p:cNvPicPr>
            <a:picLocks noChangeAspect="1"/>
          </p:cNvPicPr>
          <p:nvPr/>
        </p:nvPicPr>
        <p:blipFill>
          <a:blip r:embed="rId3"/>
          <a:stretch>
            <a:fillRect/>
          </a:stretch>
        </p:blipFill>
        <p:spPr>
          <a:xfrm>
            <a:off x="139303" y="1407319"/>
            <a:ext cx="8865394" cy="4043363"/>
          </a:xfrm>
          <a:prstGeom prst="rect">
            <a:avLst/>
          </a:prstGeom>
        </p:spPr>
      </p:pic>
    </p:spTree>
    <p:extLst>
      <p:ext uri="{BB962C8B-B14F-4D97-AF65-F5344CB8AC3E}">
        <p14:creationId xmlns:p14="http://schemas.microsoft.com/office/powerpoint/2010/main" val="37931710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Box-</a:t>
            </a:r>
            <a:r>
              <a:rPr lang="en-IN" dirty="0" err="1"/>
              <a:t>Behnken</a:t>
            </a:r>
            <a:r>
              <a:rPr lang="en-IN" dirty="0"/>
              <a:t> designs (BBD)</a:t>
            </a:r>
          </a:p>
        </p:txBody>
      </p:sp>
      <p:pic>
        <p:nvPicPr>
          <p:cNvPr id="3" name="Picture 2"/>
          <p:cNvPicPr>
            <a:picLocks noChangeAspect="1"/>
          </p:cNvPicPr>
          <p:nvPr/>
        </p:nvPicPr>
        <p:blipFill>
          <a:blip r:embed="rId3"/>
          <a:stretch>
            <a:fillRect/>
          </a:stretch>
        </p:blipFill>
        <p:spPr>
          <a:xfrm>
            <a:off x="135731" y="1808821"/>
            <a:ext cx="8872538" cy="4021931"/>
          </a:xfrm>
          <a:prstGeom prst="rect">
            <a:avLst/>
          </a:prstGeom>
        </p:spPr>
      </p:pic>
    </p:spTree>
    <p:extLst>
      <p:ext uri="{BB962C8B-B14F-4D97-AF65-F5344CB8AC3E}">
        <p14:creationId xmlns:p14="http://schemas.microsoft.com/office/powerpoint/2010/main" val="115775951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Optimisation steps</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574" y="1430779"/>
            <a:ext cx="6399711" cy="445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471649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Optimisation steps</a:t>
            </a:r>
          </a:p>
        </p:txBody>
      </p:sp>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72295"/>
            <a:ext cx="3714750" cy="3084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4750" y="1673805"/>
            <a:ext cx="5429250" cy="3082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2593593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Optimisation steps</a:t>
            </a:r>
          </a:p>
        </p:txBody>
      </p:sp>
      <p:pic>
        <p:nvPicPr>
          <p:cNvPr id="8" name="Picture 7"/>
          <p:cNvPicPr>
            <a:picLocks noChangeAspect="1"/>
          </p:cNvPicPr>
          <p:nvPr/>
        </p:nvPicPr>
        <p:blipFill>
          <a:blip r:embed="rId3"/>
          <a:stretch>
            <a:fillRect/>
          </a:stretch>
        </p:blipFill>
        <p:spPr>
          <a:xfrm>
            <a:off x="143508" y="2240868"/>
            <a:ext cx="8661229" cy="2295255"/>
          </a:xfrm>
          <a:prstGeom prst="rect">
            <a:avLst/>
          </a:prstGeom>
        </p:spPr>
      </p:pic>
    </p:spTree>
    <p:extLst>
      <p:ext uri="{BB962C8B-B14F-4D97-AF65-F5344CB8AC3E}">
        <p14:creationId xmlns:p14="http://schemas.microsoft.com/office/powerpoint/2010/main" val="176449417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2" name="Text Box 6">
            <a:extLst>
              <a:ext uri="{FF2B5EF4-FFF2-40B4-BE49-F238E27FC236}">
                <a16:creationId xmlns="" xmlns:a16="http://schemas.microsoft.com/office/drawing/2014/main" id="{AD3E08CA-AEBB-456D-C132-C1B12EB8AF9B}"/>
              </a:ext>
            </a:extLst>
          </p:cNvPr>
          <p:cNvSpPr txBox="1">
            <a:spLocks noChangeArrowheads="1"/>
          </p:cNvSpPr>
          <p:nvPr/>
        </p:nvSpPr>
        <p:spPr bwMode="auto">
          <a:xfrm>
            <a:off x="1543050" y="2798053"/>
            <a:ext cx="5045174" cy="553998"/>
          </a:xfrm>
          <a:prstGeom prst="rect">
            <a:avLst/>
          </a:prstGeom>
          <a:noFill/>
          <a:ln>
            <a:noFill/>
          </a:ln>
          <a:effectLst/>
        </p:spPr>
        <p:txBody>
          <a:bodyPr wrap="square">
            <a:spAutoFit/>
          </a:bodyPr>
          <a:lstStyle/>
          <a:p>
            <a:pPr>
              <a:spcBef>
                <a:spcPct val="50000"/>
              </a:spcBef>
              <a:defRPr/>
            </a:pPr>
            <a:r>
              <a:rPr lang="en-US" altLang="en-US" sz="3000" b="1" dirty="0">
                <a:solidFill>
                  <a:srgbClr val="0033CC"/>
                </a:solidFill>
                <a:latin typeface="+mj-lt"/>
              </a:rPr>
              <a:t>Optimization (definition) </a:t>
            </a:r>
          </a:p>
        </p:txBody>
      </p:sp>
      <p:sp>
        <p:nvSpPr>
          <p:cNvPr id="45063" name="Text Box 7">
            <a:extLst>
              <a:ext uri="{FF2B5EF4-FFF2-40B4-BE49-F238E27FC236}">
                <a16:creationId xmlns="" xmlns:a16="http://schemas.microsoft.com/office/drawing/2014/main" id="{11F8606B-2943-1C44-1E36-E8F11DA06188}"/>
              </a:ext>
            </a:extLst>
          </p:cNvPr>
          <p:cNvSpPr txBox="1">
            <a:spLocks noChangeArrowheads="1"/>
          </p:cNvSpPr>
          <p:nvPr/>
        </p:nvSpPr>
        <p:spPr bwMode="auto">
          <a:xfrm>
            <a:off x="1571625" y="3807331"/>
            <a:ext cx="6000750" cy="1061829"/>
          </a:xfrm>
          <a:prstGeom prst="rect">
            <a:avLst/>
          </a:prstGeom>
          <a:noFill/>
          <a:ln>
            <a:noFill/>
          </a:ln>
          <a:effectLst/>
        </p:spPr>
        <p:txBody>
          <a:bodyPr>
            <a:spAutoFit/>
          </a:bodyPr>
          <a:lstStyle/>
          <a:p>
            <a:pPr>
              <a:spcBef>
                <a:spcPct val="50000"/>
              </a:spcBef>
              <a:defRPr/>
            </a:pPr>
            <a:r>
              <a:rPr lang="en-US" altLang="en-US" sz="2100" b="1" dirty="0">
                <a:latin typeface="+mj-lt"/>
              </a:rPr>
              <a:t>Find values of the variables that minimize or maximize the objective function while satisfying the constraints.</a:t>
            </a:r>
            <a:endParaRPr lang="en-US" altLang="en-US" sz="2100" dirty="0">
              <a:latin typeface="+mj-lt"/>
            </a:endParaRPr>
          </a:p>
        </p:txBody>
      </p:sp>
      <p:sp>
        <p:nvSpPr>
          <p:cNvPr id="2" name="Text Box 6">
            <a:extLst>
              <a:ext uri="{FF2B5EF4-FFF2-40B4-BE49-F238E27FC236}">
                <a16:creationId xmlns="" xmlns:a16="http://schemas.microsoft.com/office/drawing/2014/main" id="{504AE8E4-3D73-D8E4-9C24-9B7BCA0F6A8C}"/>
              </a:ext>
            </a:extLst>
          </p:cNvPr>
          <p:cNvSpPr txBox="1">
            <a:spLocks noChangeArrowheads="1"/>
          </p:cNvSpPr>
          <p:nvPr/>
        </p:nvSpPr>
        <p:spPr bwMode="auto">
          <a:xfrm>
            <a:off x="791072" y="569913"/>
            <a:ext cx="8352928" cy="769441"/>
          </a:xfrm>
          <a:prstGeom prst="rect">
            <a:avLst/>
          </a:prstGeom>
          <a:noFill/>
          <a:ln>
            <a:noFill/>
          </a:ln>
          <a:effectLst/>
        </p:spPr>
        <p:txBody>
          <a:bodyPr wrap="square">
            <a:spAutoFit/>
          </a:bodyPr>
          <a:lstStyle/>
          <a:p>
            <a:pPr>
              <a:spcBef>
                <a:spcPct val="50000"/>
              </a:spcBef>
              <a:defRPr/>
            </a:pPr>
            <a:r>
              <a:rPr lang="en-US" altLang="en-US" sz="4400" b="1" dirty="0">
                <a:solidFill>
                  <a:srgbClr val="C00000"/>
                </a:solidFill>
                <a:latin typeface="+mj-lt"/>
              </a:rPr>
              <a:t>Global Optimization Techniques</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 xmlns:a16="http://schemas.microsoft.com/office/drawing/2014/main" id="{0A45BC90-A263-FC3C-21D0-9D3001499ED8}"/>
              </a:ext>
            </a:extLst>
          </p:cNvPr>
          <p:cNvSpPr>
            <a:spLocks noGrp="1"/>
          </p:cNvSpPr>
          <p:nvPr>
            <p:ph type="title" idx="4294967295"/>
          </p:nvPr>
        </p:nvSpPr>
        <p:spPr>
          <a:xfrm>
            <a:off x="1200150" y="839390"/>
            <a:ext cx="7200900" cy="796529"/>
          </a:xfrm>
        </p:spPr>
        <p:txBody>
          <a:bodyPr/>
          <a:lstStyle/>
          <a:p>
            <a:r>
              <a:rPr lang="en-US" altLang="en-US" sz="2700" b="1">
                <a:solidFill>
                  <a:srgbClr val="0033CC"/>
                </a:solidFill>
                <a:cs typeface="Arial" panose="020B0604020202020204" pitchFamily="34" charset="0"/>
              </a:rPr>
              <a:t>Component of Optimization Problem</a:t>
            </a:r>
            <a:r>
              <a:rPr lang="en-US" altLang="en-US" sz="2700">
                <a:solidFill>
                  <a:srgbClr val="0033CC"/>
                </a:solidFill>
                <a:cs typeface="Arial" panose="020B0604020202020204" pitchFamily="34" charset="0"/>
              </a:rPr>
              <a:t> </a:t>
            </a:r>
          </a:p>
        </p:txBody>
      </p:sp>
      <p:sp>
        <p:nvSpPr>
          <p:cNvPr id="59395" name="Rectangle 3">
            <a:extLst>
              <a:ext uri="{FF2B5EF4-FFF2-40B4-BE49-F238E27FC236}">
                <a16:creationId xmlns="" xmlns:a16="http://schemas.microsoft.com/office/drawing/2014/main" id="{66A04F9F-019C-2A2B-201E-AF62BC38FA4E}"/>
              </a:ext>
            </a:extLst>
          </p:cNvPr>
          <p:cNvSpPr>
            <a:spLocks noGrp="1" noChangeArrowheads="1"/>
          </p:cNvSpPr>
          <p:nvPr>
            <p:ph type="body" idx="4294967295"/>
          </p:nvPr>
        </p:nvSpPr>
        <p:spPr>
          <a:xfrm>
            <a:off x="1714500" y="1739504"/>
            <a:ext cx="6515100" cy="3143250"/>
          </a:xfrm>
        </p:spPr>
        <p:txBody>
          <a:bodyPr/>
          <a:lstStyle/>
          <a:p>
            <a:pPr algn="just">
              <a:spcAft>
                <a:spcPts val="450"/>
              </a:spcAft>
              <a:defRPr/>
            </a:pPr>
            <a:r>
              <a:rPr lang="en-US" altLang="en-US" dirty="0">
                <a:solidFill>
                  <a:srgbClr val="3333FF"/>
                </a:solidFill>
                <a:latin typeface="+mj-lt"/>
                <a:cs typeface="Arial" panose="020B0604020202020204" pitchFamily="34" charset="0"/>
              </a:rPr>
              <a:t>Objective Function:</a:t>
            </a:r>
            <a:r>
              <a:rPr lang="en-US" altLang="en-US" sz="2100" dirty="0">
                <a:latin typeface="+mj-lt"/>
                <a:cs typeface="Arial" panose="020B0604020202020204" pitchFamily="34" charset="0"/>
              </a:rPr>
              <a:t> </a:t>
            </a:r>
            <a:r>
              <a:rPr lang="en-US" altLang="en-US" sz="1800" b="1" dirty="0">
                <a:latin typeface="+mj-lt"/>
                <a:cs typeface="Arial" panose="020B0604020202020204" pitchFamily="34" charset="0"/>
              </a:rPr>
              <a:t>An objective function which we want to minimize or maximize.</a:t>
            </a:r>
          </a:p>
          <a:p>
            <a:pPr algn="just">
              <a:spcAft>
                <a:spcPts val="450"/>
              </a:spcAft>
              <a:defRPr/>
            </a:pPr>
            <a:r>
              <a:rPr lang="en-US" altLang="en-US" sz="1800" dirty="0">
                <a:latin typeface="+mj-lt"/>
                <a:cs typeface="Arial" panose="020B0604020202020204" pitchFamily="34" charset="0"/>
              </a:rPr>
              <a:t>For example, in a manufacturing process, we might want to maximize the profit or minimize the cost.</a:t>
            </a:r>
          </a:p>
          <a:p>
            <a:pPr algn="just">
              <a:spcAft>
                <a:spcPts val="450"/>
              </a:spcAft>
              <a:defRPr/>
            </a:pPr>
            <a:r>
              <a:rPr lang="en-US" altLang="en-US" sz="1800" dirty="0">
                <a:latin typeface="+mj-lt"/>
                <a:cs typeface="Arial" panose="020B0604020202020204" pitchFamily="34" charset="0"/>
              </a:rPr>
              <a:t>In fitting experimental data to a user-defined model, we might minimize the total deviation of observed data from predictions based on the model.</a:t>
            </a:r>
          </a:p>
          <a:p>
            <a:pPr algn="just">
              <a:spcAft>
                <a:spcPts val="450"/>
              </a:spcAft>
              <a:defRPr/>
            </a:pPr>
            <a:r>
              <a:rPr lang="en-US" altLang="en-US" sz="1800" dirty="0">
                <a:latin typeface="+mj-lt"/>
                <a:cs typeface="Arial" panose="020B0604020202020204" pitchFamily="34" charset="0"/>
              </a:rPr>
              <a:t>In designing an inductor, we might want to maximize the Quality Factor and minimize the area.</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a:extLst>
              <a:ext uri="{FF2B5EF4-FFF2-40B4-BE49-F238E27FC236}">
                <a16:creationId xmlns="" xmlns:a16="http://schemas.microsoft.com/office/drawing/2014/main" id="{4EC393D1-5AB6-7726-8C59-B9037A162287}"/>
              </a:ext>
            </a:extLst>
          </p:cNvPr>
          <p:cNvSpPr>
            <a:spLocks noGrp="1" noChangeArrowheads="1"/>
          </p:cNvSpPr>
          <p:nvPr>
            <p:ph type="body" idx="4294967295"/>
          </p:nvPr>
        </p:nvSpPr>
        <p:spPr>
          <a:xfrm>
            <a:off x="2000250" y="1771650"/>
            <a:ext cx="5972175" cy="2914650"/>
          </a:xfrm>
        </p:spPr>
        <p:txBody>
          <a:bodyPr/>
          <a:lstStyle/>
          <a:p>
            <a:pPr algn="just">
              <a:lnSpc>
                <a:spcPct val="90000"/>
              </a:lnSpc>
              <a:spcAft>
                <a:spcPts val="450"/>
              </a:spcAft>
              <a:defRPr/>
            </a:pPr>
            <a:r>
              <a:rPr lang="en-US" altLang="en-US" sz="2100" dirty="0">
                <a:latin typeface="+mj-lt"/>
                <a:cs typeface="Arial" panose="020B0604020202020204" pitchFamily="34" charset="0"/>
              </a:rPr>
              <a:t> </a:t>
            </a:r>
            <a:r>
              <a:rPr lang="en-US" altLang="en-US" dirty="0">
                <a:solidFill>
                  <a:srgbClr val="3333FF"/>
                </a:solidFill>
                <a:latin typeface="+mj-lt"/>
                <a:cs typeface="Arial" panose="020B0604020202020204" pitchFamily="34" charset="0"/>
              </a:rPr>
              <a:t>Design Variables:</a:t>
            </a:r>
            <a:r>
              <a:rPr lang="en-US" altLang="en-US" sz="2100" dirty="0">
                <a:latin typeface="+mj-lt"/>
                <a:cs typeface="Arial" panose="020B0604020202020204" pitchFamily="34" charset="0"/>
              </a:rPr>
              <a:t>  </a:t>
            </a:r>
            <a:r>
              <a:rPr lang="en-US" altLang="en-US" sz="1800" b="1" dirty="0">
                <a:latin typeface="+mj-lt"/>
                <a:cs typeface="Arial" panose="020B0604020202020204" pitchFamily="34" charset="0"/>
              </a:rPr>
              <a:t>A set of unknowns or variables which affect the value of the objective function.</a:t>
            </a:r>
          </a:p>
          <a:p>
            <a:pPr algn="just">
              <a:lnSpc>
                <a:spcPct val="90000"/>
              </a:lnSpc>
              <a:spcAft>
                <a:spcPts val="450"/>
              </a:spcAft>
              <a:defRPr/>
            </a:pPr>
            <a:r>
              <a:rPr lang="en-US" altLang="en-US" sz="1800" dirty="0">
                <a:latin typeface="+mj-lt"/>
                <a:cs typeface="Arial" panose="020B0604020202020204" pitchFamily="34" charset="0"/>
              </a:rPr>
              <a:t>In the manufacturing problem, the variables might include the amounts of different resources used or the time spent on each activity.</a:t>
            </a:r>
          </a:p>
          <a:p>
            <a:pPr algn="just">
              <a:lnSpc>
                <a:spcPct val="90000"/>
              </a:lnSpc>
              <a:spcAft>
                <a:spcPts val="450"/>
              </a:spcAft>
              <a:defRPr/>
            </a:pPr>
            <a:r>
              <a:rPr lang="en-US" altLang="en-US" sz="1800" dirty="0">
                <a:latin typeface="+mj-lt"/>
                <a:cs typeface="Arial" panose="020B0604020202020204" pitchFamily="34" charset="0"/>
              </a:rPr>
              <a:t>In fitting-the-data problem, the unknowns are the parameters that define the model.</a:t>
            </a:r>
          </a:p>
          <a:p>
            <a:pPr algn="just">
              <a:lnSpc>
                <a:spcPct val="90000"/>
              </a:lnSpc>
              <a:spcAft>
                <a:spcPts val="450"/>
              </a:spcAft>
              <a:defRPr/>
            </a:pPr>
            <a:r>
              <a:rPr lang="en-US" altLang="en-US" sz="1800" dirty="0">
                <a:latin typeface="+mj-lt"/>
                <a:cs typeface="Arial" panose="020B0604020202020204" pitchFamily="34" charset="0"/>
              </a:rPr>
              <a:t>In the inductor design problem, the variables used define the layout geometry of the panel.</a:t>
            </a:r>
          </a:p>
        </p:txBody>
      </p:sp>
      <p:sp>
        <p:nvSpPr>
          <p:cNvPr id="19459" name="Rectangle 2">
            <a:extLst>
              <a:ext uri="{FF2B5EF4-FFF2-40B4-BE49-F238E27FC236}">
                <a16:creationId xmlns="" xmlns:a16="http://schemas.microsoft.com/office/drawing/2014/main" id="{C1838711-7E61-C7C9-4B55-B75E7B46C880}"/>
              </a:ext>
            </a:extLst>
          </p:cNvPr>
          <p:cNvSpPr txBox="1">
            <a:spLocks noChangeArrowheads="1"/>
          </p:cNvSpPr>
          <p:nvPr/>
        </p:nvSpPr>
        <p:spPr bwMode="auto">
          <a:xfrm>
            <a:off x="1257300" y="860823"/>
            <a:ext cx="7200900" cy="796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85000"/>
              <a:buFont typeface="Wingdings 2" panose="05020102010507070707" pitchFamily="18" charset="2"/>
              <a:buChar char=""/>
              <a:defRPr sz="2700">
                <a:solidFill>
                  <a:schemeClr val="tx1"/>
                </a:solidFill>
                <a:latin typeface="Georgia" panose="02040502050405020303" pitchFamily="18" charset="0"/>
              </a:defRPr>
            </a:lvl1pPr>
            <a:lvl2pPr marL="547688" indent="-273050">
              <a:spcBef>
                <a:spcPct val="20000"/>
              </a:spcBef>
              <a:buClr>
                <a:schemeClr val="accent2"/>
              </a:buClr>
              <a:buSzPct val="70000"/>
              <a:buFont typeface="Wingdings" panose="05000000000000000000" pitchFamily="2" charset="2"/>
              <a:buChar char=""/>
              <a:defRPr sz="2200">
                <a:solidFill>
                  <a:schemeClr val="tx2"/>
                </a:solidFill>
                <a:latin typeface="Georgia" panose="02040502050405020303" pitchFamily="18" charset="0"/>
              </a:defRPr>
            </a:lvl2pPr>
            <a:lvl3pPr marL="822325" indent="-228600">
              <a:spcBef>
                <a:spcPct val="20000"/>
              </a:spcBef>
              <a:buClr>
                <a:srgbClr val="8CADAE"/>
              </a:buClr>
              <a:buSzPct val="75000"/>
              <a:buFont typeface="Wingdings 2" panose="05020102010507070707" pitchFamily="18" charset="2"/>
              <a:buChar char=""/>
              <a:defRPr sz="2000">
                <a:solidFill>
                  <a:schemeClr val="tx1"/>
                </a:solidFill>
                <a:latin typeface="Georgia" panose="02040502050405020303" pitchFamily="18" charset="0"/>
              </a:defRPr>
            </a:lvl3pPr>
            <a:lvl4pPr marL="1096963" indent="-228600">
              <a:spcBef>
                <a:spcPct val="20000"/>
              </a:spcBef>
              <a:buClr>
                <a:srgbClr val="8C7B70"/>
              </a:buClr>
              <a:buSzPct val="70000"/>
              <a:buFont typeface="Wingdings" panose="05000000000000000000" pitchFamily="2" charset="2"/>
              <a:buChar char=""/>
              <a:defRPr sz="2000">
                <a:solidFill>
                  <a:schemeClr val="tx2"/>
                </a:solidFill>
                <a:latin typeface="Georgia" panose="02040502050405020303" pitchFamily="18" charset="0"/>
              </a:defRPr>
            </a:lvl4pPr>
            <a:lvl5pPr marL="1371600" indent="-228600">
              <a:spcBef>
                <a:spcPct val="20000"/>
              </a:spcBef>
              <a:buClr>
                <a:srgbClr val="8FB08C"/>
              </a:buClr>
              <a:buChar char="•"/>
              <a:defRPr sz="2000">
                <a:solidFill>
                  <a:schemeClr val="tx1"/>
                </a:solidFill>
                <a:latin typeface="Georgia" panose="02040502050405020303" pitchFamily="18" charset="0"/>
              </a:defRPr>
            </a:lvl5pPr>
            <a:lvl6pPr marL="18288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6pPr>
            <a:lvl7pPr marL="22860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7pPr>
            <a:lvl8pPr marL="27432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8pPr>
            <a:lvl9pPr marL="32004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9pPr>
          </a:lstStyle>
          <a:p>
            <a:pPr algn="ctr" defTabSz="685800">
              <a:spcBef>
                <a:spcPct val="0"/>
              </a:spcBef>
              <a:buClrTx/>
              <a:buSzTx/>
              <a:buNone/>
            </a:pPr>
            <a:r>
              <a:rPr kumimoji="0" lang="en-US" altLang="en-US" b="1">
                <a:solidFill>
                  <a:srgbClr val="0033CC"/>
                </a:solidFill>
                <a:ea typeface="+mn-ea"/>
                <a:cs typeface="Arial" panose="020B0604020202020204" pitchFamily="34" charset="0"/>
              </a:rPr>
              <a:t>Component of Optimization Problem</a:t>
            </a:r>
            <a:r>
              <a:rPr kumimoji="0" lang="en-US" altLang="en-US">
                <a:solidFill>
                  <a:srgbClr val="0033CC"/>
                </a:solidFill>
                <a:ea typeface="+mn-ea"/>
                <a:cs typeface="Arial" panose="020B0604020202020204" pitchFamily="34" charset="0"/>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a:extLst>
              <a:ext uri="{FF2B5EF4-FFF2-40B4-BE49-F238E27FC236}">
                <a16:creationId xmlns="" xmlns:a16="http://schemas.microsoft.com/office/drawing/2014/main" id="{064656DE-60C6-BEB5-E4EE-1AD7C8876229}"/>
              </a:ext>
            </a:extLst>
          </p:cNvPr>
          <p:cNvSpPr>
            <a:spLocks noGrp="1" noChangeArrowheads="1"/>
          </p:cNvSpPr>
          <p:nvPr>
            <p:ph type="body" idx="4294967295"/>
          </p:nvPr>
        </p:nvSpPr>
        <p:spPr>
          <a:xfrm>
            <a:off x="1428750" y="1885950"/>
            <a:ext cx="6360319" cy="3086100"/>
          </a:xfrm>
        </p:spPr>
        <p:txBody>
          <a:bodyPr/>
          <a:lstStyle/>
          <a:p>
            <a:pPr algn="just">
              <a:lnSpc>
                <a:spcPct val="90000"/>
              </a:lnSpc>
              <a:spcAft>
                <a:spcPts val="450"/>
              </a:spcAft>
              <a:defRPr/>
            </a:pPr>
            <a:r>
              <a:rPr lang="en-US" altLang="en-US" dirty="0">
                <a:solidFill>
                  <a:srgbClr val="3333FF"/>
                </a:solidFill>
                <a:latin typeface="+mj-lt"/>
                <a:cs typeface="Arial" panose="020B0604020202020204" pitchFamily="34" charset="0"/>
              </a:rPr>
              <a:t>Constraints</a:t>
            </a:r>
            <a:r>
              <a:rPr lang="en-US" altLang="en-US" sz="2100" dirty="0">
                <a:solidFill>
                  <a:srgbClr val="3333FF"/>
                </a:solidFill>
                <a:latin typeface="+mj-lt"/>
                <a:cs typeface="Arial" panose="020B0604020202020204" pitchFamily="34" charset="0"/>
              </a:rPr>
              <a:t>:</a:t>
            </a:r>
            <a:r>
              <a:rPr lang="en-US" altLang="en-US" sz="1500" dirty="0">
                <a:latin typeface="+mj-lt"/>
                <a:cs typeface="Arial" panose="020B0604020202020204" pitchFamily="34" charset="0"/>
              </a:rPr>
              <a:t> </a:t>
            </a:r>
            <a:r>
              <a:rPr lang="en-US" altLang="en-US" sz="1800" b="1" dirty="0">
                <a:latin typeface="+mj-lt"/>
                <a:cs typeface="Arial" panose="020B0604020202020204" pitchFamily="34" charset="0"/>
              </a:rPr>
              <a:t>A set of constraints that allow the unknowns to take on certain values but exclude others.</a:t>
            </a:r>
          </a:p>
          <a:p>
            <a:pPr algn="just">
              <a:lnSpc>
                <a:spcPct val="90000"/>
              </a:lnSpc>
              <a:spcAft>
                <a:spcPts val="450"/>
              </a:spcAft>
              <a:defRPr/>
            </a:pPr>
            <a:r>
              <a:rPr lang="en-US" altLang="en-US" sz="1800" dirty="0">
                <a:latin typeface="+mj-lt"/>
                <a:cs typeface="Arial" panose="020B0604020202020204" pitchFamily="34" charset="0"/>
              </a:rPr>
              <a:t>For the manufacturing problem, it does not make sense to spend a negative amount of time on any activity, so we constrain all the "time" variables to be non-negative.</a:t>
            </a:r>
          </a:p>
          <a:p>
            <a:pPr algn="just">
              <a:lnSpc>
                <a:spcPct val="90000"/>
              </a:lnSpc>
              <a:spcAft>
                <a:spcPts val="450"/>
              </a:spcAft>
              <a:defRPr/>
            </a:pPr>
            <a:r>
              <a:rPr lang="en-US" altLang="en-US" sz="1800" dirty="0">
                <a:latin typeface="+mj-lt"/>
                <a:cs typeface="Arial" panose="020B0604020202020204" pitchFamily="34" charset="0"/>
              </a:rPr>
              <a:t>In the inductor design problem, we would probably want to limit the upper and lower value of layout parameters and to target an inductance value within the tolerance level.</a:t>
            </a:r>
          </a:p>
        </p:txBody>
      </p:sp>
      <p:sp>
        <p:nvSpPr>
          <p:cNvPr id="20483" name="Rectangle 2">
            <a:extLst>
              <a:ext uri="{FF2B5EF4-FFF2-40B4-BE49-F238E27FC236}">
                <a16:creationId xmlns="" xmlns:a16="http://schemas.microsoft.com/office/drawing/2014/main" id="{A14A724F-ECB5-4BC4-8C4E-209747011685}"/>
              </a:ext>
            </a:extLst>
          </p:cNvPr>
          <p:cNvSpPr txBox="1">
            <a:spLocks noChangeArrowheads="1"/>
          </p:cNvSpPr>
          <p:nvPr/>
        </p:nvSpPr>
        <p:spPr bwMode="auto">
          <a:xfrm>
            <a:off x="1257300" y="860823"/>
            <a:ext cx="7200900" cy="796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85000"/>
              <a:buFont typeface="Wingdings 2" panose="05020102010507070707" pitchFamily="18" charset="2"/>
              <a:buChar char=""/>
              <a:defRPr sz="2700">
                <a:solidFill>
                  <a:schemeClr val="tx1"/>
                </a:solidFill>
                <a:latin typeface="Georgia" panose="02040502050405020303" pitchFamily="18" charset="0"/>
              </a:defRPr>
            </a:lvl1pPr>
            <a:lvl2pPr marL="547688" indent="-273050">
              <a:spcBef>
                <a:spcPct val="20000"/>
              </a:spcBef>
              <a:buClr>
                <a:schemeClr val="accent2"/>
              </a:buClr>
              <a:buSzPct val="70000"/>
              <a:buFont typeface="Wingdings" panose="05000000000000000000" pitchFamily="2" charset="2"/>
              <a:buChar char=""/>
              <a:defRPr sz="2200">
                <a:solidFill>
                  <a:schemeClr val="tx2"/>
                </a:solidFill>
                <a:latin typeface="Georgia" panose="02040502050405020303" pitchFamily="18" charset="0"/>
              </a:defRPr>
            </a:lvl2pPr>
            <a:lvl3pPr marL="822325" indent="-228600">
              <a:spcBef>
                <a:spcPct val="20000"/>
              </a:spcBef>
              <a:buClr>
                <a:srgbClr val="8CADAE"/>
              </a:buClr>
              <a:buSzPct val="75000"/>
              <a:buFont typeface="Wingdings 2" panose="05020102010507070707" pitchFamily="18" charset="2"/>
              <a:buChar char=""/>
              <a:defRPr sz="2000">
                <a:solidFill>
                  <a:schemeClr val="tx1"/>
                </a:solidFill>
                <a:latin typeface="Georgia" panose="02040502050405020303" pitchFamily="18" charset="0"/>
              </a:defRPr>
            </a:lvl3pPr>
            <a:lvl4pPr marL="1096963" indent="-228600">
              <a:spcBef>
                <a:spcPct val="20000"/>
              </a:spcBef>
              <a:buClr>
                <a:srgbClr val="8C7B70"/>
              </a:buClr>
              <a:buSzPct val="70000"/>
              <a:buFont typeface="Wingdings" panose="05000000000000000000" pitchFamily="2" charset="2"/>
              <a:buChar char=""/>
              <a:defRPr sz="2000">
                <a:solidFill>
                  <a:schemeClr val="tx2"/>
                </a:solidFill>
                <a:latin typeface="Georgia" panose="02040502050405020303" pitchFamily="18" charset="0"/>
              </a:defRPr>
            </a:lvl4pPr>
            <a:lvl5pPr marL="1371600" indent="-228600">
              <a:spcBef>
                <a:spcPct val="20000"/>
              </a:spcBef>
              <a:buClr>
                <a:srgbClr val="8FB08C"/>
              </a:buClr>
              <a:buChar char="•"/>
              <a:defRPr sz="2000">
                <a:solidFill>
                  <a:schemeClr val="tx1"/>
                </a:solidFill>
                <a:latin typeface="Georgia" panose="02040502050405020303" pitchFamily="18" charset="0"/>
              </a:defRPr>
            </a:lvl5pPr>
            <a:lvl6pPr marL="18288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6pPr>
            <a:lvl7pPr marL="22860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7pPr>
            <a:lvl8pPr marL="27432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8pPr>
            <a:lvl9pPr marL="32004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9pPr>
          </a:lstStyle>
          <a:p>
            <a:pPr algn="ctr" defTabSz="685800">
              <a:spcBef>
                <a:spcPct val="0"/>
              </a:spcBef>
              <a:buClrTx/>
              <a:buSzTx/>
              <a:buNone/>
            </a:pPr>
            <a:r>
              <a:rPr kumimoji="0" lang="en-US" altLang="en-US" b="1">
                <a:solidFill>
                  <a:srgbClr val="0033CC"/>
                </a:solidFill>
                <a:ea typeface="+mn-ea"/>
                <a:cs typeface="Arial" panose="020B0604020202020204" pitchFamily="34" charset="0"/>
              </a:rPr>
              <a:t>Component of Optimization Problem</a:t>
            </a:r>
            <a:r>
              <a:rPr kumimoji="0" lang="en-US" altLang="en-US">
                <a:solidFill>
                  <a:srgbClr val="0033CC"/>
                </a:solidFill>
                <a:ea typeface="+mn-ea"/>
                <a:cs typeface="Arial" panose="020B0604020202020204" pitchFamily="34" charset="0"/>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Image result for local optima global gif">
            <a:extLst>
              <a:ext uri="{FF2B5EF4-FFF2-40B4-BE49-F238E27FC236}">
                <a16:creationId xmlns="" xmlns:a16="http://schemas.microsoft.com/office/drawing/2014/main" id="{A1DFC847-5269-E385-BE85-74AC7EBB6A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2635" y="1314450"/>
            <a:ext cx="5211365" cy="3893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 xmlns:a16="http://schemas.microsoft.com/office/drawing/2014/main" id="{17D8D2FC-BF75-19FD-A0E7-DBCDBFA2DE04}"/>
              </a:ext>
            </a:extLst>
          </p:cNvPr>
          <p:cNvSpPr/>
          <p:nvPr/>
        </p:nvSpPr>
        <p:spPr>
          <a:xfrm>
            <a:off x="1371600" y="1287067"/>
            <a:ext cx="3028950" cy="3531736"/>
          </a:xfrm>
          <a:prstGeom prst="rect">
            <a:avLst/>
          </a:prstGeom>
        </p:spPr>
        <p:txBody>
          <a:bodyPr>
            <a:spAutoFit/>
          </a:bodyPr>
          <a:lstStyle/>
          <a:p>
            <a:pPr marL="214313" indent="-214313" eaLnBrk="1" hangingPunct="1">
              <a:spcAft>
                <a:spcPts val="900"/>
              </a:spcAft>
              <a:buFont typeface="Wingdings" panose="05000000000000000000" pitchFamily="2" charset="2"/>
              <a:buChar char="ü"/>
              <a:defRPr/>
            </a:pPr>
            <a:r>
              <a:rPr lang="en-US" sz="1800" dirty="0">
                <a:solidFill>
                  <a:srgbClr val="1A1A1A"/>
                </a:solidFill>
                <a:latin typeface="+mj-lt"/>
              </a:rPr>
              <a:t>A </a:t>
            </a:r>
            <a:r>
              <a:rPr lang="en-US" sz="1800" b="1" dirty="0">
                <a:solidFill>
                  <a:schemeClr val="bg2">
                    <a:lumMod val="50000"/>
                  </a:schemeClr>
                </a:solidFill>
                <a:latin typeface="+mj-lt"/>
              </a:rPr>
              <a:t>local optimum </a:t>
            </a:r>
            <a:r>
              <a:rPr lang="en-US" sz="1800" dirty="0">
                <a:solidFill>
                  <a:srgbClr val="1A1A1A"/>
                </a:solidFill>
                <a:latin typeface="+mj-lt"/>
              </a:rPr>
              <a:t>of a function is a point where the function value is smaller/larger than or equal to the value at nearby points, but possibly greater than at a distant point.</a:t>
            </a:r>
          </a:p>
          <a:p>
            <a:pPr marL="214313" indent="-214313" eaLnBrk="1" hangingPunct="1">
              <a:spcAft>
                <a:spcPts val="900"/>
              </a:spcAft>
              <a:buFont typeface="Wingdings" panose="05000000000000000000" pitchFamily="2" charset="2"/>
              <a:buChar char="ü"/>
              <a:defRPr/>
            </a:pPr>
            <a:r>
              <a:rPr lang="en-US" sz="1800" dirty="0">
                <a:solidFill>
                  <a:srgbClr val="1A1A1A"/>
                </a:solidFill>
                <a:latin typeface="+mj-lt"/>
              </a:rPr>
              <a:t>A </a:t>
            </a:r>
            <a:r>
              <a:rPr lang="en-US" sz="1800" b="1" dirty="0">
                <a:solidFill>
                  <a:schemeClr val="bg2">
                    <a:lumMod val="50000"/>
                  </a:schemeClr>
                </a:solidFill>
                <a:latin typeface="+mj-lt"/>
              </a:rPr>
              <a:t>global optimum </a:t>
            </a:r>
            <a:r>
              <a:rPr lang="en-US" sz="1800" dirty="0">
                <a:solidFill>
                  <a:srgbClr val="1A1A1A"/>
                </a:solidFill>
                <a:latin typeface="+mj-lt"/>
              </a:rPr>
              <a:t>is a point where the function value is smaller/larger than or equal to the value at all other feasible points.</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a:extLst>
              <a:ext uri="{FF2B5EF4-FFF2-40B4-BE49-F238E27FC236}">
                <a16:creationId xmlns="" xmlns:a16="http://schemas.microsoft.com/office/drawing/2014/main" id="{5B3EE3EC-FABF-D5F8-329F-9775617A4FC9}"/>
              </a:ext>
            </a:extLst>
          </p:cNvPr>
          <p:cNvSpPr>
            <a:spLocks noChangeArrowheads="1"/>
          </p:cNvSpPr>
          <p:nvPr/>
        </p:nvSpPr>
        <p:spPr bwMode="auto">
          <a:xfrm>
            <a:off x="1543050" y="1314450"/>
            <a:ext cx="6972300" cy="3323987"/>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Aft>
                <a:spcPts val="900"/>
              </a:spcAft>
              <a:defRPr/>
            </a:pPr>
            <a:r>
              <a:rPr lang="en-US" altLang="en-US" sz="2700" b="1" dirty="0">
                <a:solidFill>
                  <a:srgbClr val="0033CC"/>
                </a:solidFill>
                <a:latin typeface="+mj-lt"/>
                <a:cs typeface="Arial" panose="020B0604020202020204" pitchFamily="34" charset="0"/>
              </a:rPr>
              <a:t>Derivative free Metaheuristic Algorithm </a:t>
            </a:r>
          </a:p>
          <a:p>
            <a:pPr>
              <a:spcAft>
                <a:spcPts val="900"/>
              </a:spcAft>
              <a:defRPr/>
            </a:pPr>
            <a:endParaRPr lang="en-US" altLang="en-US" sz="1050" dirty="0">
              <a:solidFill>
                <a:srgbClr val="000000"/>
              </a:solidFill>
              <a:latin typeface="+mj-lt"/>
              <a:cs typeface="Arial" panose="020B0604020202020204" pitchFamily="34" charset="0"/>
            </a:endParaRPr>
          </a:p>
          <a:p>
            <a:pPr marL="214313" indent="-214313">
              <a:spcAft>
                <a:spcPts val="900"/>
              </a:spcAft>
              <a:buFont typeface="Wingdings" panose="05000000000000000000" pitchFamily="2" charset="2"/>
              <a:buChar char="q"/>
              <a:defRPr/>
            </a:pPr>
            <a:r>
              <a:rPr lang="en-US" altLang="en-US" sz="1500" dirty="0">
                <a:solidFill>
                  <a:srgbClr val="000000"/>
                </a:solidFill>
                <a:latin typeface="+mj-lt"/>
                <a:cs typeface="Arial" panose="020B0604020202020204" pitchFamily="34" charset="0"/>
              </a:rPr>
              <a:t>Algorithms with stochastic components were often referred to as heuristic in the past, though the recent literature tends to refer to them as metaheuristics. </a:t>
            </a:r>
          </a:p>
          <a:p>
            <a:pPr marL="214313" indent="-214313">
              <a:spcAft>
                <a:spcPts val="900"/>
              </a:spcAft>
              <a:buFont typeface="Wingdings" panose="05000000000000000000" pitchFamily="2" charset="2"/>
              <a:buChar char="q"/>
              <a:defRPr/>
            </a:pPr>
            <a:r>
              <a:rPr lang="en-US" altLang="en-US" sz="1500" dirty="0">
                <a:solidFill>
                  <a:srgbClr val="000000"/>
                </a:solidFill>
                <a:latin typeface="+mj-lt"/>
                <a:cs typeface="Arial" panose="020B0604020202020204" pitchFamily="34" charset="0"/>
              </a:rPr>
              <a:t>Heuristic means to find or to discover by trial and error. Here meta- means beyond or higher level, and metaheuristics generally perform better than simple heuristics. </a:t>
            </a:r>
          </a:p>
          <a:p>
            <a:pPr marL="214313" indent="-214313">
              <a:spcAft>
                <a:spcPts val="900"/>
              </a:spcAft>
              <a:buFont typeface="Wingdings" panose="05000000000000000000" pitchFamily="2" charset="2"/>
              <a:buChar char="q"/>
              <a:defRPr/>
            </a:pPr>
            <a:r>
              <a:rPr lang="en-US" altLang="en-US" sz="1500" dirty="0">
                <a:solidFill>
                  <a:srgbClr val="000000"/>
                </a:solidFill>
                <a:latin typeface="+mj-lt"/>
                <a:cs typeface="Arial" panose="020B0604020202020204" pitchFamily="34" charset="0"/>
              </a:rPr>
              <a:t>A metaheuristic can be considered as a master strategy that guides and modifies other heuristics to produce solutions beyond those that are normally generated in a quest for local optimality. </a:t>
            </a:r>
          </a:p>
          <a:p>
            <a:pPr marL="214313" indent="-214313">
              <a:spcAft>
                <a:spcPts val="900"/>
              </a:spcAft>
              <a:buFont typeface="Wingdings" panose="05000000000000000000" pitchFamily="2" charset="2"/>
              <a:buChar char="q"/>
              <a:defRPr/>
            </a:pPr>
            <a:r>
              <a:rPr lang="en-US" altLang="en-US" sz="1500" dirty="0">
                <a:solidFill>
                  <a:srgbClr val="000000"/>
                </a:solidFill>
                <a:latin typeface="+mj-lt"/>
                <a:cs typeface="Arial" panose="020B0604020202020204" pitchFamily="34" charset="0"/>
              </a:rPr>
              <a:t>All metaheuristic algorithms use a certain tradeoff of randomization and local search.</a:t>
            </a:r>
            <a:r>
              <a:rPr lang="en-US" altLang="en-US" sz="1050" dirty="0">
                <a:solidFill>
                  <a:srgbClr val="000000"/>
                </a:solidFill>
                <a:latin typeface="+mj-lt"/>
                <a:cs typeface="Arial" panose="020B0604020202020204" pitchFamily="34" charset="0"/>
              </a:rPr>
              <a:t> </a:t>
            </a:r>
            <a:endParaRPr lang="en-US" altLang="en-US" sz="1050" dirty="0">
              <a:latin typeface="+mj-lt"/>
              <a:cs typeface="Arial" panose="020B0604020202020204" pitchFamily="34" charset="0"/>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4" descr="Image result for bioinspired algorithms">
            <a:extLst>
              <a:ext uri="{FF2B5EF4-FFF2-40B4-BE49-F238E27FC236}">
                <a16:creationId xmlns="" xmlns:a16="http://schemas.microsoft.com/office/drawing/2014/main" id="{DF4D6E28-B449-635E-B0C7-AA574B3B66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1" y="1371600"/>
            <a:ext cx="7308056"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068989E3-8DEE-EEA4-CF72-A60BE2CCDF58}"/>
              </a:ext>
            </a:extLst>
          </p:cNvPr>
          <p:cNvSpPr>
            <a:spLocks noChangeArrowheads="1"/>
          </p:cNvSpPr>
          <p:nvPr/>
        </p:nvSpPr>
        <p:spPr bwMode="auto">
          <a:xfrm>
            <a:off x="1543050" y="2800351"/>
            <a:ext cx="6972300" cy="923330"/>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Aft>
                <a:spcPts val="900"/>
              </a:spcAft>
              <a:defRPr/>
            </a:pPr>
            <a:r>
              <a:rPr lang="en-US" altLang="en-US" sz="2700" b="1" dirty="0">
                <a:solidFill>
                  <a:srgbClr val="0033CC"/>
                </a:solidFill>
                <a:latin typeface="+mj-lt"/>
                <a:cs typeface="Arial" panose="020B0604020202020204" pitchFamily="34" charset="0"/>
              </a:rPr>
              <a:t>A few metaheuristic global optimization techniques</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9" name="Rectangle 2">
            <a:extLst>
              <a:ext uri="{FF2B5EF4-FFF2-40B4-BE49-F238E27FC236}">
                <a16:creationId xmlns="" xmlns:a16="http://schemas.microsoft.com/office/drawing/2014/main" id="{A59CCED7-8E82-A048-2280-068615F37DA6}"/>
              </a:ext>
            </a:extLst>
          </p:cNvPr>
          <p:cNvSpPr txBox="1">
            <a:spLocks noChangeArrowheads="1"/>
          </p:cNvSpPr>
          <p:nvPr/>
        </p:nvSpPr>
        <p:spPr>
          <a:xfrm>
            <a:off x="2228850" y="1428750"/>
            <a:ext cx="3200400" cy="514350"/>
          </a:xfrm>
          <a:prstGeom prst="rect">
            <a:avLst/>
          </a:prstGeom>
        </p:spPr>
        <p:txBody>
          <a:bodyPr anchor="ctr">
            <a:normAutofit fontScale="90000"/>
            <a:scene3d>
              <a:camera prst="orthographicFront"/>
              <a:lightRig rig="soft" dir="t"/>
            </a:scene3d>
            <a:sp3d prstMaterial="softEdge">
              <a:bevelT w="25400" h="25400"/>
            </a:sp3d>
          </a:bodyPr>
          <a:lstStyle/>
          <a:p>
            <a:pPr eaLnBrk="1" fontAlgn="auto" hangingPunct="1">
              <a:spcAft>
                <a:spcPts val="0"/>
              </a:spcAft>
              <a:defRPr/>
            </a:pPr>
            <a:r>
              <a:rPr lang="en-US" sz="3000" b="1" dirty="0">
                <a:solidFill>
                  <a:srgbClr val="000066"/>
                </a:solidFill>
                <a:effectLst>
                  <a:outerShdw blurRad="31750" dist="25400" dir="5400000" algn="tl" rotWithShape="0">
                    <a:srgbClr val="000000">
                      <a:alpha val="25000"/>
                    </a:srgbClr>
                  </a:outerShdw>
                </a:effectLst>
                <a:latin typeface="+mj-lt"/>
                <a:ea typeface="+mj-ea"/>
                <a:cs typeface="+mj-cs"/>
              </a:rPr>
              <a:t>Genetic algorithm</a:t>
            </a:r>
          </a:p>
        </p:txBody>
      </p:sp>
      <p:pic>
        <p:nvPicPr>
          <p:cNvPr id="27651" name="Picture 5" descr="darwin">
            <a:extLst>
              <a:ext uri="{FF2B5EF4-FFF2-40B4-BE49-F238E27FC236}">
                <a16:creationId xmlns="" xmlns:a16="http://schemas.microsoft.com/office/drawing/2014/main" id="{3C9678D2-0FE3-D472-6247-6F617A9BFB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1453" y="1334691"/>
            <a:ext cx="2032397" cy="1674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Text Box 3">
            <a:extLst>
              <a:ext uri="{FF2B5EF4-FFF2-40B4-BE49-F238E27FC236}">
                <a16:creationId xmlns="" xmlns:a16="http://schemas.microsoft.com/office/drawing/2014/main" id="{EA3B0380-A5C6-25E8-B1D8-9DD486DDFFE1}"/>
              </a:ext>
            </a:extLst>
          </p:cNvPr>
          <p:cNvSpPr txBox="1">
            <a:spLocks noChangeArrowheads="1"/>
          </p:cNvSpPr>
          <p:nvPr/>
        </p:nvSpPr>
        <p:spPr bwMode="auto">
          <a:xfrm>
            <a:off x="2400300" y="3314701"/>
            <a:ext cx="5543550" cy="1246495"/>
          </a:xfrm>
          <a:prstGeom prst="rect">
            <a:avLst/>
          </a:prstGeom>
          <a:noFill/>
          <a:ln w="28575" algn="ctr">
            <a:solidFill>
              <a:srgbClr val="800000"/>
            </a:solidFill>
            <a:miter lim="800000"/>
            <a:headEnd/>
            <a:tailEnd type="none" w="lg" len="lg"/>
          </a:ln>
        </p:spPr>
        <p:txBody>
          <a:bodyPr>
            <a:spAutoFit/>
          </a:bodyPr>
          <a:lstStyle>
            <a:lvl1pPr>
              <a:spcBef>
                <a:spcPct val="20000"/>
              </a:spcBef>
              <a:buClr>
                <a:schemeClr val="accent1"/>
              </a:buClr>
              <a:buSzPct val="85000"/>
              <a:buFont typeface="Wingdings 2" panose="05020102010507070707" pitchFamily="18" charset="2"/>
              <a:buChar char=""/>
              <a:defRPr sz="2700">
                <a:solidFill>
                  <a:schemeClr val="tx1"/>
                </a:solidFill>
                <a:latin typeface="Georgia" panose="02040502050405020303" pitchFamily="18" charset="0"/>
              </a:defRPr>
            </a:lvl1pPr>
            <a:lvl2pPr marL="742950" indent="-285750">
              <a:spcBef>
                <a:spcPct val="20000"/>
              </a:spcBef>
              <a:buClr>
                <a:schemeClr val="accent2"/>
              </a:buClr>
              <a:buSzPct val="70000"/>
              <a:buFont typeface="Wingdings" panose="05000000000000000000" pitchFamily="2" charset="2"/>
              <a:buChar char=""/>
              <a:defRPr sz="2200">
                <a:solidFill>
                  <a:schemeClr val="tx2"/>
                </a:solidFill>
                <a:latin typeface="Georgia" panose="02040502050405020303" pitchFamily="18" charset="0"/>
              </a:defRPr>
            </a:lvl2pPr>
            <a:lvl3pPr marL="1143000" indent="-228600">
              <a:spcBef>
                <a:spcPct val="20000"/>
              </a:spcBef>
              <a:buClr>
                <a:srgbClr val="8CADAE"/>
              </a:buClr>
              <a:buSzPct val="75000"/>
              <a:buFont typeface="Wingdings 2" panose="05020102010507070707" pitchFamily="18" charset="2"/>
              <a:buChar char=""/>
              <a:defRPr sz="2000">
                <a:solidFill>
                  <a:schemeClr val="tx1"/>
                </a:solidFill>
                <a:latin typeface="Georgia" panose="02040502050405020303" pitchFamily="18" charset="0"/>
              </a:defRPr>
            </a:lvl3pPr>
            <a:lvl4pPr marL="1600200" indent="-228600">
              <a:spcBef>
                <a:spcPct val="20000"/>
              </a:spcBef>
              <a:buClr>
                <a:srgbClr val="8C7B70"/>
              </a:buClr>
              <a:buSzPct val="70000"/>
              <a:buFont typeface="Wingdings" panose="05000000000000000000" pitchFamily="2" charset="2"/>
              <a:buChar char=""/>
              <a:defRPr sz="2000">
                <a:solidFill>
                  <a:schemeClr val="tx2"/>
                </a:solidFill>
                <a:latin typeface="Georgia" panose="02040502050405020303" pitchFamily="18" charset="0"/>
              </a:defRPr>
            </a:lvl4pPr>
            <a:lvl5pPr marL="2057400" indent="-228600">
              <a:spcBef>
                <a:spcPct val="20000"/>
              </a:spcBef>
              <a:buClr>
                <a:srgbClr val="8FB08C"/>
              </a:buClr>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9pPr>
          </a:lstStyle>
          <a:p>
            <a:pPr algn="just" eaLnBrk="1" hangingPunct="1">
              <a:spcBef>
                <a:spcPct val="50000"/>
              </a:spcBef>
              <a:buClrTx/>
              <a:buSzTx/>
              <a:buFontTx/>
              <a:buNone/>
              <a:defRPr/>
            </a:pPr>
            <a:r>
              <a:rPr lang="en-US" altLang="en-US" sz="1500">
                <a:solidFill>
                  <a:srgbClr val="B51307"/>
                </a:solidFill>
                <a:latin typeface="+mj-lt"/>
              </a:rPr>
              <a:t>The basic concept of GA is designed to simulate processes in natural system necessary for evolution, specifically those that follow the principles first laid down by Charles Darwin. As such they represent an intelligent exploitation of a random search within a defined search space to solve a problem. </a:t>
            </a:r>
            <a:r>
              <a:rPr lang="en-GB" altLang="en-US" sz="1500">
                <a:solidFill>
                  <a:srgbClr val="B51307"/>
                </a:solidFill>
                <a:latin typeface="+mj-lt"/>
              </a:rPr>
              <a:t>.</a:t>
            </a:r>
            <a:endParaRPr lang="en-US" altLang="en-US" sz="1500">
              <a:solidFill>
                <a:srgbClr val="B51307"/>
              </a:solidFill>
              <a:latin typeface="+mj-lt"/>
            </a:endParaRPr>
          </a:p>
        </p:txBody>
      </p:sp>
      <p:sp>
        <p:nvSpPr>
          <p:cNvPr id="38917" name="Text Box 4">
            <a:extLst>
              <a:ext uri="{FF2B5EF4-FFF2-40B4-BE49-F238E27FC236}">
                <a16:creationId xmlns="" xmlns:a16="http://schemas.microsoft.com/office/drawing/2014/main" id="{8744E417-1E79-C14F-BD52-C795B7D4A733}"/>
              </a:ext>
            </a:extLst>
          </p:cNvPr>
          <p:cNvSpPr txBox="1">
            <a:spLocks noChangeArrowheads="1"/>
          </p:cNvSpPr>
          <p:nvPr/>
        </p:nvSpPr>
        <p:spPr bwMode="auto">
          <a:xfrm>
            <a:off x="2171700" y="2171701"/>
            <a:ext cx="3771900" cy="923330"/>
          </a:xfrm>
          <a:prstGeom prst="rect">
            <a:avLst/>
          </a:prstGeom>
          <a:noFill/>
          <a:ln>
            <a:noFill/>
          </a:ln>
        </p:spPr>
        <p:txBody>
          <a:bodyPr>
            <a:spAutoFit/>
          </a:bodyPr>
          <a:lstStyle>
            <a:lvl1pPr>
              <a:spcBef>
                <a:spcPct val="20000"/>
              </a:spcBef>
              <a:buClr>
                <a:schemeClr val="accent1"/>
              </a:buClr>
              <a:buSzPct val="85000"/>
              <a:buFont typeface="Wingdings 2" panose="05020102010507070707" pitchFamily="18" charset="2"/>
              <a:buChar char=""/>
              <a:defRPr sz="2700">
                <a:solidFill>
                  <a:schemeClr val="tx1"/>
                </a:solidFill>
                <a:latin typeface="Georgia" panose="02040502050405020303" pitchFamily="18" charset="0"/>
              </a:defRPr>
            </a:lvl1pPr>
            <a:lvl2pPr marL="742950" indent="-285750">
              <a:spcBef>
                <a:spcPct val="20000"/>
              </a:spcBef>
              <a:buClr>
                <a:schemeClr val="accent2"/>
              </a:buClr>
              <a:buSzPct val="70000"/>
              <a:buFont typeface="Wingdings" panose="05000000000000000000" pitchFamily="2" charset="2"/>
              <a:buChar char=""/>
              <a:defRPr sz="2200">
                <a:solidFill>
                  <a:schemeClr val="tx2"/>
                </a:solidFill>
                <a:latin typeface="Georgia" panose="02040502050405020303" pitchFamily="18" charset="0"/>
              </a:defRPr>
            </a:lvl2pPr>
            <a:lvl3pPr marL="1143000" indent="-228600">
              <a:spcBef>
                <a:spcPct val="20000"/>
              </a:spcBef>
              <a:buClr>
                <a:srgbClr val="8CADAE"/>
              </a:buClr>
              <a:buSzPct val="75000"/>
              <a:buFont typeface="Wingdings 2" panose="05020102010507070707" pitchFamily="18" charset="2"/>
              <a:buChar char=""/>
              <a:defRPr sz="2000">
                <a:solidFill>
                  <a:schemeClr val="tx1"/>
                </a:solidFill>
                <a:latin typeface="Georgia" panose="02040502050405020303" pitchFamily="18" charset="0"/>
              </a:defRPr>
            </a:lvl3pPr>
            <a:lvl4pPr marL="1600200" indent="-228600">
              <a:spcBef>
                <a:spcPct val="20000"/>
              </a:spcBef>
              <a:buClr>
                <a:srgbClr val="8C7B70"/>
              </a:buClr>
              <a:buSzPct val="70000"/>
              <a:buFont typeface="Wingdings" panose="05000000000000000000" pitchFamily="2" charset="2"/>
              <a:buChar char=""/>
              <a:defRPr sz="2000">
                <a:solidFill>
                  <a:schemeClr val="tx2"/>
                </a:solidFill>
                <a:latin typeface="Georgia" panose="02040502050405020303" pitchFamily="18" charset="0"/>
              </a:defRPr>
            </a:lvl4pPr>
            <a:lvl5pPr marL="2057400" indent="-228600">
              <a:spcBef>
                <a:spcPct val="20000"/>
              </a:spcBef>
              <a:buClr>
                <a:srgbClr val="8FB08C"/>
              </a:buClr>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9pPr>
          </a:lstStyle>
          <a:p>
            <a:pPr eaLnBrk="1" hangingPunct="1">
              <a:spcBef>
                <a:spcPct val="50000"/>
              </a:spcBef>
              <a:buClrTx/>
              <a:buSzTx/>
              <a:buFontTx/>
              <a:buNone/>
              <a:defRPr/>
            </a:pPr>
            <a:r>
              <a:rPr lang="en-US" altLang="en-US" sz="1800">
                <a:solidFill>
                  <a:srgbClr val="0000CC"/>
                </a:solidFill>
                <a:latin typeface="+mj-lt"/>
              </a:rPr>
              <a:t>Algorithms that mimics natural genetics and natural selection i.e. the theory of “Survival of the fittest”</a:t>
            </a:r>
            <a:r>
              <a:rPr lang="en-US" altLang="en-US" sz="1800" i="1">
                <a:solidFill>
                  <a:srgbClr val="0000CC"/>
                </a:solidFill>
                <a:latin typeface="+mj-lt"/>
              </a:rPr>
              <a:t>  </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Image result for genetic algorithm crossover">
            <a:extLst>
              <a:ext uri="{FF2B5EF4-FFF2-40B4-BE49-F238E27FC236}">
                <a16:creationId xmlns="" xmlns:a16="http://schemas.microsoft.com/office/drawing/2014/main" id="{873911FF-E3BA-5AB3-8BEF-E9D30DB02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8644" y="971550"/>
            <a:ext cx="3123010"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5" name="Picture 6" descr="Image result for genetic algorithm mutation">
            <a:extLst>
              <a:ext uri="{FF2B5EF4-FFF2-40B4-BE49-F238E27FC236}">
                <a16:creationId xmlns="" xmlns:a16="http://schemas.microsoft.com/office/drawing/2014/main" id="{468AD8D7-EEA0-203B-7231-41C13EE30B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9519" y="1756172"/>
            <a:ext cx="1528763"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a:extLst>
              <a:ext uri="{FF2B5EF4-FFF2-40B4-BE49-F238E27FC236}">
                <a16:creationId xmlns="" xmlns:a16="http://schemas.microsoft.com/office/drawing/2014/main" id="{3A7FD651-42D0-0914-3069-534769C5348B}"/>
              </a:ext>
            </a:extLst>
          </p:cNvPr>
          <p:cNvSpPr txBox="1">
            <a:spLocks noChangeArrowheads="1"/>
          </p:cNvSpPr>
          <p:nvPr/>
        </p:nvSpPr>
        <p:spPr>
          <a:xfrm>
            <a:off x="1314450" y="1143000"/>
            <a:ext cx="3476625" cy="4286250"/>
          </a:xfrm>
          <a:prstGeom prst="rect">
            <a:avLst/>
          </a:prstGeom>
        </p:spPr>
        <p:txBody>
          <a:bodyPr anchor="ctr">
            <a:normAutofit fontScale="97500"/>
            <a:scene3d>
              <a:camera prst="orthographicFront"/>
              <a:lightRig rig="soft" dir="t"/>
            </a:scene3d>
            <a:sp3d prstMaterial="softEdge">
              <a:bevelT w="25400" h="25400"/>
            </a:sp3d>
          </a:bodyPr>
          <a:lstStyle/>
          <a:p>
            <a:pPr eaLnBrk="1" fontAlgn="auto" hangingPunct="1">
              <a:spcAft>
                <a:spcPts val="0"/>
              </a:spcAft>
              <a:defRPr/>
            </a:pPr>
            <a:r>
              <a:rPr lang="en-US" sz="2100" b="1" dirty="0">
                <a:solidFill>
                  <a:schemeClr val="bg2">
                    <a:lumMod val="50000"/>
                  </a:schemeClr>
                </a:solidFill>
                <a:latin typeface="+mj-lt"/>
                <a:ea typeface="+mj-ea"/>
                <a:cs typeface="Arial" panose="020B0604020202020204" pitchFamily="34" charset="0"/>
              </a:rPr>
              <a:t>Stages of </a:t>
            </a:r>
          </a:p>
          <a:p>
            <a:pPr eaLnBrk="1" fontAlgn="auto" hangingPunct="1">
              <a:spcAft>
                <a:spcPts val="0"/>
              </a:spcAft>
              <a:defRPr/>
            </a:pPr>
            <a:r>
              <a:rPr lang="en-US" sz="2100" b="1" dirty="0">
                <a:solidFill>
                  <a:schemeClr val="bg2">
                    <a:lumMod val="50000"/>
                  </a:schemeClr>
                </a:solidFill>
                <a:latin typeface="+mj-lt"/>
                <a:ea typeface="+mj-ea"/>
                <a:cs typeface="Arial" panose="020B0604020202020204" pitchFamily="34" charset="0"/>
              </a:rPr>
              <a:t>Genetic algorithm</a:t>
            </a:r>
          </a:p>
          <a:p>
            <a:pPr eaLnBrk="1" fontAlgn="auto" hangingPunct="1">
              <a:spcAft>
                <a:spcPts val="0"/>
              </a:spcAft>
              <a:defRPr/>
            </a:pPr>
            <a:endParaRPr lang="en-US" sz="2100" b="1" dirty="0">
              <a:solidFill>
                <a:srgbClr val="C00000"/>
              </a:solidFill>
              <a:latin typeface="+mj-lt"/>
              <a:ea typeface="+mj-ea"/>
              <a:cs typeface="Arial" panose="020B0604020202020204" pitchFamily="34" charset="0"/>
            </a:endParaRPr>
          </a:p>
          <a:p>
            <a:pPr marL="257175" indent="-257175" eaLnBrk="1" fontAlgn="auto" hangingPunct="1">
              <a:spcAft>
                <a:spcPts val="900"/>
              </a:spcAft>
              <a:buFont typeface="Wingdings" panose="05000000000000000000" pitchFamily="2" charset="2"/>
              <a:buChar char="Ø"/>
              <a:defRPr/>
            </a:pPr>
            <a:r>
              <a:rPr lang="en-US" sz="1575" b="1" dirty="0">
                <a:latin typeface="+mj-lt"/>
                <a:ea typeface="+mj-ea"/>
                <a:cs typeface="Arial" panose="020B0604020202020204" pitchFamily="34" charset="0"/>
              </a:rPr>
              <a:t>Chromosome formation</a:t>
            </a:r>
          </a:p>
          <a:p>
            <a:pPr marL="257175" indent="-257175" eaLnBrk="1" fontAlgn="auto" hangingPunct="1">
              <a:spcAft>
                <a:spcPts val="900"/>
              </a:spcAft>
              <a:buFont typeface="Wingdings" panose="05000000000000000000" pitchFamily="2" charset="2"/>
              <a:buChar char="Ø"/>
              <a:defRPr/>
            </a:pPr>
            <a:r>
              <a:rPr lang="en-US" sz="1575" b="1" dirty="0">
                <a:latin typeface="+mj-lt"/>
                <a:ea typeface="+mj-ea"/>
                <a:cs typeface="Arial" panose="020B0604020202020204" pitchFamily="34" charset="0"/>
              </a:rPr>
              <a:t>Random population creation</a:t>
            </a:r>
          </a:p>
          <a:p>
            <a:pPr marL="257175" indent="-257175" eaLnBrk="1" fontAlgn="auto" hangingPunct="1">
              <a:spcAft>
                <a:spcPts val="900"/>
              </a:spcAft>
              <a:buFont typeface="Wingdings" panose="05000000000000000000" pitchFamily="2" charset="2"/>
              <a:buChar char="Ø"/>
              <a:defRPr/>
            </a:pPr>
            <a:r>
              <a:rPr lang="en-US" sz="1575" b="1" dirty="0">
                <a:latin typeface="+mj-lt"/>
                <a:ea typeface="+mj-ea"/>
                <a:cs typeface="Arial" panose="020B0604020202020204" pitchFamily="34" charset="0"/>
              </a:rPr>
              <a:t>Fitness assessment</a:t>
            </a:r>
          </a:p>
          <a:p>
            <a:pPr marL="257175" indent="-257175" eaLnBrk="1" fontAlgn="auto" hangingPunct="1">
              <a:spcAft>
                <a:spcPts val="900"/>
              </a:spcAft>
              <a:buFont typeface="Wingdings" panose="05000000000000000000" pitchFamily="2" charset="2"/>
              <a:buChar char="Ø"/>
              <a:defRPr/>
            </a:pPr>
            <a:r>
              <a:rPr lang="en-US" sz="1575" b="1" dirty="0">
                <a:latin typeface="+mj-lt"/>
                <a:ea typeface="+mj-ea"/>
                <a:cs typeface="Arial" panose="020B0604020202020204" pitchFamily="34" charset="0"/>
              </a:rPr>
              <a:t>Mating between the survived section</a:t>
            </a:r>
          </a:p>
          <a:p>
            <a:pPr marL="257175" indent="-257175" eaLnBrk="1" fontAlgn="auto" hangingPunct="1">
              <a:spcAft>
                <a:spcPts val="900"/>
              </a:spcAft>
              <a:buFont typeface="Wingdings" panose="05000000000000000000" pitchFamily="2" charset="2"/>
              <a:buChar char="Ø"/>
              <a:defRPr/>
            </a:pPr>
            <a:r>
              <a:rPr lang="en-US" sz="1575" b="1" dirty="0">
                <a:latin typeface="+mj-lt"/>
                <a:ea typeface="+mj-ea"/>
                <a:cs typeface="Arial" panose="020B0604020202020204" pitchFamily="34" charset="0"/>
              </a:rPr>
              <a:t>Crossover</a:t>
            </a:r>
          </a:p>
          <a:p>
            <a:pPr marL="257175" indent="-257175" eaLnBrk="1" fontAlgn="auto" hangingPunct="1">
              <a:spcAft>
                <a:spcPts val="900"/>
              </a:spcAft>
              <a:buFont typeface="Wingdings" panose="05000000000000000000" pitchFamily="2" charset="2"/>
              <a:buChar char="Ø"/>
              <a:defRPr/>
            </a:pPr>
            <a:r>
              <a:rPr lang="en-US" sz="1575" b="1" dirty="0">
                <a:latin typeface="+mj-lt"/>
                <a:ea typeface="+mj-ea"/>
                <a:cs typeface="Arial" panose="020B0604020202020204" pitchFamily="34" charset="0"/>
              </a:rPr>
              <a:t>Mutation</a:t>
            </a:r>
          </a:p>
          <a:p>
            <a:pPr marL="257175" indent="-257175" eaLnBrk="1" fontAlgn="auto" hangingPunct="1">
              <a:spcAft>
                <a:spcPts val="0"/>
              </a:spcAft>
              <a:buFont typeface="Wingdings" panose="05000000000000000000" pitchFamily="2" charset="2"/>
              <a:buChar char="Ø"/>
              <a:defRPr/>
            </a:pPr>
            <a:r>
              <a:rPr lang="en-US" sz="1575" b="1" dirty="0">
                <a:latin typeface="+mj-lt"/>
                <a:ea typeface="+mj-ea"/>
                <a:cs typeface="Arial" panose="020B0604020202020204" pitchFamily="34" charset="0"/>
              </a:rPr>
              <a:t>New offspring creation</a:t>
            </a:r>
          </a:p>
          <a:p>
            <a:pPr marL="257175" indent="-257175" eaLnBrk="1" fontAlgn="auto" hangingPunct="1">
              <a:spcAft>
                <a:spcPts val="0"/>
              </a:spcAft>
              <a:buFont typeface="Arial" panose="020B0604020202020204" pitchFamily="34" charset="0"/>
              <a:buChar char="•"/>
              <a:defRPr/>
            </a:pPr>
            <a:endParaRPr lang="en-US" sz="1575" b="1" dirty="0">
              <a:latin typeface="+mj-lt"/>
              <a:ea typeface="+mj-ea"/>
              <a:cs typeface="Arial" panose="020B0604020202020204" pitchFamily="34" charset="0"/>
            </a:endParaRPr>
          </a:p>
          <a:p>
            <a:pPr eaLnBrk="1" fontAlgn="auto" hangingPunct="1">
              <a:spcAft>
                <a:spcPts val="0"/>
              </a:spcAft>
              <a:defRPr/>
            </a:pPr>
            <a:endParaRPr lang="en-US" sz="1575" b="1" dirty="0">
              <a:solidFill>
                <a:srgbClr val="C00000"/>
              </a:solidFill>
              <a:latin typeface="+mj-lt"/>
              <a:ea typeface="+mj-ea"/>
              <a:cs typeface="Arial" panose="020B0604020202020204" pitchFamily="34" charset="0"/>
            </a:endParaRPr>
          </a:p>
          <a:p>
            <a:pPr eaLnBrk="1" fontAlgn="auto" hangingPunct="1">
              <a:spcAft>
                <a:spcPts val="0"/>
              </a:spcAft>
              <a:defRPr/>
            </a:pPr>
            <a:endParaRPr lang="en-US" sz="2100" b="1" dirty="0">
              <a:solidFill>
                <a:srgbClr val="C00000"/>
              </a:solidFill>
              <a:latin typeface="+mj-lt"/>
              <a:ea typeface="+mj-ea"/>
              <a:cs typeface="Arial" panose="020B0604020202020204" pitchFamily="34" charset="0"/>
            </a:endParaRPr>
          </a:p>
        </p:txBody>
      </p:sp>
      <p:sp>
        <p:nvSpPr>
          <p:cNvPr id="2" name="Rectangle 1">
            <a:extLst>
              <a:ext uri="{FF2B5EF4-FFF2-40B4-BE49-F238E27FC236}">
                <a16:creationId xmlns="" xmlns:a16="http://schemas.microsoft.com/office/drawing/2014/main" id="{E3EBDCCC-FCDE-7A9D-DBE7-1D0C81B805C9}"/>
              </a:ext>
            </a:extLst>
          </p:cNvPr>
          <p:cNvSpPr/>
          <p:nvPr/>
        </p:nvSpPr>
        <p:spPr>
          <a:xfrm>
            <a:off x="7680722" y="2584847"/>
            <a:ext cx="1471613" cy="253916"/>
          </a:xfrm>
          <a:prstGeom prst="rect">
            <a:avLst/>
          </a:prstGeom>
        </p:spPr>
        <p:txBody>
          <a:bodyPr>
            <a:spAutoFit/>
          </a:bodyPr>
          <a:lstStyle/>
          <a:p>
            <a:pPr eaLnBrk="1" fontAlgn="auto" hangingPunct="1">
              <a:spcAft>
                <a:spcPts val="0"/>
              </a:spcAft>
              <a:defRPr/>
            </a:pPr>
            <a:r>
              <a:rPr lang="en-US" sz="1050" b="1" dirty="0">
                <a:effectLst>
                  <a:outerShdw blurRad="31750" dist="25400" dir="5400000" algn="tl" rotWithShape="0">
                    <a:srgbClr val="000000">
                      <a:alpha val="25000"/>
                    </a:srgbClr>
                  </a:outerShdw>
                </a:effectLst>
                <a:latin typeface="+mj-lt"/>
              </a:rPr>
              <a:t>Mutation</a:t>
            </a:r>
          </a:p>
        </p:txBody>
      </p:sp>
      <p:sp>
        <p:nvSpPr>
          <p:cNvPr id="6" name="Rectangle 5">
            <a:extLst>
              <a:ext uri="{FF2B5EF4-FFF2-40B4-BE49-F238E27FC236}">
                <a16:creationId xmlns="" xmlns:a16="http://schemas.microsoft.com/office/drawing/2014/main" id="{8994ACF4-1FCD-82F3-9566-5E5D944FCE0E}"/>
              </a:ext>
            </a:extLst>
          </p:cNvPr>
          <p:cNvSpPr/>
          <p:nvPr/>
        </p:nvSpPr>
        <p:spPr>
          <a:xfrm>
            <a:off x="6053138" y="2933700"/>
            <a:ext cx="1543050" cy="253916"/>
          </a:xfrm>
          <a:prstGeom prst="rect">
            <a:avLst/>
          </a:prstGeom>
        </p:spPr>
        <p:txBody>
          <a:bodyPr>
            <a:spAutoFit/>
          </a:bodyPr>
          <a:lstStyle/>
          <a:p>
            <a:pPr eaLnBrk="1" fontAlgn="auto" hangingPunct="1">
              <a:spcAft>
                <a:spcPts val="0"/>
              </a:spcAft>
              <a:defRPr/>
            </a:pPr>
            <a:r>
              <a:rPr lang="en-US" sz="1050" b="1" dirty="0">
                <a:effectLst>
                  <a:outerShdw blurRad="31750" dist="25400" dir="5400000" algn="tl" rotWithShape="0">
                    <a:srgbClr val="000000">
                      <a:alpha val="25000"/>
                    </a:srgbClr>
                  </a:outerShdw>
                </a:effectLst>
                <a:latin typeface="+mj-lt"/>
              </a:rPr>
              <a:t>Crossover</a:t>
            </a:r>
          </a:p>
        </p:txBody>
      </p:sp>
      <p:pic>
        <p:nvPicPr>
          <p:cNvPr id="38920" name="Picture 8" descr="Image result for genetic algorithm gif">
            <a:extLst>
              <a:ext uri="{FF2B5EF4-FFF2-40B4-BE49-F238E27FC236}">
                <a16:creationId xmlns="" xmlns:a16="http://schemas.microsoft.com/office/drawing/2014/main" id="{855C1D22-7EFD-88AC-5B4F-C3EC66AB3463}"/>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299473" y="3367087"/>
            <a:ext cx="2530078"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8920"/>
                                        </p:tgtEl>
                                        <p:attrNameLst>
                                          <p:attrName>style.visibility</p:attrName>
                                        </p:attrNameLst>
                                      </p:cBhvr>
                                      <p:to>
                                        <p:strVal val="visible"/>
                                      </p:to>
                                    </p:set>
                                    <p:animEffect transition="in" filter="fade">
                                      <p:cBhvr>
                                        <p:cTn id="7" dur="500"/>
                                        <p:tgtEl>
                                          <p:spTgt spid="38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4">
            <a:extLst>
              <a:ext uri="{FF2B5EF4-FFF2-40B4-BE49-F238E27FC236}">
                <a16:creationId xmlns="" xmlns:a16="http://schemas.microsoft.com/office/drawing/2014/main" id="{2F785323-7E68-8753-509F-D2AB4F4AD332}"/>
              </a:ext>
            </a:extLst>
          </p:cNvPr>
          <p:cNvGrpSpPr>
            <a:grpSpLocks/>
          </p:cNvGrpSpPr>
          <p:nvPr/>
        </p:nvGrpSpPr>
        <p:grpSpPr bwMode="auto">
          <a:xfrm>
            <a:off x="2514600" y="1200150"/>
            <a:ext cx="4972050" cy="3868341"/>
            <a:chOff x="1296" y="1104"/>
            <a:chExt cx="4416" cy="3120"/>
          </a:xfrm>
        </p:grpSpPr>
        <p:grpSp>
          <p:nvGrpSpPr>
            <p:cNvPr id="29699" name="Group 5">
              <a:extLst>
                <a:ext uri="{FF2B5EF4-FFF2-40B4-BE49-F238E27FC236}">
                  <a16:creationId xmlns="" xmlns:a16="http://schemas.microsoft.com/office/drawing/2014/main" id="{F036C698-F4C4-AD6F-3369-EB6A22484E65}"/>
                </a:ext>
              </a:extLst>
            </p:cNvPr>
            <p:cNvGrpSpPr>
              <a:grpSpLocks/>
            </p:cNvGrpSpPr>
            <p:nvPr/>
          </p:nvGrpSpPr>
          <p:grpSpPr bwMode="auto">
            <a:xfrm>
              <a:off x="1296" y="1104"/>
              <a:ext cx="4416" cy="3120"/>
              <a:chOff x="1296" y="1104"/>
              <a:chExt cx="4416" cy="3120"/>
            </a:xfrm>
          </p:grpSpPr>
          <p:sp>
            <p:nvSpPr>
              <p:cNvPr id="40966" name="Rectangle 6">
                <a:extLst>
                  <a:ext uri="{FF2B5EF4-FFF2-40B4-BE49-F238E27FC236}">
                    <a16:creationId xmlns="" xmlns:a16="http://schemas.microsoft.com/office/drawing/2014/main" id="{8BF604DF-F5EC-EB85-09EF-600BDA879435}"/>
                  </a:ext>
                </a:extLst>
              </p:cNvPr>
              <p:cNvSpPr>
                <a:spLocks noChangeArrowheads="1"/>
              </p:cNvSpPr>
              <p:nvPr/>
            </p:nvSpPr>
            <p:spPr bwMode="auto">
              <a:xfrm>
                <a:off x="1296" y="1104"/>
                <a:ext cx="4416" cy="312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ltLang="en-US" sz="1200">
                  <a:latin typeface="+mj-lt"/>
                </a:endParaRPr>
              </a:p>
            </p:txBody>
          </p:sp>
          <p:grpSp>
            <p:nvGrpSpPr>
              <p:cNvPr id="29703" name="Group 7">
                <a:extLst>
                  <a:ext uri="{FF2B5EF4-FFF2-40B4-BE49-F238E27FC236}">
                    <a16:creationId xmlns="" xmlns:a16="http://schemas.microsoft.com/office/drawing/2014/main" id="{2C343098-AAFF-F1F3-0556-F2C241B6E876}"/>
                  </a:ext>
                </a:extLst>
              </p:cNvPr>
              <p:cNvGrpSpPr>
                <a:grpSpLocks/>
              </p:cNvGrpSpPr>
              <p:nvPr/>
            </p:nvGrpSpPr>
            <p:grpSpPr bwMode="auto">
              <a:xfrm>
                <a:off x="1384" y="1172"/>
                <a:ext cx="4280" cy="2949"/>
                <a:chOff x="1144" y="1172"/>
                <a:chExt cx="4280" cy="2949"/>
              </a:xfrm>
            </p:grpSpPr>
            <p:grpSp>
              <p:nvGrpSpPr>
                <p:cNvPr id="29704" name="Group 8">
                  <a:extLst>
                    <a:ext uri="{FF2B5EF4-FFF2-40B4-BE49-F238E27FC236}">
                      <a16:creationId xmlns="" xmlns:a16="http://schemas.microsoft.com/office/drawing/2014/main" id="{A3F10423-6B7A-5749-CA86-3E5BFE6B3F7F}"/>
                    </a:ext>
                  </a:extLst>
                </p:cNvPr>
                <p:cNvGrpSpPr>
                  <a:grpSpLocks/>
                </p:cNvGrpSpPr>
                <p:nvPr/>
              </p:nvGrpSpPr>
              <p:grpSpPr bwMode="auto">
                <a:xfrm>
                  <a:off x="4544" y="1500"/>
                  <a:ext cx="768" cy="672"/>
                  <a:chOff x="1454" y="1248"/>
                  <a:chExt cx="2851" cy="2592"/>
                </a:xfrm>
              </p:grpSpPr>
              <p:sp>
                <p:nvSpPr>
                  <p:cNvPr id="41754" name="AutoShape 9">
                    <a:extLst>
                      <a:ext uri="{FF2B5EF4-FFF2-40B4-BE49-F238E27FC236}">
                        <a16:creationId xmlns="" xmlns:a16="http://schemas.microsoft.com/office/drawing/2014/main" id="{F5AA0251-4C96-5724-9ECA-36CEFD081585}"/>
                      </a:ext>
                    </a:extLst>
                  </p:cNvPr>
                  <p:cNvSpPr>
                    <a:spLocks noChangeAspect="1" noChangeArrowheads="1" noTextEdit="1"/>
                  </p:cNvSpPr>
                  <p:nvPr/>
                </p:nvSpPr>
                <p:spPr bwMode="auto">
                  <a:xfrm>
                    <a:off x="1480" y="1273"/>
                    <a:ext cx="2826" cy="2567"/>
                  </a:xfrm>
                  <a:prstGeom prst="rect">
                    <a:avLst/>
                  </a:prstGeom>
                  <a:noFill/>
                  <a:ln>
                    <a:noFill/>
                  </a:ln>
                </p:spPr>
                <p:txBody>
                  <a:bodyPr/>
                  <a:lstStyle/>
                  <a:p>
                    <a:pPr>
                      <a:defRPr/>
                    </a:pPr>
                    <a:endParaRPr lang="en-US" sz="1050">
                      <a:latin typeface="+mj-lt"/>
                    </a:endParaRPr>
                  </a:p>
                </p:txBody>
              </p:sp>
              <p:sp>
                <p:nvSpPr>
                  <p:cNvPr id="41755" name="Freeform 10">
                    <a:extLst>
                      <a:ext uri="{FF2B5EF4-FFF2-40B4-BE49-F238E27FC236}">
                        <a16:creationId xmlns="" xmlns:a16="http://schemas.microsoft.com/office/drawing/2014/main" id="{E9A7BF3D-A910-CABD-B0C3-2E911698EF1A}"/>
                      </a:ext>
                    </a:extLst>
                  </p:cNvPr>
                  <p:cNvSpPr>
                    <a:spLocks/>
                  </p:cNvSpPr>
                  <p:nvPr/>
                </p:nvSpPr>
                <p:spPr bwMode="auto">
                  <a:xfrm>
                    <a:off x="1480" y="1273"/>
                    <a:ext cx="2556" cy="2556"/>
                  </a:xfrm>
                  <a:custGeom>
                    <a:avLst/>
                    <a:gdLst>
                      <a:gd name="T0" fmla="*/ 0 w 15471"/>
                      <a:gd name="T1" fmla="*/ 0 h 15473"/>
                      <a:gd name="T2" fmla="*/ 0 w 15471"/>
                      <a:gd name="T3" fmla="*/ 0 h 15473"/>
                      <a:gd name="T4" fmla="*/ 0 w 15471"/>
                      <a:gd name="T5" fmla="*/ 0 h 15473"/>
                      <a:gd name="T6" fmla="*/ 0 w 15471"/>
                      <a:gd name="T7" fmla="*/ 0 h 15473"/>
                      <a:gd name="T8" fmla="*/ 0 w 15471"/>
                      <a:gd name="T9" fmla="*/ 0 h 15473"/>
                      <a:gd name="T10" fmla="*/ 0 w 15471"/>
                      <a:gd name="T11" fmla="*/ 0 h 15473"/>
                      <a:gd name="T12" fmla="*/ 0 w 15471"/>
                      <a:gd name="T13" fmla="*/ 0 h 15473"/>
                      <a:gd name="T14" fmla="*/ 0 w 15471"/>
                      <a:gd name="T15" fmla="*/ 0 h 15473"/>
                      <a:gd name="T16" fmla="*/ 0 w 15471"/>
                      <a:gd name="T17" fmla="*/ 0 h 15473"/>
                      <a:gd name="T18" fmla="*/ 0 w 15471"/>
                      <a:gd name="T19" fmla="*/ 0 h 15473"/>
                      <a:gd name="T20" fmla="*/ 0 w 15471"/>
                      <a:gd name="T21" fmla="*/ 0 h 15473"/>
                      <a:gd name="T22" fmla="*/ 0 w 15471"/>
                      <a:gd name="T23" fmla="*/ 0 h 15473"/>
                      <a:gd name="T24" fmla="*/ 0 w 15471"/>
                      <a:gd name="T25" fmla="*/ 0 h 15473"/>
                      <a:gd name="T26" fmla="*/ 0 w 15471"/>
                      <a:gd name="T27" fmla="*/ 0 h 15473"/>
                      <a:gd name="T28" fmla="*/ 0 w 15471"/>
                      <a:gd name="T29" fmla="*/ 0 h 15473"/>
                      <a:gd name="T30" fmla="*/ 0 w 15471"/>
                      <a:gd name="T31" fmla="*/ 0 h 15473"/>
                      <a:gd name="T32" fmla="*/ 0 w 15471"/>
                      <a:gd name="T33" fmla="*/ 0 h 15473"/>
                      <a:gd name="T34" fmla="*/ 0 w 15471"/>
                      <a:gd name="T35" fmla="*/ 0 h 15473"/>
                      <a:gd name="T36" fmla="*/ 0 w 15471"/>
                      <a:gd name="T37" fmla="*/ 0 h 15473"/>
                      <a:gd name="T38" fmla="*/ 0 w 15471"/>
                      <a:gd name="T39" fmla="*/ 0 h 15473"/>
                      <a:gd name="T40" fmla="*/ 0 w 15471"/>
                      <a:gd name="T41" fmla="*/ 0 h 15473"/>
                      <a:gd name="T42" fmla="*/ 0 w 15471"/>
                      <a:gd name="T43" fmla="*/ 0 h 15473"/>
                      <a:gd name="T44" fmla="*/ 0 w 15471"/>
                      <a:gd name="T45" fmla="*/ 0 h 15473"/>
                      <a:gd name="T46" fmla="*/ 0 w 15471"/>
                      <a:gd name="T47" fmla="*/ 0 h 15473"/>
                      <a:gd name="T48" fmla="*/ 0 w 15471"/>
                      <a:gd name="T49" fmla="*/ 0 h 15473"/>
                      <a:gd name="T50" fmla="*/ 0 w 15471"/>
                      <a:gd name="T51" fmla="*/ 0 h 15473"/>
                      <a:gd name="T52" fmla="*/ 0 w 15471"/>
                      <a:gd name="T53" fmla="*/ 0 h 15473"/>
                      <a:gd name="T54" fmla="*/ 0 w 15471"/>
                      <a:gd name="T55" fmla="*/ 0 h 15473"/>
                      <a:gd name="T56" fmla="*/ 0 w 15471"/>
                      <a:gd name="T57" fmla="*/ 0 h 15473"/>
                      <a:gd name="T58" fmla="*/ 0 w 15471"/>
                      <a:gd name="T59" fmla="*/ 0 h 15473"/>
                      <a:gd name="T60" fmla="*/ 0 w 15471"/>
                      <a:gd name="T61" fmla="*/ 0 h 15473"/>
                      <a:gd name="T62" fmla="*/ 0 w 15471"/>
                      <a:gd name="T63" fmla="*/ 0 h 15473"/>
                      <a:gd name="T64" fmla="*/ 0 w 15471"/>
                      <a:gd name="T65" fmla="*/ 0 h 15473"/>
                      <a:gd name="T66" fmla="*/ 0 w 15471"/>
                      <a:gd name="T67" fmla="*/ 0 h 15473"/>
                      <a:gd name="T68" fmla="*/ 0 w 15471"/>
                      <a:gd name="T69" fmla="*/ 0 h 15473"/>
                      <a:gd name="T70" fmla="*/ 0 w 15471"/>
                      <a:gd name="T71" fmla="*/ 0 h 15473"/>
                      <a:gd name="T72" fmla="*/ 0 w 15471"/>
                      <a:gd name="T73" fmla="*/ 0 h 15473"/>
                      <a:gd name="T74" fmla="*/ 0 w 15471"/>
                      <a:gd name="T75" fmla="*/ 0 h 15473"/>
                      <a:gd name="T76" fmla="*/ 0 w 15471"/>
                      <a:gd name="T77" fmla="*/ 0 h 15473"/>
                      <a:gd name="T78" fmla="*/ 0 w 15471"/>
                      <a:gd name="T79" fmla="*/ 0 h 15473"/>
                      <a:gd name="T80" fmla="*/ 0 w 15471"/>
                      <a:gd name="T81" fmla="*/ 0 h 15473"/>
                      <a:gd name="T82" fmla="*/ 0 w 15471"/>
                      <a:gd name="T83" fmla="*/ 0 h 15473"/>
                      <a:gd name="T84" fmla="*/ 0 w 15471"/>
                      <a:gd name="T85" fmla="*/ 0 h 1547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471"/>
                      <a:gd name="T130" fmla="*/ 0 h 15473"/>
                      <a:gd name="T131" fmla="*/ 15471 w 15471"/>
                      <a:gd name="T132" fmla="*/ 15473 h 1547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471" h="15473">
                        <a:moveTo>
                          <a:pt x="7736" y="0"/>
                        </a:moveTo>
                        <a:lnTo>
                          <a:pt x="8132" y="10"/>
                        </a:lnTo>
                        <a:lnTo>
                          <a:pt x="8525" y="40"/>
                        </a:lnTo>
                        <a:lnTo>
                          <a:pt x="8911" y="89"/>
                        </a:lnTo>
                        <a:lnTo>
                          <a:pt x="9291" y="158"/>
                        </a:lnTo>
                        <a:lnTo>
                          <a:pt x="9664" y="244"/>
                        </a:lnTo>
                        <a:lnTo>
                          <a:pt x="10031" y="349"/>
                        </a:lnTo>
                        <a:lnTo>
                          <a:pt x="10390" y="471"/>
                        </a:lnTo>
                        <a:lnTo>
                          <a:pt x="10742" y="609"/>
                        </a:lnTo>
                        <a:lnTo>
                          <a:pt x="11084" y="765"/>
                        </a:lnTo>
                        <a:lnTo>
                          <a:pt x="11418" y="936"/>
                        </a:lnTo>
                        <a:lnTo>
                          <a:pt x="11742" y="1122"/>
                        </a:lnTo>
                        <a:lnTo>
                          <a:pt x="12055" y="1324"/>
                        </a:lnTo>
                        <a:lnTo>
                          <a:pt x="12359" y="1540"/>
                        </a:lnTo>
                        <a:lnTo>
                          <a:pt x="12652" y="1770"/>
                        </a:lnTo>
                        <a:lnTo>
                          <a:pt x="12932" y="2014"/>
                        </a:lnTo>
                        <a:lnTo>
                          <a:pt x="13201" y="2271"/>
                        </a:lnTo>
                        <a:lnTo>
                          <a:pt x="13458" y="2539"/>
                        </a:lnTo>
                        <a:lnTo>
                          <a:pt x="13701" y="2820"/>
                        </a:lnTo>
                        <a:lnTo>
                          <a:pt x="13931" y="3112"/>
                        </a:lnTo>
                        <a:lnTo>
                          <a:pt x="14147" y="3416"/>
                        </a:lnTo>
                        <a:lnTo>
                          <a:pt x="14348" y="3730"/>
                        </a:lnTo>
                        <a:lnTo>
                          <a:pt x="14535" y="4054"/>
                        </a:lnTo>
                        <a:lnTo>
                          <a:pt x="14706" y="4388"/>
                        </a:lnTo>
                        <a:lnTo>
                          <a:pt x="14861" y="4730"/>
                        </a:lnTo>
                        <a:lnTo>
                          <a:pt x="15000" y="5081"/>
                        </a:lnTo>
                        <a:lnTo>
                          <a:pt x="15122" y="5440"/>
                        </a:lnTo>
                        <a:lnTo>
                          <a:pt x="15227" y="5807"/>
                        </a:lnTo>
                        <a:lnTo>
                          <a:pt x="15314" y="6181"/>
                        </a:lnTo>
                        <a:lnTo>
                          <a:pt x="15382" y="6561"/>
                        </a:lnTo>
                        <a:lnTo>
                          <a:pt x="15431" y="6948"/>
                        </a:lnTo>
                        <a:lnTo>
                          <a:pt x="15461" y="7339"/>
                        </a:lnTo>
                        <a:lnTo>
                          <a:pt x="15471" y="7737"/>
                        </a:lnTo>
                        <a:lnTo>
                          <a:pt x="15461" y="8134"/>
                        </a:lnTo>
                        <a:lnTo>
                          <a:pt x="15431" y="8526"/>
                        </a:lnTo>
                        <a:lnTo>
                          <a:pt x="15382" y="8912"/>
                        </a:lnTo>
                        <a:lnTo>
                          <a:pt x="15314" y="9293"/>
                        </a:lnTo>
                        <a:lnTo>
                          <a:pt x="15227" y="9666"/>
                        </a:lnTo>
                        <a:lnTo>
                          <a:pt x="15122" y="10033"/>
                        </a:lnTo>
                        <a:lnTo>
                          <a:pt x="15000" y="10392"/>
                        </a:lnTo>
                        <a:lnTo>
                          <a:pt x="14861" y="10743"/>
                        </a:lnTo>
                        <a:lnTo>
                          <a:pt x="14706" y="11086"/>
                        </a:lnTo>
                        <a:lnTo>
                          <a:pt x="14535" y="11420"/>
                        </a:lnTo>
                        <a:lnTo>
                          <a:pt x="14348" y="11744"/>
                        </a:lnTo>
                        <a:lnTo>
                          <a:pt x="14147" y="12057"/>
                        </a:lnTo>
                        <a:lnTo>
                          <a:pt x="13931" y="12361"/>
                        </a:lnTo>
                        <a:lnTo>
                          <a:pt x="13701" y="12653"/>
                        </a:lnTo>
                        <a:lnTo>
                          <a:pt x="13458" y="12934"/>
                        </a:lnTo>
                        <a:lnTo>
                          <a:pt x="13201" y="13203"/>
                        </a:lnTo>
                        <a:lnTo>
                          <a:pt x="12932" y="13459"/>
                        </a:lnTo>
                        <a:lnTo>
                          <a:pt x="12652" y="13703"/>
                        </a:lnTo>
                        <a:lnTo>
                          <a:pt x="12359" y="13933"/>
                        </a:lnTo>
                        <a:lnTo>
                          <a:pt x="12055" y="14149"/>
                        </a:lnTo>
                        <a:lnTo>
                          <a:pt x="11742" y="14351"/>
                        </a:lnTo>
                        <a:lnTo>
                          <a:pt x="11418" y="14537"/>
                        </a:lnTo>
                        <a:lnTo>
                          <a:pt x="11084" y="14709"/>
                        </a:lnTo>
                        <a:lnTo>
                          <a:pt x="10742" y="14864"/>
                        </a:lnTo>
                        <a:lnTo>
                          <a:pt x="10390" y="15003"/>
                        </a:lnTo>
                        <a:lnTo>
                          <a:pt x="10031" y="15125"/>
                        </a:lnTo>
                        <a:lnTo>
                          <a:pt x="9664" y="15229"/>
                        </a:lnTo>
                        <a:lnTo>
                          <a:pt x="9291" y="15315"/>
                        </a:lnTo>
                        <a:lnTo>
                          <a:pt x="8911" y="15384"/>
                        </a:lnTo>
                        <a:lnTo>
                          <a:pt x="8525" y="15433"/>
                        </a:lnTo>
                        <a:lnTo>
                          <a:pt x="8132" y="15463"/>
                        </a:lnTo>
                        <a:lnTo>
                          <a:pt x="7736" y="15473"/>
                        </a:lnTo>
                        <a:lnTo>
                          <a:pt x="7338" y="15463"/>
                        </a:lnTo>
                        <a:lnTo>
                          <a:pt x="6947" y="15433"/>
                        </a:lnTo>
                        <a:lnTo>
                          <a:pt x="6560" y="15384"/>
                        </a:lnTo>
                        <a:lnTo>
                          <a:pt x="6180" y="15315"/>
                        </a:lnTo>
                        <a:lnTo>
                          <a:pt x="5806" y="15229"/>
                        </a:lnTo>
                        <a:lnTo>
                          <a:pt x="5439" y="15125"/>
                        </a:lnTo>
                        <a:lnTo>
                          <a:pt x="5080" y="15003"/>
                        </a:lnTo>
                        <a:lnTo>
                          <a:pt x="4729" y="14864"/>
                        </a:lnTo>
                        <a:lnTo>
                          <a:pt x="4387" y="14709"/>
                        </a:lnTo>
                        <a:lnTo>
                          <a:pt x="4054" y="14537"/>
                        </a:lnTo>
                        <a:lnTo>
                          <a:pt x="3730" y="14351"/>
                        </a:lnTo>
                        <a:lnTo>
                          <a:pt x="3415" y="14149"/>
                        </a:lnTo>
                        <a:lnTo>
                          <a:pt x="3112" y="13933"/>
                        </a:lnTo>
                        <a:lnTo>
                          <a:pt x="2820" y="13703"/>
                        </a:lnTo>
                        <a:lnTo>
                          <a:pt x="2539" y="13459"/>
                        </a:lnTo>
                        <a:lnTo>
                          <a:pt x="2270" y="13203"/>
                        </a:lnTo>
                        <a:lnTo>
                          <a:pt x="2014" y="12934"/>
                        </a:lnTo>
                        <a:lnTo>
                          <a:pt x="1770" y="12653"/>
                        </a:lnTo>
                        <a:lnTo>
                          <a:pt x="1540" y="12361"/>
                        </a:lnTo>
                        <a:lnTo>
                          <a:pt x="1324" y="12057"/>
                        </a:lnTo>
                        <a:lnTo>
                          <a:pt x="1122" y="11744"/>
                        </a:lnTo>
                        <a:lnTo>
                          <a:pt x="936" y="11420"/>
                        </a:lnTo>
                        <a:lnTo>
                          <a:pt x="765" y="11086"/>
                        </a:lnTo>
                        <a:lnTo>
                          <a:pt x="609" y="10743"/>
                        </a:lnTo>
                        <a:lnTo>
                          <a:pt x="471" y="10392"/>
                        </a:lnTo>
                        <a:lnTo>
                          <a:pt x="348" y="10033"/>
                        </a:lnTo>
                        <a:lnTo>
                          <a:pt x="244" y="9666"/>
                        </a:lnTo>
                        <a:lnTo>
                          <a:pt x="158" y="9293"/>
                        </a:lnTo>
                        <a:lnTo>
                          <a:pt x="89" y="8912"/>
                        </a:lnTo>
                        <a:lnTo>
                          <a:pt x="40" y="8526"/>
                        </a:lnTo>
                        <a:lnTo>
                          <a:pt x="10" y="8134"/>
                        </a:lnTo>
                        <a:lnTo>
                          <a:pt x="0" y="7737"/>
                        </a:lnTo>
                        <a:lnTo>
                          <a:pt x="10" y="7339"/>
                        </a:lnTo>
                        <a:lnTo>
                          <a:pt x="40" y="6948"/>
                        </a:lnTo>
                        <a:lnTo>
                          <a:pt x="89" y="6561"/>
                        </a:lnTo>
                        <a:lnTo>
                          <a:pt x="158" y="6181"/>
                        </a:lnTo>
                        <a:lnTo>
                          <a:pt x="244" y="5807"/>
                        </a:lnTo>
                        <a:lnTo>
                          <a:pt x="348" y="5440"/>
                        </a:lnTo>
                        <a:lnTo>
                          <a:pt x="471" y="5081"/>
                        </a:lnTo>
                        <a:lnTo>
                          <a:pt x="609" y="4730"/>
                        </a:lnTo>
                        <a:lnTo>
                          <a:pt x="765" y="4388"/>
                        </a:lnTo>
                        <a:lnTo>
                          <a:pt x="936" y="4054"/>
                        </a:lnTo>
                        <a:lnTo>
                          <a:pt x="1122" y="3730"/>
                        </a:lnTo>
                        <a:lnTo>
                          <a:pt x="1324" y="3416"/>
                        </a:lnTo>
                        <a:lnTo>
                          <a:pt x="1540" y="3112"/>
                        </a:lnTo>
                        <a:lnTo>
                          <a:pt x="1770" y="2820"/>
                        </a:lnTo>
                        <a:lnTo>
                          <a:pt x="2014" y="2539"/>
                        </a:lnTo>
                        <a:lnTo>
                          <a:pt x="2270" y="2271"/>
                        </a:lnTo>
                        <a:lnTo>
                          <a:pt x="2539" y="2014"/>
                        </a:lnTo>
                        <a:lnTo>
                          <a:pt x="2820" y="1770"/>
                        </a:lnTo>
                        <a:lnTo>
                          <a:pt x="3112" y="1540"/>
                        </a:lnTo>
                        <a:lnTo>
                          <a:pt x="3415" y="1324"/>
                        </a:lnTo>
                        <a:lnTo>
                          <a:pt x="3730" y="1122"/>
                        </a:lnTo>
                        <a:lnTo>
                          <a:pt x="4054" y="936"/>
                        </a:lnTo>
                        <a:lnTo>
                          <a:pt x="4387" y="765"/>
                        </a:lnTo>
                        <a:lnTo>
                          <a:pt x="4729" y="609"/>
                        </a:lnTo>
                        <a:lnTo>
                          <a:pt x="5080" y="471"/>
                        </a:lnTo>
                        <a:lnTo>
                          <a:pt x="5439" y="349"/>
                        </a:lnTo>
                        <a:lnTo>
                          <a:pt x="5806" y="244"/>
                        </a:lnTo>
                        <a:lnTo>
                          <a:pt x="6180" y="158"/>
                        </a:lnTo>
                        <a:lnTo>
                          <a:pt x="6560" y="89"/>
                        </a:lnTo>
                        <a:lnTo>
                          <a:pt x="6947" y="40"/>
                        </a:lnTo>
                        <a:lnTo>
                          <a:pt x="7338" y="10"/>
                        </a:lnTo>
                        <a:lnTo>
                          <a:pt x="7736" y="0"/>
                        </a:lnTo>
                        <a:close/>
                      </a:path>
                    </a:pathLst>
                  </a:custGeom>
                  <a:solidFill>
                    <a:srgbClr val="FFFFFF"/>
                  </a:solidFill>
                  <a:ln>
                    <a:noFill/>
                  </a:ln>
                </p:spPr>
                <p:txBody>
                  <a:bodyPr/>
                  <a:lstStyle/>
                  <a:p>
                    <a:pPr>
                      <a:defRPr/>
                    </a:pPr>
                    <a:endParaRPr lang="en-US" sz="1050">
                      <a:latin typeface="+mj-lt"/>
                    </a:endParaRPr>
                  </a:p>
                </p:txBody>
              </p:sp>
              <p:sp>
                <p:nvSpPr>
                  <p:cNvPr id="41756" name="Freeform 11">
                    <a:extLst>
                      <a:ext uri="{FF2B5EF4-FFF2-40B4-BE49-F238E27FC236}">
                        <a16:creationId xmlns="" xmlns:a16="http://schemas.microsoft.com/office/drawing/2014/main" id="{AAD4CF23-8101-1419-2679-2F89583DC716}"/>
                      </a:ext>
                    </a:extLst>
                  </p:cNvPr>
                  <p:cNvSpPr>
                    <a:spLocks/>
                  </p:cNvSpPr>
                  <p:nvPr/>
                </p:nvSpPr>
                <p:spPr bwMode="auto">
                  <a:xfrm>
                    <a:off x="1480" y="1273"/>
                    <a:ext cx="2556" cy="2556"/>
                  </a:xfrm>
                  <a:custGeom>
                    <a:avLst/>
                    <a:gdLst>
                      <a:gd name="T0" fmla="*/ 0 w 15471"/>
                      <a:gd name="T1" fmla="*/ 0 h 15473"/>
                      <a:gd name="T2" fmla="*/ 0 w 15471"/>
                      <a:gd name="T3" fmla="*/ 0 h 15473"/>
                      <a:gd name="T4" fmla="*/ 0 w 15471"/>
                      <a:gd name="T5" fmla="*/ 0 h 15473"/>
                      <a:gd name="T6" fmla="*/ 0 w 15471"/>
                      <a:gd name="T7" fmla="*/ 0 h 15473"/>
                      <a:gd name="T8" fmla="*/ 0 w 15471"/>
                      <a:gd name="T9" fmla="*/ 0 h 15473"/>
                      <a:gd name="T10" fmla="*/ 0 w 15471"/>
                      <a:gd name="T11" fmla="*/ 0 h 15473"/>
                      <a:gd name="T12" fmla="*/ 0 w 15471"/>
                      <a:gd name="T13" fmla="*/ 0 h 15473"/>
                      <a:gd name="T14" fmla="*/ 0 w 15471"/>
                      <a:gd name="T15" fmla="*/ 0 h 15473"/>
                      <a:gd name="T16" fmla="*/ 0 w 15471"/>
                      <a:gd name="T17" fmla="*/ 0 h 15473"/>
                      <a:gd name="T18" fmla="*/ 0 w 15471"/>
                      <a:gd name="T19" fmla="*/ 0 h 15473"/>
                      <a:gd name="T20" fmla="*/ 0 w 15471"/>
                      <a:gd name="T21" fmla="*/ 0 h 15473"/>
                      <a:gd name="T22" fmla="*/ 0 w 15471"/>
                      <a:gd name="T23" fmla="*/ 0 h 15473"/>
                      <a:gd name="T24" fmla="*/ 0 w 15471"/>
                      <a:gd name="T25" fmla="*/ 0 h 15473"/>
                      <a:gd name="T26" fmla="*/ 0 w 15471"/>
                      <a:gd name="T27" fmla="*/ 0 h 15473"/>
                      <a:gd name="T28" fmla="*/ 0 w 15471"/>
                      <a:gd name="T29" fmla="*/ 0 h 15473"/>
                      <a:gd name="T30" fmla="*/ 0 w 15471"/>
                      <a:gd name="T31" fmla="*/ 0 h 15473"/>
                      <a:gd name="T32" fmla="*/ 0 w 15471"/>
                      <a:gd name="T33" fmla="*/ 0 h 15473"/>
                      <a:gd name="T34" fmla="*/ 0 w 15471"/>
                      <a:gd name="T35" fmla="*/ 0 h 15473"/>
                      <a:gd name="T36" fmla="*/ 0 w 15471"/>
                      <a:gd name="T37" fmla="*/ 0 h 15473"/>
                      <a:gd name="T38" fmla="*/ 0 w 15471"/>
                      <a:gd name="T39" fmla="*/ 0 h 15473"/>
                      <a:gd name="T40" fmla="*/ 0 w 15471"/>
                      <a:gd name="T41" fmla="*/ 0 h 15473"/>
                      <a:gd name="T42" fmla="*/ 0 w 15471"/>
                      <a:gd name="T43" fmla="*/ 0 h 15473"/>
                      <a:gd name="T44" fmla="*/ 0 w 15471"/>
                      <a:gd name="T45" fmla="*/ 0 h 15473"/>
                      <a:gd name="T46" fmla="*/ 0 w 15471"/>
                      <a:gd name="T47" fmla="*/ 0 h 15473"/>
                      <a:gd name="T48" fmla="*/ 0 w 15471"/>
                      <a:gd name="T49" fmla="*/ 0 h 15473"/>
                      <a:gd name="T50" fmla="*/ 0 w 15471"/>
                      <a:gd name="T51" fmla="*/ 0 h 15473"/>
                      <a:gd name="T52" fmla="*/ 0 w 15471"/>
                      <a:gd name="T53" fmla="*/ 0 h 15473"/>
                      <a:gd name="T54" fmla="*/ 0 w 15471"/>
                      <a:gd name="T55" fmla="*/ 0 h 15473"/>
                      <a:gd name="T56" fmla="*/ 0 w 15471"/>
                      <a:gd name="T57" fmla="*/ 0 h 15473"/>
                      <a:gd name="T58" fmla="*/ 0 w 15471"/>
                      <a:gd name="T59" fmla="*/ 0 h 15473"/>
                      <a:gd name="T60" fmla="*/ 0 w 15471"/>
                      <a:gd name="T61" fmla="*/ 0 h 15473"/>
                      <a:gd name="T62" fmla="*/ 0 w 15471"/>
                      <a:gd name="T63" fmla="*/ 0 h 15473"/>
                      <a:gd name="T64" fmla="*/ 0 w 15471"/>
                      <a:gd name="T65" fmla="*/ 0 h 15473"/>
                      <a:gd name="T66" fmla="*/ 0 w 15471"/>
                      <a:gd name="T67" fmla="*/ 0 h 15473"/>
                      <a:gd name="T68" fmla="*/ 0 w 15471"/>
                      <a:gd name="T69" fmla="*/ 0 h 15473"/>
                      <a:gd name="T70" fmla="*/ 0 w 15471"/>
                      <a:gd name="T71" fmla="*/ 0 h 15473"/>
                      <a:gd name="T72" fmla="*/ 0 w 15471"/>
                      <a:gd name="T73" fmla="*/ 0 h 15473"/>
                      <a:gd name="T74" fmla="*/ 0 w 15471"/>
                      <a:gd name="T75" fmla="*/ 0 h 15473"/>
                      <a:gd name="T76" fmla="*/ 0 w 15471"/>
                      <a:gd name="T77" fmla="*/ 0 h 15473"/>
                      <a:gd name="T78" fmla="*/ 0 w 15471"/>
                      <a:gd name="T79" fmla="*/ 0 h 15473"/>
                      <a:gd name="T80" fmla="*/ 0 w 15471"/>
                      <a:gd name="T81" fmla="*/ 0 h 15473"/>
                      <a:gd name="T82" fmla="*/ 0 w 15471"/>
                      <a:gd name="T83" fmla="*/ 0 h 15473"/>
                      <a:gd name="T84" fmla="*/ 0 w 15471"/>
                      <a:gd name="T85" fmla="*/ 0 h 1547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471"/>
                      <a:gd name="T130" fmla="*/ 0 h 15473"/>
                      <a:gd name="T131" fmla="*/ 15471 w 15471"/>
                      <a:gd name="T132" fmla="*/ 15473 h 1547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471" h="15473">
                        <a:moveTo>
                          <a:pt x="7736" y="0"/>
                        </a:moveTo>
                        <a:lnTo>
                          <a:pt x="8132" y="10"/>
                        </a:lnTo>
                        <a:lnTo>
                          <a:pt x="8525" y="40"/>
                        </a:lnTo>
                        <a:lnTo>
                          <a:pt x="8911" y="89"/>
                        </a:lnTo>
                        <a:lnTo>
                          <a:pt x="9291" y="158"/>
                        </a:lnTo>
                        <a:lnTo>
                          <a:pt x="9664" y="244"/>
                        </a:lnTo>
                        <a:lnTo>
                          <a:pt x="10031" y="349"/>
                        </a:lnTo>
                        <a:lnTo>
                          <a:pt x="10390" y="471"/>
                        </a:lnTo>
                        <a:lnTo>
                          <a:pt x="10742" y="609"/>
                        </a:lnTo>
                        <a:lnTo>
                          <a:pt x="11084" y="765"/>
                        </a:lnTo>
                        <a:lnTo>
                          <a:pt x="11418" y="936"/>
                        </a:lnTo>
                        <a:lnTo>
                          <a:pt x="11742" y="1122"/>
                        </a:lnTo>
                        <a:lnTo>
                          <a:pt x="12055" y="1324"/>
                        </a:lnTo>
                        <a:lnTo>
                          <a:pt x="12359" y="1540"/>
                        </a:lnTo>
                        <a:lnTo>
                          <a:pt x="12652" y="1770"/>
                        </a:lnTo>
                        <a:lnTo>
                          <a:pt x="12932" y="2014"/>
                        </a:lnTo>
                        <a:lnTo>
                          <a:pt x="13201" y="2271"/>
                        </a:lnTo>
                        <a:lnTo>
                          <a:pt x="13458" y="2539"/>
                        </a:lnTo>
                        <a:lnTo>
                          <a:pt x="13701" y="2820"/>
                        </a:lnTo>
                        <a:lnTo>
                          <a:pt x="13931" y="3112"/>
                        </a:lnTo>
                        <a:lnTo>
                          <a:pt x="14147" y="3416"/>
                        </a:lnTo>
                        <a:lnTo>
                          <a:pt x="14348" y="3730"/>
                        </a:lnTo>
                        <a:lnTo>
                          <a:pt x="14535" y="4054"/>
                        </a:lnTo>
                        <a:lnTo>
                          <a:pt x="14706" y="4388"/>
                        </a:lnTo>
                        <a:lnTo>
                          <a:pt x="14861" y="4730"/>
                        </a:lnTo>
                        <a:lnTo>
                          <a:pt x="15000" y="5081"/>
                        </a:lnTo>
                        <a:lnTo>
                          <a:pt x="15122" y="5440"/>
                        </a:lnTo>
                        <a:lnTo>
                          <a:pt x="15227" y="5807"/>
                        </a:lnTo>
                        <a:lnTo>
                          <a:pt x="15314" y="6181"/>
                        </a:lnTo>
                        <a:lnTo>
                          <a:pt x="15382" y="6561"/>
                        </a:lnTo>
                        <a:lnTo>
                          <a:pt x="15431" y="6948"/>
                        </a:lnTo>
                        <a:lnTo>
                          <a:pt x="15461" y="7339"/>
                        </a:lnTo>
                        <a:lnTo>
                          <a:pt x="15471" y="7737"/>
                        </a:lnTo>
                        <a:lnTo>
                          <a:pt x="15461" y="8134"/>
                        </a:lnTo>
                        <a:lnTo>
                          <a:pt x="15431" y="8526"/>
                        </a:lnTo>
                        <a:lnTo>
                          <a:pt x="15382" y="8912"/>
                        </a:lnTo>
                        <a:lnTo>
                          <a:pt x="15314" y="9293"/>
                        </a:lnTo>
                        <a:lnTo>
                          <a:pt x="15227" y="9666"/>
                        </a:lnTo>
                        <a:lnTo>
                          <a:pt x="15122" y="10033"/>
                        </a:lnTo>
                        <a:lnTo>
                          <a:pt x="15000" y="10392"/>
                        </a:lnTo>
                        <a:lnTo>
                          <a:pt x="14861" y="10743"/>
                        </a:lnTo>
                        <a:lnTo>
                          <a:pt x="14706" y="11086"/>
                        </a:lnTo>
                        <a:lnTo>
                          <a:pt x="14535" y="11420"/>
                        </a:lnTo>
                        <a:lnTo>
                          <a:pt x="14348" y="11744"/>
                        </a:lnTo>
                        <a:lnTo>
                          <a:pt x="14147" y="12057"/>
                        </a:lnTo>
                        <a:lnTo>
                          <a:pt x="13931" y="12361"/>
                        </a:lnTo>
                        <a:lnTo>
                          <a:pt x="13701" y="12653"/>
                        </a:lnTo>
                        <a:lnTo>
                          <a:pt x="13458" y="12934"/>
                        </a:lnTo>
                        <a:lnTo>
                          <a:pt x="13201" y="13203"/>
                        </a:lnTo>
                        <a:lnTo>
                          <a:pt x="12932" y="13459"/>
                        </a:lnTo>
                        <a:lnTo>
                          <a:pt x="12652" y="13703"/>
                        </a:lnTo>
                        <a:lnTo>
                          <a:pt x="12359" y="13933"/>
                        </a:lnTo>
                        <a:lnTo>
                          <a:pt x="12055" y="14149"/>
                        </a:lnTo>
                        <a:lnTo>
                          <a:pt x="11742" y="14351"/>
                        </a:lnTo>
                        <a:lnTo>
                          <a:pt x="11418" y="14537"/>
                        </a:lnTo>
                        <a:lnTo>
                          <a:pt x="11084" y="14709"/>
                        </a:lnTo>
                        <a:lnTo>
                          <a:pt x="10742" y="14864"/>
                        </a:lnTo>
                        <a:lnTo>
                          <a:pt x="10390" y="15003"/>
                        </a:lnTo>
                        <a:lnTo>
                          <a:pt x="10031" y="15125"/>
                        </a:lnTo>
                        <a:lnTo>
                          <a:pt x="9664" y="15229"/>
                        </a:lnTo>
                        <a:lnTo>
                          <a:pt x="9291" y="15315"/>
                        </a:lnTo>
                        <a:lnTo>
                          <a:pt x="8911" y="15384"/>
                        </a:lnTo>
                        <a:lnTo>
                          <a:pt x="8525" y="15433"/>
                        </a:lnTo>
                        <a:lnTo>
                          <a:pt x="8132" y="15463"/>
                        </a:lnTo>
                        <a:lnTo>
                          <a:pt x="7736" y="15473"/>
                        </a:lnTo>
                        <a:lnTo>
                          <a:pt x="7338" y="15463"/>
                        </a:lnTo>
                        <a:lnTo>
                          <a:pt x="6947" y="15433"/>
                        </a:lnTo>
                        <a:lnTo>
                          <a:pt x="6560" y="15384"/>
                        </a:lnTo>
                        <a:lnTo>
                          <a:pt x="6180" y="15315"/>
                        </a:lnTo>
                        <a:lnTo>
                          <a:pt x="5806" y="15229"/>
                        </a:lnTo>
                        <a:lnTo>
                          <a:pt x="5439" y="15125"/>
                        </a:lnTo>
                        <a:lnTo>
                          <a:pt x="5080" y="15003"/>
                        </a:lnTo>
                        <a:lnTo>
                          <a:pt x="4729" y="14864"/>
                        </a:lnTo>
                        <a:lnTo>
                          <a:pt x="4387" y="14709"/>
                        </a:lnTo>
                        <a:lnTo>
                          <a:pt x="4054" y="14537"/>
                        </a:lnTo>
                        <a:lnTo>
                          <a:pt x="3730" y="14351"/>
                        </a:lnTo>
                        <a:lnTo>
                          <a:pt x="3415" y="14149"/>
                        </a:lnTo>
                        <a:lnTo>
                          <a:pt x="3112" y="13933"/>
                        </a:lnTo>
                        <a:lnTo>
                          <a:pt x="2820" y="13703"/>
                        </a:lnTo>
                        <a:lnTo>
                          <a:pt x="2539" y="13459"/>
                        </a:lnTo>
                        <a:lnTo>
                          <a:pt x="2270" y="13203"/>
                        </a:lnTo>
                        <a:lnTo>
                          <a:pt x="2014" y="12934"/>
                        </a:lnTo>
                        <a:lnTo>
                          <a:pt x="1770" y="12653"/>
                        </a:lnTo>
                        <a:lnTo>
                          <a:pt x="1540" y="12361"/>
                        </a:lnTo>
                        <a:lnTo>
                          <a:pt x="1324" y="12057"/>
                        </a:lnTo>
                        <a:lnTo>
                          <a:pt x="1122" y="11744"/>
                        </a:lnTo>
                        <a:lnTo>
                          <a:pt x="936" y="11420"/>
                        </a:lnTo>
                        <a:lnTo>
                          <a:pt x="765" y="11086"/>
                        </a:lnTo>
                        <a:lnTo>
                          <a:pt x="609" y="10743"/>
                        </a:lnTo>
                        <a:lnTo>
                          <a:pt x="471" y="10392"/>
                        </a:lnTo>
                        <a:lnTo>
                          <a:pt x="348" y="10033"/>
                        </a:lnTo>
                        <a:lnTo>
                          <a:pt x="244" y="9666"/>
                        </a:lnTo>
                        <a:lnTo>
                          <a:pt x="158" y="9293"/>
                        </a:lnTo>
                        <a:lnTo>
                          <a:pt x="89" y="8912"/>
                        </a:lnTo>
                        <a:lnTo>
                          <a:pt x="40" y="8526"/>
                        </a:lnTo>
                        <a:lnTo>
                          <a:pt x="10" y="8134"/>
                        </a:lnTo>
                        <a:lnTo>
                          <a:pt x="0" y="7737"/>
                        </a:lnTo>
                        <a:lnTo>
                          <a:pt x="10" y="7339"/>
                        </a:lnTo>
                        <a:lnTo>
                          <a:pt x="40" y="6948"/>
                        </a:lnTo>
                        <a:lnTo>
                          <a:pt x="89" y="6561"/>
                        </a:lnTo>
                        <a:lnTo>
                          <a:pt x="158" y="6181"/>
                        </a:lnTo>
                        <a:lnTo>
                          <a:pt x="244" y="5807"/>
                        </a:lnTo>
                        <a:lnTo>
                          <a:pt x="348" y="5440"/>
                        </a:lnTo>
                        <a:lnTo>
                          <a:pt x="471" y="5081"/>
                        </a:lnTo>
                        <a:lnTo>
                          <a:pt x="609" y="4730"/>
                        </a:lnTo>
                        <a:lnTo>
                          <a:pt x="765" y="4388"/>
                        </a:lnTo>
                        <a:lnTo>
                          <a:pt x="936" y="4054"/>
                        </a:lnTo>
                        <a:lnTo>
                          <a:pt x="1122" y="3730"/>
                        </a:lnTo>
                        <a:lnTo>
                          <a:pt x="1324" y="3416"/>
                        </a:lnTo>
                        <a:lnTo>
                          <a:pt x="1540" y="3112"/>
                        </a:lnTo>
                        <a:lnTo>
                          <a:pt x="1770" y="2820"/>
                        </a:lnTo>
                        <a:lnTo>
                          <a:pt x="2014" y="2539"/>
                        </a:lnTo>
                        <a:lnTo>
                          <a:pt x="2270" y="2271"/>
                        </a:lnTo>
                        <a:lnTo>
                          <a:pt x="2539" y="2014"/>
                        </a:lnTo>
                        <a:lnTo>
                          <a:pt x="2820" y="1770"/>
                        </a:lnTo>
                        <a:lnTo>
                          <a:pt x="3112" y="1540"/>
                        </a:lnTo>
                        <a:lnTo>
                          <a:pt x="3415" y="1324"/>
                        </a:lnTo>
                        <a:lnTo>
                          <a:pt x="3730" y="1122"/>
                        </a:lnTo>
                        <a:lnTo>
                          <a:pt x="4054" y="936"/>
                        </a:lnTo>
                        <a:lnTo>
                          <a:pt x="4387" y="765"/>
                        </a:lnTo>
                        <a:lnTo>
                          <a:pt x="4729" y="609"/>
                        </a:lnTo>
                        <a:lnTo>
                          <a:pt x="5080" y="471"/>
                        </a:lnTo>
                        <a:lnTo>
                          <a:pt x="5439" y="349"/>
                        </a:lnTo>
                        <a:lnTo>
                          <a:pt x="5806" y="244"/>
                        </a:lnTo>
                        <a:lnTo>
                          <a:pt x="6180" y="158"/>
                        </a:lnTo>
                        <a:lnTo>
                          <a:pt x="6560" y="89"/>
                        </a:lnTo>
                        <a:lnTo>
                          <a:pt x="6947" y="40"/>
                        </a:lnTo>
                        <a:lnTo>
                          <a:pt x="7338" y="10"/>
                        </a:lnTo>
                        <a:lnTo>
                          <a:pt x="7736" y="0"/>
                        </a:lnTo>
                      </a:path>
                    </a:pathLst>
                  </a:custGeom>
                  <a:noFill/>
                  <a:ln w="4763">
                    <a:solidFill>
                      <a:srgbClr val="1F1A17"/>
                    </a:solidFill>
                    <a:round/>
                    <a:headEnd/>
                    <a:tailEnd/>
                  </a:ln>
                </p:spPr>
                <p:txBody>
                  <a:bodyPr/>
                  <a:lstStyle/>
                  <a:p>
                    <a:pPr>
                      <a:defRPr/>
                    </a:pPr>
                    <a:endParaRPr lang="en-US" sz="1050">
                      <a:latin typeface="+mj-lt"/>
                    </a:endParaRPr>
                  </a:p>
                </p:txBody>
              </p:sp>
              <p:sp>
                <p:nvSpPr>
                  <p:cNvPr id="41757" name="Freeform 12">
                    <a:extLst>
                      <a:ext uri="{FF2B5EF4-FFF2-40B4-BE49-F238E27FC236}">
                        <a16:creationId xmlns="" xmlns:a16="http://schemas.microsoft.com/office/drawing/2014/main" id="{86D66C72-9F3A-4466-4328-7A4F48B6B4BC}"/>
                      </a:ext>
                    </a:extLst>
                  </p:cNvPr>
                  <p:cNvSpPr>
                    <a:spLocks/>
                  </p:cNvSpPr>
                  <p:nvPr/>
                </p:nvSpPr>
                <p:spPr bwMode="auto">
                  <a:xfrm>
                    <a:off x="2657" y="2687"/>
                    <a:ext cx="82" cy="270"/>
                  </a:xfrm>
                  <a:custGeom>
                    <a:avLst/>
                    <a:gdLst>
                      <a:gd name="T0" fmla="*/ 0 w 538"/>
                      <a:gd name="T1" fmla="*/ 0 h 1614"/>
                      <a:gd name="T2" fmla="*/ 0 w 538"/>
                      <a:gd name="T3" fmla="*/ 0 h 1614"/>
                      <a:gd name="T4" fmla="*/ 0 w 538"/>
                      <a:gd name="T5" fmla="*/ 0 h 1614"/>
                      <a:gd name="T6" fmla="*/ 0 w 538"/>
                      <a:gd name="T7" fmla="*/ 0 h 1614"/>
                      <a:gd name="T8" fmla="*/ 0 w 538"/>
                      <a:gd name="T9" fmla="*/ 0 h 1614"/>
                      <a:gd name="T10" fmla="*/ 0 w 538"/>
                      <a:gd name="T11" fmla="*/ 0 h 1614"/>
                      <a:gd name="T12" fmla="*/ 0 w 538"/>
                      <a:gd name="T13" fmla="*/ 0 h 1614"/>
                      <a:gd name="T14" fmla="*/ 0 w 538"/>
                      <a:gd name="T15" fmla="*/ 0 h 1614"/>
                      <a:gd name="T16" fmla="*/ 0 w 538"/>
                      <a:gd name="T17" fmla="*/ 0 h 16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8"/>
                      <a:gd name="T28" fmla="*/ 0 h 1614"/>
                      <a:gd name="T29" fmla="*/ 538 w 538"/>
                      <a:gd name="T30" fmla="*/ 1614 h 16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8" h="1614">
                        <a:moveTo>
                          <a:pt x="327" y="1614"/>
                        </a:moveTo>
                        <a:lnTo>
                          <a:pt x="538" y="1614"/>
                        </a:lnTo>
                        <a:lnTo>
                          <a:pt x="538" y="0"/>
                        </a:lnTo>
                        <a:lnTo>
                          <a:pt x="352" y="0"/>
                        </a:lnTo>
                        <a:lnTo>
                          <a:pt x="0" y="187"/>
                        </a:lnTo>
                        <a:lnTo>
                          <a:pt x="42" y="354"/>
                        </a:lnTo>
                        <a:lnTo>
                          <a:pt x="322" y="202"/>
                        </a:lnTo>
                        <a:lnTo>
                          <a:pt x="327" y="202"/>
                        </a:lnTo>
                        <a:lnTo>
                          <a:pt x="327" y="1614"/>
                        </a:lnTo>
                        <a:close/>
                      </a:path>
                    </a:pathLst>
                  </a:custGeom>
                  <a:solidFill>
                    <a:srgbClr val="1F1A17"/>
                  </a:solidFill>
                  <a:ln>
                    <a:noFill/>
                  </a:ln>
                </p:spPr>
                <p:txBody>
                  <a:bodyPr/>
                  <a:lstStyle/>
                  <a:p>
                    <a:pPr>
                      <a:defRPr/>
                    </a:pPr>
                    <a:endParaRPr lang="en-US" sz="1050">
                      <a:latin typeface="+mj-lt"/>
                    </a:endParaRPr>
                  </a:p>
                </p:txBody>
              </p:sp>
              <p:sp>
                <p:nvSpPr>
                  <p:cNvPr id="41758" name="Freeform 13">
                    <a:extLst>
                      <a:ext uri="{FF2B5EF4-FFF2-40B4-BE49-F238E27FC236}">
                        <a16:creationId xmlns="" xmlns:a16="http://schemas.microsoft.com/office/drawing/2014/main" id="{69E20150-97D8-0584-2DF1-4C1A9B9CDCCA}"/>
                      </a:ext>
                    </a:extLst>
                  </p:cNvPr>
                  <p:cNvSpPr>
                    <a:spLocks/>
                  </p:cNvSpPr>
                  <p:nvPr/>
                </p:nvSpPr>
                <p:spPr bwMode="auto">
                  <a:xfrm>
                    <a:off x="3132" y="2895"/>
                    <a:ext cx="169" cy="270"/>
                  </a:xfrm>
                  <a:custGeom>
                    <a:avLst/>
                    <a:gdLst>
                      <a:gd name="T0" fmla="*/ 0 w 1031"/>
                      <a:gd name="T1" fmla="*/ 0 h 1641"/>
                      <a:gd name="T2" fmla="*/ 0 w 1031"/>
                      <a:gd name="T3" fmla="*/ 0 h 1641"/>
                      <a:gd name="T4" fmla="*/ 0 w 1031"/>
                      <a:gd name="T5" fmla="*/ 0 h 1641"/>
                      <a:gd name="T6" fmla="*/ 0 w 1031"/>
                      <a:gd name="T7" fmla="*/ 0 h 1641"/>
                      <a:gd name="T8" fmla="*/ 0 w 1031"/>
                      <a:gd name="T9" fmla="*/ 0 h 1641"/>
                      <a:gd name="T10" fmla="*/ 0 w 1031"/>
                      <a:gd name="T11" fmla="*/ 0 h 1641"/>
                      <a:gd name="T12" fmla="*/ 0 w 1031"/>
                      <a:gd name="T13" fmla="*/ 0 h 1641"/>
                      <a:gd name="T14" fmla="*/ 0 w 1031"/>
                      <a:gd name="T15" fmla="*/ 0 h 1641"/>
                      <a:gd name="T16" fmla="*/ 0 w 1031"/>
                      <a:gd name="T17" fmla="*/ 0 h 1641"/>
                      <a:gd name="T18" fmla="*/ 0 w 1031"/>
                      <a:gd name="T19" fmla="*/ 0 h 1641"/>
                      <a:gd name="T20" fmla="*/ 0 w 1031"/>
                      <a:gd name="T21" fmla="*/ 0 h 1641"/>
                      <a:gd name="T22" fmla="*/ 0 w 1031"/>
                      <a:gd name="T23" fmla="*/ 0 h 1641"/>
                      <a:gd name="T24" fmla="*/ 0 w 1031"/>
                      <a:gd name="T25" fmla="*/ 0 h 1641"/>
                      <a:gd name="T26" fmla="*/ 0 w 1031"/>
                      <a:gd name="T27" fmla="*/ 0 h 1641"/>
                      <a:gd name="T28" fmla="*/ 0 w 1031"/>
                      <a:gd name="T29" fmla="*/ 0 h 1641"/>
                      <a:gd name="T30" fmla="*/ 0 w 1031"/>
                      <a:gd name="T31" fmla="*/ 0 h 1641"/>
                      <a:gd name="T32" fmla="*/ 0 w 1031"/>
                      <a:gd name="T33" fmla="*/ 0 h 1641"/>
                      <a:gd name="T34" fmla="*/ 0 w 1031"/>
                      <a:gd name="T35" fmla="*/ 0 h 1641"/>
                      <a:gd name="T36" fmla="*/ 0 w 1031"/>
                      <a:gd name="T37" fmla="*/ 0 h 1641"/>
                      <a:gd name="T38" fmla="*/ 0 w 1031"/>
                      <a:gd name="T39" fmla="*/ 0 h 1641"/>
                      <a:gd name="T40" fmla="*/ 0 w 1031"/>
                      <a:gd name="T41" fmla="*/ 0 h 1641"/>
                      <a:gd name="T42" fmla="*/ 0 w 1031"/>
                      <a:gd name="T43" fmla="*/ 0 h 1641"/>
                      <a:gd name="T44" fmla="*/ 0 w 1031"/>
                      <a:gd name="T45" fmla="*/ 0 h 1641"/>
                      <a:gd name="T46" fmla="*/ 0 w 1031"/>
                      <a:gd name="T47" fmla="*/ 0 h 1641"/>
                      <a:gd name="T48" fmla="*/ 0 w 1031"/>
                      <a:gd name="T49" fmla="*/ 0 h 1641"/>
                      <a:gd name="T50" fmla="*/ 0 w 1031"/>
                      <a:gd name="T51" fmla="*/ 0 h 1641"/>
                      <a:gd name="T52" fmla="*/ 0 w 1031"/>
                      <a:gd name="T53" fmla="*/ 0 h 1641"/>
                      <a:gd name="T54" fmla="*/ 0 w 1031"/>
                      <a:gd name="T55" fmla="*/ 0 h 1641"/>
                      <a:gd name="T56" fmla="*/ 0 w 1031"/>
                      <a:gd name="T57" fmla="*/ 0 h 1641"/>
                      <a:gd name="T58" fmla="*/ 0 w 1031"/>
                      <a:gd name="T59" fmla="*/ 0 h 1641"/>
                      <a:gd name="T60" fmla="*/ 0 w 1031"/>
                      <a:gd name="T61" fmla="*/ 0 h 1641"/>
                      <a:gd name="T62" fmla="*/ 0 w 1031"/>
                      <a:gd name="T63" fmla="*/ 0 h 1641"/>
                      <a:gd name="T64" fmla="*/ 0 w 1031"/>
                      <a:gd name="T65" fmla="*/ 0 h 1641"/>
                      <a:gd name="T66" fmla="*/ 0 w 1031"/>
                      <a:gd name="T67" fmla="*/ 0 h 1641"/>
                      <a:gd name="T68" fmla="*/ 0 w 1031"/>
                      <a:gd name="T69" fmla="*/ 0 h 1641"/>
                      <a:gd name="T70" fmla="*/ 0 w 1031"/>
                      <a:gd name="T71" fmla="*/ 0 h 1641"/>
                      <a:gd name="T72" fmla="*/ 0 w 1031"/>
                      <a:gd name="T73" fmla="*/ 0 h 1641"/>
                      <a:gd name="T74" fmla="*/ 0 w 1031"/>
                      <a:gd name="T75" fmla="*/ 0 h 1641"/>
                      <a:gd name="T76" fmla="*/ 0 w 1031"/>
                      <a:gd name="T77" fmla="*/ 0 h 1641"/>
                      <a:gd name="T78" fmla="*/ 0 w 1031"/>
                      <a:gd name="T79" fmla="*/ 0 h 1641"/>
                      <a:gd name="T80" fmla="*/ 0 w 1031"/>
                      <a:gd name="T81" fmla="*/ 0 h 1641"/>
                      <a:gd name="T82" fmla="*/ 0 w 1031"/>
                      <a:gd name="T83" fmla="*/ 0 h 1641"/>
                      <a:gd name="T84" fmla="*/ 0 w 1031"/>
                      <a:gd name="T85" fmla="*/ 0 h 1641"/>
                      <a:gd name="T86" fmla="*/ 0 w 1031"/>
                      <a:gd name="T87" fmla="*/ 0 h 1641"/>
                      <a:gd name="T88" fmla="*/ 0 w 1031"/>
                      <a:gd name="T89" fmla="*/ 0 h 1641"/>
                      <a:gd name="T90" fmla="*/ 0 w 1031"/>
                      <a:gd name="T91" fmla="*/ 0 h 1641"/>
                      <a:gd name="T92" fmla="*/ 0 w 1031"/>
                      <a:gd name="T93" fmla="*/ 0 h 1641"/>
                      <a:gd name="T94" fmla="*/ 0 w 1031"/>
                      <a:gd name="T95" fmla="*/ 0 h 1641"/>
                      <a:gd name="T96" fmla="*/ 0 w 1031"/>
                      <a:gd name="T97" fmla="*/ 0 h 1641"/>
                      <a:gd name="T98" fmla="*/ 0 w 1031"/>
                      <a:gd name="T99" fmla="*/ 0 h 1641"/>
                      <a:gd name="T100" fmla="*/ 0 w 1031"/>
                      <a:gd name="T101" fmla="*/ 0 h 164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31"/>
                      <a:gd name="T154" fmla="*/ 0 h 1641"/>
                      <a:gd name="T155" fmla="*/ 1031 w 1031"/>
                      <a:gd name="T156" fmla="*/ 1641 h 164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31" h="1641">
                        <a:moveTo>
                          <a:pt x="1031" y="1641"/>
                        </a:moveTo>
                        <a:lnTo>
                          <a:pt x="1031" y="1460"/>
                        </a:lnTo>
                        <a:lnTo>
                          <a:pt x="308" y="1460"/>
                        </a:lnTo>
                        <a:lnTo>
                          <a:pt x="308" y="1455"/>
                        </a:lnTo>
                        <a:lnTo>
                          <a:pt x="435" y="1334"/>
                        </a:lnTo>
                        <a:lnTo>
                          <a:pt x="497" y="1274"/>
                        </a:lnTo>
                        <a:lnTo>
                          <a:pt x="557" y="1217"/>
                        </a:lnTo>
                        <a:lnTo>
                          <a:pt x="613" y="1159"/>
                        </a:lnTo>
                        <a:lnTo>
                          <a:pt x="666" y="1104"/>
                        </a:lnTo>
                        <a:lnTo>
                          <a:pt x="715" y="1050"/>
                        </a:lnTo>
                        <a:lnTo>
                          <a:pt x="760" y="996"/>
                        </a:lnTo>
                        <a:lnTo>
                          <a:pt x="782" y="969"/>
                        </a:lnTo>
                        <a:lnTo>
                          <a:pt x="803" y="944"/>
                        </a:lnTo>
                        <a:lnTo>
                          <a:pt x="822" y="917"/>
                        </a:lnTo>
                        <a:lnTo>
                          <a:pt x="840" y="891"/>
                        </a:lnTo>
                        <a:lnTo>
                          <a:pt x="858" y="866"/>
                        </a:lnTo>
                        <a:lnTo>
                          <a:pt x="875" y="840"/>
                        </a:lnTo>
                        <a:lnTo>
                          <a:pt x="891" y="813"/>
                        </a:lnTo>
                        <a:lnTo>
                          <a:pt x="904" y="788"/>
                        </a:lnTo>
                        <a:lnTo>
                          <a:pt x="918" y="762"/>
                        </a:lnTo>
                        <a:lnTo>
                          <a:pt x="931" y="736"/>
                        </a:lnTo>
                        <a:lnTo>
                          <a:pt x="942" y="710"/>
                        </a:lnTo>
                        <a:lnTo>
                          <a:pt x="953" y="684"/>
                        </a:lnTo>
                        <a:lnTo>
                          <a:pt x="961" y="657"/>
                        </a:lnTo>
                        <a:lnTo>
                          <a:pt x="969" y="632"/>
                        </a:lnTo>
                        <a:lnTo>
                          <a:pt x="976" y="605"/>
                        </a:lnTo>
                        <a:lnTo>
                          <a:pt x="981" y="578"/>
                        </a:lnTo>
                        <a:lnTo>
                          <a:pt x="986" y="550"/>
                        </a:lnTo>
                        <a:lnTo>
                          <a:pt x="989" y="524"/>
                        </a:lnTo>
                        <a:lnTo>
                          <a:pt x="991" y="496"/>
                        </a:lnTo>
                        <a:lnTo>
                          <a:pt x="991" y="468"/>
                        </a:lnTo>
                        <a:lnTo>
                          <a:pt x="991" y="447"/>
                        </a:lnTo>
                        <a:lnTo>
                          <a:pt x="990" y="425"/>
                        </a:lnTo>
                        <a:lnTo>
                          <a:pt x="987" y="404"/>
                        </a:lnTo>
                        <a:lnTo>
                          <a:pt x="985" y="381"/>
                        </a:lnTo>
                        <a:lnTo>
                          <a:pt x="980" y="361"/>
                        </a:lnTo>
                        <a:lnTo>
                          <a:pt x="975" y="340"/>
                        </a:lnTo>
                        <a:lnTo>
                          <a:pt x="970" y="318"/>
                        </a:lnTo>
                        <a:lnTo>
                          <a:pt x="963" y="298"/>
                        </a:lnTo>
                        <a:lnTo>
                          <a:pt x="956" y="278"/>
                        </a:lnTo>
                        <a:lnTo>
                          <a:pt x="947" y="257"/>
                        </a:lnTo>
                        <a:lnTo>
                          <a:pt x="938" y="238"/>
                        </a:lnTo>
                        <a:lnTo>
                          <a:pt x="927" y="219"/>
                        </a:lnTo>
                        <a:lnTo>
                          <a:pt x="915" y="201"/>
                        </a:lnTo>
                        <a:lnTo>
                          <a:pt x="902" y="182"/>
                        </a:lnTo>
                        <a:lnTo>
                          <a:pt x="889" y="164"/>
                        </a:lnTo>
                        <a:lnTo>
                          <a:pt x="875" y="147"/>
                        </a:lnTo>
                        <a:lnTo>
                          <a:pt x="860" y="131"/>
                        </a:lnTo>
                        <a:lnTo>
                          <a:pt x="842" y="116"/>
                        </a:lnTo>
                        <a:lnTo>
                          <a:pt x="825" y="101"/>
                        </a:lnTo>
                        <a:lnTo>
                          <a:pt x="807" y="87"/>
                        </a:lnTo>
                        <a:lnTo>
                          <a:pt x="787" y="74"/>
                        </a:lnTo>
                        <a:lnTo>
                          <a:pt x="767" y="62"/>
                        </a:lnTo>
                        <a:lnTo>
                          <a:pt x="745" y="51"/>
                        </a:lnTo>
                        <a:lnTo>
                          <a:pt x="722" y="40"/>
                        </a:lnTo>
                        <a:lnTo>
                          <a:pt x="698" y="31"/>
                        </a:lnTo>
                        <a:lnTo>
                          <a:pt x="672" y="23"/>
                        </a:lnTo>
                        <a:lnTo>
                          <a:pt x="647" y="16"/>
                        </a:lnTo>
                        <a:lnTo>
                          <a:pt x="619" y="10"/>
                        </a:lnTo>
                        <a:lnTo>
                          <a:pt x="590" y="6"/>
                        </a:lnTo>
                        <a:lnTo>
                          <a:pt x="561" y="2"/>
                        </a:lnTo>
                        <a:lnTo>
                          <a:pt x="530" y="0"/>
                        </a:lnTo>
                        <a:lnTo>
                          <a:pt x="498" y="0"/>
                        </a:lnTo>
                        <a:lnTo>
                          <a:pt x="464" y="1"/>
                        </a:lnTo>
                        <a:lnTo>
                          <a:pt x="430" y="3"/>
                        </a:lnTo>
                        <a:lnTo>
                          <a:pt x="397" y="6"/>
                        </a:lnTo>
                        <a:lnTo>
                          <a:pt x="363" y="11"/>
                        </a:lnTo>
                        <a:lnTo>
                          <a:pt x="332" y="19"/>
                        </a:lnTo>
                        <a:lnTo>
                          <a:pt x="301" y="26"/>
                        </a:lnTo>
                        <a:lnTo>
                          <a:pt x="270" y="36"/>
                        </a:lnTo>
                        <a:lnTo>
                          <a:pt x="242" y="47"/>
                        </a:lnTo>
                        <a:lnTo>
                          <a:pt x="213" y="57"/>
                        </a:lnTo>
                        <a:lnTo>
                          <a:pt x="186" y="70"/>
                        </a:lnTo>
                        <a:lnTo>
                          <a:pt x="159" y="84"/>
                        </a:lnTo>
                        <a:lnTo>
                          <a:pt x="134" y="98"/>
                        </a:lnTo>
                        <a:lnTo>
                          <a:pt x="109" y="114"/>
                        </a:lnTo>
                        <a:lnTo>
                          <a:pt x="86" y="130"/>
                        </a:lnTo>
                        <a:lnTo>
                          <a:pt x="63" y="146"/>
                        </a:lnTo>
                        <a:lnTo>
                          <a:pt x="42" y="163"/>
                        </a:lnTo>
                        <a:lnTo>
                          <a:pt x="111" y="316"/>
                        </a:lnTo>
                        <a:lnTo>
                          <a:pt x="126" y="304"/>
                        </a:lnTo>
                        <a:lnTo>
                          <a:pt x="141" y="293"/>
                        </a:lnTo>
                        <a:lnTo>
                          <a:pt x="158" y="281"/>
                        </a:lnTo>
                        <a:lnTo>
                          <a:pt x="176" y="269"/>
                        </a:lnTo>
                        <a:lnTo>
                          <a:pt x="195" y="257"/>
                        </a:lnTo>
                        <a:lnTo>
                          <a:pt x="214" y="247"/>
                        </a:lnTo>
                        <a:lnTo>
                          <a:pt x="234" y="236"/>
                        </a:lnTo>
                        <a:lnTo>
                          <a:pt x="256" y="225"/>
                        </a:lnTo>
                        <a:lnTo>
                          <a:pt x="278" y="216"/>
                        </a:lnTo>
                        <a:lnTo>
                          <a:pt x="300" y="207"/>
                        </a:lnTo>
                        <a:lnTo>
                          <a:pt x="325" y="200"/>
                        </a:lnTo>
                        <a:lnTo>
                          <a:pt x="350" y="193"/>
                        </a:lnTo>
                        <a:lnTo>
                          <a:pt x="374" y="187"/>
                        </a:lnTo>
                        <a:lnTo>
                          <a:pt x="401" y="184"/>
                        </a:lnTo>
                        <a:lnTo>
                          <a:pt x="428" y="180"/>
                        </a:lnTo>
                        <a:lnTo>
                          <a:pt x="454" y="180"/>
                        </a:lnTo>
                        <a:lnTo>
                          <a:pt x="477" y="180"/>
                        </a:lnTo>
                        <a:lnTo>
                          <a:pt x="497" y="181"/>
                        </a:lnTo>
                        <a:lnTo>
                          <a:pt x="517" y="184"/>
                        </a:lnTo>
                        <a:lnTo>
                          <a:pt x="537" y="187"/>
                        </a:lnTo>
                        <a:lnTo>
                          <a:pt x="556" y="191"/>
                        </a:lnTo>
                        <a:lnTo>
                          <a:pt x="573" y="195"/>
                        </a:lnTo>
                        <a:lnTo>
                          <a:pt x="590" y="201"/>
                        </a:lnTo>
                        <a:lnTo>
                          <a:pt x="605" y="206"/>
                        </a:lnTo>
                        <a:lnTo>
                          <a:pt x="620" y="212"/>
                        </a:lnTo>
                        <a:lnTo>
                          <a:pt x="635" y="220"/>
                        </a:lnTo>
                        <a:lnTo>
                          <a:pt x="648" y="228"/>
                        </a:lnTo>
                        <a:lnTo>
                          <a:pt x="661" y="237"/>
                        </a:lnTo>
                        <a:lnTo>
                          <a:pt x="672" y="246"/>
                        </a:lnTo>
                        <a:lnTo>
                          <a:pt x="684" y="255"/>
                        </a:lnTo>
                        <a:lnTo>
                          <a:pt x="694" y="266"/>
                        </a:lnTo>
                        <a:lnTo>
                          <a:pt x="703" y="277"/>
                        </a:lnTo>
                        <a:lnTo>
                          <a:pt x="713" y="287"/>
                        </a:lnTo>
                        <a:lnTo>
                          <a:pt x="721" y="299"/>
                        </a:lnTo>
                        <a:lnTo>
                          <a:pt x="728" y="311"/>
                        </a:lnTo>
                        <a:lnTo>
                          <a:pt x="736" y="324"/>
                        </a:lnTo>
                        <a:lnTo>
                          <a:pt x="742" y="336"/>
                        </a:lnTo>
                        <a:lnTo>
                          <a:pt x="747" y="350"/>
                        </a:lnTo>
                        <a:lnTo>
                          <a:pt x="753" y="363"/>
                        </a:lnTo>
                        <a:lnTo>
                          <a:pt x="757" y="377"/>
                        </a:lnTo>
                        <a:lnTo>
                          <a:pt x="760" y="391"/>
                        </a:lnTo>
                        <a:lnTo>
                          <a:pt x="764" y="406"/>
                        </a:lnTo>
                        <a:lnTo>
                          <a:pt x="767" y="420"/>
                        </a:lnTo>
                        <a:lnTo>
                          <a:pt x="769" y="435"/>
                        </a:lnTo>
                        <a:lnTo>
                          <a:pt x="772" y="465"/>
                        </a:lnTo>
                        <a:lnTo>
                          <a:pt x="773" y="496"/>
                        </a:lnTo>
                        <a:lnTo>
                          <a:pt x="772" y="518"/>
                        </a:lnTo>
                        <a:lnTo>
                          <a:pt x="770" y="541"/>
                        </a:lnTo>
                        <a:lnTo>
                          <a:pt x="768" y="563"/>
                        </a:lnTo>
                        <a:lnTo>
                          <a:pt x="763" y="586"/>
                        </a:lnTo>
                        <a:lnTo>
                          <a:pt x="758" y="608"/>
                        </a:lnTo>
                        <a:lnTo>
                          <a:pt x="752" y="631"/>
                        </a:lnTo>
                        <a:lnTo>
                          <a:pt x="745" y="653"/>
                        </a:lnTo>
                        <a:lnTo>
                          <a:pt x="737" y="675"/>
                        </a:lnTo>
                        <a:lnTo>
                          <a:pt x="727" y="698"/>
                        </a:lnTo>
                        <a:lnTo>
                          <a:pt x="715" y="720"/>
                        </a:lnTo>
                        <a:lnTo>
                          <a:pt x="703" y="744"/>
                        </a:lnTo>
                        <a:lnTo>
                          <a:pt x="691" y="766"/>
                        </a:lnTo>
                        <a:lnTo>
                          <a:pt x="677" y="790"/>
                        </a:lnTo>
                        <a:lnTo>
                          <a:pt x="661" y="814"/>
                        </a:lnTo>
                        <a:lnTo>
                          <a:pt x="645" y="838"/>
                        </a:lnTo>
                        <a:lnTo>
                          <a:pt x="626" y="863"/>
                        </a:lnTo>
                        <a:lnTo>
                          <a:pt x="607" y="887"/>
                        </a:lnTo>
                        <a:lnTo>
                          <a:pt x="587" y="913"/>
                        </a:lnTo>
                        <a:lnTo>
                          <a:pt x="566" y="940"/>
                        </a:lnTo>
                        <a:lnTo>
                          <a:pt x="543" y="965"/>
                        </a:lnTo>
                        <a:lnTo>
                          <a:pt x="494" y="1021"/>
                        </a:lnTo>
                        <a:lnTo>
                          <a:pt x="439" y="1079"/>
                        </a:lnTo>
                        <a:lnTo>
                          <a:pt x="381" y="1138"/>
                        </a:lnTo>
                        <a:lnTo>
                          <a:pt x="315" y="1203"/>
                        </a:lnTo>
                        <a:lnTo>
                          <a:pt x="247" y="1270"/>
                        </a:lnTo>
                        <a:lnTo>
                          <a:pt x="172" y="1342"/>
                        </a:lnTo>
                        <a:lnTo>
                          <a:pt x="0" y="1508"/>
                        </a:lnTo>
                        <a:lnTo>
                          <a:pt x="0" y="1641"/>
                        </a:lnTo>
                        <a:lnTo>
                          <a:pt x="1031" y="1641"/>
                        </a:lnTo>
                        <a:close/>
                      </a:path>
                    </a:pathLst>
                  </a:custGeom>
                  <a:solidFill>
                    <a:srgbClr val="1F1A17"/>
                  </a:solidFill>
                  <a:ln>
                    <a:noFill/>
                  </a:ln>
                </p:spPr>
                <p:txBody>
                  <a:bodyPr/>
                  <a:lstStyle/>
                  <a:p>
                    <a:pPr>
                      <a:defRPr/>
                    </a:pPr>
                    <a:endParaRPr lang="en-US" sz="1050">
                      <a:latin typeface="+mj-lt"/>
                    </a:endParaRPr>
                  </a:p>
                </p:txBody>
              </p:sp>
              <p:sp>
                <p:nvSpPr>
                  <p:cNvPr id="41759" name="Freeform 14">
                    <a:extLst>
                      <a:ext uri="{FF2B5EF4-FFF2-40B4-BE49-F238E27FC236}">
                        <a16:creationId xmlns="" xmlns:a16="http://schemas.microsoft.com/office/drawing/2014/main" id="{FC87F493-551B-31C5-DF23-34F53C685FF4}"/>
                      </a:ext>
                    </a:extLst>
                  </p:cNvPr>
                  <p:cNvSpPr>
                    <a:spLocks/>
                  </p:cNvSpPr>
                  <p:nvPr/>
                </p:nvSpPr>
                <p:spPr bwMode="auto">
                  <a:xfrm>
                    <a:off x="1990" y="2999"/>
                    <a:ext cx="188" cy="278"/>
                  </a:xfrm>
                  <a:custGeom>
                    <a:avLst/>
                    <a:gdLst>
                      <a:gd name="T0" fmla="*/ 0 w 1007"/>
                      <a:gd name="T1" fmla="*/ 0 h 1669"/>
                      <a:gd name="T2" fmla="*/ 0 w 1007"/>
                      <a:gd name="T3" fmla="*/ 0 h 1669"/>
                      <a:gd name="T4" fmla="*/ 0 w 1007"/>
                      <a:gd name="T5" fmla="*/ 0 h 1669"/>
                      <a:gd name="T6" fmla="*/ 0 w 1007"/>
                      <a:gd name="T7" fmla="*/ 0 h 1669"/>
                      <a:gd name="T8" fmla="*/ 0 w 1007"/>
                      <a:gd name="T9" fmla="*/ 0 h 1669"/>
                      <a:gd name="T10" fmla="*/ 0 w 1007"/>
                      <a:gd name="T11" fmla="*/ 0 h 1669"/>
                      <a:gd name="T12" fmla="*/ 0 w 1007"/>
                      <a:gd name="T13" fmla="*/ 0 h 1669"/>
                      <a:gd name="T14" fmla="*/ 0 w 1007"/>
                      <a:gd name="T15" fmla="*/ 0 h 1669"/>
                      <a:gd name="T16" fmla="*/ 0 w 1007"/>
                      <a:gd name="T17" fmla="*/ 0 h 1669"/>
                      <a:gd name="T18" fmla="*/ 0 w 1007"/>
                      <a:gd name="T19" fmla="*/ 0 h 1669"/>
                      <a:gd name="T20" fmla="*/ 0 w 1007"/>
                      <a:gd name="T21" fmla="*/ 0 h 1669"/>
                      <a:gd name="T22" fmla="*/ 0 w 1007"/>
                      <a:gd name="T23" fmla="*/ 0 h 1669"/>
                      <a:gd name="T24" fmla="*/ 0 w 1007"/>
                      <a:gd name="T25" fmla="*/ 0 h 1669"/>
                      <a:gd name="T26" fmla="*/ 0 w 1007"/>
                      <a:gd name="T27" fmla="*/ 0 h 1669"/>
                      <a:gd name="T28" fmla="*/ 0 w 1007"/>
                      <a:gd name="T29" fmla="*/ 0 h 1669"/>
                      <a:gd name="T30" fmla="*/ 0 w 1007"/>
                      <a:gd name="T31" fmla="*/ 0 h 1669"/>
                      <a:gd name="T32" fmla="*/ 0 w 1007"/>
                      <a:gd name="T33" fmla="*/ 0 h 1669"/>
                      <a:gd name="T34" fmla="*/ 0 w 1007"/>
                      <a:gd name="T35" fmla="*/ 0 h 1669"/>
                      <a:gd name="T36" fmla="*/ 0 w 1007"/>
                      <a:gd name="T37" fmla="*/ 0 h 1669"/>
                      <a:gd name="T38" fmla="*/ 0 w 1007"/>
                      <a:gd name="T39" fmla="*/ 0 h 1669"/>
                      <a:gd name="T40" fmla="*/ 0 w 1007"/>
                      <a:gd name="T41" fmla="*/ 0 h 1669"/>
                      <a:gd name="T42" fmla="*/ 0 w 1007"/>
                      <a:gd name="T43" fmla="*/ 0 h 1669"/>
                      <a:gd name="T44" fmla="*/ 0 w 1007"/>
                      <a:gd name="T45" fmla="*/ 0 h 1669"/>
                      <a:gd name="T46" fmla="*/ 0 w 1007"/>
                      <a:gd name="T47" fmla="*/ 0 h 1669"/>
                      <a:gd name="T48" fmla="*/ 0 w 1007"/>
                      <a:gd name="T49" fmla="*/ 0 h 1669"/>
                      <a:gd name="T50" fmla="*/ 0 w 1007"/>
                      <a:gd name="T51" fmla="*/ 0 h 1669"/>
                      <a:gd name="T52" fmla="*/ 0 w 1007"/>
                      <a:gd name="T53" fmla="*/ 0 h 1669"/>
                      <a:gd name="T54" fmla="*/ 0 w 1007"/>
                      <a:gd name="T55" fmla="*/ 0 h 1669"/>
                      <a:gd name="T56" fmla="*/ 0 w 1007"/>
                      <a:gd name="T57" fmla="*/ 0 h 1669"/>
                      <a:gd name="T58" fmla="*/ 0 w 1007"/>
                      <a:gd name="T59" fmla="*/ 0 h 1669"/>
                      <a:gd name="T60" fmla="*/ 0 w 1007"/>
                      <a:gd name="T61" fmla="*/ 0 h 1669"/>
                      <a:gd name="T62" fmla="*/ 0 w 1007"/>
                      <a:gd name="T63" fmla="*/ 0 h 1669"/>
                      <a:gd name="T64" fmla="*/ 0 w 1007"/>
                      <a:gd name="T65" fmla="*/ 0 h 1669"/>
                      <a:gd name="T66" fmla="*/ 0 w 1007"/>
                      <a:gd name="T67" fmla="*/ 0 h 1669"/>
                      <a:gd name="T68" fmla="*/ 0 w 1007"/>
                      <a:gd name="T69" fmla="*/ 0 h 1669"/>
                      <a:gd name="T70" fmla="*/ 0 w 1007"/>
                      <a:gd name="T71" fmla="*/ 0 h 1669"/>
                      <a:gd name="T72" fmla="*/ 0 w 1007"/>
                      <a:gd name="T73" fmla="*/ 0 h 1669"/>
                      <a:gd name="T74" fmla="*/ 0 w 1007"/>
                      <a:gd name="T75" fmla="*/ 0 h 1669"/>
                      <a:gd name="T76" fmla="*/ 0 w 1007"/>
                      <a:gd name="T77" fmla="*/ 0 h 1669"/>
                      <a:gd name="T78" fmla="*/ 0 w 1007"/>
                      <a:gd name="T79" fmla="*/ 0 h 1669"/>
                      <a:gd name="T80" fmla="*/ 0 w 1007"/>
                      <a:gd name="T81" fmla="*/ 0 h 1669"/>
                      <a:gd name="T82" fmla="*/ 0 w 1007"/>
                      <a:gd name="T83" fmla="*/ 0 h 1669"/>
                      <a:gd name="T84" fmla="*/ 0 w 1007"/>
                      <a:gd name="T85" fmla="*/ 0 h 1669"/>
                      <a:gd name="T86" fmla="*/ 0 w 1007"/>
                      <a:gd name="T87" fmla="*/ 0 h 1669"/>
                      <a:gd name="T88" fmla="*/ 0 w 1007"/>
                      <a:gd name="T89" fmla="*/ 0 h 1669"/>
                      <a:gd name="T90" fmla="*/ 0 w 1007"/>
                      <a:gd name="T91" fmla="*/ 0 h 1669"/>
                      <a:gd name="T92" fmla="*/ 0 w 1007"/>
                      <a:gd name="T93" fmla="*/ 0 h 1669"/>
                      <a:gd name="T94" fmla="*/ 0 w 1007"/>
                      <a:gd name="T95" fmla="*/ 0 h 1669"/>
                      <a:gd name="T96" fmla="*/ 0 w 1007"/>
                      <a:gd name="T97" fmla="*/ 0 h 1669"/>
                      <a:gd name="T98" fmla="*/ 0 w 1007"/>
                      <a:gd name="T99" fmla="*/ 0 h 1669"/>
                      <a:gd name="T100" fmla="*/ 0 w 1007"/>
                      <a:gd name="T101" fmla="*/ 0 h 1669"/>
                      <a:gd name="T102" fmla="*/ 0 w 1007"/>
                      <a:gd name="T103" fmla="*/ 0 h 1669"/>
                      <a:gd name="T104" fmla="*/ 0 w 1007"/>
                      <a:gd name="T105" fmla="*/ 0 h 1669"/>
                      <a:gd name="T106" fmla="*/ 0 w 1007"/>
                      <a:gd name="T107" fmla="*/ 0 h 1669"/>
                      <a:gd name="T108" fmla="*/ 0 w 1007"/>
                      <a:gd name="T109" fmla="*/ 0 h 1669"/>
                      <a:gd name="T110" fmla="*/ 0 w 1007"/>
                      <a:gd name="T111" fmla="*/ 0 h 1669"/>
                      <a:gd name="T112" fmla="*/ 0 w 1007"/>
                      <a:gd name="T113" fmla="*/ 0 h 1669"/>
                      <a:gd name="T114" fmla="*/ 0 w 1007"/>
                      <a:gd name="T115" fmla="*/ 0 h 1669"/>
                      <a:gd name="T116" fmla="*/ 0 w 1007"/>
                      <a:gd name="T117" fmla="*/ 0 h 1669"/>
                      <a:gd name="T118" fmla="*/ 0 w 1007"/>
                      <a:gd name="T119" fmla="*/ 0 h 1669"/>
                      <a:gd name="T120" fmla="*/ 0 w 1007"/>
                      <a:gd name="T121" fmla="*/ 0 h 1669"/>
                      <a:gd name="T122" fmla="*/ 0 w 1007"/>
                      <a:gd name="T123" fmla="*/ 0 h 1669"/>
                      <a:gd name="T124" fmla="*/ 0 w 1007"/>
                      <a:gd name="T125" fmla="*/ 0 h 166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007"/>
                      <a:gd name="T190" fmla="*/ 0 h 1669"/>
                      <a:gd name="T191" fmla="*/ 1007 w 1007"/>
                      <a:gd name="T192" fmla="*/ 1669 h 1669"/>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007" h="1669">
                        <a:moveTo>
                          <a:pt x="0" y="1559"/>
                        </a:moveTo>
                        <a:lnTo>
                          <a:pt x="15" y="1570"/>
                        </a:lnTo>
                        <a:lnTo>
                          <a:pt x="33" y="1580"/>
                        </a:lnTo>
                        <a:lnTo>
                          <a:pt x="52" y="1589"/>
                        </a:lnTo>
                        <a:lnTo>
                          <a:pt x="73" y="1600"/>
                        </a:lnTo>
                        <a:lnTo>
                          <a:pt x="95" y="1608"/>
                        </a:lnTo>
                        <a:lnTo>
                          <a:pt x="118" y="1618"/>
                        </a:lnTo>
                        <a:lnTo>
                          <a:pt x="144" y="1627"/>
                        </a:lnTo>
                        <a:lnTo>
                          <a:pt x="170" y="1635"/>
                        </a:lnTo>
                        <a:lnTo>
                          <a:pt x="198" y="1643"/>
                        </a:lnTo>
                        <a:lnTo>
                          <a:pt x="226" y="1649"/>
                        </a:lnTo>
                        <a:lnTo>
                          <a:pt x="256" y="1656"/>
                        </a:lnTo>
                        <a:lnTo>
                          <a:pt x="286" y="1660"/>
                        </a:lnTo>
                        <a:lnTo>
                          <a:pt x="318" y="1664"/>
                        </a:lnTo>
                        <a:lnTo>
                          <a:pt x="350" y="1667"/>
                        </a:lnTo>
                        <a:lnTo>
                          <a:pt x="384" y="1669"/>
                        </a:lnTo>
                        <a:lnTo>
                          <a:pt x="418" y="1669"/>
                        </a:lnTo>
                        <a:lnTo>
                          <a:pt x="453" y="1669"/>
                        </a:lnTo>
                        <a:lnTo>
                          <a:pt x="488" y="1667"/>
                        </a:lnTo>
                        <a:lnTo>
                          <a:pt x="522" y="1664"/>
                        </a:lnTo>
                        <a:lnTo>
                          <a:pt x="554" y="1660"/>
                        </a:lnTo>
                        <a:lnTo>
                          <a:pt x="586" y="1654"/>
                        </a:lnTo>
                        <a:lnTo>
                          <a:pt x="616" y="1647"/>
                        </a:lnTo>
                        <a:lnTo>
                          <a:pt x="645" y="1639"/>
                        </a:lnTo>
                        <a:lnTo>
                          <a:pt x="673" y="1631"/>
                        </a:lnTo>
                        <a:lnTo>
                          <a:pt x="700" y="1620"/>
                        </a:lnTo>
                        <a:lnTo>
                          <a:pt x="726" y="1610"/>
                        </a:lnTo>
                        <a:lnTo>
                          <a:pt x="750" y="1598"/>
                        </a:lnTo>
                        <a:lnTo>
                          <a:pt x="774" y="1585"/>
                        </a:lnTo>
                        <a:lnTo>
                          <a:pt x="796" y="1571"/>
                        </a:lnTo>
                        <a:lnTo>
                          <a:pt x="818" y="1556"/>
                        </a:lnTo>
                        <a:lnTo>
                          <a:pt x="838" y="1541"/>
                        </a:lnTo>
                        <a:lnTo>
                          <a:pt x="857" y="1524"/>
                        </a:lnTo>
                        <a:lnTo>
                          <a:pt x="875" y="1507"/>
                        </a:lnTo>
                        <a:lnTo>
                          <a:pt x="891" y="1490"/>
                        </a:lnTo>
                        <a:lnTo>
                          <a:pt x="908" y="1472"/>
                        </a:lnTo>
                        <a:lnTo>
                          <a:pt x="922" y="1452"/>
                        </a:lnTo>
                        <a:lnTo>
                          <a:pt x="935" y="1432"/>
                        </a:lnTo>
                        <a:lnTo>
                          <a:pt x="948" y="1412"/>
                        </a:lnTo>
                        <a:lnTo>
                          <a:pt x="959" y="1391"/>
                        </a:lnTo>
                        <a:lnTo>
                          <a:pt x="968" y="1370"/>
                        </a:lnTo>
                        <a:lnTo>
                          <a:pt x="978" y="1348"/>
                        </a:lnTo>
                        <a:lnTo>
                          <a:pt x="986" y="1326"/>
                        </a:lnTo>
                        <a:lnTo>
                          <a:pt x="992" y="1303"/>
                        </a:lnTo>
                        <a:lnTo>
                          <a:pt x="997" y="1280"/>
                        </a:lnTo>
                        <a:lnTo>
                          <a:pt x="1002" y="1257"/>
                        </a:lnTo>
                        <a:lnTo>
                          <a:pt x="1004" y="1233"/>
                        </a:lnTo>
                        <a:lnTo>
                          <a:pt x="1006" y="1210"/>
                        </a:lnTo>
                        <a:lnTo>
                          <a:pt x="1007" y="1185"/>
                        </a:lnTo>
                        <a:lnTo>
                          <a:pt x="1006" y="1165"/>
                        </a:lnTo>
                        <a:lnTo>
                          <a:pt x="1005" y="1144"/>
                        </a:lnTo>
                        <a:lnTo>
                          <a:pt x="1003" y="1124"/>
                        </a:lnTo>
                        <a:lnTo>
                          <a:pt x="999" y="1105"/>
                        </a:lnTo>
                        <a:lnTo>
                          <a:pt x="995" y="1086"/>
                        </a:lnTo>
                        <a:lnTo>
                          <a:pt x="991" y="1066"/>
                        </a:lnTo>
                        <a:lnTo>
                          <a:pt x="984" y="1048"/>
                        </a:lnTo>
                        <a:lnTo>
                          <a:pt x="978" y="1031"/>
                        </a:lnTo>
                        <a:lnTo>
                          <a:pt x="972" y="1014"/>
                        </a:lnTo>
                        <a:lnTo>
                          <a:pt x="963" y="997"/>
                        </a:lnTo>
                        <a:lnTo>
                          <a:pt x="955" y="981"/>
                        </a:lnTo>
                        <a:lnTo>
                          <a:pt x="945" y="966"/>
                        </a:lnTo>
                        <a:lnTo>
                          <a:pt x="935" y="951"/>
                        </a:lnTo>
                        <a:lnTo>
                          <a:pt x="925" y="936"/>
                        </a:lnTo>
                        <a:lnTo>
                          <a:pt x="914" y="922"/>
                        </a:lnTo>
                        <a:lnTo>
                          <a:pt x="901" y="908"/>
                        </a:lnTo>
                        <a:lnTo>
                          <a:pt x="889" y="895"/>
                        </a:lnTo>
                        <a:lnTo>
                          <a:pt x="877" y="882"/>
                        </a:lnTo>
                        <a:lnTo>
                          <a:pt x="863" y="871"/>
                        </a:lnTo>
                        <a:lnTo>
                          <a:pt x="849" y="860"/>
                        </a:lnTo>
                        <a:lnTo>
                          <a:pt x="834" y="849"/>
                        </a:lnTo>
                        <a:lnTo>
                          <a:pt x="819" y="839"/>
                        </a:lnTo>
                        <a:lnTo>
                          <a:pt x="804" y="829"/>
                        </a:lnTo>
                        <a:lnTo>
                          <a:pt x="788" y="820"/>
                        </a:lnTo>
                        <a:lnTo>
                          <a:pt x="772" y="812"/>
                        </a:lnTo>
                        <a:lnTo>
                          <a:pt x="755" y="804"/>
                        </a:lnTo>
                        <a:lnTo>
                          <a:pt x="738" y="797"/>
                        </a:lnTo>
                        <a:lnTo>
                          <a:pt x="720" y="790"/>
                        </a:lnTo>
                        <a:lnTo>
                          <a:pt x="702" y="785"/>
                        </a:lnTo>
                        <a:lnTo>
                          <a:pt x="684" y="780"/>
                        </a:lnTo>
                        <a:lnTo>
                          <a:pt x="666" y="775"/>
                        </a:lnTo>
                        <a:lnTo>
                          <a:pt x="648" y="771"/>
                        </a:lnTo>
                        <a:lnTo>
                          <a:pt x="648" y="767"/>
                        </a:lnTo>
                        <a:lnTo>
                          <a:pt x="666" y="759"/>
                        </a:lnTo>
                        <a:lnTo>
                          <a:pt x="683" y="752"/>
                        </a:lnTo>
                        <a:lnTo>
                          <a:pt x="700" y="744"/>
                        </a:lnTo>
                        <a:lnTo>
                          <a:pt x="717" y="736"/>
                        </a:lnTo>
                        <a:lnTo>
                          <a:pt x="732" y="728"/>
                        </a:lnTo>
                        <a:lnTo>
                          <a:pt x="748" y="719"/>
                        </a:lnTo>
                        <a:lnTo>
                          <a:pt x="763" y="710"/>
                        </a:lnTo>
                        <a:lnTo>
                          <a:pt x="777" y="701"/>
                        </a:lnTo>
                        <a:lnTo>
                          <a:pt x="791" y="690"/>
                        </a:lnTo>
                        <a:lnTo>
                          <a:pt x="804" y="680"/>
                        </a:lnTo>
                        <a:lnTo>
                          <a:pt x="817" y="670"/>
                        </a:lnTo>
                        <a:lnTo>
                          <a:pt x="828" y="659"/>
                        </a:lnTo>
                        <a:lnTo>
                          <a:pt x="839" y="647"/>
                        </a:lnTo>
                        <a:lnTo>
                          <a:pt x="851" y="636"/>
                        </a:lnTo>
                        <a:lnTo>
                          <a:pt x="860" y="625"/>
                        </a:lnTo>
                        <a:lnTo>
                          <a:pt x="870" y="612"/>
                        </a:lnTo>
                        <a:lnTo>
                          <a:pt x="880" y="600"/>
                        </a:lnTo>
                        <a:lnTo>
                          <a:pt x="888" y="587"/>
                        </a:lnTo>
                        <a:lnTo>
                          <a:pt x="896" y="574"/>
                        </a:lnTo>
                        <a:lnTo>
                          <a:pt x="903" y="562"/>
                        </a:lnTo>
                        <a:lnTo>
                          <a:pt x="910" y="548"/>
                        </a:lnTo>
                        <a:lnTo>
                          <a:pt x="916" y="534"/>
                        </a:lnTo>
                        <a:lnTo>
                          <a:pt x="921" y="520"/>
                        </a:lnTo>
                        <a:lnTo>
                          <a:pt x="927" y="506"/>
                        </a:lnTo>
                        <a:lnTo>
                          <a:pt x="931" y="492"/>
                        </a:lnTo>
                        <a:lnTo>
                          <a:pt x="935" y="477"/>
                        </a:lnTo>
                        <a:lnTo>
                          <a:pt x="939" y="462"/>
                        </a:lnTo>
                        <a:lnTo>
                          <a:pt x="941" y="448"/>
                        </a:lnTo>
                        <a:lnTo>
                          <a:pt x="943" y="432"/>
                        </a:lnTo>
                        <a:lnTo>
                          <a:pt x="945" y="417"/>
                        </a:lnTo>
                        <a:lnTo>
                          <a:pt x="945" y="402"/>
                        </a:lnTo>
                        <a:lnTo>
                          <a:pt x="946" y="386"/>
                        </a:lnTo>
                        <a:lnTo>
                          <a:pt x="945" y="368"/>
                        </a:lnTo>
                        <a:lnTo>
                          <a:pt x="944" y="350"/>
                        </a:lnTo>
                        <a:lnTo>
                          <a:pt x="942" y="332"/>
                        </a:lnTo>
                        <a:lnTo>
                          <a:pt x="939" y="314"/>
                        </a:lnTo>
                        <a:lnTo>
                          <a:pt x="935" y="295"/>
                        </a:lnTo>
                        <a:lnTo>
                          <a:pt x="930" y="277"/>
                        </a:lnTo>
                        <a:lnTo>
                          <a:pt x="925" y="260"/>
                        </a:lnTo>
                        <a:lnTo>
                          <a:pt x="918" y="243"/>
                        </a:lnTo>
                        <a:lnTo>
                          <a:pt x="911" y="226"/>
                        </a:lnTo>
                        <a:lnTo>
                          <a:pt x="902" y="210"/>
                        </a:lnTo>
                        <a:lnTo>
                          <a:pt x="894" y="193"/>
                        </a:lnTo>
                        <a:lnTo>
                          <a:pt x="883" y="178"/>
                        </a:lnTo>
                        <a:lnTo>
                          <a:pt x="872" y="162"/>
                        </a:lnTo>
                        <a:lnTo>
                          <a:pt x="860" y="148"/>
                        </a:lnTo>
                        <a:lnTo>
                          <a:pt x="848" y="133"/>
                        </a:lnTo>
                        <a:lnTo>
                          <a:pt x="834" y="119"/>
                        </a:lnTo>
                        <a:lnTo>
                          <a:pt x="819" y="106"/>
                        </a:lnTo>
                        <a:lnTo>
                          <a:pt x="803" y="93"/>
                        </a:lnTo>
                        <a:lnTo>
                          <a:pt x="787" y="81"/>
                        </a:lnTo>
                        <a:lnTo>
                          <a:pt x="769" y="71"/>
                        </a:lnTo>
                        <a:lnTo>
                          <a:pt x="750" y="60"/>
                        </a:lnTo>
                        <a:lnTo>
                          <a:pt x="731" y="50"/>
                        </a:lnTo>
                        <a:lnTo>
                          <a:pt x="711" y="41"/>
                        </a:lnTo>
                        <a:lnTo>
                          <a:pt x="689" y="33"/>
                        </a:lnTo>
                        <a:lnTo>
                          <a:pt x="667" y="26"/>
                        </a:lnTo>
                        <a:lnTo>
                          <a:pt x="643" y="19"/>
                        </a:lnTo>
                        <a:lnTo>
                          <a:pt x="619" y="14"/>
                        </a:lnTo>
                        <a:lnTo>
                          <a:pt x="593" y="9"/>
                        </a:lnTo>
                        <a:lnTo>
                          <a:pt x="566" y="6"/>
                        </a:lnTo>
                        <a:lnTo>
                          <a:pt x="540" y="2"/>
                        </a:lnTo>
                        <a:lnTo>
                          <a:pt x="511" y="1"/>
                        </a:lnTo>
                        <a:lnTo>
                          <a:pt x="482" y="0"/>
                        </a:lnTo>
                        <a:lnTo>
                          <a:pt x="449" y="1"/>
                        </a:lnTo>
                        <a:lnTo>
                          <a:pt x="417" y="3"/>
                        </a:lnTo>
                        <a:lnTo>
                          <a:pt x="386" y="7"/>
                        </a:lnTo>
                        <a:lnTo>
                          <a:pt x="355" y="11"/>
                        </a:lnTo>
                        <a:lnTo>
                          <a:pt x="324" y="17"/>
                        </a:lnTo>
                        <a:lnTo>
                          <a:pt x="294" y="24"/>
                        </a:lnTo>
                        <a:lnTo>
                          <a:pt x="265" y="31"/>
                        </a:lnTo>
                        <a:lnTo>
                          <a:pt x="237" y="40"/>
                        </a:lnTo>
                        <a:lnTo>
                          <a:pt x="210" y="48"/>
                        </a:lnTo>
                        <a:lnTo>
                          <a:pt x="185" y="58"/>
                        </a:lnTo>
                        <a:lnTo>
                          <a:pt x="160" y="69"/>
                        </a:lnTo>
                        <a:lnTo>
                          <a:pt x="137" y="79"/>
                        </a:lnTo>
                        <a:lnTo>
                          <a:pt x="115" y="90"/>
                        </a:lnTo>
                        <a:lnTo>
                          <a:pt x="95" y="102"/>
                        </a:lnTo>
                        <a:lnTo>
                          <a:pt x="77" y="114"/>
                        </a:lnTo>
                        <a:lnTo>
                          <a:pt x="60" y="125"/>
                        </a:lnTo>
                        <a:lnTo>
                          <a:pt x="118" y="284"/>
                        </a:lnTo>
                        <a:lnTo>
                          <a:pt x="131" y="274"/>
                        </a:lnTo>
                        <a:lnTo>
                          <a:pt x="146" y="264"/>
                        </a:lnTo>
                        <a:lnTo>
                          <a:pt x="162" y="255"/>
                        </a:lnTo>
                        <a:lnTo>
                          <a:pt x="179" y="246"/>
                        </a:lnTo>
                        <a:lnTo>
                          <a:pt x="198" y="237"/>
                        </a:lnTo>
                        <a:lnTo>
                          <a:pt x="217" y="228"/>
                        </a:lnTo>
                        <a:lnTo>
                          <a:pt x="236" y="219"/>
                        </a:lnTo>
                        <a:lnTo>
                          <a:pt x="257" y="212"/>
                        </a:lnTo>
                        <a:lnTo>
                          <a:pt x="279" y="204"/>
                        </a:lnTo>
                        <a:lnTo>
                          <a:pt x="300" y="198"/>
                        </a:lnTo>
                        <a:lnTo>
                          <a:pt x="323" y="192"/>
                        </a:lnTo>
                        <a:lnTo>
                          <a:pt x="345" y="186"/>
                        </a:lnTo>
                        <a:lnTo>
                          <a:pt x="369" y="183"/>
                        </a:lnTo>
                        <a:lnTo>
                          <a:pt x="392" y="180"/>
                        </a:lnTo>
                        <a:lnTo>
                          <a:pt x="417" y="178"/>
                        </a:lnTo>
                        <a:lnTo>
                          <a:pt x="440" y="177"/>
                        </a:lnTo>
                        <a:lnTo>
                          <a:pt x="458" y="178"/>
                        </a:lnTo>
                        <a:lnTo>
                          <a:pt x="477" y="179"/>
                        </a:lnTo>
                        <a:lnTo>
                          <a:pt x="494" y="180"/>
                        </a:lnTo>
                        <a:lnTo>
                          <a:pt x="510" y="182"/>
                        </a:lnTo>
                        <a:lnTo>
                          <a:pt x="526" y="185"/>
                        </a:lnTo>
                        <a:lnTo>
                          <a:pt x="541" y="188"/>
                        </a:lnTo>
                        <a:lnTo>
                          <a:pt x="556" y="193"/>
                        </a:lnTo>
                        <a:lnTo>
                          <a:pt x="570" y="197"/>
                        </a:lnTo>
                        <a:lnTo>
                          <a:pt x="582" y="202"/>
                        </a:lnTo>
                        <a:lnTo>
                          <a:pt x="595" y="208"/>
                        </a:lnTo>
                        <a:lnTo>
                          <a:pt x="607" y="213"/>
                        </a:lnTo>
                        <a:lnTo>
                          <a:pt x="619" y="219"/>
                        </a:lnTo>
                        <a:lnTo>
                          <a:pt x="630" y="227"/>
                        </a:lnTo>
                        <a:lnTo>
                          <a:pt x="639" y="234"/>
                        </a:lnTo>
                        <a:lnTo>
                          <a:pt x="649" y="242"/>
                        </a:lnTo>
                        <a:lnTo>
                          <a:pt x="657" y="250"/>
                        </a:lnTo>
                        <a:lnTo>
                          <a:pt x="666" y="259"/>
                        </a:lnTo>
                        <a:lnTo>
                          <a:pt x="673" y="268"/>
                        </a:lnTo>
                        <a:lnTo>
                          <a:pt x="681" y="277"/>
                        </a:lnTo>
                        <a:lnTo>
                          <a:pt x="687" y="287"/>
                        </a:lnTo>
                        <a:lnTo>
                          <a:pt x="693" y="296"/>
                        </a:lnTo>
                        <a:lnTo>
                          <a:pt x="699" y="306"/>
                        </a:lnTo>
                        <a:lnTo>
                          <a:pt x="703" y="317"/>
                        </a:lnTo>
                        <a:lnTo>
                          <a:pt x="708" y="327"/>
                        </a:lnTo>
                        <a:lnTo>
                          <a:pt x="712" y="338"/>
                        </a:lnTo>
                        <a:lnTo>
                          <a:pt x="715" y="350"/>
                        </a:lnTo>
                        <a:lnTo>
                          <a:pt x="717" y="362"/>
                        </a:lnTo>
                        <a:lnTo>
                          <a:pt x="720" y="372"/>
                        </a:lnTo>
                        <a:lnTo>
                          <a:pt x="723" y="396"/>
                        </a:lnTo>
                        <a:lnTo>
                          <a:pt x="724" y="420"/>
                        </a:lnTo>
                        <a:lnTo>
                          <a:pt x="724" y="438"/>
                        </a:lnTo>
                        <a:lnTo>
                          <a:pt x="721" y="455"/>
                        </a:lnTo>
                        <a:lnTo>
                          <a:pt x="718" y="471"/>
                        </a:lnTo>
                        <a:lnTo>
                          <a:pt x="715" y="487"/>
                        </a:lnTo>
                        <a:lnTo>
                          <a:pt x="710" y="502"/>
                        </a:lnTo>
                        <a:lnTo>
                          <a:pt x="704" y="517"/>
                        </a:lnTo>
                        <a:lnTo>
                          <a:pt x="698" y="531"/>
                        </a:lnTo>
                        <a:lnTo>
                          <a:pt x="689" y="543"/>
                        </a:lnTo>
                        <a:lnTo>
                          <a:pt x="682" y="556"/>
                        </a:lnTo>
                        <a:lnTo>
                          <a:pt x="672" y="568"/>
                        </a:lnTo>
                        <a:lnTo>
                          <a:pt x="663" y="580"/>
                        </a:lnTo>
                        <a:lnTo>
                          <a:pt x="652" y="590"/>
                        </a:lnTo>
                        <a:lnTo>
                          <a:pt x="640" y="601"/>
                        </a:lnTo>
                        <a:lnTo>
                          <a:pt x="628" y="611"/>
                        </a:lnTo>
                        <a:lnTo>
                          <a:pt x="617" y="619"/>
                        </a:lnTo>
                        <a:lnTo>
                          <a:pt x="604" y="628"/>
                        </a:lnTo>
                        <a:lnTo>
                          <a:pt x="590" y="636"/>
                        </a:lnTo>
                        <a:lnTo>
                          <a:pt x="576" y="644"/>
                        </a:lnTo>
                        <a:lnTo>
                          <a:pt x="562" y="650"/>
                        </a:lnTo>
                        <a:lnTo>
                          <a:pt x="547" y="657"/>
                        </a:lnTo>
                        <a:lnTo>
                          <a:pt x="533" y="663"/>
                        </a:lnTo>
                        <a:lnTo>
                          <a:pt x="517" y="669"/>
                        </a:lnTo>
                        <a:lnTo>
                          <a:pt x="502" y="673"/>
                        </a:lnTo>
                        <a:lnTo>
                          <a:pt x="487" y="677"/>
                        </a:lnTo>
                        <a:lnTo>
                          <a:pt x="456" y="685"/>
                        </a:lnTo>
                        <a:lnTo>
                          <a:pt x="425" y="689"/>
                        </a:lnTo>
                        <a:lnTo>
                          <a:pt x="394" y="692"/>
                        </a:lnTo>
                        <a:lnTo>
                          <a:pt x="364" y="693"/>
                        </a:lnTo>
                        <a:lnTo>
                          <a:pt x="241" y="693"/>
                        </a:lnTo>
                        <a:lnTo>
                          <a:pt x="241" y="857"/>
                        </a:lnTo>
                        <a:lnTo>
                          <a:pt x="363" y="857"/>
                        </a:lnTo>
                        <a:lnTo>
                          <a:pt x="384" y="858"/>
                        </a:lnTo>
                        <a:lnTo>
                          <a:pt x="403" y="858"/>
                        </a:lnTo>
                        <a:lnTo>
                          <a:pt x="422" y="860"/>
                        </a:lnTo>
                        <a:lnTo>
                          <a:pt x="442" y="862"/>
                        </a:lnTo>
                        <a:lnTo>
                          <a:pt x="462" y="864"/>
                        </a:lnTo>
                        <a:lnTo>
                          <a:pt x="480" y="867"/>
                        </a:lnTo>
                        <a:lnTo>
                          <a:pt x="499" y="872"/>
                        </a:lnTo>
                        <a:lnTo>
                          <a:pt x="517" y="876"/>
                        </a:lnTo>
                        <a:lnTo>
                          <a:pt x="535" y="880"/>
                        </a:lnTo>
                        <a:lnTo>
                          <a:pt x="554" y="887"/>
                        </a:lnTo>
                        <a:lnTo>
                          <a:pt x="571" y="892"/>
                        </a:lnTo>
                        <a:lnTo>
                          <a:pt x="588" y="900"/>
                        </a:lnTo>
                        <a:lnTo>
                          <a:pt x="604" y="907"/>
                        </a:lnTo>
                        <a:lnTo>
                          <a:pt x="620" y="916"/>
                        </a:lnTo>
                        <a:lnTo>
                          <a:pt x="636" y="924"/>
                        </a:lnTo>
                        <a:lnTo>
                          <a:pt x="651" y="934"/>
                        </a:lnTo>
                        <a:lnTo>
                          <a:pt x="665" y="943"/>
                        </a:lnTo>
                        <a:lnTo>
                          <a:pt x="679" y="954"/>
                        </a:lnTo>
                        <a:lnTo>
                          <a:pt x="692" y="966"/>
                        </a:lnTo>
                        <a:lnTo>
                          <a:pt x="703" y="979"/>
                        </a:lnTo>
                        <a:lnTo>
                          <a:pt x="715" y="991"/>
                        </a:lnTo>
                        <a:lnTo>
                          <a:pt x="726" y="1004"/>
                        </a:lnTo>
                        <a:lnTo>
                          <a:pt x="735" y="1019"/>
                        </a:lnTo>
                        <a:lnTo>
                          <a:pt x="745" y="1034"/>
                        </a:lnTo>
                        <a:lnTo>
                          <a:pt x="752" y="1049"/>
                        </a:lnTo>
                        <a:lnTo>
                          <a:pt x="760" y="1066"/>
                        </a:lnTo>
                        <a:lnTo>
                          <a:pt x="766" y="1083"/>
                        </a:lnTo>
                        <a:lnTo>
                          <a:pt x="772" y="1102"/>
                        </a:lnTo>
                        <a:lnTo>
                          <a:pt x="775" y="1120"/>
                        </a:lnTo>
                        <a:lnTo>
                          <a:pt x="778" y="1139"/>
                        </a:lnTo>
                        <a:lnTo>
                          <a:pt x="780" y="1159"/>
                        </a:lnTo>
                        <a:lnTo>
                          <a:pt x="781" y="1181"/>
                        </a:lnTo>
                        <a:lnTo>
                          <a:pt x="780" y="1206"/>
                        </a:lnTo>
                        <a:lnTo>
                          <a:pt x="777" y="1232"/>
                        </a:lnTo>
                        <a:lnTo>
                          <a:pt x="775" y="1246"/>
                        </a:lnTo>
                        <a:lnTo>
                          <a:pt x="772" y="1259"/>
                        </a:lnTo>
                        <a:lnTo>
                          <a:pt x="769" y="1273"/>
                        </a:lnTo>
                        <a:lnTo>
                          <a:pt x="764" y="1286"/>
                        </a:lnTo>
                        <a:lnTo>
                          <a:pt x="759" y="1299"/>
                        </a:lnTo>
                        <a:lnTo>
                          <a:pt x="754" y="1312"/>
                        </a:lnTo>
                        <a:lnTo>
                          <a:pt x="747" y="1326"/>
                        </a:lnTo>
                        <a:lnTo>
                          <a:pt x="740" y="1339"/>
                        </a:lnTo>
                        <a:lnTo>
                          <a:pt x="732" y="1351"/>
                        </a:lnTo>
                        <a:lnTo>
                          <a:pt x="724" y="1364"/>
                        </a:lnTo>
                        <a:lnTo>
                          <a:pt x="714" y="1375"/>
                        </a:lnTo>
                        <a:lnTo>
                          <a:pt x="704" y="1387"/>
                        </a:lnTo>
                        <a:lnTo>
                          <a:pt x="693" y="1399"/>
                        </a:lnTo>
                        <a:lnTo>
                          <a:pt x="681" y="1410"/>
                        </a:lnTo>
                        <a:lnTo>
                          <a:pt x="668" y="1419"/>
                        </a:lnTo>
                        <a:lnTo>
                          <a:pt x="655" y="1430"/>
                        </a:lnTo>
                        <a:lnTo>
                          <a:pt x="640" y="1438"/>
                        </a:lnTo>
                        <a:lnTo>
                          <a:pt x="625" y="1447"/>
                        </a:lnTo>
                        <a:lnTo>
                          <a:pt x="608" y="1456"/>
                        </a:lnTo>
                        <a:lnTo>
                          <a:pt x="591" y="1463"/>
                        </a:lnTo>
                        <a:lnTo>
                          <a:pt x="573" y="1469"/>
                        </a:lnTo>
                        <a:lnTo>
                          <a:pt x="554" y="1476"/>
                        </a:lnTo>
                        <a:lnTo>
                          <a:pt x="533" y="1480"/>
                        </a:lnTo>
                        <a:lnTo>
                          <a:pt x="512" y="1484"/>
                        </a:lnTo>
                        <a:lnTo>
                          <a:pt x="489" y="1489"/>
                        </a:lnTo>
                        <a:lnTo>
                          <a:pt x="466" y="1491"/>
                        </a:lnTo>
                        <a:lnTo>
                          <a:pt x="442" y="1492"/>
                        </a:lnTo>
                        <a:lnTo>
                          <a:pt x="417" y="1493"/>
                        </a:lnTo>
                        <a:lnTo>
                          <a:pt x="388" y="1492"/>
                        </a:lnTo>
                        <a:lnTo>
                          <a:pt x="359" y="1490"/>
                        </a:lnTo>
                        <a:lnTo>
                          <a:pt x="331" y="1487"/>
                        </a:lnTo>
                        <a:lnTo>
                          <a:pt x="305" y="1482"/>
                        </a:lnTo>
                        <a:lnTo>
                          <a:pt x="278" y="1477"/>
                        </a:lnTo>
                        <a:lnTo>
                          <a:pt x="252" y="1472"/>
                        </a:lnTo>
                        <a:lnTo>
                          <a:pt x="226" y="1464"/>
                        </a:lnTo>
                        <a:lnTo>
                          <a:pt x="203" y="1457"/>
                        </a:lnTo>
                        <a:lnTo>
                          <a:pt x="179" y="1449"/>
                        </a:lnTo>
                        <a:lnTo>
                          <a:pt x="158" y="1442"/>
                        </a:lnTo>
                        <a:lnTo>
                          <a:pt x="138" y="1433"/>
                        </a:lnTo>
                        <a:lnTo>
                          <a:pt x="118" y="1425"/>
                        </a:lnTo>
                        <a:lnTo>
                          <a:pt x="100" y="1416"/>
                        </a:lnTo>
                        <a:lnTo>
                          <a:pt x="84" y="1408"/>
                        </a:lnTo>
                        <a:lnTo>
                          <a:pt x="70" y="1400"/>
                        </a:lnTo>
                        <a:lnTo>
                          <a:pt x="58" y="1392"/>
                        </a:lnTo>
                        <a:lnTo>
                          <a:pt x="0" y="1559"/>
                        </a:lnTo>
                        <a:close/>
                      </a:path>
                    </a:pathLst>
                  </a:custGeom>
                  <a:solidFill>
                    <a:srgbClr val="1F1A17"/>
                  </a:solidFill>
                  <a:ln>
                    <a:noFill/>
                  </a:ln>
                </p:spPr>
                <p:txBody>
                  <a:bodyPr/>
                  <a:lstStyle/>
                  <a:p>
                    <a:pPr>
                      <a:defRPr/>
                    </a:pPr>
                    <a:endParaRPr lang="en-US" sz="1050">
                      <a:latin typeface="+mj-lt"/>
                    </a:endParaRPr>
                  </a:p>
                </p:txBody>
              </p:sp>
              <p:sp>
                <p:nvSpPr>
                  <p:cNvPr id="41760" name="Freeform 15">
                    <a:extLst>
                      <a:ext uri="{FF2B5EF4-FFF2-40B4-BE49-F238E27FC236}">
                        <a16:creationId xmlns="" xmlns:a16="http://schemas.microsoft.com/office/drawing/2014/main" id="{C0D9513C-0791-E2DA-A105-A953CAEBD1AE}"/>
                      </a:ext>
                    </a:extLst>
                  </p:cNvPr>
                  <p:cNvSpPr>
                    <a:spLocks/>
                  </p:cNvSpPr>
                  <p:nvPr/>
                </p:nvSpPr>
                <p:spPr bwMode="auto">
                  <a:xfrm>
                    <a:off x="2096" y="1854"/>
                    <a:ext cx="90" cy="89"/>
                  </a:xfrm>
                  <a:custGeom>
                    <a:avLst/>
                    <a:gdLst>
                      <a:gd name="T0" fmla="*/ 0 w 520"/>
                      <a:gd name="T1" fmla="*/ 0 h 520"/>
                      <a:gd name="T2" fmla="*/ 0 w 520"/>
                      <a:gd name="T3" fmla="*/ 0 h 520"/>
                      <a:gd name="T4" fmla="*/ 0 w 520"/>
                      <a:gd name="T5" fmla="*/ 0 h 520"/>
                      <a:gd name="T6" fmla="*/ 0 w 520"/>
                      <a:gd name="T7" fmla="*/ 0 h 520"/>
                      <a:gd name="T8" fmla="*/ 0 w 520"/>
                      <a:gd name="T9" fmla="*/ 0 h 520"/>
                      <a:gd name="T10" fmla="*/ 0 w 520"/>
                      <a:gd name="T11" fmla="*/ 0 h 520"/>
                      <a:gd name="T12" fmla="*/ 0 w 520"/>
                      <a:gd name="T13" fmla="*/ 0 h 520"/>
                      <a:gd name="T14" fmla="*/ 0 w 520"/>
                      <a:gd name="T15" fmla="*/ 0 h 520"/>
                      <a:gd name="T16" fmla="*/ 0 w 520"/>
                      <a:gd name="T17" fmla="*/ 0 h 520"/>
                      <a:gd name="T18" fmla="*/ 0 w 520"/>
                      <a:gd name="T19" fmla="*/ 0 h 520"/>
                      <a:gd name="T20" fmla="*/ 0 w 520"/>
                      <a:gd name="T21" fmla="*/ 0 h 520"/>
                      <a:gd name="T22" fmla="*/ 0 w 520"/>
                      <a:gd name="T23" fmla="*/ 0 h 520"/>
                      <a:gd name="T24" fmla="*/ 0 w 520"/>
                      <a:gd name="T25" fmla="*/ 0 h 520"/>
                      <a:gd name="T26" fmla="*/ 0 w 520"/>
                      <a:gd name="T27" fmla="*/ 0 h 520"/>
                      <a:gd name="T28" fmla="*/ 0 w 520"/>
                      <a:gd name="T29" fmla="*/ 0 h 520"/>
                      <a:gd name="T30" fmla="*/ 0 w 520"/>
                      <a:gd name="T31" fmla="*/ 0 h 520"/>
                      <a:gd name="T32" fmla="*/ 0 w 520"/>
                      <a:gd name="T33" fmla="*/ 0 h 520"/>
                      <a:gd name="T34" fmla="*/ 0 w 520"/>
                      <a:gd name="T35" fmla="*/ 0 h 520"/>
                      <a:gd name="T36" fmla="*/ 0 w 520"/>
                      <a:gd name="T37" fmla="*/ 0 h 520"/>
                      <a:gd name="T38" fmla="*/ 0 w 520"/>
                      <a:gd name="T39" fmla="*/ 0 h 520"/>
                      <a:gd name="T40" fmla="*/ 0 w 520"/>
                      <a:gd name="T41" fmla="*/ 0 h 520"/>
                      <a:gd name="T42" fmla="*/ 0 w 520"/>
                      <a:gd name="T43" fmla="*/ 0 h 520"/>
                      <a:gd name="T44" fmla="*/ 0 w 520"/>
                      <a:gd name="T45" fmla="*/ 0 h 520"/>
                      <a:gd name="T46" fmla="*/ 0 w 520"/>
                      <a:gd name="T47" fmla="*/ 0 h 520"/>
                      <a:gd name="T48" fmla="*/ 0 w 520"/>
                      <a:gd name="T49" fmla="*/ 0 h 520"/>
                      <a:gd name="T50" fmla="*/ 0 w 520"/>
                      <a:gd name="T51" fmla="*/ 0 h 520"/>
                      <a:gd name="T52" fmla="*/ 0 w 520"/>
                      <a:gd name="T53" fmla="*/ 0 h 520"/>
                      <a:gd name="T54" fmla="*/ 0 w 520"/>
                      <a:gd name="T55" fmla="*/ 0 h 520"/>
                      <a:gd name="T56" fmla="*/ 0 w 520"/>
                      <a:gd name="T57" fmla="*/ 0 h 520"/>
                      <a:gd name="T58" fmla="*/ 0 w 520"/>
                      <a:gd name="T59" fmla="*/ 0 h 520"/>
                      <a:gd name="T60" fmla="*/ 0 w 520"/>
                      <a:gd name="T61" fmla="*/ 0 h 520"/>
                      <a:gd name="T62" fmla="*/ 0 w 520"/>
                      <a:gd name="T63" fmla="*/ 0 h 520"/>
                      <a:gd name="T64" fmla="*/ 0 w 520"/>
                      <a:gd name="T65" fmla="*/ 0 h 520"/>
                      <a:gd name="T66" fmla="*/ 0 w 520"/>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0"/>
                      <a:gd name="T104" fmla="*/ 520 w 520"/>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0">
                        <a:moveTo>
                          <a:pt x="520" y="520"/>
                        </a:moveTo>
                        <a:lnTo>
                          <a:pt x="520" y="520"/>
                        </a:lnTo>
                        <a:lnTo>
                          <a:pt x="519" y="494"/>
                        </a:lnTo>
                        <a:lnTo>
                          <a:pt x="517" y="467"/>
                        </a:lnTo>
                        <a:lnTo>
                          <a:pt x="513" y="441"/>
                        </a:lnTo>
                        <a:lnTo>
                          <a:pt x="509" y="415"/>
                        </a:lnTo>
                        <a:lnTo>
                          <a:pt x="503" y="390"/>
                        </a:lnTo>
                        <a:lnTo>
                          <a:pt x="496" y="365"/>
                        </a:lnTo>
                        <a:lnTo>
                          <a:pt x="488" y="342"/>
                        </a:lnTo>
                        <a:lnTo>
                          <a:pt x="478" y="318"/>
                        </a:lnTo>
                        <a:lnTo>
                          <a:pt x="468" y="295"/>
                        </a:lnTo>
                        <a:lnTo>
                          <a:pt x="457" y="272"/>
                        </a:lnTo>
                        <a:lnTo>
                          <a:pt x="444" y="250"/>
                        </a:lnTo>
                        <a:lnTo>
                          <a:pt x="431" y="229"/>
                        </a:lnTo>
                        <a:lnTo>
                          <a:pt x="416" y="209"/>
                        </a:lnTo>
                        <a:lnTo>
                          <a:pt x="401" y="190"/>
                        </a:lnTo>
                        <a:lnTo>
                          <a:pt x="384" y="171"/>
                        </a:lnTo>
                        <a:lnTo>
                          <a:pt x="367" y="152"/>
                        </a:lnTo>
                        <a:lnTo>
                          <a:pt x="349" y="135"/>
                        </a:lnTo>
                        <a:lnTo>
                          <a:pt x="330" y="118"/>
                        </a:lnTo>
                        <a:lnTo>
                          <a:pt x="310" y="103"/>
                        </a:lnTo>
                        <a:lnTo>
                          <a:pt x="290" y="88"/>
                        </a:lnTo>
                        <a:lnTo>
                          <a:pt x="270" y="75"/>
                        </a:lnTo>
                        <a:lnTo>
                          <a:pt x="247" y="63"/>
                        </a:lnTo>
                        <a:lnTo>
                          <a:pt x="225" y="51"/>
                        </a:lnTo>
                        <a:lnTo>
                          <a:pt x="201" y="41"/>
                        </a:lnTo>
                        <a:lnTo>
                          <a:pt x="179" y="32"/>
                        </a:lnTo>
                        <a:lnTo>
                          <a:pt x="154" y="23"/>
                        </a:lnTo>
                        <a:lnTo>
                          <a:pt x="129" y="17"/>
                        </a:lnTo>
                        <a:lnTo>
                          <a:pt x="104" y="10"/>
                        </a:lnTo>
                        <a:lnTo>
                          <a:pt x="78" y="6"/>
                        </a:lnTo>
                        <a:lnTo>
                          <a:pt x="53" y="3"/>
                        </a:lnTo>
                        <a:lnTo>
                          <a:pt x="26" y="1"/>
                        </a:lnTo>
                        <a:lnTo>
                          <a:pt x="0" y="0"/>
                        </a:lnTo>
                        <a:lnTo>
                          <a:pt x="0" y="164"/>
                        </a:lnTo>
                        <a:lnTo>
                          <a:pt x="18" y="164"/>
                        </a:lnTo>
                        <a:lnTo>
                          <a:pt x="36" y="165"/>
                        </a:lnTo>
                        <a:lnTo>
                          <a:pt x="54" y="168"/>
                        </a:lnTo>
                        <a:lnTo>
                          <a:pt x="72" y="171"/>
                        </a:lnTo>
                        <a:lnTo>
                          <a:pt x="88" y="175"/>
                        </a:lnTo>
                        <a:lnTo>
                          <a:pt x="105" y="180"/>
                        </a:lnTo>
                        <a:lnTo>
                          <a:pt x="122" y="186"/>
                        </a:lnTo>
                        <a:lnTo>
                          <a:pt x="138" y="192"/>
                        </a:lnTo>
                        <a:lnTo>
                          <a:pt x="153" y="199"/>
                        </a:lnTo>
                        <a:lnTo>
                          <a:pt x="169" y="207"/>
                        </a:lnTo>
                        <a:lnTo>
                          <a:pt x="184" y="216"/>
                        </a:lnTo>
                        <a:lnTo>
                          <a:pt x="198" y="225"/>
                        </a:lnTo>
                        <a:lnTo>
                          <a:pt x="212" y="235"/>
                        </a:lnTo>
                        <a:lnTo>
                          <a:pt x="226" y="245"/>
                        </a:lnTo>
                        <a:lnTo>
                          <a:pt x="239" y="256"/>
                        </a:lnTo>
                        <a:lnTo>
                          <a:pt x="251" y="269"/>
                        </a:lnTo>
                        <a:lnTo>
                          <a:pt x="263" y="281"/>
                        </a:lnTo>
                        <a:lnTo>
                          <a:pt x="274" y="294"/>
                        </a:lnTo>
                        <a:lnTo>
                          <a:pt x="285" y="307"/>
                        </a:lnTo>
                        <a:lnTo>
                          <a:pt x="294" y="321"/>
                        </a:lnTo>
                        <a:lnTo>
                          <a:pt x="304" y="335"/>
                        </a:lnTo>
                        <a:lnTo>
                          <a:pt x="312" y="350"/>
                        </a:lnTo>
                        <a:lnTo>
                          <a:pt x="320" y="366"/>
                        </a:lnTo>
                        <a:lnTo>
                          <a:pt x="327" y="381"/>
                        </a:lnTo>
                        <a:lnTo>
                          <a:pt x="334" y="397"/>
                        </a:lnTo>
                        <a:lnTo>
                          <a:pt x="339" y="414"/>
                        </a:lnTo>
                        <a:lnTo>
                          <a:pt x="344" y="432"/>
                        </a:lnTo>
                        <a:lnTo>
                          <a:pt x="349" y="448"/>
                        </a:lnTo>
                        <a:lnTo>
                          <a:pt x="351" y="466"/>
                        </a:lnTo>
                        <a:lnTo>
                          <a:pt x="354" y="483"/>
                        </a:lnTo>
                        <a:lnTo>
                          <a:pt x="355" y="501"/>
                        </a:lnTo>
                        <a:lnTo>
                          <a:pt x="355" y="520"/>
                        </a:lnTo>
                        <a:lnTo>
                          <a:pt x="520" y="520"/>
                        </a:lnTo>
                        <a:close/>
                      </a:path>
                    </a:pathLst>
                  </a:custGeom>
                  <a:solidFill>
                    <a:srgbClr val="EF2B2F"/>
                  </a:solidFill>
                  <a:ln>
                    <a:noFill/>
                  </a:ln>
                </p:spPr>
                <p:txBody>
                  <a:bodyPr/>
                  <a:lstStyle/>
                  <a:p>
                    <a:pPr>
                      <a:defRPr/>
                    </a:pPr>
                    <a:endParaRPr lang="en-US" sz="1050">
                      <a:latin typeface="+mj-lt"/>
                    </a:endParaRPr>
                  </a:p>
                </p:txBody>
              </p:sp>
              <p:sp>
                <p:nvSpPr>
                  <p:cNvPr id="41761" name="Freeform 16">
                    <a:extLst>
                      <a:ext uri="{FF2B5EF4-FFF2-40B4-BE49-F238E27FC236}">
                        <a16:creationId xmlns="" xmlns:a16="http://schemas.microsoft.com/office/drawing/2014/main" id="{9E37572A-4741-AE3A-FE38-B1862D4C20B6}"/>
                      </a:ext>
                    </a:extLst>
                  </p:cNvPr>
                  <p:cNvSpPr>
                    <a:spLocks/>
                  </p:cNvSpPr>
                  <p:nvPr/>
                </p:nvSpPr>
                <p:spPr bwMode="auto">
                  <a:xfrm>
                    <a:off x="2096" y="1943"/>
                    <a:ext cx="90" cy="85"/>
                  </a:xfrm>
                  <a:custGeom>
                    <a:avLst/>
                    <a:gdLst>
                      <a:gd name="T0" fmla="*/ 0 w 520"/>
                      <a:gd name="T1" fmla="*/ 0 h 520"/>
                      <a:gd name="T2" fmla="*/ 0 w 520"/>
                      <a:gd name="T3" fmla="*/ 0 h 520"/>
                      <a:gd name="T4" fmla="*/ 0 w 520"/>
                      <a:gd name="T5" fmla="*/ 0 h 520"/>
                      <a:gd name="T6" fmla="*/ 0 w 520"/>
                      <a:gd name="T7" fmla="*/ 0 h 520"/>
                      <a:gd name="T8" fmla="*/ 0 w 520"/>
                      <a:gd name="T9" fmla="*/ 0 h 520"/>
                      <a:gd name="T10" fmla="*/ 0 w 520"/>
                      <a:gd name="T11" fmla="*/ 0 h 520"/>
                      <a:gd name="T12" fmla="*/ 0 w 520"/>
                      <a:gd name="T13" fmla="*/ 0 h 520"/>
                      <a:gd name="T14" fmla="*/ 0 w 520"/>
                      <a:gd name="T15" fmla="*/ 0 h 520"/>
                      <a:gd name="T16" fmla="*/ 0 w 520"/>
                      <a:gd name="T17" fmla="*/ 0 h 520"/>
                      <a:gd name="T18" fmla="*/ 0 w 520"/>
                      <a:gd name="T19" fmla="*/ 0 h 520"/>
                      <a:gd name="T20" fmla="*/ 0 w 520"/>
                      <a:gd name="T21" fmla="*/ 0 h 520"/>
                      <a:gd name="T22" fmla="*/ 0 w 520"/>
                      <a:gd name="T23" fmla="*/ 0 h 520"/>
                      <a:gd name="T24" fmla="*/ 0 w 520"/>
                      <a:gd name="T25" fmla="*/ 0 h 520"/>
                      <a:gd name="T26" fmla="*/ 0 w 520"/>
                      <a:gd name="T27" fmla="*/ 0 h 520"/>
                      <a:gd name="T28" fmla="*/ 0 w 520"/>
                      <a:gd name="T29" fmla="*/ 0 h 520"/>
                      <a:gd name="T30" fmla="*/ 0 w 520"/>
                      <a:gd name="T31" fmla="*/ 0 h 520"/>
                      <a:gd name="T32" fmla="*/ 0 w 520"/>
                      <a:gd name="T33" fmla="*/ 0 h 520"/>
                      <a:gd name="T34" fmla="*/ 0 w 520"/>
                      <a:gd name="T35" fmla="*/ 0 h 520"/>
                      <a:gd name="T36" fmla="*/ 0 w 520"/>
                      <a:gd name="T37" fmla="*/ 0 h 520"/>
                      <a:gd name="T38" fmla="*/ 0 w 520"/>
                      <a:gd name="T39" fmla="*/ 0 h 520"/>
                      <a:gd name="T40" fmla="*/ 0 w 520"/>
                      <a:gd name="T41" fmla="*/ 0 h 520"/>
                      <a:gd name="T42" fmla="*/ 0 w 520"/>
                      <a:gd name="T43" fmla="*/ 0 h 520"/>
                      <a:gd name="T44" fmla="*/ 0 w 520"/>
                      <a:gd name="T45" fmla="*/ 0 h 520"/>
                      <a:gd name="T46" fmla="*/ 0 w 520"/>
                      <a:gd name="T47" fmla="*/ 0 h 520"/>
                      <a:gd name="T48" fmla="*/ 0 w 520"/>
                      <a:gd name="T49" fmla="*/ 0 h 520"/>
                      <a:gd name="T50" fmla="*/ 0 w 520"/>
                      <a:gd name="T51" fmla="*/ 0 h 520"/>
                      <a:gd name="T52" fmla="*/ 0 w 520"/>
                      <a:gd name="T53" fmla="*/ 0 h 520"/>
                      <a:gd name="T54" fmla="*/ 0 w 520"/>
                      <a:gd name="T55" fmla="*/ 0 h 520"/>
                      <a:gd name="T56" fmla="*/ 0 w 520"/>
                      <a:gd name="T57" fmla="*/ 0 h 520"/>
                      <a:gd name="T58" fmla="*/ 0 w 520"/>
                      <a:gd name="T59" fmla="*/ 0 h 520"/>
                      <a:gd name="T60" fmla="*/ 0 w 520"/>
                      <a:gd name="T61" fmla="*/ 0 h 520"/>
                      <a:gd name="T62" fmla="*/ 0 w 520"/>
                      <a:gd name="T63" fmla="*/ 0 h 520"/>
                      <a:gd name="T64" fmla="*/ 0 w 520"/>
                      <a:gd name="T65" fmla="*/ 0 h 520"/>
                      <a:gd name="T66" fmla="*/ 0 w 520"/>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0"/>
                      <a:gd name="T104" fmla="*/ 520 w 520"/>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0">
                        <a:moveTo>
                          <a:pt x="0" y="520"/>
                        </a:moveTo>
                        <a:lnTo>
                          <a:pt x="0" y="520"/>
                        </a:lnTo>
                        <a:lnTo>
                          <a:pt x="26" y="519"/>
                        </a:lnTo>
                        <a:lnTo>
                          <a:pt x="53" y="517"/>
                        </a:lnTo>
                        <a:lnTo>
                          <a:pt x="78" y="515"/>
                        </a:lnTo>
                        <a:lnTo>
                          <a:pt x="104" y="509"/>
                        </a:lnTo>
                        <a:lnTo>
                          <a:pt x="129" y="504"/>
                        </a:lnTo>
                        <a:lnTo>
                          <a:pt x="154" y="496"/>
                        </a:lnTo>
                        <a:lnTo>
                          <a:pt x="179" y="488"/>
                        </a:lnTo>
                        <a:lnTo>
                          <a:pt x="201" y="479"/>
                        </a:lnTo>
                        <a:lnTo>
                          <a:pt x="225" y="469"/>
                        </a:lnTo>
                        <a:lnTo>
                          <a:pt x="247" y="457"/>
                        </a:lnTo>
                        <a:lnTo>
                          <a:pt x="270" y="444"/>
                        </a:lnTo>
                        <a:lnTo>
                          <a:pt x="290" y="431"/>
                        </a:lnTo>
                        <a:lnTo>
                          <a:pt x="310" y="416"/>
                        </a:lnTo>
                        <a:lnTo>
                          <a:pt x="330" y="401"/>
                        </a:lnTo>
                        <a:lnTo>
                          <a:pt x="349" y="384"/>
                        </a:lnTo>
                        <a:lnTo>
                          <a:pt x="367" y="367"/>
                        </a:lnTo>
                        <a:lnTo>
                          <a:pt x="384" y="349"/>
                        </a:lnTo>
                        <a:lnTo>
                          <a:pt x="401" y="331"/>
                        </a:lnTo>
                        <a:lnTo>
                          <a:pt x="416" y="310"/>
                        </a:lnTo>
                        <a:lnTo>
                          <a:pt x="431" y="290"/>
                        </a:lnTo>
                        <a:lnTo>
                          <a:pt x="444" y="270"/>
                        </a:lnTo>
                        <a:lnTo>
                          <a:pt x="457" y="247"/>
                        </a:lnTo>
                        <a:lnTo>
                          <a:pt x="468" y="225"/>
                        </a:lnTo>
                        <a:lnTo>
                          <a:pt x="478" y="202"/>
                        </a:lnTo>
                        <a:lnTo>
                          <a:pt x="488" y="179"/>
                        </a:lnTo>
                        <a:lnTo>
                          <a:pt x="496" y="154"/>
                        </a:lnTo>
                        <a:lnTo>
                          <a:pt x="503" y="130"/>
                        </a:lnTo>
                        <a:lnTo>
                          <a:pt x="509" y="104"/>
                        </a:lnTo>
                        <a:lnTo>
                          <a:pt x="513" y="78"/>
                        </a:lnTo>
                        <a:lnTo>
                          <a:pt x="517" y="53"/>
                        </a:lnTo>
                        <a:lnTo>
                          <a:pt x="519" y="26"/>
                        </a:lnTo>
                        <a:lnTo>
                          <a:pt x="520" y="0"/>
                        </a:lnTo>
                        <a:lnTo>
                          <a:pt x="355" y="0"/>
                        </a:lnTo>
                        <a:lnTo>
                          <a:pt x="355" y="18"/>
                        </a:lnTo>
                        <a:lnTo>
                          <a:pt x="354" y="37"/>
                        </a:lnTo>
                        <a:lnTo>
                          <a:pt x="351" y="54"/>
                        </a:lnTo>
                        <a:lnTo>
                          <a:pt x="349" y="72"/>
                        </a:lnTo>
                        <a:lnTo>
                          <a:pt x="344" y="89"/>
                        </a:lnTo>
                        <a:lnTo>
                          <a:pt x="339" y="105"/>
                        </a:lnTo>
                        <a:lnTo>
                          <a:pt x="334" y="122"/>
                        </a:lnTo>
                        <a:lnTo>
                          <a:pt x="327" y="138"/>
                        </a:lnTo>
                        <a:lnTo>
                          <a:pt x="320" y="154"/>
                        </a:lnTo>
                        <a:lnTo>
                          <a:pt x="312" y="169"/>
                        </a:lnTo>
                        <a:lnTo>
                          <a:pt x="304" y="184"/>
                        </a:lnTo>
                        <a:lnTo>
                          <a:pt x="294" y="198"/>
                        </a:lnTo>
                        <a:lnTo>
                          <a:pt x="285" y="212"/>
                        </a:lnTo>
                        <a:lnTo>
                          <a:pt x="274" y="226"/>
                        </a:lnTo>
                        <a:lnTo>
                          <a:pt x="263" y="239"/>
                        </a:lnTo>
                        <a:lnTo>
                          <a:pt x="251" y="252"/>
                        </a:lnTo>
                        <a:lnTo>
                          <a:pt x="239" y="263"/>
                        </a:lnTo>
                        <a:lnTo>
                          <a:pt x="226" y="274"/>
                        </a:lnTo>
                        <a:lnTo>
                          <a:pt x="212" y="285"/>
                        </a:lnTo>
                        <a:lnTo>
                          <a:pt x="198" y="294"/>
                        </a:lnTo>
                        <a:lnTo>
                          <a:pt x="184" y="304"/>
                        </a:lnTo>
                        <a:lnTo>
                          <a:pt x="169" y="312"/>
                        </a:lnTo>
                        <a:lnTo>
                          <a:pt x="153" y="321"/>
                        </a:lnTo>
                        <a:lnTo>
                          <a:pt x="138" y="327"/>
                        </a:lnTo>
                        <a:lnTo>
                          <a:pt x="122" y="334"/>
                        </a:lnTo>
                        <a:lnTo>
                          <a:pt x="105" y="339"/>
                        </a:lnTo>
                        <a:lnTo>
                          <a:pt x="89" y="345"/>
                        </a:lnTo>
                        <a:lnTo>
                          <a:pt x="72" y="349"/>
                        </a:lnTo>
                        <a:lnTo>
                          <a:pt x="54" y="351"/>
                        </a:lnTo>
                        <a:lnTo>
                          <a:pt x="36" y="354"/>
                        </a:lnTo>
                        <a:lnTo>
                          <a:pt x="18" y="355"/>
                        </a:lnTo>
                        <a:lnTo>
                          <a:pt x="0" y="355"/>
                        </a:lnTo>
                        <a:lnTo>
                          <a:pt x="0" y="520"/>
                        </a:lnTo>
                        <a:close/>
                      </a:path>
                    </a:pathLst>
                  </a:custGeom>
                  <a:solidFill>
                    <a:srgbClr val="EF2B2F"/>
                  </a:solidFill>
                  <a:ln>
                    <a:noFill/>
                  </a:ln>
                </p:spPr>
                <p:txBody>
                  <a:bodyPr/>
                  <a:lstStyle/>
                  <a:p>
                    <a:pPr>
                      <a:defRPr/>
                    </a:pPr>
                    <a:endParaRPr lang="en-US" sz="1050">
                      <a:latin typeface="+mj-lt"/>
                    </a:endParaRPr>
                  </a:p>
                </p:txBody>
              </p:sp>
              <p:sp>
                <p:nvSpPr>
                  <p:cNvPr id="41762" name="Freeform 17">
                    <a:extLst>
                      <a:ext uri="{FF2B5EF4-FFF2-40B4-BE49-F238E27FC236}">
                        <a16:creationId xmlns="" xmlns:a16="http://schemas.microsoft.com/office/drawing/2014/main" id="{8F2D4897-56C4-F482-2C83-E95C3AEAB401}"/>
                      </a:ext>
                    </a:extLst>
                  </p:cNvPr>
                  <p:cNvSpPr>
                    <a:spLocks/>
                  </p:cNvSpPr>
                  <p:nvPr/>
                </p:nvSpPr>
                <p:spPr bwMode="auto">
                  <a:xfrm>
                    <a:off x="2025" y="1943"/>
                    <a:ext cx="82" cy="85"/>
                  </a:xfrm>
                  <a:custGeom>
                    <a:avLst/>
                    <a:gdLst>
                      <a:gd name="T0" fmla="*/ 0 w 521"/>
                      <a:gd name="T1" fmla="*/ 0 h 520"/>
                      <a:gd name="T2" fmla="*/ 0 w 521"/>
                      <a:gd name="T3" fmla="*/ 0 h 520"/>
                      <a:gd name="T4" fmla="*/ 0 w 521"/>
                      <a:gd name="T5" fmla="*/ 0 h 520"/>
                      <a:gd name="T6" fmla="*/ 0 w 521"/>
                      <a:gd name="T7" fmla="*/ 0 h 520"/>
                      <a:gd name="T8" fmla="*/ 0 w 521"/>
                      <a:gd name="T9" fmla="*/ 0 h 520"/>
                      <a:gd name="T10" fmla="*/ 0 w 521"/>
                      <a:gd name="T11" fmla="*/ 0 h 520"/>
                      <a:gd name="T12" fmla="*/ 0 w 521"/>
                      <a:gd name="T13" fmla="*/ 0 h 520"/>
                      <a:gd name="T14" fmla="*/ 0 w 521"/>
                      <a:gd name="T15" fmla="*/ 0 h 520"/>
                      <a:gd name="T16" fmla="*/ 0 w 521"/>
                      <a:gd name="T17" fmla="*/ 0 h 520"/>
                      <a:gd name="T18" fmla="*/ 0 w 521"/>
                      <a:gd name="T19" fmla="*/ 0 h 520"/>
                      <a:gd name="T20" fmla="*/ 0 w 521"/>
                      <a:gd name="T21" fmla="*/ 0 h 520"/>
                      <a:gd name="T22" fmla="*/ 0 w 521"/>
                      <a:gd name="T23" fmla="*/ 0 h 520"/>
                      <a:gd name="T24" fmla="*/ 0 w 521"/>
                      <a:gd name="T25" fmla="*/ 0 h 520"/>
                      <a:gd name="T26" fmla="*/ 0 w 521"/>
                      <a:gd name="T27" fmla="*/ 0 h 520"/>
                      <a:gd name="T28" fmla="*/ 0 w 521"/>
                      <a:gd name="T29" fmla="*/ 0 h 520"/>
                      <a:gd name="T30" fmla="*/ 0 w 521"/>
                      <a:gd name="T31" fmla="*/ 0 h 520"/>
                      <a:gd name="T32" fmla="*/ 0 w 521"/>
                      <a:gd name="T33" fmla="*/ 0 h 520"/>
                      <a:gd name="T34" fmla="*/ 0 w 521"/>
                      <a:gd name="T35" fmla="*/ 0 h 520"/>
                      <a:gd name="T36" fmla="*/ 0 w 521"/>
                      <a:gd name="T37" fmla="*/ 0 h 520"/>
                      <a:gd name="T38" fmla="*/ 0 w 521"/>
                      <a:gd name="T39" fmla="*/ 0 h 520"/>
                      <a:gd name="T40" fmla="*/ 0 w 521"/>
                      <a:gd name="T41" fmla="*/ 0 h 520"/>
                      <a:gd name="T42" fmla="*/ 0 w 521"/>
                      <a:gd name="T43" fmla="*/ 0 h 520"/>
                      <a:gd name="T44" fmla="*/ 0 w 521"/>
                      <a:gd name="T45" fmla="*/ 0 h 520"/>
                      <a:gd name="T46" fmla="*/ 0 w 521"/>
                      <a:gd name="T47" fmla="*/ 0 h 520"/>
                      <a:gd name="T48" fmla="*/ 0 w 521"/>
                      <a:gd name="T49" fmla="*/ 0 h 520"/>
                      <a:gd name="T50" fmla="*/ 0 w 521"/>
                      <a:gd name="T51" fmla="*/ 0 h 520"/>
                      <a:gd name="T52" fmla="*/ 0 w 521"/>
                      <a:gd name="T53" fmla="*/ 0 h 520"/>
                      <a:gd name="T54" fmla="*/ 0 w 521"/>
                      <a:gd name="T55" fmla="*/ 0 h 520"/>
                      <a:gd name="T56" fmla="*/ 0 w 521"/>
                      <a:gd name="T57" fmla="*/ 0 h 520"/>
                      <a:gd name="T58" fmla="*/ 0 w 521"/>
                      <a:gd name="T59" fmla="*/ 0 h 520"/>
                      <a:gd name="T60" fmla="*/ 0 w 521"/>
                      <a:gd name="T61" fmla="*/ 0 h 520"/>
                      <a:gd name="T62" fmla="*/ 0 w 521"/>
                      <a:gd name="T63" fmla="*/ 0 h 520"/>
                      <a:gd name="T64" fmla="*/ 0 w 521"/>
                      <a:gd name="T65" fmla="*/ 0 h 520"/>
                      <a:gd name="T66" fmla="*/ 0 w 521"/>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0"/>
                      <a:gd name="T104" fmla="*/ 521 w 521"/>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0">
                        <a:moveTo>
                          <a:pt x="0" y="0"/>
                        </a:moveTo>
                        <a:lnTo>
                          <a:pt x="0" y="0"/>
                        </a:lnTo>
                        <a:lnTo>
                          <a:pt x="2" y="26"/>
                        </a:lnTo>
                        <a:lnTo>
                          <a:pt x="4" y="53"/>
                        </a:lnTo>
                        <a:lnTo>
                          <a:pt x="7" y="78"/>
                        </a:lnTo>
                        <a:lnTo>
                          <a:pt x="11" y="104"/>
                        </a:lnTo>
                        <a:lnTo>
                          <a:pt x="16" y="130"/>
                        </a:lnTo>
                        <a:lnTo>
                          <a:pt x="24" y="154"/>
                        </a:lnTo>
                        <a:lnTo>
                          <a:pt x="33" y="179"/>
                        </a:lnTo>
                        <a:lnTo>
                          <a:pt x="42" y="202"/>
                        </a:lnTo>
                        <a:lnTo>
                          <a:pt x="52" y="225"/>
                        </a:lnTo>
                        <a:lnTo>
                          <a:pt x="64" y="247"/>
                        </a:lnTo>
                        <a:lnTo>
                          <a:pt x="76" y="270"/>
                        </a:lnTo>
                        <a:lnTo>
                          <a:pt x="89" y="290"/>
                        </a:lnTo>
                        <a:lnTo>
                          <a:pt x="104" y="310"/>
                        </a:lnTo>
                        <a:lnTo>
                          <a:pt x="119" y="331"/>
                        </a:lnTo>
                        <a:lnTo>
                          <a:pt x="136" y="349"/>
                        </a:lnTo>
                        <a:lnTo>
                          <a:pt x="153" y="367"/>
                        </a:lnTo>
                        <a:lnTo>
                          <a:pt x="172" y="384"/>
                        </a:lnTo>
                        <a:lnTo>
                          <a:pt x="190" y="401"/>
                        </a:lnTo>
                        <a:lnTo>
                          <a:pt x="210" y="416"/>
                        </a:lnTo>
                        <a:lnTo>
                          <a:pt x="230" y="431"/>
                        </a:lnTo>
                        <a:lnTo>
                          <a:pt x="251" y="444"/>
                        </a:lnTo>
                        <a:lnTo>
                          <a:pt x="273" y="457"/>
                        </a:lnTo>
                        <a:lnTo>
                          <a:pt x="296" y="469"/>
                        </a:lnTo>
                        <a:lnTo>
                          <a:pt x="319" y="479"/>
                        </a:lnTo>
                        <a:lnTo>
                          <a:pt x="343" y="488"/>
                        </a:lnTo>
                        <a:lnTo>
                          <a:pt x="366" y="496"/>
                        </a:lnTo>
                        <a:lnTo>
                          <a:pt x="391" y="504"/>
                        </a:lnTo>
                        <a:lnTo>
                          <a:pt x="416" y="509"/>
                        </a:lnTo>
                        <a:lnTo>
                          <a:pt x="442" y="515"/>
                        </a:lnTo>
                        <a:lnTo>
                          <a:pt x="468" y="517"/>
                        </a:lnTo>
                        <a:lnTo>
                          <a:pt x="494" y="519"/>
                        </a:lnTo>
                        <a:lnTo>
                          <a:pt x="521" y="520"/>
                        </a:lnTo>
                        <a:lnTo>
                          <a:pt x="521" y="355"/>
                        </a:lnTo>
                        <a:lnTo>
                          <a:pt x="502" y="355"/>
                        </a:lnTo>
                        <a:lnTo>
                          <a:pt x="484" y="354"/>
                        </a:lnTo>
                        <a:lnTo>
                          <a:pt x="467" y="351"/>
                        </a:lnTo>
                        <a:lnTo>
                          <a:pt x="449" y="349"/>
                        </a:lnTo>
                        <a:lnTo>
                          <a:pt x="431" y="345"/>
                        </a:lnTo>
                        <a:lnTo>
                          <a:pt x="415" y="339"/>
                        </a:lnTo>
                        <a:lnTo>
                          <a:pt x="398" y="334"/>
                        </a:lnTo>
                        <a:lnTo>
                          <a:pt x="382" y="327"/>
                        </a:lnTo>
                        <a:lnTo>
                          <a:pt x="367" y="321"/>
                        </a:lnTo>
                        <a:lnTo>
                          <a:pt x="351" y="312"/>
                        </a:lnTo>
                        <a:lnTo>
                          <a:pt x="336" y="304"/>
                        </a:lnTo>
                        <a:lnTo>
                          <a:pt x="322" y="294"/>
                        </a:lnTo>
                        <a:lnTo>
                          <a:pt x="308" y="285"/>
                        </a:lnTo>
                        <a:lnTo>
                          <a:pt x="294" y="274"/>
                        </a:lnTo>
                        <a:lnTo>
                          <a:pt x="282" y="263"/>
                        </a:lnTo>
                        <a:lnTo>
                          <a:pt x="270" y="252"/>
                        </a:lnTo>
                        <a:lnTo>
                          <a:pt x="257" y="239"/>
                        </a:lnTo>
                        <a:lnTo>
                          <a:pt x="246" y="226"/>
                        </a:lnTo>
                        <a:lnTo>
                          <a:pt x="236" y="212"/>
                        </a:lnTo>
                        <a:lnTo>
                          <a:pt x="226" y="198"/>
                        </a:lnTo>
                        <a:lnTo>
                          <a:pt x="216" y="184"/>
                        </a:lnTo>
                        <a:lnTo>
                          <a:pt x="208" y="169"/>
                        </a:lnTo>
                        <a:lnTo>
                          <a:pt x="200" y="154"/>
                        </a:lnTo>
                        <a:lnTo>
                          <a:pt x="193" y="138"/>
                        </a:lnTo>
                        <a:lnTo>
                          <a:pt x="186" y="122"/>
                        </a:lnTo>
                        <a:lnTo>
                          <a:pt x="181" y="105"/>
                        </a:lnTo>
                        <a:lnTo>
                          <a:pt x="176" y="89"/>
                        </a:lnTo>
                        <a:lnTo>
                          <a:pt x="172" y="72"/>
                        </a:lnTo>
                        <a:lnTo>
                          <a:pt x="169" y="54"/>
                        </a:lnTo>
                        <a:lnTo>
                          <a:pt x="166" y="37"/>
                        </a:lnTo>
                        <a:lnTo>
                          <a:pt x="165" y="18"/>
                        </a:lnTo>
                        <a:lnTo>
                          <a:pt x="165" y="0"/>
                        </a:lnTo>
                        <a:lnTo>
                          <a:pt x="0" y="0"/>
                        </a:lnTo>
                        <a:close/>
                      </a:path>
                    </a:pathLst>
                  </a:custGeom>
                  <a:solidFill>
                    <a:srgbClr val="EF2B2F"/>
                  </a:solidFill>
                  <a:ln>
                    <a:noFill/>
                  </a:ln>
                </p:spPr>
                <p:txBody>
                  <a:bodyPr/>
                  <a:lstStyle/>
                  <a:p>
                    <a:pPr>
                      <a:defRPr/>
                    </a:pPr>
                    <a:endParaRPr lang="en-US" sz="1050">
                      <a:latin typeface="+mj-lt"/>
                    </a:endParaRPr>
                  </a:p>
                </p:txBody>
              </p:sp>
              <p:sp>
                <p:nvSpPr>
                  <p:cNvPr id="41763" name="Freeform 18">
                    <a:extLst>
                      <a:ext uri="{FF2B5EF4-FFF2-40B4-BE49-F238E27FC236}">
                        <a16:creationId xmlns="" xmlns:a16="http://schemas.microsoft.com/office/drawing/2014/main" id="{A92C41CF-577E-BCD9-DA49-3AD299105C62}"/>
                      </a:ext>
                    </a:extLst>
                  </p:cNvPr>
                  <p:cNvSpPr>
                    <a:spLocks/>
                  </p:cNvSpPr>
                  <p:nvPr/>
                </p:nvSpPr>
                <p:spPr bwMode="auto">
                  <a:xfrm>
                    <a:off x="2025" y="1854"/>
                    <a:ext cx="82" cy="89"/>
                  </a:xfrm>
                  <a:custGeom>
                    <a:avLst/>
                    <a:gdLst>
                      <a:gd name="T0" fmla="*/ 0 w 521"/>
                      <a:gd name="T1" fmla="*/ 0 h 520"/>
                      <a:gd name="T2" fmla="*/ 0 w 521"/>
                      <a:gd name="T3" fmla="*/ 0 h 520"/>
                      <a:gd name="T4" fmla="*/ 0 w 521"/>
                      <a:gd name="T5" fmla="*/ 0 h 520"/>
                      <a:gd name="T6" fmla="*/ 0 w 521"/>
                      <a:gd name="T7" fmla="*/ 0 h 520"/>
                      <a:gd name="T8" fmla="*/ 0 w 521"/>
                      <a:gd name="T9" fmla="*/ 0 h 520"/>
                      <a:gd name="T10" fmla="*/ 0 w 521"/>
                      <a:gd name="T11" fmla="*/ 0 h 520"/>
                      <a:gd name="T12" fmla="*/ 0 w 521"/>
                      <a:gd name="T13" fmla="*/ 0 h 520"/>
                      <a:gd name="T14" fmla="*/ 0 w 521"/>
                      <a:gd name="T15" fmla="*/ 0 h 520"/>
                      <a:gd name="T16" fmla="*/ 0 w 521"/>
                      <a:gd name="T17" fmla="*/ 0 h 520"/>
                      <a:gd name="T18" fmla="*/ 0 w 521"/>
                      <a:gd name="T19" fmla="*/ 0 h 520"/>
                      <a:gd name="T20" fmla="*/ 0 w 521"/>
                      <a:gd name="T21" fmla="*/ 0 h 520"/>
                      <a:gd name="T22" fmla="*/ 0 w 521"/>
                      <a:gd name="T23" fmla="*/ 0 h 520"/>
                      <a:gd name="T24" fmla="*/ 0 w 521"/>
                      <a:gd name="T25" fmla="*/ 0 h 520"/>
                      <a:gd name="T26" fmla="*/ 0 w 521"/>
                      <a:gd name="T27" fmla="*/ 0 h 520"/>
                      <a:gd name="T28" fmla="*/ 0 w 521"/>
                      <a:gd name="T29" fmla="*/ 0 h 520"/>
                      <a:gd name="T30" fmla="*/ 0 w 521"/>
                      <a:gd name="T31" fmla="*/ 0 h 520"/>
                      <a:gd name="T32" fmla="*/ 0 w 521"/>
                      <a:gd name="T33" fmla="*/ 0 h 520"/>
                      <a:gd name="T34" fmla="*/ 0 w 521"/>
                      <a:gd name="T35" fmla="*/ 0 h 520"/>
                      <a:gd name="T36" fmla="*/ 0 w 521"/>
                      <a:gd name="T37" fmla="*/ 0 h 520"/>
                      <a:gd name="T38" fmla="*/ 0 w 521"/>
                      <a:gd name="T39" fmla="*/ 0 h 520"/>
                      <a:gd name="T40" fmla="*/ 0 w 521"/>
                      <a:gd name="T41" fmla="*/ 0 h 520"/>
                      <a:gd name="T42" fmla="*/ 0 w 521"/>
                      <a:gd name="T43" fmla="*/ 0 h 520"/>
                      <a:gd name="T44" fmla="*/ 0 w 521"/>
                      <a:gd name="T45" fmla="*/ 0 h 520"/>
                      <a:gd name="T46" fmla="*/ 0 w 521"/>
                      <a:gd name="T47" fmla="*/ 0 h 520"/>
                      <a:gd name="T48" fmla="*/ 0 w 521"/>
                      <a:gd name="T49" fmla="*/ 0 h 520"/>
                      <a:gd name="T50" fmla="*/ 0 w 521"/>
                      <a:gd name="T51" fmla="*/ 0 h 520"/>
                      <a:gd name="T52" fmla="*/ 0 w 521"/>
                      <a:gd name="T53" fmla="*/ 0 h 520"/>
                      <a:gd name="T54" fmla="*/ 0 w 521"/>
                      <a:gd name="T55" fmla="*/ 0 h 520"/>
                      <a:gd name="T56" fmla="*/ 0 w 521"/>
                      <a:gd name="T57" fmla="*/ 0 h 520"/>
                      <a:gd name="T58" fmla="*/ 0 w 521"/>
                      <a:gd name="T59" fmla="*/ 0 h 520"/>
                      <a:gd name="T60" fmla="*/ 0 w 521"/>
                      <a:gd name="T61" fmla="*/ 0 h 520"/>
                      <a:gd name="T62" fmla="*/ 0 w 521"/>
                      <a:gd name="T63" fmla="*/ 0 h 520"/>
                      <a:gd name="T64" fmla="*/ 0 w 521"/>
                      <a:gd name="T65" fmla="*/ 0 h 520"/>
                      <a:gd name="T66" fmla="*/ 0 w 521"/>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0"/>
                      <a:gd name="T104" fmla="*/ 521 w 521"/>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0">
                        <a:moveTo>
                          <a:pt x="521" y="0"/>
                        </a:moveTo>
                        <a:lnTo>
                          <a:pt x="521" y="0"/>
                        </a:lnTo>
                        <a:lnTo>
                          <a:pt x="494" y="1"/>
                        </a:lnTo>
                        <a:lnTo>
                          <a:pt x="468" y="3"/>
                        </a:lnTo>
                        <a:lnTo>
                          <a:pt x="442" y="6"/>
                        </a:lnTo>
                        <a:lnTo>
                          <a:pt x="416" y="10"/>
                        </a:lnTo>
                        <a:lnTo>
                          <a:pt x="391" y="17"/>
                        </a:lnTo>
                        <a:lnTo>
                          <a:pt x="366" y="23"/>
                        </a:lnTo>
                        <a:lnTo>
                          <a:pt x="343" y="32"/>
                        </a:lnTo>
                        <a:lnTo>
                          <a:pt x="319" y="41"/>
                        </a:lnTo>
                        <a:lnTo>
                          <a:pt x="296" y="51"/>
                        </a:lnTo>
                        <a:lnTo>
                          <a:pt x="273" y="63"/>
                        </a:lnTo>
                        <a:lnTo>
                          <a:pt x="251" y="75"/>
                        </a:lnTo>
                        <a:lnTo>
                          <a:pt x="230" y="88"/>
                        </a:lnTo>
                        <a:lnTo>
                          <a:pt x="210" y="103"/>
                        </a:lnTo>
                        <a:lnTo>
                          <a:pt x="190" y="118"/>
                        </a:lnTo>
                        <a:lnTo>
                          <a:pt x="172" y="135"/>
                        </a:lnTo>
                        <a:lnTo>
                          <a:pt x="153" y="152"/>
                        </a:lnTo>
                        <a:lnTo>
                          <a:pt x="136" y="171"/>
                        </a:lnTo>
                        <a:lnTo>
                          <a:pt x="119" y="189"/>
                        </a:lnTo>
                        <a:lnTo>
                          <a:pt x="104" y="209"/>
                        </a:lnTo>
                        <a:lnTo>
                          <a:pt x="89" y="229"/>
                        </a:lnTo>
                        <a:lnTo>
                          <a:pt x="76" y="250"/>
                        </a:lnTo>
                        <a:lnTo>
                          <a:pt x="64" y="272"/>
                        </a:lnTo>
                        <a:lnTo>
                          <a:pt x="52" y="295"/>
                        </a:lnTo>
                        <a:lnTo>
                          <a:pt x="42" y="318"/>
                        </a:lnTo>
                        <a:lnTo>
                          <a:pt x="33" y="342"/>
                        </a:lnTo>
                        <a:lnTo>
                          <a:pt x="24" y="365"/>
                        </a:lnTo>
                        <a:lnTo>
                          <a:pt x="18" y="390"/>
                        </a:lnTo>
                        <a:lnTo>
                          <a:pt x="11" y="415"/>
                        </a:lnTo>
                        <a:lnTo>
                          <a:pt x="7" y="441"/>
                        </a:lnTo>
                        <a:lnTo>
                          <a:pt x="4" y="467"/>
                        </a:lnTo>
                        <a:lnTo>
                          <a:pt x="2" y="494"/>
                        </a:lnTo>
                        <a:lnTo>
                          <a:pt x="0" y="520"/>
                        </a:lnTo>
                        <a:lnTo>
                          <a:pt x="165" y="520"/>
                        </a:lnTo>
                        <a:lnTo>
                          <a:pt x="165" y="501"/>
                        </a:lnTo>
                        <a:lnTo>
                          <a:pt x="166" y="483"/>
                        </a:lnTo>
                        <a:lnTo>
                          <a:pt x="169" y="466"/>
                        </a:lnTo>
                        <a:lnTo>
                          <a:pt x="172" y="448"/>
                        </a:lnTo>
                        <a:lnTo>
                          <a:pt x="176" y="430"/>
                        </a:lnTo>
                        <a:lnTo>
                          <a:pt x="181" y="414"/>
                        </a:lnTo>
                        <a:lnTo>
                          <a:pt x="186" y="397"/>
                        </a:lnTo>
                        <a:lnTo>
                          <a:pt x="193" y="381"/>
                        </a:lnTo>
                        <a:lnTo>
                          <a:pt x="200" y="366"/>
                        </a:lnTo>
                        <a:lnTo>
                          <a:pt x="208" y="350"/>
                        </a:lnTo>
                        <a:lnTo>
                          <a:pt x="216" y="335"/>
                        </a:lnTo>
                        <a:lnTo>
                          <a:pt x="226" y="321"/>
                        </a:lnTo>
                        <a:lnTo>
                          <a:pt x="236" y="307"/>
                        </a:lnTo>
                        <a:lnTo>
                          <a:pt x="246" y="294"/>
                        </a:lnTo>
                        <a:lnTo>
                          <a:pt x="257" y="281"/>
                        </a:lnTo>
                        <a:lnTo>
                          <a:pt x="270" y="269"/>
                        </a:lnTo>
                        <a:lnTo>
                          <a:pt x="282" y="256"/>
                        </a:lnTo>
                        <a:lnTo>
                          <a:pt x="294" y="245"/>
                        </a:lnTo>
                        <a:lnTo>
                          <a:pt x="308" y="235"/>
                        </a:lnTo>
                        <a:lnTo>
                          <a:pt x="322" y="225"/>
                        </a:lnTo>
                        <a:lnTo>
                          <a:pt x="336" y="216"/>
                        </a:lnTo>
                        <a:lnTo>
                          <a:pt x="351" y="207"/>
                        </a:lnTo>
                        <a:lnTo>
                          <a:pt x="367" y="199"/>
                        </a:lnTo>
                        <a:lnTo>
                          <a:pt x="382" y="192"/>
                        </a:lnTo>
                        <a:lnTo>
                          <a:pt x="398" y="186"/>
                        </a:lnTo>
                        <a:lnTo>
                          <a:pt x="415" y="180"/>
                        </a:lnTo>
                        <a:lnTo>
                          <a:pt x="432" y="175"/>
                        </a:lnTo>
                        <a:lnTo>
                          <a:pt x="449" y="171"/>
                        </a:lnTo>
                        <a:lnTo>
                          <a:pt x="467" y="168"/>
                        </a:lnTo>
                        <a:lnTo>
                          <a:pt x="484" y="165"/>
                        </a:lnTo>
                        <a:lnTo>
                          <a:pt x="502" y="164"/>
                        </a:lnTo>
                        <a:lnTo>
                          <a:pt x="521" y="164"/>
                        </a:lnTo>
                        <a:lnTo>
                          <a:pt x="521" y="0"/>
                        </a:lnTo>
                        <a:close/>
                      </a:path>
                    </a:pathLst>
                  </a:custGeom>
                  <a:solidFill>
                    <a:srgbClr val="EF2B2F"/>
                  </a:solidFill>
                  <a:ln>
                    <a:noFill/>
                  </a:ln>
                </p:spPr>
                <p:txBody>
                  <a:bodyPr/>
                  <a:lstStyle/>
                  <a:p>
                    <a:pPr>
                      <a:defRPr/>
                    </a:pPr>
                    <a:endParaRPr lang="en-US" sz="1050">
                      <a:latin typeface="+mj-lt"/>
                    </a:endParaRPr>
                  </a:p>
                </p:txBody>
              </p:sp>
              <p:sp>
                <p:nvSpPr>
                  <p:cNvPr id="41764" name="Freeform 19">
                    <a:extLst>
                      <a:ext uri="{FF2B5EF4-FFF2-40B4-BE49-F238E27FC236}">
                        <a16:creationId xmlns="" xmlns:a16="http://schemas.microsoft.com/office/drawing/2014/main" id="{7550CBDC-D508-9D95-AB73-AF53A8FACB65}"/>
                      </a:ext>
                    </a:extLst>
                  </p:cNvPr>
                  <p:cNvSpPr>
                    <a:spLocks/>
                  </p:cNvSpPr>
                  <p:nvPr/>
                </p:nvSpPr>
                <p:spPr bwMode="auto">
                  <a:xfrm>
                    <a:off x="1970" y="2002"/>
                    <a:ext cx="145" cy="144"/>
                  </a:xfrm>
                  <a:custGeom>
                    <a:avLst/>
                    <a:gdLst>
                      <a:gd name="T0" fmla="*/ 0 w 876"/>
                      <a:gd name="T1" fmla="*/ 0 h 876"/>
                      <a:gd name="T2" fmla="*/ 0 w 876"/>
                      <a:gd name="T3" fmla="*/ 0 h 876"/>
                      <a:gd name="T4" fmla="*/ 0 w 876"/>
                      <a:gd name="T5" fmla="*/ 0 h 876"/>
                      <a:gd name="T6" fmla="*/ 0 w 876"/>
                      <a:gd name="T7" fmla="*/ 0 h 876"/>
                      <a:gd name="T8" fmla="*/ 0 w 876"/>
                      <a:gd name="T9" fmla="*/ 0 h 876"/>
                      <a:gd name="T10" fmla="*/ 0 w 876"/>
                      <a:gd name="T11" fmla="*/ 0 h 876"/>
                      <a:gd name="T12" fmla="*/ 0 w 876"/>
                      <a:gd name="T13" fmla="*/ 0 h 876"/>
                      <a:gd name="T14" fmla="*/ 0 w 876"/>
                      <a:gd name="T15" fmla="*/ 0 h 876"/>
                      <a:gd name="T16" fmla="*/ 0 w 876"/>
                      <a:gd name="T17" fmla="*/ 0 h 876"/>
                      <a:gd name="T18" fmla="*/ 0 w 876"/>
                      <a:gd name="T19" fmla="*/ 0 h 876"/>
                      <a:gd name="T20" fmla="*/ 0 w 876"/>
                      <a:gd name="T21" fmla="*/ 0 h 876"/>
                      <a:gd name="T22" fmla="*/ 0 w 876"/>
                      <a:gd name="T23" fmla="*/ 0 h 876"/>
                      <a:gd name="T24" fmla="*/ 0 w 876"/>
                      <a:gd name="T25" fmla="*/ 0 h 876"/>
                      <a:gd name="T26" fmla="*/ 0 w 876"/>
                      <a:gd name="T27" fmla="*/ 0 h 876"/>
                      <a:gd name="T28" fmla="*/ 0 w 876"/>
                      <a:gd name="T29" fmla="*/ 0 h 876"/>
                      <a:gd name="T30" fmla="*/ 0 w 876"/>
                      <a:gd name="T31" fmla="*/ 0 h 876"/>
                      <a:gd name="T32" fmla="*/ 0 w 876"/>
                      <a:gd name="T33" fmla="*/ 0 h 876"/>
                      <a:gd name="T34" fmla="*/ 0 w 876"/>
                      <a:gd name="T35" fmla="*/ 0 h 876"/>
                      <a:gd name="T36" fmla="*/ 0 w 876"/>
                      <a:gd name="T37" fmla="*/ 0 h 876"/>
                      <a:gd name="T38" fmla="*/ 0 w 876"/>
                      <a:gd name="T39" fmla="*/ 0 h 876"/>
                      <a:gd name="T40" fmla="*/ 0 w 876"/>
                      <a:gd name="T41" fmla="*/ 0 h 876"/>
                      <a:gd name="T42" fmla="*/ 0 w 876"/>
                      <a:gd name="T43" fmla="*/ 0 h 876"/>
                      <a:gd name="T44" fmla="*/ 0 w 876"/>
                      <a:gd name="T45" fmla="*/ 0 h 876"/>
                      <a:gd name="T46" fmla="*/ 0 w 876"/>
                      <a:gd name="T47" fmla="*/ 0 h 876"/>
                      <a:gd name="T48" fmla="*/ 0 w 876"/>
                      <a:gd name="T49" fmla="*/ 0 h 876"/>
                      <a:gd name="T50" fmla="*/ 0 w 876"/>
                      <a:gd name="T51" fmla="*/ 0 h 876"/>
                      <a:gd name="T52" fmla="*/ 0 w 876"/>
                      <a:gd name="T53" fmla="*/ 0 h 876"/>
                      <a:gd name="T54" fmla="*/ 0 w 876"/>
                      <a:gd name="T55" fmla="*/ 0 h 876"/>
                      <a:gd name="T56" fmla="*/ 0 w 876"/>
                      <a:gd name="T57" fmla="*/ 0 h 876"/>
                      <a:gd name="T58" fmla="*/ 0 w 876"/>
                      <a:gd name="T59" fmla="*/ 0 h 876"/>
                      <a:gd name="T60" fmla="*/ 0 w 876"/>
                      <a:gd name="T61" fmla="*/ 0 h 876"/>
                      <a:gd name="T62" fmla="*/ 0 w 876"/>
                      <a:gd name="T63" fmla="*/ 0 h 876"/>
                      <a:gd name="T64" fmla="*/ 0 w 876"/>
                      <a:gd name="T65" fmla="*/ 0 h 876"/>
                      <a:gd name="T66" fmla="*/ 0 w 876"/>
                      <a:gd name="T67" fmla="*/ 0 h 876"/>
                      <a:gd name="T68" fmla="*/ 0 w 876"/>
                      <a:gd name="T69" fmla="*/ 0 h 876"/>
                      <a:gd name="T70" fmla="*/ 0 w 876"/>
                      <a:gd name="T71" fmla="*/ 0 h 876"/>
                      <a:gd name="T72" fmla="*/ 0 w 876"/>
                      <a:gd name="T73" fmla="*/ 0 h 876"/>
                      <a:gd name="T74" fmla="*/ 0 w 876"/>
                      <a:gd name="T75" fmla="*/ 0 h 876"/>
                      <a:gd name="T76" fmla="*/ 0 w 876"/>
                      <a:gd name="T77" fmla="*/ 0 h 876"/>
                      <a:gd name="T78" fmla="*/ 0 w 876"/>
                      <a:gd name="T79" fmla="*/ 0 h 876"/>
                      <a:gd name="T80" fmla="*/ 0 w 876"/>
                      <a:gd name="T81" fmla="*/ 0 h 876"/>
                      <a:gd name="T82" fmla="*/ 0 w 876"/>
                      <a:gd name="T83" fmla="*/ 0 h 876"/>
                      <a:gd name="T84" fmla="*/ 0 w 876"/>
                      <a:gd name="T85" fmla="*/ 0 h 87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76"/>
                      <a:gd name="T130" fmla="*/ 0 h 876"/>
                      <a:gd name="T131" fmla="*/ 876 w 876"/>
                      <a:gd name="T132" fmla="*/ 876 h 87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76" h="876">
                        <a:moveTo>
                          <a:pt x="437" y="0"/>
                        </a:moveTo>
                        <a:lnTo>
                          <a:pt x="460" y="0"/>
                        </a:lnTo>
                        <a:lnTo>
                          <a:pt x="482" y="2"/>
                        </a:lnTo>
                        <a:lnTo>
                          <a:pt x="504" y="4"/>
                        </a:lnTo>
                        <a:lnTo>
                          <a:pt x="526" y="9"/>
                        </a:lnTo>
                        <a:lnTo>
                          <a:pt x="546" y="14"/>
                        </a:lnTo>
                        <a:lnTo>
                          <a:pt x="568" y="19"/>
                        </a:lnTo>
                        <a:lnTo>
                          <a:pt x="588" y="27"/>
                        </a:lnTo>
                        <a:lnTo>
                          <a:pt x="607" y="34"/>
                        </a:lnTo>
                        <a:lnTo>
                          <a:pt x="627" y="43"/>
                        </a:lnTo>
                        <a:lnTo>
                          <a:pt x="646" y="52"/>
                        </a:lnTo>
                        <a:lnTo>
                          <a:pt x="664" y="63"/>
                        </a:lnTo>
                        <a:lnTo>
                          <a:pt x="682" y="75"/>
                        </a:lnTo>
                        <a:lnTo>
                          <a:pt x="699" y="87"/>
                        </a:lnTo>
                        <a:lnTo>
                          <a:pt x="715" y="99"/>
                        </a:lnTo>
                        <a:lnTo>
                          <a:pt x="731" y="113"/>
                        </a:lnTo>
                        <a:lnTo>
                          <a:pt x="747" y="128"/>
                        </a:lnTo>
                        <a:lnTo>
                          <a:pt x="761" y="143"/>
                        </a:lnTo>
                        <a:lnTo>
                          <a:pt x="775" y="159"/>
                        </a:lnTo>
                        <a:lnTo>
                          <a:pt x="788" y="175"/>
                        </a:lnTo>
                        <a:lnTo>
                          <a:pt x="801" y="193"/>
                        </a:lnTo>
                        <a:lnTo>
                          <a:pt x="812" y="211"/>
                        </a:lnTo>
                        <a:lnTo>
                          <a:pt x="822" y="229"/>
                        </a:lnTo>
                        <a:lnTo>
                          <a:pt x="832" y="248"/>
                        </a:lnTo>
                        <a:lnTo>
                          <a:pt x="840" y="267"/>
                        </a:lnTo>
                        <a:lnTo>
                          <a:pt x="849" y="288"/>
                        </a:lnTo>
                        <a:lnTo>
                          <a:pt x="855" y="308"/>
                        </a:lnTo>
                        <a:lnTo>
                          <a:pt x="862" y="328"/>
                        </a:lnTo>
                        <a:lnTo>
                          <a:pt x="866" y="350"/>
                        </a:lnTo>
                        <a:lnTo>
                          <a:pt x="870" y="371"/>
                        </a:lnTo>
                        <a:lnTo>
                          <a:pt x="874" y="392"/>
                        </a:lnTo>
                        <a:lnTo>
                          <a:pt x="875" y="415"/>
                        </a:lnTo>
                        <a:lnTo>
                          <a:pt x="876" y="437"/>
                        </a:lnTo>
                        <a:lnTo>
                          <a:pt x="875" y="460"/>
                        </a:lnTo>
                        <a:lnTo>
                          <a:pt x="874" y="482"/>
                        </a:lnTo>
                        <a:lnTo>
                          <a:pt x="870" y="504"/>
                        </a:lnTo>
                        <a:lnTo>
                          <a:pt x="866" y="526"/>
                        </a:lnTo>
                        <a:lnTo>
                          <a:pt x="862" y="546"/>
                        </a:lnTo>
                        <a:lnTo>
                          <a:pt x="855" y="568"/>
                        </a:lnTo>
                        <a:lnTo>
                          <a:pt x="849" y="588"/>
                        </a:lnTo>
                        <a:lnTo>
                          <a:pt x="840" y="607"/>
                        </a:lnTo>
                        <a:lnTo>
                          <a:pt x="832" y="628"/>
                        </a:lnTo>
                        <a:lnTo>
                          <a:pt x="822" y="646"/>
                        </a:lnTo>
                        <a:lnTo>
                          <a:pt x="812" y="664"/>
                        </a:lnTo>
                        <a:lnTo>
                          <a:pt x="801" y="682"/>
                        </a:lnTo>
                        <a:lnTo>
                          <a:pt x="788" y="699"/>
                        </a:lnTo>
                        <a:lnTo>
                          <a:pt x="775" y="715"/>
                        </a:lnTo>
                        <a:lnTo>
                          <a:pt x="761" y="731"/>
                        </a:lnTo>
                        <a:lnTo>
                          <a:pt x="747" y="747"/>
                        </a:lnTo>
                        <a:lnTo>
                          <a:pt x="731" y="761"/>
                        </a:lnTo>
                        <a:lnTo>
                          <a:pt x="715" y="775"/>
                        </a:lnTo>
                        <a:lnTo>
                          <a:pt x="699" y="788"/>
                        </a:lnTo>
                        <a:lnTo>
                          <a:pt x="682" y="801"/>
                        </a:lnTo>
                        <a:lnTo>
                          <a:pt x="664" y="812"/>
                        </a:lnTo>
                        <a:lnTo>
                          <a:pt x="646" y="822"/>
                        </a:lnTo>
                        <a:lnTo>
                          <a:pt x="627" y="832"/>
                        </a:lnTo>
                        <a:lnTo>
                          <a:pt x="607" y="842"/>
                        </a:lnTo>
                        <a:lnTo>
                          <a:pt x="588" y="849"/>
                        </a:lnTo>
                        <a:lnTo>
                          <a:pt x="568" y="855"/>
                        </a:lnTo>
                        <a:lnTo>
                          <a:pt x="546" y="862"/>
                        </a:lnTo>
                        <a:lnTo>
                          <a:pt x="526" y="866"/>
                        </a:lnTo>
                        <a:lnTo>
                          <a:pt x="504" y="870"/>
                        </a:lnTo>
                        <a:lnTo>
                          <a:pt x="482" y="874"/>
                        </a:lnTo>
                        <a:lnTo>
                          <a:pt x="460" y="875"/>
                        </a:lnTo>
                        <a:lnTo>
                          <a:pt x="437" y="876"/>
                        </a:lnTo>
                        <a:lnTo>
                          <a:pt x="415" y="875"/>
                        </a:lnTo>
                        <a:lnTo>
                          <a:pt x="392" y="874"/>
                        </a:lnTo>
                        <a:lnTo>
                          <a:pt x="371" y="870"/>
                        </a:lnTo>
                        <a:lnTo>
                          <a:pt x="350" y="866"/>
                        </a:lnTo>
                        <a:lnTo>
                          <a:pt x="328" y="862"/>
                        </a:lnTo>
                        <a:lnTo>
                          <a:pt x="308" y="855"/>
                        </a:lnTo>
                        <a:lnTo>
                          <a:pt x="288" y="849"/>
                        </a:lnTo>
                        <a:lnTo>
                          <a:pt x="267" y="842"/>
                        </a:lnTo>
                        <a:lnTo>
                          <a:pt x="248" y="832"/>
                        </a:lnTo>
                        <a:lnTo>
                          <a:pt x="229" y="822"/>
                        </a:lnTo>
                        <a:lnTo>
                          <a:pt x="211" y="812"/>
                        </a:lnTo>
                        <a:lnTo>
                          <a:pt x="193" y="801"/>
                        </a:lnTo>
                        <a:lnTo>
                          <a:pt x="175" y="788"/>
                        </a:lnTo>
                        <a:lnTo>
                          <a:pt x="159" y="775"/>
                        </a:lnTo>
                        <a:lnTo>
                          <a:pt x="143" y="761"/>
                        </a:lnTo>
                        <a:lnTo>
                          <a:pt x="128" y="747"/>
                        </a:lnTo>
                        <a:lnTo>
                          <a:pt x="113" y="731"/>
                        </a:lnTo>
                        <a:lnTo>
                          <a:pt x="100" y="715"/>
                        </a:lnTo>
                        <a:lnTo>
                          <a:pt x="87" y="699"/>
                        </a:lnTo>
                        <a:lnTo>
                          <a:pt x="75" y="682"/>
                        </a:lnTo>
                        <a:lnTo>
                          <a:pt x="63" y="664"/>
                        </a:lnTo>
                        <a:lnTo>
                          <a:pt x="52" y="646"/>
                        </a:lnTo>
                        <a:lnTo>
                          <a:pt x="43" y="628"/>
                        </a:lnTo>
                        <a:lnTo>
                          <a:pt x="34" y="607"/>
                        </a:lnTo>
                        <a:lnTo>
                          <a:pt x="26" y="588"/>
                        </a:lnTo>
                        <a:lnTo>
                          <a:pt x="19" y="568"/>
                        </a:lnTo>
                        <a:lnTo>
                          <a:pt x="13" y="546"/>
                        </a:lnTo>
                        <a:lnTo>
                          <a:pt x="9" y="526"/>
                        </a:lnTo>
                        <a:lnTo>
                          <a:pt x="4" y="504"/>
                        </a:lnTo>
                        <a:lnTo>
                          <a:pt x="2" y="482"/>
                        </a:lnTo>
                        <a:lnTo>
                          <a:pt x="0" y="460"/>
                        </a:lnTo>
                        <a:lnTo>
                          <a:pt x="0" y="437"/>
                        </a:lnTo>
                        <a:lnTo>
                          <a:pt x="0" y="415"/>
                        </a:lnTo>
                        <a:lnTo>
                          <a:pt x="2" y="392"/>
                        </a:lnTo>
                        <a:lnTo>
                          <a:pt x="4" y="371"/>
                        </a:lnTo>
                        <a:lnTo>
                          <a:pt x="9" y="350"/>
                        </a:lnTo>
                        <a:lnTo>
                          <a:pt x="13" y="328"/>
                        </a:lnTo>
                        <a:lnTo>
                          <a:pt x="19" y="308"/>
                        </a:lnTo>
                        <a:lnTo>
                          <a:pt x="26" y="288"/>
                        </a:lnTo>
                        <a:lnTo>
                          <a:pt x="34" y="267"/>
                        </a:lnTo>
                        <a:lnTo>
                          <a:pt x="43" y="248"/>
                        </a:lnTo>
                        <a:lnTo>
                          <a:pt x="52" y="229"/>
                        </a:lnTo>
                        <a:lnTo>
                          <a:pt x="63" y="211"/>
                        </a:lnTo>
                        <a:lnTo>
                          <a:pt x="75" y="193"/>
                        </a:lnTo>
                        <a:lnTo>
                          <a:pt x="87" y="175"/>
                        </a:lnTo>
                        <a:lnTo>
                          <a:pt x="100" y="159"/>
                        </a:lnTo>
                        <a:lnTo>
                          <a:pt x="113" y="143"/>
                        </a:lnTo>
                        <a:lnTo>
                          <a:pt x="128" y="128"/>
                        </a:lnTo>
                        <a:lnTo>
                          <a:pt x="143" y="113"/>
                        </a:lnTo>
                        <a:lnTo>
                          <a:pt x="159" y="99"/>
                        </a:lnTo>
                        <a:lnTo>
                          <a:pt x="175" y="87"/>
                        </a:lnTo>
                        <a:lnTo>
                          <a:pt x="193" y="75"/>
                        </a:lnTo>
                        <a:lnTo>
                          <a:pt x="211" y="63"/>
                        </a:lnTo>
                        <a:lnTo>
                          <a:pt x="229" y="52"/>
                        </a:lnTo>
                        <a:lnTo>
                          <a:pt x="248" y="43"/>
                        </a:lnTo>
                        <a:lnTo>
                          <a:pt x="267" y="34"/>
                        </a:lnTo>
                        <a:lnTo>
                          <a:pt x="288" y="27"/>
                        </a:lnTo>
                        <a:lnTo>
                          <a:pt x="308" y="19"/>
                        </a:lnTo>
                        <a:lnTo>
                          <a:pt x="328" y="14"/>
                        </a:lnTo>
                        <a:lnTo>
                          <a:pt x="350" y="9"/>
                        </a:lnTo>
                        <a:lnTo>
                          <a:pt x="371" y="4"/>
                        </a:lnTo>
                        <a:lnTo>
                          <a:pt x="392" y="2"/>
                        </a:lnTo>
                        <a:lnTo>
                          <a:pt x="415" y="0"/>
                        </a:lnTo>
                        <a:lnTo>
                          <a:pt x="437" y="0"/>
                        </a:lnTo>
                        <a:close/>
                      </a:path>
                    </a:pathLst>
                  </a:custGeom>
                  <a:solidFill>
                    <a:srgbClr val="DC2B19"/>
                  </a:solidFill>
                  <a:ln>
                    <a:noFill/>
                  </a:ln>
                </p:spPr>
                <p:txBody>
                  <a:bodyPr/>
                  <a:lstStyle/>
                  <a:p>
                    <a:pPr>
                      <a:defRPr/>
                    </a:pPr>
                    <a:endParaRPr lang="en-US" sz="1050">
                      <a:latin typeface="+mj-lt"/>
                    </a:endParaRPr>
                  </a:p>
                </p:txBody>
              </p:sp>
              <p:sp>
                <p:nvSpPr>
                  <p:cNvPr id="41765" name="Freeform 20">
                    <a:extLst>
                      <a:ext uri="{FF2B5EF4-FFF2-40B4-BE49-F238E27FC236}">
                        <a16:creationId xmlns="" xmlns:a16="http://schemas.microsoft.com/office/drawing/2014/main" id="{01EE59C1-2FED-99DE-2F4B-72B48461FD7B}"/>
                      </a:ext>
                    </a:extLst>
                  </p:cNvPr>
                  <p:cNvSpPr>
                    <a:spLocks/>
                  </p:cNvSpPr>
                  <p:nvPr/>
                </p:nvSpPr>
                <p:spPr bwMode="auto">
                  <a:xfrm>
                    <a:off x="2041" y="1991"/>
                    <a:ext cx="86" cy="85"/>
                  </a:xfrm>
                  <a:custGeom>
                    <a:avLst/>
                    <a:gdLst>
                      <a:gd name="T0" fmla="*/ 0 w 521"/>
                      <a:gd name="T1" fmla="*/ 0 h 519"/>
                      <a:gd name="T2" fmla="*/ 0 w 521"/>
                      <a:gd name="T3" fmla="*/ 0 h 519"/>
                      <a:gd name="T4" fmla="*/ 0 w 521"/>
                      <a:gd name="T5" fmla="*/ 0 h 519"/>
                      <a:gd name="T6" fmla="*/ 0 w 521"/>
                      <a:gd name="T7" fmla="*/ 0 h 519"/>
                      <a:gd name="T8" fmla="*/ 0 w 521"/>
                      <a:gd name="T9" fmla="*/ 0 h 519"/>
                      <a:gd name="T10" fmla="*/ 0 w 521"/>
                      <a:gd name="T11" fmla="*/ 0 h 519"/>
                      <a:gd name="T12" fmla="*/ 0 w 521"/>
                      <a:gd name="T13" fmla="*/ 0 h 519"/>
                      <a:gd name="T14" fmla="*/ 0 w 521"/>
                      <a:gd name="T15" fmla="*/ 0 h 519"/>
                      <a:gd name="T16" fmla="*/ 0 w 521"/>
                      <a:gd name="T17" fmla="*/ 0 h 519"/>
                      <a:gd name="T18" fmla="*/ 0 w 521"/>
                      <a:gd name="T19" fmla="*/ 0 h 519"/>
                      <a:gd name="T20" fmla="*/ 0 w 521"/>
                      <a:gd name="T21" fmla="*/ 0 h 519"/>
                      <a:gd name="T22" fmla="*/ 0 w 521"/>
                      <a:gd name="T23" fmla="*/ 0 h 519"/>
                      <a:gd name="T24" fmla="*/ 0 w 521"/>
                      <a:gd name="T25" fmla="*/ 0 h 519"/>
                      <a:gd name="T26" fmla="*/ 0 w 521"/>
                      <a:gd name="T27" fmla="*/ 0 h 519"/>
                      <a:gd name="T28" fmla="*/ 0 w 521"/>
                      <a:gd name="T29" fmla="*/ 0 h 519"/>
                      <a:gd name="T30" fmla="*/ 0 w 521"/>
                      <a:gd name="T31" fmla="*/ 0 h 519"/>
                      <a:gd name="T32" fmla="*/ 0 w 521"/>
                      <a:gd name="T33" fmla="*/ 0 h 519"/>
                      <a:gd name="T34" fmla="*/ 0 w 521"/>
                      <a:gd name="T35" fmla="*/ 0 h 519"/>
                      <a:gd name="T36" fmla="*/ 0 w 521"/>
                      <a:gd name="T37" fmla="*/ 0 h 519"/>
                      <a:gd name="T38" fmla="*/ 0 w 521"/>
                      <a:gd name="T39" fmla="*/ 0 h 519"/>
                      <a:gd name="T40" fmla="*/ 0 w 521"/>
                      <a:gd name="T41" fmla="*/ 0 h 519"/>
                      <a:gd name="T42" fmla="*/ 0 w 521"/>
                      <a:gd name="T43" fmla="*/ 0 h 519"/>
                      <a:gd name="T44" fmla="*/ 0 w 521"/>
                      <a:gd name="T45" fmla="*/ 0 h 519"/>
                      <a:gd name="T46" fmla="*/ 0 w 521"/>
                      <a:gd name="T47" fmla="*/ 0 h 519"/>
                      <a:gd name="T48" fmla="*/ 0 w 521"/>
                      <a:gd name="T49" fmla="*/ 0 h 519"/>
                      <a:gd name="T50" fmla="*/ 0 w 521"/>
                      <a:gd name="T51" fmla="*/ 0 h 519"/>
                      <a:gd name="T52" fmla="*/ 0 w 521"/>
                      <a:gd name="T53" fmla="*/ 0 h 519"/>
                      <a:gd name="T54" fmla="*/ 0 w 521"/>
                      <a:gd name="T55" fmla="*/ 0 h 519"/>
                      <a:gd name="T56" fmla="*/ 0 w 521"/>
                      <a:gd name="T57" fmla="*/ 0 h 519"/>
                      <a:gd name="T58" fmla="*/ 0 w 521"/>
                      <a:gd name="T59" fmla="*/ 0 h 519"/>
                      <a:gd name="T60" fmla="*/ 0 w 521"/>
                      <a:gd name="T61" fmla="*/ 0 h 519"/>
                      <a:gd name="T62" fmla="*/ 0 w 521"/>
                      <a:gd name="T63" fmla="*/ 0 h 519"/>
                      <a:gd name="T64" fmla="*/ 0 w 521"/>
                      <a:gd name="T65" fmla="*/ 0 h 519"/>
                      <a:gd name="T66" fmla="*/ 0 w 521"/>
                      <a:gd name="T67" fmla="*/ 0 h 5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19"/>
                      <a:gd name="T104" fmla="*/ 521 w 521"/>
                      <a:gd name="T105" fmla="*/ 519 h 51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19">
                        <a:moveTo>
                          <a:pt x="521" y="519"/>
                        </a:moveTo>
                        <a:lnTo>
                          <a:pt x="521" y="519"/>
                        </a:lnTo>
                        <a:lnTo>
                          <a:pt x="520" y="493"/>
                        </a:lnTo>
                        <a:lnTo>
                          <a:pt x="518" y="467"/>
                        </a:lnTo>
                        <a:lnTo>
                          <a:pt x="515" y="441"/>
                        </a:lnTo>
                        <a:lnTo>
                          <a:pt x="510" y="415"/>
                        </a:lnTo>
                        <a:lnTo>
                          <a:pt x="504" y="390"/>
                        </a:lnTo>
                        <a:lnTo>
                          <a:pt x="498" y="365"/>
                        </a:lnTo>
                        <a:lnTo>
                          <a:pt x="489" y="341"/>
                        </a:lnTo>
                        <a:lnTo>
                          <a:pt x="479" y="317"/>
                        </a:lnTo>
                        <a:lnTo>
                          <a:pt x="469" y="295"/>
                        </a:lnTo>
                        <a:lnTo>
                          <a:pt x="458" y="272"/>
                        </a:lnTo>
                        <a:lnTo>
                          <a:pt x="445" y="250"/>
                        </a:lnTo>
                        <a:lnTo>
                          <a:pt x="431" y="229"/>
                        </a:lnTo>
                        <a:lnTo>
                          <a:pt x="417" y="208"/>
                        </a:lnTo>
                        <a:lnTo>
                          <a:pt x="401" y="189"/>
                        </a:lnTo>
                        <a:lnTo>
                          <a:pt x="385" y="170"/>
                        </a:lnTo>
                        <a:lnTo>
                          <a:pt x="368" y="152"/>
                        </a:lnTo>
                        <a:lnTo>
                          <a:pt x="350" y="134"/>
                        </a:lnTo>
                        <a:lnTo>
                          <a:pt x="331" y="118"/>
                        </a:lnTo>
                        <a:lnTo>
                          <a:pt x="311" y="103"/>
                        </a:lnTo>
                        <a:lnTo>
                          <a:pt x="291" y="88"/>
                        </a:lnTo>
                        <a:lnTo>
                          <a:pt x="270" y="76"/>
                        </a:lnTo>
                        <a:lnTo>
                          <a:pt x="248" y="63"/>
                        </a:lnTo>
                        <a:lnTo>
                          <a:pt x="226" y="51"/>
                        </a:lnTo>
                        <a:lnTo>
                          <a:pt x="202" y="40"/>
                        </a:lnTo>
                        <a:lnTo>
                          <a:pt x="179" y="31"/>
                        </a:lnTo>
                        <a:lnTo>
                          <a:pt x="155" y="23"/>
                        </a:lnTo>
                        <a:lnTo>
                          <a:pt x="131" y="16"/>
                        </a:lnTo>
                        <a:lnTo>
                          <a:pt x="105" y="10"/>
                        </a:lnTo>
                        <a:lnTo>
                          <a:pt x="79" y="5"/>
                        </a:lnTo>
                        <a:lnTo>
                          <a:pt x="53" y="2"/>
                        </a:lnTo>
                        <a:lnTo>
                          <a:pt x="27" y="0"/>
                        </a:lnTo>
                        <a:lnTo>
                          <a:pt x="0" y="0"/>
                        </a:lnTo>
                        <a:lnTo>
                          <a:pt x="0" y="163"/>
                        </a:lnTo>
                        <a:lnTo>
                          <a:pt x="19" y="164"/>
                        </a:lnTo>
                        <a:lnTo>
                          <a:pt x="37" y="165"/>
                        </a:lnTo>
                        <a:lnTo>
                          <a:pt x="55" y="168"/>
                        </a:lnTo>
                        <a:lnTo>
                          <a:pt x="72" y="171"/>
                        </a:lnTo>
                        <a:lnTo>
                          <a:pt x="89" y="175"/>
                        </a:lnTo>
                        <a:lnTo>
                          <a:pt x="106" y="179"/>
                        </a:lnTo>
                        <a:lnTo>
                          <a:pt x="122" y="186"/>
                        </a:lnTo>
                        <a:lnTo>
                          <a:pt x="138" y="191"/>
                        </a:lnTo>
                        <a:lnTo>
                          <a:pt x="154" y="199"/>
                        </a:lnTo>
                        <a:lnTo>
                          <a:pt x="169" y="206"/>
                        </a:lnTo>
                        <a:lnTo>
                          <a:pt x="184" y="216"/>
                        </a:lnTo>
                        <a:lnTo>
                          <a:pt x="199" y="224"/>
                        </a:lnTo>
                        <a:lnTo>
                          <a:pt x="213" y="234"/>
                        </a:lnTo>
                        <a:lnTo>
                          <a:pt x="226" y="246"/>
                        </a:lnTo>
                        <a:lnTo>
                          <a:pt x="240" y="256"/>
                        </a:lnTo>
                        <a:lnTo>
                          <a:pt x="252" y="268"/>
                        </a:lnTo>
                        <a:lnTo>
                          <a:pt x="263" y="281"/>
                        </a:lnTo>
                        <a:lnTo>
                          <a:pt x="275" y="294"/>
                        </a:lnTo>
                        <a:lnTo>
                          <a:pt x="286" y="307"/>
                        </a:lnTo>
                        <a:lnTo>
                          <a:pt x="295" y="320"/>
                        </a:lnTo>
                        <a:lnTo>
                          <a:pt x="305" y="335"/>
                        </a:lnTo>
                        <a:lnTo>
                          <a:pt x="314" y="350"/>
                        </a:lnTo>
                        <a:lnTo>
                          <a:pt x="321" y="365"/>
                        </a:lnTo>
                        <a:lnTo>
                          <a:pt x="329" y="381"/>
                        </a:lnTo>
                        <a:lnTo>
                          <a:pt x="335" y="397"/>
                        </a:lnTo>
                        <a:lnTo>
                          <a:pt x="340" y="414"/>
                        </a:lnTo>
                        <a:lnTo>
                          <a:pt x="346" y="431"/>
                        </a:lnTo>
                        <a:lnTo>
                          <a:pt x="349" y="448"/>
                        </a:lnTo>
                        <a:lnTo>
                          <a:pt x="352" y="465"/>
                        </a:lnTo>
                        <a:lnTo>
                          <a:pt x="354" y="483"/>
                        </a:lnTo>
                        <a:lnTo>
                          <a:pt x="356" y="501"/>
                        </a:lnTo>
                        <a:lnTo>
                          <a:pt x="356" y="519"/>
                        </a:lnTo>
                        <a:lnTo>
                          <a:pt x="521" y="519"/>
                        </a:lnTo>
                        <a:close/>
                      </a:path>
                    </a:pathLst>
                  </a:custGeom>
                  <a:solidFill>
                    <a:srgbClr val="EF2B2F"/>
                  </a:solidFill>
                  <a:ln>
                    <a:noFill/>
                  </a:ln>
                </p:spPr>
                <p:txBody>
                  <a:bodyPr/>
                  <a:lstStyle/>
                  <a:p>
                    <a:pPr>
                      <a:defRPr/>
                    </a:pPr>
                    <a:endParaRPr lang="en-US" sz="1050">
                      <a:latin typeface="+mj-lt"/>
                    </a:endParaRPr>
                  </a:p>
                </p:txBody>
              </p:sp>
              <p:sp>
                <p:nvSpPr>
                  <p:cNvPr id="41766" name="Freeform 21">
                    <a:extLst>
                      <a:ext uri="{FF2B5EF4-FFF2-40B4-BE49-F238E27FC236}">
                        <a16:creationId xmlns="" xmlns:a16="http://schemas.microsoft.com/office/drawing/2014/main" id="{050A8DE7-E049-8DA3-02FD-BB585CE792B2}"/>
                      </a:ext>
                    </a:extLst>
                  </p:cNvPr>
                  <p:cNvSpPr>
                    <a:spLocks/>
                  </p:cNvSpPr>
                  <p:nvPr/>
                </p:nvSpPr>
                <p:spPr bwMode="auto">
                  <a:xfrm>
                    <a:off x="2041" y="2076"/>
                    <a:ext cx="86" cy="85"/>
                  </a:xfrm>
                  <a:custGeom>
                    <a:avLst/>
                    <a:gdLst>
                      <a:gd name="T0" fmla="*/ 0 w 521"/>
                      <a:gd name="T1" fmla="*/ 0 h 521"/>
                      <a:gd name="T2" fmla="*/ 0 w 521"/>
                      <a:gd name="T3" fmla="*/ 0 h 521"/>
                      <a:gd name="T4" fmla="*/ 0 w 521"/>
                      <a:gd name="T5" fmla="*/ 0 h 521"/>
                      <a:gd name="T6" fmla="*/ 0 w 521"/>
                      <a:gd name="T7" fmla="*/ 0 h 521"/>
                      <a:gd name="T8" fmla="*/ 0 w 521"/>
                      <a:gd name="T9" fmla="*/ 0 h 521"/>
                      <a:gd name="T10" fmla="*/ 0 w 521"/>
                      <a:gd name="T11" fmla="*/ 0 h 521"/>
                      <a:gd name="T12" fmla="*/ 0 w 521"/>
                      <a:gd name="T13" fmla="*/ 0 h 521"/>
                      <a:gd name="T14" fmla="*/ 0 w 521"/>
                      <a:gd name="T15" fmla="*/ 0 h 521"/>
                      <a:gd name="T16" fmla="*/ 0 w 521"/>
                      <a:gd name="T17" fmla="*/ 0 h 521"/>
                      <a:gd name="T18" fmla="*/ 0 w 521"/>
                      <a:gd name="T19" fmla="*/ 0 h 521"/>
                      <a:gd name="T20" fmla="*/ 0 w 521"/>
                      <a:gd name="T21" fmla="*/ 0 h 521"/>
                      <a:gd name="T22" fmla="*/ 0 w 521"/>
                      <a:gd name="T23" fmla="*/ 0 h 521"/>
                      <a:gd name="T24" fmla="*/ 0 w 521"/>
                      <a:gd name="T25" fmla="*/ 0 h 521"/>
                      <a:gd name="T26" fmla="*/ 0 w 521"/>
                      <a:gd name="T27" fmla="*/ 0 h 521"/>
                      <a:gd name="T28" fmla="*/ 0 w 521"/>
                      <a:gd name="T29" fmla="*/ 0 h 521"/>
                      <a:gd name="T30" fmla="*/ 0 w 521"/>
                      <a:gd name="T31" fmla="*/ 0 h 521"/>
                      <a:gd name="T32" fmla="*/ 0 w 521"/>
                      <a:gd name="T33" fmla="*/ 0 h 521"/>
                      <a:gd name="T34" fmla="*/ 0 w 521"/>
                      <a:gd name="T35" fmla="*/ 0 h 521"/>
                      <a:gd name="T36" fmla="*/ 0 w 521"/>
                      <a:gd name="T37" fmla="*/ 0 h 521"/>
                      <a:gd name="T38" fmla="*/ 0 w 521"/>
                      <a:gd name="T39" fmla="*/ 0 h 521"/>
                      <a:gd name="T40" fmla="*/ 0 w 521"/>
                      <a:gd name="T41" fmla="*/ 0 h 521"/>
                      <a:gd name="T42" fmla="*/ 0 w 521"/>
                      <a:gd name="T43" fmla="*/ 0 h 521"/>
                      <a:gd name="T44" fmla="*/ 0 w 521"/>
                      <a:gd name="T45" fmla="*/ 0 h 521"/>
                      <a:gd name="T46" fmla="*/ 0 w 521"/>
                      <a:gd name="T47" fmla="*/ 0 h 521"/>
                      <a:gd name="T48" fmla="*/ 0 w 521"/>
                      <a:gd name="T49" fmla="*/ 0 h 521"/>
                      <a:gd name="T50" fmla="*/ 0 w 521"/>
                      <a:gd name="T51" fmla="*/ 0 h 521"/>
                      <a:gd name="T52" fmla="*/ 0 w 521"/>
                      <a:gd name="T53" fmla="*/ 0 h 521"/>
                      <a:gd name="T54" fmla="*/ 0 w 521"/>
                      <a:gd name="T55" fmla="*/ 0 h 521"/>
                      <a:gd name="T56" fmla="*/ 0 w 521"/>
                      <a:gd name="T57" fmla="*/ 0 h 521"/>
                      <a:gd name="T58" fmla="*/ 0 w 521"/>
                      <a:gd name="T59" fmla="*/ 0 h 521"/>
                      <a:gd name="T60" fmla="*/ 0 w 521"/>
                      <a:gd name="T61" fmla="*/ 0 h 521"/>
                      <a:gd name="T62" fmla="*/ 0 w 521"/>
                      <a:gd name="T63" fmla="*/ 0 h 521"/>
                      <a:gd name="T64" fmla="*/ 0 w 521"/>
                      <a:gd name="T65" fmla="*/ 0 h 521"/>
                      <a:gd name="T66" fmla="*/ 0 w 521"/>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1"/>
                      <a:gd name="T104" fmla="*/ 521 w 521"/>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1">
                        <a:moveTo>
                          <a:pt x="0" y="521"/>
                        </a:moveTo>
                        <a:lnTo>
                          <a:pt x="0" y="521"/>
                        </a:lnTo>
                        <a:lnTo>
                          <a:pt x="27" y="520"/>
                        </a:lnTo>
                        <a:lnTo>
                          <a:pt x="53" y="518"/>
                        </a:lnTo>
                        <a:lnTo>
                          <a:pt x="79" y="515"/>
                        </a:lnTo>
                        <a:lnTo>
                          <a:pt x="105" y="510"/>
                        </a:lnTo>
                        <a:lnTo>
                          <a:pt x="130" y="504"/>
                        </a:lnTo>
                        <a:lnTo>
                          <a:pt x="155" y="498"/>
                        </a:lnTo>
                        <a:lnTo>
                          <a:pt x="179" y="489"/>
                        </a:lnTo>
                        <a:lnTo>
                          <a:pt x="202" y="479"/>
                        </a:lnTo>
                        <a:lnTo>
                          <a:pt x="226" y="469"/>
                        </a:lnTo>
                        <a:lnTo>
                          <a:pt x="248" y="458"/>
                        </a:lnTo>
                        <a:lnTo>
                          <a:pt x="270" y="445"/>
                        </a:lnTo>
                        <a:lnTo>
                          <a:pt x="291" y="431"/>
                        </a:lnTo>
                        <a:lnTo>
                          <a:pt x="311" y="417"/>
                        </a:lnTo>
                        <a:lnTo>
                          <a:pt x="331" y="401"/>
                        </a:lnTo>
                        <a:lnTo>
                          <a:pt x="350" y="385"/>
                        </a:lnTo>
                        <a:lnTo>
                          <a:pt x="368" y="368"/>
                        </a:lnTo>
                        <a:lnTo>
                          <a:pt x="385" y="350"/>
                        </a:lnTo>
                        <a:lnTo>
                          <a:pt x="401" y="331"/>
                        </a:lnTo>
                        <a:lnTo>
                          <a:pt x="417" y="312"/>
                        </a:lnTo>
                        <a:lnTo>
                          <a:pt x="431" y="291"/>
                        </a:lnTo>
                        <a:lnTo>
                          <a:pt x="445" y="270"/>
                        </a:lnTo>
                        <a:lnTo>
                          <a:pt x="458" y="248"/>
                        </a:lnTo>
                        <a:lnTo>
                          <a:pt x="469" y="226"/>
                        </a:lnTo>
                        <a:lnTo>
                          <a:pt x="479" y="202"/>
                        </a:lnTo>
                        <a:lnTo>
                          <a:pt x="489" y="179"/>
                        </a:lnTo>
                        <a:lnTo>
                          <a:pt x="498" y="155"/>
                        </a:lnTo>
                        <a:lnTo>
                          <a:pt x="504" y="131"/>
                        </a:lnTo>
                        <a:lnTo>
                          <a:pt x="510" y="105"/>
                        </a:lnTo>
                        <a:lnTo>
                          <a:pt x="515" y="80"/>
                        </a:lnTo>
                        <a:lnTo>
                          <a:pt x="518" y="53"/>
                        </a:lnTo>
                        <a:lnTo>
                          <a:pt x="520" y="27"/>
                        </a:lnTo>
                        <a:lnTo>
                          <a:pt x="521" y="0"/>
                        </a:lnTo>
                        <a:lnTo>
                          <a:pt x="356" y="0"/>
                        </a:lnTo>
                        <a:lnTo>
                          <a:pt x="356" y="19"/>
                        </a:lnTo>
                        <a:lnTo>
                          <a:pt x="354" y="37"/>
                        </a:lnTo>
                        <a:lnTo>
                          <a:pt x="352" y="55"/>
                        </a:lnTo>
                        <a:lnTo>
                          <a:pt x="349" y="72"/>
                        </a:lnTo>
                        <a:lnTo>
                          <a:pt x="346" y="89"/>
                        </a:lnTo>
                        <a:lnTo>
                          <a:pt x="340" y="106"/>
                        </a:lnTo>
                        <a:lnTo>
                          <a:pt x="335" y="122"/>
                        </a:lnTo>
                        <a:lnTo>
                          <a:pt x="329" y="139"/>
                        </a:lnTo>
                        <a:lnTo>
                          <a:pt x="321" y="154"/>
                        </a:lnTo>
                        <a:lnTo>
                          <a:pt x="314" y="169"/>
                        </a:lnTo>
                        <a:lnTo>
                          <a:pt x="305" y="184"/>
                        </a:lnTo>
                        <a:lnTo>
                          <a:pt x="295" y="199"/>
                        </a:lnTo>
                        <a:lnTo>
                          <a:pt x="286" y="213"/>
                        </a:lnTo>
                        <a:lnTo>
                          <a:pt x="275" y="227"/>
                        </a:lnTo>
                        <a:lnTo>
                          <a:pt x="263" y="240"/>
                        </a:lnTo>
                        <a:lnTo>
                          <a:pt x="252" y="252"/>
                        </a:lnTo>
                        <a:lnTo>
                          <a:pt x="240" y="263"/>
                        </a:lnTo>
                        <a:lnTo>
                          <a:pt x="226" y="275"/>
                        </a:lnTo>
                        <a:lnTo>
                          <a:pt x="213" y="286"/>
                        </a:lnTo>
                        <a:lnTo>
                          <a:pt x="199" y="296"/>
                        </a:lnTo>
                        <a:lnTo>
                          <a:pt x="184" y="305"/>
                        </a:lnTo>
                        <a:lnTo>
                          <a:pt x="169" y="314"/>
                        </a:lnTo>
                        <a:lnTo>
                          <a:pt x="154" y="321"/>
                        </a:lnTo>
                        <a:lnTo>
                          <a:pt x="138" y="329"/>
                        </a:lnTo>
                        <a:lnTo>
                          <a:pt x="122" y="335"/>
                        </a:lnTo>
                        <a:lnTo>
                          <a:pt x="106" y="340"/>
                        </a:lnTo>
                        <a:lnTo>
                          <a:pt x="89" y="346"/>
                        </a:lnTo>
                        <a:lnTo>
                          <a:pt x="72" y="349"/>
                        </a:lnTo>
                        <a:lnTo>
                          <a:pt x="55" y="352"/>
                        </a:lnTo>
                        <a:lnTo>
                          <a:pt x="37" y="354"/>
                        </a:lnTo>
                        <a:lnTo>
                          <a:pt x="20" y="356"/>
                        </a:lnTo>
                        <a:lnTo>
                          <a:pt x="0" y="356"/>
                        </a:lnTo>
                        <a:lnTo>
                          <a:pt x="0" y="521"/>
                        </a:lnTo>
                        <a:close/>
                      </a:path>
                    </a:pathLst>
                  </a:custGeom>
                  <a:solidFill>
                    <a:srgbClr val="EF2B2F"/>
                  </a:solidFill>
                  <a:ln>
                    <a:noFill/>
                  </a:ln>
                </p:spPr>
                <p:txBody>
                  <a:bodyPr/>
                  <a:lstStyle/>
                  <a:p>
                    <a:pPr>
                      <a:defRPr/>
                    </a:pPr>
                    <a:endParaRPr lang="en-US" sz="1050">
                      <a:latin typeface="+mj-lt"/>
                    </a:endParaRPr>
                  </a:p>
                </p:txBody>
              </p:sp>
              <p:sp>
                <p:nvSpPr>
                  <p:cNvPr id="41767" name="Freeform 22">
                    <a:extLst>
                      <a:ext uri="{FF2B5EF4-FFF2-40B4-BE49-F238E27FC236}">
                        <a16:creationId xmlns="" xmlns:a16="http://schemas.microsoft.com/office/drawing/2014/main" id="{CE853238-FFFD-37CA-9DD3-16F3D4D87F7E}"/>
                      </a:ext>
                    </a:extLst>
                  </p:cNvPr>
                  <p:cNvSpPr>
                    <a:spLocks/>
                  </p:cNvSpPr>
                  <p:nvPr/>
                </p:nvSpPr>
                <p:spPr bwMode="auto">
                  <a:xfrm>
                    <a:off x="1970" y="2076"/>
                    <a:ext cx="82" cy="85"/>
                  </a:xfrm>
                  <a:custGeom>
                    <a:avLst/>
                    <a:gdLst>
                      <a:gd name="T0" fmla="*/ 0 w 519"/>
                      <a:gd name="T1" fmla="*/ 0 h 521"/>
                      <a:gd name="T2" fmla="*/ 0 w 519"/>
                      <a:gd name="T3" fmla="*/ 0 h 521"/>
                      <a:gd name="T4" fmla="*/ 0 w 519"/>
                      <a:gd name="T5" fmla="*/ 0 h 521"/>
                      <a:gd name="T6" fmla="*/ 0 w 519"/>
                      <a:gd name="T7" fmla="*/ 0 h 521"/>
                      <a:gd name="T8" fmla="*/ 0 w 519"/>
                      <a:gd name="T9" fmla="*/ 0 h 521"/>
                      <a:gd name="T10" fmla="*/ 0 w 519"/>
                      <a:gd name="T11" fmla="*/ 0 h 521"/>
                      <a:gd name="T12" fmla="*/ 0 w 519"/>
                      <a:gd name="T13" fmla="*/ 0 h 521"/>
                      <a:gd name="T14" fmla="*/ 0 w 519"/>
                      <a:gd name="T15" fmla="*/ 0 h 521"/>
                      <a:gd name="T16" fmla="*/ 0 w 519"/>
                      <a:gd name="T17" fmla="*/ 0 h 521"/>
                      <a:gd name="T18" fmla="*/ 0 w 519"/>
                      <a:gd name="T19" fmla="*/ 0 h 521"/>
                      <a:gd name="T20" fmla="*/ 0 w 519"/>
                      <a:gd name="T21" fmla="*/ 0 h 521"/>
                      <a:gd name="T22" fmla="*/ 0 w 519"/>
                      <a:gd name="T23" fmla="*/ 0 h 521"/>
                      <a:gd name="T24" fmla="*/ 0 w 519"/>
                      <a:gd name="T25" fmla="*/ 0 h 521"/>
                      <a:gd name="T26" fmla="*/ 0 w 519"/>
                      <a:gd name="T27" fmla="*/ 0 h 521"/>
                      <a:gd name="T28" fmla="*/ 0 w 519"/>
                      <a:gd name="T29" fmla="*/ 0 h 521"/>
                      <a:gd name="T30" fmla="*/ 0 w 519"/>
                      <a:gd name="T31" fmla="*/ 0 h 521"/>
                      <a:gd name="T32" fmla="*/ 0 w 519"/>
                      <a:gd name="T33" fmla="*/ 0 h 521"/>
                      <a:gd name="T34" fmla="*/ 0 w 519"/>
                      <a:gd name="T35" fmla="*/ 0 h 521"/>
                      <a:gd name="T36" fmla="*/ 0 w 519"/>
                      <a:gd name="T37" fmla="*/ 0 h 521"/>
                      <a:gd name="T38" fmla="*/ 0 w 519"/>
                      <a:gd name="T39" fmla="*/ 0 h 521"/>
                      <a:gd name="T40" fmla="*/ 0 w 519"/>
                      <a:gd name="T41" fmla="*/ 0 h 521"/>
                      <a:gd name="T42" fmla="*/ 0 w 519"/>
                      <a:gd name="T43" fmla="*/ 0 h 521"/>
                      <a:gd name="T44" fmla="*/ 0 w 519"/>
                      <a:gd name="T45" fmla="*/ 0 h 521"/>
                      <a:gd name="T46" fmla="*/ 0 w 519"/>
                      <a:gd name="T47" fmla="*/ 0 h 521"/>
                      <a:gd name="T48" fmla="*/ 0 w 519"/>
                      <a:gd name="T49" fmla="*/ 0 h 521"/>
                      <a:gd name="T50" fmla="*/ 0 w 519"/>
                      <a:gd name="T51" fmla="*/ 0 h 521"/>
                      <a:gd name="T52" fmla="*/ 0 w 519"/>
                      <a:gd name="T53" fmla="*/ 0 h 521"/>
                      <a:gd name="T54" fmla="*/ 0 w 519"/>
                      <a:gd name="T55" fmla="*/ 0 h 521"/>
                      <a:gd name="T56" fmla="*/ 0 w 519"/>
                      <a:gd name="T57" fmla="*/ 0 h 521"/>
                      <a:gd name="T58" fmla="*/ 0 w 519"/>
                      <a:gd name="T59" fmla="*/ 0 h 521"/>
                      <a:gd name="T60" fmla="*/ 0 w 519"/>
                      <a:gd name="T61" fmla="*/ 0 h 521"/>
                      <a:gd name="T62" fmla="*/ 0 w 519"/>
                      <a:gd name="T63" fmla="*/ 0 h 521"/>
                      <a:gd name="T64" fmla="*/ 0 w 519"/>
                      <a:gd name="T65" fmla="*/ 0 h 521"/>
                      <a:gd name="T66" fmla="*/ 0 w 519"/>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9"/>
                      <a:gd name="T103" fmla="*/ 0 h 521"/>
                      <a:gd name="T104" fmla="*/ 519 w 519"/>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9" h="521">
                        <a:moveTo>
                          <a:pt x="0" y="0"/>
                        </a:moveTo>
                        <a:lnTo>
                          <a:pt x="0" y="0"/>
                        </a:lnTo>
                        <a:lnTo>
                          <a:pt x="0" y="27"/>
                        </a:lnTo>
                        <a:lnTo>
                          <a:pt x="2" y="53"/>
                        </a:lnTo>
                        <a:lnTo>
                          <a:pt x="5" y="80"/>
                        </a:lnTo>
                        <a:lnTo>
                          <a:pt x="10" y="105"/>
                        </a:lnTo>
                        <a:lnTo>
                          <a:pt x="16" y="130"/>
                        </a:lnTo>
                        <a:lnTo>
                          <a:pt x="23" y="155"/>
                        </a:lnTo>
                        <a:lnTo>
                          <a:pt x="31" y="179"/>
                        </a:lnTo>
                        <a:lnTo>
                          <a:pt x="40" y="202"/>
                        </a:lnTo>
                        <a:lnTo>
                          <a:pt x="51" y="226"/>
                        </a:lnTo>
                        <a:lnTo>
                          <a:pt x="63" y="248"/>
                        </a:lnTo>
                        <a:lnTo>
                          <a:pt x="75" y="270"/>
                        </a:lnTo>
                        <a:lnTo>
                          <a:pt x="89" y="291"/>
                        </a:lnTo>
                        <a:lnTo>
                          <a:pt x="102" y="312"/>
                        </a:lnTo>
                        <a:lnTo>
                          <a:pt x="118" y="331"/>
                        </a:lnTo>
                        <a:lnTo>
                          <a:pt x="134" y="350"/>
                        </a:lnTo>
                        <a:lnTo>
                          <a:pt x="152" y="368"/>
                        </a:lnTo>
                        <a:lnTo>
                          <a:pt x="170" y="385"/>
                        </a:lnTo>
                        <a:lnTo>
                          <a:pt x="189" y="401"/>
                        </a:lnTo>
                        <a:lnTo>
                          <a:pt x="208" y="417"/>
                        </a:lnTo>
                        <a:lnTo>
                          <a:pt x="229" y="431"/>
                        </a:lnTo>
                        <a:lnTo>
                          <a:pt x="250" y="445"/>
                        </a:lnTo>
                        <a:lnTo>
                          <a:pt x="272" y="458"/>
                        </a:lnTo>
                        <a:lnTo>
                          <a:pt x="294" y="469"/>
                        </a:lnTo>
                        <a:lnTo>
                          <a:pt x="317" y="479"/>
                        </a:lnTo>
                        <a:lnTo>
                          <a:pt x="341" y="489"/>
                        </a:lnTo>
                        <a:lnTo>
                          <a:pt x="365" y="498"/>
                        </a:lnTo>
                        <a:lnTo>
                          <a:pt x="390" y="504"/>
                        </a:lnTo>
                        <a:lnTo>
                          <a:pt x="415" y="510"/>
                        </a:lnTo>
                        <a:lnTo>
                          <a:pt x="440" y="515"/>
                        </a:lnTo>
                        <a:lnTo>
                          <a:pt x="467" y="518"/>
                        </a:lnTo>
                        <a:lnTo>
                          <a:pt x="493" y="520"/>
                        </a:lnTo>
                        <a:lnTo>
                          <a:pt x="519" y="521"/>
                        </a:lnTo>
                        <a:lnTo>
                          <a:pt x="519" y="356"/>
                        </a:lnTo>
                        <a:lnTo>
                          <a:pt x="501" y="356"/>
                        </a:lnTo>
                        <a:lnTo>
                          <a:pt x="483" y="354"/>
                        </a:lnTo>
                        <a:lnTo>
                          <a:pt x="465" y="352"/>
                        </a:lnTo>
                        <a:lnTo>
                          <a:pt x="448" y="349"/>
                        </a:lnTo>
                        <a:lnTo>
                          <a:pt x="431" y="346"/>
                        </a:lnTo>
                        <a:lnTo>
                          <a:pt x="414" y="340"/>
                        </a:lnTo>
                        <a:lnTo>
                          <a:pt x="398" y="335"/>
                        </a:lnTo>
                        <a:lnTo>
                          <a:pt x="381" y="329"/>
                        </a:lnTo>
                        <a:lnTo>
                          <a:pt x="365" y="321"/>
                        </a:lnTo>
                        <a:lnTo>
                          <a:pt x="350" y="314"/>
                        </a:lnTo>
                        <a:lnTo>
                          <a:pt x="335" y="305"/>
                        </a:lnTo>
                        <a:lnTo>
                          <a:pt x="321" y="296"/>
                        </a:lnTo>
                        <a:lnTo>
                          <a:pt x="307" y="286"/>
                        </a:lnTo>
                        <a:lnTo>
                          <a:pt x="294" y="275"/>
                        </a:lnTo>
                        <a:lnTo>
                          <a:pt x="281" y="263"/>
                        </a:lnTo>
                        <a:lnTo>
                          <a:pt x="268" y="252"/>
                        </a:lnTo>
                        <a:lnTo>
                          <a:pt x="256" y="240"/>
                        </a:lnTo>
                        <a:lnTo>
                          <a:pt x="245" y="227"/>
                        </a:lnTo>
                        <a:lnTo>
                          <a:pt x="235" y="213"/>
                        </a:lnTo>
                        <a:lnTo>
                          <a:pt x="224" y="199"/>
                        </a:lnTo>
                        <a:lnTo>
                          <a:pt x="216" y="184"/>
                        </a:lnTo>
                        <a:lnTo>
                          <a:pt x="206" y="169"/>
                        </a:lnTo>
                        <a:lnTo>
                          <a:pt x="199" y="154"/>
                        </a:lnTo>
                        <a:lnTo>
                          <a:pt x="191" y="139"/>
                        </a:lnTo>
                        <a:lnTo>
                          <a:pt x="186" y="122"/>
                        </a:lnTo>
                        <a:lnTo>
                          <a:pt x="179" y="106"/>
                        </a:lnTo>
                        <a:lnTo>
                          <a:pt x="175" y="89"/>
                        </a:lnTo>
                        <a:lnTo>
                          <a:pt x="171" y="72"/>
                        </a:lnTo>
                        <a:lnTo>
                          <a:pt x="168" y="55"/>
                        </a:lnTo>
                        <a:lnTo>
                          <a:pt x="166" y="37"/>
                        </a:lnTo>
                        <a:lnTo>
                          <a:pt x="164" y="20"/>
                        </a:lnTo>
                        <a:lnTo>
                          <a:pt x="164" y="0"/>
                        </a:lnTo>
                        <a:lnTo>
                          <a:pt x="0" y="0"/>
                        </a:lnTo>
                        <a:close/>
                      </a:path>
                    </a:pathLst>
                  </a:custGeom>
                  <a:solidFill>
                    <a:srgbClr val="EF2B2F"/>
                  </a:solidFill>
                  <a:ln>
                    <a:noFill/>
                  </a:ln>
                </p:spPr>
                <p:txBody>
                  <a:bodyPr/>
                  <a:lstStyle/>
                  <a:p>
                    <a:pPr>
                      <a:defRPr/>
                    </a:pPr>
                    <a:endParaRPr lang="en-US" sz="1050">
                      <a:latin typeface="+mj-lt"/>
                    </a:endParaRPr>
                  </a:p>
                </p:txBody>
              </p:sp>
              <p:sp>
                <p:nvSpPr>
                  <p:cNvPr id="41768" name="Freeform 23">
                    <a:extLst>
                      <a:ext uri="{FF2B5EF4-FFF2-40B4-BE49-F238E27FC236}">
                        <a16:creationId xmlns="" xmlns:a16="http://schemas.microsoft.com/office/drawing/2014/main" id="{9FD5B600-EE13-92BA-2877-3996A82C1810}"/>
                      </a:ext>
                    </a:extLst>
                  </p:cNvPr>
                  <p:cNvSpPr>
                    <a:spLocks/>
                  </p:cNvSpPr>
                  <p:nvPr/>
                </p:nvSpPr>
                <p:spPr bwMode="auto">
                  <a:xfrm>
                    <a:off x="1970" y="1991"/>
                    <a:ext cx="82" cy="85"/>
                  </a:xfrm>
                  <a:custGeom>
                    <a:avLst/>
                    <a:gdLst>
                      <a:gd name="T0" fmla="*/ 0 w 519"/>
                      <a:gd name="T1" fmla="*/ 0 h 519"/>
                      <a:gd name="T2" fmla="*/ 0 w 519"/>
                      <a:gd name="T3" fmla="*/ 0 h 519"/>
                      <a:gd name="T4" fmla="*/ 0 w 519"/>
                      <a:gd name="T5" fmla="*/ 0 h 519"/>
                      <a:gd name="T6" fmla="*/ 0 w 519"/>
                      <a:gd name="T7" fmla="*/ 0 h 519"/>
                      <a:gd name="T8" fmla="*/ 0 w 519"/>
                      <a:gd name="T9" fmla="*/ 0 h 519"/>
                      <a:gd name="T10" fmla="*/ 0 w 519"/>
                      <a:gd name="T11" fmla="*/ 0 h 519"/>
                      <a:gd name="T12" fmla="*/ 0 w 519"/>
                      <a:gd name="T13" fmla="*/ 0 h 519"/>
                      <a:gd name="T14" fmla="*/ 0 w 519"/>
                      <a:gd name="T15" fmla="*/ 0 h 519"/>
                      <a:gd name="T16" fmla="*/ 0 w 519"/>
                      <a:gd name="T17" fmla="*/ 0 h 519"/>
                      <a:gd name="T18" fmla="*/ 0 w 519"/>
                      <a:gd name="T19" fmla="*/ 0 h 519"/>
                      <a:gd name="T20" fmla="*/ 0 w 519"/>
                      <a:gd name="T21" fmla="*/ 0 h 519"/>
                      <a:gd name="T22" fmla="*/ 0 w 519"/>
                      <a:gd name="T23" fmla="*/ 0 h 519"/>
                      <a:gd name="T24" fmla="*/ 0 w 519"/>
                      <a:gd name="T25" fmla="*/ 0 h 519"/>
                      <a:gd name="T26" fmla="*/ 0 w 519"/>
                      <a:gd name="T27" fmla="*/ 0 h 519"/>
                      <a:gd name="T28" fmla="*/ 0 w 519"/>
                      <a:gd name="T29" fmla="*/ 0 h 519"/>
                      <a:gd name="T30" fmla="*/ 0 w 519"/>
                      <a:gd name="T31" fmla="*/ 0 h 519"/>
                      <a:gd name="T32" fmla="*/ 0 w 519"/>
                      <a:gd name="T33" fmla="*/ 0 h 519"/>
                      <a:gd name="T34" fmla="*/ 0 w 519"/>
                      <a:gd name="T35" fmla="*/ 0 h 519"/>
                      <a:gd name="T36" fmla="*/ 0 w 519"/>
                      <a:gd name="T37" fmla="*/ 0 h 519"/>
                      <a:gd name="T38" fmla="*/ 0 w 519"/>
                      <a:gd name="T39" fmla="*/ 0 h 519"/>
                      <a:gd name="T40" fmla="*/ 0 w 519"/>
                      <a:gd name="T41" fmla="*/ 0 h 519"/>
                      <a:gd name="T42" fmla="*/ 0 w 519"/>
                      <a:gd name="T43" fmla="*/ 0 h 519"/>
                      <a:gd name="T44" fmla="*/ 0 w 519"/>
                      <a:gd name="T45" fmla="*/ 0 h 519"/>
                      <a:gd name="T46" fmla="*/ 0 w 519"/>
                      <a:gd name="T47" fmla="*/ 0 h 519"/>
                      <a:gd name="T48" fmla="*/ 0 w 519"/>
                      <a:gd name="T49" fmla="*/ 0 h 519"/>
                      <a:gd name="T50" fmla="*/ 0 w 519"/>
                      <a:gd name="T51" fmla="*/ 0 h 519"/>
                      <a:gd name="T52" fmla="*/ 0 w 519"/>
                      <a:gd name="T53" fmla="*/ 0 h 519"/>
                      <a:gd name="T54" fmla="*/ 0 w 519"/>
                      <a:gd name="T55" fmla="*/ 0 h 519"/>
                      <a:gd name="T56" fmla="*/ 0 w 519"/>
                      <a:gd name="T57" fmla="*/ 0 h 519"/>
                      <a:gd name="T58" fmla="*/ 0 w 519"/>
                      <a:gd name="T59" fmla="*/ 0 h 519"/>
                      <a:gd name="T60" fmla="*/ 0 w 519"/>
                      <a:gd name="T61" fmla="*/ 0 h 519"/>
                      <a:gd name="T62" fmla="*/ 0 w 519"/>
                      <a:gd name="T63" fmla="*/ 0 h 519"/>
                      <a:gd name="T64" fmla="*/ 0 w 519"/>
                      <a:gd name="T65" fmla="*/ 0 h 519"/>
                      <a:gd name="T66" fmla="*/ 0 w 519"/>
                      <a:gd name="T67" fmla="*/ 0 h 5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9"/>
                      <a:gd name="T103" fmla="*/ 0 h 519"/>
                      <a:gd name="T104" fmla="*/ 519 w 519"/>
                      <a:gd name="T105" fmla="*/ 519 h 51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9" h="519">
                        <a:moveTo>
                          <a:pt x="519" y="0"/>
                        </a:moveTo>
                        <a:lnTo>
                          <a:pt x="519" y="0"/>
                        </a:lnTo>
                        <a:lnTo>
                          <a:pt x="493" y="0"/>
                        </a:lnTo>
                        <a:lnTo>
                          <a:pt x="467" y="2"/>
                        </a:lnTo>
                        <a:lnTo>
                          <a:pt x="440" y="5"/>
                        </a:lnTo>
                        <a:lnTo>
                          <a:pt x="415" y="10"/>
                        </a:lnTo>
                        <a:lnTo>
                          <a:pt x="390" y="16"/>
                        </a:lnTo>
                        <a:lnTo>
                          <a:pt x="365" y="23"/>
                        </a:lnTo>
                        <a:lnTo>
                          <a:pt x="341" y="31"/>
                        </a:lnTo>
                        <a:lnTo>
                          <a:pt x="317" y="40"/>
                        </a:lnTo>
                        <a:lnTo>
                          <a:pt x="294" y="51"/>
                        </a:lnTo>
                        <a:lnTo>
                          <a:pt x="272" y="63"/>
                        </a:lnTo>
                        <a:lnTo>
                          <a:pt x="250" y="76"/>
                        </a:lnTo>
                        <a:lnTo>
                          <a:pt x="229" y="88"/>
                        </a:lnTo>
                        <a:lnTo>
                          <a:pt x="208" y="103"/>
                        </a:lnTo>
                        <a:lnTo>
                          <a:pt x="189" y="118"/>
                        </a:lnTo>
                        <a:lnTo>
                          <a:pt x="170" y="134"/>
                        </a:lnTo>
                        <a:lnTo>
                          <a:pt x="152" y="152"/>
                        </a:lnTo>
                        <a:lnTo>
                          <a:pt x="134" y="170"/>
                        </a:lnTo>
                        <a:lnTo>
                          <a:pt x="118" y="189"/>
                        </a:lnTo>
                        <a:lnTo>
                          <a:pt x="102" y="208"/>
                        </a:lnTo>
                        <a:lnTo>
                          <a:pt x="89" y="229"/>
                        </a:lnTo>
                        <a:lnTo>
                          <a:pt x="75" y="250"/>
                        </a:lnTo>
                        <a:lnTo>
                          <a:pt x="63" y="272"/>
                        </a:lnTo>
                        <a:lnTo>
                          <a:pt x="51" y="295"/>
                        </a:lnTo>
                        <a:lnTo>
                          <a:pt x="40" y="317"/>
                        </a:lnTo>
                        <a:lnTo>
                          <a:pt x="31" y="341"/>
                        </a:lnTo>
                        <a:lnTo>
                          <a:pt x="23" y="365"/>
                        </a:lnTo>
                        <a:lnTo>
                          <a:pt x="16" y="390"/>
                        </a:lnTo>
                        <a:lnTo>
                          <a:pt x="10" y="415"/>
                        </a:lnTo>
                        <a:lnTo>
                          <a:pt x="5" y="441"/>
                        </a:lnTo>
                        <a:lnTo>
                          <a:pt x="2" y="467"/>
                        </a:lnTo>
                        <a:lnTo>
                          <a:pt x="0" y="494"/>
                        </a:lnTo>
                        <a:lnTo>
                          <a:pt x="0" y="519"/>
                        </a:lnTo>
                        <a:lnTo>
                          <a:pt x="164" y="519"/>
                        </a:lnTo>
                        <a:lnTo>
                          <a:pt x="164" y="501"/>
                        </a:lnTo>
                        <a:lnTo>
                          <a:pt x="166" y="483"/>
                        </a:lnTo>
                        <a:lnTo>
                          <a:pt x="168" y="465"/>
                        </a:lnTo>
                        <a:lnTo>
                          <a:pt x="171" y="448"/>
                        </a:lnTo>
                        <a:lnTo>
                          <a:pt x="175" y="431"/>
                        </a:lnTo>
                        <a:lnTo>
                          <a:pt x="179" y="414"/>
                        </a:lnTo>
                        <a:lnTo>
                          <a:pt x="186" y="397"/>
                        </a:lnTo>
                        <a:lnTo>
                          <a:pt x="191" y="381"/>
                        </a:lnTo>
                        <a:lnTo>
                          <a:pt x="199" y="365"/>
                        </a:lnTo>
                        <a:lnTo>
                          <a:pt x="206" y="350"/>
                        </a:lnTo>
                        <a:lnTo>
                          <a:pt x="216" y="335"/>
                        </a:lnTo>
                        <a:lnTo>
                          <a:pt x="224" y="320"/>
                        </a:lnTo>
                        <a:lnTo>
                          <a:pt x="235" y="307"/>
                        </a:lnTo>
                        <a:lnTo>
                          <a:pt x="245" y="294"/>
                        </a:lnTo>
                        <a:lnTo>
                          <a:pt x="256" y="281"/>
                        </a:lnTo>
                        <a:lnTo>
                          <a:pt x="268" y="268"/>
                        </a:lnTo>
                        <a:lnTo>
                          <a:pt x="281" y="256"/>
                        </a:lnTo>
                        <a:lnTo>
                          <a:pt x="294" y="246"/>
                        </a:lnTo>
                        <a:lnTo>
                          <a:pt x="307" y="234"/>
                        </a:lnTo>
                        <a:lnTo>
                          <a:pt x="321" y="224"/>
                        </a:lnTo>
                        <a:lnTo>
                          <a:pt x="335" y="216"/>
                        </a:lnTo>
                        <a:lnTo>
                          <a:pt x="350" y="206"/>
                        </a:lnTo>
                        <a:lnTo>
                          <a:pt x="365" y="199"/>
                        </a:lnTo>
                        <a:lnTo>
                          <a:pt x="381" y="191"/>
                        </a:lnTo>
                        <a:lnTo>
                          <a:pt x="398" y="186"/>
                        </a:lnTo>
                        <a:lnTo>
                          <a:pt x="414" y="179"/>
                        </a:lnTo>
                        <a:lnTo>
                          <a:pt x="431" y="175"/>
                        </a:lnTo>
                        <a:lnTo>
                          <a:pt x="448" y="171"/>
                        </a:lnTo>
                        <a:lnTo>
                          <a:pt x="465" y="168"/>
                        </a:lnTo>
                        <a:lnTo>
                          <a:pt x="483" y="165"/>
                        </a:lnTo>
                        <a:lnTo>
                          <a:pt x="501" y="164"/>
                        </a:lnTo>
                        <a:lnTo>
                          <a:pt x="519" y="163"/>
                        </a:lnTo>
                        <a:lnTo>
                          <a:pt x="519" y="0"/>
                        </a:lnTo>
                        <a:close/>
                      </a:path>
                    </a:pathLst>
                  </a:custGeom>
                  <a:solidFill>
                    <a:srgbClr val="EF2B2F"/>
                  </a:solidFill>
                  <a:ln>
                    <a:noFill/>
                  </a:ln>
                </p:spPr>
                <p:txBody>
                  <a:bodyPr/>
                  <a:lstStyle/>
                  <a:p>
                    <a:pPr>
                      <a:defRPr/>
                    </a:pPr>
                    <a:endParaRPr lang="en-US" sz="1050">
                      <a:latin typeface="+mj-lt"/>
                    </a:endParaRPr>
                  </a:p>
                </p:txBody>
              </p:sp>
              <p:sp>
                <p:nvSpPr>
                  <p:cNvPr id="41769" name="Freeform 24">
                    <a:extLst>
                      <a:ext uri="{FF2B5EF4-FFF2-40B4-BE49-F238E27FC236}">
                        <a16:creationId xmlns="" xmlns:a16="http://schemas.microsoft.com/office/drawing/2014/main" id="{6764723C-7118-39B8-34F1-93E40A3972BE}"/>
                      </a:ext>
                    </a:extLst>
                  </p:cNvPr>
                  <p:cNvSpPr>
                    <a:spLocks/>
                  </p:cNvSpPr>
                  <p:nvPr/>
                </p:nvSpPr>
                <p:spPr bwMode="auto">
                  <a:xfrm>
                    <a:off x="1974" y="2124"/>
                    <a:ext cx="90" cy="85"/>
                  </a:xfrm>
                  <a:custGeom>
                    <a:avLst/>
                    <a:gdLst>
                      <a:gd name="T0" fmla="*/ 0 w 520"/>
                      <a:gd name="T1" fmla="*/ 0 h 521"/>
                      <a:gd name="T2" fmla="*/ 0 w 520"/>
                      <a:gd name="T3" fmla="*/ 0 h 521"/>
                      <a:gd name="T4" fmla="*/ 0 w 520"/>
                      <a:gd name="T5" fmla="*/ 0 h 521"/>
                      <a:gd name="T6" fmla="*/ 0 w 520"/>
                      <a:gd name="T7" fmla="*/ 0 h 521"/>
                      <a:gd name="T8" fmla="*/ 0 w 520"/>
                      <a:gd name="T9" fmla="*/ 0 h 521"/>
                      <a:gd name="T10" fmla="*/ 0 w 520"/>
                      <a:gd name="T11" fmla="*/ 0 h 521"/>
                      <a:gd name="T12" fmla="*/ 0 w 520"/>
                      <a:gd name="T13" fmla="*/ 0 h 521"/>
                      <a:gd name="T14" fmla="*/ 0 w 520"/>
                      <a:gd name="T15" fmla="*/ 0 h 521"/>
                      <a:gd name="T16" fmla="*/ 0 w 520"/>
                      <a:gd name="T17" fmla="*/ 0 h 521"/>
                      <a:gd name="T18" fmla="*/ 0 w 520"/>
                      <a:gd name="T19" fmla="*/ 0 h 521"/>
                      <a:gd name="T20" fmla="*/ 0 w 520"/>
                      <a:gd name="T21" fmla="*/ 0 h 521"/>
                      <a:gd name="T22" fmla="*/ 0 w 520"/>
                      <a:gd name="T23" fmla="*/ 0 h 521"/>
                      <a:gd name="T24" fmla="*/ 0 w 520"/>
                      <a:gd name="T25" fmla="*/ 0 h 521"/>
                      <a:gd name="T26" fmla="*/ 0 w 520"/>
                      <a:gd name="T27" fmla="*/ 0 h 521"/>
                      <a:gd name="T28" fmla="*/ 0 w 520"/>
                      <a:gd name="T29" fmla="*/ 0 h 521"/>
                      <a:gd name="T30" fmla="*/ 0 w 520"/>
                      <a:gd name="T31" fmla="*/ 0 h 521"/>
                      <a:gd name="T32" fmla="*/ 0 w 520"/>
                      <a:gd name="T33" fmla="*/ 0 h 521"/>
                      <a:gd name="T34" fmla="*/ 0 w 520"/>
                      <a:gd name="T35" fmla="*/ 0 h 521"/>
                      <a:gd name="T36" fmla="*/ 0 w 520"/>
                      <a:gd name="T37" fmla="*/ 0 h 521"/>
                      <a:gd name="T38" fmla="*/ 0 w 520"/>
                      <a:gd name="T39" fmla="*/ 0 h 521"/>
                      <a:gd name="T40" fmla="*/ 0 w 520"/>
                      <a:gd name="T41" fmla="*/ 0 h 521"/>
                      <a:gd name="T42" fmla="*/ 0 w 520"/>
                      <a:gd name="T43" fmla="*/ 0 h 521"/>
                      <a:gd name="T44" fmla="*/ 0 w 520"/>
                      <a:gd name="T45" fmla="*/ 0 h 521"/>
                      <a:gd name="T46" fmla="*/ 0 w 520"/>
                      <a:gd name="T47" fmla="*/ 0 h 521"/>
                      <a:gd name="T48" fmla="*/ 0 w 520"/>
                      <a:gd name="T49" fmla="*/ 0 h 521"/>
                      <a:gd name="T50" fmla="*/ 0 w 520"/>
                      <a:gd name="T51" fmla="*/ 0 h 521"/>
                      <a:gd name="T52" fmla="*/ 0 w 520"/>
                      <a:gd name="T53" fmla="*/ 0 h 521"/>
                      <a:gd name="T54" fmla="*/ 0 w 520"/>
                      <a:gd name="T55" fmla="*/ 0 h 521"/>
                      <a:gd name="T56" fmla="*/ 0 w 520"/>
                      <a:gd name="T57" fmla="*/ 0 h 521"/>
                      <a:gd name="T58" fmla="*/ 0 w 520"/>
                      <a:gd name="T59" fmla="*/ 0 h 521"/>
                      <a:gd name="T60" fmla="*/ 0 w 520"/>
                      <a:gd name="T61" fmla="*/ 0 h 521"/>
                      <a:gd name="T62" fmla="*/ 0 w 520"/>
                      <a:gd name="T63" fmla="*/ 0 h 521"/>
                      <a:gd name="T64" fmla="*/ 0 w 520"/>
                      <a:gd name="T65" fmla="*/ 0 h 521"/>
                      <a:gd name="T66" fmla="*/ 0 w 520"/>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1"/>
                      <a:gd name="T104" fmla="*/ 520 w 520"/>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1">
                        <a:moveTo>
                          <a:pt x="520" y="521"/>
                        </a:moveTo>
                        <a:lnTo>
                          <a:pt x="520" y="521"/>
                        </a:lnTo>
                        <a:lnTo>
                          <a:pt x="519" y="494"/>
                        </a:lnTo>
                        <a:lnTo>
                          <a:pt x="517" y="467"/>
                        </a:lnTo>
                        <a:lnTo>
                          <a:pt x="514" y="442"/>
                        </a:lnTo>
                        <a:lnTo>
                          <a:pt x="509" y="416"/>
                        </a:lnTo>
                        <a:lnTo>
                          <a:pt x="503" y="390"/>
                        </a:lnTo>
                        <a:lnTo>
                          <a:pt x="497" y="366"/>
                        </a:lnTo>
                        <a:lnTo>
                          <a:pt x="488" y="342"/>
                        </a:lnTo>
                        <a:lnTo>
                          <a:pt x="479" y="319"/>
                        </a:lnTo>
                        <a:lnTo>
                          <a:pt x="468" y="295"/>
                        </a:lnTo>
                        <a:lnTo>
                          <a:pt x="456" y="273"/>
                        </a:lnTo>
                        <a:lnTo>
                          <a:pt x="445" y="251"/>
                        </a:lnTo>
                        <a:lnTo>
                          <a:pt x="431" y="230"/>
                        </a:lnTo>
                        <a:lnTo>
                          <a:pt x="416" y="210"/>
                        </a:lnTo>
                        <a:lnTo>
                          <a:pt x="401" y="190"/>
                        </a:lnTo>
                        <a:lnTo>
                          <a:pt x="385" y="171"/>
                        </a:lnTo>
                        <a:lnTo>
                          <a:pt x="368" y="153"/>
                        </a:lnTo>
                        <a:lnTo>
                          <a:pt x="349" y="136"/>
                        </a:lnTo>
                        <a:lnTo>
                          <a:pt x="330" y="120"/>
                        </a:lnTo>
                        <a:lnTo>
                          <a:pt x="311" y="104"/>
                        </a:lnTo>
                        <a:lnTo>
                          <a:pt x="291" y="90"/>
                        </a:lnTo>
                        <a:lnTo>
                          <a:pt x="269" y="76"/>
                        </a:lnTo>
                        <a:lnTo>
                          <a:pt x="248" y="63"/>
                        </a:lnTo>
                        <a:lnTo>
                          <a:pt x="225" y="52"/>
                        </a:lnTo>
                        <a:lnTo>
                          <a:pt x="202" y="42"/>
                        </a:lnTo>
                        <a:lnTo>
                          <a:pt x="178" y="32"/>
                        </a:lnTo>
                        <a:lnTo>
                          <a:pt x="154" y="24"/>
                        </a:lnTo>
                        <a:lnTo>
                          <a:pt x="129" y="17"/>
                        </a:lnTo>
                        <a:lnTo>
                          <a:pt x="105" y="11"/>
                        </a:lnTo>
                        <a:lnTo>
                          <a:pt x="79" y="7"/>
                        </a:lnTo>
                        <a:lnTo>
                          <a:pt x="52" y="3"/>
                        </a:lnTo>
                        <a:lnTo>
                          <a:pt x="27" y="1"/>
                        </a:lnTo>
                        <a:lnTo>
                          <a:pt x="0" y="0"/>
                        </a:lnTo>
                        <a:lnTo>
                          <a:pt x="0" y="165"/>
                        </a:lnTo>
                        <a:lnTo>
                          <a:pt x="18" y="165"/>
                        </a:lnTo>
                        <a:lnTo>
                          <a:pt x="36" y="167"/>
                        </a:lnTo>
                        <a:lnTo>
                          <a:pt x="54" y="169"/>
                        </a:lnTo>
                        <a:lnTo>
                          <a:pt x="71" y="172"/>
                        </a:lnTo>
                        <a:lnTo>
                          <a:pt x="89" y="175"/>
                        </a:lnTo>
                        <a:lnTo>
                          <a:pt x="106" y="181"/>
                        </a:lnTo>
                        <a:lnTo>
                          <a:pt x="122" y="186"/>
                        </a:lnTo>
                        <a:lnTo>
                          <a:pt x="138" y="193"/>
                        </a:lnTo>
                        <a:lnTo>
                          <a:pt x="154" y="200"/>
                        </a:lnTo>
                        <a:lnTo>
                          <a:pt x="169" y="208"/>
                        </a:lnTo>
                        <a:lnTo>
                          <a:pt x="184" y="216"/>
                        </a:lnTo>
                        <a:lnTo>
                          <a:pt x="199" y="226"/>
                        </a:lnTo>
                        <a:lnTo>
                          <a:pt x="213" y="235"/>
                        </a:lnTo>
                        <a:lnTo>
                          <a:pt x="225" y="246"/>
                        </a:lnTo>
                        <a:lnTo>
                          <a:pt x="239" y="258"/>
                        </a:lnTo>
                        <a:lnTo>
                          <a:pt x="251" y="270"/>
                        </a:lnTo>
                        <a:lnTo>
                          <a:pt x="263" y="281"/>
                        </a:lnTo>
                        <a:lnTo>
                          <a:pt x="275" y="294"/>
                        </a:lnTo>
                        <a:lnTo>
                          <a:pt x="285" y="308"/>
                        </a:lnTo>
                        <a:lnTo>
                          <a:pt x="295" y="322"/>
                        </a:lnTo>
                        <a:lnTo>
                          <a:pt x="304" y="337"/>
                        </a:lnTo>
                        <a:lnTo>
                          <a:pt x="313" y="351"/>
                        </a:lnTo>
                        <a:lnTo>
                          <a:pt x="321" y="367"/>
                        </a:lnTo>
                        <a:lnTo>
                          <a:pt x="328" y="382"/>
                        </a:lnTo>
                        <a:lnTo>
                          <a:pt x="334" y="399"/>
                        </a:lnTo>
                        <a:lnTo>
                          <a:pt x="340" y="415"/>
                        </a:lnTo>
                        <a:lnTo>
                          <a:pt x="344" y="432"/>
                        </a:lnTo>
                        <a:lnTo>
                          <a:pt x="348" y="449"/>
                        </a:lnTo>
                        <a:lnTo>
                          <a:pt x="352" y="466"/>
                        </a:lnTo>
                        <a:lnTo>
                          <a:pt x="354" y="483"/>
                        </a:lnTo>
                        <a:lnTo>
                          <a:pt x="355" y="503"/>
                        </a:lnTo>
                        <a:lnTo>
                          <a:pt x="356" y="521"/>
                        </a:lnTo>
                        <a:lnTo>
                          <a:pt x="520" y="521"/>
                        </a:lnTo>
                        <a:close/>
                      </a:path>
                    </a:pathLst>
                  </a:custGeom>
                  <a:solidFill>
                    <a:srgbClr val="EF2B2F"/>
                  </a:solidFill>
                  <a:ln>
                    <a:noFill/>
                  </a:ln>
                </p:spPr>
                <p:txBody>
                  <a:bodyPr/>
                  <a:lstStyle/>
                  <a:p>
                    <a:pPr>
                      <a:defRPr/>
                    </a:pPr>
                    <a:endParaRPr lang="en-US" sz="1050">
                      <a:latin typeface="+mj-lt"/>
                    </a:endParaRPr>
                  </a:p>
                </p:txBody>
              </p:sp>
              <p:sp>
                <p:nvSpPr>
                  <p:cNvPr id="41770" name="Freeform 25">
                    <a:extLst>
                      <a:ext uri="{FF2B5EF4-FFF2-40B4-BE49-F238E27FC236}">
                        <a16:creationId xmlns="" xmlns:a16="http://schemas.microsoft.com/office/drawing/2014/main" id="{14373D0A-3334-E998-7EE0-17F2934F1181}"/>
                      </a:ext>
                    </a:extLst>
                  </p:cNvPr>
                  <p:cNvSpPr>
                    <a:spLocks/>
                  </p:cNvSpPr>
                  <p:nvPr/>
                </p:nvSpPr>
                <p:spPr bwMode="auto">
                  <a:xfrm>
                    <a:off x="1974" y="2210"/>
                    <a:ext cx="90" cy="89"/>
                  </a:xfrm>
                  <a:custGeom>
                    <a:avLst/>
                    <a:gdLst>
                      <a:gd name="T0" fmla="*/ 0 w 520"/>
                      <a:gd name="T1" fmla="*/ 0 h 520"/>
                      <a:gd name="T2" fmla="*/ 0 w 520"/>
                      <a:gd name="T3" fmla="*/ 0 h 520"/>
                      <a:gd name="T4" fmla="*/ 0 w 520"/>
                      <a:gd name="T5" fmla="*/ 0 h 520"/>
                      <a:gd name="T6" fmla="*/ 0 w 520"/>
                      <a:gd name="T7" fmla="*/ 0 h 520"/>
                      <a:gd name="T8" fmla="*/ 0 w 520"/>
                      <a:gd name="T9" fmla="*/ 0 h 520"/>
                      <a:gd name="T10" fmla="*/ 0 w 520"/>
                      <a:gd name="T11" fmla="*/ 0 h 520"/>
                      <a:gd name="T12" fmla="*/ 0 w 520"/>
                      <a:gd name="T13" fmla="*/ 0 h 520"/>
                      <a:gd name="T14" fmla="*/ 0 w 520"/>
                      <a:gd name="T15" fmla="*/ 0 h 520"/>
                      <a:gd name="T16" fmla="*/ 0 w 520"/>
                      <a:gd name="T17" fmla="*/ 0 h 520"/>
                      <a:gd name="T18" fmla="*/ 0 w 520"/>
                      <a:gd name="T19" fmla="*/ 0 h 520"/>
                      <a:gd name="T20" fmla="*/ 0 w 520"/>
                      <a:gd name="T21" fmla="*/ 0 h 520"/>
                      <a:gd name="T22" fmla="*/ 0 w 520"/>
                      <a:gd name="T23" fmla="*/ 0 h 520"/>
                      <a:gd name="T24" fmla="*/ 0 w 520"/>
                      <a:gd name="T25" fmla="*/ 0 h 520"/>
                      <a:gd name="T26" fmla="*/ 0 w 520"/>
                      <a:gd name="T27" fmla="*/ 0 h 520"/>
                      <a:gd name="T28" fmla="*/ 0 w 520"/>
                      <a:gd name="T29" fmla="*/ 0 h 520"/>
                      <a:gd name="T30" fmla="*/ 0 w 520"/>
                      <a:gd name="T31" fmla="*/ 0 h 520"/>
                      <a:gd name="T32" fmla="*/ 0 w 520"/>
                      <a:gd name="T33" fmla="*/ 0 h 520"/>
                      <a:gd name="T34" fmla="*/ 0 w 520"/>
                      <a:gd name="T35" fmla="*/ 0 h 520"/>
                      <a:gd name="T36" fmla="*/ 0 w 520"/>
                      <a:gd name="T37" fmla="*/ 0 h 520"/>
                      <a:gd name="T38" fmla="*/ 0 w 520"/>
                      <a:gd name="T39" fmla="*/ 0 h 520"/>
                      <a:gd name="T40" fmla="*/ 0 w 520"/>
                      <a:gd name="T41" fmla="*/ 0 h 520"/>
                      <a:gd name="T42" fmla="*/ 0 w 520"/>
                      <a:gd name="T43" fmla="*/ 0 h 520"/>
                      <a:gd name="T44" fmla="*/ 0 w 520"/>
                      <a:gd name="T45" fmla="*/ 0 h 520"/>
                      <a:gd name="T46" fmla="*/ 0 w 520"/>
                      <a:gd name="T47" fmla="*/ 0 h 520"/>
                      <a:gd name="T48" fmla="*/ 0 w 520"/>
                      <a:gd name="T49" fmla="*/ 0 h 520"/>
                      <a:gd name="T50" fmla="*/ 0 w 520"/>
                      <a:gd name="T51" fmla="*/ 0 h 520"/>
                      <a:gd name="T52" fmla="*/ 0 w 520"/>
                      <a:gd name="T53" fmla="*/ 0 h 520"/>
                      <a:gd name="T54" fmla="*/ 0 w 520"/>
                      <a:gd name="T55" fmla="*/ 0 h 520"/>
                      <a:gd name="T56" fmla="*/ 0 w 520"/>
                      <a:gd name="T57" fmla="*/ 0 h 520"/>
                      <a:gd name="T58" fmla="*/ 0 w 520"/>
                      <a:gd name="T59" fmla="*/ 0 h 520"/>
                      <a:gd name="T60" fmla="*/ 0 w 520"/>
                      <a:gd name="T61" fmla="*/ 0 h 520"/>
                      <a:gd name="T62" fmla="*/ 0 w 520"/>
                      <a:gd name="T63" fmla="*/ 0 h 520"/>
                      <a:gd name="T64" fmla="*/ 0 w 520"/>
                      <a:gd name="T65" fmla="*/ 0 h 520"/>
                      <a:gd name="T66" fmla="*/ 0 w 520"/>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0"/>
                      <a:gd name="T104" fmla="*/ 520 w 520"/>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0">
                        <a:moveTo>
                          <a:pt x="0" y="520"/>
                        </a:moveTo>
                        <a:lnTo>
                          <a:pt x="0" y="520"/>
                        </a:lnTo>
                        <a:lnTo>
                          <a:pt x="27" y="518"/>
                        </a:lnTo>
                        <a:lnTo>
                          <a:pt x="52" y="516"/>
                        </a:lnTo>
                        <a:lnTo>
                          <a:pt x="79" y="514"/>
                        </a:lnTo>
                        <a:lnTo>
                          <a:pt x="105" y="509"/>
                        </a:lnTo>
                        <a:lnTo>
                          <a:pt x="129" y="503"/>
                        </a:lnTo>
                        <a:lnTo>
                          <a:pt x="154" y="496"/>
                        </a:lnTo>
                        <a:lnTo>
                          <a:pt x="178" y="489"/>
                        </a:lnTo>
                        <a:lnTo>
                          <a:pt x="202" y="479"/>
                        </a:lnTo>
                        <a:lnTo>
                          <a:pt x="225" y="468"/>
                        </a:lnTo>
                        <a:lnTo>
                          <a:pt x="248" y="456"/>
                        </a:lnTo>
                        <a:lnTo>
                          <a:pt x="269" y="444"/>
                        </a:lnTo>
                        <a:lnTo>
                          <a:pt x="291" y="431"/>
                        </a:lnTo>
                        <a:lnTo>
                          <a:pt x="311" y="416"/>
                        </a:lnTo>
                        <a:lnTo>
                          <a:pt x="330" y="401"/>
                        </a:lnTo>
                        <a:lnTo>
                          <a:pt x="349" y="384"/>
                        </a:lnTo>
                        <a:lnTo>
                          <a:pt x="368" y="367"/>
                        </a:lnTo>
                        <a:lnTo>
                          <a:pt x="385" y="350"/>
                        </a:lnTo>
                        <a:lnTo>
                          <a:pt x="401" y="330"/>
                        </a:lnTo>
                        <a:lnTo>
                          <a:pt x="416" y="311"/>
                        </a:lnTo>
                        <a:lnTo>
                          <a:pt x="431" y="290"/>
                        </a:lnTo>
                        <a:lnTo>
                          <a:pt x="445" y="269"/>
                        </a:lnTo>
                        <a:lnTo>
                          <a:pt x="456" y="247"/>
                        </a:lnTo>
                        <a:lnTo>
                          <a:pt x="468" y="224"/>
                        </a:lnTo>
                        <a:lnTo>
                          <a:pt x="479" y="202"/>
                        </a:lnTo>
                        <a:lnTo>
                          <a:pt x="488" y="178"/>
                        </a:lnTo>
                        <a:lnTo>
                          <a:pt x="497" y="154"/>
                        </a:lnTo>
                        <a:lnTo>
                          <a:pt x="503" y="129"/>
                        </a:lnTo>
                        <a:lnTo>
                          <a:pt x="509" y="104"/>
                        </a:lnTo>
                        <a:lnTo>
                          <a:pt x="514" y="78"/>
                        </a:lnTo>
                        <a:lnTo>
                          <a:pt x="517" y="52"/>
                        </a:lnTo>
                        <a:lnTo>
                          <a:pt x="519" y="27"/>
                        </a:lnTo>
                        <a:lnTo>
                          <a:pt x="520" y="0"/>
                        </a:lnTo>
                        <a:lnTo>
                          <a:pt x="356" y="0"/>
                        </a:lnTo>
                        <a:lnTo>
                          <a:pt x="355" y="18"/>
                        </a:lnTo>
                        <a:lnTo>
                          <a:pt x="354" y="36"/>
                        </a:lnTo>
                        <a:lnTo>
                          <a:pt x="352" y="54"/>
                        </a:lnTo>
                        <a:lnTo>
                          <a:pt x="348" y="71"/>
                        </a:lnTo>
                        <a:lnTo>
                          <a:pt x="344" y="89"/>
                        </a:lnTo>
                        <a:lnTo>
                          <a:pt x="340" y="105"/>
                        </a:lnTo>
                        <a:lnTo>
                          <a:pt x="334" y="122"/>
                        </a:lnTo>
                        <a:lnTo>
                          <a:pt x="328" y="138"/>
                        </a:lnTo>
                        <a:lnTo>
                          <a:pt x="321" y="154"/>
                        </a:lnTo>
                        <a:lnTo>
                          <a:pt x="313" y="169"/>
                        </a:lnTo>
                        <a:lnTo>
                          <a:pt x="304" y="184"/>
                        </a:lnTo>
                        <a:lnTo>
                          <a:pt x="295" y="198"/>
                        </a:lnTo>
                        <a:lnTo>
                          <a:pt x="285" y="213"/>
                        </a:lnTo>
                        <a:lnTo>
                          <a:pt x="275" y="225"/>
                        </a:lnTo>
                        <a:lnTo>
                          <a:pt x="263" y="238"/>
                        </a:lnTo>
                        <a:lnTo>
                          <a:pt x="251" y="251"/>
                        </a:lnTo>
                        <a:lnTo>
                          <a:pt x="239" y="263"/>
                        </a:lnTo>
                        <a:lnTo>
                          <a:pt x="225" y="274"/>
                        </a:lnTo>
                        <a:lnTo>
                          <a:pt x="213" y="284"/>
                        </a:lnTo>
                        <a:lnTo>
                          <a:pt x="199" y="294"/>
                        </a:lnTo>
                        <a:lnTo>
                          <a:pt x="184" y="304"/>
                        </a:lnTo>
                        <a:lnTo>
                          <a:pt x="169" y="312"/>
                        </a:lnTo>
                        <a:lnTo>
                          <a:pt x="154" y="321"/>
                        </a:lnTo>
                        <a:lnTo>
                          <a:pt x="138" y="327"/>
                        </a:lnTo>
                        <a:lnTo>
                          <a:pt x="122" y="333"/>
                        </a:lnTo>
                        <a:lnTo>
                          <a:pt x="106" y="339"/>
                        </a:lnTo>
                        <a:lnTo>
                          <a:pt x="89" y="344"/>
                        </a:lnTo>
                        <a:lnTo>
                          <a:pt x="71" y="348"/>
                        </a:lnTo>
                        <a:lnTo>
                          <a:pt x="54" y="352"/>
                        </a:lnTo>
                        <a:lnTo>
                          <a:pt x="36" y="354"/>
                        </a:lnTo>
                        <a:lnTo>
                          <a:pt x="18" y="355"/>
                        </a:lnTo>
                        <a:lnTo>
                          <a:pt x="0" y="355"/>
                        </a:lnTo>
                        <a:lnTo>
                          <a:pt x="0" y="520"/>
                        </a:lnTo>
                        <a:close/>
                      </a:path>
                    </a:pathLst>
                  </a:custGeom>
                  <a:solidFill>
                    <a:srgbClr val="EF2B2F"/>
                  </a:solidFill>
                  <a:ln>
                    <a:noFill/>
                  </a:ln>
                </p:spPr>
                <p:txBody>
                  <a:bodyPr/>
                  <a:lstStyle/>
                  <a:p>
                    <a:pPr>
                      <a:defRPr/>
                    </a:pPr>
                    <a:endParaRPr lang="en-US" sz="1050">
                      <a:latin typeface="+mj-lt"/>
                    </a:endParaRPr>
                  </a:p>
                </p:txBody>
              </p:sp>
              <p:sp>
                <p:nvSpPr>
                  <p:cNvPr id="41771" name="Freeform 26">
                    <a:extLst>
                      <a:ext uri="{FF2B5EF4-FFF2-40B4-BE49-F238E27FC236}">
                        <a16:creationId xmlns="" xmlns:a16="http://schemas.microsoft.com/office/drawing/2014/main" id="{44BAFCD1-FD20-0B71-0483-45B2D9271058}"/>
                      </a:ext>
                    </a:extLst>
                  </p:cNvPr>
                  <p:cNvSpPr>
                    <a:spLocks/>
                  </p:cNvSpPr>
                  <p:nvPr/>
                </p:nvSpPr>
                <p:spPr bwMode="auto">
                  <a:xfrm>
                    <a:off x="1916" y="2210"/>
                    <a:ext cx="79" cy="89"/>
                  </a:xfrm>
                  <a:custGeom>
                    <a:avLst/>
                    <a:gdLst>
                      <a:gd name="T0" fmla="*/ 0 w 520"/>
                      <a:gd name="T1" fmla="*/ 0 h 520"/>
                      <a:gd name="T2" fmla="*/ 0 w 520"/>
                      <a:gd name="T3" fmla="*/ 0 h 520"/>
                      <a:gd name="T4" fmla="*/ 0 w 520"/>
                      <a:gd name="T5" fmla="*/ 0 h 520"/>
                      <a:gd name="T6" fmla="*/ 0 w 520"/>
                      <a:gd name="T7" fmla="*/ 0 h 520"/>
                      <a:gd name="T8" fmla="*/ 0 w 520"/>
                      <a:gd name="T9" fmla="*/ 0 h 520"/>
                      <a:gd name="T10" fmla="*/ 0 w 520"/>
                      <a:gd name="T11" fmla="*/ 0 h 520"/>
                      <a:gd name="T12" fmla="*/ 0 w 520"/>
                      <a:gd name="T13" fmla="*/ 0 h 520"/>
                      <a:gd name="T14" fmla="*/ 0 w 520"/>
                      <a:gd name="T15" fmla="*/ 0 h 520"/>
                      <a:gd name="T16" fmla="*/ 0 w 520"/>
                      <a:gd name="T17" fmla="*/ 0 h 520"/>
                      <a:gd name="T18" fmla="*/ 0 w 520"/>
                      <a:gd name="T19" fmla="*/ 0 h 520"/>
                      <a:gd name="T20" fmla="*/ 0 w 520"/>
                      <a:gd name="T21" fmla="*/ 0 h 520"/>
                      <a:gd name="T22" fmla="*/ 0 w 520"/>
                      <a:gd name="T23" fmla="*/ 0 h 520"/>
                      <a:gd name="T24" fmla="*/ 0 w 520"/>
                      <a:gd name="T25" fmla="*/ 0 h 520"/>
                      <a:gd name="T26" fmla="*/ 0 w 520"/>
                      <a:gd name="T27" fmla="*/ 0 h 520"/>
                      <a:gd name="T28" fmla="*/ 0 w 520"/>
                      <a:gd name="T29" fmla="*/ 0 h 520"/>
                      <a:gd name="T30" fmla="*/ 0 w 520"/>
                      <a:gd name="T31" fmla="*/ 0 h 520"/>
                      <a:gd name="T32" fmla="*/ 0 w 520"/>
                      <a:gd name="T33" fmla="*/ 0 h 520"/>
                      <a:gd name="T34" fmla="*/ 0 w 520"/>
                      <a:gd name="T35" fmla="*/ 0 h 520"/>
                      <a:gd name="T36" fmla="*/ 0 w 520"/>
                      <a:gd name="T37" fmla="*/ 0 h 520"/>
                      <a:gd name="T38" fmla="*/ 0 w 520"/>
                      <a:gd name="T39" fmla="*/ 0 h 520"/>
                      <a:gd name="T40" fmla="*/ 0 w 520"/>
                      <a:gd name="T41" fmla="*/ 0 h 520"/>
                      <a:gd name="T42" fmla="*/ 0 w 520"/>
                      <a:gd name="T43" fmla="*/ 0 h 520"/>
                      <a:gd name="T44" fmla="*/ 0 w 520"/>
                      <a:gd name="T45" fmla="*/ 0 h 520"/>
                      <a:gd name="T46" fmla="*/ 0 w 520"/>
                      <a:gd name="T47" fmla="*/ 0 h 520"/>
                      <a:gd name="T48" fmla="*/ 0 w 520"/>
                      <a:gd name="T49" fmla="*/ 0 h 520"/>
                      <a:gd name="T50" fmla="*/ 0 w 520"/>
                      <a:gd name="T51" fmla="*/ 0 h 520"/>
                      <a:gd name="T52" fmla="*/ 0 w 520"/>
                      <a:gd name="T53" fmla="*/ 0 h 520"/>
                      <a:gd name="T54" fmla="*/ 0 w 520"/>
                      <a:gd name="T55" fmla="*/ 0 h 520"/>
                      <a:gd name="T56" fmla="*/ 0 w 520"/>
                      <a:gd name="T57" fmla="*/ 0 h 520"/>
                      <a:gd name="T58" fmla="*/ 0 w 520"/>
                      <a:gd name="T59" fmla="*/ 0 h 520"/>
                      <a:gd name="T60" fmla="*/ 0 w 520"/>
                      <a:gd name="T61" fmla="*/ 0 h 520"/>
                      <a:gd name="T62" fmla="*/ 0 w 520"/>
                      <a:gd name="T63" fmla="*/ 0 h 520"/>
                      <a:gd name="T64" fmla="*/ 0 w 520"/>
                      <a:gd name="T65" fmla="*/ 0 h 520"/>
                      <a:gd name="T66" fmla="*/ 0 w 520"/>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0"/>
                      <a:gd name="T104" fmla="*/ 520 w 520"/>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0">
                        <a:moveTo>
                          <a:pt x="0" y="0"/>
                        </a:moveTo>
                        <a:lnTo>
                          <a:pt x="0" y="0"/>
                        </a:lnTo>
                        <a:lnTo>
                          <a:pt x="0" y="26"/>
                        </a:lnTo>
                        <a:lnTo>
                          <a:pt x="2" y="52"/>
                        </a:lnTo>
                        <a:lnTo>
                          <a:pt x="6" y="78"/>
                        </a:lnTo>
                        <a:lnTo>
                          <a:pt x="11" y="104"/>
                        </a:lnTo>
                        <a:lnTo>
                          <a:pt x="16" y="129"/>
                        </a:lnTo>
                        <a:lnTo>
                          <a:pt x="24" y="154"/>
                        </a:lnTo>
                        <a:lnTo>
                          <a:pt x="31" y="178"/>
                        </a:lnTo>
                        <a:lnTo>
                          <a:pt x="41" y="202"/>
                        </a:lnTo>
                        <a:lnTo>
                          <a:pt x="51" y="224"/>
                        </a:lnTo>
                        <a:lnTo>
                          <a:pt x="63" y="247"/>
                        </a:lnTo>
                        <a:lnTo>
                          <a:pt x="75" y="269"/>
                        </a:lnTo>
                        <a:lnTo>
                          <a:pt x="89" y="290"/>
                        </a:lnTo>
                        <a:lnTo>
                          <a:pt x="103" y="311"/>
                        </a:lnTo>
                        <a:lnTo>
                          <a:pt x="119" y="330"/>
                        </a:lnTo>
                        <a:lnTo>
                          <a:pt x="135" y="350"/>
                        </a:lnTo>
                        <a:lnTo>
                          <a:pt x="152" y="367"/>
                        </a:lnTo>
                        <a:lnTo>
                          <a:pt x="170" y="384"/>
                        </a:lnTo>
                        <a:lnTo>
                          <a:pt x="189" y="401"/>
                        </a:lnTo>
                        <a:lnTo>
                          <a:pt x="209" y="416"/>
                        </a:lnTo>
                        <a:lnTo>
                          <a:pt x="229" y="431"/>
                        </a:lnTo>
                        <a:lnTo>
                          <a:pt x="250" y="444"/>
                        </a:lnTo>
                        <a:lnTo>
                          <a:pt x="272" y="456"/>
                        </a:lnTo>
                        <a:lnTo>
                          <a:pt x="294" y="468"/>
                        </a:lnTo>
                        <a:lnTo>
                          <a:pt x="318" y="479"/>
                        </a:lnTo>
                        <a:lnTo>
                          <a:pt x="341" y="489"/>
                        </a:lnTo>
                        <a:lnTo>
                          <a:pt x="366" y="496"/>
                        </a:lnTo>
                        <a:lnTo>
                          <a:pt x="390" y="503"/>
                        </a:lnTo>
                        <a:lnTo>
                          <a:pt x="415" y="509"/>
                        </a:lnTo>
                        <a:lnTo>
                          <a:pt x="441" y="514"/>
                        </a:lnTo>
                        <a:lnTo>
                          <a:pt x="467" y="516"/>
                        </a:lnTo>
                        <a:lnTo>
                          <a:pt x="493" y="518"/>
                        </a:lnTo>
                        <a:lnTo>
                          <a:pt x="520" y="520"/>
                        </a:lnTo>
                        <a:lnTo>
                          <a:pt x="520" y="355"/>
                        </a:lnTo>
                        <a:lnTo>
                          <a:pt x="502" y="355"/>
                        </a:lnTo>
                        <a:lnTo>
                          <a:pt x="483" y="354"/>
                        </a:lnTo>
                        <a:lnTo>
                          <a:pt x="465" y="352"/>
                        </a:lnTo>
                        <a:lnTo>
                          <a:pt x="448" y="348"/>
                        </a:lnTo>
                        <a:lnTo>
                          <a:pt x="431" y="344"/>
                        </a:lnTo>
                        <a:lnTo>
                          <a:pt x="414" y="339"/>
                        </a:lnTo>
                        <a:lnTo>
                          <a:pt x="398" y="333"/>
                        </a:lnTo>
                        <a:lnTo>
                          <a:pt x="382" y="327"/>
                        </a:lnTo>
                        <a:lnTo>
                          <a:pt x="366" y="321"/>
                        </a:lnTo>
                        <a:lnTo>
                          <a:pt x="351" y="312"/>
                        </a:lnTo>
                        <a:lnTo>
                          <a:pt x="336" y="304"/>
                        </a:lnTo>
                        <a:lnTo>
                          <a:pt x="321" y="294"/>
                        </a:lnTo>
                        <a:lnTo>
                          <a:pt x="307" y="284"/>
                        </a:lnTo>
                        <a:lnTo>
                          <a:pt x="294" y="274"/>
                        </a:lnTo>
                        <a:lnTo>
                          <a:pt x="281" y="263"/>
                        </a:lnTo>
                        <a:lnTo>
                          <a:pt x="269" y="251"/>
                        </a:lnTo>
                        <a:lnTo>
                          <a:pt x="257" y="238"/>
                        </a:lnTo>
                        <a:lnTo>
                          <a:pt x="245" y="225"/>
                        </a:lnTo>
                        <a:lnTo>
                          <a:pt x="235" y="213"/>
                        </a:lnTo>
                        <a:lnTo>
                          <a:pt x="225" y="198"/>
                        </a:lnTo>
                        <a:lnTo>
                          <a:pt x="215" y="184"/>
                        </a:lnTo>
                        <a:lnTo>
                          <a:pt x="207" y="169"/>
                        </a:lnTo>
                        <a:lnTo>
                          <a:pt x="199" y="154"/>
                        </a:lnTo>
                        <a:lnTo>
                          <a:pt x="192" y="138"/>
                        </a:lnTo>
                        <a:lnTo>
                          <a:pt x="186" y="122"/>
                        </a:lnTo>
                        <a:lnTo>
                          <a:pt x="180" y="105"/>
                        </a:lnTo>
                        <a:lnTo>
                          <a:pt x="176" y="89"/>
                        </a:lnTo>
                        <a:lnTo>
                          <a:pt x="171" y="71"/>
                        </a:lnTo>
                        <a:lnTo>
                          <a:pt x="168" y="54"/>
                        </a:lnTo>
                        <a:lnTo>
                          <a:pt x="166" y="36"/>
                        </a:lnTo>
                        <a:lnTo>
                          <a:pt x="165" y="18"/>
                        </a:lnTo>
                        <a:lnTo>
                          <a:pt x="164" y="0"/>
                        </a:lnTo>
                        <a:lnTo>
                          <a:pt x="0" y="0"/>
                        </a:lnTo>
                        <a:close/>
                      </a:path>
                    </a:pathLst>
                  </a:custGeom>
                  <a:solidFill>
                    <a:srgbClr val="EF2B2F"/>
                  </a:solidFill>
                  <a:ln>
                    <a:noFill/>
                  </a:ln>
                </p:spPr>
                <p:txBody>
                  <a:bodyPr/>
                  <a:lstStyle/>
                  <a:p>
                    <a:pPr>
                      <a:defRPr/>
                    </a:pPr>
                    <a:endParaRPr lang="en-US" sz="1050">
                      <a:latin typeface="+mj-lt"/>
                    </a:endParaRPr>
                  </a:p>
                </p:txBody>
              </p:sp>
              <p:sp>
                <p:nvSpPr>
                  <p:cNvPr id="41772" name="Freeform 27">
                    <a:extLst>
                      <a:ext uri="{FF2B5EF4-FFF2-40B4-BE49-F238E27FC236}">
                        <a16:creationId xmlns="" xmlns:a16="http://schemas.microsoft.com/office/drawing/2014/main" id="{FCE999ED-8D59-D3F2-CB11-0C14F97C6453}"/>
                      </a:ext>
                    </a:extLst>
                  </p:cNvPr>
                  <p:cNvSpPr>
                    <a:spLocks/>
                  </p:cNvSpPr>
                  <p:nvPr/>
                </p:nvSpPr>
                <p:spPr bwMode="auto">
                  <a:xfrm>
                    <a:off x="1916" y="2124"/>
                    <a:ext cx="79" cy="85"/>
                  </a:xfrm>
                  <a:custGeom>
                    <a:avLst/>
                    <a:gdLst>
                      <a:gd name="T0" fmla="*/ 0 w 520"/>
                      <a:gd name="T1" fmla="*/ 0 h 521"/>
                      <a:gd name="T2" fmla="*/ 0 w 520"/>
                      <a:gd name="T3" fmla="*/ 0 h 521"/>
                      <a:gd name="T4" fmla="*/ 0 w 520"/>
                      <a:gd name="T5" fmla="*/ 0 h 521"/>
                      <a:gd name="T6" fmla="*/ 0 w 520"/>
                      <a:gd name="T7" fmla="*/ 0 h 521"/>
                      <a:gd name="T8" fmla="*/ 0 w 520"/>
                      <a:gd name="T9" fmla="*/ 0 h 521"/>
                      <a:gd name="T10" fmla="*/ 0 w 520"/>
                      <a:gd name="T11" fmla="*/ 0 h 521"/>
                      <a:gd name="T12" fmla="*/ 0 w 520"/>
                      <a:gd name="T13" fmla="*/ 0 h 521"/>
                      <a:gd name="T14" fmla="*/ 0 w 520"/>
                      <a:gd name="T15" fmla="*/ 0 h 521"/>
                      <a:gd name="T16" fmla="*/ 0 w 520"/>
                      <a:gd name="T17" fmla="*/ 0 h 521"/>
                      <a:gd name="T18" fmla="*/ 0 w 520"/>
                      <a:gd name="T19" fmla="*/ 0 h 521"/>
                      <a:gd name="T20" fmla="*/ 0 w 520"/>
                      <a:gd name="T21" fmla="*/ 0 h 521"/>
                      <a:gd name="T22" fmla="*/ 0 w 520"/>
                      <a:gd name="T23" fmla="*/ 0 h 521"/>
                      <a:gd name="T24" fmla="*/ 0 w 520"/>
                      <a:gd name="T25" fmla="*/ 0 h 521"/>
                      <a:gd name="T26" fmla="*/ 0 w 520"/>
                      <a:gd name="T27" fmla="*/ 0 h 521"/>
                      <a:gd name="T28" fmla="*/ 0 w 520"/>
                      <a:gd name="T29" fmla="*/ 0 h 521"/>
                      <a:gd name="T30" fmla="*/ 0 w 520"/>
                      <a:gd name="T31" fmla="*/ 0 h 521"/>
                      <a:gd name="T32" fmla="*/ 0 w 520"/>
                      <a:gd name="T33" fmla="*/ 0 h 521"/>
                      <a:gd name="T34" fmla="*/ 0 w 520"/>
                      <a:gd name="T35" fmla="*/ 0 h 521"/>
                      <a:gd name="T36" fmla="*/ 0 w 520"/>
                      <a:gd name="T37" fmla="*/ 0 h 521"/>
                      <a:gd name="T38" fmla="*/ 0 w 520"/>
                      <a:gd name="T39" fmla="*/ 0 h 521"/>
                      <a:gd name="T40" fmla="*/ 0 w 520"/>
                      <a:gd name="T41" fmla="*/ 0 h 521"/>
                      <a:gd name="T42" fmla="*/ 0 w 520"/>
                      <a:gd name="T43" fmla="*/ 0 h 521"/>
                      <a:gd name="T44" fmla="*/ 0 w 520"/>
                      <a:gd name="T45" fmla="*/ 0 h 521"/>
                      <a:gd name="T46" fmla="*/ 0 w 520"/>
                      <a:gd name="T47" fmla="*/ 0 h 521"/>
                      <a:gd name="T48" fmla="*/ 0 w 520"/>
                      <a:gd name="T49" fmla="*/ 0 h 521"/>
                      <a:gd name="T50" fmla="*/ 0 w 520"/>
                      <a:gd name="T51" fmla="*/ 0 h 521"/>
                      <a:gd name="T52" fmla="*/ 0 w 520"/>
                      <a:gd name="T53" fmla="*/ 0 h 521"/>
                      <a:gd name="T54" fmla="*/ 0 w 520"/>
                      <a:gd name="T55" fmla="*/ 0 h 521"/>
                      <a:gd name="T56" fmla="*/ 0 w 520"/>
                      <a:gd name="T57" fmla="*/ 0 h 521"/>
                      <a:gd name="T58" fmla="*/ 0 w 520"/>
                      <a:gd name="T59" fmla="*/ 0 h 521"/>
                      <a:gd name="T60" fmla="*/ 0 w 520"/>
                      <a:gd name="T61" fmla="*/ 0 h 521"/>
                      <a:gd name="T62" fmla="*/ 0 w 520"/>
                      <a:gd name="T63" fmla="*/ 0 h 521"/>
                      <a:gd name="T64" fmla="*/ 0 w 520"/>
                      <a:gd name="T65" fmla="*/ 0 h 521"/>
                      <a:gd name="T66" fmla="*/ 0 w 520"/>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1"/>
                      <a:gd name="T104" fmla="*/ 520 w 520"/>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1">
                        <a:moveTo>
                          <a:pt x="520" y="0"/>
                        </a:moveTo>
                        <a:lnTo>
                          <a:pt x="520" y="0"/>
                        </a:lnTo>
                        <a:lnTo>
                          <a:pt x="493" y="1"/>
                        </a:lnTo>
                        <a:lnTo>
                          <a:pt x="467" y="3"/>
                        </a:lnTo>
                        <a:lnTo>
                          <a:pt x="441" y="7"/>
                        </a:lnTo>
                        <a:lnTo>
                          <a:pt x="415" y="11"/>
                        </a:lnTo>
                        <a:lnTo>
                          <a:pt x="390" y="17"/>
                        </a:lnTo>
                        <a:lnTo>
                          <a:pt x="366" y="24"/>
                        </a:lnTo>
                        <a:lnTo>
                          <a:pt x="341" y="32"/>
                        </a:lnTo>
                        <a:lnTo>
                          <a:pt x="318" y="42"/>
                        </a:lnTo>
                        <a:lnTo>
                          <a:pt x="294" y="52"/>
                        </a:lnTo>
                        <a:lnTo>
                          <a:pt x="272" y="63"/>
                        </a:lnTo>
                        <a:lnTo>
                          <a:pt x="250" y="76"/>
                        </a:lnTo>
                        <a:lnTo>
                          <a:pt x="229" y="90"/>
                        </a:lnTo>
                        <a:lnTo>
                          <a:pt x="209" y="104"/>
                        </a:lnTo>
                        <a:lnTo>
                          <a:pt x="189" y="120"/>
                        </a:lnTo>
                        <a:lnTo>
                          <a:pt x="170" y="136"/>
                        </a:lnTo>
                        <a:lnTo>
                          <a:pt x="152" y="153"/>
                        </a:lnTo>
                        <a:lnTo>
                          <a:pt x="135" y="171"/>
                        </a:lnTo>
                        <a:lnTo>
                          <a:pt x="119" y="190"/>
                        </a:lnTo>
                        <a:lnTo>
                          <a:pt x="103" y="210"/>
                        </a:lnTo>
                        <a:lnTo>
                          <a:pt x="89" y="230"/>
                        </a:lnTo>
                        <a:lnTo>
                          <a:pt x="75" y="251"/>
                        </a:lnTo>
                        <a:lnTo>
                          <a:pt x="63" y="273"/>
                        </a:lnTo>
                        <a:lnTo>
                          <a:pt x="51" y="295"/>
                        </a:lnTo>
                        <a:lnTo>
                          <a:pt x="41" y="319"/>
                        </a:lnTo>
                        <a:lnTo>
                          <a:pt x="31" y="342"/>
                        </a:lnTo>
                        <a:lnTo>
                          <a:pt x="24" y="366"/>
                        </a:lnTo>
                        <a:lnTo>
                          <a:pt x="16" y="391"/>
                        </a:lnTo>
                        <a:lnTo>
                          <a:pt x="11" y="416"/>
                        </a:lnTo>
                        <a:lnTo>
                          <a:pt x="6" y="442"/>
                        </a:lnTo>
                        <a:lnTo>
                          <a:pt x="2" y="467"/>
                        </a:lnTo>
                        <a:lnTo>
                          <a:pt x="0" y="494"/>
                        </a:lnTo>
                        <a:lnTo>
                          <a:pt x="0" y="521"/>
                        </a:lnTo>
                        <a:lnTo>
                          <a:pt x="164" y="521"/>
                        </a:lnTo>
                        <a:lnTo>
                          <a:pt x="165" y="502"/>
                        </a:lnTo>
                        <a:lnTo>
                          <a:pt x="166" y="483"/>
                        </a:lnTo>
                        <a:lnTo>
                          <a:pt x="168" y="466"/>
                        </a:lnTo>
                        <a:lnTo>
                          <a:pt x="171" y="449"/>
                        </a:lnTo>
                        <a:lnTo>
                          <a:pt x="176" y="432"/>
                        </a:lnTo>
                        <a:lnTo>
                          <a:pt x="180" y="415"/>
                        </a:lnTo>
                        <a:lnTo>
                          <a:pt x="186" y="399"/>
                        </a:lnTo>
                        <a:lnTo>
                          <a:pt x="192" y="382"/>
                        </a:lnTo>
                        <a:lnTo>
                          <a:pt x="199" y="367"/>
                        </a:lnTo>
                        <a:lnTo>
                          <a:pt x="207" y="351"/>
                        </a:lnTo>
                        <a:lnTo>
                          <a:pt x="215" y="337"/>
                        </a:lnTo>
                        <a:lnTo>
                          <a:pt x="225" y="322"/>
                        </a:lnTo>
                        <a:lnTo>
                          <a:pt x="235" y="308"/>
                        </a:lnTo>
                        <a:lnTo>
                          <a:pt x="245" y="294"/>
                        </a:lnTo>
                        <a:lnTo>
                          <a:pt x="257" y="281"/>
                        </a:lnTo>
                        <a:lnTo>
                          <a:pt x="269" y="270"/>
                        </a:lnTo>
                        <a:lnTo>
                          <a:pt x="281" y="258"/>
                        </a:lnTo>
                        <a:lnTo>
                          <a:pt x="294" y="246"/>
                        </a:lnTo>
                        <a:lnTo>
                          <a:pt x="307" y="235"/>
                        </a:lnTo>
                        <a:lnTo>
                          <a:pt x="321" y="226"/>
                        </a:lnTo>
                        <a:lnTo>
                          <a:pt x="336" y="216"/>
                        </a:lnTo>
                        <a:lnTo>
                          <a:pt x="351" y="208"/>
                        </a:lnTo>
                        <a:lnTo>
                          <a:pt x="366" y="200"/>
                        </a:lnTo>
                        <a:lnTo>
                          <a:pt x="382" y="193"/>
                        </a:lnTo>
                        <a:lnTo>
                          <a:pt x="398" y="186"/>
                        </a:lnTo>
                        <a:lnTo>
                          <a:pt x="414" y="181"/>
                        </a:lnTo>
                        <a:lnTo>
                          <a:pt x="431" y="175"/>
                        </a:lnTo>
                        <a:lnTo>
                          <a:pt x="448" y="172"/>
                        </a:lnTo>
                        <a:lnTo>
                          <a:pt x="465" y="169"/>
                        </a:lnTo>
                        <a:lnTo>
                          <a:pt x="483" y="167"/>
                        </a:lnTo>
                        <a:lnTo>
                          <a:pt x="502" y="165"/>
                        </a:lnTo>
                        <a:lnTo>
                          <a:pt x="520" y="165"/>
                        </a:lnTo>
                        <a:lnTo>
                          <a:pt x="520" y="0"/>
                        </a:lnTo>
                        <a:close/>
                      </a:path>
                    </a:pathLst>
                  </a:custGeom>
                  <a:solidFill>
                    <a:srgbClr val="EF2B2F"/>
                  </a:solidFill>
                  <a:ln>
                    <a:noFill/>
                  </a:ln>
                </p:spPr>
                <p:txBody>
                  <a:bodyPr/>
                  <a:lstStyle/>
                  <a:p>
                    <a:pPr>
                      <a:defRPr/>
                    </a:pPr>
                    <a:endParaRPr lang="en-US" sz="1050">
                      <a:latin typeface="+mj-lt"/>
                    </a:endParaRPr>
                  </a:p>
                </p:txBody>
              </p:sp>
              <p:sp>
                <p:nvSpPr>
                  <p:cNvPr id="41773" name="Freeform 28">
                    <a:extLst>
                      <a:ext uri="{FF2B5EF4-FFF2-40B4-BE49-F238E27FC236}">
                        <a16:creationId xmlns="" xmlns:a16="http://schemas.microsoft.com/office/drawing/2014/main" id="{D8DC1883-FB60-020C-9AF5-E41091B7C036}"/>
                      </a:ext>
                    </a:extLst>
                  </p:cNvPr>
                  <p:cNvSpPr>
                    <a:spLocks/>
                  </p:cNvSpPr>
                  <p:nvPr/>
                </p:nvSpPr>
                <p:spPr bwMode="auto">
                  <a:xfrm>
                    <a:off x="1821" y="2262"/>
                    <a:ext cx="145" cy="148"/>
                  </a:xfrm>
                  <a:custGeom>
                    <a:avLst/>
                    <a:gdLst>
                      <a:gd name="T0" fmla="*/ 0 w 876"/>
                      <a:gd name="T1" fmla="*/ 0 h 876"/>
                      <a:gd name="T2" fmla="*/ 0 w 876"/>
                      <a:gd name="T3" fmla="*/ 0 h 876"/>
                      <a:gd name="T4" fmla="*/ 0 w 876"/>
                      <a:gd name="T5" fmla="*/ 0 h 876"/>
                      <a:gd name="T6" fmla="*/ 0 w 876"/>
                      <a:gd name="T7" fmla="*/ 0 h 876"/>
                      <a:gd name="T8" fmla="*/ 0 w 876"/>
                      <a:gd name="T9" fmla="*/ 0 h 876"/>
                      <a:gd name="T10" fmla="*/ 0 w 876"/>
                      <a:gd name="T11" fmla="*/ 0 h 876"/>
                      <a:gd name="T12" fmla="*/ 0 w 876"/>
                      <a:gd name="T13" fmla="*/ 0 h 876"/>
                      <a:gd name="T14" fmla="*/ 0 w 876"/>
                      <a:gd name="T15" fmla="*/ 0 h 876"/>
                      <a:gd name="T16" fmla="*/ 0 w 876"/>
                      <a:gd name="T17" fmla="*/ 0 h 876"/>
                      <a:gd name="T18" fmla="*/ 0 w 876"/>
                      <a:gd name="T19" fmla="*/ 0 h 876"/>
                      <a:gd name="T20" fmla="*/ 0 w 876"/>
                      <a:gd name="T21" fmla="*/ 0 h 876"/>
                      <a:gd name="T22" fmla="*/ 0 w 876"/>
                      <a:gd name="T23" fmla="*/ 0 h 876"/>
                      <a:gd name="T24" fmla="*/ 0 w 876"/>
                      <a:gd name="T25" fmla="*/ 0 h 876"/>
                      <a:gd name="T26" fmla="*/ 0 w 876"/>
                      <a:gd name="T27" fmla="*/ 0 h 876"/>
                      <a:gd name="T28" fmla="*/ 0 w 876"/>
                      <a:gd name="T29" fmla="*/ 0 h 876"/>
                      <a:gd name="T30" fmla="*/ 0 w 876"/>
                      <a:gd name="T31" fmla="*/ 0 h 876"/>
                      <a:gd name="T32" fmla="*/ 0 w 876"/>
                      <a:gd name="T33" fmla="*/ 0 h 876"/>
                      <a:gd name="T34" fmla="*/ 0 w 876"/>
                      <a:gd name="T35" fmla="*/ 0 h 876"/>
                      <a:gd name="T36" fmla="*/ 0 w 876"/>
                      <a:gd name="T37" fmla="*/ 0 h 876"/>
                      <a:gd name="T38" fmla="*/ 0 w 876"/>
                      <a:gd name="T39" fmla="*/ 0 h 876"/>
                      <a:gd name="T40" fmla="*/ 0 w 876"/>
                      <a:gd name="T41" fmla="*/ 0 h 876"/>
                      <a:gd name="T42" fmla="*/ 0 w 876"/>
                      <a:gd name="T43" fmla="*/ 0 h 876"/>
                      <a:gd name="T44" fmla="*/ 0 w 876"/>
                      <a:gd name="T45" fmla="*/ 0 h 876"/>
                      <a:gd name="T46" fmla="*/ 0 w 876"/>
                      <a:gd name="T47" fmla="*/ 0 h 876"/>
                      <a:gd name="T48" fmla="*/ 0 w 876"/>
                      <a:gd name="T49" fmla="*/ 0 h 876"/>
                      <a:gd name="T50" fmla="*/ 0 w 876"/>
                      <a:gd name="T51" fmla="*/ 0 h 876"/>
                      <a:gd name="T52" fmla="*/ 0 w 876"/>
                      <a:gd name="T53" fmla="*/ 0 h 876"/>
                      <a:gd name="T54" fmla="*/ 0 w 876"/>
                      <a:gd name="T55" fmla="*/ 0 h 876"/>
                      <a:gd name="T56" fmla="*/ 0 w 876"/>
                      <a:gd name="T57" fmla="*/ 0 h 876"/>
                      <a:gd name="T58" fmla="*/ 0 w 876"/>
                      <a:gd name="T59" fmla="*/ 0 h 876"/>
                      <a:gd name="T60" fmla="*/ 0 w 876"/>
                      <a:gd name="T61" fmla="*/ 0 h 876"/>
                      <a:gd name="T62" fmla="*/ 0 w 876"/>
                      <a:gd name="T63" fmla="*/ 0 h 876"/>
                      <a:gd name="T64" fmla="*/ 0 w 876"/>
                      <a:gd name="T65" fmla="*/ 0 h 876"/>
                      <a:gd name="T66" fmla="*/ 0 w 876"/>
                      <a:gd name="T67" fmla="*/ 0 h 876"/>
                      <a:gd name="T68" fmla="*/ 0 w 876"/>
                      <a:gd name="T69" fmla="*/ 0 h 876"/>
                      <a:gd name="T70" fmla="*/ 0 w 876"/>
                      <a:gd name="T71" fmla="*/ 0 h 876"/>
                      <a:gd name="T72" fmla="*/ 0 w 876"/>
                      <a:gd name="T73" fmla="*/ 0 h 876"/>
                      <a:gd name="T74" fmla="*/ 0 w 876"/>
                      <a:gd name="T75" fmla="*/ 0 h 876"/>
                      <a:gd name="T76" fmla="*/ 0 w 876"/>
                      <a:gd name="T77" fmla="*/ 0 h 876"/>
                      <a:gd name="T78" fmla="*/ 0 w 876"/>
                      <a:gd name="T79" fmla="*/ 0 h 876"/>
                      <a:gd name="T80" fmla="*/ 0 w 876"/>
                      <a:gd name="T81" fmla="*/ 0 h 876"/>
                      <a:gd name="T82" fmla="*/ 0 w 876"/>
                      <a:gd name="T83" fmla="*/ 0 h 876"/>
                      <a:gd name="T84" fmla="*/ 0 w 876"/>
                      <a:gd name="T85" fmla="*/ 0 h 87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76"/>
                      <a:gd name="T130" fmla="*/ 0 h 876"/>
                      <a:gd name="T131" fmla="*/ 876 w 876"/>
                      <a:gd name="T132" fmla="*/ 876 h 87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76" h="876">
                        <a:moveTo>
                          <a:pt x="438" y="0"/>
                        </a:moveTo>
                        <a:lnTo>
                          <a:pt x="461" y="0"/>
                        </a:lnTo>
                        <a:lnTo>
                          <a:pt x="482" y="2"/>
                        </a:lnTo>
                        <a:lnTo>
                          <a:pt x="505" y="5"/>
                        </a:lnTo>
                        <a:lnTo>
                          <a:pt x="526" y="9"/>
                        </a:lnTo>
                        <a:lnTo>
                          <a:pt x="547" y="14"/>
                        </a:lnTo>
                        <a:lnTo>
                          <a:pt x="568" y="20"/>
                        </a:lnTo>
                        <a:lnTo>
                          <a:pt x="588" y="27"/>
                        </a:lnTo>
                        <a:lnTo>
                          <a:pt x="608" y="35"/>
                        </a:lnTo>
                        <a:lnTo>
                          <a:pt x="628" y="43"/>
                        </a:lnTo>
                        <a:lnTo>
                          <a:pt x="647" y="53"/>
                        </a:lnTo>
                        <a:lnTo>
                          <a:pt x="665" y="63"/>
                        </a:lnTo>
                        <a:lnTo>
                          <a:pt x="682" y="75"/>
                        </a:lnTo>
                        <a:lnTo>
                          <a:pt x="699" y="87"/>
                        </a:lnTo>
                        <a:lnTo>
                          <a:pt x="716" y="100"/>
                        </a:lnTo>
                        <a:lnTo>
                          <a:pt x="732" y="114"/>
                        </a:lnTo>
                        <a:lnTo>
                          <a:pt x="747" y="129"/>
                        </a:lnTo>
                        <a:lnTo>
                          <a:pt x="762" y="144"/>
                        </a:lnTo>
                        <a:lnTo>
                          <a:pt x="775" y="160"/>
                        </a:lnTo>
                        <a:lnTo>
                          <a:pt x="789" y="177"/>
                        </a:lnTo>
                        <a:lnTo>
                          <a:pt x="801" y="194"/>
                        </a:lnTo>
                        <a:lnTo>
                          <a:pt x="813" y="211"/>
                        </a:lnTo>
                        <a:lnTo>
                          <a:pt x="823" y="229"/>
                        </a:lnTo>
                        <a:lnTo>
                          <a:pt x="833" y="248"/>
                        </a:lnTo>
                        <a:lnTo>
                          <a:pt x="841" y="268"/>
                        </a:lnTo>
                        <a:lnTo>
                          <a:pt x="849" y="288"/>
                        </a:lnTo>
                        <a:lnTo>
                          <a:pt x="856" y="308"/>
                        </a:lnTo>
                        <a:lnTo>
                          <a:pt x="862" y="329"/>
                        </a:lnTo>
                        <a:lnTo>
                          <a:pt x="867" y="350"/>
                        </a:lnTo>
                        <a:lnTo>
                          <a:pt x="871" y="371"/>
                        </a:lnTo>
                        <a:lnTo>
                          <a:pt x="873" y="394"/>
                        </a:lnTo>
                        <a:lnTo>
                          <a:pt x="876" y="415"/>
                        </a:lnTo>
                        <a:lnTo>
                          <a:pt x="876" y="438"/>
                        </a:lnTo>
                        <a:lnTo>
                          <a:pt x="876" y="460"/>
                        </a:lnTo>
                        <a:lnTo>
                          <a:pt x="873" y="483"/>
                        </a:lnTo>
                        <a:lnTo>
                          <a:pt x="871" y="505"/>
                        </a:lnTo>
                        <a:lnTo>
                          <a:pt x="867" y="526"/>
                        </a:lnTo>
                        <a:lnTo>
                          <a:pt x="862" y="548"/>
                        </a:lnTo>
                        <a:lnTo>
                          <a:pt x="856" y="568"/>
                        </a:lnTo>
                        <a:lnTo>
                          <a:pt x="849" y="588"/>
                        </a:lnTo>
                        <a:lnTo>
                          <a:pt x="841" y="609"/>
                        </a:lnTo>
                        <a:lnTo>
                          <a:pt x="833" y="628"/>
                        </a:lnTo>
                        <a:lnTo>
                          <a:pt x="823" y="646"/>
                        </a:lnTo>
                        <a:lnTo>
                          <a:pt x="813" y="665"/>
                        </a:lnTo>
                        <a:lnTo>
                          <a:pt x="801" y="683"/>
                        </a:lnTo>
                        <a:lnTo>
                          <a:pt x="789" y="700"/>
                        </a:lnTo>
                        <a:lnTo>
                          <a:pt x="775" y="717"/>
                        </a:lnTo>
                        <a:lnTo>
                          <a:pt x="762" y="733"/>
                        </a:lnTo>
                        <a:lnTo>
                          <a:pt x="747" y="748"/>
                        </a:lnTo>
                        <a:lnTo>
                          <a:pt x="732" y="762"/>
                        </a:lnTo>
                        <a:lnTo>
                          <a:pt x="716" y="776"/>
                        </a:lnTo>
                        <a:lnTo>
                          <a:pt x="699" y="788"/>
                        </a:lnTo>
                        <a:lnTo>
                          <a:pt x="682" y="801"/>
                        </a:lnTo>
                        <a:lnTo>
                          <a:pt x="665" y="813"/>
                        </a:lnTo>
                        <a:lnTo>
                          <a:pt x="647" y="823"/>
                        </a:lnTo>
                        <a:lnTo>
                          <a:pt x="628" y="833"/>
                        </a:lnTo>
                        <a:lnTo>
                          <a:pt x="608" y="842"/>
                        </a:lnTo>
                        <a:lnTo>
                          <a:pt x="588" y="849"/>
                        </a:lnTo>
                        <a:lnTo>
                          <a:pt x="568" y="857"/>
                        </a:lnTo>
                        <a:lnTo>
                          <a:pt x="547" y="862"/>
                        </a:lnTo>
                        <a:lnTo>
                          <a:pt x="526" y="868"/>
                        </a:lnTo>
                        <a:lnTo>
                          <a:pt x="505" y="871"/>
                        </a:lnTo>
                        <a:lnTo>
                          <a:pt x="482" y="874"/>
                        </a:lnTo>
                        <a:lnTo>
                          <a:pt x="461" y="875"/>
                        </a:lnTo>
                        <a:lnTo>
                          <a:pt x="438" y="876"/>
                        </a:lnTo>
                        <a:lnTo>
                          <a:pt x="416" y="875"/>
                        </a:lnTo>
                        <a:lnTo>
                          <a:pt x="393" y="874"/>
                        </a:lnTo>
                        <a:lnTo>
                          <a:pt x="371" y="871"/>
                        </a:lnTo>
                        <a:lnTo>
                          <a:pt x="350" y="868"/>
                        </a:lnTo>
                        <a:lnTo>
                          <a:pt x="328" y="862"/>
                        </a:lnTo>
                        <a:lnTo>
                          <a:pt x="308" y="857"/>
                        </a:lnTo>
                        <a:lnTo>
                          <a:pt x="288" y="849"/>
                        </a:lnTo>
                        <a:lnTo>
                          <a:pt x="267" y="842"/>
                        </a:lnTo>
                        <a:lnTo>
                          <a:pt x="248" y="833"/>
                        </a:lnTo>
                        <a:lnTo>
                          <a:pt x="230" y="823"/>
                        </a:lnTo>
                        <a:lnTo>
                          <a:pt x="212" y="813"/>
                        </a:lnTo>
                        <a:lnTo>
                          <a:pt x="193" y="801"/>
                        </a:lnTo>
                        <a:lnTo>
                          <a:pt x="176" y="788"/>
                        </a:lnTo>
                        <a:lnTo>
                          <a:pt x="159" y="776"/>
                        </a:lnTo>
                        <a:lnTo>
                          <a:pt x="143" y="762"/>
                        </a:lnTo>
                        <a:lnTo>
                          <a:pt x="128" y="748"/>
                        </a:lnTo>
                        <a:lnTo>
                          <a:pt x="114" y="733"/>
                        </a:lnTo>
                        <a:lnTo>
                          <a:pt x="100" y="717"/>
                        </a:lnTo>
                        <a:lnTo>
                          <a:pt x="88" y="700"/>
                        </a:lnTo>
                        <a:lnTo>
                          <a:pt x="75" y="683"/>
                        </a:lnTo>
                        <a:lnTo>
                          <a:pt x="63" y="665"/>
                        </a:lnTo>
                        <a:lnTo>
                          <a:pt x="53" y="646"/>
                        </a:lnTo>
                        <a:lnTo>
                          <a:pt x="44" y="628"/>
                        </a:lnTo>
                        <a:lnTo>
                          <a:pt x="34" y="609"/>
                        </a:lnTo>
                        <a:lnTo>
                          <a:pt x="27" y="588"/>
                        </a:lnTo>
                        <a:lnTo>
                          <a:pt x="19" y="568"/>
                        </a:lnTo>
                        <a:lnTo>
                          <a:pt x="14" y="548"/>
                        </a:lnTo>
                        <a:lnTo>
                          <a:pt x="9" y="526"/>
                        </a:lnTo>
                        <a:lnTo>
                          <a:pt x="5" y="505"/>
                        </a:lnTo>
                        <a:lnTo>
                          <a:pt x="2" y="483"/>
                        </a:lnTo>
                        <a:lnTo>
                          <a:pt x="1" y="460"/>
                        </a:lnTo>
                        <a:lnTo>
                          <a:pt x="0" y="438"/>
                        </a:lnTo>
                        <a:lnTo>
                          <a:pt x="1" y="415"/>
                        </a:lnTo>
                        <a:lnTo>
                          <a:pt x="2" y="394"/>
                        </a:lnTo>
                        <a:lnTo>
                          <a:pt x="5" y="371"/>
                        </a:lnTo>
                        <a:lnTo>
                          <a:pt x="9" y="350"/>
                        </a:lnTo>
                        <a:lnTo>
                          <a:pt x="14" y="329"/>
                        </a:lnTo>
                        <a:lnTo>
                          <a:pt x="19" y="308"/>
                        </a:lnTo>
                        <a:lnTo>
                          <a:pt x="27" y="288"/>
                        </a:lnTo>
                        <a:lnTo>
                          <a:pt x="34" y="268"/>
                        </a:lnTo>
                        <a:lnTo>
                          <a:pt x="44" y="248"/>
                        </a:lnTo>
                        <a:lnTo>
                          <a:pt x="53" y="229"/>
                        </a:lnTo>
                        <a:lnTo>
                          <a:pt x="63" y="211"/>
                        </a:lnTo>
                        <a:lnTo>
                          <a:pt x="75" y="194"/>
                        </a:lnTo>
                        <a:lnTo>
                          <a:pt x="88" y="177"/>
                        </a:lnTo>
                        <a:lnTo>
                          <a:pt x="100" y="160"/>
                        </a:lnTo>
                        <a:lnTo>
                          <a:pt x="114" y="144"/>
                        </a:lnTo>
                        <a:lnTo>
                          <a:pt x="128" y="129"/>
                        </a:lnTo>
                        <a:lnTo>
                          <a:pt x="143" y="114"/>
                        </a:lnTo>
                        <a:lnTo>
                          <a:pt x="159" y="100"/>
                        </a:lnTo>
                        <a:lnTo>
                          <a:pt x="176" y="87"/>
                        </a:lnTo>
                        <a:lnTo>
                          <a:pt x="193" y="75"/>
                        </a:lnTo>
                        <a:lnTo>
                          <a:pt x="212" y="63"/>
                        </a:lnTo>
                        <a:lnTo>
                          <a:pt x="230" y="53"/>
                        </a:lnTo>
                        <a:lnTo>
                          <a:pt x="248" y="43"/>
                        </a:lnTo>
                        <a:lnTo>
                          <a:pt x="267" y="35"/>
                        </a:lnTo>
                        <a:lnTo>
                          <a:pt x="288" y="27"/>
                        </a:lnTo>
                        <a:lnTo>
                          <a:pt x="308" y="20"/>
                        </a:lnTo>
                        <a:lnTo>
                          <a:pt x="328" y="14"/>
                        </a:lnTo>
                        <a:lnTo>
                          <a:pt x="350" y="9"/>
                        </a:lnTo>
                        <a:lnTo>
                          <a:pt x="371" y="5"/>
                        </a:lnTo>
                        <a:lnTo>
                          <a:pt x="393" y="2"/>
                        </a:lnTo>
                        <a:lnTo>
                          <a:pt x="416" y="0"/>
                        </a:lnTo>
                        <a:lnTo>
                          <a:pt x="438" y="0"/>
                        </a:lnTo>
                        <a:close/>
                      </a:path>
                    </a:pathLst>
                  </a:custGeom>
                  <a:solidFill>
                    <a:srgbClr val="DC2B19"/>
                  </a:solidFill>
                  <a:ln>
                    <a:noFill/>
                  </a:ln>
                </p:spPr>
                <p:txBody>
                  <a:bodyPr/>
                  <a:lstStyle/>
                  <a:p>
                    <a:pPr>
                      <a:defRPr/>
                    </a:pPr>
                    <a:endParaRPr lang="en-US" sz="1050">
                      <a:latin typeface="+mj-lt"/>
                    </a:endParaRPr>
                  </a:p>
                </p:txBody>
              </p:sp>
              <p:sp>
                <p:nvSpPr>
                  <p:cNvPr id="41774" name="Freeform 29">
                    <a:extLst>
                      <a:ext uri="{FF2B5EF4-FFF2-40B4-BE49-F238E27FC236}">
                        <a16:creationId xmlns="" xmlns:a16="http://schemas.microsoft.com/office/drawing/2014/main" id="{B7FD1AA0-389C-3EE3-4C7E-CA2D6EEDC715}"/>
                      </a:ext>
                    </a:extLst>
                  </p:cNvPr>
                  <p:cNvSpPr>
                    <a:spLocks/>
                  </p:cNvSpPr>
                  <p:nvPr/>
                </p:nvSpPr>
                <p:spPr bwMode="auto">
                  <a:xfrm>
                    <a:off x="1919" y="2250"/>
                    <a:ext cx="79" cy="85"/>
                  </a:xfrm>
                  <a:custGeom>
                    <a:avLst/>
                    <a:gdLst>
                      <a:gd name="T0" fmla="*/ 0 w 520"/>
                      <a:gd name="T1" fmla="*/ 0 h 520"/>
                      <a:gd name="T2" fmla="*/ 0 w 520"/>
                      <a:gd name="T3" fmla="*/ 0 h 520"/>
                      <a:gd name="T4" fmla="*/ 0 w 520"/>
                      <a:gd name="T5" fmla="*/ 0 h 520"/>
                      <a:gd name="T6" fmla="*/ 0 w 520"/>
                      <a:gd name="T7" fmla="*/ 0 h 520"/>
                      <a:gd name="T8" fmla="*/ 0 w 520"/>
                      <a:gd name="T9" fmla="*/ 0 h 520"/>
                      <a:gd name="T10" fmla="*/ 0 w 520"/>
                      <a:gd name="T11" fmla="*/ 0 h 520"/>
                      <a:gd name="T12" fmla="*/ 0 w 520"/>
                      <a:gd name="T13" fmla="*/ 0 h 520"/>
                      <a:gd name="T14" fmla="*/ 0 w 520"/>
                      <a:gd name="T15" fmla="*/ 0 h 520"/>
                      <a:gd name="T16" fmla="*/ 0 w 520"/>
                      <a:gd name="T17" fmla="*/ 0 h 520"/>
                      <a:gd name="T18" fmla="*/ 0 w 520"/>
                      <a:gd name="T19" fmla="*/ 0 h 520"/>
                      <a:gd name="T20" fmla="*/ 0 w 520"/>
                      <a:gd name="T21" fmla="*/ 0 h 520"/>
                      <a:gd name="T22" fmla="*/ 0 w 520"/>
                      <a:gd name="T23" fmla="*/ 0 h 520"/>
                      <a:gd name="T24" fmla="*/ 0 w 520"/>
                      <a:gd name="T25" fmla="*/ 0 h 520"/>
                      <a:gd name="T26" fmla="*/ 0 w 520"/>
                      <a:gd name="T27" fmla="*/ 0 h 520"/>
                      <a:gd name="T28" fmla="*/ 0 w 520"/>
                      <a:gd name="T29" fmla="*/ 0 h 520"/>
                      <a:gd name="T30" fmla="*/ 0 w 520"/>
                      <a:gd name="T31" fmla="*/ 0 h 520"/>
                      <a:gd name="T32" fmla="*/ 0 w 520"/>
                      <a:gd name="T33" fmla="*/ 0 h 520"/>
                      <a:gd name="T34" fmla="*/ 0 w 520"/>
                      <a:gd name="T35" fmla="*/ 0 h 520"/>
                      <a:gd name="T36" fmla="*/ 0 w 520"/>
                      <a:gd name="T37" fmla="*/ 0 h 520"/>
                      <a:gd name="T38" fmla="*/ 0 w 520"/>
                      <a:gd name="T39" fmla="*/ 0 h 520"/>
                      <a:gd name="T40" fmla="*/ 0 w 520"/>
                      <a:gd name="T41" fmla="*/ 0 h 520"/>
                      <a:gd name="T42" fmla="*/ 0 w 520"/>
                      <a:gd name="T43" fmla="*/ 0 h 520"/>
                      <a:gd name="T44" fmla="*/ 0 w 520"/>
                      <a:gd name="T45" fmla="*/ 0 h 520"/>
                      <a:gd name="T46" fmla="*/ 0 w 520"/>
                      <a:gd name="T47" fmla="*/ 0 h 520"/>
                      <a:gd name="T48" fmla="*/ 0 w 520"/>
                      <a:gd name="T49" fmla="*/ 0 h 520"/>
                      <a:gd name="T50" fmla="*/ 0 w 520"/>
                      <a:gd name="T51" fmla="*/ 0 h 520"/>
                      <a:gd name="T52" fmla="*/ 0 w 520"/>
                      <a:gd name="T53" fmla="*/ 0 h 520"/>
                      <a:gd name="T54" fmla="*/ 0 w 520"/>
                      <a:gd name="T55" fmla="*/ 0 h 520"/>
                      <a:gd name="T56" fmla="*/ 0 w 520"/>
                      <a:gd name="T57" fmla="*/ 0 h 520"/>
                      <a:gd name="T58" fmla="*/ 0 w 520"/>
                      <a:gd name="T59" fmla="*/ 0 h 520"/>
                      <a:gd name="T60" fmla="*/ 0 w 520"/>
                      <a:gd name="T61" fmla="*/ 0 h 520"/>
                      <a:gd name="T62" fmla="*/ 0 w 520"/>
                      <a:gd name="T63" fmla="*/ 0 h 520"/>
                      <a:gd name="T64" fmla="*/ 0 w 520"/>
                      <a:gd name="T65" fmla="*/ 0 h 520"/>
                      <a:gd name="T66" fmla="*/ 0 w 520"/>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0"/>
                      <a:gd name="T104" fmla="*/ 520 w 520"/>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0">
                        <a:moveTo>
                          <a:pt x="520" y="520"/>
                        </a:moveTo>
                        <a:lnTo>
                          <a:pt x="520" y="520"/>
                        </a:lnTo>
                        <a:lnTo>
                          <a:pt x="519" y="493"/>
                        </a:lnTo>
                        <a:lnTo>
                          <a:pt x="517" y="467"/>
                        </a:lnTo>
                        <a:lnTo>
                          <a:pt x="515" y="442"/>
                        </a:lnTo>
                        <a:lnTo>
                          <a:pt x="509" y="416"/>
                        </a:lnTo>
                        <a:lnTo>
                          <a:pt x="504" y="390"/>
                        </a:lnTo>
                        <a:lnTo>
                          <a:pt x="496" y="366"/>
                        </a:lnTo>
                        <a:lnTo>
                          <a:pt x="488" y="341"/>
                        </a:lnTo>
                        <a:lnTo>
                          <a:pt x="479" y="318"/>
                        </a:lnTo>
                        <a:lnTo>
                          <a:pt x="469" y="295"/>
                        </a:lnTo>
                        <a:lnTo>
                          <a:pt x="457" y="273"/>
                        </a:lnTo>
                        <a:lnTo>
                          <a:pt x="444" y="250"/>
                        </a:lnTo>
                        <a:lnTo>
                          <a:pt x="431" y="230"/>
                        </a:lnTo>
                        <a:lnTo>
                          <a:pt x="416" y="210"/>
                        </a:lnTo>
                        <a:lnTo>
                          <a:pt x="401" y="189"/>
                        </a:lnTo>
                        <a:lnTo>
                          <a:pt x="384" y="170"/>
                        </a:lnTo>
                        <a:lnTo>
                          <a:pt x="367" y="153"/>
                        </a:lnTo>
                        <a:lnTo>
                          <a:pt x="349" y="136"/>
                        </a:lnTo>
                        <a:lnTo>
                          <a:pt x="331" y="119"/>
                        </a:lnTo>
                        <a:lnTo>
                          <a:pt x="310" y="104"/>
                        </a:lnTo>
                        <a:lnTo>
                          <a:pt x="290" y="89"/>
                        </a:lnTo>
                        <a:lnTo>
                          <a:pt x="270" y="76"/>
                        </a:lnTo>
                        <a:lnTo>
                          <a:pt x="247" y="63"/>
                        </a:lnTo>
                        <a:lnTo>
                          <a:pt x="225" y="51"/>
                        </a:lnTo>
                        <a:lnTo>
                          <a:pt x="202" y="41"/>
                        </a:lnTo>
                        <a:lnTo>
                          <a:pt x="179" y="32"/>
                        </a:lnTo>
                        <a:lnTo>
                          <a:pt x="154" y="24"/>
                        </a:lnTo>
                        <a:lnTo>
                          <a:pt x="130" y="16"/>
                        </a:lnTo>
                        <a:lnTo>
                          <a:pt x="104" y="11"/>
                        </a:lnTo>
                        <a:lnTo>
                          <a:pt x="78" y="5"/>
                        </a:lnTo>
                        <a:lnTo>
                          <a:pt x="53" y="2"/>
                        </a:lnTo>
                        <a:lnTo>
                          <a:pt x="27" y="1"/>
                        </a:lnTo>
                        <a:lnTo>
                          <a:pt x="0" y="0"/>
                        </a:lnTo>
                        <a:lnTo>
                          <a:pt x="0" y="165"/>
                        </a:lnTo>
                        <a:lnTo>
                          <a:pt x="18" y="165"/>
                        </a:lnTo>
                        <a:lnTo>
                          <a:pt x="37" y="166"/>
                        </a:lnTo>
                        <a:lnTo>
                          <a:pt x="54" y="168"/>
                        </a:lnTo>
                        <a:lnTo>
                          <a:pt x="72" y="171"/>
                        </a:lnTo>
                        <a:lnTo>
                          <a:pt x="88" y="175"/>
                        </a:lnTo>
                        <a:lnTo>
                          <a:pt x="105" y="181"/>
                        </a:lnTo>
                        <a:lnTo>
                          <a:pt x="122" y="186"/>
                        </a:lnTo>
                        <a:lnTo>
                          <a:pt x="138" y="192"/>
                        </a:lnTo>
                        <a:lnTo>
                          <a:pt x="154" y="199"/>
                        </a:lnTo>
                        <a:lnTo>
                          <a:pt x="169" y="207"/>
                        </a:lnTo>
                        <a:lnTo>
                          <a:pt x="184" y="216"/>
                        </a:lnTo>
                        <a:lnTo>
                          <a:pt x="198" y="226"/>
                        </a:lnTo>
                        <a:lnTo>
                          <a:pt x="212" y="235"/>
                        </a:lnTo>
                        <a:lnTo>
                          <a:pt x="226" y="246"/>
                        </a:lnTo>
                        <a:lnTo>
                          <a:pt x="239" y="257"/>
                        </a:lnTo>
                        <a:lnTo>
                          <a:pt x="252" y="268"/>
                        </a:lnTo>
                        <a:lnTo>
                          <a:pt x="263" y="281"/>
                        </a:lnTo>
                        <a:lnTo>
                          <a:pt x="274" y="294"/>
                        </a:lnTo>
                        <a:lnTo>
                          <a:pt x="285" y="308"/>
                        </a:lnTo>
                        <a:lnTo>
                          <a:pt x="294" y="322"/>
                        </a:lnTo>
                        <a:lnTo>
                          <a:pt x="304" y="336"/>
                        </a:lnTo>
                        <a:lnTo>
                          <a:pt x="313" y="351"/>
                        </a:lnTo>
                        <a:lnTo>
                          <a:pt x="321" y="366"/>
                        </a:lnTo>
                        <a:lnTo>
                          <a:pt x="327" y="382"/>
                        </a:lnTo>
                        <a:lnTo>
                          <a:pt x="334" y="398"/>
                        </a:lnTo>
                        <a:lnTo>
                          <a:pt x="339" y="415"/>
                        </a:lnTo>
                        <a:lnTo>
                          <a:pt x="345" y="431"/>
                        </a:lnTo>
                        <a:lnTo>
                          <a:pt x="349" y="448"/>
                        </a:lnTo>
                        <a:lnTo>
                          <a:pt x="351" y="466"/>
                        </a:lnTo>
                        <a:lnTo>
                          <a:pt x="354" y="483"/>
                        </a:lnTo>
                        <a:lnTo>
                          <a:pt x="355" y="502"/>
                        </a:lnTo>
                        <a:lnTo>
                          <a:pt x="355" y="520"/>
                        </a:lnTo>
                        <a:lnTo>
                          <a:pt x="520" y="520"/>
                        </a:lnTo>
                        <a:close/>
                      </a:path>
                    </a:pathLst>
                  </a:custGeom>
                  <a:solidFill>
                    <a:srgbClr val="EF2B2F"/>
                  </a:solidFill>
                  <a:ln>
                    <a:noFill/>
                  </a:ln>
                </p:spPr>
                <p:txBody>
                  <a:bodyPr/>
                  <a:lstStyle/>
                  <a:p>
                    <a:pPr>
                      <a:defRPr/>
                    </a:pPr>
                    <a:endParaRPr lang="en-US" sz="1050">
                      <a:latin typeface="+mj-lt"/>
                    </a:endParaRPr>
                  </a:p>
                </p:txBody>
              </p:sp>
              <p:sp>
                <p:nvSpPr>
                  <p:cNvPr id="41775" name="Freeform 30">
                    <a:extLst>
                      <a:ext uri="{FF2B5EF4-FFF2-40B4-BE49-F238E27FC236}">
                        <a16:creationId xmlns="" xmlns:a16="http://schemas.microsoft.com/office/drawing/2014/main" id="{F68024FB-3E8C-0A99-CBD6-09DF3272CC53}"/>
                      </a:ext>
                    </a:extLst>
                  </p:cNvPr>
                  <p:cNvSpPr>
                    <a:spLocks/>
                  </p:cNvSpPr>
                  <p:nvPr/>
                </p:nvSpPr>
                <p:spPr bwMode="auto">
                  <a:xfrm>
                    <a:off x="1919" y="2336"/>
                    <a:ext cx="79" cy="89"/>
                  </a:xfrm>
                  <a:custGeom>
                    <a:avLst/>
                    <a:gdLst>
                      <a:gd name="T0" fmla="*/ 0 w 520"/>
                      <a:gd name="T1" fmla="*/ 0 h 520"/>
                      <a:gd name="T2" fmla="*/ 0 w 520"/>
                      <a:gd name="T3" fmla="*/ 0 h 520"/>
                      <a:gd name="T4" fmla="*/ 0 w 520"/>
                      <a:gd name="T5" fmla="*/ 0 h 520"/>
                      <a:gd name="T6" fmla="*/ 0 w 520"/>
                      <a:gd name="T7" fmla="*/ 0 h 520"/>
                      <a:gd name="T8" fmla="*/ 0 w 520"/>
                      <a:gd name="T9" fmla="*/ 0 h 520"/>
                      <a:gd name="T10" fmla="*/ 0 w 520"/>
                      <a:gd name="T11" fmla="*/ 0 h 520"/>
                      <a:gd name="T12" fmla="*/ 0 w 520"/>
                      <a:gd name="T13" fmla="*/ 0 h 520"/>
                      <a:gd name="T14" fmla="*/ 0 w 520"/>
                      <a:gd name="T15" fmla="*/ 0 h 520"/>
                      <a:gd name="T16" fmla="*/ 0 w 520"/>
                      <a:gd name="T17" fmla="*/ 0 h 520"/>
                      <a:gd name="T18" fmla="*/ 0 w 520"/>
                      <a:gd name="T19" fmla="*/ 0 h 520"/>
                      <a:gd name="T20" fmla="*/ 0 w 520"/>
                      <a:gd name="T21" fmla="*/ 0 h 520"/>
                      <a:gd name="T22" fmla="*/ 0 w 520"/>
                      <a:gd name="T23" fmla="*/ 0 h 520"/>
                      <a:gd name="T24" fmla="*/ 0 w 520"/>
                      <a:gd name="T25" fmla="*/ 0 h 520"/>
                      <a:gd name="T26" fmla="*/ 0 w 520"/>
                      <a:gd name="T27" fmla="*/ 0 h 520"/>
                      <a:gd name="T28" fmla="*/ 0 w 520"/>
                      <a:gd name="T29" fmla="*/ 0 h 520"/>
                      <a:gd name="T30" fmla="*/ 0 w 520"/>
                      <a:gd name="T31" fmla="*/ 0 h 520"/>
                      <a:gd name="T32" fmla="*/ 0 w 520"/>
                      <a:gd name="T33" fmla="*/ 0 h 520"/>
                      <a:gd name="T34" fmla="*/ 0 w 520"/>
                      <a:gd name="T35" fmla="*/ 0 h 520"/>
                      <a:gd name="T36" fmla="*/ 0 w 520"/>
                      <a:gd name="T37" fmla="*/ 0 h 520"/>
                      <a:gd name="T38" fmla="*/ 0 w 520"/>
                      <a:gd name="T39" fmla="*/ 0 h 520"/>
                      <a:gd name="T40" fmla="*/ 0 w 520"/>
                      <a:gd name="T41" fmla="*/ 0 h 520"/>
                      <a:gd name="T42" fmla="*/ 0 w 520"/>
                      <a:gd name="T43" fmla="*/ 0 h 520"/>
                      <a:gd name="T44" fmla="*/ 0 w 520"/>
                      <a:gd name="T45" fmla="*/ 0 h 520"/>
                      <a:gd name="T46" fmla="*/ 0 w 520"/>
                      <a:gd name="T47" fmla="*/ 0 h 520"/>
                      <a:gd name="T48" fmla="*/ 0 w 520"/>
                      <a:gd name="T49" fmla="*/ 0 h 520"/>
                      <a:gd name="T50" fmla="*/ 0 w 520"/>
                      <a:gd name="T51" fmla="*/ 0 h 520"/>
                      <a:gd name="T52" fmla="*/ 0 w 520"/>
                      <a:gd name="T53" fmla="*/ 0 h 520"/>
                      <a:gd name="T54" fmla="*/ 0 w 520"/>
                      <a:gd name="T55" fmla="*/ 0 h 520"/>
                      <a:gd name="T56" fmla="*/ 0 w 520"/>
                      <a:gd name="T57" fmla="*/ 0 h 520"/>
                      <a:gd name="T58" fmla="*/ 0 w 520"/>
                      <a:gd name="T59" fmla="*/ 0 h 520"/>
                      <a:gd name="T60" fmla="*/ 0 w 520"/>
                      <a:gd name="T61" fmla="*/ 0 h 520"/>
                      <a:gd name="T62" fmla="*/ 0 w 520"/>
                      <a:gd name="T63" fmla="*/ 0 h 520"/>
                      <a:gd name="T64" fmla="*/ 0 w 520"/>
                      <a:gd name="T65" fmla="*/ 0 h 520"/>
                      <a:gd name="T66" fmla="*/ 0 w 520"/>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0"/>
                      <a:gd name="T104" fmla="*/ 520 w 520"/>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0">
                        <a:moveTo>
                          <a:pt x="0" y="520"/>
                        </a:moveTo>
                        <a:lnTo>
                          <a:pt x="0" y="520"/>
                        </a:lnTo>
                        <a:lnTo>
                          <a:pt x="26" y="519"/>
                        </a:lnTo>
                        <a:lnTo>
                          <a:pt x="53" y="517"/>
                        </a:lnTo>
                        <a:lnTo>
                          <a:pt x="78" y="514"/>
                        </a:lnTo>
                        <a:lnTo>
                          <a:pt x="104" y="510"/>
                        </a:lnTo>
                        <a:lnTo>
                          <a:pt x="130" y="503"/>
                        </a:lnTo>
                        <a:lnTo>
                          <a:pt x="154" y="497"/>
                        </a:lnTo>
                        <a:lnTo>
                          <a:pt x="179" y="488"/>
                        </a:lnTo>
                        <a:lnTo>
                          <a:pt x="202" y="479"/>
                        </a:lnTo>
                        <a:lnTo>
                          <a:pt x="225" y="469"/>
                        </a:lnTo>
                        <a:lnTo>
                          <a:pt x="247" y="457"/>
                        </a:lnTo>
                        <a:lnTo>
                          <a:pt x="270" y="445"/>
                        </a:lnTo>
                        <a:lnTo>
                          <a:pt x="290" y="432"/>
                        </a:lnTo>
                        <a:lnTo>
                          <a:pt x="310" y="417"/>
                        </a:lnTo>
                        <a:lnTo>
                          <a:pt x="331" y="401"/>
                        </a:lnTo>
                        <a:lnTo>
                          <a:pt x="349" y="385"/>
                        </a:lnTo>
                        <a:lnTo>
                          <a:pt x="367" y="368"/>
                        </a:lnTo>
                        <a:lnTo>
                          <a:pt x="384" y="349"/>
                        </a:lnTo>
                        <a:lnTo>
                          <a:pt x="401" y="331"/>
                        </a:lnTo>
                        <a:lnTo>
                          <a:pt x="416" y="311"/>
                        </a:lnTo>
                        <a:lnTo>
                          <a:pt x="431" y="291"/>
                        </a:lnTo>
                        <a:lnTo>
                          <a:pt x="444" y="269"/>
                        </a:lnTo>
                        <a:lnTo>
                          <a:pt x="457" y="248"/>
                        </a:lnTo>
                        <a:lnTo>
                          <a:pt x="469" y="225"/>
                        </a:lnTo>
                        <a:lnTo>
                          <a:pt x="479" y="203"/>
                        </a:lnTo>
                        <a:lnTo>
                          <a:pt x="488" y="178"/>
                        </a:lnTo>
                        <a:lnTo>
                          <a:pt x="496" y="155"/>
                        </a:lnTo>
                        <a:lnTo>
                          <a:pt x="504" y="130"/>
                        </a:lnTo>
                        <a:lnTo>
                          <a:pt x="509" y="104"/>
                        </a:lnTo>
                        <a:lnTo>
                          <a:pt x="515" y="79"/>
                        </a:lnTo>
                        <a:lnTo>
                          <a:pt x="517" y="53"/>
                        </a:lnTo>
                        <a:lnTo>
                          <a:pt x="519" y="26"/>
                        </a:lnTo>
                        <a:lnTo>
                          <a:pt x="520" y="0"/>
                        </a:lnTo>
                        <a:lnTo>
                          <a:pt x="355" y="0"/>
                        </a:lnTo>
                        <a:lnTo>
                          <a:pt x="355" y="19"/>
                        </a:lnTo>
                        <a:lnTo>
                          <a:pt x="354" y="37"/>
                        </a:lnTo>
                        <a:lnTo>
                          <a:pt x="351" y="54"/>
                        </a:lnTo>
                        <a:lnTo>
                          <a:pt x="349" y="71"/>
                        </a:lnTo>
                        <a:lnTo>
                          <a:pt x="345" y="88"/>
                        </a:lnTo>
                        <a:lnTo>
                          <a:pt x="339" y="106"/>
                        </a:lnTo>
                        <a:lnTo>
                          <a:pt x="334" y="123"/>
                        </a:lnTo>
                        <a:lnTo>
                          <a:pt x="327" y="138"/>
                        </a:lnTo>
                        <a:lnTo>
                          <a:pt x="321" y="154"/>
                        </a:lnTo>
                        <a:lnTo>
                          <a:pt x="313" y="170"/>
                        </a:lnTo>
                        <a:lnTo>
                          <a:pt x="304" y="185"/>
                        </a:lnTo>
                        <a:lnTo>
                          <a:pt x="294" y="199"/>
                        </a:lnTo>
                        <a:lnTo>
                          <a:pt x="285" y="212"/>
                        </a:lnTo>
                        <a:lnTo>
                          <a:pt x="274" y="226"/>
                        </a:lnTo>
                        <a:lnTo>
                          <a:pt x="263" y="239"/>
                        </a:lnTo>
                        <a:lnTo>
                          <a:pt x="252" y="251"/>
                        </a:lnTo>
                        <a:lnTo>
                          <a:pt x="239" y="264"/>
                        </a:lnTo>
                        <a:lnTo>
                          <a:pt x="226" y="275"/>
                        </a:lnTo>
                        <a:lnTo>
                          <a:pt x="212" y="285"/>
                        </a:lnTo>
                        <a:lnTo>
                          <a:pt x="198" y="295"/>
                        </a:lnTo>
                        <a:lnTo>
                          <a:pt x="184" y="304"/>
                        </a:lnTo>
                        <a:lnTo>
                          <a:pt x="169" y="313"/>
                        </a:lnTo>
                        <a:lnTo>
                          <a:pt x="154" y="320"/>
                        </a:lnTo>
                        <a:lnTo>
                          <a:pt x="138" y="328"/>
                        </a:lnTo>
                        <a:lnTo>
                          <a:pt x="122" y="334"/>
                        </a:lnTo>
                        <a:lnTo>
                          <a:pt x="105" y="340"/>
                        </a:lnTo>
                        <a:lnTo>
                          <a:pt x="89" y="345"/>
                        </a:lnTo>
                        <a:lnTo>
                          <a:pt x="72" y="349"/>
                        </a:lnTo>
                        <a:lnTo>
                          <a:pt x="54" y="352"/>
                        </a:lnTo>
                        <a:lnTo>
                          <a:pt x="37" y="355"/>
                        </a:lnTo>
                        <a:lnTo>
                          <a:pt x="18" y="356"/>
                        </a:lnTo>
                        <a:lnTo>
                          <a:pt x="0" y="356"/>
                        </a:lnTo>
                        <a:lnTo>
                          <a:pt x="0" y="520"/>
                        </a:lnTo>
                        <a:close/>
                      </a:path>
                    </a:pathLst>
                  </a:custGeom>
                  <a:solidFill>
                    <a:srgbClr val="EF2B2F"/>
                  </a:solidFill>
                  <a:ln>
                    <a:noFill/>
                  </a:ln>
                </p:spPr>
                <p:txBody>
                  <a:bodyPr/>
                  <a:lstStyle/>
                  <a:p>
                    <a:pPr>
                      <a:defRPr/>
                    </a:pPr>
                    <a:endParaRPr lang="en-US" sz="1050">
                      <a:latin typeface="+mj-lt"/>
                    </a:endParaRPr>
                  </a:p>
                </p:txBody>
              </p:sp>
              <p:sp>
                <p:nvSpPr>
                  <p:cNvPr id="41776" name="Freeform 31">
                    <a:extLst>
                      <a:ext uri="{FF2B5EF4-FFF2-40B4-BE49-F238E27FC236}">
                        <a16:creationId xmlns="" xmlns:a16="http://schemas.microsoft.com/office/drawing/2014/main" id="{C37E60B0-07E7-22AC-1D49-C5DE58F9C88C}"/>
                      </a:ext>
                    </a:extLst>
                  </p:cNvPr>
                  <p:cNvSpPr>
                    <a:spLocks/>
                  </p:cNvSpPr>
                  <p:nvPr/>
                </p:nvSpPr>
                <p:spPr bwMode="auto">
                  <a:xfrm>
                    <a:off x="1813" y="2336"/>
                    <a:ext cx="86" cy="89"/>
                  </a:xfrm>
                  <a:custGeom>
                    <a:avLst/>
                    <a:gdLst>
                      <a:gd name="T0" fmla="*/ 0 w 520"/>
                      <a:gd name="T1" fmla="*/ 0 h 520"/>
                      <a:gd name="T2" fmla="*/ 0 w 520"/>
                      <a:gd name="T3" fmla="*/ 0 h 520"/>
                      <a:gd name="T4" fmla="*/ 0 w 520"/>
                      <a:gd name="T5" fmla="*/ 0 h 520"/>
                      <a:gd name="T6" fmla="*/ 0 w 520"/>
                      <a:gd name="T7" fmla="*/ 0 h 520"/>
                      <a:gd name="T8" fmla="*/ 0 w 520"/>
                      <a:gd name="T9" fmla="*/ 0 h 520"/>
                      <a:gd name="T10" fmla="*/ 0 w 520"/>
                      <a:gd name="T11" fmla="*/ 0 h 520"/>
                      <a:gd name="T12" fmla="*/ 0 w 520"/>
                      <a:gd name="T13" fmla="*/ 0 h 520"/>
                      <a:gd name="T14" fmla="*/ 0 w 520"/>
                      <a:gd name="T15" fmla="*/ 0 h 520"/>
                      <a:gd name="T16" fmla="*/ 0 w 520"/>
                      <a:gd name="T17" fmla="*/ 0 h 520"/>
                      <a:gd name="T18" fmla="*/ 0 w 520"/>
                      <a:gd name="T19" fmla="*/ 0 h 520"/>
                      <a:gd name="T20" fmla="*/ 0 w 520"/>
                      <a:gd name="T21" fmla="*/ 0 h 520"/>
                      <a:gd name="T22" fmla="*/ 0 w 520"/>
                      <a:gd name="T23" fmla="*/ 0 h 520"/>
                      <a:gd name="T24" fmla="*/ 0 w 520"/>
                      <a:gd name="T25" fmla="*/ 0 h 520"/>
                      <a:gd name="T26" fmla="*/ 0 w 520"/>
                      <a:gd name="T27" fmla="*/ 0 h 520"/>
                      <a:gd name="T28" fmla="*/ 0 w 520"/>
                      <a:gd name="T29" fmla="*/ 0 h 520"/>
                      <a:gd name="T30" fmla="*/ 0 w 520"/>
                      <a:gd name="T31" fmla="*/ 0 h 520"/>
                      <a:gd name="T32" fmla="*/ 0 w 520"/>
                      <a:gd name="T33" fmla="*/ 0 h 520"/>
                      <a:gd name="T34" fmla="*/ 0 w 520"/>
                      <a:gd name="T35" fmla="*/ 0 h 520"/>
                      <a:gd name="T36" fmla="*/ 0 w 520"/>
                      <a:gd name="T37" fmla="*/ 0 h 520"/>
                      <a:gd name="T38" fmla="*/ 0 w 520"/>
                      <a:gd name="T39" fmla="*/ 0 h 520"/>
                      <a:gd name="T40" fmla="*/ 0 w 520"/>
                      <a:gd name="T41" fmla="*/ 0 h 520"/>
                      <a:gd name="T42" fmla="*/ 0 w 520"/>
                      <a:gd name="T43" fmla="*/ 0 h 520"/>
                      <a:gd name="T44" fmla="*/ 0 w 520"/>
                      <a:gd name="T45" fmla="*/ 0 h 520"/>
                      <a:gd name="T46" fmla="*/ 0 w 520"/>
                      <a:gd name="T47" fmla="*/ 0 h 520"/>
                      <a:gd name="T48" fmla="*/ 0 w 520"/>
                      <a:gd name="T49" fmla="*/ 0 h 520"/>
                      <a:gd name="T50" fmla="*/ 0 w 520"/>
                      <a:gd name="T51" fmla="*/ 0 h 520"/>
                      <a:gd name="T52" fmla="*/ 0 w 520"/>
                      <a:gd name="T53" fmla="*/ 0 h 520"/>
                      <a:gd name="T54" fmla="*/ 0 w 520"/>
                      <a:gd name="T55" fmla="*/ 0 h 520"/>
                      <a:gd name="T56" fmla="*/ 0 w 520"/>
                      <a:gd name="T57" fmla="*/ 0 h 520"/>
                      <a:gd name="T58" fmla="*/ 0 w 520"/>
                      <a:gd name="T59" fmla="*/ 0 h 520"/>
                      <a:gd name="T60" fmla="*/ 0 w 520"/>
                      <a:gd name="T61" fmla="*/ 0 h 520"/>
                      <a:gd name="T62" fmla="*/ 0 w 520"/>
                      <a:gd name="T63" fmla="*/ 0 h 520"/>
                      <a:gd name="T64" fmla="*/ 0 w 520"/>
                      <a:gd name="T65" fmla="*/ 0 h 520"/>
                      <a:gd name="T66" fmla="*/ 0 w 520"/>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0"/>
                      <a:gd name="T104" fmla="*/ 520 w 520"/>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0">
                        <a:moveTo>
                          <a:pt x="0" y="0"/>
                        </a:moveTo>
                        <a:lnTo>
                          <a:pt x="0" y="0"/>
                        </a:lnTo>
                        <a:lnTo>
                          <a:pt x="1" y="26"/>
                        </a:lnTo>
                        <a:lnTo>
                          <a:pt x="3" y="53"/>
                        </a:lnTo>
                        <a:lnTo>
                          <a:pt x="6" y="79"/>
                        </a:lnTo>
                        <a:lnTo>
                          <a:pt x="10" y="104"/>
                        </a:lnTo>
                        <a:lnTo>
                          <a:pt x="16" y="129"/>
                        </a:lnTo>
                        <a:lnTo>
                          <a:pt x="23" y="155"/>
                        </a:lnTo>
                        <a:lnTo>
                          <a:pt x="32" y="178"/>
                        </a:lnTo>
                        <a:lnTo>
                          <a:pt x="41" y="202"/>
                        </a:lnTo>
                        <a:lnTo>
                          <a:pt x="51" y="225"/>
                        </a:lnTo>
                        <a:lnTo>
                          <a:pt x="63" y="248"/>
                        </a:lnTo>
                        <a:lnTo>
                          <a:pt x="76" y="269"/>
                        </a:lnTo>
                        <a:lnTo>
                          <a:pt x="88" y="291"/>
                        </a:lnTo>
                        <a:lnTo>
                          <a:pt x="103" y="311"/>
                        </a:lnTo>
                        <a:lnTo>
                          <a:pt x="119" y="331"/>
                        </a:lnTo>
                        <a:lnTo>
                          <a:pt x="135" y="349"/>
                        </a:lnTo>
                        <a:lnTo>
                          <a:pt x="153" y="368"/>
                        </a:lnTo>
                        <a:lnTo>
                          <a:pt x="171" y="385"/>
                        </a:lnTo>
                        <a:lnTo>
                          <a:pt x="189" y="401"/>
                        </a:lnTo>
                        <a:lnTo>
                          <a:pt x="209" y="417"/>
                        </a:lnTo>
                        <a:lnTo>
                          <a:pt x="230" y="432"/>
                        </a:lnTo>
                        <a:lnTo>
                          <a:pt x="251" y="445"/>
                        </a:lnTo>
                        <a:lnTo>
                          <a:pt x="272" y="457"/>
                        </a:lnTo>
                        <a:lnTo>
                          <a:pt x="295" y="469"/>
                        </a:lnTo>
                        <a:lnTo>
                          <a:pt x="317" y="479"/>
                        </a:lnTo>
                        <a:lnTo>
                          <a:pt x="342" y="488"/>
                        </a:lnTo>
                        <a:lnTo>
                          <a:pt x="365" y="497"/>
                        </a:lnTo>
                        <a:lnTo>
                          <a:pt x="391" y="503"/>
                        </a:lnTo>
                        <a:lnTo>
                          <a:pt x="416" y="510"/>
                        </a:lnTo>
                        <a:lnTo>
                          <a:pt x="441" y="514"/>
                        </a:lnTo>
                        <a:lnTo>
                          <a:pt x="467" y="517"/>
                        </a:lnTo>
                        <a:lnTo>
                          <a:pt x="494" y="519"/>
                        </a:lnTo>
                        <a:lnTo>
                          <a:pt x="520" y="520"/>
                        </a:lnTo>
                        <a:lnTo>
                          <a:pt x="520" y="356"/>
                        </a:lnTo>
                        <a:lnTo>
                          <a:pt x="501" y="356"/>
                        </a:lnTo>
                        <a:lnTo>
                          <a:pt x="483" y="355"/>
                        </a:lnTo>
                        <a:lnTo>
                          <a:pt x="466" y="352"/>
                        </a:lnTo>
                        <a:lnTo>
                          <a:pt x="449" y="349"/>
                        </a:lnTo>
                        <a:lnTo>
                          <a:pt x="431" y="345"/>
                        </a:lnTo>
                        <a:lnTo>
                          <a:pt x="414" y="340"/>
                        </a:lnTo>
                        <a:lnTo>
                          <a:pt x="397" y="334"/>
                        </a:lnTo>
                        <a:lnTo>
                          <a:pt x="382" y="328"/>
                        </a:lnTo>
                        <a:lnTo>
                          <a:pt x="366" y="320"/>
                        </a:lnTo>
                        <a:lnTo>
                          <a:pt x="350" y="313"/>
                        </a:lnTo>
                        <a:lnTo>
                          <a:pt x="335" y="304"/>
                        </a:lnTo>
                        <a:lnTo>
                          <a:pt x="321" y="295"/>
                        </a:lnTo>
                        <a:lnTo>
                          <a:pt x="308" y="285"/>
                        </a:lnTo>
                        <a:lnTo>
                          <a:pt x="294" y="275"/>
                        </a:lnTo>
                        <a:lnTo>
                          <a:pt x="281" y="264"/>
                        </a:lnTo>
                        <a:lnTo>
                          <a:pt x="269" y="251"/>
                        </a:lnTo>
                        <a:lnTo>
                          <a:pt x="256" y="239"/>
                        </a:lnTo>
                        <a:lnTo>
                          <a:pt x="246" y="226"/>
                        </a:lnTo>
                        <a:lnTo>
                          <a:pt x="235" y="212"/>
                        </a:lnTo>
                        <a:lnTo>
                          <a:pt x="225" y="199"/>
                        </a:lnTo>
                        <a:lnTo>
                          <a:pt x="216" y="185"/>
                        </a:lnTo>
                        <a:lnTo>
                          <a:pt x="207" y="170"/>
                        </a:lnTo>
                        <a:lnTo>
                          <a:pt x="200" y="154"/>
                        </a:lnTo>
                        <a:lnTo>
                          <a:pt x="192" y="139"/>
                        </a:lnTo>
                        <a:lnTo>
                          <a:pt x="186" y="123"/>
                        </a:lnTo>
                        <a:lnTo>
                          <a:pt x="180" y="106"/>
                        </a:lnTo>
                        <a:lnTo>
                          <a:pt x="176" y="90"/>
                        </a:lnTo>
                        <a:lnTo>
                          <a:pt x="172" y="71"/>
                        </a:lnTo>
                        <a:lnTo>
                          <a:pt x="169" y="54"/>
                        </a:lnTo>
                        <a:lnTo>
                          <a:pt x="165" y="37"/>
                        </a:lnTo>
                        <a:lnTo>
                          <a:pt x="164" y="19"/>
                        </a:lnTo>
                        <a:lnTo>
                          <a:pt x="164" y="0"/>
                        </a:lnTo>
                        <a:lnTo>
                          <a:pt x="0" y="0"/>
                        </a:lnTo>
                        <a:close/>
                      </a:path>
                    </a:pathLst>
                  </a:custGeom>
                  <a:solidFill>
                    <a:srgbClr val="EF2B2F"/>
                  </a:solidFill>
                  <a:ln>
                    <a:noFill/>
                  </a:ln>
                </p:spPr>
                <p:txBody>
                  <a:bodyPr/>
                  <a:lstStyle/>
                  <a:p>
                    <a:pPr>
                      <a:defRPr/>
                    </a:pPr>
                    <a:endParaRPr lang="en-US" sz="1050">
                      <a:latin typeface="+mj-lt"/>
                    </a:endParaRPr>
                  </a:p>
                </p:txBody>
              </p:sp>
              <p:sp>
                <p:nvSpPr>
                  <p:cNvPr id="41777" name="Freeform 32">
                    <a:extLst>
                      <a:ext uri="{FF2B5EF4-FFF2-40B4-BE49-F238E27FC236}">
                        <a16:creationId xmlns="" xmlns:a16="http://schemas.microsoft.com/office/drawing/2014/main" id="{03CC8D7D-5823-E706-969E-F2CA248992EB}"/>
                      </a:ext>
                    </a:extLst>
                  </p:cNvPr>
                  <p:cNvSpPr>
                    <a:spLocks/>
                  </p:cNvSpPr>
                  <p:nvPr/>
                </p:nvSpPr>
                <p:spPr bwMode="auto">
                  <a:xfrm>
                    <a:off x="1813" y="2250"/>
                    <a:ext cx="86" cy="85"/>
                  </a:xfrm>
                  <a:custGeom>
                    <a:avLst/>
                    <a:gdLst>
                      <a:gd name="T0" fmla="*/ 0 w 520"/>
                      <a:gd name="T1" fmla="*/ 0 h 520"/>
                      <a:gd name="T2" fmla="*/ 0 w 520"/>
                      <a:gd name="T3" fmla="*/ 0 h 520"/>
                      <a:gd name="T4" fmla="*/ 0 w 520"/>
                      <a:gd name="T5" fmla="*/ 0 h 520"/>
                      <a:gd name="T6" fmla="*/ 0 w 520"/>
                      <a:gd name="T7" fmla="*/ 0 h 520"/>
                      <a:gd name="T8" fmla="*/ 0 w 520"/>
                      <a:gd name="T9" fmla="*/ 0 h 520"/>
                      <a:gd name="T10" fmla="*/ 0 w 520"/>
                      <a:gd name="T11" fmla="*/ 0 h 520"/>
                      <a:gd name="T12" fmla="*/ 0 w 520"/>
                      <a:gd name="T13" fmla="*/ 0 h 520"/>
                      <a:gd name="T14" fmla="*/ 0 w 520"/>
                      <a:gd name="T15" fmla="*/ 0 h 520"/>
                      <a:gd name="T16" fmla="*/ 0 w 520"/>
                      <a:gd name="T17" fmla="*/ 0 h 520"/>
                      <a:gd name="T18" fmla="*/ 0 w 520"/>
                      <a:gd name="T19" fmla="*/ 0 h 520"/>
                      <a:gd name="T20" fmla="*/ 0 w 520"/>
                      <a:gd name="T21" fmla="*/ 0 h 520"/>
                      <a:gd name="T22" fmla="*/ 0 w 520"/>
                      <a:gd name="T23" fmla="*/ 0 h 520"/>
                      <a:gd name="T24" fmla="*/ 0 w 520"/>
                      <a:gd name="T25" fmla="*/ 0 h 520"/>
                      <a:gd name="T26" fmla="*/ 0 w 520"/>
                      <a:gd name="T27" fmla="*/ 0 h 520"/>
                      <a:gd name="T28" fmla="*/ 0 w 520"/>
                      <a:gd name="T29" fmla="*/ 0 h 520"/>
                      <a:gd name="T30" fmla="*/ 0 w 520"/>
                      <a:gd name="T31" fmla="*/ 0 h 520"/>
                      <a:gd name="T32" fmla="*/ 0 w 520"/>
                      <a:gd name="T33" fmla="*/ 0 h 520"/>
                      <a:gd name="T34" fmla="*/ 0 w 520"/>
                      <a:gd name="T35" fmla="*/ 0 h 520"/>
                      <a:gd name="T36" fmla="*/ 0 w 520"/>
                      <a:gd name="T37" fmla="*/ 0 h 520"/>
                      <a:gd name="T38" fmla="*/ 0 w 520"/>
                      <a:gd name="T39" fmla="*/ 0 h 520"/>
                      <a:gd name="T40" fmla="*/ 0 w 520"/>
                      <a:gd name="T41" fmla="*/ 0 h 520"/>
                      <a:gd name="T42" fmla="*/ 0 w 520"/>
                      <a:gd name="T43" fmla="*/ 0 h 520"/>
                      <a:gd name="T44" fmla="*/ 0 w 520"/>
                      <a:gd name="T45" fmla="*/ 0 h 520"/>
                      <a:gd name="T46" fmla="*/ 0 w 520"/>
                      <a:gd name="T47" fmla="*/ 0 h 520"/>
                      <a:gd name="T48" fmla="*/ 0 w 520"/>
                      <a:gd name="T49" fmla="*/ 0 h 520"/>
                      <a:gd name="T50" fmla="*/ 0 w 520"/>
                      <a:gd name="T51" fmla="*/ 0 h 520"/>
                      <a:gd name="T52" fmla="*/ 0 w 520"/>
                      <a:gd name="T53" fmla="*/ 0 h 520"/>
                      <a:gd name="T54" fmla="*/ 0 w 520"/>
                      <a:gd name="T55" fmla="*/ 0 h 520"/>
                      <a:gd name="T56" fmla="*/ 0 w 520"/>
                      <a:gd name="T57" fmla="*/ 0 h 520"/>
                      <a:gd name="T58" fmla="*/ 0 w 520"/>
                      <a:gd name="T59" fmla="*/ 0 h 520"/>
                      <a:gd name="T60" fmla="*/ 0 w 520"/>
                      <a:gd name="T61" fmla="*/ 0 h 520"/>
                      <a:gd name="T62" fmla="*/ 0 w 520"/>
                      <a:gd name="T63" fmla="*/ 0 h 520"/>
                      <a:gd name="T64" fmla="*/ 0 w 520"/>
                      <a:gd name="T65" fmla="*/ 0 h 520"/>
                      <a:gd name="T66" fmla="*/ 0 w 520"/>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0"/>
                      <a:gd name="T104" fmla="*/ 520 w 520"/>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0">
                        <a:moveTo>
                          <a:pt x="520" y="0"/>
                        </a:moveTo>
                        <a:lnTo>
                          <a:pt x="520" y="0"/>
                        </a:lnTo>
                        <a:lnTo>
                          <a:pt x="494" y="1"/>
                        </a:lnTo>
                        <a:lnTo>
                          <a:pt x="467" y="2"/>
                        </a:lnTo>
                        <a:lnTo>
                          <a:pt x="441" y="5"/>
                        </a:lnTo>
                        <a:lnTo>
                          <a:pt x="416" y="11"/>
                        </a:lnTo>
                        <a:lnTo>
                          <a:pt x="390" y="16"/>
                        </a:lnTo>
                        <a:lnTo>
                          <a:pt x="365" y="24"/>
                        </a:lnTo>
                        <a:lnTo>
                          <a:pt x="342" y="32"/>
                        </a:lnTo>
                        <a:lnTo>
                          <a:pt x="317" y="41"/>
                        </a:lnTo>
                        <a:lnTo>
                          <a:pt x="295" y="51"/>
                        </a:lnTo>
                        <a:lnTo>
                          <a:pt x="272" y="63"/>
                        </a:lnTo>
                        <a:lnTo>
                          <a:pt x="251" y="76"/>
                        </a:lnTo>
                        <a:lnTo>
                          <a:pt x="230" y="89"/>
                        </a:lnTo>
                        <a:lnTo>
                          <a:pt x="209" y="104"/>
                        </a:lnTo>
                        <a:lnTo>
                          <a:pt x="189" y="119"/>
                        </a:lnTo>
                        <a:lnTo>
                          <a:pt x="171" y="136"/>
                        </a:lnTo>
                        <a:lnTo>
                          <a:pt x="153" y="153"/>
                        </a:lnTo>
                        <a:lnTo>
                          <a:pt x="135" y="170"/>
                        </a:lnTo>
                        <a:lnTo>
                          <a:pt x="119" y="189"/>
                        </a:lnTo>
                        <a:lnTo>
                          <a:pt x="103" y="210"/>
                        </a:lnTo>
                        <a:lnTo>
                          <a:pt x="88" y="230"/>
                        </a:lnTo>
                        <a:lnTo>
                          <a:pt x="76" y="250"/>
                        </a:lnTo>
                        <a:lnTo>
                          <a:pt x="63" y="273"/>
                        </a:lnTo>
                        <a:lnTo>
                          <a:pt x="51" y="295"/>
                        </a:lnTo>
                        <a:lnTo>
                          <a:pt x="41" y="318"/>
                        </a:lnTo>
                        <a:lnTo>
                          <a:pt x="32" y="341"/>
                        </a:lnTo>
                        <a:lnTo>
                          <a:pt x="23" y="366"/>
                        </a:lnTo>
                        <a:lnTo>
                          <a:pt x="17" y="390"/>
                        </a:lnTo>
                        <a:lnTo>
                          <a:pt x="10" y="416"/>
                        </a:lnTo>
                        <a:lnTo>
                          <a:pt x="6" y="442"/>
                        </a:lnTo>
                        <a:lnTo>
                          <a:pt x="3" y="467"/>
                        </a:lnTo>
                        <a:lnTo>
                          <a:pt x="1" y="494"/>
                        </a:lnTo>
                        <a:lnTo>
                          <a:pt x="0" y="520"/>
                        </a:lnTo>
                        <a:lnTo>
                          <a:pt x="164" y="520"/>
                        </a:lnTo>
                        <a:lnTo>
                          <a:pt x="164" y="502"/>
                        </a:lnTo>
                        <a:lnTo>
                          <a:pt x="165" y="483"/>
                        </a:lnTo>
                        <a:lnTo>
                          <a:pt x="169" y="466"/>
                        </a:lnTo>
                        <a:lnTo>
                          <a:pt x="172" y="448"/>
                        </a:lnTo>
                        <a:lnTo>
                          <a:pt x="175" y="431"/>
                        </a:lnTo>
                        <a:lnTo>
                          <a:pt x="180" y="415"/>
                        </a:lnTo>
                        <a:lnTo>
                          <a:pt x="186" y="398"/>
                        </a:lnTo>
                        <a:lnTo>
                          <a:pt x="192" y="382"/>
                        </a:lnTo>
                        <a:lnTo>
                          <a:pt x="200" y="366"/>
                        </a:lnTo>
                        <a:lnTo>
                          <a:pt x="207" y="351"/>
                        </a:lnTo>
                        <a:lnTo>
                          <a:pt x="216" y="336"/>
                        </a:lnTo>
                        <a:lnTo>
                          <a:pt x="225" y="322"/>
                        </a:lnTo>
                        <a:lnTo>
                          <a:pt x="235" y="308"/>
                        </a:lnTo>
                        <a:lnTo>
                          <a:pt x="246" y="294"/>
                        </a:lnTo>
                        <a:lnTo>
                          <a:pt x="256" y="281"/>
                        </a:lnTo>
                        <a:lnTo>
                          <a:pt x="269" y="268"/>
                        </a:lnTo>
                        <a:lnTo>
                          <a:pt x="281" y="257"/>
                        </a:lnTo>
                        <a:lnTo>
                          <a:pt x="294" y="246"/>
                        </a:lnTo>
                        <a:lnTo>
                          <a:pt x="308" y="235"/>
                        </a:lnTo>
                        <a:lnTo>
                          <a:pt x="321" y="226"/>
                        </a:lnTo>
                        <a:lnTo>
                          <a:pt x="335" y="216"/>
                        </a:lnTo>
                        <a:lnTo>
                          <a:pt x="350" y="207"/>
                        </a:lnTo>
                        <a:lnTo>
                          <a:pt x="366" y="199"/>
                        </a:lnTo>
                        <a:lnTo>
                          <a:pt x="382" y="192"/>
                        </a:lnTo>
                        <a:lnTo>
                          <a:pt x="397" y="186"/>
                        </a:lnTo>
                        <a:lnTo>
                          <a:pt x="414" y="181"/>
                        </a:lnTo>
                        <a:lnTo>
                          <a:pt x="432" y="175"/>
                        </a:lnTo>
                        <a:lnTo>
                          <a:pt x="449" y="171"/>
                        </a:lnTo>
                        <a:lnTo>
                          <a:pt x="466" y="168"/>
                        </a:lnTo>
                        <a:lnTo>
                          <a:pt x="483" y="166"/>
                        </a:lnTo>
                        <a:lnTo>
                          <a:pt x="501" y="165"/>
                        </a:lnTo>
                        <a:lnTo>
                          <a:pt x="520" y="165"/>
                        </a:lnTo>
                        <a:lnTo>
                          <a:pt x="520" y="0"/>
                        </a:lnTo>
                        <a:close/>
                      </a:path>
                    </a:pathLst>
                  </a:custGeom>
                  <a:solidFill>
                    <a:srgbClr val="EF2B2F"/>
                  </a:solidFill>
                  <a:ln>
                    <a:noFill/>
                  </a:ln>
                </p:spPr>
                <p:txBody>
                  <a:bodyPr/>
                  <a:lstStyle/>
                  <a:p>
                    <a:pPr>
                      <a:defRPr/>
                    </a:pPr>
                    <a:endParaRPr lang="en-US" sz="1050">
                      <a:latin typeface="+mj-lt"/>
                    </a:endParaRPr>
                  </a:p>
                </p:txBody>
              </p:sp>
              <p:sp>
                <p:nvSpPr>
                  <p:cNvPr id="41778" name="Freeform 33">
                    <a:extLst>
                      <a:ext uri="{FF2B5EF4-FFF2-40B4-BE49-F238E27FC236}">
                        <a16:creationId xmlns="" xmlns:a16="http://schemas.microsoft.com/office/drawing/2014/main" id="{C16E254E-B128-9EBA-1E7B-F2AC17DD687F}"/>
                      </a:ext>
                    </a:extLst>
                  </p:cNvPr>
                  <p:cNvSpPr>
                    <a:spLocks/>
                  </p:cNvSpPr>
                  <p:nvPr/>
                </p:nvSpPr>
                <p:spPr bwMode="auto">
                  <a:xfrm>
                    <a:off x="1970" y="2373"/>
                    <a:ext cx="90" cy="89"/>
                  </a:xfrm>
                  <a:custGeom>
                    <a:avLst/>
                    <a:gdLst>
                      <a:gd name="T0" fmla="*/ 0 w 521"/>
                      <a:gd name="T1" fmla="*/ 0 h 519"/>
                      <a:gd name="T2" fmla="*/ 0 w 521"/>
                      <a:gd name="T3" fmla="*/ 0 h 519"/>
                      <a:gd name="T4" fmla="*/ 0 w 521"/>
                      <a:gd name="T5" fmla="*/ 0 h 519"/>
                      <a:gd name="T6" fmla="*/ 0 w 521"/>
                      <a:gd name="T7" fmla="*/ 0 h 519"/>
                      <a:gd name="T8" fmla="*/ 0 w 521"/>
                      <a:gd name="T9" fmla="*/ 0 h 519"/>
                      <a:gd name="T10" fmla="*/ 0 w 521"/>
                      <a:gd name="T11" fmla="*/ 0 h 519"/>
                      <a:gd name="T12" fmla="*/ 0 w 521"/>
                      <a:gd name="T13" fmla="*/ 0 h 519"/>
                      <a:gd name="T14" fmla="*/ 0 w 521"/>
                      <a:gd name="T15" fmla="*/ 0 h 519"/>
                      <a:gd name="T16" fmla="*/ 0 w 521"/>
                      <a:gd name="T17" fmla="*/ 0 h 519"/>
                      <a:gd name="T18" fmla="*/ 0 w 521"/>
                      <a:gd name="T19" fmla="*/ 0 h 519"/>
                      <a:gd name="T20" fmla="*/ 0 w 521"/>
                      <a:gd name="T21" fmla="*/ 0 h 519"/>
                      <a:gd name="T22" fmla="*/ 0 w 521"/>
                      <a:gd name="T23" fmla="*/ 0 h 519"/>
                      <a:gd name="T24" fmla="*/ 0 w 521"/>
                      <a:gd name="T25" fmla="*/ 0 h 519"/>
                      <a:gd name="T26" fmla="*/ 0 w 521"/>
                      <a:gd name="T27" fmla="*/ 0 h 519"/>
                      <a:gd name="T28" fmla="*/ 0 w 521"/>
                      <a:gd name="T29" fmla="*/ 0 h 519"/>
                      <a:gd name="T30" fmla="*/ 0 w 521"/>
                      <a:gd name="T31" fmla="*/ 0 h 519"/>
                      <a:gd name="T32" fmla="*/ 0 w 521"/>
                      <a:gd name="T33" fmla="*/ 0 h 519"/>
                      <a:gd name="T34" fmla="*/ 0 w 521"/>
                      <a:gd name="T35" fmla="*/ 0 h 519"/>
                      <a:gd name="T36" fmla="*/ 0 w 521"/>
                      <a:gd name="T37" fmla="*/ 0 h 519"/>
                      <a:gd name="T38" fmla="*/ 0 w 521"/>
                      <a:gd name="T39" fmla="*/ 0 h 519"/>
                      <a:gd name="T40" fmla="*/ 0 w 521"/>
                      <a:gd name="T41" fmla="*/ 0 h 519"/>
                      <a:gd name="T42" fmla="*/ 0 w 521"/>
                      <a:gd name="T43" fmla="*/ 0 h 519"/>
                      <a:gd name="T44" fmla="*/ 0 w 521"/>
                      <a:gd name="T45" fmla="*/ 0 h 519"/>
                      <a:gd name="T46" fmla="*/ 0 w 521"/>
                      <a:gd name="T47" fmla="*/ 0 h 519"/>
                      <a:gd name="T48" fmla="*/ 0 w 521"/>
                      <a:gd name="T49" fmla="*/ 0 h 519"/>
                      <a:gd name="T50" fmla="*/ 0 w 521"/>
                      <a:gd name="T51" fmla="*/ 0 h 519"/>
                      <a:gd name="T52" fmla="*/ 0 w 521"/>
                      <a:gd name="T53" fmla="*/ 0 h 519"/>
                      <a:gd name="T54" fmla="*/ 0 w 521"/>
                      <a:gd name="T55" fmla="*/ 0 h 519"/>
                      <a:gd name="T56" fmla="*/ 0 w 521"/>
                      <a:gd name="T57" fmla="*/ 0 h 519"/>
                      <a:gd name="T58" fmla="*/ 0 w 521"/>
                      <a:gd name="T59" fmla="*/ 0 h 519"/>
                      <a:gd name="T60" fmla="*/ 0 w 521"/>
                      <a:gd name="T61" fmla="*/ 0 h 519"/>
                      <a:gd name="T62" fmla="*/ 0 w 521"/>
                      <a:gd name="T63" fmla="*/ 0 h 519"/>
                      <a:gd name="T64" fmla="*/ 0 w 521"/>
                      <a:gd name="T65" fmla="*/ 0 h 519"/>
                      <a:gd name="T66" fmla="*/ 0 w 521"/>
                      <a:gd name="T67" fmla="*/ 0 h 5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19"/>
                      <a:gd name="T104" fmla="*/ 521 w 521"/>
                      <a:gd name="T105" fmla="*/ 519 h 51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19">
                        <a:moveTo>
                          <a:pt x="521" y="519"/>
                        </a:moveTo>
                        <a:lnTo>
                          <a:pt x="521" y="519"/>
                        </a:lnTo>
                        <a:lnTo>
                          <a:pt x="520" y="493"/>
                        </a:lnTo>
                        <a:lnTo>
                          <a:pt x="518" y="467"/>
                        </a:lnTo>
                        <a:lnTo>
                          <a:pt x="515" y="441"/>
                        </a:lnTo>
                        <a:lnTo>
                          <a:pt x="510" y="414"/>
                        </a:lnTo>
                        <a:lnTo>
                          <a:pt x="504" y="390"/>
                        </a:lnTo>
                        <a:lnTo>
                          <a:pt x="497" y="365"/>
                        </a:lnTo>
                        <a:lnTo>
                          <a:pt x="489" y="341"/>
                        </a:lnTo>
                        <a:lnTo>
                          <a:pt x="479" y="317"/>
                        </a:lnTo>
                        <a:lnTo>
                          <a:pt x="470" y="295"/>
                        </a:lnTo>
                        <a:lnTo>
                          <a:pt x="458" y="272"/>
                        </a:lnTo>
                        <a:lnTo>
                          <a:pt x="445" y="250"/>
                        </a:lnTo>
                        <a:lnTo>
                          <a:pt x="432" y="228"/>
                        </a:lnTo>
                        <a:lnTo>
                          <a:pt x="417" y="208"/>
                        </a:lnTo>
                        <a:lnTo>
                          <a:pt x="401" y="189"/>
                        </a:lnTo>
                        <a:lnTo>
                          <a:pt x="385" y="170"/>
                        </a:lnTo>
                        <a:lnTo>
                          <a:pt x="368" y="151"/>
                        </a:lnTo>
                        <a:lnTo>
                          <a:pt x="350" y="134"/>
                        </a:lnTo>
                        <a:lnTo>
                          <a:pt x="332" y="118"/>
                        </a:lnTo>
                        <a:lnTo>
                          <a:pt x="311" y="103"/>
                        </a:lnTo>
                        <a:lnTo>
                          <a:pt x="291" y="88"/>
                        </a:lnTo>
                        <a:lnTo>
                          <a:pt x="270" y="74"/>
                        </a:lnTo>
                        <a:lnTo>
                          <a:pt x="248" y="63"/>
                        </a:lnTo>
                        <a:lnTo>
                          <a:pt x="226" y="51"/>
                        </a:lnTo>
                        <a:lnTo>
                          <a:pt x="202" y="40"/>
                        </a:lnTo>
                        <a:lnTo>
                          <a:pt x="179" y="31"/>
                        </a:lnTo>
                        <a:lnTo>
                          <a:pt x="155" y="23"/>
                        </a:lnTo>
                        <a:lnTo>
                          <a:pt x="131" y="16"/>
                        </a:lnTo>
                        <a:lnTo>
                          <a:pt x="105" y="10"/>
                        </a:lnTo>
                        <a:lnTo>
                          <a:pt x="79" y="5"/>
                        </a:lnTo>
                        <a:lnTo>
                          <a:pt x="54" y="2"/>
                        </a:lnTo>
                        <a:lnTo>
                          <a:pt x="27" y="0"/>
                        </a:lnTo>
                        <a:lnTo>
                          <a:pt x="0" y="0"/>
                        </a:lnTo>
                        <a:lnTo>
                          <a:pt x="0" y="163"/>
                        </a:lnTo>
                        <a:lnTo>
                          <a:pt x="18" y="164"/>
                        </a:lnTo>
                        <a:lnTo>
                          <a:pt x="38" y="165"/>
                        </a:lnTo>
                        <a:lnTo>
                          <a:pt x="55" y="167"/>
                        </a:lnTo>
                        <a:lnTo>
                          <a:pt x="72" y="171"/>
                        </a:lnTo>
                        <a:lnTo>
                          <a:pt x="89" y="175"/>
                        </a:lnTo>
                        <a:lnTo>
                          <a:pt x="106" y="179"/>
                        </a:lnTo>
                        <a:lnTo>
                          <a:pt x="122" y="186"/>
                        </a:lnTo>
                        <a:lnTo>
                          <a:pt x="139" y="191"/>
                        </a:lnTo>
                        <a:lnTo>
                          <a:pt x="154" y="198"/>
                        </a:lnTo>
                        <a:lnTo>
                          <a:pt x="170" y="206"/>
                        </a:lnTo>
                        <a:lnTo>
                          <a:pt x="184" y="216"/>
                        </a:lnTo>
                        <a:lnTo>
                          <a:pt x="199" y="224"/>
                        </a:lnTo>
                        <a:lnTo>
                          <a:pt x="213" y="234"/>
                        </a:lnTo>
                        <a:lnTo>
                          <a:pt x="227" y="244"/>
                        </a:lnTo>
                        <a:lnTo>
                          <a:pt x="240" y="256"/>
                        </a:lnTo>
                        <a:lnTo>
                          <a:pt x="252" y="268"/>
                        </a:lnTo>
                        <a:lnTo>
                          <a:pt x="264" y="281"/>
                        </a:lnTo>
                        <a:lnTo>
                          <a:pt x="275" y="294"/>
                        </a:lnTo>
                        <a:lnTo>
                          <a:pt x="286" y="306"/>
                        </a:lnTo>
                        <a:lnTo>
                          <a:pt x="295" y="320"/>
                        </a:lnTo>
                        <a:lnTo>
                          <a:pt x="305" y="335"/>
                        </a:lnTo>
                        <a:lnTo>
                          <a:pt x="314" y="350"/>
                        </a:lnTo>
                        <a:lnTo>
                          <a:pt x="321" y="365"/>
                        </a:lnTo>
                        <a:lnTo>
                          <a:pt x="329" y="381"/>
                        </a:lnTo>
                        <a:lnTo>
                          <a:pt x="335" y="397"/>
                        </a:lnTo>
                        <a:lnTo>
                          <a:pt x="340" y="413"/>
                        </a:lnTo>
                        <a:lnTo>
                          <a:pt x="346" y="431"/>
                        </a:lnTo>
                        <a:lnTo>
                          <a:pt x="350" y="448"/>
                        </a:lnTo>
                        <a:lnTo>
                          <a:pt x="352" y="465"/>
                        </a:lnTo>
                        <a:lnTo>
                          <a:pt x="355" y="483"/>
                        </a:lnTo>
                        <a:lnTo>
                          <a:pt x="356" y="501"/>
                        </a:lnTo>
                        <a:lnTo>
                          <a:pt x="356" y="519"/>
                        </a:lnTo>
                        <a:lnTo>
                          <a:pt x="521" y="519"/>
                        </a:lnTo>
                        <a:close/>
                      </a:path>
                    </a:pathLst>
                  </a:custGeom>
                  <a:solidFill>
                    <a:srgbClr val="EF2B2F"/>
                  </a:solidFill>
                  <a:ln>
                    <a:noFill/>
                  </a:ln>
                </p:spPr>
                <p:txBody>
                  <a:bodyPr/>
                  <a:lstStyle/>
                  <a:p>
                    <a:pPr>
                      <a:defRPr/>
                    </a:pPr>
                    <a:endParaRPr lang="en-US" sz="1050">
                      <a:latin typeface="+mj-lt"/>
                    </a:endParaRPr>
                  </a:p>
                </p:txBody>
              </p:sp>
              <p:sp>
                <p:nvSpPr>
                  <p:cNvPr id="41779" name="Freeform 34">
                    <a:extLst>
                      <a:ext uri="{FF2B5EF4-FFF2-40B4-BE49-F238E27FC236}">
                        <a16:creationId xmlns="" xmlns:a16="http://schemas.microsoft.com/office/drawing/2014/main" id="{466536E1-07FC-D347-5CD6-B19CB4C1BC85}"/>
                      </a:ext>
                    </a:extLst>
                  </p:cNvPr>
                  <p:cNvSpPr>
                    <a:spLocks/>
                  </p:cNvSpPr>
                  <p:nvPr/>
                </p:nvSpPr>
                <p:spPr bwMode="auto">
                  <a:xfrm>
                    <a:off x="1970" y="2462"/>
                    <a:ext cx="90" cy="85"/>
                  </a:xfrm>
                  <a:custGeom>
                    <a:avLst/>
                    <a:gdLst>
                      <a:gd name="T0" fmla="*/ 0 w 521"/>
                      <a:gd name="T1" fmla="*/ 0 h 521"/>
                      <a:gd name="T2" fmla="*/ 0 w 521"/>
                      <a:gd name="T3" fmla="*/ 0 h 521"/>
                      <a:gd name="T4" fmla="*/ 0 w 521"/>
                      <a:gd name="T5" fmla="*/ 0 h 521"/>
                      <a:gd name="T6" fmla="*/ 0 w 521"/>
                      <a:gd name="T7" fmla="*/ 0 h 521"/>
                      <a:gd name="T8" fmla="*/ 0 w 521"/>
                      <a:gd name="T9" fmla="*/ 0 h 521"/>
                      <a:gd name="T10" fmla="*/ 0 w 521"/>
                      <a:gd name="T11" fmla="*/ 0 h 521"/>
                      <a:gd name="T12" fmla="*/ 0 w 521"/>
                      <a:gd name="T13" fmla="*/ 0 h 521"/>
                      <a:gd name="T14" fmla="*/ 0 w 521"/>
                      <a:gd name="T15" fmla="*/ 0 h 521"/>
                      <a:gd name="T16" fmla="*/ 0 w 521"/>
                      <a:gd name="T17" fmla="*/ 0 h 521"/>
                      <a:gd name="T18" fmla="*/ 0 w 521"/>
                      <a:gd name="T19" fmla="*/ 0 h 521"/>
                      <a:gd name="T20" fmla="*/ 0 w 521"/>
                      <a:gd name="T21" fmla="*/ 0 h 521"/>
                      <a:gd name="T22" fmla="*/ 0 w 521"/>
                      <a:gd name="T23" fmla="*/ 0 h 521"/>
                      <a:gd name="T24" fmla="*/ 0 w 521"/>
                      <a:gd name="T25" fmla="*/ 0 h 521"/>
                      <a:gd name="T26" fmla="*/ 0 w 521"/>
                      <a:gd name="T27" fmla="*/ 0 h 521"/>
                      <a:gd name="T28" fmla="*/ 0 w 521"/>
                      <a:gd name="T29" fmla="*/ 0 h 521"/>
                      <a:gd name="T30" fmla="*/ 0 w 521"/>
                      <a:gd name="T31" fmla="*/ 0 h 521"/>
                      <a:gd name="T32" fmla="*/ 0 w 521"/>
                      <a:gd name="T33" fmla="*/ 0 h 521"/>
                      <a:gd name="T34" fmla="*/ 0 w 521"/>
                      <a:gd name="T35" fmla="*/ 0 h 521"/>
                      <a:gd name="T36" fmla="*/ 0 w 521"/>
                      <a:gd name="T37" fmla="*/ 0 h 521"/>
                      <a:gd name="T38" fmla="*/ 0 w 521"/>
                      <a:gd name="T39" fmla="*/ 0 h 521"/>
                      <a:gd name="T40" fmla="*/ 0 w 521"/>
                      <a:gd name="T41" fmla="*/ 0 h 521"/>
                      <a:gd name="T42" fmla="*/ 0 w 521"/>
                      <a:gd name="T43" fmla="*/ 0 h 521"/>
                      <a:gd name="T44" fmla="*/ 0 w 521"/>
                      <a:gd name="T45" fmla="*/ 0 h 521"/>
                      <a:gd name="T46" fmla="*/ 0 w 521"/>
                      <a:gd name="T47" fmla="*/ 0 h 521"/>
                      <a:gd name="T48" fmla="*/ 0 w 521"/>
                      <a:gd name="T49" fmla="*/ 0 h 521"/>
                      <a:gd name="T50" fmla="*/ 0 w 521"/>
                      <a:gd name="T51" fmla="*/ 0 h 521"/>
                      <a:gd name="T52" fmla="*/ 0 w 521"/>
                      <a:gd name="T53" fmla="*/ 0 h 521"/>
                      <a:gd name="T54" fmla="*/ 0 w 521"/>
                      <a:gd name="T55" fmla="*/ 0 h 521"/>
                      <a:gd name="T56" fmla="*/ 0 w 521"/>
                      <a:gd name="T57" fmla="*/ 0 h 521"/>
                      <a:gd name="T58" fmla="*/ 0 w 521"/>
                      <a:gd name="T59" fmla="*/ 0 h 521"/>
                      <a:gd name="T60" fmla="*/ 0 w 521"/>
                      <a:gd name="T61" fmla="*/ 0 h 521"/>
                      <a:gd name="T62" fmla="*/ 0 w 521"/>
                      <a:gd name="T63" fmla="*/ 0 h 521"/>
                      <a:gd name="T64" fmla="*/ 0 w 521"/>
                      <a:gd name="T65" fmla="*/ 0 h 521"/>
                      <a:gd name="T66" fmla="*/ 0 w 521"/>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1"/>
                      <a:gd name="T104" fmla="*/ 521 w 521"/>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1">
                        <a:moveTo>
                          <a:pt x="0" y="521"/>
                        </a:moveTo>
                        <a:lnTo>
                          <a:pt x="0" y="521"/>
                        </a:lnTo>
                        <a:lnTo>
                          <a:pt x="27" y="520"/>
                        </a:lnTo>
                        <a:lnTo>
                          <a:pt x="54" y="518"/>
                        </a:lnTo>
                        <a:lnTo>
                          <a:pt x="79" y="515"/>
                        </a:lnTo>
                        <a:lnTo>
                          <a:pt x="105" y="509"/>
                        </a:lnTo>
                        <a:lnTo>
                          <a:pt x="130" y="504"/>
                        </a:lnTo>
                        <a:lnTo>
                          <a:pt x="155" y="498"/>
                        </a:lnTo>
                        <a:lnTo>
                          <a:pt x="179" y="489"/>
                        </a:lnTo>
                        <a:lnTo>
                          <a:pt x="202" y="479"/>
                        </a:lnTo>
                        <a:lnTo>
                          <a:pt x="226" y="469"/>
                        </a:lnTo>
                        <a:lnTo>
                          <a:pt x="248" y="457"/>
                        </a:lnTo>
                        <a:lnTo>
                          <a:pt x="270" y="445"/>
                        </a:lnTo>
                        <a:lnTo>
                          <a:pt x="291" y="431"/>
                        </a:lnTo>
                        <a:lnTo>
                          <a:pt x="311" y="417"/>
                        </a:lnTo>
                        <a:lnTo>
                          <a:pt x="332" y="401"/>
                        </a:lnTo>
                        <a:lnTo>
                          <a:pt x="350" y="385"/>
                        </a:lnTo>
                        <a:lnTo>
                          <a:pt x="368" y="368"/>
                        </a:lnTo>
                        <a:lnTo>
                          <a:pt x="385" y="350"/>
                        </a:lnTo>
                        <a:lnTo>
                          <a:pt x="401" y="331"/>
                        </a:lnTo>
                        <a:lnTo>
                          <a:pt x="417" y="311"/>
                        </a:lnTo>
                        <a:lnTo>
                          <a:pt x="432" y="291"/>
                        </a:lnTo>
                        <a:lnTo>
                          <a:pt x="445" y="270"/>
                        </a:lnTo>
                        <a:lnTo>
                          <a:pt x="458" y="248"/>
                        </a:lnTo>
                        <a:lnTo>
                          <a:pt x="470" y="226"/>
                        </a:lnTo>
                        <a:lnTo>
                          <a:pt x="479" y="202"/>
                        </a:lnTo>
                        <a:lnTo>
                          <a:pt x="489" y="179"/>
                        </a:lnTo>
                        <a:lnTo>
                          <a:pt x="497" y="155"/>
                        </a:lnTo>
                        <a:lnTo>
                          <a:pt x="504" y="131"/>
                        </a:lnTo>
                        <a:lnTo>
                          <a:pt x="510" y="105"/>
                        </a:lnTo>
                        <a:lnTo>
                          <a:pt x="515" y="79"/>
                        </a:lnTo>
                        <a:lnTo>
                          <a:pt x="518" y="54"/>
                        </a:lnTo>
                        <a:lnTo>
                          <a:pt x="520" y="27"/>
                        </a:lnTo>
                        <a:lnTo>
                          <a:pt x="521" y="0"/>
                        </a:lnTo>
                        <a:lnTo>
                          <a:pt x="356" y="0"/>
                        </a:lnTo>
                        <a:lnTo>
                          <a:pt x="356" y="18"/>
                        </a:lnTo>
                        <a:lnTo>
                          <a:pt x="355" y="37"/>
                        </a:lnTo>
                        <a:lnTo>
                          <a:pt x="352" y="55"/>
                        </a:lnTo>
                        <a:lnTo>
                          <a:pt x="350" y="72"/>
                        </a:lnTo>
                        <a:lnTo>
                          <a:pt x="346" y="89"/>
                        </a:lnTo>
                        <a:lnTo>
                          <a:pt x="340" y="106"/>
                        </a:lnTo>
                        <a:lnTo>
                          <a:pt x="335" y="122"/>
                        </a:lnTo>
                        <a:lnTo>
                          <a:pt x="329" y="139"/>
                        </a:lnTo>
                        <a:lnTo>
                          <a:pt x="321" y="154"/>
                        </a:lnTo>
                        <a:lnTo>
                          <a:pt x="314" y="169"/>
                        </a:lnTo>
                        <a:lnTo>
                          <a:pt x="305" y="184"/>
                        </a:lnTo>
                        <a:lnTo>
                          <a:pt x="295" y="199"/>
                        </a:lnTo>
                        <a:lnTo>
                          <a:pt x="286" y="213"/>
                        </a:lnTo>
                        <a:lnTo>
                          <a:pt x="275" y="226"/>
                        </a:lnTo>
                        <a:lnTo>
                          <a:pt x="264" y="240"/>
                        </a:lnTo>
                        <a:lnTo>
                          <a:pt x="252" y="252"/>
                        </a:lnTo>
                        <a:lnTo>
                          <a:pt x="240" y="263"/>
                        </a:lnTo>
                        <a:lnTo>
                          <a:pt x="227" y="275"/>
                        </a:lnTo>
                        <a:lnTo>
                          <a:pt x="213" y="286"/>
                        </a:lnTo>
                        <a:lnTo>
                          <a:pt x="199" y="295"/>
                        </a:lnTo>
                        <a:lnTo>
                          <a:pt x="184" y="305"/>
                        </a:lnTo>
                        <a:lnTo>
                          <a:pt x="170" y="314"/>
                        </a:lnTo>
                        <a:lnTo>
                          <a:pt x="154" y="321"/>
                        </a:lnTo>
                        <a:lnTo>
                          <a:pt x="139" y="329"/>
                        </a:lnTo>
                        <a:lnTo>
                          <a:pt x="122" y="335"/>
                        </a:lnTo>
                        <a:lnTo>
                          <a:pt x="106" y="340"/>
                        </a:lnTo>
                        <a:lnTo>
                          <a:pt x="90" y="346"/>
                        </a:lnTo>
                        <a:lnTo>
                          <a:pt x="72" y="349"/>
                        </a:lnTo>
                        <a:lnTo>
                          <a:pt x="55" y="352"/>
                        </a:lnTo>
                        <a:lnTo>
                          <a:pt x="38" y="354"/>
                        </a:lnTo>
                        <a:lnTo>
                          <a:pt x="20" y="356"/>
                        </a:lnTo>
                        <a:lnTo>
                          <a:pt x="0" y="356"/>
                        </a:lnTo>
                        <a:lnTo>
                          <a:pt x="0" y="521"/>
                        </a:lnTo>
                        <a:close/>
                      </a:path>
                    </a:pathLst>
                  </a:custGeom>
                  <a:solidFill>
                    <a:srgbClr val="EF2B2F"/>
                  </a:solidFill>
                  <a:ln>
                    <a:noFill/>
                  </a:ln>
                </p:spPr>
                <p:txBody>
                  <a:bodyPr/>
                  <a:lstStyle/>
                  <a:p>
                    <a:pPr>
                      <a:defRPr/>
                    </a:pPr>
                    <a:endParaRPr lang="en-US" sz="1050">
                      <a:latin typeface="+mj-lt"/>
                    </a:endParaRPr>
                  </a:p>
                </p:txBody>
              </p:sp>
              <p:sp>
                <p:nvSpPr>
                  <p:cNvPr id="41780" name="Freeform 35">
                    <a:extLst>
                      <a:ext uri="{FF2B5EF4-FFF2-40B4-BE49-F238E27FC236}">
                        <a16:creationId xmlns="" xmlns:a16="http://schemas.microsoft.com/office/drawing/2014/main" id="{DC5E9EDC-C337-8D16-8140-B63C5579AB20}"/>
                      </a:ext>
                    </a:extLst>
                  </p:cNvPr>
                  <p:cNvSpPr>
                    <a:spLocks/>
                  </p:cNvSpPr>
                  <p:nvPr/>
                </p:nvSpPr>
                <p:spPr bwMode="auto">
                  <a:xfrm>
                    <a:off x="1884" y="2462"/>
                    <a:ext cx="86" cy="85"/>
                  </a:xfrm>
                  <a:custGeom>
                    <a:avLst/>
                    <a:gdLst>
                      <a:gd name="T0" fmla="*/ 0 w 519"/>
                      <a:gd name="T1" fmla="*/ 0 h 521"/>
                      <a:gd name="T2" fmla="*/ 0 w 519"/>
                      <a:gd name="T3" fmla="*/ 0 h 521"/>
                      <a:gd name="T4" fmla="*/ 0 w 519"/>
                      <a:gd name="T5" fmla="*/ 0 h 521"/>
                      <a:gd name="T6" fmla="*/ 0 w 519"/>
                      <a:gd name="T7" fmla="*/ 0 h 521"/>
                      <a:gd name="T8" fmla="*/ 0 w 519"/>
                      <a:gd name="T9" fmla="*/ 0 h 521"/>
                      <a:gd name="T10" fmla="*/ 0 w 519"/>
                      <a:gd name="T11" fmla="*/ 0 h 521"/>
                      <a:gd name="T12" fmla="*/ 0 w 519"/>
                      <a:gd name="T13" fmla="*/ 0 h 521"/>
                      <a:gd name="T14" fmla="*/ 0 w 519"/>
                      <a:gd name="T15" fmla="*/ 0 h 521"/>
                      <a:gd name="T16" fmla="*/ 0 w 519"/>
                      <a:gd name="T17" fmla="*/ 0 h 521"/>
                      <a:gd name="T18" fmla="*/ 0 w 519"/>
                      <a:gd name="T19" fmla="*/ 0 h 521"/>
                      <a:gd name="T20" fmla="*/ 0 w 519"/>
                      <a:gd name="T21" fmla="*/ 0 h 521"/>
                      <a:gd name="T22" fmla="*/ 0 w 519"/>
                      <a:gd name="T23" fmla="*/ 0 h 521"/>
                      <a:gd name="T24" fmla="*/ 0 w 519"/>
                      <a:gd name="T25" fmla="*/ 0 h 521"/>
                      <a:gd name="T26" fmla="*/ 0 w 519"/>
                      <a:gd name="T27" fmla="*/ 0 h 521"/>
                      <a:gd name="T28" fmla="*/ 0 w 519"/>
                      <a:gd name="T29" fmla="*/ 0 h 521"/>
                      <a:gd name="T30" fmla="*/ 0 w 519"/>
                      <a:gd name="T31" fmla="*/ 0 h 521"/>
                      <a:gd name="T32" fmla="*/ 0 w 519"/>
                      <a:gd name="T33" fmla="*/ 0 h 521"/>
                      <a:gd name="T34" fmla="*/ 0 w 519"/>
                      <a:gd name="T35" fmla="*/ 0 h 521"/>
                      <a:gd name="T36" fmla="*/ 0 w 519"/>
                      <a:gd name="T37" fmla="*/ 0 h 521"/>
                      <a:gd name="T38" fmla="*/ 0 w 519"/>
                      <a:gd name="T39" fmla="*/ 0 h 521"/>
                      <a:gd name="T40" fmla="*/ 0 w 519"/>
                      <a:gd name="T41" fmla="*/ 0 h 521"/>
                      <a:gd name="T42" fmla="*/ 0 w 519"/>
                      <a:gd name="T43" fmla="*/ 0 h 521"/>
                      <a:gd name="T44" fmla="*/ 0 w 519"/>
                      <a:gd name="T45" fmla="*/ 0 h 521"/>
                      <a:gd name="T46" fmla="*/ 0 w 519"/>
                      <a:gd name="T47" fmla="*/ 0 h 521"/>
                      <a:gd name="T48" fmla="*/ 0 w 519"/>
                      <a:gd name="T49" fmla="*/ 0 h 521"/>
                      <a:gd name="T50" fmla="*/ 0 w 519"/>
                      <a:gd name="T51" fmla="*/ 0 h 521"/>
                      <a:gd name="T52" fmla="*/ 0 w 519"/>
                      <a:gd name="T53" fmla="*/ 0 h 521"/>
                      <a:gd name="T54" fmla="*/ 0 w 519"/>
                      <a:gd name="T55" fmla="*/ 0 h 521"/>
                      <a:gd name="T56" fmla="*/ 0 w 519"/>
                      <a:gd name="T57" fmla="*/ 0 h 521"/>
                      <a:gd name="T58" fmla="*/ 0 w 519"/>
                      <a:gd name="T59" fmla="*/ 0 h 521"/>
                      <a:gd name="T60" fmla="*/ 0 w 519"/>
                      <a:gd name="T61" fmla="*/ 0 h 521"/>
                      <a:gd name="T62" fmla="*/ 0 w 519"/>
                      <a:gd name="T63" fmla="*/ 0 h 521"/>
                      <a:gd name="T64" fmla="*/ 0 w 519"/>
                      <a:gd name="T65" fmla="*/ 0 h 521"/>
                      <a:gd name="T66" fmla="*/ 0 w 519"/>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9"/>
                      <a:gd name="T103" fmla="*/ 0 h 521"/>
                      <a:gd name="T104" fmla="*/ 519 w 519"/>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9" h="521">
                        <a:moveTo>
                          <a:pt x="0" y="0"/>
                        </a:moveTo>
                        <a:lnTo>
                          <a:pt x="0" y="0"/>
                        </a:lnTo>
                        <a:lnTo>
                          <a:pt x="1" y="27"/>
                        </a:lnTo>
                        <a:lnTo>
                          <a:pt x="3" y="54"/>
                        </a:lnTo>
                        <a:lnTo>
                          <a:pt x="5" y="79"/>
                        </a:lnTo>
                        <a:lnTo>
                          <a:pt x="10" y="105"/>
                        </a:lnTo>
                        <a:lnTo>
                          <a:pt x="16" y="130"/>
                        </a:lnTo>
                        <a:lnTo>
                          <a:pt x="23" y="155"/>
                        </a:lnTo>
                        <a:lnTo>
                          <a:pt x="32" y="179"/>
                        </a:lnTo>
                        <a:lnTo>
                          <a:pt x="40" y="202"/>
                        </a:lnTo>
                        <a:lnTo>
                          <a:pt x="51" y="226"/>
                        </a:lnTo>
                        <a:lnTo>
                          <a:pt x="63" y="248"/>
                        </a:lnTo>
                        <a:lnTo>
                          <a:pt x="76" y="270"/>
                        </a:lnTo>
                        <a:lnTo>
                          <a:pt x="88" y="291"/>
                        </a:lnTo>
                        <a:lnTo>
                          <a:pt x="103" y="311"/>
                        </a:lnTo>
                        <a:lnTo>
                          <a:pt x="118" y="331"/>
                        </a:lnTo>
                        <a:lnTo>
                          <a:pt x="136" y="350"/>
                        </a:lnTo>
                        <a:lnTo>
                          <a:pt x="153" y="368"/>
                        </a:lnTo>
                        <a:lnTo>
                          <a:pt x="170" y="385"/>
                        </a:lnTo>
                        <a:lnTo>
                          <a:pt x="189" y="401"/>
                        </a:lnTo>
                        <a:lnTo>
                          <a:pt x="209" y="417"/>
                        </a:lnTo>
                        <a:lnTo>
                          <a:pt x="230" y="431"/>
                        </a:lnTo>
                        <a:lnTo>
                          <a:pt x="250" y="445"/>
                        </a:lnTo>
                        <a:lnTo>
                          <a:pt x="272" y="457"/>
                        </a:lnTo>
                        <a:lnTo>
                          <a:pt x="295" y="469"/>
                        </a:lnTo>
                        <a:lnTo>
                          <a:pt x="317" y="479"/>
                        </a:lnTo>
                        <a:lnTo>
                          <a:pt x="341" y="489"/>
                        </a:lnTo>
                        <a:lnTo>
                          <a:pt x="365" y="498"/>
                        </a:lnTo>
                        <a:lnTo>
                          <a:pt x="390" y="504"/>
                        </a:lnTo>
                        <a:lnTo>
                          <a:pt x="416" y="509"/>
                        </a:lnTo>
                        <a:lnTo>
                          <a:pt x="441" y="515"/>
                        </a:lnTo>
                        <a:lnTo>
                          <a:pt x="467" y="518"/>
                        </a:lnTo>
                        <a:lnTo>
                          <a:pt x="494" y="520"/>
                        </a:lnTo>
                        <a:lnTo>
                          <a:pt x="519" y="521"/>
                        </a:lnTo>
                        <a:lnTo>
                          <a:pt x="519" y="356"/>
                        </a:lnTo>
                        <a:lnTo>
                          <a:pt x="501" y="356"/>
                        </a:lnTo>
                        <a:lnTo>
                          <a:pt x="483" y="354"/>
                        </a:lnTo>
                        <a:lnTo>
                          <a:pt x="466" y="352"/>
                        </a:lnTo>
                        <a:lnTo>
                          <a:pt x="448" y="349"/>
                        </a:lnTo>
                        <a:lnTo>
                          <a:pt x="431" y="345"/>
                        </a:lnTo>
                        <a:lnTo>
                          <a:pt x="415" y="340"/>
                        </a:lnTo>
                        <a:lnTo>
                          <a:pt x="397" y="335"/>
                        </a:lnTo>
                        <a:lnTo>
                          <a:pt x="381" y="329"/>
                        </a:lnTo>
                        <a:lnTo>
                          <a:pt x="365" y="321"/>
                        </a:lnTo>
                        <a:lnTo>
                          <a:pt x="350" y="314"/>
                        </a:lnTo>
                        <a:lnTo>
                          <a:pt x="335" y="305"/>
                        </a:lnTo>
                        <a:lnTo>
                          <a:pt x="322" y="295"/>
                        </a:lnTo>
                        <a:lnTo>
                          <a:pt x="308" y="286"/>
                        </a:lnTo>
                        <a:lnTo>
                          <a:pt x="294" y="275"/>
                        </a:lnTo>
                        <a:lnTo>
                          <a:pt x="281" y="263"/>
                        </a:lnTo>
                        <a:lnTo>
                          <a:pt x="268" y="252"/>
                        </a:lnTo>
                        <a:lnTo>
                          <a:pt x="256" y="240"/>
                        </a:lnTo>
                        <a:lnTo>
                          <a:pt x="246" y="226"/>
                        </a:lnTo>
                        <a:lnTo>
                          <a:pt x="235" y="213"/>
                        </a:lnTo>
                        <a:lnTo>
                          <a:pt x="225" y="199"/>
                        </a:lnTo>
                        <a:lnTo>
                          <a:pt x="216" y="184"/>
                        </a:lnTo>
                        <a:lnTo>
                          <a:pt x="207" y="169"/>
                        </a:lnTo>
                        <a:lnTo>
                          <a:pt x="199" y="154"/>
                        </a:lnTo>
                        <a:lnTo>
                          <a:pt x="192" y="139"/>
                        </a:lnTo>
                        <a:lnTo>
                          <a:pt x="186" y="122"/>
                        </a:lnTo>
                        <a:lnTo>
                          <a:pt x="180" y="106"/>
                        </a:lnTo>
                        <a:lnTo>
                          <a:pt x="175" y="89"/>
                        </a:lnTo>
                        <a:lnTo>
                          <a:pt x="171" y="72"/>
                        </a:lnTo>
                        <a:lnTo>
                          <a:pt x="169" y="55"/>
                        </a:lnTo>
                        <a:lnTo>
                          <a:pt x="165" y="37"/>
                        </a:lnTo>
                        <a:lnTo>
                          <a:pt x="164" y="20"/>
                        </a:lnTo>
                        <a:lnTo>
                          <a:pt x="164" y="0"/>
                        </a:lnTo>
                        <a:lnTo>
                          <a:pt x="0" y="0"/>
                        </a:lnTo>
                        <a:close/>
                      </a:path>
                    </a:pathLst>
                  </a:custGeom>
                  <a:solidFill>
                    <a:srgbClr val="EF2B2F"/>
                  </a:solidFill>
                  <a:ln>
                    <a:noFill/>
                  </a:ln>
                </p:spPr>
                <p:txBody>
                  <a:bodyPr/>
                  <a:lstStyle/>
                  <a:p>
                    <a:pPr>
                      <a:defRPr/>
                    </a:pPr>
                    <a:endParaRPr lang="en-US" sz="1050">
                      <a:latin typeface="+mj-lt"/>
                    </a:endParaRPr>
                  </a:p>
                </p:txBody>
              </p:sp>
              <p:sp>
                <p:nvSpPr>
                  <p:cNvPr id="41781" name="Freeform 36">
                    <a:extLst>
                      <a:ext uri="{FF2B5EF4-FFF2-40B4-BE49-F238E27FC236}">
                        <a16:creationId xmlns="" xmlns:a16="http://schemas.microsoft.com/office/drawing/2014/main" id="{1CB4CDF8-4701-75AD-9EB2-0DBEFF76AA2D}"/>
                      </a:ext>
                    </a:extLst>
                  </p:cNvPr>
                  <p:cNvSpPr>
                    <a:spLocks/>
                  </p:cNvSpPr>
                  <p:nvPr/>
                </p:nvSpPr>
                <p:spPr bwMode="auto">
                  <a:xfrm>
                    <a:off x="1884" y="2373"/>
                    <a:ext cx="86" cy="89"/>
                  </a:xfrm>
                  <a:custGeom>
                    <a:avLst/>
                    <a:gdLst>
                      <a:gd name="T0" fmla="*/ 0 w 519"/>
                      <a:gd name="T1" fmla="*/ 0 h 519"/>
                      <a:gd name="T2" fmla="*/ 0 w 519"/>
                      <a:gd name="T3" fmla="*/ 0 h 519"/>
                      <a:gd name="T4" fmla="*/ 0 w 519"/>
                      <a:gd name="T5" fmla="*/ 0 h 519"/>
                      <a:gd name="T6" fmla="*/ 0 w 519"/>
                      <a:gd name="T7" fmla="*/ 0 h 519"/>
                      <a:gd name="T8" fmla="*/ 0 w 519"/>
                      <a:gd name="T9" fmla="*/ 0 h 519"/>
                      <a:gd name="T10" fmla="*/ 0 w 519"/>
                      <a:gd name="T11" fmla="*/ 0 h 519"/>
                      <a:gd name="T12" fmla="*/ 0 w 519"/>
                      <a:gd name="T13" fmla="*/ 0 h 519"/>
                      <a:gd name="T14" fmla="*/ 0 w 519"/>
                      <a:gd name="T15" fmla="*/ 0 h 519"/>
                      <a:gd name="T16" fmla="*/ 0 w 519"/>
                      <a:gd name="T17" fmla="*/ 0 h 519"/>
                      <a:gd name="T18" fmla="*/ 0 w 519"/>
                      <a:gd name="T19" fmla="*/ 0 h 519"/>
                      <a:gd name="T20" fmla="*/ 0 w 519"/>
                      <a:gd name="T21" fmla="*/ 0 h 519"/>
                      <a:gd name="T22" fmla="*/ 0 w 519"/>
                      <a:gd name="T23" fmla="*/ 0 h 519"/>
                      <a:gd name="T24" fmla="*/ 0 w 519"/>
                      <a:gd name="T25" fmla="*/ 0 h 519"/>
                      <a:gd name="T26" fmla="*/ 0 w 519"/>
                      <a:gd name="T27" fmla="*/ 0 h 519"/>
                      <a:gd name="T28" fmla="*/ 0 w 519"/>
                      <a:gd name="T29" fmla="*/ 0 h 519"/>
                      <a:gd name="T30" fmla="*/ 0 w 519"/>
                      <a:gd name="T31" fmla="*/ 0 h 519"/>
                      <a:gd name="T32" fmla="*/ 0 w 519"/>
                      <a:gd name="T33" fmla="*/ 0 h 519"/>
                      <a:gd name="T34" fmla="*/ 0 w 519"/>
                      <a:gd name="T35" fmla="*/ 0 h 519"/>
                      <a:gd name="T36" fmla="*/ 0 w 519"/>
                      <a:gd name="T37" fmla="*/ 0 h 519"/>
                      <a:gd name="T38" fmla="*/ 0 w 519"/>
                      <a:gd name="T39" fmla="*/ 0 h 519"/>
                      <a:gd name="T40" fmla="*/ 0 w 519"/>
                      <a:gd name="T41" fmla="*/ 0 h 519"/>
                      <a:gd name="T42" fmla="*/ 0 w 519"/>
                      <a:gd name="T43" fmla="*/ 0 h 519"/>
                      <a:gd name="T44" fmla="*/ 0 w 519"/>
                      <a:gd name="T45" fmla="*/ 0 h 519"/>
                      <a:gd name="T46" fmla="*/ 0 w 519"/>
                      <a:gd name="T47" fmla="*/ 0 h 519"/>
                      <a:gd name="T48" fmla="*/ 0 w 519"/>
                      <a:gd name="T49" fmla="*/ 0 h 519"/>
                      <a:gd name="T50" fmla="*/ 0 w 519"/>
                      <a:gd name="T51" fmla="*/ 0 h 519"/>
                      <a:gd name="T52" fmla="*/ 0 w 519"/>
                      <a:gd name="T53" fmla="*/ 0 h 519"/>
                      <a:gd name="T54" fmla="*/ 0 w 519"/>
                      <a:gd name="T55" fmla="*/ 0 h 519"/>
                      <a:gd name="T56" fmla="*/ 0 w 519"/>
                      <a:gd name="T57" fmla="*/ 0 h 519"/>
                      <a:gd name="T58" fmla="*/ 0 w 519"/>
                      <a:gd name="T59" fmla="*/ 0 h 519"/>
                      <a:gd name="T60" fmla="*/ 0 w 519"/>
                      <a:gd name="T61" fmla="*/ 0 h 519"/>
                      <a:gd name="T62" fmla="*/ 0 w 519"/>
                      <a:gd name="T63" fmla="*/ 0 h 519"/>
                      <a:gd name="T64" fmla="*/ 0 w 519"/>
                      <a:gd name="T65" fmla="*/ 0 h 519"/>
                      <a:gd name="T66" fmla="*/ 0 w 519"/>
                      <a:gd name="T67" fmla="*/ 0 h 5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9"/>
                      <a:gd name="T103" fmla="*/ 0 h 519"/>
                      <a:gd name="T104" fmla="*/ 519 w 519"/>
                      <a:gd name="T105" fmla="*/ 519 h 51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9" h="519">
                        <a:moveTo>
                          <a:pt x="519" y="0"/>
                        </a:moveTo>
                        <a:lnTo>
                          <a:pt x="519" y="0"/>
                        </a:lnTo>
                        <a:lnTo>
                          <a:pt x="493" y="0"/>
                        </a:lnTo>
                        <a:lnTo>
                          <a:pt x="467" y="2"/>
                        </a:lnTo>
                        <a:lnTo>
                          <a:pt x="441" y="5"/>
                        </a:lnTo>
                        <a:lnTo>
                          <a:pt x="416" y="10"/>
                        </a:lnTo>
                        <a:lnTo>
                          <a:pt x="390" y="16"/>
                        </a:lnTo>
                        <a:lnTo>
                          <a:pt x="365" y="23"/>
                        </a:lnTo>
                        <a:lnTo>
                          <a:pt x="341" y="31"/>
                        </a:lnTo>
                        <a:lnTo>
                          <a:pt x="317" y="40"/>
                        </a:lnTo>
                        <a:lnTo>
                          <a:pt x="295" y="51"/>
                        </a:lnTo>
                        <a:lnTo>
                          <a:pt x="272" y="63"/>
                        </a:lnTo>
                        <a:lnTo>
                          <a:pt x="250" y="74"/>
                        </a:lnTo>
                        <a:lnTo>
                          <a:pt x="230" y="88"/>
                        </a:lnTo>
                        <a:lnTo>
                          <a:pt x="209" y="103"/>
                        </a:lnTo>
                        <a:lnTo>
                          <a:pt x="189" y="118"/>
                        </a:lnTo>
                        <a:lnTo>
                          <a:pt x="170" y="134"/>
                        </a:lnTo>
                        <a:lnTo>
                          <a:pt x="153" y="151"/>
                        </a:lnTo>
                        <a:lnTo>
                          <a:pt x="136" y="170"/>
                        </a:lnTo>
                        <a:lnTo>
                          <a:pt x="118" y="189"/>
                        </a:lnTo>
                        <a:lnTo>
                          <a:pt x="103" y="208"/>
                        </a:lnTo>
                        <a:lnTo>
                          <a:pt x="88" y="228"/>
                        </a:lnTo>
                        <a:lnTo>
                          <a:pt x="76" y="250"/>
                        </a:lnTo>
                        <a:lnTo>
                          <a:pt x="63" y="272"/>
                        </a:lnTo>
                        <a:lnTo>
                          <a:pt x="51" y="295"/>
                        </a:lnTo>
                        <a:lnTo>
                          <a:pt x="40" y="317"/>
                        </a:lnTo>
                        <a:lnTo>
                          <a:pt x="32" y="341"/>
                        </a:lnTo>
                        <a:lnTo>
                          <a:pt x="23" y="365"/>
                        </a:lnTo>
                        <a:lnTo>
                          <a:pt x="16" y="390"/>
                        </a:lnTo>
                        <a:lnTo>
                          <a:pt x="10" y="414"/>
                        </a:lnTo>
                        <a:lnTo>
                          <a:pt x="5" y="441"/>
                        </a:lnTo>
                        <a:lnTo>
                          <a:pt x="3" y="467"/>
                        </a:lnTo>
                        <a:lnTo>
                          <a:pt x="1" y="494"/>
                        </a:lnTo>
                        <a:lnTo>
                          <a:pt x="0" y="519"/>
                        </a:lnTo>
                        <a:lnTo>
                          <a:pt x="164" y="519"/>
                        </a:lnTo>
                        <a:lnTo>
                          <a:pt x="164" y="501"/>
                        </a:lnTo>
                        <a:lnTo>
                          <a:pt x="165" y="483"/>
                        </a:lnTo>
                        <a:lnTo>
                          <a:pt x="169" y="465"/>
                        </a:lnTo>
                        <a:lnTo>
                          <a:pt x="171" y="448"/>
                        </a:lnTo>
                        <a:lnTo>
                          <a:pt x="175" y="431"/>
                        </a:lnTo>
                        <a:lnTo>
                          <a:pt x="180" y="413"/>
                        </a:lnTo>
                        <a:lnTo>
                          <a:pt x="186" y="397"/>
                        </a:lnTo>
                        <a:lnTo>
                          <a:pt x="192" y="381"/>
                        </a:lnTo>
                        <a:lnTo>
                          <a:pt x="199" y="365"/>
                        </a:lnTo>
                        <a:lnTo>
                          <a:pt x="207" y="350"/>
                        </a:lnTo>
                        <a:lnTo>
                          <a:pt x="216" y="335"/>
                        </a:lnTo>
                        <a:lnTo>
                          <a:pt x="225" y="320"/>
                        </a:lnTo>
                        <a:lnTo>
                          <a:pt x="235" y="306"/>
                        </a:lnTo>
                        <a:lnTo>
                          <a:pt x="246" y="294"/>
                        </a:lnTo>
                        <a:lnTo>
                          <a:pt x="256" y="281"/>
                        </a:lnTo>
                        <a:lnTo>
                          <a:pt x="268" y="268"/>
                        </a:lnTo>
                        <a:lnTo>
                          <a:pt x="281" y="256"/>
                        </a:lnTo>
                        <a:lnTo>
                          <a:pt x="294" y="244"/>
                        </a:lnTo>
                        <a:lnTo>
                          <a:pt x="308" y="234"/>
                        </a:lnTo>
                        <a:lnTo>
                          <a:pt x="322" y="224"/>
                        </a:lnTo>
                        <a:lnTo>
                          <a:pt x="335" y="216"/>
                        </a:lnTo>
                        <a:lnTo>
                          <a:pt x="350" y="206"/>
                        </a:lnTo>
                        <a:lnTo>
                          <a:pt x="365" y="198"/>
                        </a:lnTo>
                        <a:lnTo>
                          <a:pt x="381" y="191"/>
                        </a:lnTo>
                        <a:lnTo>
                          <a:pt x="397" y="186"/>
                        </a:lnTo>
                        <a:lnTo>
                          <a:pt x="415" y="179"/>
                        </a:lnTo>
                        <a:lnTo>
                          <a:pt x="431" y="175"/>
                        </a:lnTo>
                        <a:lnTo>
                          <a:pt x="448" y="171"/>
                        </a:lnTo>
                        <a:lnTo>
                          <a:pt x="466" y="167"/>
                        </a:lnTo>
                        <a:lnTo>
                          <a:pt x="483" y="165"/>
                        </a:lnTo>
                        <a:lnTo>
                          <a:pt x="501" y="164"/>
                        </a:lnTo>
                        <a:lnTo>
                          <a:pt x="519" y="163"/>
                        </a:lnTo>
                        <a:lnTo>
                          <a:pt x="519" y="0"/>
                        </a:lnTo>
                        <a:close/>
                      </a:path>
                    </a:pathLst>
                  </a:custGeom>
                  <a:solidFill>
                    <a:srgbClr val="EF2B2F"/>
                  </a:solidFill>
                  <a:ln>
                    <a:noFill/>
                  </a:ln>
                </p:spPr>
                <p:txBody>
                  <a:bodyPr/>
                  <a:lstStyle/>
                  <a:p>
                    <a:pPr>
                      <a:defRPr/>
                    </a:pPr>
                    <a:endParaRPr lang="en-US" sz="1050">
                      <a:latin typeface="+mj-lt"/>
                    </a:endParaRPr>
                  </a:p>
                </p:txBody>
              </p:sp>
              <p:sp>
                <p:nvSpPr>
                  <p:cNvPr id="41782" name="Freeform 37">
                    <a:extLst>
                      <a:ext uri="{FF2B5EF4-FFF2-40B4-BE49-F238E27FC236}">
                        <a16:creationId xmlns="" xmlns:a16="http://schemas.microsoft.com/office/drawing/2014/main" id="{A739F6F5-6CB9-1393-A9FC-B6F75ABFCDA4}"/>
                      </a:ext>
                    </a:extLst>
                  </p:cNvPr>
                  <p:cNvSpPr>
                    <a:spLocks/>
                  </p:cNvSpPr>
                  <p:nvPr/>
                </p:nvSpPr>
                <p:spPr bwMode="auto">
                  <a:xfrm>
                    <a:off x="1967" y="2528"/>
                    <a:ext cx="130" cy="148"/>
                  </a:xfrm>
                  <a:custGeom>
                    <a:avLst/>
                    <a:gdLst>
                      <a:gd name="T0" fmla="*/ 0 w 876"/>
                      <a:gd name="T1" fmla="*/ 0 h 876"/>
                      <a:gd name="T2" fmla="*/ 0 w 876"/>
                      <a:gd name="T3" fmla="*/ 0 h 876"/>
                      <a:gd name="T4" fmla="*/ 0 w 876"/>
                      <a:gd name="T5" fmla="*/ 0 h 876"/>
                      <a:gd name="T6" fmla="*/ 0 w 876"/>
                      <a:gd name="T7" fmla="*/ 0 h 876"/>
                      <a:gd name="T8" fmla="*/ 0 w 876"/>
                      <a:gd name="T9" fmla="*/ 0 h 876"/>
                      <a:gd name="T10" fmla="*/ 0 w 876"/>
                      <a:gd name="T11" fmla="*/ 0 h 876"/>
                      <a:gd name="T12" fmla="*/ 0 w 876"/>
                      <a:gd name="T13" fmla="*/ 0 h 876"/>
                      <a:gd name="T14" fmla="*/ 0 w 876"/>
                      <a:gd name="T15" fmla="*/ 0 h 876"/>
                      <a:gd name="T16" fmla="*/ 0 w 876"/>
                      <a:gd name="T17" fmla="*/ 0 h 876"/>
                      <a:gd name="T18" fmla="*/ 0 w 876"/>
                      <a:gd name="T19" fmla="*/ 0 h 876"/>
                      <a:gd name="T20" fmla="*/ 0 w 876"/>
                      <a:gd name="T21" fmla="*/ 0 h 876"/>
                      <a:gd name="T22" fmla="*/ 0 w 876"/>
                      <a:gd name="T23" fmla="*/ 0 h 876"/>
                      <a:gd name="T24" fmla="*/ 0 w 876"/>
                      <a:gd name="T25" fmla="*/ 0 h 876"/>
                      <a:gd name="T26" fmla="*/ 0 w 876"/>
                      <a:gd name="T27" fmla="*/ 0 h 876"/>
                      <a:gd name="T28" fmla="*/ 0 w 876"/>
                      <a:gd name="T29" fmla="*/ 0 h 876"/>
                      <a:gd name="T30" fmla="*/ 0 w 876"/>
                      <a:gd name="T31" fmla="*/ 0 h 876"/>
                      <a:gd name="T32" fmla="*/ 0 w 876"/>
                      <a:gd name="T33" fmla="*/ 0 h 876"/>
                      <a:gd name="T34" fmla="*/ 0 w 876"/>
                      <a:gd name="T35" fmla="*/ 0 h 876"/>
                      <a:gd name="T36" fmla="*/ 0 w 876"/>
                      <a:gd name="T37" fmla="*/ 0 h 876"/>
                      <a:gd name="T38" fmla="*/ 0 w 876"/>
                      <a:gd name="T39" fmla="*/ 0 h 876"/>
                      <a:gd name="T40" fmla="*/ 0 w 876"/>
                      <a:gd name="T41" fmla="*/ 0 h 876"/>
                      <a:gd name="T42" fmla="*/ 0 w 876"/>
                      <a:gd name="T43" fmla="*/ 0 h 876"/>
                      <a:gd name="T44" fmla="*/ 0 w 876"/>
                      <a:gd name="T45" fmla="*/ 0 h 876"/>
                      <a:gd name="T46" fmla="*/ 0 w 876"/>
                      <a:gd name="T47" fmla="*/ 0 h 876"/>
                      <a:gd name="T48" fmla="*/ 0 w 876"/>
                      <a:gd name="T49" fmla="*/ 0 h 876"/>
                      <a:gd name="T50" fmla="*/ 0 w 876"/>
                      <a:gd name="T51" fmla="*/ 0 h 876"/>
                      <a:gd name="T52" fmla="*/ 0 w 876"/>
                      <a:gd name="T53" fmla="*/ 0 h 876"/>
                      <a:gd name="T54" fmla="*/ 0 w 876"/>
                      <a:gd name="T55" fmla="*/ 0 h 876"/>
                      <a:gd name="T56" fmla="*/ 0 w 876"/>
                      <a:gd name="T57" fmla="*/ 0 h 876"/>
                      <a:gd name="T58" fmla="*/ 0 w 876"/>
                      <a:gd name="T59" fmla="*/ 0 h 876"/>
                      <a:gd name="T60" fmla="*/ 0 w 876"/>
                      <a:gd name="T61" fmla="*/ 0 h 876"/>
                      <a:gd name="T62" fmla="*/ 0 w 876"/>
                      <a:gd name="T63" fmla="*/ 0 h 876"/>
                      <a:gd name="T64" fmla="*/ 0 w 876"/>
                      <a:gd name="T65" fmla="*/ 0 h 876"/>
                      <a:gd name="T66" fmla="*/ 0 w 876"/>
                      <a:gd name="T67" fmla="*/ 0 h 876"/>
                      <a:gd name="T68" fmla="*/ 0 w 876"/>
                      <a:gd name="T69" fmla="*/ 0 h 876"/>
                      <a:gd name="T70" fmla="*/ 0 w 876"/>
                      <a:gd name="T71" fmla="*/ 0 h 876"/>
                      <a:gd name="T72" fmla="*/ 0 w 876"/>
                      <a:gd name="T73" fmla="*/ 0 h 876"/>
                      <a:gd name="T74" fmla="*/ 0 w 876"/>
                      <a:gd name="T75" fmla="*/ 0 h 876"/>
                      <a:gd name="T76" fmla="*/ 0 w 876"/>
                      <a:gd name="T77" fmla="*/ 0 h 876"/>
                      <a:gd name="T78" fmla="*/ 0 w 876"/>
                      <a:gd name="T79" fmla="*/ 0 h 876"/>
                      <a:gd name="T80" fmla="*/ 0 w 876"/>
                      <a:gd name="T81" fmla="*/ 0 h 876"/>
                      <a:gd name="T82" fmla="*/ 0 w 876"/>
                      <a:gd name="T83" fmla="*/ 0 h 876"/>
                      <a:gd name="T84" fmla="*/ 0 w 876"/>
                      <a:gd name="T85" fmla="*/ 0 h 87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76"/>
                      <a:gd name="T130" fmla="*/ 0 h 876"/>
                      <a:gd name="T131" fmla="*/ 876 w 876"/>
                      <a:gd name="T132" fmla="*/ 876 h 87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76" h="876">
                        <a:moveTo>
                          <a:pt x="438" y="0"/>
                        </a:moveTo>
                        <a:lnTo>
                          <a:pt x="460" y="1"/>
                        </a:lnTo>
                        <a:lnTo>
                          <a:pt x="483" y="2"/>
                        </a:lnTo>
                        <a:lnTo>
                          <a:pt x="504" y="5"/>
                        </a:lnTo>
                        <a:lnTo>
                          <a:pt x="526" y="9"/>
                        </a:lnTo>
                        <a:lnTo>
                          <a:pt x="547" y="14"/>
                        </a:lnTo>
                        <a:lnTo>
                          <a:pt x="568" y="19"/>
                        </a:lnTo>
                        <a:lnTo>
                          <a:pt x="589" y="27"/>
                        </a:lnTo>
                        <a:lnTo>
                          <a:pt x="608" y="34"/>
                        </a:lnTo>
                        <a:lnTo>
                          <a:pt x="627" y="43"/>
                        </a:lnTo>
                        <a:lnTo>
                          <a:pt x="646" y="54"/>
                        </a:lnTo>
                        <a:lnTo>
                          <a:pt x="665" y="63"/>
                        </a:lnTo>
                        <a:lnTo>
                          <a:pt x="683" y="75"/>
                        </a:lnTo>
                        <a:lnTo>
                          <a:pt x="700" y="88"/>
                        </a:lnTo>
                        <a:lnTo>
                          <a:pt x="716" y="101"/>
                        </a:lnTo>
                        <a:lnTo>
                          <a:pt x="732" y="114"/>
                        </a:lnTo>
                        <a:lnTo>
                          <a:pt x="747" y="128"/>
                        </a:lnTo>
                        <a:lnTo>
                          <a:pt x="762" y="143"/>
                        </a:lnTo>
                        <a:lnTo>
                          <a:pt x="776" y="159"/>
                        </a:lnTo>
                        <a:lnTo>
                          <a:pt x="789" y="176"/>
                        </a:lnTo>
                        <a:lnTo>
                          <a:pt x="801" y="194"/>
                        </a:lnTo>
                        <a:lnTo>
                          <a:pt x="812" y="211"/>
                        </a:lnTo>
                        <a:lnTo>
                          <a:pt x="823" y="230"/>
                        </a:lnTo>
                        <a:lnTo>
                          <a:pt x="832" y="248"/>
                        </a:lnTo>
                        <a:lnTo>
                          <a:pt x="841" y="267"/>
                        </a:lnTo>
                        <a:lnTo>
                          <a:pt x="850" y="288"/>
                        </a:lnTo>
                        <a:lnTo>
                          <a:pt x="856" y="308"/>
                        </a:lnTo>
                        <a:lnTo>
                          <a:pt x="862" y="328"/>
                        </a:lnTo>
                        <a:lnTo>
                          <a:pt x="867" y="350"/>
                        </a:lnTo>
                        <a:lnTo>
                          <a:pt x="871" y="371"/>
                        </a:lnTo>
                        <a:lnTo>
                          <a:pt x="874" y="394"/>
                        </a:lnTo>
                        <a:lnTo>
                          <a:pt x="875" y="416"/>
                        </a:lnTo>
                        <a:lnTo>
                          <a:pt x="876" y="438"/>
                        </a:lnTo>
                        <a:lnTo>
                          <a:pt x="875" y="461"/>
                        </a:lnTo>
                        <a:lnTo>
                          <a:pt x="874" y="482"/>
                        </a:lnTo>
                        <a:lnTo>
                          <a:pt x="871" y="505"/>
                        </a:lnTo>
                        <a:lnTo>
                          <a:pt x="867" y="526"/>
                        </a:lnTo>
                        <a:lnTo>
                          <a:pt x="862" y="548"/>
                        </a:lnTo>
                        <a:lnTo>
                          <a:pt x="856" y="568"/>
                        </a:lnTo>
                        <a:lnTo>
                          <a:pt x="850" y="588"/>
                        </a:lnTo>
                        <a:lnTo>
                          <a:pt x="841" y="608"/>
                        </a:lnTo>
                        <a:lnTo>
                          <a:pt x="832" y="628"/>
                        </a:lnTo>
                        <a:lnTo>
                          <a:pt x="823" y="647"/>
                        </a:lnTo>
                        <a:lnTo>
                          <a:pt x="812" y="665"/>
                        </a:lnTo>
                        <a:lnTo>
                          <a:pt x="801" y="682"/>
                        </a:lnTo>
                        <a:lnTo>
                          <a:pt x="789" y="699"/>
                        </a:lnTo>
                        <a:lnTo>
                          <a:pt x="776" y="716"/>
                        </a:lnTo>
                        <a:lnTo>
                          <a:pt x="762" y="733"/>
                        </a:lnTo>
                        <a:lnTo>
                          <a:pt x="747" y="747"/>
                        </a:lnTo>
                        <a:lnTo>
                          <a:pt x="732" y="762"/>
                        </a:lnTo>
                        <a:lnTo>
                          <a:pt x="716" y="775"/>
                        </a:lnTo>
                        <a:lnTo>
                          <a:pt x="700" y="789"/>
                        </a:lnTo>
                        <a:lnTo>
                          <a:pt x="683" y="801"/>
                        </a:lnTo>
                        <a:lnTo>
                          <a:pt x="665" y="813"/>
                        </a:lnTo>
                        <a:lnTo>
                          <a:pt x="646" y="823"/>
                        </a:lnTo>
                        <a:lnTo>
                          <a:pt x="627" y="833"/>
                        </a:lnTo>
                        <a:lnTo>
                          <a:pt x="608" y="842"/>
                        </a:lnTo>
                        <a:lnTo>
                          <a:pt x="589" y="849"/>
                        </a:lnTo>
                        <a:lnTo>
                          <a:pt x="568" y="857"/>
                        </a:lnTo>
                        <a:lnTo>
                          <a:pt x="547" y="862"/>
                        </a:lnTo>
                        <a:lnTo>
                          <a:pt x="526" y="867"/>
                        </a:lnTo>
                        <a:lnTo>
                          <a:pt x="504" y="870"/>
                        </a:lnTo>
                        <a:lnTo>
                          <a:pt x="483" y="874"/>
                        </a:lnTo>
                        <a:lnTo>
                          <a:pt x="460" y="876"/>
                        </a:lnTo>
                        <a:lnTo>
                          <a:pt x="438" y="876"/>
                        </a:lnTo>
                        <a:lnTo>
                          <a:pt x="415" y="876"/>
                        </a:lnTo>
                        <a:lnTo>
                          <a:pt x="393" y="874"/>
                        </a:lnTo>
                        <a:lnTo>
                          <a:pt x="372" y="870"/>
                        </a:lnTo>
                        <a:lnTo>
                          <a:pt x="350" y="867"/>
                        </a:lnTo>
                        <a:lnTo>
                          <a:pt x="329" y="862"/>
                        </a:lnTo>
                        <a:lnTo>
                          <a:pt x="307" y="857"/>
                        </a:lnTo>
                        <a:lnTo>
                          <a:pt x="287" y="849"/>
                        </a:lnTo>
                        <a:lnTo>
                          <a:pt x="268" y="842"/>
                        </a:lnTo>
                        <a:lnTo>
                          <a:pt x="249" y="833"/>
                        </a:lnTo>
                        <a:lnTo>
                          <a:pt x="229" y="823"/>
                        </a:lnTo>
                        <a:lnTo>
                          <a:pt x="211" y="813"/>
                        </a:lnTo>
                        <a:lnTo>
                          <a:pt x="193" y="801"/>
                        </a:lnTo>
                        <a:lnTo>
                          <a:pt x="176" y="789"/>
                        </a:lnTo>
                        <a:lnTo>
                          <a:pt x="160" y="775"/>
                        </a:lnTo>
                        <a:lnTo>
                          <a:pt x="144" y="762"/>
                        </a:lnTo>
                        <a:lnTo>
                          <a:pt x="129" y="747"/>
                        </a:lnTo>
                        <a:lnTo>
                          <a:pt x="114" y="733"/>
                        </a:lnTo>
                        <a:lnTo>
                          <a:pt x="100" y="716"/>
                        </a:lnTo>
                        <a:lnTo>
                          <a:pt x="87" y="699"/>
                        </a:lnTo>
                        <a:lnTo>
                          <a:pt x="75" y="682"/>
                        </a:lnTo>
                        <a:lnTo>
                          <a:pt x="64" y="665"/>
                        </a:lnTo>
                        <a:lnTo>
                          <a:pt x="53" y="647"/>
                        </a:lnTo>
                        <a:lnTo>
                          <a:pt x="43" y="628"/>
                        </a:lnTo>
                        <a:lnTo>
                          <a:pt x="35" y="608"/>
                        </a:lnTo>
                        <a:lnTo>
                          <a:pt x="26" y="588"/>
                        </a:lnTo>
                        <a:lnTo>
                          <a:pt x="20" y="568"/>
                        </a:lnTo>
                        <a:lnTo>
                          <a:pt x="13" y="548"/>
                        </a:lnTo>
                        <a:lnTo>
                          <a:pt x="9" y="526"/>
                        </a:lnTo>
                        <a:lnTo>
                          <a:pt x="5" y="505"/>
                        </a:lnTo>
                        <a:lnTo>
                          <a:pt x="3" y="482"/>
                        </a:lnTo>
                        <a:lnTo>
                          <a:pt x="1" y="461"/>
                        </a:lnTo>
                        <a:lnTo>
                          <a:pt x="0" y="438"/>
                        </a:lnTo>
                        <a:lnTo>
                          <a:pt x="1" y="416"/>
                        </a:lnTo>
                        <a:lnTo>
                          <a:pt x="3" y="394"/>
                        </a:lnTo>
                        <a:lnTo>
                          <a:pt x="5" y="371"/>
                        </a:lnTo>
                        <a:lnTo>
                          <a:pt x="9" y="350"/>
                        </a:lnTo>
                        <a:lnTo>
                          <a:pt x="13" y="328"/>
                        </a:lnTo>
                        <a:lnTo>
                          <a:pt x="20" y="308"/>
                        </a:lnTo>
                        <a:lnTo>
                          <a:pt x="26" y="288"/>
                        </a:lnTo>
                        <a:lnTo>
                          <a:pt x="35" y="267"/>
                        </a:lnTo>
                        <a:lnTo>
                          <a:pt x="43" y="248"/>
                        </a:lnTo>
                        <a:lnTo>
                          <a:pt x="53" y="230"/>
                        </a:lnTo>
                        <a:lnTo>
                          <a:pt x="64" y="211"/>
                        </a:lnTo>
                        <a:lnTo>
                          <a:pt x="75" y="194"/>
                        </a:lnTo>
                        <a:lnTo>
                          <a:pt x="87" y="176"/>
                        </a:lnTo>
                        <a:lnTo>
                          <a:pt x="100" y="159"/>
                        </a:lnTo>
                        <a:lnTo>
                          <a:pt x="114" y="143"/>
                        </a:lnTo>
                        <a:lnTo>
                          <a:pt x="129" y="128"/>
                        </a:lnTo>
                        <a:lnTo>
                          <a:pt x="144" y="114"/>
                        </a:lnTo>
                        <a:lnTo>
                          <a:pt x="160" y="101"/>
                        </a:lnTo>
                        <a:lnTo>
                          <a:pt x="176" y="88"/>
                        </a:lnTo>
                        <a:lnTo>
                          <a:pt x="193" y="75"/>
                        </a:lnTo>
                        <a:lnTo>
                          <a:pt x="211" y="63"/>
                        </a:lnTo>
                        <a:lnTo>
                          <a:pt x="229" y="54"/>
                        </a:lnTo>
                        <a:lnTo>
                          <a:pt x="249" y="43"/>
                        </a:lnTo>
                        <a:lnTo>
                          <a:pt x="268" y="34"/>
                        </a:lnTo>
                        <a:lnTo>
                          <a:pt x="287" y="27"/>
                        </a:lnTo>
                        <a:lnTo>
                          <a:pt x="307" y="19"/>
                        </a:lnTo>
                        <a:lnTo>
                          <a:pt x="329" y="14"/>
                        </a:lnTo>
                        <a:lnTo>
                          <a:pt x="350" y="9"/>
                        </a:lnTo>
                        <a:lnTo>
                          <a:pt x="372" y="5"/>
                        </a:lnTo>
                        <a:lnTo>
                          <a:pt x="393" y="2"/>
                        </a:lnTo>
                        <a:lnTo>
                          <a:pt x="415" y="1"/>
                        </a:lnTo>
                        <a:lnTo>
                          <a:pt x="438" y="0"/>
                        </a:lnTo>
                        <a:close/>
                      </a:path>
                    </a:pathLst>
                  </a:custGeom>
                  <a:solidFill>
                    <a:srgbClr val="DC2B19"/>
                  </a:solidFill>
                  <a:ln>
                    <a:noFill/>
                  </a:ln>
                </p:spPr>
                <p:txBody>
                  <a:bodyPr/>
                  <a:lstStyle/>
                  <a:p>
                    <a:pPr>
                      <a:defRPr/>
                    </a:pPr>
                    <a:endParaRPr lang="en-US" sz="1050">
                      <a:latin typeface="+mj-lt"/>
                    </a:endParaRPr>
                  </a:p>
                </p:txBody>
              </p:sp>
              <p:sp>
                <p:nvSpPr>
                  <p:cNvPr id="41783" name="Freeform 38">
                    <a:extLst>
                      <a:ext uri="{FF2B5EF4-FFF2-40B4-BE49-F238E27FC236}">
                        <a16:creationId xmlns="" xmlns:a16="http://schemas.microsoft.com/office/drawing/2014/main" id="{CC19D369-3475-EAF3-A2B5-FA184A093291}"/>
                      </a:ext>
                    </a:extLst>
                  </p:cNvPr>
                  <p:cNvSpPr>
                    <a:spLocks/>
                  </p:cNvSpPr>
                  <p:nvPr/>
                </p:nvSpPr>
                <p:spPr bwMode="auto">
                  <a:xfrm>
                    <a:off x="2025" y="2517"/>
                    <a:ext cx="90" cy="85"/>
                  </a:xfrm>
                  <a:custGeom>
                    <a:avLst/>
                    <a:gdLst>
                      <a:gd name="T0" fmla="*/ 0 w 521"/>
                      <a:gd name="T1" fmla="*/ 0 h 520"/>
                      <a:gd name="T2" fmla="*/ 0 w 521"/>
                      <a:gd name="T3" fmla="*/ 0 h 520"/>
                      <a:gd name="T4" fmla="*/ 0 w 521"/>
                      <a:gd name="T5" fmla="*/ 0 h 520"/>
                      <a:gd name="T6" fmla="*/ 0 w 521"/>
                      <a:gd name="T7" fmla="*/ 0 h 520"/>
                      <a:gd name="T8" fmla="*/ 0 w 521"/>
                      <a:gd name="T9" fmla="*/ 0 h 520"/>
                      <a:gd name="T10" fmla="*/ 0 w 521"/>
                      <a:gd name="T11" fmla="*/ 0 h 520"/>
                      <a:gd name="T12" fmla="*/ 0 w 521"/>
                      <a:gd name="T13" fmla="*/ 0 h 520"/>
                      <a:gd name="T14" fmla="*/ 0 w 521"/>
                      <a:gd name="T15" fmla="*/ 0 h 520"/>
                      <a:gd name="T16" fmla="*/ 0 w 521"/>
                      <a:gd name="T17" fmla="*/ 0 h 520"/>
                      <a:gd name="T18" fmla="*/ 0 w 521"/>
                      <a:gd name="T19" fmla="*/ 0 h 520"/>
                      <a:gd name="T20" fmla="*/ 0 w 521"/>
                      <a:gd name="T21" fmla="*/ 0 h 520"/>
                      <a:gd name="T22" fmla="*/ 0 w 521"/>
                      <a:gd name="T23" fmla="*/ 0 h 520"/>
                      <a:gd name="T24" fmla="*/ 0 w 521"/>
                      <a:gd name="T25" fmla="*/ 0 h 520"/>
                      <a:gd name="T26" fmla="*/ 0 w 521"/>
                      <a:gd name="T27" fmla="*/ 0 h 520"/>
                      <a:gd name="T28" fmla="*/ 0 w 521"/>
                      <a:gd name="T29" fmla="*/ 0 h 520"/>
                      <a:gd name="T30" fmla="*/ 0 w 521"/>
                      <a:gd name="T31" fmla="*/ 0 h 520"/>
                      <a:gd name="T32" fmla="*/ 0 w 521"/>
                      <a:gd name="T33" fmla="*/ 0 h 520"/>
                      <a:gd name="T34" fmla="*/ 0 w 521"/>
                      <a:gd name="T35" fmla="*/ 0 h 520"/>
                      <a:gd name="T36" fmla="*/ 0 w 521"/>
                      <a:gd name="T37" fmla="*/ 0 h 520"/>
                      <a:gd name="T38" fmla="*/ 0 w 521"/>
                      <a:gd name="T39" fmla="*/ 0 h 520"/>
                      <a:gd name="T40" fmla="*/ 0 w 521"/>
                      <a:gd name="T41" fmla="*/ 0 h 520"/>
                      <a:gd name="T42" fmla="*/ 0 w 521"/>
                      <a:gd name="T43" fmla="*/ 0 h 520"/>
                      <a:gd name="T44" fmla="*/ 0 w 521"/>
                      <a:gd name="T45" fmla="*/ 0 h 520"/>
                      <a:gd name="T46" fmla="*/ 0 w 521"/>
                      <a:gd name="T47" fmla="*/ 0 h 520"/>
                      <a:gd name="T48" fmla="*/ 0 w 521"/>
                      <a:gd name="T49" fmla="*/ 0 h 520"/>
                      <a:gd name="T50" fmla="*/ 0 w 521"/>
                      <a:gd name="T51" fmla="*/ 0 h 520"/>
                      <a:gd name="T52" fmla="*/ 0 w 521"/>
                      <a:gd name="T53" fmla="*/ 0 h 520"/>
                      <a:gd name="T54" fmla="*/ 0 w 521"/>
                      <a:gd name="T55" fmla="*/ 0 h 520"/>
                      <a:gd name="T56" fmla="*/ 0 w 521"/>
                      <a:gd name="T57" fmla="*/ 0 h 520"/>
                      <a:gd name="T58" fmla="*/ 0 w 521"/>
                      <a:gd name="T59" fmla="*/ 0 h 520"/>
                      <a:gd name="T60" fmla="*/ 0 w 521"/>
                      <a:gd name="T61" fmla="*/ 0 h 520"/>
                      <a:gd name="T62" fmla="*/ 0 w 521"/>
                      <a:gd name="T63" fmla="*/ 0 h 520"/>
                      <a:gd name="T64" fmla="*/ 0 w 521"/>
                      <a:gd name="T65" fmla="*/ 0 h 520"/>
                      <a:gd name="T66" fmla="*/ 0 w 521"/>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0"/>
                      <a:gd name="T104" fmla="*/ 521 w 521"/>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0">
                        <a:moveTo>
                          <a:pt x="521" y="520"/>
                        </a:moveTo>
                        <a:lnTo>
                          <a:pt x="521" y="520"/>
                        </a:lnTo>
                        <a:lnTo>
                          <a:pt x="520" y="494"/>
                        </a:lnTo>
                        <a:lnTo>
                          <a:pt x="517" y="467"/>
                        </a:lnTo>
                        <a:lnTo>
                          <a:pt x="514" y="441"/>
                        </a:lnTo>
                        <a:lnTo>
                          <a:pt x="509" y="416"/>
                        </a:lnTo>
                        <a:lnTo>
                          <a:pt x="503" y="390"/>
                        </a:lnTo>
                        <a:lnTo>
                          <a:pt x="497" y="365"/>
                        </a:lnTo>
                        <a:lnTo>
                          <a:pt x="489" y="342"/>
                        </a:lnTo>
                        <a:lnTo>
                          <a:pt x="479" y="317"/>
                        </a:lnTo>
                        <a:lnTo>
                          <a:pt x="468" y="295"/>
                        </a:lnTo>
                        <a:lnTo>
                          <a:pt x="456" y="272"/>
                        </a:lnTo>
                        <a:lnTo>
                          <a:pt x="445" y="250"/>
                        </a:lnTo>
                        <a:lnTo>
                          <a:pt x="431" y="230"/>
                        </a:lnTo>
                        <a:lnTo>
                          <a:pt x="416" y="209"/>
                        </a:lnTo>
                        <a:lnTo>
                          <a:pt x="401" y="189"/>
                        </a:lnTo>
                        <a:lnTo>
                          <a:pt x="385" y="171"/>
                        </a:lnTo>
                        <a:lnTo>
                          <a:pt x="368" y="153"/>
                        </a:lnTo>
                        <a:lnTo>
                          <a:pt x="350" y="136"/>
                        </a:lnTo>
                        <a:lnTo>
                          <a:pt x="330" y="118"/>
                        </a:lnTo>
                        <a:lnTo>
                          <a:pt x="311" y="103"/>
                        </a:lnTo>
                        <a:lnTo>
                          <a:pt x="291" y="88"/>
                        </a:lnTo>
                        <a:lnTo>
                          <a:pt x="269" y="76"/>
                        </a:lnTo>
                        <a:lnTo>
                          <a:pt x="248" y="63"/>
                        </a:lnTo>
                        <a:lnTo>
                          <a:pt x="225" y="51"/>
                        </a:lnTo>
                        <a:lnTo>
                          <a:pt x="202" y="41"/>
                        </a:lnTo>
                        <a:lnTo>
                          <a:pt x="178" y="32"/>
                        </a:lnTo>
                        <a:lnTo>
                          <a:pt x="154" y="23"/>
                        </a:lnTo>
                        <a:lnTo>
                          <a:pt x="129" y="17"/>
                        </a:lnTo>
                        <a:lnTo>
                          <a:pt x="105" y="10"/>
                        </a:lnTo>
                        <a:lnTo>
                          <a:pt x="79" y="6"/>
                        </a:lnTo>
                        <a:lnTo>
                          <a:pt x="52" y="3"/>
                        </a:lnTo>
                        <a:lnTo>
                          <a:pt x="27" y="1"/>
                        </a:lnTo>
                        <a:lnTo>
                          <a:pt x="0" y="0"/>
                        </a:lnTo>
                        <a:lnTo>
                          <a:pt x="0" y="164"/>
                        </a:lnTo>
                        <a:lnTo>
                          <a:pt x="18" y="164"/>
                        </a:lnTo>
                        <a:lnTo>
                          <a:pt x="36" y="165"/>
                        </a:lnTo>
                        <a:lnTo>
                          <a:pt x="54" y="169"/>
                        </a:lnTo>
                        <a:lnTo>
                          <a:pt x="72" y="171"/>
                        </a:lnTo>
                        <a:lnTo>
                          <a:pt x="89" y="175"/>
                        </a:lnTo>
                        <a:lnTo>
                          <a:pt x="106" y="180"/>
                        </a:lnTo>
                        <a:lnTo>
                          <a:pt x="122" y="186"/>
                        </a:lnTo>
                        <a:lnTo>
                          <a:pt x="138" y="192"/>
                        </a:lnTo>
                        <a:lnTo>
                          <a:pt x="154" y="200"/>
                        </a:lnTo>
                        <a:lnTo>
                          <a:pt x="169" y="207"/>
                        </a:lnTo>
                        <a:lnTo>
                          <a:pt x="184" y="216"/>
                        </a:lnTo>
                        <a:lnTo>
                          <a:pt x="199" y="225"/>
                        </a:lnTo>
                        <a:lnTo>
                          <a:pt x="213" y="235"/>
                        </a:lnTo>
                        <a:lnTo>
                          <a:pt x="227" y="246"/>
                        </a:lnTo>
                        <a:lnTo>
                          <a:pt x="239" y="256"/>
                        </a:lnTo>
                        <a:lnTo>
                          <a:pt x="251" y="269"/>
                        </a:lnTo>
                        <a:lnTo>
                          <a:pt x="263" y="281"/>
                        </a:lnTo>
                        <a:lnTo>
                          <a:pt x="275" y="294"/>
                        </a:lnTo>
                        <a:lnTo>
                          <a:pt x="285" y="308"/>
                        </a:lnTo>
                        <a:lnTo>
                          <a:pt x="295" y="322"/>
                        </a:lnTo>
                        <a:lnTo>
                          <a:pt x="305" y="335"/>
                        </a:lnTo>
                        <a:lnTo>
                          <a:pt x="313" y="350"/>
                        </a:lnTo>
                        <a:lnTo>
                          <a:pt x="321" y="366"/>
                        </a:lnTo>
                        <a:lnTo>
                          <a:pt x="328" y="381"/>
                        </a:lnTo>
                        <a:lnTo>
                          <a:pt x="335" y="397"/>
                        </a:lnTo>
                        <a:lnTo>
                          <a:pt x="340" y="415"/>
                        </a:lnTo>
                        <a:lnTo>
                          <a:pt x="344" y="432"/>
                        </a:lnTo>
                        <a:lnTo>
                          <a:pt x="348" y="449"/>
                        </a:lnTo>
                        <a:lnTo>
                          <a:pt x="352" y="466"/>
                        </a:lnTo>
                        <a:lnTo>
                          <a:pt x="354" y="483"/>
                        </a:lnTo>
                        <a:lnTo>
                          <a:pt x="356" y="501"/>
                        </a:lnTo>
                        <a:lnTo>
                          <a:pt x="356" y="520"/>
                        </a:lnTo>
                        <a:lnTo>
                          <a:pt x="521" y="520"/>
                        </a:lnTo>
                        <a:close/>
                      </a:path>
                    </a:pathLst>
                  </a:custGeom>
                  <a:solidFill>
                    <a:srgbClr val="EF2B2F"/>
                  </a:solidFill>
                  <a:ln>
                    <a:noFill/>
                  </a:ln>
                </p:spPr>
                <p:txBody>
                  <a:bodyPr/>
                  <a:lstStyle/>
                  <a:p>
                    <a:pPr>
                      <a:defRPr/>
                    </a:pPr>
                    <a:endParaRPr lang="en-US" sz="1050">
                      <a:latin typeface="+mj-lt"/>
                    </a:endParaRPr>
                  </a:p>
                </p:txBody>
              </p:sp>
              <p:sp>
                <p:nvSpPr>
                  <p:cNvPr id="41784" name="Freeform 39">
                    <a:extLst>
                      <a:ext uri="{FF2B5EF4-FFF2-40B4-BE49-F238E27FC236}">
                        <a16:creationId xmlns="" xmlns:a16="http://schemas.microsoft.com/office/drawing/2014/main" id="{7B727EF0-142A-A1FD-9A2F-3363EE2F5D41}"/>
                      </a:ext>
                    </a:extLst>
                  </p:cNvPr>
                  <p:cNvSpPr>
                    <a:spLocks/>
                  </p:cNvSpPr>
                  <p:nvPr/>
                </p:nvSpPr>
                <p:spPr bwMode="auto">
                  <a:xfrm>
                    <a:off x="2025" y="2602"/>
                    <a:ext cx="90" cy="85"/>
                  </a:xfrm>
                  <a:custGeom>
                    <a:avLst/>
                    <a:gdLst>
                      <a:gd name="T0" fmla="*/ 0 w 521"/>
                      <a:gd name="T1" fmla="*/ 0 h 520"/>
                      <a:gd name="T2" fmla="*/ 0 w 521"/>
                      <a:gd name="T3" fmla="*/ 0 h 520"/>
                      <a:gd name="T4" fmla="*/ 0 w 521"/>
                      <a:gd name="T5" fmla="*/ 0 h 520"/>
                      <a:gd name="T6" fmla="*/ 0 w 521"/>
                      <a:gd name="T7" fmla="*/ 0 h 520"/>
                      <a:gd name="T8" fmla="*/ 0 w 521"/>
                      <a:gd name="T9" fmla="*/ 0 h 520"/>
                      <a:gd name="T10" fmla="*/ 0 w 521"/>
                      <a:gd name="T11" fmla="*/ 0 h 520"/>
                      <a:gd name="T12" fmla="*/ 0 w 521"/>
                      <a:gd name="T13" fmla="*/ 0 h 520"/>
                      <a:gd name="T14" fmla="*/ 0 w 521"/>
                      <a:gd name="T15" fmla="*/ 0 h 520"/>
                      <a:gd name="T16" fmla="*/ 0 w 521"/>
                      <a:gd name="T17" fmla="*/ 0 h 520"/>
                      <a:gd name="T18" fmla="*/ 0 w 521"/>
                      <a:gd name="T19" fmla="*/ 0 h 520"/>
                      <a:gd name="T20" fmla="*/ 0 w 521"/>
                      <a:gd name="T21" fmla="*/ 0 h 520"/>
                      <a:gd name="T22" fmla="*/ 0 w 521"/>
                      <a:gd name="T23" fmla="*/ 0 h 520"/>
                      <a:gd name="T24" fmla="*/ 0 w 521"/>
                      <a:gd name="T25" fmla="*/ 0 h 520"/>
                      <a:gd name="T26" fmla="*/ 0 w 521"/>
                      <a:gd name="T27" fmla="*/ 0 h 520"/>
                      <a:gd name="T28" fmla="*/ 0 w 521"/>
                      <a:gd name="T29" fmla="*/ 0 h 520"/>
                      <a:gd name="T30" fmla="*/ 0 w 521"/>
                      <a:gd name="T31" fmla="*/ 0 h 520"/>
                      <a:gd name="T32" fmla="*/ 0 w 521"/>
                      <a:gd name="T33" fmla="*/ 0 h 520"/>
                      <a:gd name="T34" fmla="*/ 0 w 521"/>
                      <a:gd name="T35" fmla="*/ 0 h 520"/>
                      <a:gd name="T36" fmla="*/ 0 w 521"/>
                      <a:gd name="T37" fmla="*/ 0 h 520"/>
                      <a:gd name="T38" fmla="*/ 0 w 521"/>
                      <a:gd name="T39" fmla="*/ 0 h 520"/>
                      <a:gd name="T40" fmla="*/ 0 w 521"/>
                      <a:gd name="T41" fmla="*/ 0 h 520"/>
                      <a:gd name="T42" fmla="*/ 0 w 521"/>
                      <a:gd name="T43" fmla="*/ 0 h 520"/>
                      <a:gd name="T44" fmla="*/ 0 w 521"/>
                      <a:gd name="T45" fmla="*/ 0 h 520"/>
                      <a:gd name="T46" fmla="*/ 0 w 521"/>
                      <a:gd name="T47" fmla="*/ 0 h 520"/>
                      <a:gd name="T48" fmla="*/ 0 w 521"/>
                      <a:gd name="T49" fmla="*/ 0 h 520"/>
                      <a:gd name="T50" fmla="*/ 0 w 521"/>
                      <a:gd name="T51" fmla="*/ 0 h 520"/>
                      <a:gd name="T52" fmla="*/ 0 w 521"/>
                      <a:gd name="T53" fmla="*/ 0 h 520"/>
                      <a:gd name="T54" fmla="*/ 0 w 521"/>
                      <a:gd name="T55" fmla="*/ 0 h 520"/>
                      <a:gd name="T56" fmla="*/ 0 w 521"/>
                      <a:gd name="T57" fmla="*/ 0 h 520"/>
                      <a:gd name="T58" fmla="*/ 0 w 521"/>
                      <a:gd name="T59" fmla="*/ 0 h 520"/>
                      <a:gd name="T60" fmla="*/ 0 w 521"/>
                      <a:gd name="T61" fmla="*/ 0 h 520"/>
                      <a:gd name="T62" fmla="*/ 0 w 521"/>
                      <a:gd name="T63" fmla="*/ 0 h 520"/>
                      <a:gd name="T64" fmla="*/ 0 w 521"/>
                      <a:gd name="T65" fmla="*/ 0 h 520"/>
                      <a:gd name="T66" fmla="*/ 0 w 521"/>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0"/>
                      <a:gd name="T104" fmla="*/ 521 w 521"/>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0">
                        <a:moveTo>
                          <a:pt x="0" y="520"/>
                        </a:moveTo>
                        <a:lnTo>
                          <a:pt x="0" y="520"/>
                        </a:lnTo>
                        <a:lnTo>
                          <a:pt x="27" y="519"/>
                        </a:lnTo>
                        <a:lnTo>
                          <a:pt x="52" y="517"/>
                        </a:lnTo>
                        <a:lnTo>
                          <a:pt x="79" y="514"/>
                        </a:lnTo>
                        <a:lnTo>
                          <a:pt x="105" y="509"/>
                        </a:lnTo>
                        <a:lnTo>
                          <a:pt x="129" y="503"/>
                        </a:lnTo>
                        <a:lnTo>
                          <a:pt x="154" y="497"/>
                        </a:lnTo>
                        <a:lnTo>
                          <a:pt x="178" y="488"/>
                        </a:lnTo>
                        <a:lnTo>
                          <a:pt x="202" y="480"/>
                        </a:lnTo>
                        <a:lnTo>
                          <a:pt x="225" y="469"/>
                        </a:lnTo>
                        <a:lnTo>
                          <a:pt x="248" y="457"/>
                        </a:lnTo>
                        <a:lnTo>
                          <a:pt x="269" y="444"/>
                        </a:lnTo>
                        <a:lnTo>
                          <a:pt x="291" y="431"/>
                        </a:lnTo>
                        <a:lnTo>
                          <a:pt x="311" y="416"/>
                        </a:lnTo>
                        <a:lnTo>
                          <a:pt x="330" y="401"/>
                        </a:lnTo>
                        <a:lnTo>
                          <a:pt x="350" y="384"/>
                        </a:lnTo>
                        <a:lnTo>
                          <a:pt x="368" y="367"/>
                        </a:lnTo>
                        <a:lnTo>
                          <a:pt x="385" y="349"/>
                        </a:lnTo>
                        <a:lnTo>
                          <a:pt x="401" y="331"/>
                        </a:lnTo>
                        <a:lnTo>
                          <a:pt x="416" y="311"/>
                        </a:lnTo>
                        <a:lnTo>
                          <a:pt x="431" y="290"/>
                        </a:lnTo>
                        <a:lnTo>
                          <a:pt x="445" y="270"/>
                        </a:lnTo>
                        <a:lnTo>
                          <a:pt x="456" y="247"/>
                        </a:lnTo>
                        <a:lnTo>
                          <a:pt x="468" y="225"/>
                        </a:lnTo>
                        <a:lnTo>
                          <a:pt x="479" y="203"/>
                        </a:lnTo>
                        <a:lnTo>
                          <a:pt x="489" y="179"/>
                        </a:lnTo>
                        <a:lnTo>
                          <a:pt x="497" y="154"/>
                        </a:lnTo>
                        <a:lnTo>
                          <a:pt x="503" y="130"/>
                        </a:lnTo>
                        <a:lnTo>
                          <a:pt x="509" y="104"/>
                        </a:lnTo>
                        <a:lnTo>
                          <a:pt x="514" y="79"/>
                        </a:lnTo>
                        <a:lnTo>
                          <a:pt x="517" y="53"/>
                        </a:lnTo>
                        <a:lnTo>
                          <a:pt x="520" y="27"/>
                        </a:lnTo>
                        <a:lnTo>
                          <a:pt x="521" y="0"/>
                        </a:lnTo>
                        <a:lnTo>
                          <a:pt x="356" y="0"/>
                        </a:lnTo>
                        <a:lnTo>
                          <a:pt x="356" y="19"/>
                        </a:lnTo>
                        <a:lnTo>
                          <a:pt x="354" y="37"/>
                        </a:lnTo>
                        <a:lnTo>
                          <a:pt x="352" y="54"/>
                        </a:lnTo>
                        <a:lnTo>
                          <a:pt x="348" y="72"/>
                        </a:lnTo>
                        <a:lnTo>
                          <a:pt x="344" y="89"/>
                        </a:lnTo>
                        <a:lnTo>
                          <a:pt x="340" y="105"/>
                        </a:lnTo>
                        <a:lnTo>
                          <a:pt x="335" y="122"/>
                        </a:lnTo>
                        <a:lnTo>
                          <a:pt x="328" y="138"/>
                        </a:lnTo>
                        <a:lnTo>
                          <a:pt x="321" y="154"/>
                        </a:lnTo>
                        <a:lnTo>
                          <a:pt x="313" y="169"/>
                        </a:lnTo>
                        <a:lnTo>
                          <a:pt x="305" y="184"/>
                        </a:lnTo>
                        <a:lnTo>
                          <a:pt x="295" y="198"/>
                        </a:lnTo>
                        <a:lnTo>
                          <a:pt x="285" y="212"/>
                        </a:lnTo>
                        <a:lnTo>
                          <a:pt x="275" y="226"/>
                        </a:lnTo>
                        <a:lnTo>
                          <a:pt x="263" y="239"/>
                        </a:lnTo>
                        <a:lnTo>
                          <a:pt x="251" y="252"/>
                        </a:lnTo>
                        <a:lnTo>
                          <a:pt x="239" y="264"/>
                        </a:lnTo>
                        <a:lnTo>
                          <a:pt x="225" y="274"/>
                        </a:lnTo>
                        <a:lnTo>
                          <a:pt x="213" y="285"/>
                        </a:lnTo>
                        <a:lnTo>
                          <a:pt x="199" y="295"/>
                        </a:lnTo>
                        <a:lnTo>
                          <a:pt x="184" y="304"/>
                        </a:lnTo>
                        <a:lnTo>
                          <a:pt x="169" y="313"/>
                        </a:lnTo>
                        <a:lnTo>
                          <a:pt x="154" y="321"/>
                        </a:lnTo>
                        <a:lnTo>
                          <a:pt x="138" y="328"/>
                        </a:lnTo>
                        <a:lnTo>
                          <a:pt x="122" y="334"/>
                        </a:lnTo>
                        <a:lnTo>
                          <a:pt x="106" y="339"/>
                        </a:lnTo>
                        <a:lnTo>
                          <a:pt x="89" y="345"/>
                        </a:lnTo>
                        <a:lnTo>
                          <a:pt x="72" y="349"/>
                        </a:lnTo>
                        <a:lnTo>
                          <a:pt x="54" y="351"/>
                        </a:lnTo>
                        <a:lnTo>
                          <a:pt x="36" y="354"/>
                        </a:lnTo>
                        <a:lnTo>
                          <a:pt x="18" y="355"/>
                        </a:lnTo>
                        <a:lnTo>
                          <a:pt x="0" y="355"/>
                        </a:lnTo>
                        <a:lnTo>
                          <a:pt x="0" y="520"/>
                        </a:lnTo>
                        <a:close/>
                      </a:path>
                    </a:pathLst>
                  </a:custGeom>
                  <a:solidFill>
                    <a:srgbClr val="EF2B2F"/>
                  </a:solidFill>
                  <a:ln>
                    <a:noFill/>
                  </a:ln>
                </p:spPr>
                <p:txBody>
                  <a:bodyPr/>
                  <a:lstStyle/>
                  <a:p>
                    <a:pPr>
                      <a:defRPr/>
                    </a:pPr>
                    <a:endParaRPr lang="en-US" sz="1050">
                      <a:latin typeface="+mj-lt"/>
                    </a:endParaRPr>
                  </a:p>
                </p:txBody>
              </p:sp>
              <p:sp>
                <p:nvSpPr>
                  <p:cNvPr id="41785" name="Freeform 40">
                    <a:extLst>
                      <a:ext uri="{FF2B5EF4-FFF2-40B4-BE49-F238E27FC236}">
                        <a16:creationId xmlns="" xmlns:a16="http://schemas.microsoft.com/office/drawing/2014/main" id="{104F278C-D424-D77E-7BC7-AC021D2AE46F}"/>
                      </a:ext>
                    </a:extLst>
                  </p:cNvPr>
                  <p:cNvSpPr>
                    <a:spLocks/>
                  </p:cNvSpPr>
                  <p:nvPr/>
                </p:nvSpPr>
                <p:spPr bwMode="auto">
                  <a:xfrm>
                    <a:off x="1927" y="2602"/>
                    <a:ext cx="86" cy="85"/>
                  </a:xfrm>
                  <a:custGeom>
                    <a:avLst/>
                    <a:gdLst>
                      <a:gd name="T0" fmla="*/ 0 w 521"/>
                      <a:gd name="T1" fmla="*/ 0 h 520"/>
                      <a:gd name="T2" fmla="*/ 0 w 521"/>
                      <a:gd name="T3" fmla="*/ 0 h 520"/>
                      <a:gd name="T4" fmla="*/ 0 w 521"/>
                      <a:gd name="T5" fmla="*/ 0 h 520"/>
                      <a:gd name="T6" fmla="*/ 0 w 521"/>
                      <a:gd name="T7" fmla="*/ 0 h 520"/>
                      <a:gd name="T8" fmla="*/ 0 w 521"/>
                      <a:gd name="T9" fmla="*/ 0 h 520"/>
                      <a:gd name="T10" fmla="*/ 0 w 521"/>
                      <a:gd name="T11" fmla="*/ 0 h 520"/>
                      <a:gd name="T12" fmla="*/ 0 w 521"/>
                      <a:gd name="T13" fmla="*/ 0 h 520"/>
                      <a:gd name="T14" fmla="*/ 0 w 521"/>
                      <a:gd name="T15" fmla="*/ 0 h 520"/>
                      <a:gd name="T16" fmla="*/ 0 w 521"/>
                      <a:gd name="T17" fmla="*/ 0 h 520"/>
                      <a:gd name="T18" fmla="*/ 0 w 521"/>
                      <a:gd name="T19" fmla="*/ 0 h 520"/>
                      <a:gd name="T20" fmla="*/ 0 w 521"/>
                      <a:gd name="T21" fmla="*/ 0 h 520"/>
                      <a:gd name="T22" fmla="*/ 0 w 521"/>
                      <a:gd name="T23" fmla="*/ 0 h 520"/>
                      <a:gd name="T24" fmla="*/ 0 w 521"/>
                      <a:gd name="T25" fmla="*/ 0 h 520"/>
                      <a:gd name="T26" fmla="*/ 0 w 521"/>
                      <a:gd name="T27" fmla="*/ 0 h 520"/>
                      <a:gd name="T28" fmla="*/ 0 w 521"/>
                      <a:gd name="T29" fmla="*/ 0 h 520"/>
                      <a:gd name="T30" fmla="*/ 0 w 521"/>
                      <a:gd name="T31" fmla="*/ 0 h 520"/>
                      <a:gd name="T32" fmla="*/ 0 w 521"/>
                      <a:gd name="T33" fmla="*/ 0 h 520"/>
                      <a:gd name="T34" fmla="*/ 0 w 521"/>
                      <a:gd name="T35" fmla="*/ 0 h 520"/>
                      <a:gd name="T36" fmla="*/ 0 w 521"/>
                      <a:gd name="T37" fmla="*/ 0 h 520"/>
                      <a:gd name="T38" fmla="*/ 0 w 521"/>
                      <a:gd name="T39" fmla="*/ 0 h 520"/>
                      <a:gd name="T40" fmla="*/ 0 w 521"/>
                      <a:gd name="T41" fmla="*/ 0 h 520"/>
                      <a:gd name="T42" fmla="*/ 0 w 521"/>
                      <a:gd name="T43" fmla="*/ 0 h 520"/>
                      <a:gd name="T44" fmla="*/ 0 w 521"/>
                      <a:gd name="T45" fmla="*/ 0 h 520"/>
                      <a:gd name="T46" fmla="*/ 0 w 521"/>
                      <a:gd name="T47" fmla="*/ 0 h 520"/>
                      <a:gd name="T48" fmla="*/ 0 w 521"/>
                      <a:gd name="T49" fmla="*/ 0 h 520"/>
                      <a:gd name="T50" fmla="*/ 0 w 521"/>
                      <a:gd name="T51" fmla="*/ 0 h 520"/>
                      <a:gd name="T52" fmla="*/ 0 w 521"/>
                      <a:gd name="T53" fmla="*/ 0 h 520"/>
                      <a:gd name="T54" fmla="*/ 0 w 521"/>
                      <a:gd name="T55" fmla="*/ 0 h 520"/>
                      <a:gd name="T56" fmla="*/ 0 w 521"/>
                      <a:gd name="T57" fmla="*/ 0 h 520"/>
                      <a:gd name="T58" fmla="*/ 0 w 521"/>
                      <a:gd name="T59" fmla="*/ 0 h 520"/>
                      <a:gd name="T60" fmla="*/ 0 w 521"/>
                      <a:gd name="T61" fmla="*/ 0 h 520"/>
                      <a:gd name="T62" fmla="*/ 0 w 521"/>
                      <a:gd name="T63" fmla="*/ 0 h 520"/>
                      <a:gd name="T64" fmla="*/ 0 w 521"/>
                      <a:gd name="T65" fmla="*/ 0 h 520"/>
                      <a:gd name="T66" fmla="*/ 0 w 521"/>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0"/>
                      <a:gd name="T104" fmla="*/ 521 w 521"/>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0">
                        <a:moveTo>
                          <a:pt x="0" y="0"/>
                        </a:moveTo>
                        <a:lnTo>
                          <a:pt x="0" y="0"/>
                        </a:lnTo>
                        <a:lnTo>
                          <a:pt x="1" y="26"/>
                        </a:lnTo>
                        <a:lnTo>
                          <a:pt x="3" y="53"/>
                        </a:lnTo>
                        <a:lnTo>
                          <a:pt x="7" y="79"/>
                        </a:lnTo>
                        <a:lnTo>
                          <a:pt x="12" y="104"/>
                        </a:lnTo>
                        <a:lnTo>
                          <a:pt x="17" y="130"/>
                        </a:lnTo>
                        <a:lnTo>
                          <a:pt x="25" y="154"/>
                        </a:lnTo>
                        <a:lnTo>
                          <a:pt x="32" y="179"/>
                        </a:lnTo>
                        <a:lnTo>
                          <a:pt x="42" y="201"/>
                        </a:lnTo>
                        <a:lnTo>
                          <a:pt x="53" y="225"/>
                        </a:lnTo>
                        <a:lnTo>
                          <a:pt x="64" y="247"/>
                        </a:lnTo>
                        <a:lnTo>
                          <a:pt x="76" y="270"/>
                        </a:lnTo>
                        <a:lnTo>
                          <a:pt x="90" y="290"/>
                        </a:lnTo>
                        <a:lnTo>
                          <a:pt x="104" y="311"/>
                        </a:lnTo>
                        <a:lnTo>
                          <a:pt x="120" y="331"/>
                        </a:lnTo>
                        <a:lnTo>
                          <a:pt x="136" y="349"/>
                        </a:lnTo>
                        <a:lnTo>
                          <a:pt x="153" y="367"/>
                        </a:lnTo>
                        <a:lnTo>
                          <a:pt x="171" y="384"/>
                        </a:lnTo>
                        <a:lnTo>
                          <a:pt x="191" y="401"/>
                        </a:lnTo>
                        <a:lnTo>
                          <a:pt x="210" y="416"/>
                        </a:lnTo>
                        <a:lnTo>
                          <a:pt x="230" y="431"/>
                        </a:lnTo>
                        <a:lnTo>
                          <a:pt x="251" y="444"/>
                        </a:lnTo>
                        <a:lnTo>
                          <a:pt x="273" y="457"/>
                        </a:lnTo>
                        <a:lnTo>
                          <a:pt x="295" y="469"/>
                        </a:lnTo>
                        <a:lnTo>
                          <a:pt x="319" y="480"/>
                        </a:lnTo>
                        <a:lnTo>
                          <a:pt x="342" y="488"/>
                        </a:lnTo>
                        <a:lnTo>
                          <a:pt x="367" y="497"/>
                        </a:lnTo>
                        <a:lnTo>
                          <a:pt x="392" y="504"/>
                        </a:lnTo>
                        <a:lnTo>
                          <a:pt x="416" y="509"/>
                        </a:lnTo>
                        <a:lnTo>
                          <a:pt x="442" y="514"/>
                        </a:lnTo>
                        <a:lnTo>
                          <a:pt x="469" y="517"/>
                        </a:lnTo>
                        <a:lnTo>
                          <a:pt x="494" y="519"/>
                        </a:lnTo>
                        <a:lnTo>
                          <a:pt x="521" y="520"/>
                        </a:lnTo>
                        <a:lnTo>
                          <a:pt x="521" y="355"/>
                        </a:lnTo>
                        <a:lnTo>
                          <a:pt x="503" y="355"/>
                        </a:lnTo>
                        <a:lnTo>
                          <a:pt x="485" y="354"/>
                        </a:lnTo>
                        <a:lnTo>
                          <a:pt x="466" y="351"/>
                        </a:lnTo>
                        <a:lnTo>
                          <a:pt x="449" y="349"/>
                        </a:lnTo>
                        <a:lnTo>
                          <a:pt x="432" y="345"/>
                        </a:lnTo>
                        <a:lnTo>
                          <a:pt x="415" y="339"/>
                        </a:lnTo>
                        <a:lnTo>
                          <a:pt x="399" y="334"/>
                        </a:lnTo>
                        <a:lnTo>
                          <a:pt x="383" y="328"/>
                        </a:lnTo>
                        <a:lnTo>
                          <a:pt x="367" y="321"/>
                        </a:lnTo>
                        <a:lnTo>
                          <a:pt x="352" y="313"/>
                        </a:lnTo>
                        <a:lnTo>
                          <a:pt x="337" y="304"/>
                        </a:lnTo>
                        <a:lnTo>
                          <a:pt x="322" y="295"/>
                        </a:lnTo>
                        <a:lnTo>
                          <a:pt x="308" y="285"/>
                        </a:lnTo>
                        <a:lnTo>
                          <a:pt x="295" y="274"/>
                        </a:lnTo>
                        <a:lnTo>
                          <a:pt x="282" y="264"/>
                        </a:lnTo>
                        <a:lnTo>
                          <a:pt x="270" y="252"/>
                        </a:lnTo>
                        <a:lnTo>
                          <a:pt x="258" y="239"/>
                        </a:lnTo>
                        <a:lnTo>
                          <a:pt x="246" y="226"/>
                        </a:lnTo>
                        <a:lnTo>
                          <a:pt x="237" y="212"/>
                        </a:lnTo>
                        <a:lnTo>
                          <a:pt x="226" y="198"/>
                        </a:lnTo>
                        <a:lnTo>
                          <a:pt x="216" y="184"/>
                        </a:lnTo>
                        <a:lnTo>
                          <a:pt x="208" y="169"/>
                        </a:lnTo>
                        <a:lnTo>
                          <a:pt x="200" y="154"/>
                        </a:lnTo>
                        <a:lnTo>
                          <a:pt x="193" y="138"/>
                        </a:lnTo>
                        <a:lnTo>
                          <a:pt x="186" y="122"/>
                        </a:lnTo>
                        <a:lnTo>
                          <a:pt x="181" y="105"/>
                        </a:lnTo>
                        <a:lnTo>
                          <a:pt x="177" y="89"/>
                        </a:lnTo>
                        <a:lnTo>
                          <a:pt x="172" y="72"/>
                        </a:lnTo>
                        <a:lnTo>
                          <a:pt x="169" y="54"/>
                        </a:lnTo>
                        <a:lnTo>
                          <a:pt x="167" y="37"/>
                        </a:lnTo>
                        <a:lnTo>
                          <a:pt x="166" y="19"/>
                        </a:lnTo>
                        <a:lnTo>
                          <a:pt x="165" y="0"/>
                        </a:lnTo>
                        <a:lnTo>
                          <a:pt x="0" y="0"/>
                        </a:lnTo>
                        <a:close/>
                      </a:path>
                    </a:pathLst>
                  </a:custGeom>
                  <a:solidFill>
                    <a:srgbClr val="EF2B2F"/>
                  </a:solidFill>
                  <a:ln>
                    <a:noFill/>
                  </a:ln>
                </p:spPr>
                <p:txBody>
                  <a:bodyPr/>
                  <a:lstStyle/>
                  <a:p>
                    <a:pPr>
                      <a:defRPr/>
                    </a:pPr>
                    <a:endParaRPr lang="en-US" sz="1050">
                      <a:latin typeface="+mj-lt"/>
                    </a:endParaRPr>
                  </a:p>
                </p:txBody>
              </p:sp>
              <p:sp>
                <p:nvSpPr>
                  <p:cNvPr id="41786" name="Freeform 41">
                    <a:extLst>
                      <a:ext uri="{FF2B5EF4-FFF2-40B4-BE49-F238E27FC236}">
                        <a16:creationId xmlns="" xmlns:a16="http://schemas.microsoft.com/office/drawing/2014/main" id="{54894DBC-53B1-C46B-EFFD-E510107683E1}"/>
                      </a:ext>
                    </a:extLst>
                  </p:cNvPr>
                  <p:cNvSpPr>
                    <a:spLocks/>
                  </p:cNvSpPr>
                  <p:nvPr/>
                </p:nvSpPr>
                <p:spPr bwMode="auto">
                  <a:xfrm>
                    <a:off x="1927" y="2517"/>
                    <a:ext cx="86" cy="85"/>
                  </a:xfrm>
                  <a:custGeom>
                    <a:avLst/>
                    <a:gdLst>
                      <a:gd name="T0" fmla="*/ 0 w 521"/>
                      <a:gd name="T1" fmla="*/ 0 h 520"/>
                      <a:gd name="T2" fmla="*/ 0 w 521"/>
                      <a:gd name="T3" fmla="*/ 0 h 520"/>
                      <a:gd name="T4" fmla="*/ 0 w 521"/>
                      <a:gd name="T5" fmla="*/ 0 h 520"/>
                      <a:gd name="T6" fmla="*/ 0 w 521"/>
                      <a:gd name="T7" fmla="*/ 0 h 520"/>
                      <a:gd name="T8" fmla="*/ 0 w 521"/>
                      <a:gd name="T9" fmla="*/ 0 h 520"/>
                      <a:gd name="T10" fmla="*/ 0 w 521"/>
                      <a:gd name="T11" fmla="*/ 0 h 520"/>
                      <a:gd name="T12" fmla="*/ 0 w 521"/>
                      <a:gd name="T13" fmla="*/ 0 h 520"/>
                      <a:gd name="T14" fmla="*/ 0 w 521"/>
                      <a:gd name="T15" fmla="*/ 0 h 520"/>
                      <a:gd name="T16" fmla="*/ 0 w 521"/>
                      <a:gd name="T17" fmla="*/ 0 h 520"/>
                      <a:gd name="T18" fmla="*/ 0 w 521"/>
                      <a:gd name="T19" fmla="*/ 0 h 520"/>
                      <a:gd name="T20" fmla="*/ 0 w 521"/>
                      <a:gd name="T21" fmla="*/ 0 h 520"/>
                      <a:gd name="T22" fmla="*/ 0 w 521"/>
                      <a:gd name="T23" fmla="*/ 0 h 520"/>
                      <a:gd name="T24" fmla="*/ 0 w 521"/>
                      <a:gd name="T25" fmla="*/ 0 h 520"/>
                      <a:gd name="T26" fmla="*/ 0 w 521"/>
                      <a:gd name="T27" fmla="*/ 0 h 520"/>
                      <a:gd name="T28" fmla="*/ 0 w 521"/>
                      <a:gd name="T29" fmla="*/ 0 h 520"/>
                      <a:gd name="T30" fmla="*/ 0 w 521"/>
                      <a:gd name="T31" fmla="*/ 0 h 520"/>
                      <a:gd name="T32" fmla="*/ 0 w 521"/>
                      <a:gd name="T33" fmla="*/ 0 h 520"/>
                      <a:gd name="T34" fmla="*/ 0 w 521"/>
                      <a:gd name="T35" fmla="*/ 0 h 520"/>
                      <a:gd name="T36" fmla="*/ 0 w 521"/>
                      <a:gd name="T37" fmla="*/ 0 h 520"/>
                      <a:gd name="T38" fmla="*/ 0 w 521"/>
                      <a:gd name="T39" fmla="*/ 0 h 520"/>
                      <a:gd name="T40" fmla="*/ 0 w 521"/>
                      <a:gd name="T41" fmla="*/ 0 h 520"/>
                      <a:gd name="T42" fmla="*/ 0 w 521"/>
                      <a:gd name="T43" fmla="*/ 0 h 520"/>
                      <a:gd name="T44" fmla="*/ 0 w 521"/>
                      <a:gd name="T45" fmla="*/ 0 h 520"/>
                      <a:gd name="T46" fmla="*/ 0 w 521"/>
                      <a:gd name="T47" fmla="*/ 0 h 520"/>
                      <a:gd name="T48" fmla="*/ 0 w 521"/>
                      <a:gd name="T49" fmla="*/ 0 h 520"/>
                      <a:gd name="T50" fmla="*/ 0 w 521"/>
                      <a:gd name="T51" fmla="*/ 0 h 520"/>
                      <a:gd name="T52" fmla="*/ 0 w 521"/>
                      <a:gd name="T53" fmla="*/ 0 h 520"/>
                      <a:gd name="T54" fmla="*/ 0 w 521"/>
                      <a:gd name="T55" fmla="*/ 0 h 520"/>
                      <a:gd name="T56" fmla="*/ 0 w 521"/>
                      <a:gd name="T57" fmla="*/ 0 h 520"/>
                      <a:gd name="T58" fmla="*/ 0 w 521"/>
                      <a:gd name="T59" fmla="*/ 0 h 520"/>
                      <a:gd name="T60" fmla="*/ 0 w 521"/>
                      <a:gd name="T61" fmla="*/ 0 h 520"/>
                      <a:gd name="T62" fmla="*/ 0 w 521"/>
                      <a:gd name="T63" fmla="*/ 0 h 520"/>
                      <a:gd name="T64" fmla="*/ 0 w 521"/>
                      <a:gd name="T65" fmla="*/ 0 h 520"/>
                      <a:gd name="T66" fmla="*/ 0 w 521"/>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0"/>
                      <a:gd name="T104" fmla="*/ 521 w 521"/>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0">
                        <a:moveTo>
                          <a:pt x="521" y="0"/>
                        </a:moveTo>
                        <a:lnTo>
                          <a:pt x="521" y="0"/>
                        </a:lnTo>
                        <a:lnTo>
                          <a:pt x="494" y="1"/>
                        </a:lnTo>
                        <a:lnTo>
                          <a:pt x="469" y="3"/>
                        </a:lnTo>
                        <a:lnTo>
                          <a:pt x="442" y="6"/>
                        </a:lnTo>
                        <a:lnTo>
                          <a:pt x="416" y="10"/>
                        </a:lnTo>
                        <a:lnTo>
                          <a:pt x="392" y="17"/>
                        </a:lnTo>
                        <a:lnTo>
                          <a:pt x="367" y="23"/>
                        </a:lnTo>
                        <a:lnTo>
                          <a:pt x="342" y="32"/>
                        </a:lnTo>
                        <a:lnTo>
                          <a:pt x="319" y="41"/>
                        </a:lnTo>
                        <a:lnTo>
                          <a:pt x="295" y="51"/>
                        </a:lnTo>
                        <a:lnTo>
                          <a:pt x="273" y="63"/>
                        </a:lnTo>
                        <a:lnTo>
                          <a:pt x="251" y="76"/>
                        </a:lnTo>
                        <a:lnTo>
                          <a:pt x="230" y="88"/>
                        </a:lnTo>
                        <a:lnTo>
                          <a:pt x="210" y="103"/>
                        </a:lnTo>
                        <a:lnTo>
                          <a:pt x="191" y="118"/>
                        </a:lnTo>
                        <a:lnTo>
                          <a:pt x="171" y="136"/>
                        </a:lnTo>
                        <a:lnTo>
                          <a:pt x="153" y="153"/>
                        </a:lnTo>
                        <a:lnTo>
                          <a:pt x="136" y="171"/>
                        </a:lnTo>
                        <a:lnTo>
                          <a:pt x="120" y="189"/>
                        </a:lnTo>
                        <a:lnTo>
                          <a:pt x="104" y="209"/>
                        </a:lnTo>
                        <a:lnTo>
                          <a:pt x="90" y="230"/>
                        </a:lnTo>
                        <a:lnTo>
                          <a:pt x="76" y="250"/>
                        </a:lnTo>
                        <a:lnTo>
                          <a:pt x="64" y="272"/>
                        </a:lnTo>
                        <a:lnTo>
                          <a:pt x="53" y="295"/>
                        </a:lnTo>
                        <a:lnTo>
                          <a:pt x="42" y="318"/>
                        </a:lnTo>
                        <a:lnTo>
                          <a:pt x="32" y="342"/>
                        </a:lnTo>
                        <a:lnTo>
                          <a:pt x="25" y="365"/>
                        </a:lnTo>
                        <a:lnTo>
                          <a:pt x="17" y="390"/>
                        </a:lnTo>
                        <a:lnTo>
                          <a:pt x="12" y="416"/>
                        </a:lnTo>
                        <a:lnTo>
                          <a:pt x="7" y="441"/>
                        </a:lnTo>
                        <a:lnTo>
                          <a:pt x="3" y="467"/>
                        </a:lnTo>
                        <a:lnTo>
                          <a:pt x="1" y="494"/>
                        </a:lnTo>
                        <a:lnTo>
                          <a:pt x="0" y="520"/>
                        </a:lnTo>
                        <a:lnTo>
                          <a:pt x="165" y="520"/>
                        </a:lnTo>
                        <a:lnTo>
                          <a:pt x="166" y="501"/>
                        </a:lnTo>
                        <a:lnTo>
                          <a:pt x="167" y="483"/>
                        </a:lnTo>
                        <a:lnTo>
                          <a:pt x="169" y="466"/>
                        </a:lnTo>
                        <a:lnTo>
                          <a:pt x="172" y="449"/>
                        </a:lnTo>
                        <a:lnTo>
                          <a:pt x="177" y="431"/>
                        </a:lnTo>
                        <a:lnTo>
                          <a:pt x="181" y="415"/>
                        </a:lnTo>
                        <a:lnTo>
                          <a:pt x="186" y="397"/>
                        </a:lnTo>
                        <a:lnTo>
                          <a:pt x="193" y="381"/>
                        </a:lnTo>
                        <a:lnTo>
                          <a:pt x="200" y="366"/>
                        </a:lnTo>
                        <a:lnTo>
                          <a:pt x="208" y="350"/>
                        </a:lnTo>
                        <a:lnTo>
                          <a:pt x="216" y="335"/>
                        </a:lnTo>
                        <a:lnTo>
                          <a:pt x="226" y="322"/>
                        </a:lnTo>
                        <a:lnTo>
                          <a:pt x="237" y="308"/>
                        </a:lnTo>
                        <a:lnTo>
                          <a:pt x="246" y="294"/>
                        </a:lnTo>
                        <a:lnTo>
                          <a:pt x="258" y="281"/>
                        </a:lnTo>
                        <a:lnTo>
                          <a:pt x="270" y="269"/>
                        </a:lnTo>
                        <a:lnTo>
                          <a:pt x="282" y="256"/>
                        </a:lnTo>
                        <a:lnTo>
                          <a:pt x="295" y="246"/>
                        </a:lnTo>
                        <a:lnTo>
                          <a:pt x="308" y="235"/>
                        </a:lnTo>
                        <a:lnTo>
                          <a:pt x="322" y="225"/>
                        </a:lnTo>
                        <a:lnTo>
                          <a:pt x="337" y="216"/>
                        </a:lnTo>
                        <a:lnTo>
                          <a:pt x="352" y="207"/>
                        </a:lnTo>
                        <a:lnTo>
                          <a:pt x="367" y="200"/>
                        </a:lnTo>
                        <a:lnTo>
                          <a:pt x="383" y="192"/>
                        </a:lnTo>
                        <a:lnTo>
                          <a:pt x="399" y="186"/>
                        </a:lnTo>
                        <a:lnTo>
                          <a:pt x="415" y="180"/>
                        </a:lnTo>
                        <a:lnTo>
                          <a:pt x="432" y="175"/>
                        </a:lnTo>
                        <a:lnTo>
                          <a:pt x="449" y="171"/>
                        </a:lnTo>
                        <a:lnTo>
                          <a:pt x="466" y="169"/>
                        </a:lnTo>
                        <a:lnTo>
                          <a:pt x="485" y="165"/>
                        </a:lnTo>
                        <a:lnTo>
                          <a:pt x="503" y="164"/>
                        </a:lnTo>
                        <a:lnTo>
                          <a:pt x="521" y="164"/>
                        </a:lnTo>
                        <a:lnTo>
                          <a:pt x="521" y="0"/>
                        </a:lnTo>
                        <a:close/>
                      </a:path>
                    </a:pathLst>
                  </a:custGeom>
                  <a:solidFill>
                    <a:srgbClr val="EF2B2F"/>
                  </a:solidFill>
                  <a:ln>
                    <a:noFill/>
                  </a:ln>
                </p:spPr>
                <p:txBody>
                  <a:bodyPr/>
                  <a:lstStyle/>
                  <a:p>
                    <a:pPr>
                      <a:defRPr/>
                    </a:pPr>
                    <a:endParaRPr lang="en-US" sz="1050">
                      <a:latin typeface="+mj-lt"/>
                    </a:endParaRPr>
                  </a:p>
                </p:txBody>
              </p:sp>
              <p:sp>
                <p:nvSpPr>
                  <p:cNvPr id="41787" name="Freeform 42">
                    <a:extLst>
                      <a:ext uri="{FF2B5EF4-FFF2-40B4-BE49-F238E27FC236}">
                        <a16:creationId xmlns="" xmlns:a16="http://schemas.microsoft.com/office/drawing/2014/main" id="{2797FBEB-FE44-3D7C-7D25-647AC6D540F2}"/>
                      </a:ext>
                    </a:extLst>
                  </p:cNvPr>
                  <p:cNvSpPr>
                    <a:spLocks/>
                  </p:cNvSpPr>
                  <p:nvPr/>
                </p:nvSpPr>
                <p:spPr bwMode="auto">
                  <a:xfrm>
                    <a:off x="2720" y="1498"/>
                    <a:ext cx="90" cy="85"/>
                  </a:xfrm>
                  <a:custGeom>
                    <a:avLst/>
                    <a:gdLst>
                      <a:gd name="T0" fmla="*/ 0 w 521"/>
                      <a:gd name="T1" fmla="*/ 0 h 520"/>
                      <a:gd name="T2" fmla="*/ 0 w 521"/>
                      <a:gd name="T3" fmla="*/ 0 h 520"/>
                      <a:gd name="T4" fmla="*/ 0 w 521"/>
                      <a:gd name="T5" fmla="*/ 0 h 520"/>
                      <a:gd name="T6" fmla="*/ 0 w 521"/>
                      <a:gd name="T7" fmla="*/ 0 h 520"/>
                      <a:gd name="T8" fmla="*/ 0 w 521"/>
                      <a:gd name="T9" fmla="*/ 0 h 520"/>
                      <a:gd name="T10" fmla="*/ 0 w 521"/>
                      <a:gd name="T11" fmla="*/ 0 h 520"/>
                      <a:gd name="T12" fmla="*/ 0 w 521"/>
                      <a:gd name="T13" fmla="*/ 0 h 520"/>
                      <a:gd name="T14" fmla="*/ 0 w 521"/>
                      <a:gd name="T15" fmla="*/ 0 h 520"/>
                      <a:gd name="T16" fmla="*/ 0 w 521"/>
                      <a:gd name="T17" fmla="*/ 0 h 520"/>
                      <a:gd name="T18" fmla="*/ 0 w 521"/>
                      <a:gd name="T19" fmla="*/ 0 h 520"/>
                      <a:gd name="T20" fmla="*/ 0 w 521"/>
                      <a:gd name="T21" fmla="*/ 0 h 520"/>
                      <a:gd name="T22" fmla="*/ 0 w 521"/>
                      <a:gd name="T23" fmla="*/ 0 h 520"/>
                      <a:gd name="T24" fmla="*/ 0 w 521"/>
                      <a:gd name="T25" fmla="*/ 0 h 520"/>
                      <a:gd name="T26" fmla="*/ 0 w 521"/>
                      <a:gd name="T27" fmla="*/ 0 h 520"/>
                      <a:gd name="T28" fmla="*/ 0 w 521"/>
                      <a:gd name="T29" fmla="*/ 0 h 520"/>
                      <a:gd name="T30" fmla="*/ 0 w 521"/>
                      <a:gd name="T31" fmla="*/ 0 h 520"/>
                      <a:gd name="T32" fmla="*/ 0 w 521"/>
                      <a:gd name="T33" fmla="*/ 0 h 520"/>
                      <a:gd name="T34" fmla="*/ 0 w 521"/>
                      <a:gd name="T35" fmla="*/ 0 h 520"/>
                      <a:gd name="T36" fmla="*/ 0 w 521"/>
                      <a:gd name="T37" fmla="*/ 0 h 520"/>
                      <a:gd name="T38" fmla="*/ 0 w 521"/>
                      <a:gd name="T39" fmla="*/ 0 h 520"/>
                      <a:gd name="T40" fmla="*/ 0 w 521"/>
                      <a:gd name="T41" fmla="*/ 0 h 520"/>
                      <a:gd name="T42" fmla="*/ 0 w 521"/>
                      <a:gd name="T43" fmla="*/ 0 h 520"/>
                      <a:gd name="T44" fmla="*/ 0 w 521"/>
                      <a:gd name="T45" fmla="*/ 0 h 520"/>
                      <a:gd name="T46" fmla="*/ 0 w 521"/>
                      <a:gd name="T47" fmla="*/ 0 h 520"/>
                      <a:gd name="T48" fmla="*/ 0 w 521"/>
                      <a:gd name="T49" fmla="*/ 0 h 520"/>
                      <a:gd name="T50" fmla="*/ 0 w 521"/>
                      <a:gd name="T51" fmla="*/ 0 h 520"/>
                      <a:gd name="T52" fmla="*/ 0 w 521"/>
                      <a:gd name="T53" fmla="*/ 0 h 520"/>
                      <a:gd name="T54" fmla="*/ 0 w 521"/>
                      <a:gd name="T55" fmla="*/ 0 h 520"/>
                      <a:gd name="T56" fmla="*/ 0 w 521"/>
                      <a:gd name="T57" fmla="*/ 0 h 520"/>
                      <a:gd name="T58" fmla="*/ 0 w 521"/>
                      <a:gd name="T59" fmla="*/ 0 h 520"/>
                      <a:gd name="T60" fmla="*/ 0 w 521"/>
                      <a:gd name="T61" fmla="*/ 0 h 520"/>
                      <a:gd name="T62" fmla="*/ 0 w 521"/>
                      <a:gd name="T63" fmla="*/ 0 h 520"/>
                      <a:gd name="T64" fmla="*/ 0 w 521"/>
                      <a:gd name="T65" fmla="*/ 0 h 520"/>
                      <a:gd name="T66" fmla="*/ 0 w 521"/>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0"/>
                      <a:gd name="T104" fmla="*/ 521 w 521"/>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0">
                        <a:moveTo>
                          <a:pt x="521" y="520"/>
                        </a:moveTo>
                        <a:lnTo>
                          <a:pt x="521" y="520"/>
                        </a:lnTo>
                        <a:lnTo>
                          <a:pt x="520" y="494"/>
                        </a:lnTo>
                        <a:lnTo>
                          <a:pt x="518" y="468"/>
                        </a:lnTo>
                        <a:lnTo>
                          <a:pt x="514" y="441"/>
                        </a:lnTo>
                        <a:lnTo>
                          <a:pt x="509" y="416"/>
                        </a:lnTo>
                        <a:lnTo>
                          <a:pt x="504" y="391"/>
                        </a:lnTo>
                        <a:lnTo>
                          <a:pt x="496" y="366"/>
                        </a:lnTo>
                        <a:lnTo>
                          <a:pt x="489" y="342"/>
                        </a:lnTo>
                        <a:lnTo>
                          <a:pt x="479" y="318"/>
                        </a:lnTo>
                        <a:lnTo>
                          <a:pt x="468" y="295"/>
                        </a:lnTo>
                        <a:lnTo>
                          <a:pt x="457" y="272"/>
                        </a:lnTo>
                        <a:lnTo>
                          <a:pt x="445" y="251"/>
                        </a:lnTo>
                        <a:lnTo>
                          <a:pt x="431" y="229"/>
                        </a:lnTo>
                        <a:lnTo>
                          <a:pt x="416" y="209"/>
                        </a:lnTo>
                        <a:lnTo>
                          <a:pt x="401" y="190"/>
                        </a:lnTo>
                        <a:lnTo>
                          <a:pt x="385" y="171"/>
                        </a:lnTo>
                        <a:lnTo>
                          <a:pt x="368" y="152"/>
                        </a:lnTo>
                        <a:lnTo>
                          <a:pt x="350" y="135"/>
                        </a:lnTo>
                        <a:lnTo>
                          <a:pt x="331" y="119"/>
                        </a:lnTo>
                        <a:lnTo>
                          <a:pt x="311" y="104"/>
                        </a:lnTo>
                        <a:lnTo>
                          <a:pt x="291" y="89"/>
                        </a:lnTo>
                        <a:lnTo>
                          <a:pt x="270" y="75"/>
                        </a:lnTo>
                        <a:lnTo>
                          <a:pt x="248" y="64"/>
                        </a:lnTo>
                        <a:lnTo>
                          <a:pt x="226" y="52"/>
                        </a:lnTo>
                        <a:lnTo>
                          <a:pt x="202" y="41"/>
                        </a:lnTo>
                        <a:lnTo>
                          <a:pt x="179" y="32"/>
                        </a:lnTo>
                        <a:lnTo>
                          <a:pt x="154" y="23"/>
                        </a:lnTo>
                        <a:lnTo>
                          <a:pt x="130" y="17"/>
                        </a:lnTo>
                        <a:lnTo>
                          <a:pt x="105" y="11"/>
                        </a:lnTo>
                        <a:lnTo>
                          <a:pt x="79" y="6"/>
                        </a:lnTo>
                        <a:lnTo>
                          <a:pt x="53" y="3"/>
                        </a:lnTo>
                        <a:lnTo>
                          <a:pt x="27" y="1"/>
                        </a:lnTo>
                        <a:lnTo>
                          <a:pt x="0" y="0"/>
                        </a:lnTo>
                        <a:lnTo>
                          <a:pt x="0" y="164"/>
                        </a:lnTo>
                        <a:lnTo>
                          <a:pt x="18" y="165"/>
                        </a:lnTo>
                        <a:lnTo>
                          <a:pt x="37" y="166"/>
                        </a:lnTo>
                        <a:lnTo>
                          <a:pt x="55" y="168"/>
                        </a:lnTo>
                        <a:lnTo>
                          <a:pt x="72" y="172"/>
                        </a:lnTo>
                        <a:lnTo>
                          <a:pt x="89" y="176"/>
                        </a:lnTo>
                        <a:lnTo>
                          <a:pt x="106" y="180"/>
                        </a:lnTo>
                        <a:lnTo>
                          <a:pt x="122" y="186"/>
                        </a:lnTo>
                        <a:lnTo>
                          <a:pt x="138" y="192"/>
                        </a:lnTo>
                        <a:lnTo>
                          <a:pt x="154" y="200"/>
                        </a:lnTo>
                        <a:lnTo>
                          <a:pt x="169" y="207"/>
                        </a:lnTo>
                        <a:lnTo>
                          <a:pt x="184" y="216"/>
                        </a:lnTo>
                        <a:lnTo>
                          <a:pt x="199" y="225"/>
                        </a:lnTo>
                        <a:lnTo>
                          <a:pt x="213" y="235"/>
                        </a:lnTo>
                        <a:lnTo>
                          <a:pt x="226" y="245"/>
                        </a:lnTo>
                        <a:lnTo>
                          <a:pt x="239" y="257"/>
                        </a:lnTo>
                        <a:lnTo>
                          <a:pt x="251" y="269"/>
                        </a:lnTo>
                        <a:lnTo>
                          <a:pt x="263" y="282"/>
                        </a:lnTo>
                        <a:lnTo>
                          <a:pt x="275" y="295"/>
                        </a:lnTo>
                        <a:lnTo>
                          <a:pt x="286" y="308"/>
                        </a:lnTo>
                        <a:lnTo>
                          <a:pt x="295" y="321"/>
                        </a:lnTo>
                        <a:lnTo>
                          <a:pt x="305" y="336"/>
                        </a:lnTo>
                        <a:lnTo>
                          <a:pt x="313" y="351"/>
                        </a:lnTo>
                        <a:lnTo>
                          <a:pt x="321" y="366"/>
                        </a:lnTo>
                        <a:lnTo>
                          <a:pt x="328" y="382"/>
                        </a:lnTo>
                        <a:lnTo>
                          <a:pt x="334" y="398"/>
                        </a:lnTo>
                        <a:lnTo>
                          <a:pt x="340" y="414"/>
                        </a:lnTo>
                        <a:lnTo>
                          <a:pt x="344" y="432"/>
                        </a:lnTo>
                        <a:lnTo>
                          <a:pt x="349" y="449"/>
                        </a:lnTo>
                        <a:lnTo>
                          <a:pt x="352" y="466"/>
                        </a:lnTo>
                        <a:lnTo>
                          <a:pt x="354" y="484"/>
                        </a:lnTo>
                        <a:lnTo>
                          <a:pt x="355" y="502"/>
                        </a:lnTo>
                        <a:lnTo>
                          <a:pt x="356" y="520"/>
                        </a:lnTo>
                        <a:lnTo>
                          <a:pt x="521" y="520"/>
                        </a:lnTo>
                        <a:close/>
                      </a:path>
                    </a:pathLst>
                  </a:custGeom>
                  <a:solidFill>
                    <a:srgbClr val="EF2B2F"/>
                  </a:solidFill>
                  <a:ln>
                    <a:noFill/>
                  </a:ln>
                </p:spPr>
                <p:txBody>
                  <a:bodyPr/>
                  <a:lstStyle/>
                  <a:p>
                    <a:pPr>
                      <a:defRPr/>
                    </a:pPr>
                    <a:endParaRPr lang="en-US" sz="1050">
                      <a:latin typeface="+mj-lt"/>
                    </a:endParaRPr>
                  </a:p>
                </p:txBody>
              </p:sp>
              <p:sp>
                <p:nvSpPr>
                  <p:cNvPr id="41788" name="Freeform 43">
                    <a:extLst>
                      <a:ext uri="{FF2B5EF4-FFF2-40B4-BE49-F238E27FC236}">
                        <a16:creationId xmlns="" xmlns:a16="http://schemas.microsoft.com/office/drawing/2014/main" id="{DA9F9517-DDC8-6105-97C4-40B3E8EA6F1C}"/>
                      </a:ext>
                    </a:extLst>
                  </p:cNvPr>
                  <p:cNvSpPr>
                    <a:spLocks/>
                  </p:cNvSpPr>
                  <p:nvPr/>
                </p:nvSpPr>
                <p:spPr bwMode="auto">
                  <a:xfrm>
                    <a:off x="2720" y="1587"/>
                    <a:ext cx="90" cy="89"/>
                  </a:xfrm>
                  <a:custGeom>
                    <a:avLst/>
                    <a:gdLst>
                      <a:gd name="T0" fmla="*/ 0 w 521"/>
                      <a:gd name="T1" fmla="*/ 0 h 521"/>
                      <a:gd name="T2" fmla="*/ 0 w 521"/>
                      <a:gd name="T3" fmla="*/ 0 h 521"/>
                      <a:gd name="T4" fmla="*/ 0 w 521"/>
                      <a:gd name="T5" fmla="*/ 0 h 521"/>
                      <a:gd name="T6" fmla="*/ 0 w 521"/>
                      <a:gd name="T7" fmla="*/ 0 h 521"/>
                      <a:gd name="T8" fmla="*/ 0 w 521"/>
                      <a:gd name="T9" fmla="*/ 0 h 521"/>
                      <a:gd name="T10" fmla="*/ 0 w 521"/>
                      <a:gd name="T11" fmla="*/ 0 h 521"/>
                      <a:gd name="T12" fmla="*/ 0 w 521"/>
                      <a:gd name="T13" fmla="*/ 0 h 521"/>
                      <a:gd name="T14" fmla="*/ 0 w 521"/>
                      <a:gd name="T15" fmla="*/ 0 h 521"/>
                      <a:gd name="T16" fmla="*/ 0 w 521"/>
                      <a:gd name="T17" fmla="*/ 0 h 521"/>
                      <a:gd name="T18" fmla="*/ 0 w 521"/>
                      <a:gd name="T19" fmla="*/ 0 h 521"/>
                      <a:gd name="T20" fmla="*/ 0 w 521"/>
                      <a:gd name="T21" fmla="*/ 0 h 521"/>
                      <a:gd name="T22" fmla="*/ 0 w 521"/>
                      <a:gd name="T23" fmla="*/ 0 h 521"/>
                      <a:gd name="T24" fmla="*/ 0 w 521"/>
                      <a:gd name="T25" fmla="*/ 0 h 521"/>
                      <a:gd name="T26" fmla="*/ 0 w 521"/>
                      <a:gd name="T27" fmla="*/ 0 h 521"/>
                      <a:gd name="T28" fmla="*/ 0 w 521"/>
                      <a:gd name="T29" fmla="*/ 0 h 521"/>
                      <a:gd name="T30" fmla="*/ 0 w 521"/>
                      <a:gd name="T31" fmla="*/ 0 h 521"/>
                      <a:gd name="T32" fmla="*/ 0 w 521"/>
                      <a:gd name="T33" fmla="*/ 0 h 521"/>
                      <a:gd name="T34" fmla="*/ 0 w 521"/>
                      <a:gd name="T35" fmla="*/ 0 h 521"/>
                      <a:gd name="T36" fmla="*/ 0 w 521"/>
                      <a:gd name="T37" fmla="*/ 0 h 521"/>
                      <a:gd name="T38" fmla="*/ 0 w 521"/>
                      <a:gd name="T39" fmla="*/ 0 h 521"/>
                      <a:gd name="T40" fmla="*/ 0 w 521"/>
                      <a:gd name="T41" fmla="*/ 0 h 521"/>
                      <a:gd name="T42" fmla="*/ 0 w 521"/>
                      <a:gd name="T43" fmla="*/ 0 h 521"/>
                      <a:gd name="T44" fmla="*/ 0 w 521"/>
                      <a:gd name="T45" fmla="*/ 0 h 521"/>
                      <a:gd name="T46" fmla="*/ 0 w 521"/>
                      <a:gd name="T47" fmla="*/ 0 h 521"/>
                      <a:gd name="T48" fmla="*/ 0 w 521"/>
                      <a:gd name="T49" fmla="*/ 0 h 521"/>
                      <a:gd name="T50" fmla="*/ 0 w 521"/>
                      <a:gd name="T51" fmla="*/ 0 h 521"/>
                      <a:gd name="T52" fmla="*/ 0 w 521"/>
                      <a:gd name="T53" fmla="*/ 0 h 521"/>
                      <a:gd name="T54" fmla="*/ 0 w 521"/>
                      <a:gd name="T55" fmla="*/ 0 h 521"/>
                      <a:gd name="T56" fmla="*/ 0 w 521"/>
                      <a:gd name="T57" fmla="*/ 0 h 521"/>
                      <a:gd name="T58" fmla="*/ 0 w 521"/>
                      <a:gd name="T59" fmla="*/ 0 h 521"/>
                      <a:gd name="T60" fmla="*/ 0 w 521"/>
                      <a:gd name="T61" fmla="*/ 0 h 521"/>
                      <a:gd name="T62" fmla="*/ 0 w 521"/>
                      <a:gd name="T63" fmla="*/ 0 h 521"/>
                      <a:gd name="T64" fmla="*/ 0 w 521"/>
                      <a:gd name="T65" fmla="*/ 0 h 521"/>
                      <a:gd name="T66" fmla="*/ 0 w 521"/>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1"/>
                      <a:gd name="T104" fmla="*/ 521 w 521"/>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1">
                        <a:moveTo>
                          <a:pt x="0" y="521"/>
                        </a:moveTo>
                        <a:lnTo>
                          <a:pt x="0" y="521"/>
                        </a:lnTo>
                        <a:lnTo>
                          <a:pt x="27" y="520"/>
                        </a:lnTo>
                        <a:lnTo>
                          <a:pt x="53" y="518"/>
                        </a:lnTo>
                        <a:lnTo>
                          <a:pt x="79" y="515"/>
                        </a:lnTo>
                        <a:lnTo>
                          <a:pt x="105" y="509"/>
                        </a:lnTo>
                        <a:lnTo>
                          <a:pt x="130" y="504"/>
                        </a:lnTo>
                        <a:lnTo>
                          <a:pt x="154" y="496"/>
                        </a:lnTo>
                        <a:lnTo>
                          <a:pt x="179" y="489"/>
                        </a:lnTo>
                        <a:lnTo>
                          <a:pt x="202" y="479"/>
                        </a:lnTo>
                        <a:lnTo>
                          <a:pt x="226" y="469"/>
                        </a:lnTo>
                        <a:lnTo>
                          <a:pt x="248" y="457"/>
                        </a:lnTo>
                        <a:lnTo>
                          <a:pt x="270" y="445"/>
                        </a:lnTo>
                        <a:lnTo>
                          <a:pt x="291" y="431"/>
                        </a:lnTo>
                        <a:lnTo>
                          <a:pt x="311" y="417"/>
                        </a:lnTo>
                        <a:lnTo>
                          <a:pt x="331" y="401"/>
                        </a:lnTo>
                        <a:lnTo>
                          <a:pt x="350" y="385"/>
                        </a:lnTo>
                        <a:lnTo>
                          <a:pt x="368" y="368"/>
                        </a:lnTo>
                        <a:lnTo>
                          <a:pt x="385" y="350"/>
                        </a:lnTo>
                        <a:lnTo>
                          <a:pt x="401" y="331"/>
                        </a:lnTo>
                        <a:lnTo>
                          <a:pt x="416" y="311"/>
                        </a:lnTo>
                        <a:lnTo>
                          <a:pt x="431" y="291"/>
                        </a:lnTo>
                        <a:lnTo>
                          <a:pt x="445" y="270"/>
                        </a:lnTo>
                        <a:lnTo>
                          <a:pt x="457" y="248"/>
                        </a:lnTo>
                        <a:lnTo>
                          <a:pt x="468" y="226"/>
                        </a:lnTo>
                        <a:lnTo>
                          <a:pt x="479" y="202"/>
                        </a:lnTo>
                        <a:lnTo>
                          <a:pt x="489" y="179"/>
                        </a:lnTo>
                        <a:lnTo>
                          <a:pt x="496" y="154"/>
                        </a:lnTo>
                        <a:lnTo>
                          <a:pt x="504" y="130"/>
                        </a:lnTo>
                        <a:lnTo>
                          <a:pt x="509" y="105"/>
                        </a:lnTo>
                        <a:lnTo>
                          <a:pt x="514" y="79"/>
                        </a:lnTo>
                        <a:lnTo>
                          <a:pt x="518" y="53"/>
                        </a:lnTo>
                        <a:lnTo>
                          <a:pt x="520" y="27"/>
                        </a:lnTo>
                        <a:lnTo>
                          <a:pt x="521" y="0"/>
                        </a:lnTo>
                        <a:lnTo>
                          <a:pt x="356" y="0"/>
                        </a:lnTo>
                        <a:lnTo>
                          <a:pt x="355" y="18"/>
                        </a:lnTo>
                        <a:lnTo>
                          <a:pt x="354" y="37"/>
                        </a:lnTo>
                        <a:lnTo>
                          <a:pt x="352" y="55"/>
                        </a:lnTo>
                        <a:lnTo>
                          <a:pt x="349" y="72"/>
                        </a:lnTo>
                        <a:lnTo>
                          <a:pt x="344" y="89"/>
                        </a:lnTo>
                        <a:lnTo>
                          <a:pt x="340" y="106"/>
                        </a:lnTo>
                        <a:lnTo>
                          <a:pt x="334" y="122"/>
                        </a:lnTo>
                        <a:lnTo>
                          <a:pt x="328" y="138"/>
                        </a:lnTo>
                        <a:lnTo>
                          <a:pt x="321" y="154"/>
                        </a:lnTo>
                        <a:lnTo>
                          <a:pt x="313" y="169"/>
                        </a:lnTo>
                        <a:lnTo>
                          <a:pt x="305" y="184"/>
                        </a:lnTo>
                        <a:lnTo>
                          <a:pt x="295" y="199"/>
                        </a:lnTo>
                        <a:lnTo>
                          <a:pt x="286" y="213"/>
                        </a:lnTo>
                        <a:lnTo>
                          <a:pt x="275" y="226"/>
                        </a:lnTo>
                        <a:lnTo>
                          <a:pt x="263" y="239"/>
                        </a:lnTo>
                        <a:lnTo>
                          <a:pt x="251" y="252"/>
                        </a:lnTo>
                        <a:lnTo>
                          <a:pt x="239" y="263"/>
                        </a:lnTo>
                        <a:lnTo>
                          <a:pt x="226" y="275"/>
                        </a:lnTo>
                        <a:lnTo>
                          <a:pt x="213" y="285"/>
                        </a:lnTo>
                        <a:lnTo>
                          <a:pt x="199" y="295"/>
                        </a:lnTo>
                        <a:lnTo>
                          <a:pt x="184" y="305"/>
                        </a:lnTo>
                        <a:lnTo>
                          <a:pt x="169" y="314"/>
                        </a:lnTo>
                        <a:lnTo>
                          <a:pt x="154" y="321"/>
                        </a:lnTo>
                        <a:lnTo>
                          <a:pt x="138" y="329"/>
                        </a:lnTo>
                        <a:lnTo>
                          <a:pt x="122" y="335"/>
                        </a:lnTo>
                        <a:lnTo>
                          <a:pt x="106" y="340"/>
                        </a:lnTo>
                        <a:lnTo>
                          <a:pt x="89" y="345"/>
                        </a:lnTo>
                        <a:lnTo>
                          <a:pt x="72" y="349"/>
                        </a:lnTo>
                        <a:lnTo>
                          <a:pt x="55" y="352"/>
                        </a:lnTo>
                        <a:lnTo>
                          <a:pt x="37" y="354"/>
                        </a:lnTo>
                        <a:lnTo>
                          <a:pt x="18" y="355"/>
                        </a:lnTo>
                        <a:lnTo>
                          <a:pt x="0" y="356"/>
                        </a:lnTo>
                        <a:lnTo>
                          <a:pt x="0" y="521"/>
                        </a:lnTo>
                        <a:close/>
                      </a:path>
                    </a:pathLst>
                  </a:custGeom>
                  <a:solidFill>
                    <a:srgbClr val="EF2B2F"/>
                  </a:solidFill>
                  <a:ln>
                    <a:noFill/>
                  </a:ln>
                </p:spPr>
                <p:txBody>
                  <a:bodyPr/>
                  <a:lstStyle/>
                  <a:p>
                    <a:pPr>
                      <a:defRPr/>
                    </a:pPr>
                    <a:endParaRPr lang="en-US" sz="1050">
                      <a:latin typeface="+mj-lt"/>
                    </a:endParaRPr>
                  </a:p>
                </p:txBody>
              </p:sp>
              <p:sp>
                <p:nvSpPr>
                  <p:cNvPr id="41789" name="Freeform 44">
                    <a:extLst>
                      <a:ext uri="{FF2B5EF4-FFF2-40B4-BE49-F238E27FC236}">
                        <a16:creationId xmlns="" xmlns:a16="http://schemas.microsoft.com/office/drawing/2014/main" id="{DD60313D-FC74-98EC-61CD-2EE12474B42B}"/>
                      </a:ext>
                    </a:extLst>
                  </p:cNvPr>
                  <p:cNvSpPr>
                    <a:spLocks/>
                  </p:cNvSpPr>
                  <p:nvPr/>
                </p:nvSpPr>
                <p:spPr bwMode="auto">
                  <a:xfrm>
                    <a:off x="2634" y="1587"/>
                    <a:ext cx="86" cy="89"/>
                  </a:xfrm>
                  <a:custGeom>
                    <a:avLst/>
                    <a:gdLst>
                      <a:gd name="T0" fmla="*/ 0 w 520"/>
                      <a:gd name="T1" fmla="*/ 0 h 521"/>
                      <a:gd name="T2" fmla="*/ 0 w 520"/>
                      <a:gd name="T3" fmla="*/ 0 h 521"/>
                      <a:gd name="T4" fmla="*/ 0 w 520"/>
                      <a:gd name="T5" fmla="*/ 0 h 521"/>
                      <a:gd name="T6" fmla="*/ 0 w 520"/>
                      <a:gd name="T7" fmla="*/ 0 h 521"/>
                      <a:gd name="T8" fmla="*/ 0 w 520"/>
                      <a:gd name="T9" fmla="*/ 0 h 521"/>
                      <a:gd name="T10" fmla="*/ 0 w 520"/>
                      <a:gd name="T11" fmla="*/ 0 h 521"/>
                      <a:gd name="T12" fmla="*/ 0 w 520"/>
                      <a:gd name="T13" fmla="*/ 0 h 521"/>
                      <a:gd name="T14" fmla="*/ 0 w 520"/>
                      <a:gd name="T15" fmla="*/ 0 h 521"/>
                      <a:gd name="T16" fmla="*/ 0 w 520"/>
                      <a:gd name="T17" fmla="*/ 0 h 521"/>
                      <a:gd name="T18" fmla="*/ 0 w 520"/>
                      <a:gd name="T19" fmla="*/ 0 h 521"/>
                      <a:gd name="T20" fmla="*/ 0 w 520"/>
                      <a:gd name="T21" fmla="*/ 0 h 521"/>
                      <a:gd name="T22" fmla="*/ 0 w 520"/>
                      <a:gd name="T23" fmla="*/ 0 h 521"/>
                      <a:gd name="T24" fmla="*/ 0 w 520"/>
                      <a:gd name="T25" fmla="*/ 0 h 521"/>
                      <a:gd name="T26" fmla="*/ 0 w 520"/>
                      <a:gd name="T27" fmla="*/ 0 h 521"/>
                      <a:gd name="T28" fmla="*/ 0 w 520"/>
                      <a:gd name="T29" fmla="*/ 0 h 521"/>
                      <a:gd name="T30" fmla="*/ 0 w 520"/>
                      <a:gd name="T31" fmla="*/ 0 h 521"/>
                      <a:gd name="T32" fmla="*/ 0 w 520"/>
                      <a:gd name="T33" fmla="*/ 0 h 521"/>
                      <a:gd name="T34" fmla="*/ 0 w 520"/>
                      <a:gd name="T35" fmla="*/ 0 h 521"/>
                      <a:gd name="T36" fmla="*/ 0 w 520"/>
                      <a:gd name="T37" fmla="*/ 0 h 521"/>
                      <a:gd name="T38" fmla="*/ 0 w 520"/>
                      <a:gd name="T39" fmla="*/ 0 h 521"/>
                      <a:gd name="T40" fmla="*/ 0 w 520"/>
                      <a:gd name="T41" fmla="*/ 0 h 521"/>
                      <a:gd name="T42" fmla="*/ 0 w 520"/>
                      <a:gd name="T43" fmla="*/ 0 h 521"/>
                      <a:gd name="T44" fmla="*/ 0 w 520"/>
                      <a:gd name="T45" fmla="*/ 0 h 521"/>
                      <a:gd name="T46" fmla="*/ 0 w 520"/>
                      <a:gd name="T47" fmla="*/ 0 h 521"/>
                      <a:gd name="T48" fmla="*/ 0 w 520"/>
                      <a:gd name="T49" fmla="*/ 0 h 521"/>
                      <a:gd name="T50" fmla="*/ 0 w 520"/>
                      <a:gd name="T51" fmla="*/ 0 h 521"/>
                      <a:gd name="T52" fmla="*/ 0 w 520"/>
                      <a:gd name="T53" fmla="*/ 0 h 521"/>
                      <a:gd name="T54" fmla="*/ 0 w 520"/>
                      <a:gd name="T55" fmla="*/ 0 h 521"/>
                      <a:gd name="T56" fmla="*/ 0 w 520"/>
                      <a:gd name="T57" fmla="*/ 0 h 521"/>
                      <a:gd name="T58" fmla="*/ 0 w 520"/>
                      <a:gd name="T59" fmla="*/ 0 h 521"/>
                      <a:gd name="T60" fmla="*/ 0 w 520"/>
                      <a:gd name="T61" fmla="*/ 0 h 521"/>
                      <a:gd name="T62" fmla="*/ 0 w 520"/>
                      <a:gd name="T63" fmla="*/ 0 h 521"/>
                      <a:gd name="T64" fmla="*/ 0 w 520"/>
                      <a:gd name="T65" fmla="*/ 0 h 521"/>
                      <a:gd name="T66" fmla="*/ 0 w 520"/>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1"/>
                      <a:gd name="T104" fmla="*/ 520 w 520"/>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1">
                        <a:moveTo>
                          <a:pt x="0" y="0"/>
                        </a:moveTo>
                        <a:lnTo>
                          <a:pt x="0" y="0"/>
                        </a:lnTo>
                        <a:lnTo>
                          <a:pt x="1" y="27"/>
                        </a:lnTo>
                        <a:lnTo>
                          <a:pt x="3" y="53"/>
                        </a:lnTo>
                        <a:lnTo>
                          <a:pt x="6" y="79"/>
                        </a:lnTo>
                        <a:lnTo>
                          <a:pt x="10" y="105"/>
                        </a:lnTo>
                        <a:lnTo>
                          <a:pt x="17" y="130"/>
                        </a:lnTo>
                        <a:lnTo>
                          <a:pt x="23" y="154"/>
                        </a:lnTo>
                        <a:lnTo>
                          <a:pt x="32" y="179"/>
                        </a:lnTo>
                        <a:lnTo>
                          <a:pt x="41" y="202"/>
                        </a:lnTo>
                        <a:lnTo>
                          <a:pt x="52" y="226"/>
                        </a:lnTo>
                        <a:lnTo>
                          <a:pt x="63" y="248"/>
                        </a:lnTo>
                        <a:lnTo>
                          <a:pt x="75" y="270"/>
                        </a:lnTo>
                        <a:lnTo>
                          <a:pt x="89" y="291"/>
                        </a:lnTo>
                        <a:lnTo>
                          <a:pt x="103" y="311"/>
                        </a:lnTo>
                        <a:lnTo>
                          <a:pt x="119" y="331"/>
                        </a:lnTo>
                        <a:lnTo>
                          <a:pt x="135" y="350"/>
                        </a:lnTo>
                        <a:lnTo>
                          <a:pt x="152" y="368"/>
                        </a:lnTo>
                        <a:lnTo>
                          <a:pt x="171" y="385"/>
                        </a:lnTo>
                        <a:lnTo>
                          <a:pt x="190" y="401"/>
                        </a:lnTo>
                        <a:lnTo>
                          <a:pt x="209" y="417"/>
                        </a:lnTo>
                        <a:lnTo>
                          <a:pt x="229" y="431"/>
                        </a:lnTo>
                        <a:lnTo>
                          <a:pt x="251" y="445"/>
                        </a:lnTo>
                        <a:lnTo>
                          <a:pt x="272" y="457"/>
                        </a:lnTo>
                        <a:lnTo>
                          <a:pt x="295" y="469"/>
                        </a:lnTo>
                        <a:lnTo>
                          <a:pt x="318" y="479"/>
                        </a:lnTo>
                        <a:lnTo>
                          <a:pt x="342" y="489"/>
                        </a:lnTo>
                        <a:lnTo>
                          <a:pt x="365" y="496"/>
                        </a:lnTo>
                        <a:lnTo>
                          <a:pt x="391" y="504"/>
                        </a:lnTo>
                        <a:lnTo>
                          <a:pt x="415" y="509"/>
                        </a:lnTo>
                        <a:lnTo>
                          <a:pt x="441" y="515"/>
                        </a:lnTo>
                        <a:lnTo>
                          <a:pt x="468" y="518"/>
                        </a:lnTo>
                        <a:lnTo>
                          <a:pt x="493" y="520"/>
                        </a:lnTo>
                        <a:lnTo>
                          <a:pt x="520" y="521"/>
                        </a:lnTo>
                        <a:lnTo>
                          <a:pt x="520" y="356"/>
                        </a:lnTo>
                        <a:lnTo>
                          <a:pt x="501" y="355"/>
                        </a:lnTo>
                        <a:lnTo>
                          <a:pt x="484" y="354"/>
                        </a:lnTo>
                        <a:lnTo>
                          <a:pt x="466" y="352"/>
                        </a:lnTo>
                        <a:lnTo>
                          <a:pt x="449" y="349"/>
                        </a:lnTo>
                        <a:lnTo>
                          <a:pt x="431" y="345"/>
                        </a:lnTo>
                        <a:lnTo>
                          <a:pt x="414" y="340"/>
                        </a:lnTo>
                        <a:lnTo>
                          <a:pt x="398" y="335"/>
                        </a:lnTo>
                        <a:lnTo>
                          <a:pt x="382" y="329"/>
                        </a:lnTo>
                        <a:lnTo>
                          <a:pt x="366" y="321"/>
                        </a:lnTo>
                        <a:lnTo>
                          <a:pt x="351" y="314"/>
                        </a:lnTo>
                        <a:lnTo>
                          <a:pt x="336" y="305"/>
                        </a:lnTo>
                        <a:lnTo>
                          <a:pt x="321" y="295"/>
                        </a:lnTo>
                        <a:lnTo>
                          <a:pt x="307" y="285"/>
                        </a:lnTo>
                        <a:lnTo>
                          <a:pt x="295" y="275"/>
                        </a:lnTo>
                        <a:lnTo>
                          <a:pt x="281" y="263"/>
                        </a:lnTo>
                        <a:lnTo>
                          <a:pt x="269" y="252"/>
                        </a:lnTo>
                        <a:lnTo>
                          <a:pt x="257" y="239"/>
                        </a:lnTo>
                        <a:lnTo>
                          <a:pt x="245" y="226"/>
                        </a:lnTo>
                        <a:lnTo>
                          <a:pt x="235" y="213"/>
                        </a:lnTo>
                        <a:lnTo>
                          <a:pt x="225" y="199"/>
                        </a:lnTo>
                        <a:lnTo>
                          <a:pt x="216" y="184"/>
                        </a:lnTo>
                        <a:lnTo>
                          <a:pt x="207" y="169"/>
                        </a:lnTo>
                        <a:lnTo>
                          <a:pt x="199" y="154"/>
                        </a:lnTo>
                        <a:lnTo>
                          <a:pt x="192" y="138"/>
                        </a:lnTo>
                        <a:lnTo>
                          <a:pt x="186" y="122"/>
                        </a:lnTo>
                        <a:lnTo>
                          <a:pt x="180" y="106"/>
                        </a:lnTo>
                        <a:lnTo>
                          <a:pt x="176" y="89"/>
                        </a:lnTo>
                        <a:lnTo>
                          <a:pt x="172" y="72"/>
                        </a:lnTo>
                        <a:lnTo>
                          <a:pt x="168" y="55"/>
                        </a:lnTo>
                        <a:lnTo>
                          <a:pt x="166" y="37"/>
                        </a:lnTo>
                        <a:lnTo>
                          <a:pt x="164" y="18"/>
                        </a:lnTo>
                        <a:lnTo>
                          <a:pt x="164" y="0"/>
                        </a:lnTo>
                        <a:lnTo>
                          <a:pt x="0" y="0"/>
                        </a:lnTo>
                        <a:close/>
                      </a:path>
                    </a:pathLst>
                  </a:custGeom>
                  <a:solidFill>
                    <a:srgbClr val="EF2B2F"/>
                  </a:solidFill>
                  <a:ln>
                    <a:noFill/>
                  </a:ln>
                </p:spPr>
                <p:txBody>
                  <a:bodyPr/>
                  <a:lstStyle/>
                  <a:p>
                    <a:pPr>
                      <a:defRPr/>
                    </a:pPr>
                    <a:endParaRPr lang="en-US" sz="1050">
                      <a:latin typeface="+mj-lt"/>
                    </a:endParaRPr>
                  </a:p>
                </p:txBody>
              </p:sp>
              <p:sp>
                <p:nvSpPr>
                  <p:cNvPr id="41790" name="Freeform 45">
                    <a:extLst>
                      <a:ext uri="{FF2B5EF4-FFF2-40B4-BE49-F238E27FC236}">
                        <a16:creationId xmlns="" xmlns:a16="http://schemas.microsoft.com/office/drawing/2014/main" id="{24B7F875-534B-AD0F-7E28-889B46884833}"/>
                      </a:ext>
                    </a:extLst>
                  </p:cNvPr>
                  <p:cNvSpPr>
                    <a:spLocks/>
                  </p:cNvSpPr>
                  <p:nvPr/>
                </p:nvSpPr>
                <p:spPr bwMode="auto">
                  <a:xfrm>
                    <a:off x="2634" y="1498"/>
                    <a:ext cx="86" cy="85"/>
                  </a:xfrm>
                  <a:custGeom>
                    <a:avLst/>
                    <a:gdLst>
                      <a:gd name="T0" fmla="*/ 0 w 520"/>
                      <a:gd name="T1" fmla="*/ 0 h 520"/>
                      <a:gd name="T2" fmla="*/ 0 w 520"/>
                      <a:gd name="T3" fmla="*/ 0 h 520"/>
                      <a:gd name="T4" fmla="*/ 0 w 520"/>
                      <a:gd name="T5" fmla="*/ 0 h 520"/>
                      <a:gd name="T6" fmla="*/ 0 w 520"/>
                      <a:gd name="T7" fmla="*/ 0 h 520"/>
                      <a:gd name="T8" fmla="*/ 0 w 520"/>
                      <a:gd name="T9" fmla="*/ 0 h 520"/>
                      <a:gd name="T10" fmla="*/ 0 w 520"/>
                      <a:gd name="T11" fmla="*/ 0 h 520"/>
                      <a:gd name="T12" fmla="*/ 0 w 520"/>
                      <a:gd name="T13" fmla="*/ 0 h 520"/>
                      <a:gd name="T14" fmla="*/ 0 w 520"/>
                      <a:gd name="T15" fmla="*/ 0 h 520"/>
                      <a:gd name="T16" fmla="*/ 0 w 520"/>
                      <a:gd name="T17" fmla="*/ 0 h 520"/>
                      <a:gd name="T18" fmla="*/ 0 w 520"/>
                      <a:gd name="T19" fmla="*/ 0 h 520"/>
                      <a:gd name="T20" fmla="*/ 0 w 520"/>
                      <a:gd name="T21" fmla="*/ 0 h 520"/>
                      <a:gd name="T22" fmla="*/ 0 w 520"/>
                      <a:gd name="T23" fmla="*/ 0 h 520"/>
                      <a:gd name="T24" fmla="*/ 0 w 520"/>
                      <a:gd name="T25" fmla="*/ 0 h 520"/>
                      <a:gd name="T26" fmla="*/ 0 w 520"/>
                      <a:gd name="T27" fmla="*/ 0 h 520"/>
                      <a:gd name="T28" fmla="*/ 0 w 520"/>
                      <a:gd name="T29" fmla="*/ 0 h 520"/>
                      <a:gd name="T30" fmla="*/ 0 w 520"/>
                      <a:gd name="T31" fmla="*/ 0 h 520"/>
                      <a:gd name="T32" fmla="*/ 0 w 520"/>
                      <a:gd name="T33" fmla="*/ 0 h 520"/>
                      <a:gd name="T34" fmla="*/ 0 w 520"/>
                      <a:gd name="T35" fmla="*/ 0 h 520"/>
                      <a:gd name="T36" fmla="*/ 0 w 520"/>
                      <a:gd name="T37" fmla="*/ 0 h 520"/>
                      <a:gd name="T38" fmla="*/ 0 w 520"/>
                      <a:gd name="T39" fmla="*/ 0 h 520"/>
                      <a:gd name="T40" fmla="*/ 0 w 520"/>
                      <a:gd name="T41" fmla="*/ 0 h 520"/>
                      <a:gd name="T42" fmla="*/ 0 w 520"/>
                      <a:gd name="T43" fmla="*/ 0 h 520"/>
                      <a:gd name="T44" fmla="*/ 0 w 520"/>
                      <a:gd name="T45" fmla="*/ 0 h 520"/>
                      <a:gd name="T46" fmla="*/ 0 w 520"/>
                      <a:gd name="T47" fmla="*/ 0 h 520"/>
                      <a:gd name="T48" fmla="*/ 0 w 520"/>
                      <a:gd name="T49" fmla="*/ 0 h 520"/>
                      <a:gd name="T50" fmla="*/ 0 w 520"/>
                      <a:gd name="T51" fmla="*/ 0 h 520"/>
                      <a:gd name="T52" fmla="*/ 0 w 520"/>
                      <a:gd name="T53" fmla="*/ 0 h 520"/>
                      <a:gd name="T54" fmla="*/ 0 w 520"/>
                      <a:gd name="T55" fmla="*/ 0 h 520"/>
                      <a:gd name="T56" fmla="*/ 0 w 520"/>
                      <a:gd name="T57" fmla="*/ 0 h 520"/>
                      <a:gd name="T58" fmla="*/ 0 w 520"/>
                      <a:gd name="T59" fmla="*/ 0 h 520"/>
                      <a:gd name="T60" fmla="*/ 0 w 520"/>
                      <a:gd name="T61" fmla="*/ 0 h 520"/>
                      <a:gd name="T62" fmla="*/ 0 w 520"/>
                      <a:gd name="T63" fmla="*/ 0 h 520"/>
                      <a:gd name="T64" fmla="*/ 0 w 520"/>
                      <a:gd name="T65" fmla="*/ 0 h 520"/>
                      <a:gd name="T66" fmla="*/ 0 w 520"/>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0"/>
                      <a:gd name="T104" fmla="*/ 520 w 520"/>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0">
                        <a:moveTo>
                          <a:pt x="520" y="0"/>
                        </a:moveTo>
                        <a:lnTo>
                          <a:pt x="520" y="0"/>
                        </a:lnTo>
                        <a:lnTo>
                          <a:pt x="493" y="1"/>
                        </a:lnTo>
                        <a:lnTo>
                          <a:pt x="468" y="3"/>
                        </a:lnTo>
                        <a:lnTo>
                          <a:pt x="441" y="6"/>
                        </a:lnTo>
                        <a:lnTo>
                          <a:pt x="415" y="11"/>
                        </a:lnTo>
                        <a:lnTo>
                          <a:pt x="390" y="17"/>
                        </a:lnTo>
                        <a:lnTo>
                          <a:pt x="365" y="23"/>
                        </a:lnTo>
                        <a:lnTo>
                          <a:pt x="342" y="32"/>
                        </a:lnTo>
                        <a:lnTo>
                          <a:pt x="318" y="41"/>
                        </a:lnTo>
                        <a:lnTo>
                          <a:pt x="295" y="52"/>
                        </a:lnTo>
                        <a:lnTo>
                          <a:pt x="272" y="64"/>
                        </a:lnTo>
                        <a:lnTo>
                          <a:pt x="251" y="75"/>
                        </a:lnTo>
                        <a:lnTo>
                          <a:pt x="229" y="89"/>
                        </a:lnTo>
                        <a:lnTo>
                          <a:pt x="209" y="104"/>
                        </a:lnTo>
                        <a:lnTo>
                          <a:pt x="190" y="119"/>
                        </a:lnTo>
                        <a:lnTo>
                          <a:pt x="171" y="135"/>
                        </a:lnTo>
                        <a:lnTo>
                          <a:pt x="152" y="152"/>
                        </a:lnTo>
                        <a:lnTo>
                          <a:pt x="135" y="171"/>
                        </a:lnTo>
                        <a:lnTo>
                          <a:pt x="119" y="190"/>
                        </a:lnTo>
                        <a:lnTo>
                          <a:pt x="103" y="209"/>
                        </a:lnTo>
                        <a:lnTo>
                          <a:pt x="89" y="229"/>
                        </a:lnTo>
                        <a:lnTo>
                          <a:pt x="75" y="251"/>
                        </a:lnTo>
                        <a:lnTo>
                          <a:pt x="63" y="272"/>
                        </a:lnTo>
                        <a:lnTo>
                          <a:pt x="52" y="295"/>
                        </a:lnTo>
                        <a:lnTo>
                          <a:pt x="41" y="318"/>
                        </a:lnTo>
                        <a:lnTo>
                          <a:pt x="32" y="342"/>
                        </a:lnTo>
                        <a:lnTo>
                          <a:pt x="23" y="366"/>
                        </a:lnTo>
                        <a:lnTo>
                          <a:pt x="17" y="391"/>
                        </a:lnTo>
                        <a:lnTo>
                          <a:pt x="10" y="416"/>
                        </a:lnTo>
                        <a:lnTo>
                          <a:pt x="6" y="441"/>
                        </a:lnTo>
                        <a:lnTo>
                          <a:pt x="3" y="468"/>
                        </a:lnTo>
                        <a:lnTo>
                          <a:pt x="1" y="494"/>
                        </a:lnTo>
                        <a:lnTo>
                          <a:pt x="0" y="520"/>
                        </a:lnTo>
                        <a:lnTo>
                          <a:pt x="164" y="520"/>
                        </a:lnTo>
                        <a:lnTo>
                          <a:pt x="164" y="502"/>
                        </a:lnTo>
                        <a:lnTo>
                          <a:pt x="166" y="484"/>
                        </a:lnTo>
                        <a:lnTo>
                          <a:pt x="168" y="466"/>
                        </a:lnTo>
                        <a:lnTo>
                          <a:pt x="172" y="449"/>
                        </a:lnTo>
                        <a:lnTo>
                          <a:pt x="175" y="432"/>
                        </a:lnTo>
                        <a:lnTo>
                          <a:pt x="180" y="414"/>
                        </a:lnTo>
                        <a:lnTo>
                          <a:pt x="186" y="398"/>
                        </a:lnTo>
                        <a:lnTo>
                          <a:pt x="192" y="382"/>
                        </a:lnTo>
                        <a:lnTo>
                          <a:pt x="199" y="366"/>
                        </a:lnTo>
                        <a:lnTo>
                          <a:pt x="207" y="351"/>
                        </a:lnTo>
                        <a:lnTo>
                          <a:pt x="216" y="336"/>
                        </a:lnTo>
                        <a:lnTo>
                          <a:pt x="225" y="321"/>
                        </a:lnTo>
                        <a:lnTo>
                          <a:pt x="235" y="308"/>
                        </a:lnTo>
                        <a:lnTo>
                          <a:pt x="245" y="295"/>
                        </a:lnTo>
                        <a:lnTo>
                          <a:pt x="257" y="282"/>
                        </a:lnTo>
                        <a:lnTo>
                          <a:pt x="269" y="269"/>
                        </a:lnTo>
                        <a:lnTo>
                          <a:pt x="281" y="257"/>
                        </a:lnTo>
                        <a:lnTo>
                          <a:pt x="295" y="245"/>
                        </a:lnTo>
                        <a:lnTo>
                          <a:pt x="307" y="235"/>
                        </a:lnTo>
                        <a:lnTo>
                          <a:pt x="321" y="225"/>
                        </a:lnTo>
                        <a:lnTo>
                          <a:pt x="336" y="216"/>
                        </a:lnTo>
                        <a:lnTo>
                          <a:pt x="351" y="207"/>
                        </a:lnTo>
                        <a:lnTo>
                          <a:pt x="366" y="200"/>
                        </a:lnTo>
                        <a:lnTo>
                          <a:pt x="382" y="192"/>
                        </a:lnTo>
                        <a:lnTo>
                          <a:pt x="398" y="186"/>
                        </a:lnTo>
                        <a:lnTo>
                          <a:pt x="414" y="180"/>
                        </a:lnTo>
                        <a:lnTo>
                          <a:pt x="431" y="176"/>
                        </a:lnTo>
                        <a:lnTo>
                          <a:pt x="449" y="172"/>
                        </a:lnTo>
                        <a:lnTo>
                          <a:pt x="466" y="168"/>
                        </a:lnTo>
                        <a:lnTo>
                          <a:pt x="484" y="166"/>
                        </a:lnTo>
                        <a:lnTo>
                          <a:pt x="502" y="165"/>
                        </a:lnTo>
                        <a:lnTo>
                          <a:pt x="520" y="164"/>
                        </a:lnTo>
                        <a:lnTo>
                          <a:pt x="520" y="0"/>
                        </a:lnTo>
                        <a:close/>
                      </a:path>
                    </a:pathLst>
                  </a:custGeom>
                  <a:solidFill>
                    <a:srgbClr val="EF2B2F"/>
                  </a:solidFill>
                  <a:ln>
                    <a:noFill/>
                  </a:ln>
                </p:spPr>
                <p:txBody>
                  <a:bodyPr/>
                  <a:lstStyle/>
                  <a:p>
                    <a:pPr>
                      <a:defRPr/>
                    </a:pPr>
                    <a:endParaRPr lang="en-US" sz="1050">
                      <a:latin typeface="+mj-lt"/>
                    </a:endParaRPr>
                  </a:p>
                </p:txBody>
              </p:sp>
              <p:sp>
                <p:nvSpPr>
                  <p:cNvPr id="41791" name="Freeform 46">
                    <a:extLst>
                      <a:ext uri="{FF2B5EF4-FFF2-40B4-BE49-F238E27FC236}">
                        <a16:creationId xmlns="" xmlns:a16="http://schemas.microsoft.com/office/drawing/2014/main" id="{2AE8A3F1-4908-B46A-9187-F70480CEFA5F}"/>
                      </a:ext>
                    </a:extLst>
                  </p:cNvPr>
                  <p:cNvSpPr>
                    <a:spLocks/>
                  </p:cNvSpPr>
                  <p:nvPr/>
                </p:nvSpPr>
                <p:spPr bwMode="auto">
                  <a:xfrm>
                    <a:off x="2763" y="1650"/>
                    <a:ext cx="79" cy="89"/>
                  </a:xfrm>
                  <a:custGeom>
                    <a:avLst/>
                    <a:gdLst>
                      <a:gd name="T0" fmla="*/ 0 w 520"/>
                      <a:gd name="T1" fmla="*/ 0 h 520"/>
                      <a:gd name="T2" fmla="*/ 0 w 520"/>
                      <a:gd name="T3" fmla="*/ 0 h 520"/>
                      <a:gd name="T4" fmla="*/ 0 w 520"/>
                      <a:gd name="T5" fmla="*/ 0 h 520"/>
                      <a:gd name="T6" fmla="*/ 0 w 520"/>
                      <a:gd name="T7" fmla="*/ 0 h 520"/>
                      <a:gd name="T8" fmla="*/ 0 w 520"/>
                      <a:gd name="T9" fmla="*/ 0 h 520"/>
                      <a:gd name="T10" fmla="*/ 0 w 520"/>
                      <a:gd name="T11" fmla="*/ 0 h 520"/>
                      <a:gd name="T12" fmla="*/ 0 w 520"/>
                      <a:gd name="T13" fmla="*/ 0 h 520"/>
                      <a:gd name="T14" fmla="*/ 0 w 520"/>
                      <a:gd name="T15" fmla="*/ 0 h 520"/>
                      <a:gd name="T16" fmla="*/ 0 w 520"/>
                      <a:gd name="T17" fmla="*/ 0 h 520"/>
                      <a:gd name="T18" fmla="*/ 0 w 520"/>
                      <a:gd name="T19" fmla="*/ 0 h 520"/>
                      <a:gd name="T20" fmla="*/ 0 w 520"/>
                      <a:gd name="T21" fmla="*/ 0 h 520"/>
                      <a:gd name="T22" fmla="*/ 0 w 520"/>
                      <a:gd name="T23" fmla="*/ 0 h 520"/>
                      <a:gd name="T24" fmla="*/ 0 w 520"/>
                      <a:gd name="T25" fmla="*/ 0 h 520"/>
                      <a:gd name="T26" fmla="*/ 0 w 520"/>
                      <a:gd name="T27" fmla="*/ 0 h 520"/>
                      <a:gd name="T28" fmla="*/ 0 w 520"/>
                      <a:gd name="T29" fmla="*/ 0 h 520"/>
                      <a:gd name="T30" fmla="*/ 0 w 520"/>
                      <a:gd name="T31" fmla="*/ 0 h 520"/>
                      <a:gd name="T32" fmla="*/ 0 w 520"/>
                      <a:gd name="T33" fmla="*/ 0 h 520"/>
                      <a:gd name="T34" fmla="*/ 0 w 520"/>
                      <a:gd name="T35" fmla="*/ 0 h 520"/>
                      <a:gd name="T36" fmla="*/ 0 w 520"/>
                      <a:gd name="T37" fmla="*/ 0 h 520"/>
                      <a:gd name="T38" fmla="*/ 0 w 520"/>
                      <a:gd name="T39" fmla="*/ 0 h 520"/>
                      <a:gd name="T40" fmla="*/ 0 w 520"/>
                      <a:gd name="T41" fmla="*/ 0 h 520"/>
                      <a:gd name="T42" fmla="*/ 0 w 520"/>
                      <a:gd name="T43" fmla="*/ 0 h 520"/>
                      <a:gd name="T44" fmla="*/ 0 w 520"/>
                      <a:gd name="T45" fmla="*/ 0 h 520"/>
                      <a:gd name="T46" fmla="*/ 0 w 520"/>
                      <a:gd name="T47" fmla="*/ 0 h 520"/>
                      <a:gd name="T48" fmla="*/ 0 w 520"/>
                      <a:gd name="T49" fmla="*/ 0 h 520"/>
                      <a:gd name="T50" fmla="*/ 0 w 520"/>
                      <a:gd name="T51" fmla="*/ 0 h 520"/>
                      <a:gd name="T52" fmla="*/ 0 w 520"/>
                      <a:gd name="T53" fmla="*/ 0 h 520"/>
                      <a:gd name="T54" fmla="*/ 0 w 520"/>
                      <a:gd name="T55" fmla="*/ 0 h 520"/>
                      <a:gd name="T56" fmla="*/ 0 w 520"/>
                      <a:gd name="T57" fmla="*/ 0 h 520"/>
                      <a:gd name="T58" fmla="*/ 0 w 520"/>
                      <a:gd name="T59" fmla="*/ 0 h 520"/>
                      <a:gd name="T60" fmla="*/ 0 w 520"/>
                      <a:gd name="T61" fmla="*/ 0 h 520"/>
                      <a:gd name="T62" fmla="*/ 0 w 520"/>
                      <a:gd name="T63" fmla="*/ 0 h 520"/>
                      <a:gd name="T64" fmla="*/ 0 w 520"/>
                      <a:gd name="T65" fmla="*/ 0 h 520"/>
                      <a:gd name="T66" fmla="*/ 0 w 520"/>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0"/>
                      <a:gd name="T104" fmla="*/ 520 w 520"/>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0">
                        <a:moveTo>
                          <a:pt x="520" y="520"/>
                        </a:moveTo>
                        <a:lnTo>
                          <a:pt x="520" y="520"/>
                        </a:lnTo>
                        <a:lnTo>
                          <a:pt x="520" y="493"/>
                        </a:lnTo>
                        <a:lnTo>
                          <a:pt x="518" y="468"/>
                        </a:lnTo>
                        <a:lnTo>
                          <a:pt x="514" y="442"/>
                        </a:lnTo>
                        <a:lnTo>
                          <a:pt x="509" y="415"/>
                        </a:lnTo>
                        <a:lnTo>
                          <a:pt x="504" y="391"/>
                        </a:lnTo>
                        <a:lnTo>
                          <a:pt x="496" y="366"/>
                        </a:lnTo>
                        <a:lnTo>
                          <a:pt x="489" y="341"/>
                        </a:lnTo>
                        <a:lnTo>
                          <a:pt x="479" y="318"/>
                        </a:lnTo>
                        <a:lnTo>
                          <a:pt x="468" y="295"/>
                        </a:lnTo>
                        <a:lnTo>
                          <a:pt x="457" y="273"/>
                        </a:lnTo>
                        <a:lnTo>
                          <a:pt x="445" y="251"/>
                        </a:lnTo>
                        <a:lnTo>
                          <a:pt x="431" y="229"/>
                        </a:lnTo>
                        <a:lnTo>
                          <a:pt x="416" y="209"/>
                        </a:lnTo>
                        <a:lnTo>
                          <a:pt x="401" y="190"/>
                        </a:lnTo>
                        <a:lnTo>
                          <a:pt x="385" y="170"/>
                        </a:lnTo>
                        <a:lnTo>
                          <a:pt x="368" y="152"/>
                        </a:lnTo>
                        <a:lnTo>
                          <a:pt x="350" y="135"/>
                        </a:lnTo>
                        <a:lnTo>
                          <a:pt x="330" y="119"/>
                        </a:lnTo>
                        <a:lnTo>
                          <a:pt x="311" y="104"/>
                        </a:lnTo>
                        <a:lnTo>
                          <a:pt x="291" y="89"/>
                        </a:lnTo>
                        <a:lnTo>
                          <a:pt x="269" y="76"/>
                        </a:lnTo>
                        <a:lnTo>
                          <a:pt x="247" y="63"/>
                        </a:lnTo>
                        <a:lnTo>
                          <a:pt x="226" y="52"/>
                        </a:lnTo>
                        <a:lnTo>
                          <a:pt x="202" y="41"/>
                        </a:lnTo>
                        <a:lnTo>
                          <a:pt x="179" y="31"/>
                        </a:lnTo>
                        <a:lnTo>
                          <a:pt x="154" y="24"/>
                        </a:lnTo>
                        <a:lnTo>
                          <a:pt x="129" y="16"/>
                        </a:lnTo>
                        <a:lnTo>
                          <a:pt x="105" y="11"/>
                        </a:lnTo>
                        <a:lnTo>
                          <a:pt x="79" y="6"/>
                        </a:lnTo>
                        <a:lnTo>
                          <a:pt x="52" y="2"/>
                        </a:lnTo>
                        <a:lnTo>
                          <a:pt x="27" y="0"/>
                        </a:lnTo>
                        <a:lnTo>
                          <a:pt x="0" y="0"/>
                        </a:lnTo>
                        <a:lnTo>
                          <a:pt x="0" y="165"/>
                        </a:lnTo>
                        <a:lnTo>
                          <a:pt x="18" y="165"/>
                        </a:lnTo>
                        <a:lnTo>
                          <a:pt x="36" y="166"/>
                        </a:lnTo>
                        <a:lnTo>
                          <a:pt x="55" y="168"/>
                        </a:lnTo>
                        <a:lnTo>
                          <a:pt x="72" y="171"/>
                        </a:lnTo>
                        <a:lnTo>
                          <a:pt x="89" y="176"/>
                        </a:lnTo>
                        <a:lnTo>
                          <a:pt x="106" y="180"/>
                        </a:lnTo>
                        <a:lnTo>
                          <a:pt x="122" y="186"/>
                        </a:lnTo>
                        <a:lnTo>
                          <a:pt x="138" y="192"/>
                        </a:lnTo>
                        <a:lnTo>
                          <a:pt x="154" y="199"/>
                        </a:lnTo>
                        <a:lnTo>
                          <a:pt x="169" y="207"/>
                        </a:lnTo>
                        <a:lnTo>
                          <a:pt x="184" y="216"/>
                        </a:lnTo>
                        <a:lnTo>
                          <a:pt x="199" y="225"/>
                        </a:lnTo>
                        <a:lnTo>
                          <a:pt x="213" y="234"/>
                        </a:lnTo>
                        <a:lnTo>
                          <a:pt x="226" y="246"/>
                        </a:lnTo>
                        <a:lnTo>
                          <a:pt x="238" y="257"/>
                        </a:lnTo>
                        <a:lnTo>
                          <a:pt x="251" y="269"/>
                        </a:lnTo>
                        <a:lnTo>
                          <a:pt x="263" y="282"/>
                        </a:lnTo>
                        <a:lnTo>
                          <a:pt x="275" y="294"/>
                        </a:lnTo>
                        <a:lnTo>
                          <a:pt x="286" y="307"/>
                        </a:lnTo>
                        <a:lnTo>
                          <a:pt x="295" y="321"/>
                        </a:lnTo>
                        <a:lnTo>
                          <a:pt x="305" y="336"/>
                        </a:lnTo>
                        <a:lnTo>
                          <a:pt x="313" y="351"/>
                        </a:lnTo>
                        <a:lnTo>
                          <a:pt x="321" y="366"/>
                        </a:lnTo>
                        <a:lnTo>
                          <a:pt x="328" y="382"/>
                        </a:lnTo>
                        <a:lnTo>
                          <a:pt x="334" y="398"/>
                        </a:lnTo>
                        <a:lnTo>
                          <a:pt x="340" y="414"/>
                        </a:lnTo>
                        <a:lnTo>
                          <a:pt x="344" y="431"/>
                        </a:lnTo>
                        <a:lnTo>
                          <a:pt x="349" y="448"/>
                        </a:lnTo>
                        <a:lnTo>
                          <a:pt x="352" y="465"/>
                        </a:lnTo>
                        <a:lnTo>
                          <a:pt x="354" y="484"/>
                        </a:lnTo>
                        <a:lnTo>
                          <a:pt x="355" y="502"/>
                        </a:lnTo>
                        <a:lnTo>
                          <a:pt x="356" y="520"/>
                        </a:lnTo>
                        <a:lnTo>
                          <a:pt x="520" y="520"/>
                        </a:lnTo>
                        <a:close/>
                      </a:path>
                    </a:pathLst>
                  </a:custGeom>
                  <a:solidFill>
                    <a:srgbClr val="EF2B2F"/>
                  </a:solidFill>
                  <a:ln>
                    <a:noFill/>
                  </a:ln>
                </p:spPr>
                <p:txBody>
                  <a:bodyPr/>
                  <a:lstStyle/>
                  <a:p>
                    <a:pPr>
                      <a:defRPr/>
                    </a:pPr>
                    <a:endParaRPr lang="en-US" sz="1050">
                      <a:latin typeface="+mj-lt"/>
                    </a:endParaRPr>
                  </a:p>
                </p:txBody>
              </p:sp>
              <p:sp>
                <p:nvSpPr>
                  <p:cNvPr id="41792" name="Freeform 47">
                    <a:extLst>
                      <a:ext uri="{FF2B5EF4-FFF2-40B4-BE49-F238E27FC236}">
                        <a16:creationId xmlns="" xmlns:a16="http://schemas.microsoft.com/office/drawing/2014/main" id="{F940F0F8-E28F-6032-D78B-DA4F1803687A}"/>
                      </a:ext>
                    </a:extLst>
                  </p:cNvPr>
                  <p:cNvSpPr>
                    <a:spLocks/>
                  </p:cNvSpPr>
                  <p:nvPr/>
                </p:nvSpPr>
                <p:spPr bwMode="auto">
                  <a:xfrm>
                    <a:off x="2763" y="1739"/>
                    <a:ext cx="79" cy="78"/>
                  </a:xfrm>
                  <a:custGeom>
                    <a:avLst/>
                    <a:gdLst>
                      <a:gd name="T0" fmla="*/ 0 w 520"/>
                      <a:gd name="T1" fmla="*/ 0 h 521"/>
                      <a:gd name="T2" fmla="*/ 0 w 520"/>
                      <a:gd name="T3" fmla="*/ 0 h 521"/>
                      <a:gd name="T4" fmla="*/ 0 w 520"/>
                      <a:gd name="T5" fmla="*/ 0 h 521"/>
                      <a:gd name="T6" fmla="*/ 0 w 520"/>
                      <a:gd name="T7" fmla="*/ 0 h 521"/>
                      <a:gd name="T8" fmla="*/ 0 w 520"/>
                      <a:gd name="T9" fmla="*/ 0 h 521"/>
                      <a:gd name="T10" fmla="*/ 0 w 520"/>
                      <a:gd name="T11" fmla="*/ 0 h 521"/>
                      <a:gd name="T12" fmla="*/ 0 w 520"/>
                      <a:gd name="T13" fmla="*/ 0 h 521"/>
                      <a:gd name="T14" fmla="*/ 0 w 520"/>
                      <a:gd name="T15" fmla="*/ 0 h 521"/>
                      <a:gd name="T16" fmla="*/ 0 w 520"/>
                      <a:gd name="T17" fmla="*/ 0 h 521"/>
                      <a:gd name="T18" fmla="*/ 0 w 520"/>
                      <a:gd name="T19" fmla="*/ 0 h 521"/>
                      <a:gd name="T20" fmla="*/ 0 w 520"/>
                      <a:gd name="T21" fmla="*/ 0 h 521"/>
                      <a:gd name="T22" fmla="*/ 0 w 520"/>
                      <a:gd name="T23" fmla="*/ 0 h 521"/>
                      <a:gd name="T24" fmla="*/ 0 w 520"/>
                      <a:gd name="T25" fmla="*/ 0 h 521"/>
                      <a:gd name="T26" fmla="*/ 0 w 520"/>
                      <a:gd name="T27" fmla="*/ 0 h 521"/>
                      <a:gd name="T28" fmla="*/ 0 w 520"/>
                      <a:gd name="T29" fmla="*/ 0 h 521"/>
                      <a:gd name="T30" fmla="*/ 0 w 520"/>
                      <a:gd name="T31" fmla="*/ 0 h 521"/>
                      <a:gd name="T32" fmla="*/ 0 w 520"/>
                      <a:gd name="T33" fmla="*/ 0 h 521"/>
                      <a:gd name="T34" fmla="*/ 0 w 520"/>
                      <a:gd name="T35" fmla="*/ 0 h 521"/>
                      <a:gd name="T36" fmla="*/ 0 w 520"/>
                      <a:gd name="T37" fmla="*/ 0 h 521"/>
                      <a:gd name="T38" fmla="*/ 0 w 520"/>
                      <a:gd name="T39" fmla="*/ 0 h 521"/>
                      <a:gd name="T40" fmla="*/ 0 w 520"/>
                      <a:gd name="T41" fmla="*/ 0 h 521"/>
                      <a:gd name="T42" fmla="*/ 0 w 520"/>
                      <a:gd name="T43" fmla="*/ 0 h 521"/>
                      <a:gd name="T44" fmla="*/ 0 w 520"/>
                      <a:gd name="T45" fmla="*/ 0 h 521"/>
                      <a:gd name="T46" fmla="*/ 0 w 520"/>
                      <a:gd name="T47" fmla="*/ 0 h 521"/>
                      <a:gd name="T48" fmla="*/ 0 w 520"/>
                      <a:gd name="T49" fmla="*/ 0 h 521"/>
                      <a:gd name="T50" fmla="*/ 0 w 520"/>
                      <a:gd name="T51" fmla="*/ 0 h 521"/>
                      <a:gd name="T52" fmla="*/ 0 w 520"/>
                      <a:gd name="T53" fmla="*/ 0 h 521"/>
                      <a:gd name="T54" fmla="*/ 0 w 520"/>
                      <a:gd name="T55" fmla="*/ 0 h 521"/>
                      <a:gd name="T56" fmla="*/ 0 w 520"/>
                      <a:gd name="T57" fmla="*/ 0 h 521"/>
                      <a:gd name="T58" fmla="*/ 0 w 520"/>
                      <a:gd name="T59" fmla="*/ 0 h 521"/>
                      <a:gd name="T60" fmla="*/ 0 w 520"/>
                      <a:gd name="T61" fmla="*/ 0 h 521"/>
                      <a:gd name="T62" fmla="*/ 0 w 520"/>
                      <a:gd name="T63" fmla="*/ 0 h 521"/>
                      <a:gd name="T64" fmla="*/ 0 w 520"/>
                      <a:gd name="T65" fmla="*/ 0 h 521"/>
                      <a:gd name="T66" fmla="*/ 0 w 520"/>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1"/>
                      <a:gd name="T104" fmla="*/ 520 w 520"/>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1">
                        <a:moveTo>
                          <a:pt x="0" y="521"/>
                        </a:moveTo>
                        <a:lnTo>
                          <a:pt x="0" y="521"/>
                        </a:lnTo>
                        <a:lnTo>
                          <a:pt x="27" y="520"/>
                        </a:lnTo>
                        <a:lnTo>
                          <a:pt x="52" y="518"/>
                        </a:lnTo>
                        <a:lnTo>
                          <a:pt x="79" y="514"/>
                        </a:lnTo>
                        <a:lnTo>
                          <a:pt x="105" y="510"/>
                        </a:lnTo>
                        <a:lnTo>
                          <a:pt x="129" y="504"/>
                        </a:lnTo>
                        <a:lnTo>
                          <a:pt x="154" y="497"/>
                        </a:lnTo>
                        <a:lnTo>
                          <a:pt x="179" y="489"/>
                        </a:lnTo>
                        <a:lnTo>
                          <a:pt x="202" y="479"/>
                        </a:lnTo>
                        <a:lnTo>
                          <a:pt x="226" y="468"/>
                        </a:lnTo>
                        <a:lnTo>
                          <a:pt x="247" y="458"/>
                        </a:lnTo>
                        <a:lnTo>
                          <a:pt x="269" y="445"/>
                        </a:lnTo>
                        <a:lnTo>
                          <a:pt x="291" y="431"/>
                        </a:lnTo>
                        <a:lnTo>
                          <a:pt x="311" y="417"/>
                        </a:lnTo>
                        <a:lnTo>
                          <a:pt x="330" y="401"/>
                        </a:lnTo>
                        <a:lnTo>
                          <a:pt x="350" y="385"/>
                        </a:lnTo>
                        <a:lnTo>
                          <a:pt x="368" y="368"/>
                        </a:lnTo>
                        <a:lnTo>
                          <a:pt x="385" y="350"/>
                        </a:lnTo>
                        <a:lnTo>
                          <a:pt x="401" y="330"/>
                        </a:lnTo>
                        <a:lnTo>
                          <a:pt x="416" y="311"/>
                        </a:lnTo>
                        <a:lnTo>
                          <a:pt x="431" y="291"/>
                        </a:lnTo>
                        <a:lnTo>
                          <a:pt x="445" y="269"/>
                        </a:lnTo>
                        <a:lnTo>
                          <a:pt x="457" y="248"/>
                        </a:lnTo>
                        <a:lnTo>
                          <a:pt x="468" y="226"/>
                        </a:lnTo>
                        <a:lnTo>
                          <a:pt x="479" y="202"/>
                        </a:lnTo>
                        <a:lnTo>
                          <a:pt x="489" y="179"/>
                        </a:lnTo>
                        <a:lnTo>
                          <a:pt x="496" y="155"/>
                        </a:lnTo>
                        <a:lnTo>
                          <a:pt x="504" y="130"/>
                        </a:lnTo>
                        <a:lnTo>
                          <a:pt x="509" y="105"/>
                        </a:lnTo>
                        <a:lnTo>
                          <a:pt x="514" y="79"/>
                        </a:lnTo>
                        <a:lnTo>
                          <a:pt x="518" y="52"/>
                        </a:lnTo>
                        <a:lnTo>
                          <a:pt x="520" y="27"/>
                        </a:lnTo>
                        <a:lnTo>
                          <a:pt x="520" y="0"/>
                        </a:lnTo>
                        <a:lnTo>
                          <a:pt x="356" y="0"/>
                        </a:lnTo>
                        <a:lnTo>
                          <a:pt x="355" y="18"/>
                        </a:lnTo>
                        <a:lnTo>
                          <a:pt x="354" y="36"/>
                        </a:lnTo>
                        <a:lnTo>
                          <a:pt x="352" y="55"/>
                        </a:lnTo>
                        <a:lnTo>
                          <a:pt x="349" y="72"/>
                        </a:lnTo>
                        <a:lnTo>
                          <a:pt x="344" y="89"/>
                        </a:lnTo>
                        <a:lnTo>
                          <a:pt x="340" y="106"/>
                        </a:lnTo>
                        <a:lnTo>
                          <a:pt x="334" y="122"/>
                        </a:lnTo>
                        <a:lnTo>
                          <a:pt x="328" y="138"/>
                        </a:lnTo>
                        <a:lnTo>
                          <a:pt x="321" y="154"/>
                        </a:lnTo>
                        <a:lnTo>
                          <a:pt x="313" y="169"/>
                        </a:lnTo>
                        <a:lnTo>
                          <a:pt x="305" y="184"/>
                        </a:lnTo>
                        <a:lnTo>
                          <a:pt x="295" y="199"/>
                        </a:lnTo>
                        <a:lnTo>
                          <a:pt x="286" y="213"/>
                        </a:lnTo>
                        <a:lnTo>
                          <a:pt x="275" y="226"/>
                        </a:lnTo>
                        <a:lnTo>
                          <a:pt x="263" y="240"/>
                        </a:lnTo>
                        <a:lnTo>
                          <a:pt x="251" y="251"/>
                        </a:lnTo>
                        <a:lnTo>
                          <a:pt x="238" y="263"/>
                        </a:lnTo>
                        <a:lnTo>
                          <a:pt x="226" y="275"/>
                        </a:lnTo>
                        <a:lnTo>
                          <a:pt x="213" y="285"/>
                        </a:lnTo>
                        <a:lnTo>
                          <a:pt x="199" y="295"/>
                        </a:lnTo>
                        <a:lnTo>
                          <a:pt x="184" y="305"/>
                        </a:lnTo>
                        <a:lnTo>
                          <a:pt x="169" y="313"/>
                        </a:lnTo>
                        <a:lnTo>
                          <a:pt x="154" y="321"/>
                        </a:lnTo>
                        <a:lnTo>
                          <a:pt x="138" y="328"/>
                        </a:lnTo>
                        <a:lnTo>
                          <a:pt x="122" y="335"/>
                        </a:lnTo>
                        <a:lnTo>
                          <a:pt x="106" y="340"/>
                        </a:lnTo>
                        <a:lnTo>
                          <a:pt x="89" y="345"/>
                        </a:lnTo>
                        <a:lnTo>
                          <a:pt x="72" y="349"/>
                        </a:lnTo>
                        <a:lnTo>
                          <a:pt x="55" y="352"/>
                        </a:lnTo>
                        <a:lnTo>
                          <a:pt x="36" y="354"/>
                        </a:lnTo>
                        <a:lnTo>
                          <a:pt x="18" y="356"/>
                        </a:lnTo>
                        <a:lnTo>
                          <a:pt x="0" y="356"/>
                        </a:lnTo>
                        <a:lnTo>
                          <a:pt x="0" y="521"/>
                        </a:lnTo>
                        <a:close/>
                      </a:path>
                    </a:pathLst>
                  </a:custGeom>
                  <a:solidFill>
                    <a:srgbClr val="EF2B2F"/>
                  </a:solidFill>
                  <a:ln>
                    <a:noFill/>
                  </a:ln>
                </p:spPr>
                <p:txBody>
                  <a:bodyPr/>
                  <a:lstStyle/>
                  <a:p>
                    <a:pPr>
                      <a:defRPr/>
                    </a:pPr>
                    <a:endParaRPr lang="en-US" sz="1050">
                      <a:latin typeface="+mj-lt"/>
                    </a:endParaRPr>
                  </a:p>
                </p:txBody>
              </p:sp>
              <p:sp>
                <p:nvSpPr>
                  <p:cNvPr id="41793" name="Freeform 48">
                    <a:extLst>
                      <a:ext uri="{FF2B5EF4-FFF2-40B4-BE49-F238E27FC236}">
                        <a16:creationId xmlns="" xmlns:a16="http://schemas.microsoft.com/office/drawing/2014/main" id="{1037A5B0-6F7E-E39A-AD8E-678B9ABF5D21}"/>
                      </a:ext>
                    </a:extLst>
                  </p:cNvPr>
                  <p:cNvSpPr>
                    <a:spLocks/>
                  </p:cNvSpPr>
                  <p:nvPr/>
                </p:nvSpPr>
                <p:spPr bwMode="auto">
                  <a:xfrm>
                    <a:off x="2661" y="1739"/>
                    <a:ext cx="90" cy="78"/>
                  </a:xfrm>
                  <a:custGeom>
                    <a:avLst/>
                    <a:gdLst>
                      <a:gd name="T0" fmla="*/ 0 w 521"/>
                      <a:gd name="T1" fmla="*/ 0 h 521"/>
                      <a:gd name="T2" fmla="*/ 0 w 521"/>
                      <a:gd name="T3" fmla="*/ 0 h 521"/>
                      <a:gd name="T4" fmla="*/ 0 w 521"/>
                      <a:gd name="T5" fmla="*/ 0 h 521"/>
                      <a:gd name="T6" fmla="*/ 0 w 521"/>
                      <a:gd name="T7" fmla="*/ 0 h 521"/>
                      <a:gd name="T8" fmla="*/ 0 w 521"/>
                      <a:gd name="T9" fmla="*/ 0 h 521"/>
                      <a:gd name="T10" fmla="*/ 0 w 521"/>
                      <a:gd name="T11" fmla="*/ 0 h 521"/>
                      <a:gd name="T12" fmla="*/ 0 w 521"/>
                      <a:gd name="T13" fmla="*/ 0 h 521"/>
                      <a:gd name="T14" fmla="*/ 0 w 521"/>
                      <a:gd name="T15" fmla="*/ 0 h 521"/>
                      <a:gd name="T16" fmla="*/ 0 w 521"/>
                      <a:gd name="T17" fmla="*/ 0 h 521"/>
                      <a:gd name="T18" fmla="*/ 0 w 521"/>
                      <a:gd name="T19" fmla="*/ 0 h 521"/>
                      <a:gd name="T20" fmla="*/ 0 w 521"/>
                      <a:gd name="T21" fmla="*/ 0 h 521"/>
                      <a:gd name="T22" fmla="*/ 0 w 521"/>
                      <a:gd name="T23" fmla="*/ 0 h 521"/>
                      <a:gd name="T24" fmla="*/ 0 w 521"/>
                      <a:gd name="T25" fmla="*/ 0 h 521"/>
                      <a:gd name="T26" fmla="*/ 0 w 521"/>
                      <a:gd name="T27" fmla="*/ 0 h 521"/>
                      <a:gd name="T28" fmla="*/ 0 w 521"/>
                      <a:gd name="T29" fmla="*/ 0 h 521"/>
                      <a:gd name="T30" fmla="*/ 0 w 521"/>
                      <a:gd name="T31" fmla="*/ 0 h 521"/>
                      <a:gd name="T32" fmla="*/ 0 w 521"/>
                      <a:gd name="T33" fmla="*/ 0 h 521"/>
                      <a:gd name="T34" fmla="*/ 0 w 521"/>
                      <a:gd name="T35" fmla="*/ 0 h 521"/>
                      <a:gd name="T36" fmla="*/ 0 w 521"/>
                      <a:gd name="T37" fmla="*/ 0 h 521"/>
                      <a:gd name="T38" fmla="*/ 0 w 521"/>
                      <a:gd name="T39" fmla="*/ 0 h 521"/>
                      <a:gd name="T40" fmla="*/ 0 w 521"/>
                      <a:gd name="T41" fmla="*/ 0 h 521"/>
                      <a:gd name="T42" fmla="*/ 0 w 521"/>
                      <a:gd name="T43" fmla="*/ 0 h 521"/>
                      <a:gd name="T44" fmla="*/ 0 w 521"/>
                      <a:gd name="T45" fmla="*/ 0 h 521"/>
                      <a:gd name="T46" fmla="*/ 0 w 521"/>
                      <a:gd name="T47" fmla="*/ 0 h 521"/>
                      <a:gd name="T48" fmla="*/ 0 w 521"/>
                      <a:gd name="T49" fmla="*/ 0 h 521"/>
                      <a:gd name="T50" fmla="*/ 0 w 521"/>
                      <a:gd name="T51" fmla="*/ 0 h 521"/>
                      <a:gd name="T52" fmla="*/ 0 w 521"/>
                      <a:gd name="T53" fmla="*/ 0 h 521"/>
                      <a:gd name="T54" fmla="*/ 0 w 521"/>
                      <a:gd name="T55" fmla="*/ 0 h 521"/>
                      <a:gd name="T56" fmla="*/ 0 w 521"/>
                      <a:gd name="T57" fmla="*/ 0 h 521"/>
                      <a:gd name="T58" fmla="*/ 0 w 521"/>
                      <a:gd name="T59" fmla="*/ 0 h 521"/>
                      <a:gd name="T60" fmla="*/ 0 w 521"/>
                      <a:gd name="T61" fmla="*/ 0 h 521"/>
                      <a:gd name="T62" fmla="*/ 0 w 521"/>
                      <a:gd name="T63" fmla="*/ 0 h 521"/>
                      <a:gd name="T64" fmla="*/ 0 w 521"/>
                      <a:gd name="T65" fmla="*/ 0 h 521"/>
                      <a:gd name="T66" fmla="*/ 0 w 521"/>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1"/>
                      <a:gd name="T104" fmla="*/ 521 w 521"/>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1">
                        <a:moveTo>
                          <a:pt x="0" y="0"/>
                        </a:moveTo>
                        <a:lnTo>
                          <a:pt x="0" y="0"/>
                        </a:lnTo>
                        <a:lnTo>
                          <a:pt x="1" y="27"/>
                        </a:lnTo>
                        <a:lnTo>
                          <a:pt x="4" y="52"/>
                        </a:lnTo>
                        <a:lnTo>
                          <a:pt x="7" y="79"/>
                        </a:lnTo>
                        <a:lnTo>
                          <a:pt x="11" y="105"/>
                        </a:lnTo>
                        <a:lnTo>
                          <a:pt x="17" y="129"/>
                        </a:lnTo>
                        <a:lnTo>
                          <a:pt x="24" y="155"/>
                        </a:lnTo>
                        <a:lnTo>
                          <a:pt x="32" y="179"/>
                        </a:lnTo>
                        <a:lnTo>
                          <a:pt x="42" y="202"/>
                        </a:lnTo>
                        <a:lnTo>
                          <a:pt x="53" y="226"/>
                        </a:lnTo>
                        <a:lnTo>
                          <a:pt x="63" y="248"/>
                        </a:lnTo>
                        <a:lnTo>
                          <a:pt x="76" y="269"/>
                        </a:lnTo>
                        <a:lnTo>
                          <a:pt x="90" y="291"/>
                        </a:lnTo>
                        <a:lnTo>
                          <a:pt x="104" y="311"/>
                        </a:lnTo>
                        <a:lnTo>
                          <a:pt x="120" y="330"/>
                        </a:lnTo>
                        <a:lnTo>
                          <a:pt x="136" y="350"/>
                        </a:lnTo>
                        <a:lnTo>
                          <a:pt x="153" y="368"/>
                        </a:lnTo>
                        <a:lnTo>
                          <a:pt x="171" y="385"/>
                        </a:lnTo>
                        <a:lnTo>
                          <a:pt x="191" y="401"/>
                        </a:lnTo>
                        <a:lnTo>
                          <a:pt x="210" y="417"/>
                        </a:lnTo>
                        <a:lnTo>
                          <a:pt x="230" y="431"/>
                        </a:lnTo>
                        <a:lnTo>
                          <a:pt x="252" y="445"/>
                        </a:lnTo>
                        <a:lnTo>
                          <a:pt x="273" y="458"/>
                        </a:lnTo>
                        <a:lnTo>
                          <a:pt x="295" y="468"/>
                        </a:lnTo>
                        <a:lnTo>
                          <a:pt x="319" y="479"/>
                        </a:lnTo>
                        <a:lnTo>
                          <a:pt x="343" y="489"/>
                        </a:lnTo>
                        <a:lnTo>
                          <a:pt x="366" y="497"/>
                        </a:lnTo>
                        <a:lnTo>
                          <a:pt x="392" y="504"/>
                        </a:lnTo>
                        <a:lnTo>
                          <a:pt x="416" y="510"/>
                        </a:lnTo>
                        <a:lnTo>
                          <a:pt x="442" y="514"/>
                        </a:lnTo>
                        <a:lnTo>
                          <a:pt x="469" y="518"/>
                        </a:lnTo>
                        <a:lnTo>
                          <a:pt x="494" y="520"/>
                        </a:lnTo>
                        <a:lnTo>
                          <a:pt x="521" y="521"/>
                        </a:lnTo>
                        <a:lnTo>
                          <a:pt x="521" y="356"/>
                        </a:lnTo>
                        <a:lnTo>
                          <a:pt x="502" y="356"/>
                        </a:lnTo>
                        <a:lnTo>
                          <a:pt x="485" y="354"/>
                        </a:lnTo>
                        <a:lnTo>
                          <a:pt x="467" y="352"/>
                        </a:lnTo>
                        <a:lnTo>
                          <a:pt x="449" y="349"/>
                        </a:lnTo>
                        <a:lnTo>
                          <a:pt x="432" y="344"/>
                        </a:lnTo>
                        <a:lnTo>
                          <a:pt x="415" y="340"/>
                        </a:lnTo>
                        <a:lnTo>
                          <a:pt x="399" y="335"/>
                        </a:lnTo>
                        <a:lnTo>
                          <a:pt x="382" y="328"/>
                        </a:lnTo>
                        <a:lnTo>
                          <a:pt x="367" y="321"/>
                        </a:lnTo>
                        <a:lnTo>
                          <a:pt x="352" y="313"/>
                        </a:lnTo>
                        <a:lnTo>
                          <a:pt x="337" y="305"/>
                        </a:lnTo>
                        <a:lnTo>
                          <a:pt x="322" y="295"/>
                        </a:lnTo>
                        <a:lnTo>
                          <a:pt x="308" y="285"/>
                        </a:lnTo>
                        <a:lnTo>
                          <a:pt x="295" y="275"/>
                        </a:lnTo>
                        <a:lnTo>
                          <a:pt x="282" y="263"/>
                        </a:lnTo>
                        <a:lnTo>
                          <a:pt x="270" y="251"/>
                        </a:lnTo>
                        <a:lnTo>
                          <a:pt x="258" y="240"/>
                        </a:lnTo>
                        <a:lnTo>
                          <a:pt x="246" y="226"/>
                        </a:lnTo>
                        <a:lnTo>
                          <a:pt x="236" y="213"/>
                        </a:lnTo>
                        <a:lnTo>
                          <a:pt x="226" y="199"/>
                        </a:lnTo>
                        <a:lnTo>
                          <a:pt x="216" y="184"/>
                        </a:lnTo>
                        <a:lnTo>
                          <a:pt x="208" y="169"/>
                        </a:lnTo>
                        <a:lnTo>
                          <a:pt x="200" y="154"/>
                        </a:lnTo>
                        <a:lnTo>
                          <a:pt x="193" y="139"/>
                        </a:lnTo>
                        <a:lnTo>
                          <a:pt x="186" y="122"/>
                        </a:lnTo>
                        <a:lnTo>
                          <a:pt x="181" y="106"/>
                        </a:lnTo>
                        <a:lnTo>
                          <a:pt x="177" y="89"/>
                        </a:lnTo>
                        <a:lnTo>
                          <a:pt x="173" y="72"/>
                        </a:lnTo>
                        <a:lnTo>
                          <a:pt x="169" y="55"/>
                        </a:lnTo>
                        <a:lnTo>
                          <a:pt x="167" y="36"/>
                        </a:lnTo>
                        <a:lnTo>
                          <a:pt x="165" y="19"/>
                        </a:lnTo>
                        <a:lnTo>
                          <a:pt x="165" y="0"/>
                        </a:lnTo>
                        <a:lnTo>
                          <a:pt x="0" y="0"/>
                        </a:lnTo>
                        <a:close/>
                      </a:path>
                    </a:pathLst>
                  </a:custGeom>
                  <a:solidFill>
                    <a:srgbClr val="EF2B2F"/>
                  </a:solidFill>
                  <a:ln>
                    <a:noFill/>
                  </a:ln>
                </p:spPr>
                <p:txBody>
                  <a:bodyPr/>
                  <a:lstStyle/>
                  <a:p>
                    <a:pPr>
                      <a:defRPr/>
                    </a:pPr>
                    <a:endParaRPr lang="en-US" sz="1050">
                      <a:latin typeface="+mj-lt"/>
                    </a:endParaRPr>
                  </a:p>
                </p:txBody>
              </p:sp>
              <p:sp>
                <p:nvSpPr>
                  <p:cNvPr id="41794" name="Freeform 49">
                    <a:extLst>
                      <a:ext uri="{FF2B5EF4-FFF2-40B4-BE49-F238E27FC236}">
                        <a16:creationId xmlns="" xmlns:a16="http://schemas.microsoft.com/office/drawing/2014/main" id="{22636D53-D695-84C6-DAF8-CC94286825D2}"/>
                      </a:ext>
                    </a:extLst>
                  </p:cNvPr>
                  <p:cNvSpPr>
                    <a:spLocks/>
                  </p:cNvSpPr>
                  <p:nvPr/>
                </p:nvSpPr>
                <p:spPr bwMode="auto">
                  <a:xfrm>
                    <a:off x="2661" y="1650"/>
                    <a:ext cx="90" cy="89"/>
                  </a:xfrm>
                  <a:custGeom>
                    <a:avLst/>
                    <a:gdLst>
                      <a:gd name="T0" fmla="*/ 0 w 521"/>
                      <a:gd name="T1" fmla="*/ 0 h 520"/>
                      <a:gd name="T2" fmla="*/ 0 w 521"/>
                      <a:gd name="T3" fmla="*/ 0 h 520"/>
                      <a:gd name="T4" fmla="*/ 0 w 521"/>
                      <a:gd name="T5" fmla="*/ 0 h 520"/>
                      <a:gd name="T6" fmla="*/ 0 w 521"/>
                      <a:gd name="T7" fmla="*/ 0 h 520"/>
                      <a:gd name="T8" fmla="*/ 0 w 521"/>
                      <a:gd name="T9" fmla="*/ 0 h 520"/>
                      <a:gd name="T10" fmla="*/ 0 w 521"/>
                      <a:gd name="T11" fmla="*/ 0 h 520"/>
                      <a:gd name="T12" fmla="*/ 0 w 521"/>
                      <a:gd name="T13" fmla="*/ 0 h 520"/>
                      <a:gd name="T14" fmla="*/ 0 w 521"/>
                      <a:gd name="T15" fmla="*/ 0 h 520"/>
                      <a:gd name="T16" fmla="*/ 0 w 521"/>
                      <a:gd name="T17" fmla="*/ 0 h 520"/>
                      <a:gd name="T18" fmla="*/ 0 w 521"/>
                      <a:gd name="T19" fmla="*/ 0 h 520"/>
                      <a:gd name="T20" fmla="*/ 0 w 521"/>
                      <a:gd name="T21" fmla="*/ 0 h 520"/>
                      <a:gd name="T22" fmla="*/ 0 w 521"/>
                      <a:gd name="T23" fmla="*/ 0 h 520"/>
                      <a:gd name="T24" fmla="*/ 0 w 521"/>
                      <a:gd name="T25" fmla="*/ 0 h 520"/>
                      <a:gd name="T26" fmla="*/ 0 w 521"/>
                      <a:gd name="T27" fmla="*/ 0 h 520"/>
                      <a:gd name="T28" fmla="*/ 0 w 521"/>
                      <a:gd name="T29" fmla="*/ 0 h 520"/>
                      <a:gd name="T30" fmla="*/ 0 w 521"/>
                      <a:gd name="T31" fmla="*/ 0 h 520"/>
                      <a:gd name="T32" fmla="*/ 0 w 521"/>
                      <a:gd name="T33" fmla="*/ 0 h 520"/>
                      <a:gd name="T34" fmla="*/ 0 w 521"/>
                      <a:gd name="T35" fmla="*/ 0 h 520"/>
                      <a:gd name="T36" fmla="*/ 0 w 521"/>
                      <a:gd name="T37" fmla="*/ 0 h 520"/>
                      <a:gd name="T38" fmla="*/ 0 w 521"/>
                      <a:gd name="T39" fmla="*/ 0 h 520"/>
                      <a:gd name="T40" fmla="*/ 0 w 521"/>
                      <a:gd name="T41" fmla="*/ 0 h 520"/>
                      <a:gd name="T42" fmla="*/ 0 w 521"/>
                      <a:gd name="T43" fmla="*/ 0 h 520"/>
                      <a:gd name="T44" fmla="*/ 0 w 521"/>
                      <a:gd name="T45" fmla="*/ 0 h 520"/>
                      <a:gd name="T46" fmla="*/ 0 w 521"/>
                      <a:gd name="T47" fmla="*/ 0 h 520"/>
                      <a:gd name="T48" fmla="*/ 0 w 521"/>
                      <a:gd name="T49" fmla="*/ 0 h 520"/>
                      <a:gd name="T50" fmla="*/ 0 w 521"/>
                      <a:gd name="T51" fmla="*/ 0 h 520"/>
                      <a:gd name="T52" fmla="*/ 0 w 521"/>
                      <a:gd name="T53" fmla="*/ 0 h 520"/>
                      <a:gd name="T54" fmla="*/ 0 w 521"/>
                      <a:gd name="T55" fmla="*/ 0 h 520"/>
                      <a:gd name="T56" fmla="*/ 0 w 521"/>
                      <a:gd name="T57" fmla="*/ 0 h 520"/>
                      <a:gd name="T58" fmla="*/ 0 w 521"/>
                      <a:gd name="T59" fmla="*/ 0 h 520"/>
                      <a:gd name="T60" fmla="*/ 0 w 521"/>
                      <a:gd name="T61" fmla="*/ 0 h 520"/>
                      <a:gd name="T62" fmla="*/ 0 w 521"/>
                      <a:gd name="T63" fmla="*/ 0 h 520"/>
                      <a:gd name="T64" fmla="*/ 0 w 521"/>
                      <a:gd name="T65" fmla="*/ 0 h 520"/>
                      <a:gd name="T66" fmla="*/ 0 w 521"/>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0"/>
                      <a:gd name="T104" fmla="*/ 521 w 521"/>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0">
                        <a:moveTo>
                          <a:pt x="521" y="0"/>
                        </a:moveTo>
                        <a:lnTo>
                          <a:pt x="521" y="0"/>
                        </a:lnTo>
                        <a:lnTo>
                          <a:pt x="494" y="0"/>
                        </a:lnTo>
                        <a:lnTo>
                          <a:pt x="469" y="2"/>
                        </a:lnTo>
                        <a:lnTo>
                          <a:pt x="442" y="6"/>
                        </a:lnTo>
                        <a:lnTo>
                          <a:pt x="416" y="11"/>
                        </a:lnTo>
                        <a:lnTo>
                          <a:pt x="391" y="16"/>
                        </a:lnTo>
                        <a:lnTo>
                          <a:pt x="366" y="24"/>
                        </a:lnTo>
                        <a:lnTo>
                          <a:pt x="343" y="31"/>
                        </a:lnTo>
                        <a:lnTo>
                          <a:pt x="319" y="41"/>
                        </a:lnTo>
                        <a:lnTo>
                          <a:pt x="295" y="52"/>
                        </a:lnTo>
                        <a:lnTo>
                          <a:pt x="273" y="63"/>
                        </a:lnTo>
                        <a:lnTo>
                          <a:pt x="252" y="76"/>
                        </a:lnTo>
                        <a:lnTo>
                          <a:pt x="230" y="89"/>
                        </a:lnTo>
                        <a:lnTo>
                          <a:pt x="210" y="104"/>
                        </a:lnTo>
                        <a:lnTo>
                          <a:pt x="191" y="119"/>
                        </a:lnTo>
                        <a:lnTo>
                          <a:pt x="171" y="135"/>
                        </a:lnTo>
                        <a:lnTo>
                          <a:pt x="153" y="152"/>
                        </a:lnTo>
                        <a:lnTo>
                          <a:pt x="136" y="170"/>
                        </a:lnTo>
                        <a:lnTo>
                          <a:pt x="120" y="190"/>
                        </a:lnTo>
                        <a:lnTo>
                          <a:pt x="104" y="209"/>
                        </a:lnTo>
                        <a:lnTo>
                          <a:pt x="90" y="229"/>
                        </a:lnTo>
                        <a:lnTo>
                          <a:pt x="76" y="251"/>
                        </a:lnTo>
                        <a:lnTo>
                          <a:pt x="63" y="273"/>
                        </a:lnTo>
                        <a:lnTo>
                          <a:pt x="53" y="295"/>
                        </a:lnTo>
                        <a:lnTo>
                          <a:pt x="42" y="318"/>
                        </a:lnTo>
                        <a:lnTo>
                          <a:pt x="32" y="341"/>
                        </a:lnTo>
                        <a:lnTo>
                          <a:pt x="24" y="366"/>
                        </a:lnTo>
                        <a:lnTo>
                          <a:pt x="17" y="391"/>
                        </a:lnTo>
                        <a:lnTo>
                          <a:pt x="11" y="415"/>
                        </a:lnTo>
                        <a:lnTo>
                          <a:pt x="7" y="442"/>
                        </a:lnTo>
                        <a:lnTo>
                          <a:pt x="4" y="468"/>
                        </a:lnTo>
                        <a:lnTo>
                          <a:pt x="1" y="494"/>
                        </a:lnTo>
                        <a:lnTo>
                          <a:pt x="0" y="520"/>
                        </a:lnTo>
                        <a:lnTo>
                          <a:pt x="165" y="520"/>
                        </a:lnTo>
                        <a:lnTo>
                          <a:pt x="165" y="502"/>
                        </a:lnTo>
                        <a:lnTo>
                          <a:pt x="167" y="484"/>
                        </a:lnTo>
                        <a:lnTo>
                          <a:pt x="169" y="465"/>
                        </a:lnTo>
                        <a:lnTo>
                          <a:pt x="173" y="448"/>
                        </a:lnTo>
                        <a:lnTo>
                          <a:pt x="176" y="431"/>
                        </a:lnTo>
                        <a:lnTo>
                          <a:pt x="181" y="414"/>
                        </a:lnTo>
                        <a:lnTo>
                          <a:pt x="186" y="398"/>
                        </a:lnTo>
                        <a:lnTo>
                          <a:pt x="193" y="382"/>
                        </a:lnTo>
                        <a:lnTo>
                          <a:pt x="200" y="366"/>
                        </a:lnTo>
                        <a:lnTo>
                          <a:pt x="208" y="351"/>
                        </a:lnTo>
                        <a:lnTo>
                          <a:pt x="216" y="336"/>
                        </a:lnTo>
                        <a:lnTo>
                          <a:pt x="226" y="321"/>
                        </a:lnTo>
                        <a:lnTo>
                          <a:pt x="236" y="307"/>
                        </a:lnTo>
                        <a:lnTo>
                          <a:pt x="246" y="294"/>
                        </a:lnTo>
                        <a:lnTo>
                          <a:pt x="258" y="282"/>
                        </a:lnTo>
                        <a:lnTo>
                          <a:pt x="270" y="269"/>
                        </a:lnTo>
                        <a:lnTo>
                          <a:pt x="282" y="257"/>
                        </a:lnTo>
                        <a:lnTo>
                          <a:pt x="295" y="246"/>
                        </a:lnTo>
                        <a:lnTo>
                          <a:pt x="308" y="234"/>
                        </a:lnTo>
                        <a:lnTo>
                          <a:pt x="322" y="225"/>
                        </a:lnTo>
                        <a:lnTo>
                          <a:pt x="337" y="216"/>
                        </a:lnTo>
                        <a:lnTo>
                          <a:pt x="352" y="207"/>
                        </a:lnTo>
                        <a:lnTo>
                          <a:pt x="367" y="199"/>
                        </a:lnTo>
                        <a:lnTo>
                          <a:pt x="382" y="192"/>
                        </a:lnTo>
                        <a:lnTo>
                          <a:pt x="399" y="186"/>
                        </a:lnTo>
                        <a:lnTo>
                          <a:pt x="415" y="180"/>
                        </a:lnTo>
                        <a:lnTo>
                          <a:pt x="432" y="176"/>
                        </a:lnTo>
                        <a:lnTo>
                          <a:pt x="449" y="171"/>
                        </a:lnTo>
                        <a:lnTo>
                          <a:pt x="467" y="168"/>
                        </a:lnTo>
                        <a:lnTo>
                          <a:pt x="485" y="166"/>
                        </a:lnTo>
                        <a:lnTo>
                          <a:pt x="503" y="165"/>
                        </a:lnTo>
                        <a:lnTo>
                          <a:pt x="521" y="165"/>
                        </a:lnTo>
                        <a:lnTo>
                          <a:pt x="521" y="0"/>
                        </a:lnTo>
                        <a:close/>
                      </a:path>
                    </a:pathLst>
                  </a:custGeom>
                  <a:solidFill>
                    <a:srgbClr val="EF2B2F"/>
                  </a:solidFill>
                  <a:ln>
                    <a:noFill/>
                  </a:ln>
                </p:spPr>
                <p:txBody>
                  <a:bodyPr/>
                  <a:lstStyle/>
                  <a:p>
                    <a:pPr>
                      <a:defRPr/>
                    </a:pPr>
                    <a:endParaRPr lang="en-US" sz="1050">
                      <a:latin typeface="+mj-lt"/>
                    </a:endParaRPr>
                  </a:p>
                </p:txBody>
              </p:sp>
              <p:sp>
                <p:nvSpPr>
                  <p:cNvPr id="41795" name="Freeform 50">
                    <a:extLst>
                      <a:ext uri="{FF2B5EF4-FFF2-40B4-BE49-F238E27FC236}">
                        <a16:creationId xmlns="" xmlns:a16="http://schemas.microsoft.com/office/drawing/2014/main" id="{CA434A05-EC5E-15D0-FEB0-C54B1CE67F0F}"/>
                      </a:ext>
                    </a:extLst>
                  </p:cNvPr>
                  <p:cNvSpPr>
                    <a:spLocks/>
                  </p:cNvSpPr>
                  <p:nvPr/>
                </p:nvSpPr>
                <p:spPr bwMode="auto">
                  <a:xfrm>
                    <a:off x="2657" y="1802"/>
                    <a:ext cx="137" cy="148"/>
                  </a:xfrm>
                  <a:custGeom>
                    <a:avLst/>
                    <a:gdLst>
                      <a:gd name="T0" fmla="*/ 0 w 876"/>
                      <a:gd name="T1" fmla="*/ 0 h 876"/>
                      <a:gd name="T2" fmla="*/ 0 w 876"/>
                      <a:gd name="T3" fmla="*/ 0 h 876"/>
                      <a:gd name="T4" fmla="*/ 0 w 876"/>
                      <a:gd name="T5" fmla="*/ 0 h 876"/>
                      <a:gd name="T6" fmla="*/ 0 w 876"/>
                      <a:gd name="T7" fmla="*/ 0 h 876"/>
                      <a:gd name="T8" fmla="*/ 0 w 876"/>
                      <a:gd name="T9" fmla="*/ 0 h 876"/>
                      <a:gd name="T10" fmla="*/ 0 w 876"/>
                      <a:gd name="T11" fmla="*/ 0 h 876"/>
                      <a:gd name="T12" fmla="*/ 0 w 876"/>
                      <a:gd name="T13" fmla="*/ 0 h 876"/>
                      <a:gd name="T14" fmla="*/ 0 w 876"/>
                      <a:gd name="T15" fmla="*/ 0 h 876"/>
                      <a:gd name="T16" fmla="*/ 0 w 876"/>
                      <a:gd name="T17" fmla="*/ 0 h 876"/>
                      <a:gd name="T18" fmla="*/ 0 w 876"/>
                      <a:gd name="T19" fmla="*/ 0 h 876"/>
                      <a:gd name="T20" fmla="*/ 0 w 876"/>
                      <a:gd name="T21" fmla="*/ 0 h 876"/>
                      <a:gd name="T22" fmla="*/ 0 w 876"/>
                      <a:gd name="T23" fmla="*/ 0 h 876"/>
                      <a:gd name="T24" fmla="*/ 0 w 876"/>
                      <a:gd name="T25" fmla="*/ 0 h 876"/>
                      <a:gd name="T26" fmla="*/ 0 w 876"/>
                      <a:gd name="T27" fmla="*/ 0 h 876"/>
                      <a:gd name="T28" fmla="*/ 0 w 876"/>
                      <a:gd name="T29" fmla="*/ 0 h 876"/>
                      <a:gd name="T30" fmla="*/ 0 w 876"/>
                      <a:gd name="T31" fmla="*/ 0 h 876"/>
                      <a:gd name="T32" fmla="*/ 0 w 876"/>
                      <a:gd name="T33" fmla="*/ 0 h 876"/>
                      <a:gd name="T34" fmla="*/ 0 w 876"/>
                      <a:gd name="T35" fmla="*/ 0 h 876"/>
                      <a:gd name="T36" fmla="*/ 0 w 876"/>
                      <a:gd name="T37" fmla="*/ 0 h 876"/>
                      <a:gd name="T38" fmla="*/ 0 w 876"/>
                      <a:gd name="T39" fmla="*/ 0 h 876"/>
                      <a:gd name="T40" fmla="*/ 0 w 876"/>
                      <a:gd name="T41" fmla="*/ 0 h 876"/>
                      <a:gd name="T42" fmla="*/ 0 w 876"/>
                      <a:gd name="T43" fmla="*/ 0 h 876"/>
                      <a:gd name="T44" fmla="*/ 0 w 876"/>
                      <a:gd name="T45" fmla="*/ 0 h 876"/>
                      <a:gd name="T46" fmla="*/ 0 w 876"/>
                      <a:gd name="T47" fmla="*/ 0 h 876"/>
                      <a:gd name="T48" fmla="*/ 0 w 876"/>
                      <a:gd name="T49" fmla="*/ 0 h 876"/>
                      <a:gd name="T50" fmla="*/ 0 w 876"/>
                      <a:gd name="T51" fmla="*/ 0 h 876"/>
                      <a:gd name="T52" fmla="*/ 0 w 876"/>
                      <a:gd name="T53" fmla="*/ 0 h 876"/>
                      <a:gd name="T54" fmla="*/ 0 w 876"/>
                      <a:gd name="T55" fmla="*/ 0 h 876"/>
                      <a:gd name="T56" fmla="*/ 0 w 876"/>
                      <a:gd name="T57" fmla="*/ 0 h 876"/>
                      <a:gd name="T58" fmla="*/ 0 w 876"/>
                      <a:gd name="T59" fmla="*/ 0 h 876"/>
                      <a:gd name="T60" fmla="*/ 0 w 876"/>
                      <a:gd name="T61" fmla="*/ 0 h 876"/>
                      <a:gd name="T62" fmla="*/ 0 w 876"/>
                      <a:gd name="T63" fmla="*/ 0 h 876"/>
                      <a:gd name="T64" fmla="*/ 0 w 876"/>
                      <a:gd name="T65" fmla="*/ 0 h 876"/>
                      <a:gd name="T66" fmla="*/ 0 w 876"/>
                      <a:gd name="T67" fmla="*/ 0 h 876"/>
                      <a:gd name="T68" fmla="*/ 0 w 876"/>
                      <a:gd name="T69" fmla="*/ 0 h 876"/>
                      <a:gd name="T70" fmla="*/ 0 w 876"/>
                      <a:gd name="T71" fmla="*/ 0 h 876"/>
                      <a:gd name="T72" fmla="*/ 0 w 876"/>
                      <a:gd name="T73" fmla="*/ 0 h 876"/>
                      <a:gd name="T74" fmla="*/ 0 w 876"/>
                      <a:gd name="T75" fmla="*/ 0 h 876"/>
                      <a:gd name="T76" fmla="*/ 0 w 876"/>
                      <a:gd name="T77" fmla="*/ 0 h 876"/>
                      <a:gd name="T78" fmla="*/ 0 w 876"/>
                      <a:gd name="T79" fmla="*/ 0 h 876"/>
                      <a:gd name="T80" fmla="*/ 0 w 876"/>
                      <a:gd name="T81" fmla="*/ 0 h 876"/>
                      <a:gd name="T82" fmla="*/ 0 w 876"/>
                      <a:gd name="T83" fmla="*/ 0 h 876"/>
                      <a:gd name="T84" fmla="*/ 0 w 876"/>
                      <a:gd name="T85" fmla="*/ 0 h 87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76"/>
                      <a:gd name="T130" fmla="*/ 0 h 876"/>
                      <a:gd name="T131" fmla="*/ 876 w 876"/>
                      <a:gd name="T132" fmla="*/ 876 h 87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76" h="876">
                        <a:moveTo>
                          <a:pt x="439" y="0"/>
                        </a:moveTo>
                        <a:lnTo>
                          <a:pt x="461" y="1"/>
                        </a:lnTo>
                        <a:lnTo>
                          <a:pt x="482" y="2"/>
                        </a:lnTo>
                        <a:lnTo>
                          <a:pt x="505" y="5"/>
                        </a:lnTo>
                        <a:lnTo>
                          <a:pt x="526" y="9"/>
                        </a:lnTo>
                        <a:lnTo>
                          <a:pt x="548" y="14"/>
                        </a:lnTo>
                        <a:lnTo>
                          <a:pt x="568" y="20"/>
                        </a:lnTo>
                        <a:lnTo>
                          <a:pt x="588" y="26"/>
                        </a:lnTo>
                        <a:lnTo>
                          <a:pt x="609" y="35"/>
                        </a:lnTo>
                        <a:lnTo>
                          <a:pt x="628" y="43"/>
                        </a:lnTo>
                        <a:lnTo>
                          <a:pt x="646" y="53"/>
                        </a:lnTo>
                        <a:lnTo>
                          <a:pt x="665" y="64"/>
                        </a:lnTo>
                        <a:lnTo>
                          <a:pt x="682" y="74"/>
                        </a:lnTo>
                        <a:lnTo>
                          <a:pt x="699" y="87"/>
                        </a:lnTo>
                        <a:lnTo>
                          <a:pt x="717" y="100"/>
                        </a:lnTo>
                        <a:lnTo>
                          <a:pt x="733" y="114"/>
                        </a:lnTo>
                        <a:lnTo>
                          <a:pt x="748" y="129"/>
                        </a:lnTo>
                        <a:lnTo>
                          <a:pt x="761" y="144"/>
                        </a:lnTo>
                        <a:lnTo>
                          <a:pt x="775" y="160"/>
                        </a:lnTo>
                        <a:lnTo>
                          <a:pt x="789" y="176"/>
                        </a:lnTo>
                        <a:lnTo>
                          <a:pt x="801" y="193"/>
                        </a:lnTo>
                        <a:lnTo>
                          <a:pt x="813" y="211"/>
                        </a:lnTo>
                        <a:lnTo>
                          <a:pt x="823" y="230"/>
                        </a:lnTo>
                        <a:lnTo>
                          <a:pt x="833" y="249"/>
                        </a:lnTo>
                        <a:lnTo>
                          <a:pt x="842" y="268"/>
                        </a:lnTo>
                        <a:lnTo>
                          <a:pt x="849" y="287"/>
                        </a:lnTo>
                        <a:lnTo>
                          <a:pt x="857" y="308"/>
                        </a:lnTo>
                        <a:lnTo>
                          <a:pt x="862" y="329"/>
                        </a:lnTo>
                        <a:lnTo>
                          <a:pt x="867" y="350"/>
                        </a:lnTo>
                        <a:lnTo>
                          <a:pt x="870" y="372"/>
                        </a:lnTo>
                        <a:lnTo>
                          <a:pt x="874" y="393"/>
                        </a:lnTo>
                        <a:lnTo>
                          <a:pt x="876" y="416"/>
                        </a:lnTo>
                        <a:lnTo>
                          <a:pt x="876" y="438"/>
                        </a:lnTo>
                        <a:lnTo>
                          <a:pt x="876" y="460"/>
                        </a:lnTo>
                        <a:lnTo>
                          <a:pt x="874" y="483"/>
                        </a:lnTo>
                        <a:lnTo>
                          <a:pt x="870" y="504"/>
                        </a:lnTo>
                        <a:lnTo>
                          <a:pt x="867" y="526"/>
                        </a:lnTo>
                        <a:lnTo>
                          <a:pt x="862" y="547"/>
                        </a:lnTo>
                        <a:lnTo>
                          <a:pt x="857" y="568"/>
                        </a:lnTo>
                        <a:lnTo>
                          <a:pt x="849" y="589"/>
                        </a:lnTo>
                        <a:lnTo>
                          <a:pt x="842" y="608"/>
                        </a:lnTo>
                        <a:lnTo>
                          <a:pt x="833" y="627"/>
                        </a:lnTo>
                        <a:lnTo>
                          <a:pt x="823" y="647"/>
                        </a:lnTo>
                        <a:lnTo>
                          <a:pt x="813" y="665"/>
                        </a:lnTo>
                        <a:lnTo>
                          <a:pt x="801" y="683"/>
                        </a:lnTo>
                        <a:lnTo>
                          <a:pt x="789" y="700"/>
                        </a:lnTo>
                        <a:lnTo>
                          <a:pt x="775" y="716"/>
                        </a:lnTo>
                        <a:lnTo>
                          <a:pt x="761" y="732"/>
                        </a:lnTo>
                        <a:lnTo>
                          <a:pt x="748" y="747"/>
                        </a:lnTo>
                        <a:lnTo>
                          <a:pt x="733" y="762"/>
                        </a:lnTo>
                        <a:lnTo>
                          <a:pt x="717" y="776"/>
                        </a:lnTo>
                        <a:lnTo>
                          <a:pt x="699" y="789"/>
                        </a:lnTo>
                        <a:lnTo>
                          <a:pt x="682" y="802"/>
                        </a:lnTo>
                        <a:lnTo>
                          <a:pt x="665" y="812"/>
                        </a:lnTo>
                        <a:lnTo>
                          <a:pt x="646" y="823"/>
                        </a:lnTo>
                        <a:lnTo>
                          <a:pt x="628" y="833"/>
                        </a:lnTo>
                        <a:lnTo>
                          <a:pt x="609" y="841"/>
                        </a:lnTo>
                        <a:lnTo>
                          <a:pt x="588" y="850"/>
                        </a:lnTo>
                        <a:lnTo>
                          <a:pt x="568" y="856"/>
                        </a:lnTo>
                        <a:lnTo>
                          <a:pt x="548" y="863"/>
                        </a:lnTo>
                        <a:lnTo>
                          <a:pt x="526" y="867"/>
                        </a:lnTo>
                        <a:lnTo>
                          <a:pt x="505" y="871"/>
                        </a:lnTo>
                        <a:lnTo>
                          <a:pt x="482" y="874"/>
                        </a:lnTo>
                        <a:lnTo>
                          <a:pt x="461" y="875"/>
                        </a:lnTo>
                        <a:lnTo>
                          <a:pt x="439" y="876"/>
                        </a:lnTo>
                        <a:lnTo>
                          <a:pt x="415" y="875"/>
                        </a:lnTo>
                        <a:lnTo>
                          <a:pt x="394" y="874"/>
                        </a:lnTo>
                        <a:lnTo>
                          <a:pt x="371" y="871"/>
                        </a:lnTo>
                        <a:lnTo>
                          <a:pt x="350" y="867"/>
                        </a:lnTo>
                        <a:lnTo>
                          <a:pt x="328" y="863"/>
                        </a:lnTo>
                        <a:lnTo>
                          <a:pt x="308" y="856"/>
                        </a:lnTo>
                        <a:lnTo>
                          <a:pt x="288" y="850"/>
                        </a:lnTo>
                        <a:lnTo>
                          <a:pt x="267" y="841"/>
                        </a:lnTo>
                        <a:lnTo>
                          <a:pt x="248" y="833"/>
                        </a:lnTo>
                        <a:lnTo>
                          <a:pt x="230" y="823"/>
                        </a:lnTo>
                        <a:lnTo>
                          <a:pt x="211" y="812"/>
                        </a:lnTo>
                        <a:lnTo>
                          <a:pt x="194" y="802"/>
                        </a:lnTo>
                        <a:lnTo>
                          <a:pt x="177" y="789"/>
                        </a:lnTo>
                        <a:lnTo>
                          <a:pt x="160" y="776"/>
                        </a:lnTo>
                        <a:lnTo>
                          <a:pt x="143" y="762"/>
                        </a:lnTo>
                        <a:lnTo>
                          <a:pt x="129" y="747"/>
                        </a:lnTo>
                        <a:lnTo>
                          <a:pt x="114" y="732"/>
                        </a:lnTo>
                        <a:lnTo>
                          <a:pt x="101" y="716"/>
                        </a:lnTo>
                        <a:lnTo>
                          <a:pt x="87" y="700"/>
                        </a:lnTo>
                        <a:lnTo>
                          <a:pt x="75" y="683"/>
                        </a:lnTo>
                        <a:lnTo>
                          <a:pt x="63" y="665"/>
                        </a:lnTo>
                        <a:lnTo>
                          <a:pt x="53" y="647"/>
                        </a:lnTo>
                        <a:lnTo>
                          <a:pt x="43" y="627"/>
                        </a:lnTo>
                        <a:lnTo>
                          <a:pt x="34" y="608"/>
                        </a:lnTo>
                        <a:lnTo>
                          <a:pt x="27" y="589"/>
                        </a:lnTo>
                        <a:lnTo>
                          <a:pt x="19" y="568"/>
                        </a:lnTo>
                        <a:lnTo>
                          <a:pt x="14" y="547"/>
                        </a:lnTo>
                        <a:lnTo>
                          <a:pt x="9" y="526"/>
                        </a:lnTo>
                        <a:lnTo>
                          <a:pt x="6" y="504"/>
                        </a:lnTo>
                        <a:lnTo>
                          <a:pt x="2" y="483"/>
                        </a:lnTo>
                        <a:lnTo>
                          <a:pt x="0" y="460"/>
                        </a:lnTo>
                        <a:lnTo>
                          <a:pt x="0" y="438"/>
                        </a:lnTo>
                        <a:lnTo>
                          <a:pt x="0" y="416"/>
                        </a:lnTo>
                        <a:lnTo>
                          <a:pt x="2" y="393"/>
                        </a:lnTo>
                        <a:lnTo>
                          <a:pt x="6" y="372"/>
                        </a:lnTo>
                        <a:lnTo>
                          <a:pt x="9" y="350"/>
                        </a:lnTo>
                        <a:lnTo>
                          <a:pt x="14" y="329"/>
                        </a:lnTo>
                        <a:lnTo>
                          <a:pt x="19" y="308"/>
                        </a:lnTo>
                        <a:lnTo>
                          <a:pt x="27" y="287"/>
                        </a:lnTo>
                        <a:lnTo>
                          <a:pt x="34" y="268"/>
                        </a:lnTo>
                        <a:lnTo>
                          <a:pt x="43" y="249"/>
                        </a:lnTo>
                        <a:lnTo>
                          <a:pt x="53" y="230"/>
                        </a:lnTo>
                        <a:lnTo>
                          <a:pt x="63" y="211"/>
                        </a:lnTo>
                        <a:lnTo>
                          <a:pt x="75" y="193"/>
                        </a:lnTo>
                        <a:lnTo>
                          <a:pt x="87" y="176"/>
                        </a:lnTo>
                        <a:lnTo>
                          <a:pt x="101" y="160"/>
                        </a:lnTo>
                        <a:lnTo>
                          <a:pt x="114" y="144"/>
                        </a:lnTo>
                        <a:lnTo>
                          <a:pt x="129" y="129"/>
                        </a:lnTo>
                        <a:lnTo>
                          <a:pt x="143" y="114"/>
                        </a:lnTo>
                        <a:lnTo>
                          <a:pt x="160" y="100"/>
                        </a:lnTo>
                        <a:lnTo>
                          <a:pt x="177" y="87"/>
                        </a:lnTo>
                        <a:lnTo>
                          <a:pt x="194" y="74"/>
                        </a:lnTo>
                        <a:lnTo>
                          <a:pt x="211" y="64"/>
                        </a:lnTo>
                        <a:lnTo>
                          <a:pt x="230" y="53"/>
                        </a:lnTo>
                        <a:lnTo>
                          <a:pt x="248" y="43"/>
                        </a:lnTo>
                        <a:lnTo>
                          <a:pt x="267" y="35"/>
                        </a:lnTo>
                        <a:lnTo>
                          <a:pt x="288" y="26"/>
                        </a:lnTo>
                        <a:lnTo>
                          <a:pt x="308" y="20"/>
                        </a:lnTo>
                        <a:lnTo>
                          <a:pt x="328" y="14"/>
                        </a:lnTo>
                        <a:lnTo>
                          <a:pt x="350" y="9"/>
                        </a:lnTo>
                        <a:lnTo>
                          <a:pt x="371" y="5"/>
                        </a:lnTo>
                        <a:lnTo>
                          <a:pt x="394" y="2"/>
                        </a:lnTo>
                        <a:lnTo>
                          <a:pt x="415" y="1"/>
                        </a:lnTo>
                        <a:lnTo>
                          <a:pt x="439" y="0"/>
                        </a:lnTo>
                        <a:close/>
                      </a:path>
                    </a:pathLst>
                  </a:custGeom>
                  <a:solidFill>
                    <a:srgbClr val="DC2B19"/>
                  </a:solidFill>
                  <a:ln>
                    <a:noFill/>
                  </a:ln>
                </p:spPr>
                <p:txBody>
                  <a:bodyPr/>
                  <a:lstStyle/>
                  <a:p>
                    <a:pPr>
                      <a:defRPr/>
                    </a:pPr>
                    <a:endParaRPr lang="en-US" sz="1050">
                      <a:latin typeface="+mj-lt"/>
                    </a:endParaRPr>
                  </a:p>
                </p:txBody>
              </p:sp>
              <p:sp>
                <p:nvSpPr>
                  <p:cNvPr id="41796" name="Freeform 51">
                    <a:extLst>
                      <a:ext uri="{FF2B5EF4-FFF2-40B4-BE49-F238E27FC236}">
                        <a16:creationId xmlns="" xmlns:a16="http://schemas.microsoft.com/office/drawing/2014/main" id="{70F03B3B-7687-6437-32E3-C00B60FA5B5A}"/>
                      </a:ext>
                    </a:extLst>
                  </p:cNvPr>
                  <p:cNvSpPr>
                    <a:spLocks/>
                  </p:cNvSpPr>
                  <p:nvPr/>
                </p:nvSpPr>
                <p:spPr bwMode="auto">
                  <a:xfrm>
                    <a:off x="2724" y="1791"/>
                    <a:ext cx="86" cy="85"/>
                  </a:xfrm>
                  <a:custGeom>
                    <a:avLst/>
                    <a:gdLst>
                      <a:gd name="T0" fmla="*/ 0 w 519"/>
                      <a:gd name="T1" fmla="*/ 0 h 521"/>
                      <a:gd name="T2" fmla="*/ 0 w 519"/>
                      <a:gd name="T3" fmla="*/ 0 h 521"/>
                      <a:gd name="T4" fmla="*/ 0 w 519"/>
                      <a:gd name="T5" fmla="*/ 0 h 521"/>
                      <a:gd name="T6" fmla="*/ 0 w 519"/>
                      <a:gd name="T7" fmla="*/ 0 h 521"/>
                      <a:gd name="T8" fmla="*/ 0 w 519"/>
                      <a:gd name="T9" fmla="*/ 0 h 521"/>
                      <a:gd name="T10" fmla="*/ 0 w 519"/>
                      <a:gd name="T11" fmla="*/ 0 h 521"/>
                      <a:gd name="T12" fmla="*/ 0 w 519"/>
                      <a:gd name="T13" fmla="*/ 0 h 521"/>
                      <a:gd name="T14" fmla="*/ 0 w 519"/>
                      <a:gd name="T15" fmla="*/ 0 h 521"/>
                      <a:gd name="T16" fmla="*/ 0 w 519"/>
                      <a:gd name="T17" fmla="*/ 0 h 521"/>
                      <a:gd name="T18" fmla="*/ 0 w 519"/>
                      <a:gd name="T19" fmla="*/ 0 h 521"/>
                      <a:gd name="T20" fmla="*/ 0 w 519"/>
                      <a:gd name="T21" fmla="*/ 0 h 521"/>
                      <a:gd name="T22" fmla="*/ 0 w 519"/>
                      <a:gd name="T23" fmla="*/ 0 h 521"/>
                      <a:gd name="T24" fmla="*/ 0 w 519"/>
                      <a:gd name="T25" fmla="*/ 0 h 521"/>
                      <a:gd name="T26" fmla="*/ 0 w 519"/>
                      <a:gd name="T27" fmla="*/ 0 h 521"/>
                      <a:gd name="T28" fmla="*/ 0 w 519"/>
                      <a:gd name="T29" fmla="*/ 0 h 521"/>
                      <a:gd name="T30" fmla="*/ 0 w 519"/>
                      <a:gd name="T31" fmla="*/ 0 h 521"/>
                      <a:gd name="T32" fmla="*/ 0 w 519"/>
                      <a:gd name="T33" fmla="*/ 0 h 521"/>
                      <a:gd name="T34" fmla="*/ 0 w 519"/>
                      <a:gd name="T35" fmla="*/ 0 h 521"/>
                      <a:gd name="T36" fmla="*/ 0 w 519"/>
                      <a:gd name="T37" fmla="*/ 0 h 521"/>
                      <a:gd name="T38" fmla="*/ 0 w 519"/>
                      <a:gd name="T39" fmla="*/ 0 h 521"/>
                      <a:gd name="T40" fmla="*/ 0 w 519"/>
                      <a:gd name="T41" fmla="*/ 0 h 521"/>
                      <a:gd name="T42" fmla="*/ 0 w 519"/>
                      <a:gd name="T43" fmla="*/ 0 h 521"/>
                      <a:gd name="T44" fmla="*/ 0 w 519"/>
                      <a:gd name="T45" fmla="*/ 0 h 521"/>
                      <a:gd name="T46" fmla="*/ 0 w 519"/>
                      <a:gd name="T47" fmla="*/ 0 h 521"/>
                      <a:gd name="T48" fmla="*/ 0 w 519"/>
                      <a:gd name="T49" fmla="*/ 0 h 521"/>
                      <a:gd name="T50" fmla="*/ 0 w 519"/>
                      <a:gd name="T51" fmla="*/ 0 h 521"/>
                      <a:gd name="T52" fmla="*/ 0 w 519"/>
                      <a:gd name="T53" fmla="*/ 0 h 521"/>
                      <a:gd name="T54" fmla="*/ 0 w 519"/>
                      <a:gd name="T55" fmla="*/ 0 h 521"/>
                      <a:gd name="T56" fmla="*/ 0 w 519"/>
                      <a:gd name="T57" fmla="*/ 0 h 521"/>
                      <a:gd name="T58" fmla="*/ 0 w 519"/>
                      <a:gd name="T59" fmla="*/ 0 h 521"/>
                      <a:gd name="T60" fmla="*/ 0 w 519"/>
                      <a:gd name="T61" fmla="*/ 0 h 521"/>
                      <a:gd name="T62" fmla="*/ 0 w 519"/>
                      <a:gd name="T63" fmla="*/ 0 h 521"/>
                      <a:gd name="T64" fmla="*/ 0 w 519"/>
                      <a:gd name="T65" fmla="*/ 0 h 521"/>
                      <a:gd name="T66" fmla="*/ 0 w 519"/>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9"/>
                      <a:gd name="T103" fmla="*/ 0 h 521"/>
                      <a:gd name="T104" fmla="*/ 519 w 519"/>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9" h="521">
                        <a:moveTo>
                          <a:pt x="519" y="521"/>
                        </a:moveTo>
                        <a:lnTo>
                          <a:pt x="519" y="521"/>
                        </a:lnTo>
                        <a:lnTo>
                          <a:pt x="518" y="494"/>
                        </a:lnTo>
                        <a:lnTo>
                          <a:pt x="516" y="469"/>
                        </a:lnTo>
                        <a:lnTo>
                          <a:pt x="513" y="442"/>
                        </a:lnTo>
                        <a:lnTo>
                          <a:pt x="508" y="416"/>
                        </a:lnTo>
                        <a:lnTo>
                          <a:pt x="502" y="392"/>
                        </a:lnTo>
                        <a:lnTo>
                          <a:pt x="496" y="367"/>
                        </a:lnTo>
                        <a:lnTo>
                          <a:pt x="487" y="342"/>
                        </a:lnTo>
                        <a:lnTo>
                          <a:pt x="479" y="319"/>
                        </a:lnTo>
                        <a:lnTo>
                          <a:pt x="468" y="295"/>
                        </a:lnTo>
                        <a:lnTo>
                          <a:pt x="456" y="273"/>
                        </a:lnTo>
                        <a:lnTo>
                          <a:pt x="443" y="252"/>
                        </a:lnTo>
                        <a:lnTo>
                          <a:pt x="430" y="230"/>
                        </a:lnTo>
                        <a:lnTo>
                          <a:pt x="415" y="210"/>
                        </a:lnTo>
                        <a:lnTo>
                          <a:pt x="400" y="191"/>
                        </a:lnTo>
                        <a:lnTo>
                          <a:pt x="383" y="171"/>
                        </a:lnTo>
                        <a:lnTo>
                          <a:pt x="366" y="153"/>
                        </a:lnTo>
                        <a:lnTo>
                          <a:pt x="348" y="136"/>
                        </a:lnTo>
                        <a:lnTo>
                          <a:pt x="330" y="120"/>
                        </a:lnTo>
                        <a:lnTo>
                          <a:pt x="310" y="105"/>
                        </a:lnTo>
                        <a:lnTo>
                          <a:pt x="289" y="90"/>
                        </a:lnTo>
                        <a:lnTo>
                          <a:pt x="269" y="76"/>
                        </a:lnTo>
                        <a:lnTo>
                          <a:pt x="247" y="64"/>
                        </a:lnTo>
                        <a:lnTo>
                          <a:pt x="224" y="53"/>
                        </a:lnTo>
                        <a:lnTo>
                          <a:pt x="202" y="42"/>
                        </a:lnTo>
                        <a:lnTo>
                          <a:pt x="178" y="32"/>
                        </a:lnTo>
                        <a:lnTo>
                          <a:pt x="154" y="24"/>
                        </a:lnTo>
                        <a:lnTo>
                          <a:pt x="129" y="17"/>
                        </a:lnTo>
                        <a:lnTo>
                          <a:pt x="103" y="12"/>
                        </a:lnTo>
                        <a:lnTo>
                          <a:pt x="78" y="7"/>
                        </a:lnTo>
                        <a:lnTo>
                          <a:pt x="52" y="3"/>
                        </a:lnTo>
                        <a:lnTo>
                          <a:pt x="25" y="1"/>
                        </a:lnTo>
                        <a:lnTo>
                          <a:pt x="0" y="0"/>
                        </a:lnTo>
                        <a:lnTo>
                          <a:pt x="0" y="165"/>
                        </a:lnTo>
                        <a:lnTo>
                          <a:pt x="18" y="166"/>
                        </a:lnTo>
                        <a:lnTo>
                          <a:pt x="36" y="167"/>
                        </a:lnTo>
                        <a:lnTo>
                          <a:pt x="53" y="169"/>
                        </a:lnTo>
                        <a:lnTo>
                          <a:pt x="71" y="172"/>
                        </a:lnTo>
                        <a:lnTo>
                          <a:pt x="87" y="177"/>
                        </a:lnTo>
                        <a:lnTo>
                          <a:pt x="104" y="181"/>
                        </a:lnTo>
                        <a:lnTo>
                          <a:pt x="121" y="186"/>
                        </a:lnTo>
                        <a:lnTo>
                          <a:pt x="137" y="193"/>
                        </a:lnTo>
                        <a:lnTo>
                          <a:pt x="152" y="200"/>
                        </a:lnTo>
                        <a:lnTo>
                          <a:pt x="168" y="208"/>
                        </a:lnTo>
                        <a:lnTo>
                          <a:pt x="183" y="216"/>
                        </a:lnTo>
                        <a:lnTo>
                          <a:pt x="197" y="226"/>
                        </a:lnTo>
                        <a:lnTo>
                          <a:pt x="211" y="236"/>
                        </a:lnTo>
                        <a:lnTo>
                          <a:pt x="225" y="246"/>
                        </a:lnTo>
                        <a:lnTo>
                          <a:pt x="238" y="258"/>
                        </a:lnTo>
                        <a:lnTo>
                          <a:pt x="251" y="270"/>
                        </a:lnTo>
                        <a:lnTo>
                          <a:pt x="263" y="283"/>
                        </a:lnTo>
                        <a:lnTo>
                          <a:pt x="273" y="295"/>
                        </a:lnTo>
                        <a:lnTo>
                          <a:pt x="284" y="308"/>
                        </a:lnTo>
                        <a:lnTo>
                          <a:pt x="294" y="322"/>
                        </a:lnTo>
                        <a:lnTo>
                          <a:pt x="303" y="337"/>
                        </a:lnTo>
                        <a:lnTo>
                          <a:pt x="312" y="352"/>
                        </a:lnTo>
                        <a:lnTo>
                          <a:pt x="319" y="367"/>
                        </a:lnTo>
                        <a:lnTo>
                          <a:pt x="327" y="383"/>
                        </a:lnTo>
                        <a:lnTo>
                          <a:pt x="333" y="399"/>
                        </a:lnTo>
                        <a:lnTo>
                          <a:pt x="338" y="415"/>
                        </a:lnTo>
                        <a:lnTo>
                          <a:pt x="344" y="432"/>
                        </a:lnTo>
                        <a:lnTo>
                          <a:pt x="348" y="449"/>
                        </a:lnTo>
                        <a:lnTo>
                          <a:pt x="350" y="466"/>
                        </a:lnTo>
                        <a:lnTo>
                          <a:pt x="353" y="485"/>
                        </a:lnTo>
                        <a:lnTo>
                          <a:pt x="354" y="503"/>
                        </a:lnTo>
                        <a:lnTo>
                          <a:pt x="354" y="521"/>
                        </a:lnTo>
                        <a:lnTo>
                          <a:pt x="519" y="521"/>
                        </a:lnTo>
                        <a:close/>
                      </a:path>
                    </a:pathLst>
                  </a:custGeom>
                  <a:solidFill>
                    <a:srgbClr val="EF2B2F"/>
                  </a:solidFill>
                  <a:ln>
                    <a:noFill/>
                  </a:ln>
                </p:spPr>
                <p:txBody>
                  <a:bodyPr/>
                  <a:lstStyle/>
                  <a:p>
                    <a:pPr>
                      <a:defRPr/>
                    </a:pPr>
                    <a:endParaRPr lang="en-US" sz="1050">
                      <a:latin typeface="+mj-lt"/>
                    </a:endParaRPr>
                  </a:p>
                </p:txBody>
              </p:sp>
              <p:sp>
                <p:nvSpPr>
                  <p:cNvPr id="41797" name="Freeform 52">
                    <a:extLst>
                      <a:ext uri="{FF2B5EF4-FFF2-40B4-BE49-F238E27FC236}">
                        <a16:creationId xmlns="" xmlns:a16="http://schemas.microsoft.com/office/drawing/2014/main" id="{AA1D7763-6530-7CF3-B166-8E2797E2E400}"/>
                      </a:ext>
                    </a:extLst>
                  </p:cNvPr>
                  <p:cNvSpPr>
                    <a:spLocks/>
                  </p:cNvSpPr>
                  <p:nvPr/>
                </p:nvSpPr>
                <p:spPr bwMode="auto">
                  <a:xfrm>
                    <a:off x="2724" y="1876"/>
                    <a:ext cx="86" cy="89"/>
                  </a:xfrm>
                  <a:custGeom>
                    <a:avLst/>
                    <a:gdLst>
                      <a:gd name="T0" fmla="*/ 0 w 519"/>
                      <a:gd name="T1" fmla="*/ 0 h 521"/>
                      <a:gd name="T2" fmla="*/ 0 w 519"/>
                      <a:gd name="T3" fmla="*/ 0 h 521"/>
                      <a:gd name="T4" fmla="*/ 0 w 519"/>
                      <a:gd name="T5" fmla="*/ 0 h 521"/>
                      <a:gd name="T6" fmla="*/ 0 w 519"/>
                      <a:gd name="T7" fmla="*/ 0 h 521"/>
                      <a:gd name="T8" fmla="*/ 0 w 519"/>
                      <a:gd name="T9" fmla="*/ 0 h 521"/>
                      <a:gd name="T10" fmla="*/ 0 w 519"/>
                      <a:gd name="T11" fmla="*/ 0 h 521"/>
                      <a:gd name="T12" fmla="*/ 0 w 519"/>
                      <a:gd name="T13" fmla="*/ 0 h 521"/>
                      <a:gd name="T14" fmla="*/ 0 w 519"/>
                      <a:gd name="T15" fmla="*/ 0 h 521"/>
                      <a:gd name="T16" fmla="*/ 0 w 519"/>
                      <a:gd name="T17" fmla="*/ 0 h 521"/>
                      <a:gd name="T18" fmla="*/ 0 w 519"/>
                      <a:gd name="T19" fmla="*/ 0 h 521"/>
                      <a:gd name="T20" fmla="*/ 0 w 519"/>
                      <a:gd name="T21" fmla="*/ 0 h 521"/>
                      <a:gd name="T22" fmla="*/ 0 w 519"/>
                      <a:gd name="T23" fmla="*/ 0 h 521"/>
                      <a:gd name="T24" fmla="*/ 0 w 519"/>
                      <a:gd name="T25" fmla="*/ 0 h 521"/>
                      <a:gd name="T26" fmla="*/ 0 w 519"/>
                      <a:gd name="T27" fmla="*/ 0 h 521"/>
                      <a:gd name="T28" fmla="*/ 0 w 519"/>
                      <a:gd name="T29" fmla="*/ 0 h 521"/>
                      <a:gd name="T30" fmla="*/ 0 w 519"/>
                      <a:gd name="T31" fmla="*/ 0 h 521"/>
                      <a:gd name="T32" fmla="*/ 0 w 519"/>
                      <a:gd name="T33" fmla="*/ 0 h 521"/>
                      <a:gd name="T34" fmla="*/ 0 w 519"/>
                      <a:gd name="T35" fmla="*/ 0 h 521"/>
                      <a:gd name="T36" fmla="*/ 0 w 519"/>
                      <a:gd name="T37" fmla="*/ 0 h 521"/>
                      <a:gd name="T38" fmla="*/ 0 w 519"/>
                      <a:gd name="T39" fmla="*/ 0 h 521"/>
                      <a:gd name="T40" fmla="*/ 0 w 519"/>
                      <a:gd name="T41" fmla="*/ 0 h 521"/>
                      <a:gd name="T42" fmla="*/ 0 w 519"/>
                      <a:gd name="T43" fmla="*/ 0 h 521"/>
                      <a:gd name="T44" fmla="*/ 0 w 519"/>
                      <a:gd name="T45" fmla="*/ 0 h 521"/>
                      <a:gd name="T46" fmla="*/ 0 w 519"/>
                      <a:gd name="T47" fmla="*/ 0 h 521"/>
                      <a:gd name="T48" fmla="*/ 0 w 519"/>
                      <a:gd name="T49" fmla="*/ 0 h 521"/>
                      <a:gd name="T50" fmla="*/ 0 w 519"/>
                      <a:gd name="T51" fmla="*/ 0 h 521"/>
                      <a:gd name="T52" fmla="*/ 0 w 519"/>
                      <a:gd name="T53" fmla="*/ 0 h 521"/>
                      <a:gd name="T54" fmla="*/ 0 w 519"/>
                      <a:gd name="T55" fmla="*/ 0 h 521"/>
                      <a:gd name="T56" fmla="*/ 0 w 519"/>
                      <a:gd name="T57" fmla="*/ 0 h 521"/>
                      <a:gd name="T58" fmla="*/ 0 w 519"/>
                      <a:gd name="T59" fmla="*/ 0 h 521"/>
                      <a:gd name="T60" fmla="*/ 0 w 519"/>
                      <a:gd name="T61" fmla="*/ 0 h 521"/>
                      <a:gd name="T62" fmla="*/ 0 w 519"/>
                      <a:gd name="T63" fmla="*/ 0 h 521"/>
                      <a:gd name="T64" fmla="*/ 0 w 519"/>
                      <a:gd name="T65" fmla="*/ 0 h 521"/>
                      <a:gd name="T66" fmla="*/ 0 w 519"/>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9"/>
                      <a:gd name="T103" fmla="*/ 0 h 521"/>
                      <a:gd name="T104" fmla="*/ 519 w 519"/>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9" h="521">
                        <a:moveTo>
                          <a:pt x="0" y="521"/>
                        </a:moveTo>
                        <a:lnTo>
                          <a:pt x="0" y="521"/>
                        </a:lnTo>
                        <a:lnTo>
                          <a:pt x="25" y="520"/>
                        </a:lnTo>
                        <a:lnTo>
                          <a:pt x="52" y="518"/>
                        </a:lnTo>
                        <a:lnTo>
                          <a:pt x="78" y="514"/>
                        </a:lnTo>
                        <a:lnTo>
                          <a:pt x="103" y="509"/>
                        </a:lnTo>
                        <a:lnTo>
                          <a:pt x="129" y="504"/>
                        </a:lnTo>
                        <a:lnTo>
                          <a:pt x="154" y="497"/>
                        </a:lnTo>
                        <a:lnTo>
                          <a:pt x="178" y="489"/>
                        </a:lnTo>
                        <a:lnTo>
                          <a:pt x="201" y="479"/>
                        </a:lnTo>
                        <a:lnTo>
                          <a:pt x="224" y="468"/>
                        </a:lnTo>
                        <a:lnTo>
                          <a:pt x="247" y="457"/>
                        </a:lnTo>
                        <a:lnTo>
                          <a:pt x="269" y="445"/>
                        </a:lnTo>
                        <a:lnTo>
                          <a:pt x="289" y="431"/>
                        </a:lnTo>
                        <a:lnTo>
                          <a:pt x="310" y="417"/>
                        </a:lnTo>
                        <a:lnTo>
                          <a:pt x="330" y="401"/>
                        </a:lnTo>
                        <a:lnTo>
                          <a:pt x="348" y="385"/>
                        </a:lnTo>
                        <a:lnTo>
                          <a:pt x="366" y="368"/>
                        </a:lnTo>
                        <a:lnTo>
                          <a:pt x="383" y="350"/>
                        </a:lnTo>
                        <a:lnTo>
                          <a:pt x="400" y="330"/>
                        </a:lnTo>
                        <a:lnTo>
                          <a:pt x="415" y="311"/>
                        </a:lnTo>
                        <a:lnTo>
                          <a:pt x="430" y="291"/>
                        </a:lnTo>
                        <a:lnTo>
                          <a:pt x="443" y="269"/>
                        </a:lnTo>
                        <a:lnTo>
                          <a:pt x="456" y="248"/>
                        </a:lnTo>
                        <a:lnTo>
                          <a:pt x="468" y="226"/>
                        </a:lnTo>
                        <a:lnTo>
                          <a:pt x="479" y="202"/>
                        </a:lnTo>
                        <a:lnTo>
                          <a:pt x="487" y="179"/>
                        </a:lnTo>
                        <a:lnTo>
                          <a:pt x="496" y="154"/>
                        </a:lnTo>
                        <a:lnTo>
                          <a:pt x="502" y="129"/>
                        </a:lnTo>
                        <a:lnTo>
                          <a:pt x="508" y="105"/>
                        </a:lnTo>
                        <a:lnTo>
                          <a:pt x="513" y="79"/>
                        </a:lnTo>
                        <a:lnTo>
                          <a:pt x="516" y="52"/>
                        </a:lnTo>
                        <a:lnTo>
                          <a:pt x="518" y="27"/>
                        </a:lnTo>
                        <a:lnTo>
                          <a:pt x="519" y="0"/>
                        </a:lnTo>
                        <a:lnTo>
                          <a:pt x="354" y="0"/>
                        </a:lnTo>
                        <a:lnTo>
                          <a:pt x="354" y="18"/>
                        </a:lnTo>
                        <a:lnTo>
                          <a:pt x="353" y="36"/>
                        </a:lnTo>
                        <a:lnTo>
                          <a:pt x="350" y="55"/>
                        </a:lnTo>
                        <a:lnTo>
                          <a:pt x="348" y="72"/>
                        </a:lnTo>
                        <a:lnTo>
                          <a:pt x="344" y="89"/>
                        </a:lnTo>
                        <a:lnTo>
                          <a:pt x="338" y="106"/>
                        </a:lnTo>
                        <a:lnTo>
                          <a:pt x="333" y="122"/>
                        </a:lnTo>
                        <a:lnTo>
                          <a:pt x="327" y="138"/>
                        </a:lnTo>
                        <a:lnTo>
                          <a:pt x="319" y="154"/>
                        </a:lnTo>
                        <a:lnTo>
                          <a:pt x="312" y="169"/>
                        </a:lnTo>
                        <a:lnTo>
                          <a:pt x="303" y="184"/>
                        </a:lnTo>
                        <a:lnTo>
                          <a:pt x="294" y="199"/>
                        </a:lnTo>
                        <a:lnTo>
                          <a:pt x="284" y="213"/>
                        </a:lnTo>
                        <a:lnTo>
                          <a:pt x="273" y="226"/>
                        </a:lnTo>
                        <a:lnTo>
                          <a:pt x="263" y="240"/>
                        </a:lnTo>
                        <a:lnTo>
                          <a:pt x="251" y="251"/>
                        </a:lnTo>
                        <a:lnTo>
                          <a:pt x="238" y="263"/>
                        </a:lnTo>
                        <a:lnTo>
                          <a:pt x="225" y="275"/>
                        </a:lnTo>
                        <a:lnTo>
                          <a:pt x="211" y="286"/>
                        </a:lnTo>
                        <a:lnTo>
                          <a:pt x="197" y="295"/>
                        </a:lnTo>
                        <a:lnTo>
                          <a:pt x="183" y="305"/>
                        </a:lnTo>
                        <a:lnTo>
                          <a:pt x="168" y="313"/>
                        </a:lnTo>
                        <a:lnTo>
                          <a:pt x="152" y="321"/>
                        </a:lnTo>
                        <a:lnTo>
                          <a:pt x="137" y="328"/>
                        </a:lnTo>
                        <a:lnTo>
                          <a:pt x="121" y="335"/>
                        </a:lnTo>
                        <a:lnTo>
                          <a:pt x="104" y="340"/>
                        </a:lnTo>
                        <a:lnTo>
                          <a:pt x="88" y="345"/>
                        </a:lnTo>
                        <a:lnTo>
                          <a:pt x="71" y="349"/>
                        </a:lnTo>
                        <a:lnTo>
                          <a:pt x="53" y="352"/>
                        </a:lnTo>
                        <a:lnTo>
                          <a:pt x="36" y="354"/>
                        </a:lnTo>
                        <a:lnTo>
                          <a:pt x="18" y="355"/>
                        </a:lnTo>
                        <a:lnTo>
                          <a:pt x="0" y="356"/>
                        </a:lnTo>
                        <a:lnTo>
                          <a:pt x="0" y="521"/>
                        </a:lnTo>
                        <a:close/>
                      </a:path>
                    </a:pathLst>
                  </a:custGeom>
                  <a:solidFill>
                    <a:srgbClr val="EF2B2F"/>
                  </a:solidFill>
                  <a:ln>
                    <a:noFill/>
                  </a:ln>
                </p:spPr>
                <p:txBody>
                  <a:bodyPr/>
                  <a:lstStyle/>
                  <a:p>
                    <a:pPr>
                      <a:defRPr/>
                    </a:pPr>
                    <a:endParaRPr lang="en-US" sz="1050">
                      <a:latin typeface="+mj-lt"/>
                    </a:endParaRPr>
                  </a:p>
                </p:txBody>
              </p:sp>
              <p:sp>
                <p:nvSpPr>
                  <p:cNvPr id="41798" name="Freeform 53">
                    <a:extLst>
                      <a:ext uri="{FF2B5EF4-FFF2-40B4-BE49-F238E27FC236}">
                        <a16:creationId xmlns="" xmlns:a16="http://schemas.microsoft.com/office/drawing/2014/main" id="{E4499668-A8D9-47B0-8AFD-6D44D74220CC}"/>
                      </a:ext>
                    </a:extLst>
                  </p:cNvPr>
                  <p:cNvSpPr>
                    <a:spLocks/>
                  </p:cNvSpPr>
                  <p:nvPr/>
                </p:nvSpPr>
                <p:spPr bwMode="auto">
                  <a:xfrm>
                    <a:off x="2634" y="1876"/>
                    <a:ext cx="90" cy="89"/>
                  </a:xfrm>
                  <a:custGeom>
                    <a:avLst/>
                    <a:gdLst>
                      <a:gd name="T0" fmla="*/ 0 w 521"/>
                      <a:gd name="T1" fmla="*/ 0 h 521"/>
                      <a:gd name="T2" fmla="*/ 0 w 521"/>
                      <a:gd name="T3" fmla="*/ 0 h 521"/>
                      <a:gd name="T4" fmla="*/ 0 w 521"/>
                      <a:gd name="T5" fmla="*/ 0 h 521"/>
                      <a:gd name="T6" fmla="*/ 0 w 521"/>
                      <a:gd name="T7" fmla="*/ 0 h 521"/>
                      <a:gd name="T8" fmla="*/ 0 w 521"/>
                      <a:gd name="T9" fmla="*/ 0 h 521"/>
                      <a:gd name="T10" fmla="*/ 0 w 521"/>
                      <a:gd name="T11" fmla="*/ 0 h 521"/>
                      <a:gd name="T12" fmla="*/ 0 w 521"/>
                      <a:gd name="T13" fmla="*/ 0 h 521"/>
                      <a:gd name="T14" fmla="*/ 0 w 521"/>
                      <a:gd name="T15" fmla="*/ 0 h 521"/>
                      <a:gd name="T16" fmla="*/ 0 w 521"/>
                      <a:gd name="T17" fmla="*/ 0 h 521"/>
                      <a:gd name="T18" fmla="*/ 0 w 521"/>
                      <a:gd name="T19" fmla="*/ 0 h 521"/>
                      <a:gd name="T20" fmla="*/ 0 w 521"/>
                      <a:gd name="T21" fmla="*/ 0 h 521"/>
                      <a:gd name="T22" fmla="*/ 0 w 521"/>
                      <a:gd name="T23" fmla="*/ 0 h 521"/>
                      <a:gd name="T24" fmla="*/ 0 w 521"/>
                      <a:gd name="T25" fmla="*/ 0 h 521"/>
                      <a:gd name="T26" fmla="*/ 0 w 521"/>
                      <a:gd name="T27" fmla="*/ 0 h 521"/>
                      <a:gd name="T28" fmla="*/ 0 w 521"/>
                      <a:gd name="T29" fmla="*/ 0 h 521"/>
                      <a:gd name="T30" fmla="*/ 0 w 521"/>
                      <a:gd name="T31" fmla="*/ 0 h 521"/>
                      <a:gd name="T32" fmla="*/ 0 w 521"/>
                      <a:gd name="T33" fmla="*/ 0 h 521"/>
                      <a:gd name="T34" fmla="*/ 0 w 521"/>
                      <a:gd name="T35" fmla="*/ 0 h 521"/>
                      <a:gd name="T36" fmla="*/ 0 w 521"/>
                      <a:gd name="T37" fmla="*/ 0 h 521"/>
                      <a:gd name="T38" fmla="*/ 0 w 521"/>
                      <a:gd name="T39" fmla="*/ 0 h 521"/>
                      <a:gd name="T40" fmla="*/ 0 w 521"/>
                      <a:gd name="T41" fmla="*/ 0 h 521"/>
                      <a:gd name="T42" fmla="*/ 0 w 521"/>
                      <a:gd name="T43" fmla="*/ 0 h 521"/>
                      <a:gd name="T44" fmla="*/ 0 w 521"/>
                      <a:gd name="T45" fmla="*/ 0 h 521"/>
                      <a:gd name="T46" fmla="*/ 0 w 521"/>
                      <a:gd name="T47" fmla="*/ 0 h 521"/>
                      <a:gd name="T48" fmla="*/ 0 w 521"/>
                      <a:gd name="T49" fmla="*/ 0 h 521"/>
                      <a:gd name="T50" fmla="*/ 0 w 521"/>
                      <a:gd name="T51" fmla="*/ 0 h 521"/>
                      <a:gd name="T52" fmla="*/ 0 w 521"/>
                      <a:gd name="T53" fmla="*/ 0 h 521"/>
                      <a:gd name="T54" fmla="*/ 0 w 521"/>
                      <a:gd name="T55" fmla="*/ 0 h 521"/>
                      <a:gd name="T56" fmla="*/ 0 w 521"/>
                      <a:gd name="T57" fmla="*/ 0 h 521"/>
                      <a:gd name="T58" fmla="*/ 0 w 521"/>
                      <a:gd name="T59" fmla="*/ 0 h 521"/>
                      <a:gd name="T60" fmla="*/ 0 w 521"/>
                      <a:gd name="T61" fmla="*/ 0 h 521"/>
                      <a:gd name="T62" fmla="*/ 0 w 521"/>
                      <a:gd name="T63" fmla="*/ 0 h 521"/>
                      <a:gd name="T64" fmla="*/ 0 w 521"/>
                      <a:gd name="T65" fmla="*/ 0 h 521"/>
                      <a:gd name="T66" fmla="*/ 0 w 521"/>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1"/>
                      <a:gd name="T104" fmla="*/ 521 w 521"/>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1">
                        <a:moveTo>
                          <a:pt x="0" y="0"/>
                        </a:moveTo>
                        <a:lnTo>
                          <a:pt x="0" y="0"/>
                        </a:lnTo>
                        <a:lnTo>
                          <a:pt x="1" y="27"/>
                        </a:lnTo>
                        <a:lnTo>
                          <a:pt x="3" y="52"/>
                        </a:lnTo>
                        <a:lnTo>
                          <a:pt x="6" y="79"/>
                        </a:lnTo>
                        <a:lnTo>
                          <a:pt x="11" y="105"/>
                        </a:lnTo>
                        <a:lnTo>
                          <a:pt x="16" y="129"/>
                        </a:lnTo>
                        <a:lnTo>
                          <a:pt x="23" y="154"/>
                        </a:lnTo>
                        <a:lnTo>
                          <a:pt x="32" y="179"/>
                        </a:lnTo>
                        <a:lnTo>
                          <a:pt x="41" y="202"/>
                        </a:lnTo>
                        <a:lnTo>
                          <a:pt x="51" y="226"/>
                        </a:lnTo>
                        <a:lnTo>
                          <a:pt x="63" y="248"/>
                        </a:lnTo>
                        <a:lnTo>
                          <a:pt x="76" y="269"/>
                        </a:lnTo>
                        <a:lnTo>
                          <a:pt x="89" y="291"/>
                        </a:lnTo>
                        <a:lnTo>
                          <a:pt x="104" y="311"/>
                        </a:lnTo>
                        <a:lnTo>
                          <a:pt x="119" y="330"/>
                        </a:lnTo>
                        <a:lnTo>
                          <a:pt x="136" y="350"/>
                        </a:lnTo>
                        <a:lnTo>
                          <a:pt x="153" y="368"/>
                        </a:lnTo>
                        <a:lnTo>
                          <a:pt x="171" y="385"/>
                        </a:lnTo>
                        <a:lnTo>
                          <a:pt x="189" y="401"/>
                        </a:lnTo>
                        <a:lnTo>
                          <a:pt x="209" y="417"/>
                        </a:lnTo>
                        <a:lnTo>
                          <a:pt x="230" y="431"/>
                        </a:lnTo>
                        <a:lnTo>
                          <a:pt x="250" y="445"/>
                        </a:lnTo>
                        <a:lnTo>
                          <a:pt x="273" y="457"/>
                        </a:lnTo>
                        <a:lnTo>
                          <a:pt x="295" y="468"/>
                        </a:lnTo>
                        <a:lnTo>
                          <a:pt x="318" y="479"/>
                        </a:lnTo>
                        <a:lnTo>
                          <a:pt x="341" y="489"/>
                        </a:lnTo>
                        <a:lnTo>
                          <a:pt x="366" y="497"/>
                        </a:lnTo>
                        <a:lnTo>
                          <a:pt x="390" y="504"/>
                        </a:lnTo>
                        <a:lnTo>
                          <a:pt x="416" y="509"/>
                        </a:lnTo>
                        <a:lnTo>
                          <a:pt x="441" y="514"/>
                        </a:lnTo>
                        <a:lnTo>
                          <a:pt x="467" y="518"/>
                        </a:lnTo>
                        <a:lnTo>
                          <a:pt x="494" y="520"/>
                        </a:lnTo>
                        <a:lnTo>
                          <a:pt x="521" y="521"/>
                        </a:lnTo>
                        <a:lnTo>
                          <a:pt x="521" y="356"/>
                        </a:lnTo>
                        <a:lnTo>
                          <a:pt x="501" y="355"/>
                        </a:lnTo>
                        <a:lnTo>
                          <a:pt x="483" y="354"/>
                        </a:lnTo>
                        <a:lnTo>
                          <a:pt x="466" y="352"/>
                        </a:lnTo>
                        <a:lnTo>
                          <a:pt x="448" y="349"/>
                        </a:lnTo>
                        <a:lnTo>
                          <a:pt x="431" y="344"/>
                        </a:lnTo>
                        <a:lnTo>
                          <a:pt x="415" y="340"/>
                        </a:lnTo>
                        <a:lnTo>
                          <a:pt x="398" y="335"/>
                        </a:lnTo>
                        <a:lnTo>
                          <a:pt x="382" y="328"/>
                        </a:lnTo>
                        <a:lnTo>
                          <a:pt x="367" y="321"/>
                        </a:lnTo>
                        <a:lnTo>
                          <a:pt x="351" y="313"/>
                        </a:lnTo>
                        <a:lnTo>
                          <a:pt x="336" y="305"/>
                        </a:lnTo>
                        <a:lnTo>
                          <a:pt x="322" y="295"/>
                        </a:lnTo>
                        <a:lnTo>
                          <a:pt x="308" y="286"/>
                        </a:lnTo>
                        <a:lnTo>
                          <a:pt x="294" y="275"/>
                        </a:lnTo>
                        <a:lnTo>
                          <a:pt x="281" y="263"/>
                        </a:lnTo>
                        <a:lnTo>
                          <a:pt x="268" y="251"/>
                        </a:lnTo>
                        <a:lnTo>
                          <a:pt x="256" y="240"/>
                        </a:lnTo>
                        <a:lnTo>
                          <a:pt x="246" y="226"/>
                        </a:lnTo>
                        <a:lnTo>
                          <a:pt x="235" y="213"/>
                        </a:lnTo>
                        <a:lnTo>
                          <a:pt x="225" y="199"/>
                        </a:lnTo>
                        <a:lnTo>
                          <a:pt x="216" y="184"/>
                        </a:lnTo>
                        <a:lnTo>
                          <a:pt x="207" y="169"/>
                        </a:lnTo>
                        <a:lnTo>
                          <a:pt x="199" y="154"/>
                        </a:lnTo>
                        <a:lnTo>
                          <a:pt x="192" y="138"/>
                        </a:lnTo>
                        <a:lnTo>
                          <a:pt x="186" y="122"/>
                        </a:lnTo>
                        <a:lnTo>
                          <a:pt x="181" y="106"/>
                        </a:lnTo>
                        <a:lnTo>
                          <a:pt x="175" y="89"/>
                        </a:lnTo>
                        <a:lnTo>
                          <a:pt x="171" y="72"/>
                        </a:lnTo>
                        <a:lnTo>
                          <a:pt x="169" y="55"/>
                        </a:lnTo>
                        <a:lnTo>
                          <a:pt x="166" y="36"/>
                        </a:lnTo>
                        <a:lnTo>
                          <a:pt x="165" y="18"/>
                        </a:lnTo>
                        <a:lnTo>
                          <a:pt x="165" y="0"/>
                        </a:lnTo>
                        <a:lnTo>
                          <a:pt x="0" y="0"/>
                        </a:lnTo>
                        <a:close/>
                      </a:path>
                    </a:pathLst>
                  </a:custGeom>
                  <a:solidFill>
                    <a:srgbClr val="EF2B2F"/>
                  </a:solidFill>
                  <a:ln>
                    <a:noFill/>
                  </a:ln>
                </p:spPr>
                <p:txBody>
                  <a:bodyPr/>
                  <a:lstStyle/>
                  <a:p>
                    <a:pPr>
                      <a:defRPr/>
                    </a:pPr>
                    <a:endParaRPr lang="en-US" sz="1050">
                      <a:latin typeface="+mj-lt"/>
                    </a:endParaRPr>
                  </a:p>
                </p:txBody>
              </p:sp>
              <p:sp>
                <p:nvSpPr>
                  <p:cNvPr id="41799" name="Freeform 54">
                    <a:extLst>
                      <a:ext uri="{FF2B5EF4-FFF2-40B4-BE49-F238E27FC236}">
                        <a16:creationId xmlns="" xmlns:a16="http://schemas.microsoft.com/office/drawing/2014/main" id="{2A532957-A96C-7B61-C991-11A456325939}"/>
                      </a:ext>
                    </a:extLst>
                  </p:cNvPr>
                  <p:cNvSpPr>
                    <a:spLocks/>
                  </p:cNvSpPr>
                  <p:nvPr/>
                </p:nvSpPr>
                <p:spPr bwMode="auto">
                  <a:xfrm>
                    <a:off x="2634" y="1791"/>
                    <a:ext cx="90" cy="85"/>
                  </a:xfrm>
                  <a:custGeom>
                    <a:avLst/>
                    <a:gdLst>
                      <a:gd name="T0" fmla="*/ 0 w 521"/>
                      <a:gd name="T1" fmla="*/ 0 h 521"/>
                      <a:gd name="T2" fmla="*/ 0 w 521"/>
                      <a:gd name="T3" fmla="*/ 0 h 521"/>
                      <a:gd name="T4" fmla="*/ 0 w 521"/>
                      <a:gd name="T5" fmla="*/ 0 h 521"/>
                      <a:gd name="T6" fmla="*/ 0 w 521"/>
                      <a:gd name="T7" fmla="*/ 0 h 521"/>
                      <a:gd name="T8" fmla="*/ 0 w 521"/>
                      <a:gd name="T9" fmla="*/ 0 h 521"/>
                      <a:gd name="T10" fmla="*/ 0 w 521"/>
                      <a:gd name="T11" fmla="*/ 0 h 521"/>
                      <a:gd name="T12" fmla="*/ 0 w 521"/>
                      <a:gd name="T13" fmla="*/ 0 h 521"/>
                      <a:gd name="T14" fmla="*/ 0 w 521"/>
                      <a:gd name="T15" fmla="*/ 0 h 521"/>
                      <a:gd name="T16" fmla="*/ 0 w 521"/>
                      <a:gd name="T17" fmla="*/ 0 h 521"/>
                      <a:gd name="T18" fmla="*/ 0 w 521"/>
                      <a:gd name="T19" fmla="*/ 0 h 521"/>
                      <a:gd name="T20" fmla="*/ 0 w 521"/>
                      <a:gd name="T21" fmla="*/ 0 h 521"/>
                      <a:gd name="T22" fmla="*/ 0 w 521"/>
                      <a:gd name="T23" fmla="*/ 0 h 521"/>
                      <a:gd name="T24" fmla="*/ 0 w 521"/>
                      <a:gd name="T25" fmla="*/ 0 h 521"/>
                      <a:gd name="T26" fmla="*/ 0 w 521"/>
                      <a:gd name="T27" fmla="*/ 0 h 521"/>
                      <a:gd name="T28" fmla="*/ 0 w 521"/>
                      <a:gd name="T29" fmla="*/ 0 h 521"/>
                      <a:gd name="T30" fmla="*/ 0 w 521"/>
                      <a:gd name="T31" fmla="*/ 0 h 521"/>
                      <a:gd name="T32" fmla="*/ 0 w 521"/>
                      <a:gd name="T33" fmla="*/ 0 h 521"/>
                      <a:gd name="T34" fmla="*/ 0 w 521"/>
                      <a:gd name="T35" fmla="*/ 0 h 521"/>
                      <a:gd name="T36" fmla="*/ 0 w 521"/>
                      <a:gd name="T37" fmla="*/ 0 h 521"/>
                      <a:gd name="T38" fmla="*/ 0 w 521"/>
                      <a:gd name="T39" fmla="*/ 0 h 521"/>
                      <a:gd name="T40" fmla="*/ 0 w 521"/>
                      <a:gd name="T41" fmla="*/ 0 h 521"/>
                      <a:gd name="T42" fmla="*/ 0 w 521"/>
                      <a:gd name="T43" fmla="*/ 0 h 521"/>
                      <a:gd name="T44" fmla="*/ 0 w 521"/>
                      <a:gd name="T45" fmla="*/ 0 h 521"/>
                      <a:gd name="T46" fmla="*/ 0 w 521"/>
                      <a:gd name="T47" fmla="*/ 0 h 521"/>
                      <a:gd name="T48" fmla="*/ 0 w 521"/>
                      <a:gd name="T49" fmla="*/ 0 h 521"/>
                      <a:gd name="T50" fmla="*/ 0 w 521"/>
                      <a:gd name="T51" fmla="*/ 0 h 521"/>
                      <a:gd name="T52" fmla="*/ 0 w 521"/>
                      <a:gd name="T53" fmla="*/ 0 h 521"/>
                      <a:gd name="T54" fmla="*/ 0 w 521"/>
                      <a:gd name="T55" fmla="*/ 0 h 521"/>
                      <a:gd name="T56" fmla="*/ 0 w 521"/>
                      <a:gd name="T57" fmla="*/ 0 h 521"/>
                      <a:gd name="T58" fmla="*/ 0 w 521"/>
                      <a:gd name="T59" fmla="*/ 0 h 521"/>
                      <a:gd name="T60" fmla="*/ 0 w 521"/>
                      <a:gd name="T61" fmla="*/ 0 h 521"/>
                      <a:gd name="T62" fmla="*/ 0 w 521"/>
                      <a:gd name="T63" fmla="*/ 0 h 521"/>
                      <a:gd name="T64" fmla="*/ 0 w 521"/>
                      <a:gd name="T65" fmla="*/ 0 h 521"/>
                      <a:gd name="T66" fmla="*/ 0 w 521"/>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1"/>
                      <a:gd name="T104" fmla="*/ 521 w 521"/>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1">
                        <a:moveTo>
                          <a:pt x="521" y="0"/>
                        </a:moveTo>
                        <a:lnTo>
                          <a:pt x="521" y="0"/>
                        </a:lnTo>
                        <a:lnTo>
                          <a:pt x="494" y="1"/>
                        </a:lnTo>
                        <a:lnTo>
                          <a:pt x="467" y="3"/>
                        </a:lnTo>
                        <a:lnTo>
                          <a:pt x="441" y="7"/>
                        </a:lnTo>
                        <a:lnTo>
                          <a:pt x="416" y="12"/>
                        </a:lnTo>
                        <a:lnTo>
                          <a:pt x="390" y="17"/>
                        </a:lnTo>
                        <a:lnTo>
                          <a:pt x="366" y="24"/>
                        </a:lnTo>
                        <a:lnTo>
                          <a:pt x="341" y="32"/>
                        </a:lnTo>
                        <a:lnTo>
                          <a:pt x="317" y="42"/>
                        </a:lnTo>
                        <a:lnTo>
                          <a:pt x="295" y="53"/>
                        </a:lnTo>
                        <a:lnTo>
                          <a:pt x="273" y="64"/>
                        </a:lnTo>
                        <a:lnTo>
                          <a:pt x="250" y="76"/>
                        </a:lnTo>
                        <a:lnTo>
                          <a:pt x="230" y="90"/>
                        </a:lnTo>
                        <a:lnTo>
                          <a:pt x="209" y="105"/>
                        </a:lnTo>
                        <a:lnTo>
                          <a:pt x="189" y="120"/>
                        </a:lnTo>
                        <a:lnTo>
                          <a:pt x="171" y="136"/>
                        </a:lnTo>
                        <a:lnTo>
                          <a:pt x="153" y="153"/>
                        </a:lnTo>
                        <a:lnTo>
                          <a:pt x="136" y="171"/>
                        </a:lnTo>
                        <a:lnTo>
                          <a:pt x="119" y="191"/>
                        </a:lnTo>
                        <a:lnTo>
                          <a:pt x="104" y="210"/>
                        </a:lnTo>
                        <a:lnTo>
                          <a:pt x="89" y="230"/>
                        </a:lnTo>
                        <a:lnTo>
                          <a:pt x="76" y="252"/>
                        </a:lnTo>
                        <a:lnTo>
                          <a:pt x="63" y="273"/>
                        </a:lnTo>
                        <a:lnTo>
                          <a:pt x="51" y="295"/>
                        </a:lnTo>
                        <a:lnTo>
                          <a:pt x="41" y="319"/>
                        </a:lnTo>
                        <a:lnTo>
                          <a:pt x="32" y="342"/>
                        </a:lnTo>
                        <a:lnTo>
                          <a:pt x="23" y="367"/>
                        </a:lnTo>
                        <a:lnTo>
                          <a:pt x="17" y="392"/>
                        </a:lnTo>
                        <a:lnTo>
                          <a:pt x="11" y="416"/>
                        </a:lnTo>
                        <a:lnTo>
                          <a:pt x="6" y="442"/>
                        </a:lnTo>
                        <a:lnTo>
                          <a:pt x="3" y="469"/>
                        </a:lnTo>
                        <a:lnTo>
                          <a:pt x="1" y="494"/>
                        </a:lnTo>
                        <a:lnTo>
                          <a:pt x="0" y="521"/>
                        </a:lnTo>
                        <a:lnTo>
                          <a:pt x="165" y="521"/>
                        </a:lnTo>
                        <a:lnTo>
                          <a:pt x="165" y="503"/>
                        </a:lnTo>
                        <a:lnTo>
                          <a:pt x="166" y="485"/>
                        </a:lnTo>
                        <a:lnTo>
                          <a:pt x="169" y="466"/>
                        </a:lnTo>
                        <a:lnTo>
                          <a:pt x="171" y="449"/>
                        </a:lnTo>
                        <a:lnTo>
                          <a:pt x="175" y="432"/>
                        </a:lnTo>
                        <a:lnTo>
                          <a:pt x="181" y="415"/>
                        </a:lnTo>
                        <a:lnTo>
                          <a:pt x="186" y="399"/>
                        </a:lnTo>
                        <a:lnTo>
                          <a:pt x="192" y="383"/>
                        </a:lnTo>
                        <a:lnTo>
                          <a:pt x="199" y="367"/>
                        </a:lnTo>
                        <a:lnTo>
                          <a:pt x="207" y="352"/>
                        </a:lnTo>
                        <a:lnTo>
                          <a:pt x="216" y="337"/>
                        </a:lnTo>
                        <a:lnTo>
                          <a:pt x="225" y="322"/>
                        </a:lnTo>
                        <a:lnTo>
                          <a:pt x="235" y="308"/>
                        </a:lnTo>
                        <a:lnTo>
                          <a:pt x="246" y="295"/>
                        </a:lnTo>
                        <a:lnTo>
                          <a:pt x="256" y="283"/>
                        </a:lnTo>
                        <a:lnTo>
                          <a:pt x="268" y="270"/>
                        </a:lnTo>
                        <a:lnTo>
                          <a:pt x="281" y="258"/>
                        </a:lnTo>
                        <a:lnTo>
                          <a:pt x="294" y="246"/>
                        </a:lnTo>
                        <a:lnTo>
                          <a:pt x="308" y="236"/>
                        </a:lnTo>
                        <a:lnTo>
                          <a:pt x="322" y="226"/>
                        </a:lnTo>
                        <a:lnTo>
                          <a:pt x="336" y="216"/>
                        </a:lnTo>
                        <a:lnTo>
                          <a:pt x="351" y="208"/>
                        </a:lnTo>
                        <a:lnTo>
                          <a:pt x="367" y="200"/>
                        </a:lnTo>
                        <a:lnTo>
                          <a:pt x="382" y="193"/>
                        </a:lnTo>
                        <a:lnTo>
                          <a:pt x="398" y="186"/>
                        </a:lnTo>
                        <a:lnTo>
                          <a:pt x="415" y="181"/>
                        </a:lnTo>
                        <a:lnTo>
                          <a:pt x="432" y="177"/>
                        </a:lnTo>
                        <a:lnTo>
                          <a:pt x="448" y="172"/>
                        </a:lnTo>
                        <a:lnTo>
                          <a:pt x="466" y="169"/>
                        </a:lnTo>
                        <a:lnTo>
                          <a:pt x="483" y="167"/>
                        </a:lnTo>
                        <a:lnTo>
                          <a:pt x="501" y="166"/>
                        </a:lnTo>
                        <a:lnTo>
                          <a:pt x="521" y="165"/>
                        </a:lnTo>
                        <a:lnTo>
                          <a:pt x="521" y="0"/>
                        </a:lnTo>
                        <a:close/>
                      </a:path>
                    </a:pathLst>
                  </a:custGeom>
                  <a:solidFill>
                    <a:srgbClr val="EF2B2F"/>
                  </a:solidFill>
                  <a:ln>
                    <a:noFill/>
                  </a:ln>
                </p:spPr>
                <p:txBody>
                  <a:bodyPr/>
                  <a:lstStyle/>
                  <a:p>
                    <a:pPr>
                      <a:defRPr/>
                    </a:pPr>
                    <a:endParaRPr lang="en-US" sz="1050">
                      <a:latin typeface="+mj-lt"/>
                    </a:endParaRPr>
                  </a:p>
                </p:txBody>
              </p:sp>
              <p:sp>
                <p:nvSpPr>
                  <p:cNvPr id="41800" name="Freeform 55">
                    <a:extLst>
                      <a:ext uri="{FF2B5EF4-FFF2-40B4-BE49-F238E27FC236}">
                        <a16:creationId xmlns="" xmlns:a16="http://schemas.microsoft.com/office/drawing/2014/main" id="{FF0A77AD-6D89-4E6D-3122-8A05F01B0455}"/>
                      </a:ext>
                    </a:extLst>
                  </p:cNvPr>
                  <p:cNvSpPr>
                    <a:spLocks/>
                  </p:cNvSpPr>
                  <p:nvPr/>
                </p:nvSpPr>
                <p:spPr bwMode="auto">
                  <a:xfrm>
                    <a:off x="2763" y="1932"/>
                    <a:ext cx="79" cy="89"/>
                  </a:xfrm>
                  <a:custGeom>
                    <a:avLst/>
                    <a:gdLst>
                      <a:gd name="T0" fmla="*/ 0 w 521"/>
                      <a:gd name="T1" fmla="*/ 0 h 520"/>
                      <a:gd name="T2" fmla="*/ 0 w 521"/>
                      <a:gd name="T3" fmla="*/ 0 h 520"/>
                      <a:gd name="T4" fmla="*/ 0 w 521"/>
                      <a:gd name="T5" fmla="*/ 0 h 520"/>
                      <a:gd name="T6" fmla="*/ 0 w 521"/>
                      <a:gd name="T7" fmla="*/ 0 h 520"/>
                      <a:gd name="T8" fmla="*/ 0 w 521"/>
                      <a:gd name="T9" fmla="*/ 0 h 520"/>
                      <a:gd name="T10" fmla="*/ 0 w 521"/>
                      <a:gd name="T11" fmla="*/ 0 h 520"/>
                      <a:gd name="T12" fmla="*/ 0 w 521"/>
                      <a:gd name="T13" fmla="*/ 0 h 520"/>
                      <a:gd name="T14" fmla="*/ 0 w 521"/>
                      <a:gd name="T15" fmla="*/ 0 h 520"/>
                      <a:gd name="T16" fmla="*/ 0 w 521"/>
                      <a:gd name="T17" fmla="*/ 0 h 520"/>
                      <a:gd name="T18" fmla="*/ 0 w 521"/>
                      <a:gd name="T19" fmla="*/ 0 h 520"/>
                      <a:gd name="T20" fmla="*/ 0 w 521"/>
                      <a:gd name="T21" fmla="*/ 0 h 520"/>
                      <a:gd name="T22" fmla="*/ 0 w 521"/>
                      <a:gd name="T23" fmla="*/ 0 h 520"/>
                      <a:gd name="T24" fmla="*/ 0 w 521"/>
                      <a:gd name="T25" fmla="*/ 0 h 520"/>
                      <a:gd name="T26" fmla="*/ 0 w 521"/>
                      <a:gd name="T27" fmla="*/ 0 h 520"/>
                      <a:gd name="T28" fmla="*/ 0 w 521"/>
                      <a:gd name="T29" fmla="*/ 0 h 520"/>
                      <a:gd name="T30" fmla="*/ 0 w 521"/>
                      <a:gd name="T31" fmla="*/ 0 h 520"/>
                      <a:gd name="T32" fmla="*/ 0 w 521"/>
                      <a:gd name="T33" fmla="*/ 0 h 520"/>
                      <a:gd name="T34" fmla="*/ 0 w 521"/>
                      <a:gd name="T35" fmla="*/ 0 h 520"/>
                      <a:gd name="T36" fmla="*/ 0 w 521"/>
                      <a:gd name="T37" fmla="*/ 0 h 520"/>
                      <a:gd name="T38" fmla="*/ 0 w 521"/>
                      <a:gd name="T39" fmla="*/ 0 h 520"/>
                      <a:gd name="T40" fmla="*/ 0 w 521"/>
                      <a:gd name="T41" fmla="*/ 0 h 520"/>
                      <a:gd name="T42" fmla="*/ 0 w 521"/>
                      <a:gd name="T43" fmla="*/ 0 h 520"/>
                      <a:gd name="T44" fmla="*/ 0 w 521"/>
                      <a:gd name="T45" fmla="*/ 0 h 520"/>
                      <a:gd name="T46" fmla="*/ 0 w 521"/>
                      <a:gd name="T47" fmla="*/ 0 h 520"/>
                      <a:gd name="T48" fmla="*/ 0 w 521"/>
                      <a:gd name="T49" fmla="*/ 0 h 520"/>
                      <a:gd name="T50" fmla="*/ 0 w 521"/>
                      <a:gd name="T51" fmla="*/ 0 h 520"/>
                      <a:gd name="T52" fmla="*/ 0 w 521"/>
                      <a:gd name="T53" fmla="*/ 0 h 520"/>
                      <a:gd name="T54" fmla="*/ 0 w 521"/>
                      <a:gd name="T55" fmla="*/ 0 h 520"/>
                      <a:gd name="T56" fmla="*/ 0 w 521"/>
                      <a:gd name="T57" fmla="*/ 0 h 520"/>
                      <a:gd name="T58" fmla="*/ 0 w 521"/>
                      <a:gd name="T59" fmla="*/ 0 h 520"/>
                      <a:gd name="T60" fmla="*/ 0 w 521"/>
                      <a:gd name="T61" fmla="*/ 0 h 520"/>
                      <a:gd name="T62" fmla="*/ 0 w 521"/>
                      <a:gd name="T63" fmla="*/ 0 h 520"/>
                      <a:gd name="T64" fmla="*/ 0 w 521"/>
                      <a:gd name="T65" fmla="*/ 0 h 520"/>
                      <a:gd name="T66" fmla="*/ 0 w 521"/>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0"/>
                      <a:gd name="T104" fmla="*/ 521 w 521"/>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0">
                        <a:moveTo>
                          <a:pt x="521" y="520"/>
                        </a:moveTo>
                        <a:lnTo>
                          <a:pt x="521" y="520"/>
                        </a:lnTo>
                        <a:lnTo>
                          <a:pt x="520" y="494"/>
                        </a:lnTo>
                        <a:lnTo>
                          <a:pt x="518" y="467"/>
                        </a:lnTo>
                        <a:lnTo>
                          <a:pt x="515" y="441"/>
                        </a:lnTo>
                        <a:lnTo>
                          <a:pt x="510" y="416"/>
                        </a:lnTo>
                        <a:lnTo>
                          <a:pt x="504" y="390"/>
                        </a:lnTo>
                        <a:lnTo>
                          <a:pt x="497" y="365"/>
                        </a:lnTo>
                        <a:lnTo>
                          <a:pt x="489" y="342"/>
                        </a:lnTo>
                        <a:lnTo>
                          <a:pt x="479" y="317"/>
                        </a:lnTo>
                        <a:lnTo>
                          <a:pt x="470" y="295"/>
                        </a:lnTo>
                        <a:lnTo>
                          <a:pt x="458" y="272"/>
                        </a:lnTo>
                        <a:lnTo>
                          <a:pt x="445" y="251"/>
                        </a:lnTo>
                        <a:lnTo>
                          <a:pt x="432" y="229"/>
                        </a:lnTo>
                        <a:lnTo>
                          <a:pt x="417" y="209"/>
                        </a:lnTo>
                        <a:lnTo>
                          <a:pt x="401" y="189"/>
                        </a:lnTo>
                        <a:lnTo>
                          <a:pt x="385" y="171"/>
                        </a:lnTo>
                        <a:lnTo>
                          <a:pt x="368" y="152"/>
                        </a:lnTo>
                        <a:lnTo>
                          <a:pt x="350" y="135"/>
                        </a:lnTo>
                        <a:lnTo>
                          <a:pt x="332" y="119"/>
                        </a:lnTo>
                        <a:lnTo>
                          <a:pt x="311" y="103"/>
                        </a:lnTo>
                        <a:lnTo>
                          <a:pt x="291" y="88"/>
                        </a:lnTo>
                        <a:lnTo>
                          <a:pt x="270" y="76"/>
                        </a:lnTo>
                        <a:lnTo>
                          <a:pt x="248" y="63"/>
                        </a:lnTo>
                        <a:lnTo>
                          <a:pt x="226" y="51"/>
                        </a:lnTo>
                        <a:lnTo>
                          <a:pt x="202" y="41"/>
                        </a:lnTo>
                        <a:lnTo>
                          <a:pt x="179" y="32"/>
                        </a:lnTo>
                        <a:lnTo>
                          <a:pt x="155" y="23"/>
                        </a:lnTo>
                        <a:lnTo>
                          <a:pt x="131" y="17"/>
                        </a:lnTo>
                        <a:lnTo>
                          <a:pt x="105" y="10"/>
                        </a:lnTo>
                        <a:lnTo>
                          <a:pt x="79" y="6"/>
                        </a:lnTo>
                        <a:lnTo>
                          <a:pt x="54" y="3"/>
                        </a:lnTo>
                        <a:lnTo>
                          <a:pt x="27" y="1"/>
                        </a:lnTo>
                        <a:lnTo>
                          <a:pt x="0" y="0"/>
                        </a:lnTo>
                        <a:lnTo>
                          <a:pt x="0" y="164"/>
                        </a:lnTo>
                        <a:lnTo>
                          <a:pt x="18" y="164"/>
                        </a:lnTo>
                        <a:lnTo>
                          <a:pt x="38" y="165"/>
                        </a:lnTo>
                        <a:lnTo>
                          <a:pt x="55" y="169"/>
                        </a:lnTo>
                        <a:lnTo>
                          <a:pt x="72" y="172"/>
                        </a:lnTo>
                        <a:lnTo>
                          <a:pt x="89" y="175"/>
                        </a:lnTo>
                        <a:lnTo>
                          <a:pt x="106" y="180"/>
                        </a:lnTo>
                        <a:lnTo>
                          <a:pt x="122" y="186"/>
                        </a:lnTo>
                        <a:lnTo>
                          <a:pt x="139" y="192"/>
                        </a:lnTo>
                        <a:lnTo>
                          <a:pt x="154" y="200"/>
                        </a:lnTo>
                        <a:lnTo>
                          <a:pt x="170" y="207"/>
                        </a:lnTo>
                        <a:lnTo>
                          <a:pt x="184" y="216"/>
                        </a:lnTo>
                        <a:lnTo>
                          <a:pt x="199" y="225"/>
                        </a:lnTo>
                        <a:lnTo>
                          <a:pt x="213" y="235"/>
                        </a:lnTo>
                        <a:lnTo>
                          <a:pt x="227" y="246"/>
                        </a:lnTo>
                        <a:lnTo>
                          <a:pt x="240" y="256"/>
                        </a:lnTo>
                        <a:lnTo>
                          <a:pt x="252" y="269"/>
                        </a:lnTo>
                        <a:lnTo>
                          <a:pt x="264" y="281"/>
                        </a:lnTo>
                        <a:lnTo>
                          <a:pt x="275" y="294"/>
                        </a:lnTo>
                        <a:lnTo>
                          <a:pt x="286" y="308"/>
                        </a:lnTo>
                        <a:lnTo>
                          <a:pt x="295" y="321"/>
                        </a:lnTo>
                        <a:lnTo>
                          <a:pt x="305" y="336"/>
                        </a:lnTo>
                        <a:lnTo>
                          <a:pt x="314" y="350"/>
                        </a:lnTo>
                        <a:lnTo>
                          <a:pt x="321" y="366"/>
                        </a:lnTo>
                        <a:lnTo>
                          <a:pt x="328" y="382"/>
                        </a:lnTo>
                        <a:lnTo>
                          <a:pt x="335" y="398"/>
                        </a:lnTo>
                        <a:lnTo>
                          <a:pt x="340" y="414"/>
                        </a:lnTo>
                        <a:lnTo>
                          <a:pt x="346" y="432"/>
                        </a:lnTo>
                        <a:lnTo>
                          <a:pt x="350" y="449"/>
                        </a:lnTo>
                        <a:lnTo>
                          <a:pt x="352" y="466"/>
                        </a:lnTo>
                        <a:lnTo>
                          <a:pt x="355" y="483"/>
                        </a:lnTo>
                        <a:lnTo>
                          <a:pt x="356" y="502"/>
                        </a:lnTo>
                        <a:lnTo>
                          <a:pt x="356" y="520"/>
                        </a:lnTo>
                        <a:lnTo>
                          <a:pt x="521" y="520"/>
                        </a:lnTo>
                        <a:close/>
                      </a:path>
                    </a:pathLst>
                  </a:custGeom>
                  <a:solidFill>
                    <a:srgbClr val="EF2B2F"/>
                  </a:solidFill>
                  <a:ln>
                    <a:noFill/>
                  </a:ln>
                </p:spPr>
                <p:txBody>
                  <a:bodyPr/>
                  <a:lstStyle/>
                  <a:p>
                    <a:pPr>
                      <a:defRPr/>
                    </a:pPr>
                    <a:endParaRPr lang="en-US" sz="1050">
                      <a:latin typeface="+mj-lt"/>
                    </a:endParaRPr>
                  </a:p>
                </p:txBody>
              </p:sp>
              <p:sp>
                <p:nvSpPr>
                  <p:cNvPr id="41801" name="Freeform 56">
                    <a:extLst>
                      <a:ext uri="{FF2B5EF4-FFF2-40B4-BE49-F238E27FC236}">
                        <a16:creationId xmlns="" xmlns:a16="http://schemas.microsoft.com/office/drawing/2014/main" id="{F0BCA2E4-E9C3-39AF-256B-EE58B7EB63F1}"/>
                      </a:ext>
                    </a:extLst>
                  </p:cNvPr>
                  <p:cNvSpPr>
                    <a:spLocks/>
                  </p:cNvSpPr>
                  <p:nvPr/>
                </p:nvSpPr>
                <p:spPr bwMode="auto">
                  <a:xfrm>
                    <a:off x="2763" y="2021"/>
                    <a:ext cx="79" cy="85"/>
                  </a:xfrm>
                  <a:custGeom>
                    <a:avLst/>
                    <a:gdLst>
                      <a:gd name="T0" fmla="*/ 0 w 521"/>
                      <a:gd name="T1" fmla="*/ 0 h 520"/>
                      <a:gd name="T2" fmla="*/ 0 w 521"/>
                      <a:gd name="T3" fmla="*/ 0 h 520"/>
                      <a:gd name="T4" fmla="*/ 0 w 521"/>
                      <a:gd name="T5" fmla="*/ 0 h 520"/>
                      <a:gd name="T6" fmla="*/ 0 w 521"/>
                      <a:gd name="T7" fmla="*/ 0 h 520"/>
                      <a:gd name="T8" fmla="*/ 0 w 521"/>
                      <a:gd name="T9" fmla="*/ 0 h 520"/>
                      <a:gd name="T10" fmla="*/ 0 w 521"/>
                      <a:gd name="T11" fmla="*/ 0 h 520"/>
                      <a:gd name="T12" fmla="*/ 0 w 521"/>
                      <a:gd name="T13" fmla="*/ 0 h 520"/>
                      <a:gd name="T14" fmla="*/ 0 w 521"/>
                      <a:gd name="T15" fmla="*/ 0 h 520"/>
                      <a:gd name="T16" fmla="*/ 0 w 521"/>
                      <a:gd name="T17" fmla="*/ 0 h 520"/>
                      <a:gd name="T18" fmla="*/ 0 w 521"/>
                      <a:gd name="T19" fmla="*/ 0 h 520"/>
                      <a:gd name="T20" fmla="*/ 0 w 521"/>
                      <a:gd name="T21" fmla="*/ 0 h 520"/>
                      <a:gd name="T22" fmla="*/ 0 w 521"/>
                      <a:gd name="T23" fmla="*/ 0 h 520"/>
                      <a:gd name="T24" fmla="*/ 0 w 521"/>
                      <a:gd name="T25" fmla="*/ 0 h 520"/>
                      <a:gd name="T26" fmla="*/ 0 w 521"/>
                      <a:gd name="T27" fmla="*/ 0 h 520"/>
                      <a:gd name="T28" fmla="*/ 0 w 521"/>
                      <a:gd name="T29" fmla="*/ 0 h 520"/>
                      <a:gd name="T30" fmla="*/ 0 w 521"/>
                      <a:gd name="T31" fmla="*/ 0 h 520"/>
                      <a:gd name="T32" fmla="*/ 0 w 521"/>
                      <a:gd name="T33" fmla="*/ 0 h 520"/>
                      <a:gd name="T34" fmla="*/ 0 w 521"/>
                      <a:gd name="T35" fmla="*/ 0 h 520"/>
                      <a:gd name="T36" fmla="*/ 0 w 521"/>
                      <a:gd name="T37" fmla="*/ 0 h 520"/>
                      <a:gd name="T38" fmla="*/ 0 w 521"/>
                      <a:gd name="T39" fmla="*/ 0 h 520"/>
                      <a:gd name="T40" fmla="*/ 0 w 521"/>
                      <a:gd name="T41" fmla="*/ 0 h 520"/>
                      <a:gd name="T42" fmla="*/ 0 w 521"/>
                      <a:gd name="T43" fmla="*/ 0 h 520"/>
                      <a:gd name="T44" fmla="*/ 0 w 521"/>
                      <a:gd name="T45" fmla="*/ 0 h 520"/>
                      <a:gd name="T46" fmla="*/ 0 w 521"/>
                      <a:gd name="T47" fmla="*/ 0 h 520"/>
                      <a:gd name="T48" fmla="*/ 0 w 521"/>
                      <a:gd name="T49" fmla="*/ 0 h 520"/>
                      <a:gd name="T50" fmla="*/ 0 w 521"/>
                      <a:gd name="T51" fmla="*/ 0 h 520"/>
                      <a:gd name="T52" fmla="*/ 0 w 521"/>
                      <a:gd name="T53" fmla="*/ 0 h 520"/>
                      <a:gd name="T54" fmla="*/ 0 w 521"/>
                      <a:gd name="T55" fmla="*/ 0 h 520"/>
                      <a:gd name="T56" fmla="*/ 0 w 521"/>
                      <a:gd name="T57" fmla="*/ 0 h 520"/>
                      <a:gd name="T58" fmla="*/ 0 w 521"/>
                      <a:gd name="T59" fmla="*/ 0 h 520"/>
                      <a:gd name="T60" fmla="*/ 0 w 521"/>
                      <a:gd name="T61" fmla="*/ 0 h 520"/>
                      <a:gd name="T62" fmla="*/ 0 w 521"/>
                      <a:gd name="T63" fmla="*/ 0 h 520"/>
                      <a:gd name="T64" fmla="*/ 0 w 521"/>
                      <a:gd name="T65" fmla="*/ 0 h 520"/>
                      <a:gd name="T66" fmla="*/ 0 w 521"/>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0"/>
                      <a:gd name="T104" fmla="*/ 521 w 521"/>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0">
                        <a:moveTo>
                          <a:pt x="0" y="520"/>
                        </a:moveTo>
                        <a:lnTo>
                          <a:pt x="0" y="520"/>
                        </a:lnTo>
                        <a:lnTo>
                          <a:pt x="27" y="519"/>
                        </a:lnTo>
                        <a:lnTo>
                          <a:pt x="54" y="517"/>
                        </a:lnTo>
                        <a:lnTo>
                          <a:pt x="79" y="515"/>
                        </a:lnTo>
                        <a:lnTo>
                          <a:pt x="105" y="509"/>
                        </a:lnTo>
                        <a:lnTo>
                          <a:pt x="130" y="504"/>
                        </a:lnTo>
                        <a:lnTo>
                          <a:pt x="155" y="496"/>
                        </a:lnTo>
                        <a:lnTo>
                          <a:pt x="179" y="488"/>
                        </a:lnTo>
                        <a:lnTo>
                          <a:pt x="202" y="479"/>
                        </a:lnTo>
                        <a:lnTo>
                          <a:pt x="226" y="469"/>
                        </a:lnTo>
                        <a:lnTo>
                          <a:pt x="248" y="457"/>
                        </a:lnTo>
                        <a:lnTo>
                          <a:pt x="270" y="444"/>
                        </a:lnTo>
                        <a:lnTo>
                          <a:pt x="291" y="431"/>
                        </a:lnTo>
                        <a:lnTo>
                          <a:pt x="311" y="416"/>
                        </a:lnTo>
                        <a:lnTo>
                          <a:pt x="332" y="401"/>
                        </a:lnTo>
                        <a:lnTo>
                          <a:pt x="350" y="384"/>
                        </a:lnTo>
                        <a:lnTo>
                          <a:pt x="368" y="367"/>
                        </a:lnTo>
                        <a:lnTo>
                          <a:pt x="385" y="350"/>
                        </a:lnTo>
                        <a:lnTo>
                          <a:pt x="401" y="331"/>
                        </a:lnTo>
                        <a:lnTo>
                          <a:pt x="417" y="312"/>
                        </a:lnTo>
                        <a:lnTo>
                          <a:pt x="432" y="290"/>
                        </a:lnTo>
                        <a:lnTo>
                          <a:pt x="445" y="270"/>
                        </a:lnTo>
                        <a:lnTo>
                          <a:pt x="458" y="247"/>
                        </a:lnTo>
                        <a:lnTo>
                          <a:pt x="470" y="225"/>
                        </a:lnTo>
                        <a:lnTo>
                          <a:pt x="479" y="202"/>
                        </a:lnTo>
                        <a:lnTo>
                          <a:pt x="489" y="179"/>
                        </a:lnTo>
                        <a:lnTo>
                          <a:pt x="497" y="154"/>
                        </a:lnTo>
                        <a:lnTo>
                          <a:pt x="504" y="130"/>
                        </a:lnTo>
                        <a:lnTo>
                          <a:pt x="510" y="104"/>
                        </a:lnTo>
                        <a:lnTo>
                          <a:pt x="515" y="78"/>
                        </a:lnTo>
                        <a:lnTo>
                          <a:pt x="518" y="53"/>
                        </a:lnTo>
                        <a:lnTo>
                          <a:pt x="520" y="27"/>
                        </a:lnTo>
                        <a:lnTo>
                          <a:pt x="521" y="0"/>
                        </a:lnTo>
                        <a:lnTo>
                          <a:pt x="356" y="0"/>
                        </a:lnTo>
                        <a:lnTo>
                          <a:pt x="356" y="19"/>
                        </a:lnTo>
                        <a:lnTo>
                          <a:pt x="355" y="37"/>
                        </a:lnTo>
                        <a:lnTo>
                          <a:pt x="352" y="55"/>
                        </a:lnTo>
                        <a:lnTo>
                          <a:pt x="350" y="72"/>
                        </a:lnTo>
                        <a:lnTo>
                          <a:pt x="346" y="89"/>
                        </a:lnTo>
                        <a:lnTo>
                          <a:pt x="340" y="105"/>
                        </a:lnTo>
                        <a:lnTo>
                          <a:pt x="335" y="122"/>
                        </a:lnTo>
                        <a:lnTo>
                          <a:pt x="328" y="138"/>
                        </a:lnTo>
                        <a:lnTo>
                          <a:pt x="321" y="154"/>
                        </a:lnTo>
                        <a:lnTo>
                          <a:pt x="314" y="169"/>
                        </a:lnTo>
                        <a:lnTo>
                          <a:pt x="305" y="184"/>
                        </a:lnTo>
                        <a:lnTo>
                          <a:pt x="295" y="198"/>
                        </a:lnTo>
                        <a:lnTo>
                          <a:pt x="286" y="213"/>
                        </a:lnTo>
                        <a:lnTo>
                          <a:pt x="275" y="226"/>
                        </a:lnTo>
                        <a:lnTo>
                          <a:pt x="264" y="239"/>
                        </a:lnTo>
                        <a:lnTo>
                          <a:pt x="252" y="252"/>
                        </a:lnTo>
                        <a:lnTo>
                          <a:pt x="240" y="263"/>
                        </a:lnTo>
                        <a:lnTo>
                          <a:pt x="227" y="274"/>
                        </a:lnTo>
                        <a:lnTo>
                          <a:pt x="213" y="285"/>
                        </a:lnTo>
                        <a:lnTo>
                          <a:pt x="199" y="294"/>
                        </a:lnTo>
                        <a:lnTo>
                          <a:pt x="184" y="304"/>
                        </a:lnTo>
                        <a:lnTo>
                          <a:pt x="170" y="313"/>
                        </a:lnTo>
                        <a:lnTo>
                          <a:pt x="154" y="321"/>
                        </a:lnTo>
                        <a:lnTo>
                          <a:pt x="139" y="328"/>
                        </a:lnTo>
                        <a:lnTo>
                          <a:pt x="122" y="334"/>
                        </a:lnTo>
                        <a:lnTo>
                          <a:pt x="106" y="339"/>
                        </a:lnTo>
                        <a:lnTo>
                          <a:pt x="90" y="345"/>
                        </a:lnTo>
                        <a:lnTo>
                          <a:pt x="72" y="349"/>
                        </a:lnTo>
                        <a:lnTo>
                          <a:pt x="55" y="351"/>
                        </a:lnTo>
                        <a:lnTo>
                          <a:pt x="38" y="354"/>
                        </a:lnTo>
                        <a:lnTo>
                          <a:pt x="20" y="355"/>
                        </a:lnTo>
                        <a:lnTo>
                          <a:pt x="0" y="355"/>
                        </a:lnTo>
                        <a:lnTo>
                          <a:pt x="0" y="520"/>
                        </a:lnTo>
                        <a:close/>
                      </a:path>
                    </a:pathLst>
                  </a:custGeom>
                  <a:solidFill>
                    <a:srgbClr val="EF2B2F"/>
                  </a:solidFill>
                  <a:ln>
                    <a:noFill/>
                  </a:ln>
                </p:spPr>
                <p:txBody>
                  <a:bodyPr/>
                  <a:lstStyle/>
                  <a:p>
                    <a:pPr>
                      <a:defRPr/>
                    </a:pPr>
                    <a:endParaRPr lang="en-US" sz="1050">
                      <a:latin typeface="+mj-lt"/>
                    </a:endParaRPr>
                  </a:p>
                </p:txBody>
              </p:sp>
              <p:sp>
                <p:nvSpPr>
                  <p:cNvPr id="41802" name="Freeform 57">
                    <a:extLst>
                      <a:ext uri="{FF2B5EF4-FFF2-40B4-BE49-F238E27FC236}">
                        <a16:creationId xmlns="" xmlns:a16="http://schemas.microsoft.com/office/drawing/2014/main" id="{9F10D037-FF22-7B0C-E8A2-A0F0E60321E1}"/>
                      </a:ext>
                    </a:extLst>
                  </p:cNvPr>
                  <p:cNvSpPr>
                    <a:spLocks/>
                  </p:cNvSpPr>
                  <p:nvPr/>
                </p:nvSpPr>
                <p:spPr bwMode="auto">
                  <a:xfrm>
                    <a:off x="2669" y="2021"/>
                    <a:ext cx="86" cy="85"/>
                  </a:xfrm>
                  <a:custGeom>
                    <a:avLst/>
                    <a:gdLst>
                      <a:gd name="T0" fmla="*/ 0 w 519"/>
                      <a:gd name="T1" fmla="*/ 0 h 520"/>
                      <a:gd name="T2" fmla="*/ 0 w 519"/>
                      <a:gd name="T3" fmla="*/ 0 h 520"/>
                      <a:gd name="T4" fmla="*/ 0 w 519"/>
                      <a:gd name="T5" fmla="*/ 0 h 520"/>
                      <a:gd name="T6" fmla="*/ 0 w 519"/>
                      <a:gd name="T7" fmla="*/ 0 h 520"/>
                      <a:gd name="T8" fmla="*/ 0 w 519"/>
                      <a:gd name="T9" fmla="*/ 0 h 520"/>
                      <a:gd name="T10" fmla="*/ 0 w 519"/>
                      <a:gd name="T11" fmla="*/ 0 h 520"/>
                      <a:gd name="T12" fmla="*/ 0 w 519"/>
                      <a:gd name="T13" fmla="*/ 0 h 520"/>
                      <a:gd name="T14" fmla="*/ 0 w 519"/>
                      <a:gd name="T15" fmla="*/ 0 h 520"/>
                      <a:gd name="T16" fmla="*/ 0 w 519"/>
                      <a:gd name="T17" fmla="*/ 0 h 520"/>
                      <a:gd name="T18" fmla="*/ 0 w 519"/>
                      <a:gd name="T19" fmla="*/ 0 h 520"/>
                      <a:gd name="T20" fmla="*/ 0 w 519"/>
                      <a:gd name="T21" fmla="*/ 0 h 520"/>
                      <a:gd name="T22" fmla="*/ 0 w 519"/>
                      <a:gd name="T23" fmla="*/ 0 h 520"/>
                      <a:gd name="T24" fmla="*/ 0 w 519"/>
                      <a:gd name="T25" fmla="*/ 0 h 520"/>
                      <a:gd name="T26" fmla="*/ 0 w 519"/>
                      <a:gd name="T27" fmla="*/ 0 h 520"/>
                      <a:gd name="T28" fmla="*/ 0 w 519"/>
                      <a:gd name="T29" fmla="*/ 0 h 520"/>
                      <a:gd name="T30" fmla="*/ 0 w 519"/>
                      <a:gd name="T31" fmla="*/ 0 h 520"/>
                      <a:gd name="T32" fmla="*/ 0 w 519"/>
                      <a:gd name="T33" fmla="*/ 0 h 520"/>
                      <a:gd name="T34" fmla="*/ 0 w 519"/>
                      <a:gd name="T35" fmla="*/ 0 h 520"/>
                      <a:gd name="T36" fmla="*/ 0 w 519"/>
                      <a:gd name="T37" fmla="*/ 0 h 520"/>
                      <a:gd name="T38" fmla="*/ 0 w 519"/>
                      <a:gd name="T39" fmla="*/ 0 h 520"/>
                      <a:gd name="T40" fmla="*/ 0 w 519"/>
                      <a:gd name="T41" fmla="*/ 0 h 520"/>
                      <a:gd name="T42" fmla="*/ 0 w 519"/>
                      <a:gd name="T43" fmla="*/ 0 h 520"/>
                      <a:gd name="T44" fmla="*/ 0 w 519"/>
                      <a:gd name="T45" fmla="*/ 0 h 520"/>
                      <a:gd name="T46" fmla="*/ 0 w 519"/>
                      <a:gd name="T47" fmla="*/ 0 h 520"/>
                      <a:gd name="T48" fmla="*/ 0 w 519"/>
                      <a:gd name="T49" fmla="*/ 0 h 520"/>
                      <a:gd name="T50" fmla="*/ 0 w 519"/>
                      <a:gd name="T51" fmla="*/ 0 h 520"/>
                      <a:gd name="T52" fmla="*/ 0 w 519"/>
                      <a:gd name="T53" fmla="*/ 0 h 520"/>
                      <a:gd name="T54" fmla="*/ 0 w 519"/>
                      <a:gd name="T55" fmla="*/ 0 h 520"/>
                      <a:gd name="T56" fmla="*/ 0 w 519"/>
                      <a:gd name="T57" fmla="*/ 0 h 520"/>
                      <a:gd name="T58" fmla="*/ 0 w 519"/>
                      <a:gd name="T59" fmla="*/ 0 h 520"/>
                      <a:gd name="T60" fmla="*/ 0 w 519"/>
                      <a:gd name="T61" fmla="*/ 0 h 520"/>
                      <a:gd name="T62" fmla="*/ 0 w 519"/>
                      <a:gd name="T63" fmla="*/ 0 h 520"/>
                      <a:gd name="T64" fmla="*/ 0 w 519"/>
                      <a:gd name="T65" fmla="*/ 0 h 520"/>
                      <a:gd name="T66" fmla="*/ 0 w 519"/>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9"/>
                      <a:gd name="T103" fmla="*/ 0 h 520"/>
                      <a:gd name="T104" fmla="*/ 519 w 519"/>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9" h="520">
                        <a:moveTo>
                          <a:pt x="0" y="0"/>
                        </a:moveTo>
                        <a:lnTo>
                          <a:pt x="0" y="0"/>
                        </a:lnTo>
                        <a:lnTo>
                          <a:pt x="1" y="26"/>
                        </a:lnTo>
                        <a:lnTo>
                          <a:pt x="3" y="53"/>
                        </a:lnTo>
                        <a:lnTo>
                          <a:pt x="5" y="78"/>
                        </a:lnTo>
                        <a:lnTo>
                          <a:pt x="10" y="104"/>
                        </a:lnTo>
                        <a:lnTo>
                          <a:pt x="16" y="130"/>
                        </a:lnTo>
                        <a:lnTo>
                          <a:pt x="23" y="154"/>
                        </a:lnTo>
                        <a:lnTo>
                          <a:pt x="32" y="179"/>
                        </a:lnTo>
                        <a:lnTo>
                          <a:pt x="40" y="202"/>
                        </a:lnTo>
                        <a:lnTo>
                          <a:pt x="51" y="225"/>
                        </a:lnTo>
                        <a:lnTo>
                          <a:pt x="63" y="247"/>
                        </a:lnTo>
                        <a:lnTo>
                          <a:pt x="76" y="270"/>
                        </a:lnTo>
                        <a:lnTo>
                          <a:pt x="88" y="290"/>
                        </a:lnTo>
                        <a:lnTo>
                          <a:pt x="103" y="312"/>
                        </a:lnTo>
                        <a:lnTo>
                          <a:pt x="118" y="331"/>
                        </a:lnTo>
                        <a:lnTo>
                          <a:pt x="135" y="350"/>
                        </a:lnTo>
                        <a:lnTo>
                          <a:pt x="153" y="367"/>
                        </a:lnTo>
                        <a:lnTo>
                          <a:pt x="171" y="384"/>
                        </a:lnTo>
                        <a:lnTo>
                          <a:pt x="189" y="401"/>
                        </a:lnTo>
                        <a:lnTo>
                          <a:pt x="209" y="416"/>
                        </a:lnTo>
                        <a:lnTo>
                          <a:pt x="230" y="431"/>
                        </a:lnTo>
                        <a:lnTo>
                          <a:pt x="250" y="444"/>
                        </a:lnTo>
                        <a:lnTo>
                          <a:pt x="272" y="457"/>
                        </a:lnTo>
                        <a:lnTo>
                          <a:pt x="295" y="469"/>
                        </a:lnTo>
                        <a:lnTo>
                          <a:pt x="317" y="479"/>
                        </a:lnTo>
                        <a:lnTo>
                          <a:pt x="341" y="488"/>
                        </a:lnTo>
                        <a:lnTo>
                          <a:pt x="365" y="496"/>
                        </a:lnTo>
                        <a:lnTo>
                          <a:pt x="390" y="504"/>
                        </a:lnTo>
                        <a:lnTo>
                          <a:pt x="416" y="509"/>
                        </a:lnTo>
                        <a:lnTo>
                          <a:pt x="441" y="515"/>
                        </a:lnTo>
                        <a:lnTo>
                          <a:pt x="467" y="517"/>
                        </a:lnTo>
                        <a:lnTo>
                          <a:pt x="494" y="519"/>
                        </a:lnTo>
                        <a:lnTo>
                          <a:pt x="519" y="520"/>
                        </a:lnTo>
                        <a:lnTo>
                          <a:pt x="519" y="355"/>
                        </a:lnTo>
                        <a:lnTo>
                          <a:pt x="501" y="355"/>
                        </a:lnTo>
                        <a:lnTo>
                          <a:pt x="483" y="354"/>
                        </a:lnTo>
                        <a:lnTo>
                          <a:pt x="466" y="351"/>
                        </a:lnTo>
                        <a:lnTo>
                          <a:pt x="448" y="349"/>
                        </a:lnTo>
                        <a:lnTo>
                          <a:pt x="431" y="345"/>
                        </a:lnTo>
                        <a:lnTo>
                          <a:pt x="414" y="339"/>
                        </a:lnTo>
                        <a:lnTo>
                          <a:pt x="397" y="334"/>
                        </a:lnTo>
                        <a:lnTo>
                          <a:pt x="381" y="328"/>
                        </a:lnTo>
                        <a:lnTo>
                          <a:pt x="365" y="321"/>
                        </a:lnTo>
                        <a:lnTo>
                          <a:pt x="350" y="313"/>
                        </a:lnTo>
                        <a:lnTo>
                          <a:pt x="335" y="304"/>
                        </a:lnTo>
                        <a:lnTo>
                          <a:pt x="321" y="294"/>
                        </a:lnTo>
                        <a:lnTo>
                          <a:pt x="308" y="285"/>
                        </a:lnTo>
                        <a:lnTo>
                          <a:pt x="294" y="274"/>
                        </a:lnTo>
                        <a:lnTo>
                          <a:pt x="281" y="263"/>
                        </a:lnTo>
                        <a:lnTo>
                          <a:pt x="268" y="252"/>
                        </a:lnTo>
                        <a:lnTo>
                          <a:pt x="256" y="239"/>
                        </a:lnTo>
                        <a:lnTo>
                          <a:pt x="246" y="226"/>
                        </a:lnTo>
                        <a:lnTo>
                          <a:pt x="235" y="213"/>
                        </a:lnTo>
                        <a:lnTo>
                          <a:pt x="225" y="198"/>
                        </a:lnTo>
                        <a:lnTo>
                          <a:pt x="216" y="184"/>
                        </a:lnTo>
                        <a:lnTo>
                          <a:pt x="207" y="169"/>
                        </a:lnTo>
                        <a:lnTo>
                          <a:pt x="199" y="154"/>
                        </a:lnTo>
                        <a:lnTo>
                          <a:pt x="192" y="138"/>
                        </a:lnTo>
                        <a:lnTo>
                          <a:pt x="186" y="122"/>
                        </a:lnTo>
                        <a:lnTo>
                          <a:pt x="180" y="105"/>
                        </a:lnTo>
                        <a:lnTo>
                          <a:pt x="175" y="89"/>
                        </a:lnTo>
                        <a:lnTo>
                          <a:pt x="171" y="72"/>
                        </a:lnTo>
                        <a:lnTo>
                          <a:pt x="169" y="55"/>
                        </a:lnTo>
                        <a:lnTo>
                          <a:pt x="165" y="37"/>
                        </a:lnTo>
                        <a:lnTo>
                          <a:pt x="164" y="19"/>
                        </a:lnTo>
                        <a:lnTo>
                          <a:pt x="164" y="0"/>
                        </a:lnTo>
                        <a:lnTo>
                          <a:pt x="0" y="0"/>
                        </a:lnTo>
                        <a:close/>
                      </a:path>
                    </a:pathLst>
                  </a:custGeom>
                  <a:solidFill>
                    <a:srgbClr val="EF2B2F"/>
                  </a:solidFill>
                  <a:ln>
                    <a:noFill/>
                  </a:ln>
                </p:spPr>
                <p:txBody>
                  <a:bodyPr/>
                  <a:lstStyle/>
                  <a:p>
                    <a:pPr>
                      <a:defRPr/>
                    </a:pPr>
                    <a:endParaRPr lang="en-US" sz="1050">
                      <a:latin typeface="+mj-lt"/>
                    </a:endParaRPr>
                  </a:p>
                </p:txBody>
              </p:sp>
              <p:sp>
                <p:nvSpPr>
                  <p:cNvPr id="41803" name="Freeform 58">
                    <a:extLst>
                      <a:ext uri="{FF2B5EF4-FFF2-40B4-BE49-F238E27FC236}">
                        <a16:creationId xmlns="" xmlns:a16="http://schemas.microsoft.com/office/drawing/2014/main" id="{58639E94-3903-0DAA-6B82-3623095C9B9E}"/>
                      </a:ext>
                    </a:extLst>
                  </p:cNvPr>
                  <p:cNvSpPr>
                    <a:spLocks/>
                  </p:cNvSpPr>
                  <p:nvPr/>
                </p:nvSpPr>
                <p:spPr bwMode="auto">
                  <a:xfrm>
                    <a:off x="2669" y="1932"/>
                    <a:ext cx="86" cy="89"/>
                  </a:xfrm>
                  <a:custGeom>
                    <a:avLst/>
                    <a:gdLst>
                      <a:gd name="T0" fmla="*/ 0 w 519"/>
                      <a:gd name="T1" fmla="*/ 0 h 520"/>
                      <a:gd name="T2" fmla="*/ 0 w 519"/>
                      <a:gd name="T3" fmla="*/ 0 h 520"/>
                      <a:gd name="T4" fmla="*/ 0 w 519"/>
                      <a:gd name="T5" fmla="*/ 0 h 520"/>
                      <a:gd name="T6" fmla="*/ 0 w 519"/>
                      <a:gd name="T7" fmla="*/ 0 h 520"/>
                      <a:gd name="T8" fmla="*/ 0 w 519"/>
                      <a:gd name="T9" fmla="*/ 0 h 520"/>
                      <a:gd name="T10" fmla="*/ 0 w 519"/>
                      <a:gd name="T11" fmla="*/ 0 h 520"/>
                      <a:gd name="T12" fmla="*/ 0 w 519"/>
                      <a:gd name="T13" fmla="*/ 0 h 520"/>
                      <a:gd name="T14" fmla="*/ 0 w 519"/>
                      <a:gd name="T15" fmla="*/ 0 h 520"/>
                      <a:gd name="T16" fmla="*/ 0 w 519"/>
                      <a:gd name="T17" fmla="*/ 0 h 520"/>
                      <a:gd name="T18" fmla="*/ 0 w 519"/>
                      <a:gd name="T19" fmla="*/ 0 h 520"/>
                      <a:gd name="T20" fmla="*/ 0 w 519"/>
                      <a:gd name="T21" fmla="*/ 0 h 520"/>
                      <a:gd name="T22" fmla="*/ 0 w 519"/>
                      <a:gd name="T23" fmla="*/ 0 h 520"/>
                      <a:gd name="T24" fmla="*/ 0 w 519"/>
                      <a:gd name="T25" fmla="*/ 0 h 520"/>
                      <a:gd name="T26" fmla="*/ 0 w 519"/>
                      <a:gd name="T27" fmla="*/ 0 h 520"/>
                      <a:gd name="T28" fmla="*/ 0 w 519"/>
                      <a:gd name="T29" fmla="*/ 0 h 520"/>
                      <a:gd name="T30" fmla="*/ 0 w 519"/>
                      <a:gd name="T31" fmla="*/ 0 h 520"/>
                      <a:gd name="T32" fmla="*/ 0 w 519"/>
                      <a:gd name="T33" fmla="*/ 0 h 520"/>
                      <a:gd name="T34" fmla="*/ 0 w 519"/>
                      <a:gd name="T35" fmla="*/ 0 h 520"/>
                      <a:gd name="T36" fmla="*/ 0 w 519"/>
                      <a:gd name="T37" fmla="*/ 0 h 520"/>
                      <a:gd name="T38" fmla="*/ 0 w 519"/>
                      <a:gd name="T39" fmla="*/ 0 h 520"/>
                      <a:gd name="T40" fmla="*/ 0 w 519"/>
                      <a:gd name="T41" fmla="*/ 0 h 520"/>
                      <a:gd name="T42" fmla="*/ 0 w 519"/>
                      <a:gd name="T43" fmla="*/ 0 h 520"/>
                      <a:gd name="T44" fmla="*/ 0 w 519"/>
                      <a:gd name="T45" fmla="*/ 0 h 520"/>
                      <a:gd name="T46" fmla="*/ 0 w 519"/>
                      <a:gd name="T47" fmla="*/ 0 h 520"/>
                      <a:gd name="T48" fmla="*/ 0 w 519"/>
                      <a:gd name="T49" fmla="*/ 0 h 520"/>
                      <a:gd name="T50" fmla="*/ 0 w 519"/>
                      <a:gd name="T51" fmla="*/ 0 h 520"/>
                      <a:gd name="T52" fmla="*/ 0 w 519"/>
                      <a:gd name="T53" fmla="*/ 0 h 520"/>
                      <a:gd name="T54" fmla="*/ 0 w 519"/>
                      <a:gd name="T55" fmla="*/ 0 h 520"/>
                      <a:gd name="T56" fmla="*/ 0 w 519"/>
                      <a:gd name="T57" fmla="*/ 0 h 520"/>
                      <a:gd name="T58" fmla="*/ 0 w 519"/>
                      <a:gd name="T59" fmla="*/ 0 h 520"/>
                      <a:gd name="T60" fmla="*/ 0 w 519"/>
                      <a:gd name="T61" fmla="*/ 0 h 520"/>
                      <a:gd name="T62" fmla="*/ 0 w 519"/>
                      <a:gd name="T63" fmla="*/ 0 h 520"/>
                      <a:gd name="T64" fmla="*/ 0 w 519"/>
                      <a:gd name="T65" fmla="*/ 0 h 520"/>
                      <a:gd name="T66" fmla="*/ 0 w 519"/>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9"/>
                      <a:gd name="T103" fmla="*/ 0 h 520"/>
                      <a:gd name="T104" fmla="*/ 519 w 519"/>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9" h="520">
                        <a:moveTo>
                          <a:pt x="519" y="0"/>
                        </a:moveTo>
                        <a:lnTo>
                          <a:pt x="519" y="0"/>
                        </a:lnTo>
                        <a:lnTo>
                          <a:pt x="493" y="1"/>
                        </a:lnTo>
                        <a:lnTo>
                          <a:pt x="467" y="3"/>
                        </a:lnTo>
                        <a:lnTo>
                          <a:pt x="441" y="6"/>
                        </a:lnTo>
                        <a:lnTo>
                          <a:pt x="416" y="10"/>
                        </a:lnTo>
                        <a:lnTo>
                          <a:pt x="390" y="17"/>
                        </a:lnTo>
                        <a:lnTo>
                          <a:pt x="365" y="23"/>
                        </a:lnTo>
                        <a:lnTo>
                          <a:pt x="341" y="32"/>
                        </a:lnTo>
                        <a:lnTo>
                          <a:pt x="317" y="41"/>
                        </a:lnTo>
                        <a:lnTo>
                          <a:pt x="295" y="51"/>
                        </a:lnTo>
                        <a:lnTo>
                          <a:pt x="272" y="63"/>
                        </a:lnTo>
                        <a:lnTo>
                          <a:pt x="250" y="76"/>
                        </a:lnTo>
                        <a:lnTo>
                          <a:pt x="230" y="88"/>
                        </a:lnTo>
                        <a:lnTo>
                          <a:pt x="209" y="103"/>
                        </a:lnTo>
                        <a:lnTo>
                          <a:pt x="189" y="119"/>
                        </a:lnTo>
                        <a:lnTo>
                          <a:pt x="171" y="135"/>
                        </a:lnTo>
                        <a:lnTo>
                          <a:pt x="153" y="152"/>
                        </a:lnTo>
                        <a:lnTo>
                          <a:pt x="135" y="171"/>
                        </a:lnTo>
                        <a:lnTo>
                          <a:pt x="118" y="189"/>
                        </a:lnTo>
                        <a:lnTo>
                          <a:pt x="103" y="209"/>
                        </a:lnTo>
                        <a:lnTo>
                          <a:pt x="88" y="229"/>
                        </a:lnTo>
                        <a:lnTo>
                          <a:pt x="76" y="251"/>
                        </a:lnTo>
                        <a:lnTo>
                          <a:pt x="63" y="272"/>
                        </a:lnTo>
                        <a:lnTo>
                          <a:pt x="51" y="295"/>
                        </a:lnTo>
                        <a:lnTo>
                          <a:pt x="40" y="318"/>
                        </a:lnTo>
                        <a:lnTo>
                          <a:pt x="32" y="342"/>
                        </a:lnTo>
                        <a:lnTo>
                          <a:pt x="23" y="365"/>
                        </a:lnTo>
                        <a:lnTo>
                          <a:pt x="16" y="391"/>
                        </a:lnTo>
                        <a:lnTo>
                          <a:pt x="10" y="416"/>
                        </a:lnTo>
                        <a:lnTo>
                          <a:pt x="5" y="441"/>
                        </a:lnTo>
                        <a:lnTo>
                          <a:pt x="3" y="467"/>
                        </a:lnTo>
                        <a:lnTo>
                          <a:pt x="1" y="494"/>
                        </a:lnTo>
                        <a:lnTo>
                          <a:pt x="0" y="520"/>
                        </a:lnTo>
                        <a:lnTo>
                          <a:pt x="164" y="520"/>
                        </a:lnTo>
                        <a:lnTo>
                          <a:pt x="164" y="501"/>
                        </a:lnTo>
                        <a:lnTo>
                          <a:pt x="165" y="483"/>
                        </a:lnTo>
                        <a:lnTo>
                          <a:pt x="169" y="466"/>
                        </a:lnTo>
                        <a:lnTo>
                          <a:pt x="171" y="449"/>
                        </a:lnTo>
                        <a:lnTo>
                          <a:pt x="175" y="431"/>
                        </a:lnTo>
                        <a:lnTo>
                          <a:pt x="180" y="414"/>
                        </a:lnTo>
                        <a:lnTo>
                          <a:pt x="186" y="398"/>
                        </a:lnTo>
                        <a:lnTo>
                          <a:pt x="192" y="381"/>
                        </a:lnTo>
                        <a:lnTo>
                          <a:pt x="199" y="366"/>
                        </a:lnTo>
                        <a:lnTo>
                          <a:pt x="207" y="350"/>
                        </a:lnTo>
                        <a:lnTo>
                          <a:pt x="216" y="336"/>
                        </a:lnTo>
                        <a:lnTo>
                          <a:pt x="225" y="321"/>
                        </a:lnTo>
                        <a:lnTo>
                          <a:pt x="235" y="308"/>
                        </a:lnTo>
                        <a:lnTo>
                          <a:pt x="246" y="294"/>
                        </a:lnTo>
                        <a:lnTo>
                          <a:pt x="256" y="281"/>
                        </a:lnTo>
                        <a:lnTo>
                          <a:pt x="268" y="269"/>
                        </a:lnTo>
                        <a:lnTo>
                          <a:pt x="281" y="256"/>
                        </a:lnTo>
                        <a:lnTo>
                          <a:pt x="294" y="246"/>
                        </a:lnTo>
                        <a:lnTo>
                          <a:pt x="308" y="235"/>
                        </a:lnTo>
                        <a:lnTo>
                          <a:pt x="321" y="225"/>
                        </a:lnTo>
                        <a:lnTo>
                          <a:pt x="335" y="216"/>
                        </a:lnTo>
                        <a:lnTo>
                          <a:pt x="350" y="207"/>
                        </a:lnTo>
                        <a:lnTo>
                          <a:pt x="365" y="200"/>
                        </a:lnTo>
                        <a:lnTo>
                          <a:pt x="381" y="192"/>
                        </a:lnTo>
                        <a:lnTo>
                          <a:pt x="397" y="186"/>
                        </a:lnTo>
                        <a:lnTo>
                          <a:pt x="414" y="180"/>
                        </a:lnTo>
                        <a:lnTo>
                          <a:pt x="431" y="175"/>
                        </a:lnTo>
                        <a:lnTo>
                          <a:pt x="448" y="172"/>
                        </a:lnTo>
                        <a:lnTo>
                          <a:pt x="466" y="169"/>
                        </a:lnTo>
                        <a:lnTo>
                          <a:pt x="483" y="165"/>
                        </a:lnTo>
                        <a:lnTo>
                          <a:pt x="501" y="164"/>
                        </a:lnTo>
                        <a:lnTo>
                          <a:pt x="519" y="164"/>
                        </a:lnTo>
                        <a:lnTo>
                          <a:pt x="519" y="0"/>
                        </a:lnTo>
                        <a:close/>
                      </a:path>
                    </a:pathLst>
                  </a:custGeom>
                  <a:solidFill>
                    <a:srgbClr val="EF2B2F"/>
                  </a:solidFill>
                  <a:ln>
                    <a:noFill/>
                  </a:ln>
                </p:spPr>
                <p:txBody>
                  <a:bodyPr/>
                  <a:lstStyle/>
                  <a:p>
                    <a:pPr>
                      <a:defRPr/>
                    </a:pPr>
                    <a:endParaRPr lang="en-US" sz="1050">
                      <a:latin typeface="+mj-lt"/>
                    </a:endParaRPr>
                  </a:p>
                </p:txBody>
              </p:sp>
              <p:sp>
                <p:nvSpPr>
                  <p:cNvPr id="41804" name="Freeform 59">
                    <a:extLst>
                      <a:ext uri="{FF2B5EF4-FFF2-40B4-BE49-F238E27FC236}">
                        <a16:creationId xmlns="" xmlns:a16="http://schemas.microsoft.com/office/drawing/2014/main" id="{4DAD4639-8E25-6809-8589-52197D5605E3}"/>
                      </a:ext>
                    </a:extLst>
                  </p:cNvPr>
                  <p:cNvSpPr>
                    <a:spLocks/>
                  </p:cNvSpPr>
                  <p:nvPr/>
                </p:nvSpPr>
                <p:spPr bwMode="auto">
                  <a:xfrm>
                    <a:off x="2657" y="2095"/>
                    <a:ext cx="145" cy="144"/>
                  </a:xfrm>
                  <a:custGeom>
                    <a:avLst/>
                    <a:gdLst>
                      <a:gd name="T0" fmla="*/ 0 w 875"/>
                      <a:gd name="T1" fmla="*/ 0 h 875"/>
                      <a:gd name="T2" fmla="*/ 0 w 875"/>
                      <a:gd name="T3" fmla="*/ 0 h 875"/>
                      <a:gd name="T4" fmla="*/ 0 w 875"/>
                      <a:gd name="T5" fmla="*/ 0 h 875"/>
                      <a:gd name="T6" fmla="*/ 0 w 875"/>
                      <a:gd name="T7" fmla="*/ 0 h 875"/>
                      <a:gd name="T8" fmla="*/ 0 w 875"/>
                      <a:gd name="T9" fmla="*/ 0 h 875"/>
                      <a:gd name="T10" fmla="*/ 0 w 875"/>
                      <a:gd name="T11" fmla="*/ 0 h 875"/>
                      <a:gd name="T12" fmla="*/ 0 w 875"/>
                      <a:gd name="T13" fmla="*/ 0 h 875"/>
                      <a:gd name="T14" fmla="*/ 0 w 875"/>
                      <a:gd name="T15" fmla="*/ 0 h 875"/>
                      <a:gd name="T16" fmla="*/ 0 w 875"/>
                      <a:gd name="T17" fmla="*/ 0 h 875"/>
                      <a:gd name="T18" fmla="*/ 0 w 875"/>
                      <a:gd name="T19" fmla="*/ 0 h 875"/>
                      <a:gd name="T20" fmla="*/ 0 w 875"/>
                      <a:gd name="T21" fmla="*/ 0 h 875"/>
                      <a:gd name="T22" fmla="*/ 0 w 875"/>
                      <a:gd name="T23" fmla="*/ 0 h 875"/>
                      <a:gd name="T24" fmla="*/ 0 w 875"/>
                      <a:gd name="T25" fmla="*/ 0 h 875"/>
                      <a:gd name="T26" fmla="*/ 0 w 875"/>
                      <a:gd name="T27" fmla="*/ 0 h 875"/>
                      <a:gd name="T28" fmla="*/ 0 w 875"/>
                      <a:gd name="T29" fmla="*/ 0 h 875"/>
                      <a:gd name="T30" fmla="*/ 0 w 875"/>
                      <a:gd name="T31" fmla="*/ 0 h 875"/>
                      <a:gd name="T32" fmla="*/ 0 w 875"/>
                      <a:gd name="T33" fmla="*/ 0 h 875"/>
                      <a:gd name="T34" fmla="*/ 0 w 875"/>
                      <a:gd name="T35" fmla="*/ 0 h 875"/>
                      <a:gd name="T36" fmla="*/ 0 w 875"/>
                      <a:gd name="T37" fmla="*/ 0 h 875"/>
                      <a:gd name="T38" fmla="*/ 0 w 875"/>
                      <a:gd name="T39" fmla="*/ 0 h 875"/>
                      <a:gd name="T40" fmla="*/ 0 w 875"/>
                      <a:gd name="T41" fmla="*/ 0 h 875"/>
                      <a:gd name="T42" fmla="*/ 0 w 875"/>
                      <a:gd name="T43" fmla="*/ 0 h 875"/>
                      <a:gd name="T44" fmla="*/ 0 w 875"/>
                      <a:gd name="T45" fmla="*/ 0 h 875"/>
                      <a:gd name="T46" fmla="*/ 0 w 875"/>
                      <a:gd name="T47" fmla="*/ 0 h 875"/>
                      <a:gd name="T48" fmla="*/ 0 w 875"/>
                      <a:gd name="T49" fmla="*/ 0 h 875"/>
                      <a:gd name="T50" fmla="*/ 0 w 875"/>
                      <a:gd name="T51" fmla="*/ 0 h 875"/>
                      <a:gd name="T52" fmla="*/ 0 w 875"/>
                      <a:gd name="T53" fmla="*/ 0 h 875"/>
                      <a:gd name="T54" fmla="*/ 0 w 875"/>
                      <a:gd name="T55" fmla="*/ 0 h 875"/>
                      <a:gd name="T56" fmla="*/ 0 w 875"/>
                      <a:gd name="T57" fmla="*/ 0 h 875"/>
                      <a:gd name="T58" fmla="*/ 0 w 875"/>
                      <a:gd name="T59" fmla="*/ 0 h 875"/>
                      <a:gd name="T60" fmla="*/ 0 w 875"/>
                      <a:gd name="T61" fmla="*/ 0 h 875"/>
                      <a:gd name="T62" fmla="*/ 0 w 875"/>
                      <a:gd name="T63" fmla="*/ 0 h 875"/>
                      <a:gd name="T64" fmla="*/ 0 w 875"/>
                      <a:gd name="T65" fmla="*/ 0 h 875"/>
                      <a:gd name="T66" fmla="*/ 0 w 875"/>
                      <a:gd name="T67" fmla="*/ 0 h 875"/>
                      <a:gd name="T68" fmla="*/ 0 w 875"/>
                      <a:gd name="T69" fmla="*/ 0 h 875"/>
                      <a:gd name="T70" fmla="*/ 0 w 875"/>
                      <a:gd name="T71" fmla="*/ 0 h 875"/>
                      <a:gd name="T72" fmla="*/ 0 w 875"/>
                      <a:gd name="T73" fmla="*/ 0 h 875"/>
                      <a:gd name="T74" fmla="*/ 0 w 875"/>
                      <a:gd name="T75" fmla="*/ 0 h 875"/>
                      <a:gd name="T76" fmla="*/ 0 w 875"/>
                      <a:gd name="T77" fmla="*/ 0 h 875"/>
                      <a:gd name="T78" fmla="*/ 0 w 875"/>
                      <a:gd name="T79" fmla="*/ 0 h 875"/>
                      <a:gd name="T80" fmla="*/ 0 w 875"/>
                      <a:gd name="T81" fmla="*/ 0 h 875"/>
                      <a:gd name="T82" fmla="*/ 0 w 875"/>
                      <a:gd name="T83" fmla="*/ 0 h 875"/>
                      <a:gd name="T84" fmla="*/ 0 w 875"/>
                      <a:gd name="T85" fmla="*/ 0 h 87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75"/>
                      <a:gd name="T130" fmla="*/ 0 h 875"/>
                      <a:gd name="T131" fmla="*/ 875 w 875"/>
                      <a:gd name="T132" fmla="*/ 875 h 87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75" h="875">
                        <a:moveTo>
                          <a:pt x="437" y="0"/>
                        </a:moveTo>
                        <a:lnTo>
                          <a:pt x="459" y="1"/>
                        </a:lnTo>
                        <a:lnTo>
                          <a:pt x="482" y="2"/>
                        </a:lnTo>
                        <a:lnTo>
                          <a:pt x="504" y="5"/>
                        </a:lnTo>
                        <a:lnTo>
                          <a:pt x="526" y="8"/>
                        </a:lnTo>
                        <a:lnTo>
                          <a:pt x="547" y="14"/>
                        </a:lnTo>
                        <a:lnTo>
                          <a:pt x="567" y="19"/>
                        </a:lnTo>
                        <a:lnTo>
                          <a:pt x="588" y="26"/>
                        </a:lnTo>
                        <a:lnTo>
                          <a:pt x="608" y="34"/>
                        </a:lnTo>
                        <a:lnTo>
                          <a:pt x="627" y="43"/>
                        </a:lnTo>
                        <a:lnTo>
                          <a:pt x="646" y="53"/>
                        </a:lnTo>
                        <a:lnTo>
                          <a:pt x="664" y="63"/>
                        </a:lnTo>
                        <a:lnTo>
                          <a:pt x="682" y="75"/>
                        </a:lnTo>
                        <a:lnTo>
                          <a:pt x="699" y="87"/>
                        </a:lnTo>
                        <a:lnTo>
                          <a:pt x="716" y="100"/>
                        </a:lnTo>
                        <a:lnTo>
                          <a:pt x="731" y="114"/>
                        </a:lnTo>
                        <a:lnTo>
                          <a:pt x="747" y="128"/>
                        </a:lnTo>
                        <a:lnTo>
                          <a:pt x="761" y="143"/>
                        </a:lnTo>
                        <a:lnTo>
                          <a:pt x="775" y="159"/>
                        </a:lnTo>
                        <a:lnTo>
                          <a:pt x="788" y="176"/>
                        </a:lnTo>
                        <a:lnTo>
                          <a:pt x="801" y="193"/>
                        </a:lnTo>
                        <a:lnTo>
                          <a:pt x="811" y="211"/>
                        </a:lnTo>
                        <a:lnTo>
                          <a:pt x="822" y="230"/>
                        </a:lnTo>
                        <a:lnTo>
                          <a:pt x="832" y="248"/>
                        </a:lnTo>
                        <a:lnTo>
                          <a:pt x="841" y="267"/>
                        </a:lnTo>
                        <a:lnTo>
                          <a:pt x="849" y="287"/>
                        </a:lnTo>
                        <a:lnTo>
                          <a:pt x="855" y="308"/>
                        </a:lnTo>
                        <a:lnTo>
                          <a:pt x="861" y="328"/>
                        </a:lnTo>
                        <a:lnTo>
                          <a:pt x="867" y="349"/>
                        </a:lnTo>
                        <a:lnTo>
                          <a:pt x="870" y="371"/>
                        </a:lnTo>
                        <a:lnTo>
                          <a:pt x="873" y="393"/>
                        </a:lnTo>
                        <a:lnTo>
                          <a:pt x="874" y="416"/>
                        </a:lnTo>
                        <a:lnTo>
                          <a:pt x="875" y="438"/>
                        </a:lnTo>
                        <a:lnTo>
                          <a:pt x="874" y="461"/>
                        </a:lnTo>
                        <a:lnTo>
                          <a:pt x="873" y="482"/>
                        </a:lnTo>
                        <a:lnTo>
                          <a:pt x="870" y="504"/>
                        </a:lnTo>
                        <a:lnTo>
                          <a:pt x="867" y="526"/>
                        </a:lnTo>
                        <a:lnTo>
                          <a:pt x="861" y="547"/>
                        </a:lnTo>
                        <a:lnTo>
                          <a:pt x="855" y="567"/>
                        </a:lnTo>
                        <a:lnTo>
                          <a:pt x="849" y="588"/>
                        </a:lnTo>
                        <a:lnTo>
                          <a:pt x="841" y="608"/>
                        </a:lnTo>
                        <a:lnTo>
                          <a:pt x="832" y="627"/>
                        </a:lnTo>
                        <a:lnTo>
                          <a:pt x="822" y="647"/>
                        </a:lnTo>
                        <a:lnTo>
                          <a:pt x="811" y="665"/>
                        </a:lnTo>
                        <a:lnTo>
                          <a:pt x="801" y="682"/>
                        </a:lnTo>
                        <a:lnTo>
                          <a:pt x="788" y="699"/>
                        </a:lnTo>
                        <a:lnTo>
                          <a:pt x="775" y="716"/>
                        </a:lnTo>
                        <a:lnTo>
                          <a:pt x="761" y="732"/>
                        </a:lnTo>
                        <a:lnTo>
                          <a:pt x="747" y="747"/>
                        </a:lnTo>
                        <a:lnTo>
                          <a:pt x="731" y="762"/>
                        </a:lnTo>
                        <a:lnTo>
                          <a:pt x="716" y="775"/>
                        </a:lnTo>
                        <a:lnTo>
                          <a:pt x="699" y="789"/>
                        </a:lnTo>
                        <a:lnTo>
                          <a:pt x="682" y="801"/>
                        </a:lnTo>
                        <a:lnTo>
                          <a:pt x="664" y="812"/>
                        </a:lnTo>
                        <a:lnTo>
                          <a:pt x="646" y="823"/>
                        </a:lnTo>
                        <a:lnTo>
                          <a:pt x="627" y="833"/>
                        </a:lnTo>
                        <a:lnTo>
                          <a:pt x="608" y="841"/>
                        </a:lnTo>
                        <a:lnTo>
                          <a:pt x="588" y="849"/>
                        </a:lnTo>
                        <a:lnTo>
                          <a:pt x="567" y="856"/>
                        </a:lnTo>
                        <a:lnTo>
                          <a:pt x="547" y="862"/>
                        </a:lnTo>
                        <a:lnTo>
                          <a:pt x="526" y="867"/>
                        </a:lnTo>
                        <a:lnTo>
                          <a:pt x="504" y="870"/>
                        </a:lnTo>
                        <a:lnTo>
                          <a:pt x="482" y="873"/>
                        </a:lnTo>
                        <a:lnTo>
                          <a:pt x="459" y="875"/>
                        </a:lnTo>
                        <a:lnTo>
                          <a:pt x="437" y="875"/>
                        </a:lnTo>
                        <a:lnTo>
                          <a:pt x="415" y="875"/>
                        </a:lnTo>
                        <a:lnTo>
                          <a:pt x="393" y="873"/>
                        </a:lnTo>
                        <a:lnTo>
                          <a:pt x="371" y="870"/>
                        </a:lnTo>
                        <a:lnTo>
                          <a:pt x="349" y="867"/>
                        </a:lnTo>
                        <a:lnTo>
                          <a:pt x="328" y="862"/>
                        </a:lnTo>
                        <a:lnTo>
                          <a:pt x="308" y="856"/>
                        </a:lnTo>
                        <a:lnTo>
                          <a:pt x="287" y="849"/>
                        </a:lnTo>
                        <a:lnTo>
                          <a:pt x="267" y="841"/>
                        </a:lnTo>
                        <a:lnTo>
                          <a:pt x="248" y="833"/>
                        </a:lnTo>
                        <a:lnTo>
                          <a:pt x="229" y="823"/>
                        </a:lnTo>
                        <a:lnTo>
                          <a:pt x="210" y="812"/>
                        </a:lnTo>
                        <a:lnTo>
                          <a:pt x="193" y="801"/>
                        </a:lnTo>
                        <a:lnTo>
                          <a:pt x="175" y="789"/>
                        </a:lnTo>
                        <a:lnTo>
                          <a:pt x="159" y="775"/>
                        </a:lnTo>
                        <a:lnTo>
                          <a:pt x="143" y="762"/>
                        </a:lnTo>
                        <a:lnTo>
                          <a:pt x="128" y="747"/>
                        </a:lnTo>
                        <a:lnTo>
                          <a:pt x="113" y="732"/>
                        </a:lnTo>
                        <a:lnTo>
                          <a:pt x="99" y="716"/>
                        </a:lnTo>
                        <a:lnTo>
                          <a:pt x="86" y="699"/>
                        </a:lnTo>
                        <a:lnTo>
                          <a:pt x="75" y="682"/>
                        </a:lnTo>
                        <a:lnTo>
                          <a:pt x="63" y="665"/>
                        </a:lnTo>
                        <a:lnTo>
                          <a:pt x="52" y="647"/>
                        </a:lnTo>
                        <a:lnTo>
                          <a:pt x="43" y="627"/>
                        </a:lnTo>
                        <a:lnTo>
                          <a:pt x="34" y="608"/>
                        </a:lnTo>
                        <a:lnTo>
                          <a:pt x="26" y="588"/>
                        </a:lnTo>
                        <a:lnTo>
                          <a:pt x="19" y="567"/>
                        </a:lnTo>
                        <a:lnTo>
                          <a:pt x="14" y="547"/>
                        </a:lnTo>
                        <a:lnTo>
                          <a:pt x="8" y="526"/>
                        </a:lnTo>
                        <a:lnTo>
                          <a:pt x="4" y="504"/>
                        </a:lnTo>
                        <a:lnTo>
                          <a:pt x="2" y="482"/>
                        </a:lnTo>
                        <a:lnTo>
                          <a:pt x="0" y="461"/>
                        </a:lnTo>
                        <a:lnTo>
                          <a:pt x="0" y="438"/>
                        </a:lnTo>
                        <a:lnTo>
                          <a:pt x="0" y="416"/>
                        </a:lnTo>
                        <a:lnTo>
                          <a:pt x="2" y="393"/>
                        </a:lnTo>
                        <a:lnTo>
                          <a:pt x="4" y="371"/>
                        </a:lnTo>
                        <a:lnTo>
                          <a:pt x="8" y="349"/>
                        </a:lnTo>
                        <a:lnTo>
                          <a:pt x="14" y="328"/>
                        </a:lnTo>
                        <a:lnTo>
                          <a:pt x="19" y="308"/>
                        </a:lnTo>
                        <a:lnTo>
                          <a:pt x="26" y="287"/>
                        </a:lnTo>
                        <a:lnTo>
                          <a:pt x="34" y="267"/>
                        </a:lnTo>
                        <a:lnTo>
                          <a:pt x="43" y="248"/>
                        </a:lnTo>
                        <a:lnTo>
                          <a:pt x="52" y="230"/>
                        </a:lnTo>
                        <a:lnTo>
                          <a:pt x="63" y="211"/>
                        </a:lnTo>
                        <a:lnTo>
                          <a:pt x="75" y="193"/>
                        </a:lnTo>
                        <a:lnTo>
                          <a:pt x="86" y="176"/>
                        </a:lnTo>
                        <a:lnTo>
                          <a:pt x="99" y="159"/>
                        </a:lnTo>
                        <a:lnTo>
                          <a:pt x="113" y="143"/>
                        </a:lnTo>
                        <a:lnTo>
                          <a:pt x="128" y="128"/>
                        </a:lnTo>
                        <a:lnTo>
                          <a:pt x="143" y="114"/>
                        </a:lnTo>
                        <a:lnTo>
                          <a:pt x="159" y="100"/>
                        </a:lnTo>
                        <a:lnTo>
                          <a:pt x="175" y="87"/>
                        </a:lnTo>
                        <a:lnTo>
                          <a:pt x="193" y="75"/>
                        </a:lnTo>
                        <a:lnTo>
                          <a:pt x="210" y="63"/>
                        </a:lnTo>
                        <a:lnTo>
                          <a:pt x="229" y="53"/>
                        </a:lnTo>
                        <a:lnTo>
                          <a:pt x="248" y="43"/>
                        </a:lnTo>
                        <a:lnTo>
                          <a:pt x="267" y="34"/>
                        </a:lnTo>
                        <a:lnTo>
                          <a:pt x="287" y="26"/>
                        </a:lnTo>
                        <a:lnTo>
                          <a:pt x="308" y="19"/>
                        </a:lnTo>
                        <a:lnTo>
                          <a:pt x="328" y="14"/>
                        </a:lnTo>
                        <a:lnTo>
                          <a:pt x="349" y="8"/>
                        </a:lnTo>
                        <a:lnTo>
                          <a:pt x="371" y="5"/>
                        </a:lnTo>
                        <a:lnTo>
                          <a:pt x="393" y="2"/>
                        </a:lnTo>
                        <a:lnTo>
                          <a:pt x="415" y="1"/>
                        </a:lnTo>
                        <a:lnTo>
                          <a:pt x="437" y="0"/>
                        </a:lnTo>
                        <a:close/>
                      </a:path>
                    </a:pathLst>
                  </a:custGeom>
                  <a:solidFill>
                    <a:srgbClr val="DC2B19"/>
                  </a:solidFill>
                  <a:ln>
                    <a:noFill/>
                  </a:ln>
                </p:spPr>
                <p:txBody>
                  <a:bodyPr/>
                  <a:lstStyle/>
                  <a:p>
                    <a:pPr>
                      <a:defRPr/>
                    </a:pPr>
                    <a:endParaRPr lang="en-US" sz="1050">
                      <a:latin typeface="+mj-lt"/>
                    </a:endParaRPr>
                  </a:p>
                </p:txBody>
              </p:sp>
              <p:sp>
                <p:nvSpPr>
                  <p:cNvPr id="41805" name="Freeform 60">
                    <a:extLst>
                      <a:ext uri="{FF2B5EF4-FFF2-40B4-BE49-F238E27FC236}">
                        <a16:creationId xmlns="" xmlns:a16="http://schemas.microsoft.com/office/drawing/2014/main" id="{541E9A0F-124A-492A-09BE-C3F4EFEAF18E}"/>
                      </a:ext>
                    </a:extLst>
                  </p:cNvPr>
                  <p:cNvSpPr>
                    <a:spLocks/>
                  </p:cNvSpPr>
                  <p:nvPr/>
                </p:nvSpPr>
                <p:spPr bwMode="auto">
                  <a:xfrm>
                    <a:off x="2728" y="2080"/>
                    <a:ext cx="86" cy="89"/>
                  </a:xfrm>
                  <a:custGeom>
                    <a:avLst/>
                    <a:gdLst>
                      <a:gd name="T0" fmla="*/ 0 w 521"/>
                      <a:gd name="T1" fmla="*/ 0 h 521"/>
                      <a:gd name="T2" fmla="*/ 0 w 521"/>
                      <a:gd name="T3" fmla="*/ 0 h 521"/>
                      <a:gd name="T4" fmla="*/ 0 w 521"/>
                      <a:gd name="T5" fmla="*/ 0 h 521"/>
                      <a:gd name="T6" fmla="*/ 0 w 521"/>
                      <a:gd name="T7" fmla="*/ 0 h 521"/>
                      <a:gd name="T8" fmla="*/ 0 w 521"/>
                      <a:gd name="T9" fmla="*/ 0 h 521"/>
                      <a:gd name="T10" fmla="*/ 0 w 521"/>
                      <a:gd name="T11" fmla="*/ 0 h 521"/>
                      <a:gd name="T12" fmla="*/ 0 w 521"/>
                      <a:gd name="T13" fmla="*/ 0 h 521"/>
                      <a:gd name="T14" fmla="*/ 0 w 521"/>
                      <a:gd name="T15" fmla="*/ 0 h 521"/>
                      <a:gd name="T16" fmla="*/ 0 w 521"/>
                      <a:gd name="T17" fmla="*/ 0 h 521"/>
                      <a:gd name="T18" fmla="*/ 0 w 521"/>
                      <a:gd name="T19" fmla="*/ 0 h 521"/>
                      <a:gd name="T20" fmla="*/ 0 w 521"/>
                      <a:gd name="T21" fmla="*/ 0 h 521"/>
                      <a:gd name="T22" fmla="*/ 0 w 521"/>
                      <a:gd name="T23" fmla="*/ 0 h 521"/>
                      <a:gd name="T24" fmla="*/ 0 w 521"/>
                      <a:gd name="T25" fmla="*/ 0 h 521"/>
                      <a:gd name="T26" fmla="*/ 0 w 521"/>
                      <a:gd name="T27" fmla="*/ 0 h 521"/>
                      <a:gd name="T28" fmla="*/ 0 w 521"/>
                      <a:gd name="T29" fmla="*/ 0 h 521"/>
                      <a:gd name="T30" fmla="*/ 0 w 521"/>
                      <a:gd name="T31" fmla="*/ 0 h 521"/>
                      <a:gd name="T32" fmla="*/ 0 w 521"/>
                      <a:gd name="T33" fmla="*/ 0 h 521"/>
                      <a:gd name="T34" fmla="*/ 0 w 521"/>
                      <a:gd name="T35" fmla="*/ 0 h 521"/>
                      <a:gd name="T36" fmla="*/ 0 w 521"/>
                      <a:gd name="T37" fmla="*/ 0 h 521"/>
                      <a:gd name="T38" fmla="*/ 0 w 521"/>
                      <a:gd name="T39" fmla="*/ 0 h 521"/>
                      <a:gd name="T40" fmla="*/ 0 w 521"/>
                      <a:gd name="T41" fmla="*/ 0 h 521"/>
                      <a:gd name="T42" fmla="*/ 0 w 521"/>
                      <a:gd name="T43" fmla="*/ 0 h 521"/>
                      <a:gd name="T44" fmla="*/ 0 w 521"/>
                      <a:gd name="T45" fmla="*/ 0 h 521"/>
                      <a:gd name="T46" fmla="*/ 0 w 521"/>
                      <a:gd name="T47" fmla="*/ 0 h 521"/>
                      <a:gd name="T48" fmla="*/ 0 w 521"/>
                      <a:gd name="T49" fmla="*/ 0 h 521"/>
                      <a:gd name="T50" fmla="*/ 0 w 521"/>
                      <a:gd name="T51" fmla="*/ 0 h 521"/>
                      <a:gd name="T52" fmla="*/ 0 w 521"/>
                      <a:gd name="T53" fmla="*/ 0 h 521"/>
                      <a:gd name="T54" fmla="*/ 0 w 521"/>
                      <a:gd name="T55" fmla="*/ 0 h 521"/>
                      <a:gd name="T56" fmla="*/ 0 w 521"/>
                      <a:gd name="T57" fmla="*/ 0 h 521"/>
                      <a:gd name="T58" fmla="*/ 0 w 521"/>
                      <a:gd name="T59" fmla="*/ 0 h 521"/>
                      <a:gd name="T60" fmla="*/ 0 w 521"/>
                      <a:gd name="T61" fmla="*/ 0 h 521"/>
                      <a:gd name="T62" fmla="*/ 0 w 521"/>
                      <a:gd name="T63" fmla="*/ 0 h 521"/>
                      <a:gd name="T64" fmla="*/ 0 w 521"/>
                      <a:gd name="T65" fmla="*/ 0 h 521"/>
                      <a:gd name="T66" fmla="*/ 0 w 521"/>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1"/>
                      <a:gd name="T104" fmla="*/ 521 w 521"/>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1">
                        <a:moveTo>
                          <a:pt x="521" y="521"/>
                        </a:moveTo>
                        <a:lnTo>
                          <a:pt x="521" y="521"/>
                        </a:lnTo>
                        <a:lnTo>
                          <a:pt x="520" y="494"/>
                        </a:lnTo>
                        <a:lnTo>
                          <a:pt x="517" y="468"/>
                        </a:lnTo>
                        <a:lnTo>
                          <a:pt x="514" y="442"/>
                        </a:lnTo>
                        <a:lnTo>
                          <a:pt x="510" y="416"/>
                        </a:lnTo>
                        <a:lnTo>
                          <a:pt x="504" y="391"/>
                        </a:lnTo>
                        <a:lnTo>
                          <a:pt x="497" y="366"/>
                        </a:lnTo>
                        <a:lnTo>
                          <a:pt x="489" y="342"/>
                        </a:lnTo>
                        <a:lnTo>
                          <a:pt x="479" y="319"/>
                        </a:lnTo>
                        <a:lnTo>
                          <a:pt x="469" y="295"/>
                        </a:lnTo>
                        <a:lnTo>
                          <a:pt x="458" y="273"/>
                        </a:lnTo>
                        <a:lnTo>
                          <a:pt x="445" y="252"/>
                        </a:lnTo>
                        <a:lnTo>
                          <a:pt x="432" y="230"/>
                        </a:lnTo>
                        <a:lnTo>
                          <a:pt x="417" y="210"/>
                        </a:lnTo>
                        <a:lnTo>
                          <a:pt x="401" y="191"/>
                        </a:lnTo>
                        <a:lnTo>
                          <a:pt x="385" y="171"/>
                        </a:lnTo>
                        <a:lnTo>
                          <a:pt x="368" y="153"/>
                        </a:lnTo>
                        <a:lnTo>
                          <a:pt x="350" y="136"/>
                        </a:lnTo>
                        <a:lnTo>
                          <a:pt x="331" y="120"/>
                        </a:lnTo>
                        <a:lnTo>
                          <a:pt x="311" y="104"/>
                        </a:lnTo>
                        <a:lnTo>
                          <a:pt x="291" y="89"/>
                        </a:lnTo>
                        <a:lnTo>
                          <a:pt x="269" y="76"/>
                        </a:lnTo>
                        <a:lnTo>
                          <a:pt x="248" y="63"/>
                        </a:lnTo>
                        <a:lnTo>
                          <a:pt x="226" y="52"/>
                        </a:lnTo>
                        <a:lnTo>
                          <a:pt x="202" y="42"/>
                        </a:lnTo>
                        <a:lnTo>
                          <a:pt x="179" y="32"/>
                        </a:lnTo>
                        <a:lnTo>
                          <a:pt x="155" y="24"/>
                        </a:lnTo>
                        <a:lnTo>
                          <a:pt x="130" y="17"/>
                        </a:lnTo>
                        <a:lnTo>
                          <a:pt x="105" y="11"/>
                        </a:lnTo>
                        <a:lnTo>
                          <a:pt x="79" y="7"/>
                        </a:lnTo>
                        <a:lnTo>
                          <a:pt x="53" y="4"/>
                        </a:lnTo>
                        <a:lnTo>
                          <a:pt x="27" y="1"/>
                        </a:lnTo>
                        <a:lnTo>
                          <a:pt x="0" y="0"/>
                        </a:lnTo>
                        <a:lnTo>
                          <a:pt x="0" y="165"/>
                        </a:lnTo>
                        <a:lnTo>
                          <a:pt x="18" y="165"/>
                        </a:lnTo>
                        <a:lnTo>
                          <a:pt x="37" y="166"/>
                        </a:lnTo>
                        <a:lnTo>
                          <a:pt x="55" y="169"/>
                        </a:lnTo>
                        <a:lnTo>
                          <a:pt x="72" y="171"/>
                        </a:lnTo>
                        <a:lnTo>
                          <a:pt x="89" y="176"/>
                        </a:lnTo>
                        <a:lnTo>
                          <a:pt x="106" y="181"/>
                        </a:lnTo>
                        <a:lnTo>
                          <a:pt x="122" y="186"/>
                        </a:lnTo>
                        <a:lnTo>
                          <a:pt x="139" y="193"/>
                        </a:lnTo>
                        <a:lnTo>
                          <a:pt x="154" y="200"/>
                        </a:lnTo>
                        <a:lnTo>
                          <a:pt x="170" y="208"/>
                        </a:lnTo>
                        <a:lnTo>
                          <a:pt x="184" y="216"/>
                        </a:lnTo>
                        <a:lnTo>
                          <a:pt x="199" y="226"/>
                        </a:lnTo>
                        <a:lnTo>
                          <a:pt x="213" y="236"/>
                        </a:lnTo>
                        <a:lnTo>
                          <a:pt x="227" y="246"/>
                        </a:lnTo>
                        <a:lnTo>
                          <a:pt x="240" y="257"/>
                        </a:lnTo>
                        <a:lnTo>
                          <a:pt x="251" y="270"/>
                        </a:lnTo>
                        <a:lnTo>
                          <a:pt x="263" y="282"/>
                        </a:lnTo>
                        <a:lnTo>
                          <a:pt x="275" y="294"/>
                        </a:lnTo>
                        <a:lnTo>
                          <a:pt x="285" y="308"/>
                        </a:lnTo>
                        <a:lnTo>
                          <a:pt x="295" y="322"/>
                        </a:lnTo>
                        <a:lnTo>
                          <a:pt x="305" y="336"/>
                        </a:lnTo>
                        <a:lnTo>
                          <a:pt x="313" y="351"/>
                        </a:lnTo>
                        <a:lnTo>
                          <a:pt x="321" y="367"/>
                        </a:lnTo>
                        <a:lnTo>
                          <a:pt x="328" y="382"/>
                        </a:lnTo>
                        <a:lnTo>
                          <a:pt x="335" y="399"/>
                        </a:lnTo>
                        <a:lnTo>
                          <a:pt x="340" y="415"/>
                        </a:lnTo>
                        <a:lnTo>
                          <a:pt x="345" y="432"/>
                        </a:lnTo>
                        <a:lnTo>
                          <a:pt x="349" y="449"/>
                        </a:lnTo>
                        <a:lnTo>
                          <a:pt x="352" y="467"/>
                        </a:lnTo>
                        <a:lnTo>
                          <a:pt x="354" y="484"/>
                        </a:lnTo>
                        <a:lnTo>
                          <a:pt x="356" y="502"/>
                        </a:lnTo>
                        <a:lnTo>
                          <a:pt x="356" y="521"/>
                        </a:lnTo>
                        <a:lnTo>
                          <a:pt x="521" y="521"/>
                        </a:lnTo>
                        <a:close/>
                      </a:path>
                    </a:pathLst>
                  </a:custGeom>
                  <a:solidFill>
                    <a:srgbClr val="EF2B2F"/>
                  </a:solidFill>
                  <a:ln>
                    <a:noFill/>
                  </a:ln>
                </p:spPr>
                <p:txBody>
                  <a:bodyPr/>
                  <a:lstStyle/>
                  <a:p>
                    <a:pPr>
                      <a:defRPr/>
                    </a:pPr>
                    <a:endParaRPr lang="en-US" sz="1050">
                      <a:latin typeface="+mj-lt"/>
                    </a:endParaRPr>
                  </a:p>
                </p:txBody>
              </p:sp>
              <p:sp>
                <p:nvSpPr>
                  <p:cNvPr id="41806" name="Freeform 61">
                    <a:extLst>
                      <a:ext uri="{FF2B5EF4-FFF2-40B4-BE49-F238E27FC236}">
                        <a16:creationId xmlns="" xmlns:a16="http://schemas.microsoft.com/office/drawing/2014/main" id="{A5D43AC2-A5BB-DF2F-B2E7-F0A7E8FD8E4A}"/>
                      </a:ext>
                    </a:extLst>
                  </p:cNvPr>
                  <p:cNvSpPr>
                    <a:spLocks/>
                  </p:cNvSpPr>
                  <p:nvPr/>
                </p:nvSpPr>
                <p:spPr bwMode="auto">
                  <a:xfrm>
                    <a:off x="2728" y="2169"/>
                    <a:ext cx="86" cy="85"/>
                  </a:xfrm>
                  <a:custGeom>
                    <a:avLst/>
                    <a:gdLst>
                      <a:gd name="T0" fmla="*/ 0 w 521"/>
                      <a:gd name="T1" fmla="*/ 0 h 520"/>
                      <a:gd name="T2" fmla="*/ 0 w 521"/>
                      <a:gd name="T3" fmla="*/ 0 h 520"/>
                      <a:gd name="T4" fmla="*/ 0 w 521"/>
                      <a:gd name="T5" fmla="*/ 0 h 520"/>
                      <a:gd name="T6" fmla="*/ 0 w 521"/>
                      <a:gd name="T7" fmla="*/ 0 h 520"/>
                      <a:gd name="T8" fmla="*/ 0 w 521"/>
                      <a:gd name="T9" fmla="*/ 0 h 520"/>
                      <a:gd name="T10" fmla="*/ 0 w 521"/>
                      <a:gd name="T11" fmla="*/ 0 h 520"/>
                      <a:gd name="T12" fmla="*/ 0 w 521"/>
                      <a:gd name="T13" fmla="*/ 0 h 520"/>
                      <a:gd name="T14" fmla="*/ 0 w 521"/>
                      <a:gd name="T15" fmla="*/ 0 h 520"/>
                      <a:gd name="T16" fmla="*/ 0 w 521"/>
                      <a:gd name="T17" fmla="*/ 0 h 520"/>
                      <a:gd name="T18" fmla="*/ 0 w 521"/>
                      <a:gd name="T19" fmla="*/ 0 h 520"/>
                      <a:gd name="T20" fmla="*/ 0 w 521"/>
                      <a:gd name="T21" fmla="*/ 0 h 520"/>
                      <a:gd name="T22" fmla="*/ 0 w 521"/>
                      <a:gd name="T23" fmla="*/ 0 h 520"/>
                      <a:gd name="T24" fmla="*/ 0 w 521"/>
                      <a:gd name="T25" fmla="*/ 0 h 520"/>
                      <a:gd name="T26" fmla="*/ 0 w 521"/>
                      <a:gd name="T27" fmla="*/ 0 h 520"/>
                      <a:gd name="T28" fmla="*/ 0 w 521"/>
                      <a:gd name="T29" fmla="*/ 0 h 520"/>
                      <a:gd name="T30" fmla="*/ 0 w 521"/>
                      <a:gd name="T31" fmla="*/ 0 h 520"/>
                      <a:gd name="T32" fmla="*/ 0 w 521"/>
                      <a:gd name="T33" fmla="*/ 0 h 520"/>
                      <a:gd name="T34" fmla="*/ 0 w 521"/>
                      <a:gd name="T35" fmla="*/ 0 h 520"/>
                      <a:gd name="T36" fmla="*/ 0 w 521"/>
                      <a:gd name="T37" fmla="*/ 0 h 520"/>
                      <a:gd name="T38" fmla="*/ 0 w 521"/>
                      <a:gd name="T39" fmla="*/ 0 h 520"/>
                      <a:gd name="T40" fmla="*/ 0 w 521"/>
                      <a:gd name="T41" fmla="*/ 0 h 520"/>
                      <a:gd name="T42" fmla="*/ 0 w 521"/>
                      <a:gd name="T43" fmla="*/ 0 h 520"/>
                      <a:gd name="T44" fmla="*/ 0 w 521"/>
                      <a:gd name="T45" fmla="*/ 0 h 520"/>
                      <a:gd name="T46" fmla="*/ 0 w 521"/>
                      <a:gd name="T47" fmla="*/ 0 h 520"/>
                      <a:gd name="T48" fmla="*/ 0 w 521"/>
                      <a:gd name="T49" fmla="*/ 0 h 520"/>
                      <a:gd name="T50" fmla="*/ 0 w 521"/>
                      <a:gd name="T51" fmla="*/ 0 h 520"/>
                      <a:gd name="T52" fmla="*/ 0 w 521"/>
                      <a:gd name="T53" fmla="*/ 0 h 520"/>
                      <a:gd name="T54" fmla="*/ 0 w 521"/>
                      <a:gd name="T55" fmla="*/ 0 h 520"/>
                      <a:gd name="T56" fmla="*/ 0 w 521"/>
                      <a:gd name="T57" fmla="*/ 0 h 520"/>
                      <a:gd name="T58" fmla="*/ 0 w 521"/>
                      <a:gd name="T59" fmla="*/ 0 h 520"/>
                      <a:gd name="T60" fmla="*/ 0 w 521"/>
                      <a:gd name="T61" fmla="*/ 0 h 520"/>
                      <a:gd name="T62" fmla="*/ 0 w 521"/>
                      <a:gd name="T63" fmla="*/ 0 h 520"/>
                      <a:gd name="T64" fmla="*/ 0 w 521"/>
                      <a:gd name="T65" fmla="*/ 0 h 520"/>
                      <a:gd name="T66" fmla="*/ 0 w 521"/>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0"/>
                      <a:gd name="T104" fmla="*/ 521 w 521"/>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0">
                        <a:moveTo>
                          <a:pt x="0" y="520"/>
                        </a:moveTo>
                        <a:lnTo>
                          <a:pt x="0" y="520"/>
                        </a:lnTo>
                        <a:lnTo>
                          <a:pt x="27" y="519"/>
                        </a:lnTo>
                        <a:lnTo>
                          <a:pt x="53" y="517"/>
                        </a:lnTo>
                        <a:lnTo>
                          <a:pt x="79" y="514"/>
                        </a:lnTo>
                        <a:lnTo>
                          <a:pt x="105" y="509"/>
                        </a:lnTo>
                        <a:lnTo>
                          <a:pt x="129" y="504"/>
                        </a:lnTo>
                        <a:lnTo>
                          <a:pt x="155" y="496"/>
                        </a:lnTo>
                        <a:lnTo>
                          <a:pt x="179" y="488"/>
                        </a:lnTo>
                        <a:lnTo>
                          <a:pt x="202" y="479"/>
                        </a:lnTo>
                        <a:lnTo>
                          <a:pt x="226" y="468"/>
                        </a:lnTo>
                        <a:lnTo>
                          <a:pt x="248" y="457"/>
                        </a:lnTo>
                        <a:lnTo>
                          <a:pt x="269" y="444"/>
                        </a:lnTo>
                        <a:lnTo>
                          <a:pt x="291" y="431"/>
                        </a:lnTo>
                        <a:lnTo>
                          <a:pt x="311" y="416"/>
                        </a:lnTo>
                        <a:lnTo>
                          <a:pt x="331" y="401"/>
                        </a:lnTo>
                        <a:lnTo>
                          <a:pt x="350" y="384"/>
                        </a:lnTo>
                        <a:lnTo>
                          <a:pt x="368" y="367"/>
                        </a:lnTo>
                        <a:lnTo>
                          <a:pt x="385" y="349"/>
                        </a:lnTo>
                        <a:lnTo>
                          <a:pt x="401" y="330"/>
                        </a:lnTo>
                        <a:lnTo>
                          <a:pt x="417" y="310"/>
                        </a:lnTo>
                        <a:lnTo>
                          <a:pt x="432" y="290"/>
                        </a:lnTo>
                        <a:lnTo>
                          <a:pt x="445" y="270"/>
                        </a:lnTo>
                        <a:lnTo>
                          <a:pt x="458" y="247"/>
                        </a:lnTo>
                        <a:lnTo>
                          <a:pt x="469" y="225"/>
                        </a:lnTo>
                        <a:lnTo>
                          <a:pt x="479" y="202"/>
                        </a:lnTo>
                        <a:lnTo>
                          <a:pt x="489" y="179"/>
                        </a:lnTo>
                        <a:lnTo>
                          <a:pt x="497" y="154"/>
                        </a:lnTo>
                        <a:lnTo>
                          <a:pt x="504" y="129"/>
                        </a:lnTo>
                        <a:lnTo>
                          <a:pt x="510" y="104"/>
                        </a:lnTo>
                        <a:lnTo>
                          <a:pt x="514" y="78"/>
                        </a:lnTo>
                        <a:lnTo>
                          <a:pt x="517" y="52"/>
                        </a:lnTo>
                        <a:lnTo>
                          <a:pt x="520" y="27"/>
                        </a:lnTo>
                        <a:lnTo>
                          <a:pt x="521" y="0"/>
                        </a:lnTo>
                        <a:lnTo>
                          <a:pt x="356" y="0"/>
                        </a:lnTo>
                        <a:lnTo>
                          <a:pt x="356" y="18"/>
                        </a:lnTo>
                        <a:lnTo>
                          <a:pt x="354" y="36"/>
                        </a:lnTo>
                        <a:lnTo>
                          <a:pt x="352" y="54"/>
                        </a:lnTo>
                        <a:lnTo>
                          <a:pt x="349" y="72"/>
                        </a:lnTo>
                        <a:lnTo>
                          <a:pt x="345" y="89"/>
                        </a:lnTo>
                        <a:lnTo>
                          <a:pt x="340" y="105"/>
                        </a:lnTo>
                        <a:lnTo>
                          <a:pt x="335" y="122"/>
                        </a:lnTo>
                        <a:lnTo>
                          <a:pt x="328" y="138"/>
                        </a:lnTo>
                        <a:lnTo>
                          <a:pt x="321" y="154"/>
                        </a:lnTo>
                        <a:lnTo>
                          <a:pt x="313" y="169"/>
                        </a:lnTo>
                        <a:lnTo>
                          <a:pt x="305" y="184"/>
                        </a:lnTo>
                        <a:lnTo>
                          <a:pt x="295" y="198"/>
                        </a:lnTo>
                        <a:lnTo>
                          <a:pt x="285" y="212"/>
                        </a:lnTo>
                        <a:lnTo>
                          <a:pt x="275" y="226"/>
                        </a:lnTo>
                        <a:lnTo>
                          <a:pt x="263" y="239"/>
                        </a:lnTo>
                        <a:lnTo>
                          <a:pt x="251" y="251"/>
                        </a:lnTo>
                        <a:lnTo>
                          <a:pt x="240" y="263"/>
                        </a:lnTo>
                        <a:lnTo>
                          <a:pt x="227" y="274"/>
                        </a:lnTo>
                        <a:lnTo>
                          <a:pt x="213" y="285"/>
                        </a:lnTo>
                        <a:lnTo>
                          <a:pt x="199" y="294"/>
                        </a:lnTo>
                        <a:lnTo>
                          <a:pt x="184" y="304"/>
                        </a:lnTo>
                        <a:lnTo>
                          <a:pt x="170" y="312"/>
                        </a:lnTo>
                        <a:lnTo>
                          <a:pt x="154" y="321"/>
                        </a:lnTo>
                        <a:lnTo>
                          <a:pt x="139" y="327"/>
                        </a:lnTo>
                        <a:lnTo>
                          <a:pt x="122" y="334"/>
                        </a:lnTo>
                        <a:lnTo>
                          <a:pt x="106" y="339"/>
                        </a:lnTo>
                        <a:lnTo>
                          <a:pt x="90" y="344"/>
                        </a:lnTo>
                        <a:lnTo>
                          <a:pt x="72" y="349"/>
                        </a:lnTo>
                        <a:lnTo>
                          <a:pt x="55" y="351"/>
                        </a:lnTo>
                        <a:lnTo>
                          <a:pt x="37" y="354"/>
                        </a:lnTo>
                        <a:lnTo>
                          <a:pt x="19" y="355"/>
                        </a:lnTo>
                        <a:lnTo>
                          <a:pt x="0" y="355"/>
                        </a:lnTo>
                        <a:lnTo>
                          <a:pt x="0" y="520"/>
                        </a:lnTo>
                        <a:close/>
                      </a:path>
                    </a:pathLst>
                  </a:custGeom>
                  <a:solidFill>
                    <a:srgbClr val="EF2B2F"/>
                  </a:solidFill>
                  <a:ln>
                    <a:noFill/>
                  </a:ln>
                </p:spPr>
                <p:txBody>
                  <a:bodyPr/>
                  <a:lstStyle/>
                  <a:p>
                    <a:pPr>
                      <a:defRPr/>
                    </a:pPr>
                    <a:endParaRPr lang="en-US" sz="1050">
                      <a:latin typeface="+mj-lt"/>
                    </a:endParaRPr>
                  </a:p>
                </p:txBody>
              </p:sp>
              <p:sp>
                <p:nvSpPr>
                  <p:cNvPr id="41807" name="Freeform 62">
                    <a:extLst>
                      <a:ext uri="{FF2B5EF4-FFF2-40B4-BE49-F238E27FC236}">
                        <a16:creationId xmlns="" xmlns:a16="http://schemas.microsoft.com/office/drawing/2014/main" id="{6FA3B70F-40BC-F0AD-5373-EE5E5106E67C}"/>
                      </a:ext>
                    </a:extLst>
                  </p:cNvPr>
                  <p:cNvSpPr>
                    <a:spLocks/>
                  </p:cNvSpPr>
                  <p:nvPr/>
                </p:nvSpPr>
                <p:spPr bwMode="auto">
                  <a:xfrm>
                    <a:off x="2657" y="2169"/>
                    <a:ext cx="79" cy="85"/>
                  </a:xfrm>
                  <a:custGeom>
                    <a:avLst/>
                    <a:gdLst>
                      <a:gd name="T0" fmla="*/ 0 w 520"/>
                      <a:gd name="T1" fmla="*/ 0 h 520"/>
                      <a:gd name="T2" fmla="*/ 0 w 520"/>
                      <a:gd name="T3" fmla="*/ 0 h 520"/>
                      <a:gd name="T4" fmla="*/ 0 w 520"/>
                      <a:gd name="T5" fmla="*/ 0 h 520"/>
                      <a:gd name="T6" fmla="*/ 0 w 520"/>
                      <a:gd name="T7" fmla="*/ 0 h 520"/>
                      <a:gd name="T8" fmla="*/ 0 w 520"/>
                      <a:gd name="T9" fmla="*/ 0 h 520"/>
                      <a:gd name="T10" fmla="*/ 0 w 520"/>
                      <a:gd name="T11" fmla="*/ 0 h 520"/>
                      <a:gd name="T12" fmla="*/ 0 w 520"/>
                      <a:gd name="T13" fmla="*/ 0 h 520"/>
                      <a:gd name="T14" fmla="*/ 0 w 520"/>
                      <a:gd name="T15" fmla="*/ 0 h 520"/>
                      <a:gd name="T16" fmla="*/ 0 w 520"/>
                      <a:gd name="T17" fmla="*/ 0 h 520"/>
                      <a:gd name="T18" fmla="*/ 0 w 520"/>
                      <a:gd name="T19" fmla="*/ 0 h 520"/>
                      <a:gd name="T20" fmla="*/ 0 w 520"/>
                      <a:gd name="T21" fmla="*/ 0 h 520"/>
                      <a:gd name="T22" fmla="*/ 0 w 520"/>
                      <a:gd name="T23" fmla="*/ 0 h 520"/>
                      <a:gd name="T24" fmla="*/ 0 w 520"/>
                      <a:gd name="T25" fmla="*/ 0 h 520"/>
                      <a:gd name="T26" fmla="*/ 0 w 520"/>
                      <a:gd name="T27" fmla="*/ 0 h 520"/>
                      <a:gd name="T28" fmla="*/ 0 w 520"/>
                      <a:gd name="T29" fmla="*/ 0 h 520"/>
                      <a:gd name="T30" fmla="*/ 0 w 520"/>
                      <a:gd name="T31" fmla="*/ 0 h 520"/>
                      <a:gd name="T32" fmla="*/ 0 w 520"/>
                      <a:gd name="T33" fmla="*/ 0 h 520"/>
                      <a:gd name="T34" fmla="*/ 0 w 520"/>
                      <a:gd name="T35" fmla="*/ 0 h 520"/>
                      <a:gd name="T36" fmla="*/ 0 w 520"/>
                      <a:gd name="T37" fmla="*/ 0 h 520"/>
                      <a:gd name="T38" fmla="*/ 0 w 520"/>
                      <a:gd name="T39" fmla="*/ 0 h 520"/>
                      <a:gd name="T40" fmla="*/ 0 w 520"/>
                      <a:gd name="T41" fmla="*/ 0 h 520"/>
                      <a:gd name="T42" fmla="*/ 0 w 520"/>
                      <a:gd name="T43" fmla="*/ 0 h 520"/>
                      <a:gd name="T44" fmla="*/ 0 w 520"/>
                      <a:gd name="T45" fmla="*/ 0 h 520"/>
                      <a:gd name="T46" fmla="*/ 0 w 520"/>
                      <a:gd name="T47" fmla="*/ 0 h 520"/>
                      <a:gd name="T48" fmla="*/ 0 w 520"/>
                      <a:gd name="T49" fmla="*/ 0 h 520"/>
                      <a:gd name="T50" fmla="*/ 0 w 520"/>
                      <a:gd name="T51" fmla="*/ 0 h 520"/>
                      <a:gd name="T52" fmla="*/ 0 w 520"/>
                      <a:gd name="T53" fmla="*/ 0 h 520"/>
                      <a:gd name="T54" fmla="*/ 0 w 520"/>
                      <a:gd name="T55" fmla="*/ 0 h 520"/>
                      <a:gd name="T56" fmla="*/ 0 w 520"/>
                      <a:gd name="T57" fmla="*/ 0 h 520"/>
                      <a:gd name="T58" fmla="*/ 0 w 520"/>
                      <a:gd name="T59" fmla="*/ 0 h 520"/>
                      <a:gd name="T60" fmla="*/ 0 w 520"/>
                      <a:gd name="T61" fmla="*/ 0 h 520"/>
                      <a:gd name="T62" fmla="*/ 0 w 520"/>
                      <a:gd name="T63" fmla="*/ 0 h 520"/>
                      <a:gd name="T64" fmla="*/ 0 w 520"/>
                      <a:gd name="T65" fmla="*/ 0 h 520"/>
                      <a:gd name="T66" fmla="*/ 0 w 520"/>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0"/>
                      <a:gd name="T104" fmla="*/ 520 w 520"/>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0">
                        <a:moveTo>
                          <a:pt x="0" y="0"/>
                        </a:moveTo>
                        <a:lnTo>
                          <a:pt x="0" y="0"/>
                        </a:lnTo>
                        <a:lnTo>
                          <a:pt x="2" y="26"/>
                        </a:lnTo>
                        <a:lnTo>
                          <a:pt x="3" y="52"/>
                        </a:lnTo>
                        <a:lnTo>
                          <a:pt x="6" y="78"/>
                        </a:lnTo>
                        <a:lnTo>
                          <a:pt x="11" y="104"/>
                        </a:lnTo>
                        <a:lnTo>
                          <a:pt x="16" y="129"/>
                        </a:lnTo>
                        <a:lnTo>
                          <a:pt x="24" y="154"/>
                        </a:lnTo>
                        <a:lnTo>
                          <a:pt x="31" y="179"/>
                        </a:lnTo>
                        <a:lnTo>
                          <a:pt x="41" y="202"/>
                        </a:lnTo>
                        <a:lnTo>
                          <a:pt x="52" y="225"/>
                        </a:lnTo>
                        <a:lnTo>
                          <a:pt x="64" y="247"/>
                        </a:lnTo>
                        <a:lnTo>
                          <a:pt x="76" y="270"/>
                        </a:lnTo>
                        <a:lnTo>
                          <a:pt x="89" y="290"/>
                        </a:lnTo>
                        <a:lnTo>
                          <a:pt x="104" y="310"/>
                        </a:lnTo>
                        <a:lnTo>
                          <a:pt x="119" y="330"/>
                        </a:lnTo>
                        <a:lnTo>
                          <a:pt x="135" y="349"/>
                        </a:lnTo>
                        <a:lnTo>
                          <a:pt x="152" y="367"/>
                        </a:lnTo>
                        <a:lnTo>
                          <a:pt x="170" y="384"/>
                        </a:lnTo>
                        <a:lnTo>
                          <a:pt x="190" y="401"/>
                        </a:lnTo>
                        <a:lnTo>
                          <a:pt x="209" y="416"/>
                        </a:lnTo>
                        <a:lnTo>
                          <a:pt x="230" y="431"/>
                        </a:lnTo>
                        <a:lnTo>
                          <a:pt x="251" y="444"/>
                        </a:lnTo>
                        <a:lnTo>
                          <a:pt x="273" y="457"/>
                        </a:lnTo>
                        <a:lnTo>
                          <a:pt x="296" y="468"/>
                        </a:lnTo>
                        <a:lnTo>
                          <a:pt x="318" y="479"/>
                        </a:lnTo>
                        <a:lnTo>
                          <a:pt x="341" y="488"/>
                        </a:lnTo>
                        <a:lnTo>
                          <a:pt x="366" y="496"/>
                        </a:lnTo>
                        <a:lnTo>
                          <a:pt x="391" y="504"/>
                        </a:lnTo>
                        <a:lnTo>
                          <a:pt x="416" y="509"/>
                        </a:lnTo>
                        <a:lnTo>
                          <a:pt x="442" y="514"/>
                        </a:lnTo>
                        <a:lnTo>
                          <a:pt x="468" y="517"/>
                        </a:lnTo>
                        <a:lnTo>
                          <a:pt x="494" y="519"/>
                        </a:lnTo>
                        <a:lnTo>
                          <a:pt x="520" y="520"/>
                        </a:lnTo>
                        <a:lnTo>
                          <a:pt x="520" y="355"/>
                        </a:lnTo>
                        <a:lnTo>
                          <a:pt x="502" y="355"/>
                        </a:lnTo>
                        <a:lnTo>
                          <a:pt x="484" y="354"/>
                        </a:lnTo>
                        <a:lnTo>
                          <a:pt x="467" y="351"/>
                        </a:lnTo>
                        <a:lnTo>
                          <a:pt x="448" y="349"/>
                        </a:lnTo>
                        <a:lnTo>
                          <a:pt x="431" y="344"/>
                        </a:lnTo>
                        <a:lnTo>
                          <a:pt x="415" y="339"/>
                        </a:lnTo>
                        <a:lnTo>
                          <a:pt x="398" y="334"/>
                        </a:lnTo>
                        <a:lnTo>
                          <a:pt x="382" y="327"/>
                        </a:lnTo>
                        <a:lnTo>
                          <a:pt x="366" y="321"/>
                        </a:lnTo>
                        <a:lnTo>
                          <a:pt x="351" y="312"/>
                        </a:lnTo>
                        <a:lnTo>
                          <a:pt x="336" y="304"/>
                        </a:lnTo>
                        <a:lnTo>
                          <a:pt x="322" y="294"/>
                        </a:lnTo>
                        <a:lnTo>
                          <a:pt x="307" y="285"/>
                        </a:lnTo>
                        <a:lnTo>
                          <a:pt x="294" y="274"/>
                        </a:lnTo>
                        <a:lnTo>
                          <a:pt x="282" y="263"/>
                        </a:lnTo>
                        <a:lnTo>
                          <a:pt x="269" y="251"/>
                        </a:lnTo>
                        <a:lnTo>
                          <a:pt x="257" y="239"/>
                        </a:lnTo>
                        <a:lnTo>
                          <a:pt x="246" y="226"/>
                        </a:lnTo>
                        <a:lnTo>
                          <a:pt x="236" y="212"/>
                        </a:lnTo>
                        <a:lnTo>
                          <a:pt x="226" y="198"/>
                        </a:lnTo>
                        <a:lnTo>
                          <a:pt x="216" y="184"/>
                        </a:lnTo>
                        <a:lnTo>
                          <a:pt x="208" y="169"/>
                        </a:lnTo>
                        <a:lnTo>
                          <a:pt x="199" y="154"/>
                        </a:lnTo>
                        <a:lnTo>
                          <a:pt x="193" y="138"/>
                        </a:lnTo>
                        <a:lnTo>
                          <a:pt x="186" y="122"/>
                        </a:lnTo>
                        <a:lnTo>
                          <a:pt x="180" y="105"/>
                        </a:lnTo>
                        <a:lnTo>
                          <a:pt x="176" y="89"/>
                        </a:lnTo>
                        <a:lnTo>
                          <a:pt x="172" y="72"/>
                        </a:lnTo>
                        <a:lnTo>
                          <a:pt x="168" y="54"/>
                        </a:lnTo>
                        <a:lnTo>
                          <a:pt x="166" y="36"/>
                        </a:lnTo>
                        <a:lnTo>
                          <a:pt x="165" y="18"/>
                        </a:lnTo>
                        <a:lnTo>
                          <a:pt x="165" y="0"/>
                        </a:lnTo>
                        <a:lnTo>
                          <a:pt x="0" y="0"/>
                        </a:lnTo>
                        <a:close/>
                      </a:path>
                    </a:pathLst>
                  </a:custGeom>
                  <a:solidFill>
                    <a:srgbClr val="EF2B2F"/>
                  </a:solidFill>
                  <a:ln>
                    <a:noFill/>
                  </a:ln>
                </p:spPr>
                <p:txBody>
                  <a:bodyPr/>
                  <a:lstStyle/>
                  <a:p>
                    <a:pPr>
                      <a:defRPr/>
                    </a:pPr>
                    <a:endParaRPr lang="en-US" sz="1050">
                      <a:latin typeface="+mj-lt"/>
                    </a:endParaRPr>
                  </a:p>
                </p:txBody>
              </p:sp>
              <p:sp>
                <p:nvSpPr>
                  <p:cNvPr id="41808" name="Freeform 63">
                    <a:extLst>
                      <a:ext uri="{FF2B5EF4-FFF2-40B4-BE49-F238E27FC236}">
                        <a16:creationId xmlns="" xmlns:a16="http://schemas.microsoft.com/office/drawing/2014/main" id="{5A2B9E95-306E-1234-2B8B-FDD62FF98DBF}"/>
                      </a:ext>
                    </a:extLst>
                  </p:cNvPr>
                  <p:cNvSpPr>
                    <a:spLocks/>
                  </p:cNvSpPr>
                  <p:nvPr/>
                </p:nvSpPr>
                <p:spPr bwMode="auto">
                  <a:xfrm>
                    <a:off x="2657" y="2080"/>
                    <a:ext cx="79" cy="89"/>
                  </a:xfrm>
                  <a:custGeom>
                    <a:avLst/>
                    <a:gdLst>
                      <a:gd name="T0" fmla="*/ 0 w 520"/>
                      <a:gd name="T1" fmla="*/ 0 h 521"/>
                      <a:gd name="T2" fmla="*/ 0 w 520"/>
                      <a:gd name="T3" fmla="*/ 0 h 521"/>
                      <a:gd name="T4" fmla="*/ 0 w 520"/>
                      <a:gd name="T5" fmla="*/ 0 h 521"/>
                      <a:gd name="T6" fmla="*/ 0 w 520"/>
                      <a:gd name="T7" fmla="*/ 0 h 521"/>
                      <a:gd name="T8" fmla="*/ 0 w 520"/>
                      <a:gd name="T9" fmla="*/ 0 h 521"/>
                      <a:gd name="T10" fmla="*/ 0 w 520"/>
                      <a:gd name="T11" fmla="*/ 0 h 521"/>
                      <a:gd name="T12" fmla="*/ 0 w 520"/>
                      <a:gd name="T13" fmla="*/ 0 h 521"/>
                      <a:gd name="T14" fmla="*/ 0 w 520"/>
                      <a:gd name="T15" fmla="*/ 0 h 521"/>
                      <a:gd name="T16" fmla="*/ 0 w 520"/>
                      <a:gd name="T17" fmla="*/ 0 h 521"/>
                      <a:gd name="T18" fmla="*/ 0 w 520"/>
                      <a:gd name="T19" fmla="*/ 0 h 521"/>
                      <a:gd name="T20" fmla="*/ 0 w 520"/>
                      <a:gd name="T21" fmla="*/ 0 h 521"/>
                      <a:gd name="T22" fmla="*/ 0 w 520"/>
                      <a:gd name="T23" fmla="*/ 0 h 521"/>
                      <a:gd name="T24" fmla="*/ 0 w 520"/>
                      <a:gd name="T25" fmla="*/ 0 h 521"/>
                      <a:gd name="T26" fmla="*/ 0 w 520"/>
                      <a:gd name="T27" fmla="*/ 0 h 521"/>
                      <a:gd name="T28" fmla="*/ 0 w 520"/>
                      <a:gd name="T29" fmla="*/ 0 h 521"/>
                      <a:gd name="T30" fmla="*/ 0 w 520"/>
                      <a:gd name="T31" fmla="*/ 0 h 521"/>
                      <a:gd name="T32" fmla="*/ 0 w 520"/>
                      <a:gd name="T33" fmla="*/ 0 h 521"/>
                      <a:gd name="T34" fmla="*/ 0 w 520"/>
                      <a:gd name="T35" fmla="*/ 0 h 521"/>
                      <a:gd name="T36" fmla="*/ 0 w 520"/>
                      <a:gd name="T37" fmla="*/ 0 h 521"/>
                      <a:gd name="T38" fmla="*/ 0 w 520"/>
                      <a:gd name="T39" fmla="*/ 0 h 521"/>
                      <a:gd name="T40" fmla="*/ 0 w 520"/>
                      <a:gd name="T41" fmla="*/ 0 h 521"/>
                      <a:gd name="T42" fmla="*/ 0 w 520"/>
                      <a:gd name="T43" fmla="*/ 0 h 521"/>
                      <a:gd name="T44" fmla="*/ 0 w 520"/>
                      <a:gd name="T45" fmla="*/ 0 h 521"/>
                      <a:gd name="T46" fmla="*/ 0 w 520"/>
                      <a:gd name="T47" fmla="*/ 0 h 521"/>
                      <a:gd name="T48" fmla="*/ 0 w 520"/>
                      <a:gd name="T49" fmla="*/ 0 h 521"/>
                      <a:gd name="T50" fmla="*/ 0 w 520"/>
                      <a:gd name="T51" fmla="*/ 0 h 521"/>
                      <a:gd name="T52" fmla="*/ 0 w 520"/>
                      <a:gd name="T53" fmla="*/ 0 h 521"/>
                      <a:gd name="T54" fmla="*/ 0 w 520"/>
                      <a:gd name="T55" fmla="*/ 0 h 521"/>
                      <a:gd name="T56" fmla="*/ 0 w 520"/>
                      <a:gd name="T57" fmla="*/ 0 h 521"/>
                      <a:gd name="T58" fmla="*/ 0 w 520"/>
                      <a:gd name="T59" fmla="*/ 0 h 521"/>
                      <a:gd name="T60" fmla="*/ 0 w 520"/>
                      <a:gd name="T61" fmla="*/ 0 h 521"/>
                      <a:gd name="T62" fmla="*/ 0 w 520"/>
                      <a:gd name="T63" fmla="*/ 0 h 521"/>
                      <a:gd name="T64" fmla="*/ 0 w 520"/>
                      <a:gd name="T65" fmla="*/ 0 h 521"/>
                      <a:gd name="T66" fmla="*/ 0 w 520"/>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1"/>
                      <a:gd name="T104" fmla="*/ 520 w 520"/>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1">
                        <a:moveTo>
                          <a:pt x="520" y="0"/>
                        </a:moveTo>
                        <a:lnTo>
                          <a:pt x="520" y="0"/>
                        </a:lnTo>
                        <a:lnTo>
                          <a:pt x="493" y="1"/>
                        </a:lnTo>
                        <a:lnTo>
                          <a:pt x="468" y="4"/>
                        </a:lnTo>
                        <a:lnTo>
                          <a:pt x="442" y="7"/>
                        </a:lnTo>
                        <a:lnTo>
                          <a:pt x="416" y="11"/>
                        </a:lnTo>
                        <a:lnTo>
                          <a:pt x="391" y="17"/>
                        </a:lnTo>
                        <a:lnTo>
                          <a:pt x="366" y="24"/>
                        </a:lnTo>
                        <a:lnTo>
                          <a:pt x="341" y="32"/>
                        </a:lnTo>
                        <a:lnTo>
                          <a:pt x="318" y="42"/>
                        </a:lnTo>
                        <a:lnTo>
                          <a:pt x="296" y="52"/>
                        </a:lnTo>
                        <a:lnTo>
                          <a:pt x="273" y="63"/>
                        </a:lnTo>
                        <a:lnTo>
                          <a:pt x="251" y="76"/>
                        </a:lnTo>
                        <a:lnTo>
                          <a:pt x="230" y="89"/>
                        </a:lnTo>
                        <a:lnTo>
                          <a:pt x="209" y="104"/>
                        </a:lnTo>
                        <a:lnTo>
                          <a:pt x="190" y="120"/>
                        </a:lnTo>
                        <a:lnTo>
                          <a:pt x="170" y="136"/>
                        </a:lnTo>
                        <a:lnTo>
                          <a:pt x="152" y="153"/>
                        </a:lnTo>
                        <a:lnTo>
                          <a:pt x="135" y="171"/>
                        </a:lnTo>
                        <a:lnTo>
                          <a:pt x="119" y="190"/>
                        </a:lnTo>
                        <a:lnTo>
                          <a:pt x="104" y="210"/>
                        </a:lnTo>
                        <a:lnTo>
                          <a:pt x="89" y="230"/>
                        </a:lnTo>
                        <a:lnTo>
                          <a:pt x="76" y="252"/>
                        </a:lnTo>
                        <a:lnTo>
                          <a:pt x="64" y="273"/>
                        </a:lnTo>
                        <a:lnTo>
                          <a:pt x="52" y="295"/>
                        </a:lnTo>
                        <a:lnTo>
                          <a:pt x="41" y="319"/>
                        </a:lnTo>
                        <a:lnTo>
                          <a:pt x="31" y="342"/>
                        </a:lnTo>
                        <a:lnTo>
                          <a:pt x="24" y="366"/>
                        </a:lnTo>
                        <a:lnTo>
                          <a:pt x="16" y="392"/>
                        </a:lnTo>
                        <a:lnTo>
                          <a:pt x="11" y="416"/>
                        </a:lnTo>
                        <a:lnTo>
                          <a:pt x="6" y="442"/>
                        </a:lnTo>
                        <a:lnTo>
                          <a:pt x="3" y="468"/>
                        </a:lnTo>
                        <a:lnTo>
                          <a:pt x="2" y="494"/>
                        </a:lnTo>
                        <a:lnTo>
                          <a:pt x="0" y="521"/>
                        </a:lnTo>
                        <a:lnTo>
                          <a:pt x="165" y="521"/>
                        </a:lnTo>
                        <a:lnTo>
                          <a:pt x="165" y="502"/>
                        </a:lnTo>
                        <a:lnTo>
                          <a:pt x="166" y="484"/>
                        </a:lnTo>
                        <a:lnTo>
                          <a:pt x="168" y="467"/>
                        </a:lnTo>
                        <a:lnTo>
                          <a:pt x="172" y="449"/>
                        </a:lnTo>
                        <a:lnTo>
                          <a:pt x="176" y="431"/>
                        </a:lnTo>
                        <a:lnTo>
                          <a:pt x="180" y="415"/>
                        </a:lnTo>
                        <a:lnTo>
                          <a:pt x="186" y="399"/>
                        </a:lnTo>
                        <a:lnTo>
                          <a:pt x="193" y="382"/>
                        </a:lnTo>
                        <a:lnTo>
                          <a:pt x="199" y="367"/>
                        </a:lnTo>
                        <a:lnTo>
                          <a:pt x="208" y="351"/>
                        </a:lnTo>
                        <a:lnTo>
                          <a:pt x="216" y="336"/>
                        </a:lnTo>
                        <a:lnTo>
                          <a:pt x="226" y="322"/>
                        </a:lnTo>
                        <a:lnTo>
                          <a:pt x="236" y="308"/>
                        </a:lnTo>
                        <a:lnTo>
                          <a:pt x="246" y="294"/>
                        </a:lnTo>
                        <a:lnTo>
                          <a:pt x="257" y="282"/>
                        </a:lnTo>
                        <a:lnTo>
                          <a:pt x="269" y="270"/>
                        </a:lnTo>
                        <a:lnTo>
                          <a:pt x="282" y="257"/>
                        </a:lnTo>
                        <a:lnTo>
                          <a:pt x="294" y="246"/>
                        </a:lnTo>
                        <a:lnTo>
                          <a:pt x="307" y="236"/>
                        </a:lnTo>
                        <a:lnTo>
                          <a:pt x="322" y="226"/>
                        </a:lnTo>
                        <a:lnTo>
                          <a:pt x="336" y="216"/>
                        </a:lnTo>
                        <a:lnTo>
                          <a:pt x="351" y="208"/>
                        </a:lnTo>
                        <a:lnTo>
                          <a:pt x="366" y="200"/>
                        </a:lnTo>
                        <a:lnTo>
                          <a:pt x="382" y="193"/>
                        </a:lnTo>
                        <a:lnTo>
                          <a:pt x="398" y="186"/>
                        </a:lnTo>
                        <a:lnTo>
                          <a:pt x="415" y="181"/>
                        </a:lnTo>
                        <a:lnTo>
                          <a:pt x="431" y="176"/>
                        </a:lnTo>
                        <a:lnTo>
                          <a:pt x="448" y="171"/>
                        </a:lnTo>
                        <a:lnTo>
                          <a:pt x="467" y="169"/>
                        </a:lnTo>
                        <a:lnTo>
                          <a:pt x="484" y="166"/>
                        </a:lnTo>
                        <a:lnTo>
                          <a:pt x="502" y="165"/>
                        </a:lnTo>
                        <a:lnTo>
                          <a:pt x="520" y="165"/>
                        </a:lnTo>
                        <a:lnTo>
                          <a:pt x="520" y="0"/>
                        </a:lnTo>
                        <a:close/>
                      </a:path>
                    </a:pathLst>
                  </a:custGeom>
                  <a:solidFill>
                    <a:srgbClr val="EF2B2F"/>
                  </a:solidFill>
                  <a:ln>
                    <a:noFill/>
                  </a:ln>
                </p:spPr>
                <p:txBody>
                  <a:bodyPr/>
                  <a:lstStyle/>
                  <a:p>
                    <a:pPr>
                      <a:defRPr/>
                    </a:pPr>
                    <a:endParaRPr lang="en-US" sz="1050">
                      <a:latin typeface="+mj-lt"/>
                    </a:endParaRPr>
                  </a:p>
                </p:txBody>
              </p:sp>
              <p:sp>
                <p:nvSpPr>
                  <p:cNvPr id="41809" name="Freeform 64">
                    <a:extLst>
                      <a:ext uri="{FF2B5EF4-FFF2-40B4-BE49-F238E27FC236}">
                        <a16:creationId xmlns="" xmlns:a16="http://schemas.microsoft.com/office/drawing/2014/main" id="{4E1C3EE4-1CBD-CAD2-DB2E-C4B709379F85}"/>
                      </a:ext>
                    </a:extLst>
                  </p:cNvPr>
                  <p:cNvSpPr>
                    <a:spLocks/>
                  </p:cNvSpPr>
                  <p:nvPr/>
                </p:nvSpPr>
                <p:spPr bwMode="auto">
                  <a:xfrm>
                    <a:off x="2763" y="2224"/>
                    <a:ext cx="86" cy="85"/>
                  </a:xfrm>
                  <a:custGeom>
                    <a:avLst/>
                    <a:gdLst>
                      <a:gd name="T0" fmla="*/ 0 w 521"/>
                      <a:gd name="T1" fmla="*/ 0 h 521"/>
                      <a:gd name="T2" fmla="*/ 0 w 521"/>
                      <a:gd name="T3" fmla="*/ 0 h 521"/>
                      <a:gd name="T4" fmla="*/ 0 w 521"/>
                      <a:gd name="T5" fmla="*/ 0 h 521"/>
                      <a:gd name="T6" fmla="*/ 0 w 521"/>
                      <a:gd name="T7" fmla="*/ 0 h 521"/>
                      <a:gd name="T8" fmla="*/ 0 w 521"/>
                      <a:gd name="T9" fmla="*/ 0 h 521"/>
                      <a:gd name="T10" fmla="*/ 0 w 521"/>
                      <a:gd name="T11" fmla="*/ 0 h 521"/>
                      <a:gd name="T12" fmla="*/ 0 w 521"/>
                      <a:gd name="T13" fmla="*/ 0 h 521"/>
                      <a:gd name="T14" fmla="*/ 0 w 521"/>
                      <a:gd name="T15" fmla="*/ 0 h 521"/>
                      <a:gd name="T16" fmla="*/ 0 w 521"/>
                      <a:gd name="T17" fmla="*/ 0 h 521"/>
                      <a:gd name="T18" fmla="*/ 0 w 521"/>
                      <a:gd name="T19" fmla="*/ 0 h 521"/>
                      <a:gd name="T20" fmla="*/ 0 w 521"/>
                      <a:gd name="T21" fmla="*/ 0 h 521"/>
                      <a:gd name="T22" fmla="*/ 0 w 521"/>
                      <a:gd name="T23" fmla="*/ 0 h 521"/>
                      <a:gd name="T24" fmla="*/ 0 w 521"/>
                      <a:gd name="T25" fmla="*/ 0 h 521"/>
                      <a:gd name="T26" fmla="*/ 0 w 521"/>
                      <a:gd name="T27" fmla="*/ 0 h 521"/>
                      <a:gd name="T28" fmla="*/ 0 w 521"/>
                      <a:gd name="T29" fmla="*/ 0 h 521"/>
                      <a:gd name="T30" fmla="*/ 0 w 521"/>
                      <a:gd name="T31" fmla="*/ 0 h 521"/>
                      <a:gd name="T32" fmla="*/ 0 w 521"/>
                      <a:gd name="T33" fmla="*/ 0 h 521"/>
                      <a:gd name="T34" fmla="*/ 0 w 521"/>
                      <a:gd name="T35" fmla="*/ 0 h 521"/>
                      <a:gd name="T36" fmla="*/ 0 w 521"/>
                      <a:gd name="T37" fmla="*/ 0 h 521"/>
                      <a:gd name="T38" fmla="*/ 0 w 521"/>
                      <a:gd name="T39" fmla="*/ 0 h 521"/>
                      <a:gd name="T40" fmla="*/ 0 w 521"/>
                      <a:gd name="T41" fmla="*/ 0 h 521"/>
                      <a:gd name="T42" fmla="*/ 0 w 521"/>
                      <a:gd name="T43" fmla="*/ 0 h 521"/>
                      <a:gd name="T44" fmla="*/ 0 w 521"/>
                      <a:gd name="T45" fmla="*/ 0 h 521"/>
                      <a:gd name="T46" fmla="*/ 0 w 521"/>
                      <a:gd name="T47" fmla="*/ 0 h 521"/>
                      <a:gd name="T48" fmla="*/ 0 w 521"/>
                      <a:gd name="T49" fmla="*/ 0 h 521"/>
                      <a:gd name="T50" fmla="*/ 0 w 521"/>
                      <a:gd name="T51" fmla="*/ 0 h 521"/>
                      <a:gd name="T52" fmla="*/ 0 w 521"/>
                      <a:gd name="T53" fmla="*/ 0 h 521"/>
                      <a:gd name="T54" fmla="*/ 0 w 521"/>
                      <a:gd name="T55" fmla="*/ 0 h 521"/>
                      <a:gd name="T56" fmla="*/ 0 w 521"/>
                      <a:gd name="T57" fmla="*/ 0 h 521"/>
                      <a:gd name="T58" fmla="*/ 0 w 521"/>
                      <a:gd name="T59" fmla="*/ 0 h 521"/>
                      <a:gd name="T60" fmla="*/ 0 w 521"/>
                      <a:gd name="T61" fmla="*/ 0 h 521"/>
                      <a:gd name="T62" fmla="*/ 0 w 521"/>
                      <a:gd name="T63" fmla="*/ 0 h 521"/>
                      <a:gd name="T64" fmla="*/ 0 w 521"/>
                      <a:gd name="T65" fmla="*/ 0 h 521"/>
                      <a:gd name="T66" fmla="*/ 0 w 521"/>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1"/>
                      <a:gd name="T104" fmla="*/ 521 w 521"/>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1">
                        <a:moveTo>
                          <a:pt x="521" y="521"/>
                        </a:moveTo>
                        <a:lnTo>
                          <a:pt x="521" y="521"/>
                        </a:lnTo>
                        <a:lnTo>
                          <a:pt x="520" y="494"/>
                        </a:lnTo>
                        <a:lnTo>
                          <a:pt x="517" y="467"/>
                        </a:lnTo>
                        <a:lnTo>
                          <a:pt x="514" y="442"/>
                        </a:lnTo>
                        <a:lnTo>
                          <a:pt x="510" y="416"/>
                        </a:lnTo>
                        <a:lnTo>
                          <a:pt x="503" y="390"/>
                        </a:lnTo>
                        <a:lnTo>
                          <a:pt x="497" y="366"/>
                        </a:lnTo>
                        <a:lnTo>
                          <a:pt x="489" y="342"/>
                        </a:lnTo>
                        <a:lnTo>
                          <a:pt x="479" y="318"/>
                        </a:lnTo>
                        <a:lnTo>
                          <a:pt x="469" y="295"/>
                        </a:lnTo>
                        <a:lnTo>
                          <a:pt x="458" y="273"/>
                        </a:lnTo>
                        <a:lnTo>
                          <a:pt x="445" y="251"/>
                        </a:lnTo>
                        <a:lnTo>
                          <a:pt x="432" y="230"/>
                        </a:lnTo>
                        <a:lnTo>
                          <a:pt x="417" y="210"/>
                        </a:lnTo>
                        <a:lnTo>
                          <a:pt x="401" y="189"/>
                        </a:lnTo>
                        <a:lnTo>
                          <a:pt x="385" y="171"/>
                        </a:lnTo>
                        <a:lnTo>
                          <a:pt x="368" y="153"/>
                        </a:lnTo>
                        <a:lnTo>
                          <a:pt x="350" y="136"/>
                        </a:lnTo>
                        <a:lnTo>
                          <a:pt x="331" y="120"/>
                        </a:lnTo>
                        <a:lnTo>
                          <a:pt x="311" y="104"/>
                        </a:lnTo>
                        <a:lnTo>
                          <a:pt x="291" y="89"/>
                        </a:lnTo>
                        <a:lnTo>
                          <a:pt x="269" y="76"/>
                        </a:lnTo>
                        <a:lnTo>
                          <a:pt x="248" y="63"/>
                        </a:lnTo>
                        <a:lnTo>
                          <a:pt x="226" y="51"/>
                        </a:lnTo>
                        <a:lnTo>
                          <a:pt x="202" y="42"/>
                        </a:lnTo>
                        <a:lnTo>
                          <a:pt x="178" y="32"/>
                        </a:lnTo>
                        <a:lnTo>
                          <a:pt x="155" y="24"/>
                        </a:lnTo>
                        <a:lnTo>
                          <a:pt x="130" y="17"/>
                        </a:lnTo>
                        <a:lnTo>
                          <a:pt x="105" y="11"/>
                        </a:lnTo>
                        <a:lnTo>
                          <a:pt x="79" y="6"/>
                        </a:lnTo>
                        <a:lnTo>
                          <a:pt x="53" y="3"/>
                        </a:lnTo>
                        <a:lnTo>
                          <a:pt x="27" y="1"/>
                        </a:lnTo>
                        <a:lnTo>
                          <a:pt x="0" y="0"/>
                        </a:lnTo>
                        <a:lnTo>
                          <a:pt x="0" y="165"/>
                        </a:lnTo>
                        <a:lnTo>
                          <a:pt x="19" y="165"/>
                        </a:lnTo>
                        <a:lnTo>
                          <a:pt x="37" y="166"/>
                        </a:lnTo>
                        <a:lnTo>
                          <a:pt x="54" y="169"/>
                        </a:lnTo>
                        <a:lnTo>
                          <a:pt x="72" y="171"/>
                        </a:lnTo>
                        <a:lnTo>
                          <a:pt x="89" y="175"/>
                        </a:lnTo>
                        <a:lnTo>
                          <a:pt x="106" y="181"/>
                        </a:lnTo>
                        <a:lnTo>
                          <a:pt x="122" y="186"/>
                        </a:lnTo>
                        <a:lnTo>
                          <a:pt x="139" y="193"/>
                        </a:lnTo>
                        <a:lnTo>
                          <a:pt x="154" y="200"/>
                        </a:lnTo>
                        <a:lnTo>
                          <a:pt x="170" y="207"/>
                        </a:lnTo>
                        <a:lnTo>
                          <a:pt x="184" y="216"/>
                        </a:lnTo>
                        <a:lnTo>
                          <a:pt x="199" y="226"/>
                        </a:lnTo>
                        <a:lnTo>
                          <a:pt x="213" y="235"/>
                        </a:lnTo>
                        <a:lnTo>
                          <a:pt x="227" y="246"/>
                        </a:lnTo>
                        <a:lnTo>
                          <a:pt x="239" y="257"/>
                        </a:lnTo>
                        <a:lnTo>
                          <a:pt x="251" y="270"/>
                        </a:lnTo>
                        <a:lnTo>
                          <a:pt x="263" y="281"/>
                        </a:lnTo>
                        <a:lnTo>
                          <a:pt x="275" y="294"/>
                        </a:lnTo>
                        <a:lnTo>
                          <a:pt x="285" y="308"/>
                        </a:lnTo>
                        <a:lnTo>
                          <a:pt x="295" y="322"/>
                        </a:lnTo>
                        <a:lnTo>
                          <a:pt x="305" y="337"/>
                        </a:lnTo>
                        <a:lnTo>
                          <a:pt x="313" y="351"/>
                        </a:lnTo>
                        <a:lnTo>
                          <a:pt x="321" y="367"/>
                        </a:lnTo>
                        <a:lnTo>
                          <a:pt x="328" y="382"/>
                        </a:lnTo>
                        <a:lnTo>
                          <a:pt x="335" y="399"/>
                        </a:lnTo>
                        <a:lnTo>
                          <a:pt x="340" y="415"/>
                        </a:lnTo>
                        <a:lnTo>
                          <a:pt x="345" y="432"/>
                        </a:lnTo>
                        <a:lnTo>
                          <a:pt x="348" y="449"/>
                        </a:lnTo>
                        <a:lnTo>
                          <a:pt x="352" y="466"/>
                        </a:lnTo>
                        <a:lnTo>
                          <a:pt x="355" y="483"/>
                        </a:lnTo>
                        <a:lnTo>
                          <a:pt x="356" y="503"/>
                        </a:lnTo>
                        <a:lnTo>
                          <a:pt x="356" y="521"/>
                        </a:lnTo>
                        <a:lnTo>
                          <a:pt x="521" y="521"/>
                        </a:lnTo>
                        <a:close/>
                      </a:path>
                    </a:pathLst>
                  </a:custGeom>
                  <a:solidFill>
                    <a:srgbClr val="EF2B2F"/>
                  </a:solidFill>
                  <a:ln>
                    <a:noFill/>
                  </a:ln>
                </p:spPr>
                <p:txBody>
                  <a:bodyPr/>
                  <a:lstStyle/>
                  <a:p>
                    <a:pPr>
                      <a:defRPr/>
                    </a:pPr>
                    <a:endParaRPr lang="en-US" sz="1050">
                      <a:latin typeface="+mj-lt"/>
                    </a:endParaRPr>
                  </a:p>
                </p:txBody>
              </p:sp>
              <p:sp>
                <p:nvSpPr>
                  <p:cNvPr id="41810" name="Freeform 65">
                    <a:extLst>
                      <a:ext uri="{FF2B5EF4-FFF2-40B4-BE49-F238E27FC236}">
                        <a16:creationId xmlns="" xmlns:a16="http://schemas.microsoft.com/office/drawing/2014/main" id="{FC1F347A-343F-E726-C5A5-4DAEA7DCA405}"/>
                      </a:ext>
                    </a:extLst>
                  </p:cNvPr>
                  <p:cNvSpPr>
                    <a:spLocks/>
                  </p:cNvSpPr>
                  <p:nvPr/>
                </p:nvSpPr>
                <p:spPr bwMode="auto">
                  <a:xfrm>
                    <a:off x="2763" y="2310"/>
                    <a:ext cx="86" cy="89"/>
                  </a:xfrm>
                  <a:custGeom>
                    <a:avLst/>
                    <a:gdLst>
                      <a:gd name="T0" fmla="*/ 0 w 521"/>
                      <a:gd name="T1" fmla="*/ 0 h 519"/>
                      <a:gd name="T2" fmla="*/ 0 w 521"/>
                      <a:gd name="T3" fmla="*/ 0 h 519"/>
                      <a:gd name="T4" fmla="*/ 0 w 521"/>
                      <a:gd name="T5" fmla="*/ 0 h 519"/>
                      <a:gd name="T6" fmla="*/ 0 w 521"/>
                      <a:gd name="T7" fmla="*/ 0 h 519"/>
                      <a:gd name="T8" fmla="*/ 0 w 521"/>
                      <a:gd name="T9" fmla="*/ 0 h 519"/>
                      <a:gd name="T10" fmla="*/ 0 w 521"/>
                      <a:gd name="T11" fmla="*/ 0 h 519"/>
                      <a:gd name="T12" fmla="*/ 0 w 521"/>
                      <a:gd name="T13" fmla="*/ 0 h 519"/>
                      <a:gd name="T14" fmla="*/ 0 w 521"/>
                      <a:gd name="T15" fmla="*/ 0 h 519"/>
                      <a:gd name="T16" fmla="*/ 0 w 521"/>
                      <a:gd name="T17" fmla="*/ 0 h 519"/>
                      <a:gd name="T18" fmla="*/ 0 w 521"/>
                      <a:gd name="T19" fmla="*/ 0 h 519"/>
                      <a:gd name="T20" fmla="*/ 0 w 521"/>
                      <a:gd name="T21" fmla="*/ 0 h 519"/>
                      <a:gd name="T22" fmla="*/ 0 w 521"/>
                      <a:gd name="T23" fmla="*/ 0 h 519"/>
                      <a:gd name="T24" fmla="*/ 0 w 521"/>
                      <a:gd name="T25" fmla="*/ 0 h 519"/>
                      <a:gd name="T26" fmla="*/ 0 w 521"/>
                      <a:gd name="T27" fmla="*/ 0 h 519"/>
                      <a:gd name="T28" fmla="*/ 0 w 521"/>
                      <a:gd name="T29" fmla="*/ 0 h 519"/>
                      <a:gd name="T30" fmla="*/ 0 w 521"/>
                      <a:gd name="T31" fmla="*/ 0 h 519"/>
                      <a:gd name="T32" fmla="*/ 0 w 521"/>
                      <a:gd name="T33" fmla="*/ 0 h 519"/>
                      <a:gd name="T34" fmla="*/ 0 w 521"/>
                      <a:gd name="T35" fmla="*/ 0 h 519"/>
                      <a:gd name="T36" fmla="*/ 0 w 521"/>
                      <a:gd name="T37" fmla="*/ 0 h 519"/>
                      <a:gd name="T38" fmla="*/ 0 w 521"/>
                      <a:gd name="T39" fmla="*/ 0 h 519"/>
                      <a:gd name="T40" fmla="*/ 0 w 521"/>
                      <a:gd name="T41" fmla="*/ 0 h 519"/>
                      <a:gd name="T42" fmla="*/ 0 w 521"/>
                      <a:gd name="T43" fmla="*/ 0 h 519"/>
                      <a:gd name="T44" fmla="*/ 0 w 521"/>
                      <a:gd name="T45" fmla="*/ 0 h 519"/>
                      <a:gd name="T46" fmla="*/ 0 w 521"/>
                      <a:gd name="T47" fmla="*/ 0 h 519"/>
                      <a:gd name="T48" fmla="*/ 0 w 521"/>
                      <a:gd name="T49" fmla="*/ 0 h 519"/>
                      <a:gd name="T50" fmla="*/ 0 w 521"/>
                      <a:gd name="T51" fmla="*/ 0 h 519"/>
                      <a:gd name="T52" fmla="*/ 0 w 521"/>
                      <a:gd name="T53" fmla="*/ 0 h 519"/>
                      <a:gd name="T54" fmla="*/ 0 w 521"/>
                      <a:gd name="T55" fmla="*/ 0 h 519"/>
                      <a:gd name="T56" fmla="*/ 0 w 521"/>
                      <a:gd name="T57" fmla="*/ 0 h 519"/>
                      <a:gd name="T58" fmla="*/ 0 w 521"/>
                      <a:gd name="T59" fmla="*/ 0 h 519"/>
                      <a:gd name="T60" fmla="*/ 0 w 521"/>
                      <a:gd name="T61" fmla="*/ 0 h 519"/>
                      <a:gd name="T62" fmla="*/ 0 w 521"/>
                      <a:gd name="T63" fmla="*/ 0 h 519"/>
                      <a:gd name="T64" fmla="*/ 0 w 521"/>
                      <a:gd name="T65" fmla="*/ 0 h 519"/>
                      <a:gd name="T66" fmla="*/ 0 w 521"/>
                      <a:gd name="T67" fmla="*/ 0 h 5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19"/>
                      <a:gd name="T104" fmla="*/ 521 w 521"/>
                      <a:gd name="T105" fmla="*/ 519 h 51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19">
                        <a:moveTo>
                          <a:pt x="0" y="519"/>
                        </a:moveTo>
                        <a:lnTo>
                          <a:pt x="0" y="519"/>
                        </a:lnTo>
                        <a:lnTo>
                          <a:pt x="27" y="518"/>
                        </a:lnTo>
                        <a:lnTo>
                          <a:pt x="53" y="516"/>
                        </a:lnTo>
                        <a:lnTo>
                          <a:pt x="79" y="513"/>
                        </a:lnTo>
                        <a:lnTo>
                          <a:pt x="105" y="509"/>
                        </a:lnTo>
                        <a:lnTo>
                          <a:pt x="129" y="502"/>
                        </a:lnTo>
                        <a:lnTo>
                          <a:pt x="155" y="496"/>
                        </a:lnTo>
                        <a:lnTo>
                          <a:pt x="178" y="487"/>
                        </a:lnTo>
                        <a:lnTo>
                          <a:pt x="202" y="479"/>
                        </a:lnTo>
                        <a:lnTo>
                          <a:pt x="226" y="468"/>
                        </a:lnTo>
                        <a:lnTo>
                          <a:pt x="248" y="456"/>
                        </a:lnTo>
                        <a:lnTo>
                          <a:pt x="269" y="444"/>
                        </a:lnTo>
                        <a:lnTo>
                          <a:pt x="291" y="431"/>
                        </a:lnTo>
                        <a:lnTo>
                          <a:pt x="311" y="416"/>
                        </a:lnTo>
                        <a:lnTo>
                          <a:pt x="331" y="401"/>
                        </a:lnTo>
                        <a:lnTo>
                          <a:pt x="350" y="384"/>
                        </a:lnTo>
                        <a:lnTo>
                          <a:pt x="368" y="367"/>
                        </a:lnTo>
                        <a:lnTo>
                          <a:pt x="385" y="348"/>
                        </a:lnTo>
                        <a:lnTo>
                          <a:pt x="401" y="330"/>
                        </a:lnTo>
                        <a:lnTo>
                          <a:pt x="417" y="310"/>
                        </a:lnTo>
                        <a:lnTo>
                          <a:pt x="432" y="290"/>
                        </a:lnTo>
                        <a:lnTo>
                          <a:pt x="445" y="269"/>
                        </a:lnTo>
                        <a:lnTo>
                          <a:pt x="458" y="247"/>
                        </a:lnTo>
                        <a:lnTo>
                          <a:pt x="469" y="224"/>
                        </a:lnTo>
                        <a:lnTo>
                          <a:pt x="479" y="202"/>
                        </a:lnTo>
                        <a:lnTo>
                          <a:pt x="489" y="178"/>
                        </a:lnTo>
                        <a:lnTo>
                          <a:pt x="497" y="154"/>
                        </a:lnTo>
                        <a:lnTo>
                          <a:pt x="503" y="129"/>
                        </a:lnTo>
                        <a:lnTo>
                          <a:pt x="510" y="104"/>
                        </a:lnTo>
                        <a:lnTo>
                          <a:pt x="514" y="78"/>
                        </a:lnTo>
                        <a:lnTo>
                          <a:pt x="517" y="52"/>
                        </a:lnTo>
                        <a:lnTo>
                          <a:pt x="520" y="27"/>
                        </a:lnTo>
                        <a:lnTo>
                          <a:pt x="521" y="0"/>
                        </a:lnTo>
                        <a:lnTo>
                          <a:pt x="356" y="0"/>
                        </a:lnTo>
                        <a:lnTo>
                          <a:pt x="356" y="18"/>
                        </a:lnTo>
                        <a:lnTo>
                          <a:pt x="355" y="36"/>
                        </a:lnTo>
                        <a:lnTo>
                          <a:pt x="352" y="53"/>
                        </a:lnTo>
                        <a:lnTo>
                          <a:pt x="348" y="71"/>
                        </a:lnTo>
                        <a:lnTo>
                          <a:pt x="345" y="89"/>
                        </a:lnTo>
                        <a:lnTo>
                          <a:pt x="340" y="105"/>
                        </a:lnTo>
                        <a:lnTo>
                          <a:pt x="335" y="122"/>
                        </a:lnTo>
                        <a:lnTo>
                          <a:pt x="328" y="138"/>
                        </a:lnTo>
                        <a:lnTo>
                          <a:pt x="321" y="154"/>
                        </a:lnTo>
                        <a:lnTo>
                          <a:pt x="313" y="169"/>
                        </a:lnTo>
                        <a:lnTo>
                          <a:pt x="305" y="184"/>
                        </a:lnTo>
                        <a:lnTo>
                          <a:pt x="295" y="198"/>
                        </a:lnTo>
                        <a:lnTo>
                          <a:pt x="285" y="212"/>
                        </a:lnTo>
                        <a:lnTo>
                          <a:pt x="275" y="225"/>
                        </a:lnTo>
                        <a:lnTo>
                          <a:pt x="263" y="238"/>
                        </a:lnTo>
                        <a:lnTo>
                          <a:pt x="251" y="251"/>
                        </a:lnTo>
                        <a:lnTo>
                          <a:pt x="239" y="263"/>
                        </a:lnTo>
                        <a:lnTo>
                          <a:pt x="227" y="274"/>
                        </a:lnTo>
                        <a:lnTo>
                          <a:pt x="213" y="284"/>
                        </a:lnTo>
                        <a:lnTo>
                          <a:pt x="199" y="294"/>
                        </a:lnTo>
                        <a:lnTo>
                          <a:pt x="184" y="303"/>
                        </a:lnTo>
                        <a:lnTo>
                          <a:pt x="170" y="312"/>
                        </a:lnTo>
                        <a:lnTo>
                          <a:pt x="154" y="321"/>
                        </a:lnTo>
                        <a:lnTo>
                          <a:pt x="139" y="327"/>
                        </a:lnTo>
                        <a:lnTo>
                          <a:pt x="122" y="333"/>
                        </a:lnTo>
                        <a:lnTo>
                          <a:pt x="106" y="339"/>
                        </a:lnTo>
                        <a:lnTo>
                          <a:pt x="90" y="344"/>
                        </a:lnTo>
                        <a:lnTo>
                          <a:pt x="72" y="348"/>
                        </a:lnTo>
                        <a:lnTo>
                          <a:pt x="54" y="351"/>
                        </a:lnTo>
                        <a:lnTo>
                          <a:pt x="37" y="354"/>
                        </a:lnTo>
                        <a:lnTo>
                          <a:pt x="19" y="355"/>
                        </a:lnTo>
                        <a:lnTo>
                          <a:pt x="0" y="355"/>
                        </a:lnTo>
                        <a:lnTo>
                          <a:pt x="0" y="519"/>
                        </a:lnTo>
                        <a:close/>
                      </a:path>
                    </a:pathLst>
                  </a:custGeom>
                  <a:solidFill>
                    <a:srgbClr val="EF2B2F"/>
                  </a:solidFill>
                  <a:ln>
                    <a:noFill/>
                  </a:ln>
                </p:spPr>
                <p:txBody>
                  <a:bodyPr/>
                  <a:lstStyle/>
                  <a:p>
                    <a:pPr>
                      <a:defRPr/>
                    </a:pPr>
                    <a:endParaRPr lang="en-US" sz="1050">
                      <a:latin typeface="+mj-lt"/>
                    </a:endParaRPr>
                  </a:p>
                </p:txBody>
              </p:sp>
              <p:sp>
                <p:nvSpPr>
                  <p:cNvPr id="41811" name="Freeform 66">
                    <a:extLst>
                      <a:ext uri="{FF2B5EF4-FFF2-40B4-BE49-F238E27FC236}">
                        <a16:creationId xmlns="" xmlns:a16="http://schemas.microsoft.com/office/drawing/2014/main" id="{092BE905-0FB6-1473-53A8-68A45F445B7A}"/>
                      </a:ext>
                    </a:extLst>
                  </p:cNvPr>
                  <p:cNvSpPr>
                    <a:spLocks/>
                  </p:cNvSpPr>
                  <p:nvPr/>
                </p:nvSpPr>
                <p:spPr bwMode="auto">
                  <a:xfrm>
                    <a:off x="2677" y="2310"/>
                    <a:ext cx="86" cy="89"/>
                  </a:xfrm>
                  <a:custGeom>
                    <a:avLst/>
                    <a:gdLst>
                      <a:gd name="T0" fmla="*/ 0 w 520"/>
                      <a:gd name="T1" fmla="*/ 0 h 519"/>
                      <a:gd name="T2" fmla="*/ 0 w 520"/>
                      <a:gd name="T3" fmla="*/ 0 h 519"/>
                      <a:gd name="T4" fmla="*/ 0 w 520"/>
                      <a:gd name="T5" fmla="*/ 0 h 519"/>
                      <a:gd name="T6" fmla="*/ 0 w 520"/>
                      <a:gd name="T7" fmla="*/ 0 h 519"/>
                      <a:gd name="T8" fmla="*/ 0 w 520"/>
                      <a:gd name="T9" fmla="*/ 0 h 519"/>
                      <a:gd name="T10" fmla="*/ 0 w 520"/>
                      <a:gd name="T11" fmla="*/ 0 h 519"/>
                      <a:gd name="T12" fmla="*/ 0 w 520"/>
                      <a:gd name="T13" fmla="*/ 0 h 519"/>
                      <a:gd name="T14" fmla="*/ 0 w 520"/>
                      <a:gd name="T15" fmla="*/ 0 h 519"/>
                      <a:gd name="T16" fmla="*/ 0 w 520"/>
                      <a:gd name="T17" fmla="*/ 0 h 519"/>
                      <a:gd name="T18" fmla="*/ 0 w 520"/>
                      <a:gd name="T19" fmla="*/ 0 h 519"/>
                      <a:gd name="T20" fmla="*/ 0 w 520"/>
                      <a:gd name="T21" fmla="*/ 0 h 519"/>
                      <a:gd name="T22" fmla="*/ 0 w 520"/>
                      <a:gd name="T23" fmla="*/ 0 h 519"/>
                      <a:gd name="T24" fmla="*/ 0 w 520"/>
                      <a:gd name="T25" fmla="*/ 0 h 519"/>
                      <a:gd name="T26" fmla="*/ 0 w 520"/>
                      <a:gd name="T27" fmla="*/ 0 h 519"/>
                      <a:gd name="T28" fmla="*/ 0 w 520"/>
                      <a:gd name="T29" fmla="*/ 0 h 519"/>
                      <a:gd name="T30" fmla="*/ 0 w 520"/>
                      <a:gd name="T31" fmla="*/ 0 h 519"/>
                      <a:gd name="T32" fmla="*/ 0 w 520"/>
                      <a:gd name="T33" fmla="*/ 0 h 519"/>
                      <a:gd name="T34" fmla="*/ 0 w 520"/>
                      <a:gd name="T35" fmla="*/ 0 h 519"/>
                      <a:gd name="T36" fmla="*/ 0 w 520"/>
                      <a:gd name="T37" fmla="*/ 0 h 519"/>
                      <a:gd name="T38" fmla="*/ 0 w 520"/>
                      <a:gd name="T39" fmla="*/ 0 h 519"/>
                      <a:gd name="T40" fmla="*/ 0 w 520"/>
                      <a:gd name="T41" fmla="*/ 0 h 519"/>
                      <a:gd name="T42" fmla="*/ 0 w 520"/>
                      <a:gd name="T43" fmla="*/ 0 h 519"/>
                      <a:gd name="T44" fmla="*/ 0 w 520"/>
                      <a:gd name="T45" fmla="*/ 0 h 519"/>
                      <a:gd name="T46" fmla="*/ 0 w 520"/>
                      <a:gd name="T47" fmla="*/ 0 h 519"/>
                      <a:gd name="T48" fmla="*/ 0 w 520"/>
                      <a:gd name="T49" fmla="*/ 0 h 519"/>
                      <a:gd name="T50" fmla="*/ 0 w 520"/>
                      <a:gd name="T51" fmla="*/ 0 h 519"/>
                      <a:gd name="T52" fmla="*/ 0 w 520"/>
                      <a:gd name="T53" fmla="*/ 0 h 519"/>
                      <a:gd name="T54" fmla="*/ 0 w 520"/>
                      <a:gd name="T55" fmla="*/ 0 h 519"/>
                      <a:gd name="T56" fmla="*/ 0 w 520"/>
                      <a:gd name="T57" fmla="*/ 0 h 519"/>
                      <a:gd name="T58" fmla="*/ 0 w 520"/>
                      <a:gd name="T59" fmla="*/ 0 h 519"/>
                      <a:gd name="T60" fmla="*/ 0 w 520"/>
                      <a:gd name="T61" fmla="*/ 0 h 519"/>
                      <a:gd name="T62" fmla="*/ 0 w 520"/>
                      <a:gd name="T63" fmla="*/ 0 h 519"/>
                      <a:gd name="T64" fmla="*/ 0 w 520"/>
                      <a:gd name="T65" fmla="*/ 0 h 519"/>
                      <a:gd name="T66" fmla="*/ 0 w 520"/>
                      <a:gd name="T67" fmla="*/ 0 h 5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19"/>
                      <a:gd name="T104" fmla="*/ 520 w 520"/>
                      <a:gd name="T105" fmla="*/ 519 h 51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19">
                        <a:moveTo>
                          <a:pt x="0" y="0"/>
                        </a:moveTo>
                        <a:lnTo>
                          <a:pt x="0" y="0"/>
                        </a:lnTo>
                        <a:lnTo>
                          <a:pt x="1" y="25"/>
                        </a:lnTo>
                        <a:lnTo>
                          <a:pt x="4" y="52"/>
                        </a:lnTo>
                        <a:lnTo>
                          <a:pt x="6" y="78"/>
                        </a:lnTo>
                        <a:lnTo>
                          <a:pt x="11" y="104"/>
                        </a:lnTo>
                        <a:lnTo>
                          <a:pt x="16" y="129"/>
                        </a:lnTo>
                        <a:lnTo>
                          <a:pt x="24" y="154"/>
                        </a:lnTo>
                        <a:lnTo>
                          <a:pt x="32" y="178"/>
                        </a:lnTo>
                        <a:lnTo>
                          <a:pt x="41" y="202"/>
                        </a:lnTo>
                        <a:lnTo>
                          <a:pt x="52" y="224"/>
                        </a:lnTo>
                        <a:lnTo>
                          <a:pt x="63" y="247"/>
                        </a:lnTo>
                        <a:lnTo>
                          <a:pt x="76" y="269"/>
                        </a:lnTo>
                        <a:lnTo>
                          <a:pt x="89" y="290"/>
                        </a:lnTo>
                        <a:lnTo>
                          <a:pt x="104" y="310"/>
                        </a:lnTo>
                        <a:lnTo>
                          <a:pt x="119" y="330"/>
                        </a:lnTo>
                        <a:lnTo>
                          <a:pt x="136" y="348"/>
                        </a:lnTo>
                        <a:lnTo>
                          <a:pt x="153" y="367"/>
                        </a:lnTo>
                        <a:lnTo>
                          <a:pt x="170" y="384"/>
                        </a:lnTo>
                        <a:lnTo>
                          <a:pt x="190" y="401"/>
                        </a:lnTo>
                        <a:lnTo>
                          <a:pt x="210" y="416"/>
                        </a:lnTo>
                        <a:lnTo>
                          <a:pt x="230" y="431"/>
                        </a:lnTo>
                        <a:lnTo>
                          <a:pt x="251" y="444"/>
                        </a:lnTo>
                        <a:lnTo>
                          <a:pt x="273" y="456"/>
                        </a:lnTo>
                        <a:lnTo>
                          <a:pt x="295" y="468"/>
                        </a:lnTo>
                        <a:lnTo>
                          <a:pt x="318" y="479"/>
                        </a:lnTo>
                        <a:lnTo>
                          <a:pt x="341" y="487"/>
                        </a:lnTo>
                        <a:lnTo>
                          <a:pt x="366" y="496"/>
                        </a:lnTo>
                        <a:lnTo>
                          <a:pt x="391" y="503"/>
                        </a:lnTo>
                        <a:lnTo>
                          <a:pt x="416" y="509"/>
                        </a:lnTo>
                        <a:lnTo>
                          <a:pt x="442" y="513"/>
                        </a:lnTo>
                        <a:lnTo>
                          <a:pt x="468" y="516"/>
                        </a:lnTo>
                        <a:lnTo>
                          <a:pt x="494" y="518"/>
                        </a:lnTo>
                        <a:lnTo>
                          <a:pt x="520" y="519"/>
                        </a:lnTo>
                        <a:lnTo>
                          <a:pt x="520" y="355"/>
                        </a:lnTo>
                        <a:lnTo>
                          <a:pt x="502" y="355"/>
                        </a:lnTo>
                        <a:lnTo>
                          <a:pt x="484" y="354"/>
                        </a:lnTo>
                        <a:lnTo>
                          <a:pt x="466" y="351"/>
                        </a:lnTo>
                        <a:lnTo>
                          <a:pt x="448" y="348"/>
                        </a:lnTo>
                        <a:lnTo>
                          <a:pt x="431" y="344"/>
                        </a:lnTo>
                        <a:lnTo>
                          <a:pt x="415" y="339"/>
                        </a:lnTo>
                        <a:lnTo>
                          <a:pt x="398" y="333"/>
                        </a:lnTo>
                        <a:lnTo>
                          <a:pt x="382" y="327"/>
                        </a:lnTo>
                        <a:lnTo>
                          <a:pt x="366" y="321"/>
                        </a:lnTo>
                        <a:lnTo>
                          <a:pt x="351" y="312"/>
                        </a:lnTo>
                        <a:lnTo>
                          <a:pt x="336" y="303"/>
                        </a:lnTo>
                        <a:lnTo>
                          <a:pt x="322" y="294"/>
                        </a:lnTo>
                        <a:lnTo>
                          <a:pt x="308" y="284"/>
                        </a:lnTo>
                        <a:lnTo>
                          <a:pt x="294" y="274"/>
                        </a:lnTo>
                        <a:lnTo>
                          <a:pt x="282" y="263"/>
                        </a:lnTo>
                        <a:lnTo>
                          <a:pt x="269" y="251"/>
                        </a:lnTo>
                        <a:lnTo>
                          <a:pt x="257" y="238"/>
                        </a:lnTo>
                        <a:lnTo>
                          <a:pt x="246" y="225"/>
                        </a:lnTo>
                        <a:lnTo>
                          <a:pt x="236" y="212"/>
                        </a:lnTo>
                        <a:lnTo>
                          <a:pt x="226" y="198"/>
                        </a:lnTo>
                        <a:lnTo>
                          <a:pt x="216" y="184"/>
                        </a:lnTo>
                        <a:lnTo>
                          <a:pt x="208" y="169"/>
                        </a:lnTo>
                        <a:lnTo>
                          <a:pt x="199" y="154"/>
                        </a:lnTo>
                        <a:lnTo>
                          <a:pt x="193" y="138"/>
                        </a:lnTo>
                        <a:lnTo>
                          <a:pt x="186" y="122"/>
                        </a:lnTo>
                        <a:lnTo>
                          <a:pt x="181" y="105"/>
                        </a:lnTo>
                        <a:lnTo>
                          <a:pt x="176" y="89"/>
                        </a:lnTo>
                        <a:lnTo>
                          <a:pt x="171" y="71"/>
                        </a:lnTo>
                        <a:lnTo>
                          <a:pt x="169" y="53"/>
                        </a:lnTo>
                        <a:lnTo>
                          <a:pt x="166" y="36"/>
                        </a:lnTo>
                        <a:lnTo>
                          <a:pt x="165" y="18"/>
                        </a:lnTo>
                        <a:lnTo>
                          <a:pt x="165" y="0"/>
                        </a:lnTo>
                        <a:lnTo>
                          <a:pt x="0" y="0"/>
                        </a:lnTo>
                        <a:close/>
                      </a:path>
                    </a:pathLst>
                  </a:custGeom>
                  <a:solidFill>
                    <a:srgbClr val="EF2B2F"/>
                  </a:solidFill>
                  <a:ln>
                    <a:noFill/>
                  </a:ln>
                </p:spPr>
                <p:txBody>
                  <a:bodyPr/>
                  <a:lstStyle/>
                  <a:p>
                    <a:pPr>
                      <a:defRPr/>
                    </a:pPr>
                    <a:endParaRPr lang="en-US" sz="1050">
                      <a:latin typeface="+mj-lt"/>
                    </a:endParaRPr>
                  </a:p>
                </p:txBody>
              </p:sp>
              <p:sp>
                <p:nvSpPr>
                  <p:cNvPr id="41812" name="Freeform 67">
                    <a:extLst>
                      <a:ext uri="{FF2B5EF4-FFF2-40B4-BE49-F238E27FC236}">
                        <a16:creationId xmlns="" xmlns:a16="http://schemas.microsoft.com/office/drawing/2014/main" id="{99E0E3DA-6277-EFE4-FC6F-C0E4610E219E}"/>
                      </a:ext>
                    </a:extLst>
                  </p:cNvPr>
                  <p:cNvSpPr>
                    <a:spLocks/>
                  </p:cNvSpPr>
                  <p:nvPr/>
                </p:nvSpPr>
                <p:spPr bwMode="auto">
                  <a:xfrm>
                    <a:off x="2677" y="2224"/>
                    <a:ext cx="86" cy="85"/>
                  </a:xfrm>
                  <a:custGeom>
                    <a:avLst/>
                    <a:gdLst>
                      <a:gd name="T0" fmla="*/ 0 w 520"/>
                      <a:gd name="T1" fmla="*/ 0 h 521"/>
                      <a:gd name="T2" fmla="*/ 0 w 520"/>
                      <a:gd name="T3" fmla="*/ 0 h 521"/>
                      <a:gd name="T4" fmla="*/ 0 w 520"/>
                      <a:gd name="T5" fmla="*/ 0 h 521"/>
                      <a:gd name="T6" fmla="*/ 0 w 520"/>
                      <a:gd name="T7" fmla="*/ 0 h 521"/>
                      <a:gd name="T8" fmla="*/ 0 w 520"/>
                      <a:gd name="T9" fmla="*/ 0 h 521"/>
                      <a:gd name="T10" fmla="*/ 0 w 520"/>
                      <a:gd name="T11" fmla="*/ 0 h 521"/>
                      <a:gd name="T12" fmla="*/ 0 w 520"/>
                      <a:gd name="T13" fmla="*/ 0 h 521"/>
                      <a:gd name="T14" fmla="*/ 0 w 520"/>
                      <a:gd name="T15" fmla="*/ 0 h 521"/>
                      <a:gd name="T16" fmla="*/ 0 w 520"/>
                      <a:gd name="T17" fmla="*/ 0 h 521"/>
                      <a:gd name="T18" fmla="*/ 0 w 520"/>
                      <a:gd name="T19" fmla="*/ 0 h 521"/>
                      <a:gd name="T20" fmla="*/ 0 w 520"/>
                      <a:gd name="T21" fmla="*/ 0 h 521"/>
                      <a:gd name="T22" fmla="*/ 0 w 520"/>
                      <a:gd name="T23" fmla="*/ 0 h 521"/>
                      <a:gd name="T24" fmla="*/ 0 w 520"/>
                      <a:gd name="T25" fmla="*/ 0 h 521"/>
                      <a:gd name="T26" fmla="*/ 0 w 520"/>
                      <a:gd name="T27" fmla="*/ 0 h 521"/>
                      <a:gd name="T28" fmla="*/ 0 w 520"/>
                      <a:gd name="T29" fmla="*/ 0 h 521"/>
                      <a:gd name="T30" fmla="*/ 0 w 520"/>
                      <a:gd name="T31" fmla="*/ 0 h 521"/>
                      <a:gd name="T32" fmla="*/ 0 w 520"/>
                      <a:gd name="T33" fmla="*/ 0 h 521"/>
                      <a:gd name="T34" fmla="*/ 0 w 520"/>
                      <a:gd name="T35" fmla="*/ 0 h 521"/>
                      <a:gd name="T36" fmla="*/ 0 w 520"/>
                      <a:gd name="T37" fmla="*/ 0 h 521"/>
                      <a:gd name="T38" fmla="*/ 0 w 520"/>
                      <a:gd name="T39" fmla="*/ 0 h 521"/>
                      <a:gd name="T40" fmla="*/ 0 w 520"/>
                      <a:gd name="T41" fmla="*/ 0 h 521"/>
                      <a:gd name="T42" fmla="*/ 0 w 520"/>
                      <a:gd name="T43" fmla="*/ 0 h 521"/>
                      <a:gd name="T44" fmla="*/ 0 w 520"/>
                      <a:gd name="T45" fmla="*/ 0 h 521"/>
                      <a:gd name="T46" fmla="*/ 0 w 520"/>
                      <a:gd name="T47" fmla="*/ 0 h 521"/>
                      <a:gd name="T48" fmla="*/ 0 w 520"/>
                      <a:gd name="T49" fmla="*/ 0 h 521"/>
                      <a:gd name="T50" fmla="*/ 0 w 520"/>
                      <a:gd name="T51" fmla="*/ 0 h 521"/>
                      <a:gd name="T52" fmla="*/ 0 w 520"/>
                      <a:gd name="T53" fmla="*/ 0 h 521"/>
                      <a:gd name="T54" fmla="*/ 0 w 520"/>
                      <a:gd name="T55" fmla="*/ 0 h 521"/>
                      <a:gd name="T56" fmla="*/ 0 w 520"/>
                      <a:gd name="T57" fmla="*/ 0 h 521"/>
                      <a:gd name="T58" fmla="*/ 0 w 520"/>
                      <a:gd name="T59" fmla="*/ 0 h 521"/>
                      <a:gd name="T60" fmla="*/ 0 w 520"/>
                      <a:gd name="T61" fmla="*/ 0 h 521"/>
                      <a:gd name="T62" fmla="*/ 0 w 520"/>
                      <a:gd name="T63" fmla="*/ 0 h 521"/>
                      <a:gd name="T64" fmla="*/ 0 w 520"/>
                      <a:gd name="T65" fmla="*/ 0 h 521"/>
                      <a:gd name="T66" fmla="*/ 0 w 520"/>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1"/>
                      <a:gd name="T104" fmla="*/ 520 w 520"/>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1">
                        <a:moveTo>
                          <a:pt x="520" y="0"/>
                        </a:moveTo>
                        <a:lnTo>
                          <a:pt x="520" y="0"/>
                        </a:lnTo>
                        <a:lnTo>
                          <a:pt x="493" y="1"/>
                        </a:lnTo>
                        <a:lnTo>
                          <a:pt x="468" y="3"/>
                        </a:lnTo>
                        <a:lnTo>
                          <a:pt x="442" y="6"/>
                        </a:lnTo>
                        <a:lnTo>
                          <a:pt x="416" y="11"/>
                        </a:lnTo>
                        <a:lnTo>
                          <a:pt x="391" y="17"/>
                        </a:lnTo>
                        <a:lnTo>
                          <a:pt x="366" y="24"/>
                        </a:lnTo>
                        <a:lnTo>
                          <a:pt x="341" y="32"/>
                        </a:lnTo>
                        <a:lnTo>
                          <a:pt x="318" y="42"/>
                        </a:lnTo>
                        <a:lnTo>
                          <a:pt x="295" y="51"/>
                        </a:lnTo>
                        <a:lnTo>
                          <a:pt x="273" y="63"/>
                        </a:lnTo>
                        <a:lnTo>
                          <a:pt x="251" y="76"/>
                        </a:lnTo>
                        <a:lnTo>
                          <a:pt x="230" y="89"/>
                        </a:lnTo>
                        <a:lnTo>
                          <a:pt x="210" y="104"/>
                        </a:lnTo>
                        <a:lnTo>
                          <a:pt x="190" y="120"/>
                        </a:lnTo>
                        <a:lnTo>
                          <a:pt x="170" y="136"/>
                        </a:lnTo>
                        <a:lnTo>
                          <a:pt x="153" y="153"/>
                        </a:lnTo>
                        <a:lnTo>
                          <a:pt x="136" y="171"/>
                        </a:lnTo>
                        <a:lnTo>
                          <a:pt x="119" y="189"/>
                        </a:lnTo>
                        <a:lnTo>
                          <a:pt x="104" y="210"/>
                        </a:lnTo>
                        <a:lnTo>
                          <a:pt x="89" y="230"/>
                        </a:lnTo>
                        <a:lnTo>
                          <a:pt x="76" y="251"/>
                        </a:lnTo>
                        <a:lnTo>
                          <a:pt x="63" y="273"/>
                        </a:lnTo>
                        <a:lnTo>
                          <a:pt x="52" y="295"/>
                        </a:lnTo>
                        <a:lnTo>
                          <a:pt x="41" y="319"/>
                        </a:lnTo>
                        <a:lnTo>
                          <a:pt x="32" y="342"/>
                        </a:lnTo>
                        <a:lnTo>
                          <a:pt x="24" y="366"/>
                        </a:lnTo>
                        <a:lnTo>
                          <a:pt x="16" y="391"/>
                        </a:lnTo>
                        <a:lnTo>
                          <a:pt x="11" y="416"/>
                        </a:lnTo>
                        <a:lnTo>
                          <a:pt x="6" y="442"/>
                        </a:lnTo>
                        <a:lnTo>
                          <a:pt x="4" y="467"/>
                        </a:lnTo>
                        <a:lnTo>
                          <a:pt x="1" y="494"/>
                        </a:lnTo>
                        <a:lnTo>
                          <a:pt x="0" y="521"/>
                        </a:lnTo>
                        <a:lnTo>
                          <a:pt x="165" y="521"/>
                        </a:lnTo>
                        <a:lnTo>
                          <a:pt x="165" y="502"/>
                        </a:lnTo>
                        <a:lnTo>
                          <a:pt x="166" y="483"/>
                        </a:lnTo>
                        <a:lnTo>
                          <a:pt x="169" y="466"/>
                        </a:lnTo>
                        <a:lnTo>
                          <a:pt x="171" y="449"/>
                        </a:lnTo>
                        <a:lnTo>
                          <a:pt x="176" y="431"/>
                        </a:lnTo>
                        <a:lnTo>
                          <a:pt x="181" y="415"/>
                        </a:lnTo>
                        <a:lnTo>
                          <a:pt x="186" y="399"/>
                        </a:lnTo>
                        <a:lnTo>
                          <a:pt x="193" y="382"/>
                        </a:lnTo>
                        <a:lnTo>
                          <a:pt x="199" y="367"/>
                        </a:lnTo>
                        <a:lnTo>
                          <a:pt x="208" y="351"/>
                        </a:lnTo>
                        <a:lnTo>
                          <a:pt x="216" y="337"/>
                        </a:lnTo>
                        <a:lnTo>
                          <a:pt x="226" y="322"/>
                        </a:lnTo>
                        <a:lnTo>
                          <a:pt x="236" y="308"/>
                        </a:lnTo>
                        <a:lnTo>
                          <a:pt x="246" y="294"/>
                        </a:lnTo>
                        <a:lnTo>
                          <a:pt x="257" y="281"/>
                        </a:lnTo>
                        <a:lnTo>
                          <a:pt x="269" y="270"/>
                        </a:lnTo>
                        <a:lnTo>
                          <a:pt x="282" y="257"/>
                        </a:lnTo>
                        <a:lnTo>
                          <a:pt x="294" y="246"/>
                        </a:lnTo>
                        <a:lnTo>
                          <a:pt x="308" y="235"/>
                        </a:lnTo>
                        <a:lnTo>
                          <a:pt x="322" y="226"/>
                        </a:lnTo>
                        <a:lnTo>
                          <a:pt x="336" y="216"/>
                        </a:lnTo>
                        <a:lnTo>
                          <a:pt x="351" y="207"/>
                        </a:lnTo>
                        <a:lnTo>
                          <a:pt x="366" y="200"/>
                        </a:lnTo>
                        <a:lnTo>
                          <a:pt x="382" y="193"/>
                        </a:lnTo>
                        <a:lnTo>
                          <a:pt x="398" y="186"/>
                        </a:lnTo>
                        <a:lnTo>
                          <a:pt x="415" y="181"/>
                        </a:lnTo>
                        <a:lnTo>
                          <a:pt x="431" y="175"/>
                        </a:lnTo>
                        <a:lnTo>
                          <a:pt x="448" y="171"/>
                        </a:lnTo>
                        <a:lnTo>
                          <a:pt x="466" y="169"/>
                        </a:lnTo>
                        <a:lnTo>
                          <a:pt x="484" y="166"/>
                        </a:lnTo>
                        <a:lnTo>
                          <a:pt x="502" y="165"/>
                        </a:lnTo>
                        <a:lnTo>
                          <a:pt x="520" y="165"/>
                        </a:lnTo>
                        <a:lnTo>
                          <a:pt x="520" y="0"/>
                        </a:lnTo>
                        <a:close/>
                      </a:path>
                    </a:pathLst>
                  </a:custGeom>
                  <a:solidFill>
                    <a:srgbClr val="EF2B2F"/>
                  </a:solidFill>
                  <a:ln>
                    <a:noFill/>
                  </a:ln>
                </p:spPr>
                <p:txBody>
                  <a:bodyPr/>
                  <a:lstStyle/>
                  <a:p>
                    <a:pPr>
                      <a:defRPr/>
                    </a:pPr>
                    <a:endParaRPr lang="en-US" sz="1050">
                      <a:latin typeface="+mj-lt"/>
                    </a:endParaRPr>
                  </a:p>
                </p:txBody>
              </p:sp>
              <p:sp>
                <p:nvSpPr>
                  <p:cNvPr id="41813" name="Freeform 68">
                    <a:extLst>
                      <a:ext uri="{FF2B5EF4-FFF2-40B4-BE49-F238E27FC236}">
                        <a16:creationId xmlns="" xmlns:a16="http://schemas.microsoft.com/office/drawing/2014/main" id="{26DAE3F1-CBB4-AE66-85BE-B9CED644DBA6}"/>
                      </a:ext>
                    </a:extLst>
                  </p:cNvPr>
                  <p:cNvSpPr>
                    <a:spLocks/>
                  </p:cNvSpPr>
                  <p:nvPr/>
                </p:nvSpPr>
                <p:spPr bwMode="auto">
                  <a:xfrm>
                    <a:off x="3325" y="1950"/>
                    <a:ext cx="86" cy="85"/>
                  </a:xfrm>
                  <a:custGeom>
                    <a:avLst/>
                    <a:gdLst>
                      <a:gd name="T0" fmla="*/ 0 w 520"/>
                      <a:gd name="T1" fmla="*/ 0 h 521"/>
                      <a:gd name="T2" fmla="*/ 0 w 520"/>
                      <a:gd name="T3" fmla="*/ 0 h 521"/>
                      <a:gd name="T4" fmla="*/ 0 w 520"/>
                      <a:gd name="T5" fmla="*/ 0 h 521"/>
                      <a:gd name="T6" fmla="*/ 0 w 520"/>
                      <a:gd name="T7" fmla="*/ 0 h 521"/>
                      <a:gd name="T8" fmla="*/ 0 w 520"/>
                      <a:gd name="T9" fmla="*/ 0 h 521"/>
                      <a:gd name="T10" fmla="*/ 0 w 520"/>
                      <a:gd name="T11" fmla="*/ 0 h 521"/>
                      <a:gd name="T12" fmla="*/ 0 w 520"/>
                      <a:gd name="T13" fmla="*/ 0 h 521"/>
                      <a:gd name="T14" fmla="*/ 0 w 520"/>
                      <a:gd name="T15" fmla="*/ 0 h 521"/>
                      <a:gd name="T16" fmla="*/ 0 w 520"/>
                      <a:gd name="T17" fmla="*/ 0 h 521"/>
                      <a:gd name="T18" fmla="*/ 0 w 520"/>
                      <a:gd name="T19" fmla="*/ 0 h 521"/>
                      <a:gd name="T20" fmla="*/ 0 w 520"/>
                      <a:gd name="T21" fmla="*/ 0 h 521"/>
                      <a:gd name="T22" fmla="*/ 0 w 520"/>
                      <a:gd name="T23" fmla="*/ 0 h 521"/>
                      <a:gd name="T24" fmla="*/ 0 w 520"/>
                      <a:gd name="T25" fmla="*/ 0 h 521"/>
                      <a:gd name="T26" fmla="*/ 0 w 520"/>
                      <a:gd name="T27" fmla="*/ 0 h 521"/>
                      <a:gd name="T28" fmla="*/ 0 w 520"/>
                      <a:gd name="T29" fmla="*/ 0 h 521"/>
                      <a:gd name="T30" fmla="*/ 0 w 520"/>
                      <a:gd name="T31" fmla="*/ 0 h 521"/>
                      <a:gd name="T32" fmla="*/ 0 w 520"/>
                      <a:gd name="T33" fmla="*/ 0 h 521"/>
                      <a:gd name="T34" fmla="*/ 0 w 520"/>
                      <a:gd name="T35" fmla="*/ 0 h 521"/>
                      <a:gd name="T36" fmla="*/ 0 w 520"/>
                      <a:gd name="T37" fmla="*/ 0 h 521"/>
                      <a:gd name="T38" fmla="*/ 0 w 520"/>
                      <a:gd name="T39" fmla="*/ 0 h 521"/>
                      <a:gd name="T40" fmla="*/ 0 w 520"/>
                      <a:gd name="T41" fmla="*/ 0 h 521"/>
                      <a:gd name="T42" fmla="*/ 0 w 520"/>
                      <a:gd name="T43" fmla="*/ 0 h 521"/>
                      <a:gd name="T44" fmla="*/ 0 w 520"/>
                      <a:gd name="T45" fmla="*/ 0 h 521"/>
                      <a:gd name="T46" fmla="*/ 0 w 520"/>
                      <a:gd name="T47" fmla="*/ 0 h 521"/>
                      <a:gd name="T48" fmla="*/ 0 w 520"/>
                      <a:gd name="T49" fmla="*/ 0 h 521"/>
                      <a:gd name="T50" fmla="*/ 0 w 520"/>
                      <a:gd name="T51" fmla="*/ 0 h 521"/>
                      <a:gd name="T52" fmla="*/ 0 w 520"/>
                      <a:gd name="T53" fmla="*/ 0 h 521"/>
                      <a:gd name="T54" fmla="*/ 0 w 520"/>
                      <a:gd name="T55" fmla="*/ 0 h 521"/>
                      <a:gd name="T56" fmla="*/ 0 w 520"/>
                      <a:gd name="T57" fmla="*/ 0 h 521"/>
                      <a:gd name="T58" fmla="*/ 0 w 520"/>
                      <a:gd name="T59" fmla="*/ 0 h 521"/>
                      <a:gd name="T60" fmla="*/ 0 w 520"/>
                      <a:gd name="T61" fmla="*/ 0 h 521"/>
                      <a:gd name="T62" fmla="*/ 0 w 520"/>
                      <a:gd name="T63" fmla="*/ 0 h 521"/>
                      <a:gd name="T64" fmla="*/ 0 w 520"/>
                      <a:gd name="T65" fmla="*/ 0 h 521"/>
                      <a:gd name="T66" fmla="*/ 0 w 520"/>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1"/>
                      <a:gd name="T104" fmla="*/ 520 w 520"/>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1">
                        <a:moveTo>
                          <a:pt x="520" y="521"/>
                        </a:moveTo>
                        <a:lnTo>
                          <a:pt x="520" y="521"/>
                        </a:lnTo>
                        <a:lnTo>
                          <a:pt x="519" y="494"/>
                        </a:lnTo>
                        <a:lnTo>
                          <a:pt x="516" y="468"/>
                        </a:lnTo>
                        <a:lnTo>
                          <a:pt x="514" y="442"/>
                        </a:lnTo>
                        <a:lnTo>
                          <a:pt x="509" y="416"/>
                        </a:lnTo>
                        <a:lnTo>
                          <a:pt x="502" y="390"/>
                        </a:lnTo>
                        <a:lnTo>
                          <a:pt x="496" y="366"/>
                        </a:lnTo>
                        <a:lnTo>
                          <a:pt x="488" y="342"/>
                        </a:lnTo>
                        <a:lnTo>
                          <a:pt x="479" y="319"/>
                        </a:lnTo>
                        <a:lnTo>
                          <a:pt x="468" y="295"/>
                        </a:lnTo>
                        <a:lnTo>
                          <a:pt x="456" y="273"/>
                        </a:lnTo>
                        <a:lnTo>
                          <a:pt x="444" y="251"/>
                        </a:lnTo>
                        <a:lnTo>
                          <a:pt x="431" y="230"/>
                        </a:lnTo>
                        <a:lnTo>
                          <a:pt x="416" y="209"/>
                        </a:lnTo>
                        <a:lnTo>
                          <a:pt x="401" y="190"/>
                        </a:lnTo>
                        <a:lnTo>
                          <a:pt x="384" y="171"/>
                        </a:lnTo>
                        <a:lnTo>
                          <a:pt x="367" y="153"/>
                        </a:lnTo>
                        <a:lnTo>
                          <a:pt x="349" y="136"/>
                        </a:lnTo>
                        <a:lnTo>
                          <a:pt x="330" y="120"/>
                        </a:lnTo>
                        <a:lnTo>
                          <a:pt x="310" y="104"/>
                        </a:lnTo>
                        <a:lnTo>
                          <a:pt x="290" y="90"/>
                        </a:lnTo>
                        <a:lnTo>
                          <a:pt x="269" y="76"/>
                        </a:lnTo>
                        <a:lnTo>
                          <a:pt x="247" y="63"/>
                        </a:lnTo>
                        <a:lnTo>
                          <a:pt x="224" y="52"/>
                        </a:lnTo>
                        <a:lnTo>
                          <a:pt x="201" y="42"/>
                        </a:lnTo>
                        <a:lnTo>
                          <a:pt x="179" y="32"/>
                        </a:lnTo>
                        <a:lnTo>
                          <a:pt x="154" y="23"/>
                        </a:lnTo>
                        <a:lnTo>
                          <a:pt x="129" y="17"/>
                        </a:lnTo>
                        <a:lnTo>
                          <a:pt x="104" y="11"/>
                        </a:lnTo>
                        <a:lnTo>
                          <a:pt x="78" y="6"/>
                        </a:lnTo>
                        <a:lnTo>
                          <a:pt x="52" y="3"/>
                        </a:lnTo>
                        <a:lnTo>
                          <a:pt x="26" y="1"/>
                        </a:lnTo>
                        <a:lnTo>
                          <a:pt x="0" y="0"/>
                        </a:lnTo>
                        <a:lnTo>
                          <a:pt x="0" y="165"/>
                        </a:lnTo>
                        <a:lnTo>
                          <a:pt x="18" y="165"/>
                        </a:lnTo>
                        <a:lnTo>
                          <a:pt x="36" y="167"/>
                        </a:lnTo>
                        <a:lnTo>
                          <a:pt x="53" y="169"/>
                        </a:lnTo>
                        <a:lnTo>
                          <a:pt x="72" y="172"/>
                        </a:lnTo>
                        <a:lnTo>
                          <a:pt x="88" y="175"/>
                        </a:lnTo>
                        <a:lnTo>
                          <a:pt x="105" y="181"/>
                        </a:lnTo>
                        <a:lnTo>
                          <a:pt x="122" y="186"/>
                        </a:lnTo>
                        <a:lnTo>
                          <a:pt x="138" y="192"/>
                        </a:lnTo>
                        <a:lnTo>
                          <a:pt x="153" y="200"/>
                        </a:lnTo>
                        <a:lnTo>
                          <a:pt x="169" y="207"/>
                        </a:lnTo>
                        <a:lnTo>
                          <a:pt x="184" y="216"/>
                        </a:lnTo>
                        <a:lnTo>
                          <a:pt x="198" y="226"/>
                        </a:lnTo>
                        <a:lnTo>
                          <a:pt x="212" y="235"/>
                        </a:lnTo>
                        <a:lnTo>
                          <a:pt x="226" y="246"/>
                        </a:lnTo>
                        <a:lnTo>
                          <a:pt x="238" y="258"/>
                        </a:lnTo>
                        <a:lnTo>
                          <a:pt x="251" y="269"/>
                        </a:lnTo>
                        <a:lnTo>
                          <a:pt x="263" y="281"/>
                        </a:lnTo>
                        <a:lnTo>
                          <a:pt x="274" y="295"/>
                        </a:lnTo>
                        <a:lnTo>
                          <a:pt x="284" y="308"/>
                        </a:lnTo>
                        <a:lnTo>
                          <a:pt x="294" y="322"/>
                        </a:lnTo>
                        <a:lnTo>
                          <a:pt x="304" y="337"/>
                        </a:lnTo>
                        <a:lnTo>
                          <a:pt x="312" y="352"/>
                        </a:lnTo>
                        <a:lnTo>
                          <a:pt x="321" y="367"/>
                        </a:lnTo>
                        <a:lnTo>
                          <a:pt x="327" y="383"/>
                        </a:lnTo>
                        <a:lnTo>
                          <a:pt x="334" y="399"/>
                        </a:lnTo>
                        <a:lnTo>
                          <a:pt x="339" y="415"/>
                        </a:lnTo>
                        <a:lnTo>
                          <a:pt x="344" y="432"/>
                        </a:lnTo>
                        <a:lnTo>
                          <a:pt x="349" y="449"/>
                        </a:lnTo>
                        <a:lnTo>
                          <a:pt x="351" y="466"/>
                        </a:lnTo>
                        <a:lnTo>
                          <a:pt x="354" y="484"/>
                        </a:lnTo>
                        <a:lnTo>
                          <a:pt x="355" y="502"/>
                        </a:lnTo>
                        <a:lnTo>
                          <a:pt x="355" y="521"/>
                        </a:lnTo>
                        <a:lnTo>
                          <a:pt x="520" y="521"/>
                        </a:lnTo>
                        <a:close/>
                      </a:path>
                    </a:pathLst>
                  </a:custGeom>
                  <a:solidFill>
                    <a:srgbClr val="EF2B2F"/>
                  </a:solidFill>
                  <a:ln>
                    <a:noFill/>
                  </a:ln>
                </p:spPr>
                <p:txBody>
                  <a:bodyPr/>
                  <a:lstStyle/>
                  <a:p>
                    <a:pPr>
                      <a:defRPr/>
                    </a:pPr>
                    <a:endParaRPr lang="en-US" sz="1050">
                      <a:latin typeface="+mj-lt"/>
                    </a:endParaRPr>
                  </a:p>
                </p:txBody>
              </p:sp>
              <p:sp>
                <p:nvSpPr>
                  <p:cNvPr id="41814" name="Freeform 69">
                    <a:extLst>
                      <a:ext uri="{FF2B5EF4-FFF2-40B4-BE49-F238E27FC236}">
                        <a16:creationId xmlns="" xmlns:a16="http://schemas.microsoft.com/office/drawing/2014/main" id="{4927D8E4-36AF-3064-2CD2-97B14412D26F}"/>
                      </a:ext>
                    </a:extLst>
                  </p:cNvPr>
                  <p:cNvSpPr>
                    <a:spLocks/>
                  </p:cNvSpPr>
                  <p:nvPr/>
                </p:nvSpPr>
                <p:spPr bwMode="auto">
                  <a:xfrm>
                    <a:off x="3325" y="2039"/>
                    <a:ext cx="86" cy="81"/>
                  </a:xfrm>
                  <a:custGeom>
                    <a:avLst/>
                    <a:gdLst>
                      <a:gd name="T0" fmla="*/ 0 w 520"/>
                      <a:gd name="T1" fmla="*/ 0 h 519"/>
                      <a:gd name="T2" fmla="*/ 0 w 520"/>
                      <a:gd name="T3" fmla="*/ 0 h 519"/>
                      <a:gd name="T4" fmla="*/ 0 w 520"/>
                      <a:gd name="T5" fmla="*/ 0 h 519"/>
                      <a:gd name="T6" fmla="*/ 0 w 520"/>
                      <a:gd name="T7" fmla="*/ 0 h 519"/>
                      <a:gd name="T8" fmla="*/ 0 w 520"/>
                      <a:gd name="T9" fmla="*/ 0 h 519"/>
                      <a:gd name="T10" fmla="*/ 0 w 520"/>
                      <a:gd name="T11" fmla="*/ 0 h 519"/>
                      <a:gd name="T12" fmla="*/ 0 w 520"/>
                      <a:gd name="T13" fmla="*/ 0 h 519"/>
                      <a:gd name="T14" fmla="*/ 0 w 520"/>
                      <a:gd name="T15" fmla="*/ 0 h 519"/>
                      <a:gd name="T16" fmla="*/ 0 w 520"/>
                      <a:gd name="T17" fmla="*/ 0 h 519"/>
                      <a:gd name="T18" fmla="*/ 0 w 520"/>
                      <a:gd name="T19" fmla="*/ 0 h 519"/>
                      <a:gd name="T20" fmla="*/ 0 w 520"/>
                      <a:gd name="T21" fmla="*/ 0 h 519"/>
                      <a:gd name="T22" fmla="*/ 0 w 520"/>
                      <a:gd name="T23" fmla="*/ 0 h 519"/>
                      <a:gd name="T24" fmla="*/ 0 w 520"/>
                      <a:gd name="T25" fmla="*/ 0 h 519"/>
                      <a:gd name="T26" fmla="*/ 0 w 520"/>
                      <a:gd name="T27" fmla="*/ 0 h 519"/>
                      <a:gd name="T28" fmla="*/ 0 w 520"/>
                      <a:gd name="T29" fmla="*/ 0 h 519"/>
                      <a:gd name="T30" fmla="*/ 0 w 520"/>
                      <a:gd name="T31" fmla="*/ 0 h 519"/>
                      <a:gd name="T32" fmla="*/ 0 w 520"/>
                      <a:gd name="T33" fmla="*/ 0 h 519"/>
                      <a:gd name="T34" fmla="*/ 0 w 520"/>
                      <a:gd name="T35" fmla="*/ 0 h 519"/>
                      <a:gd name="T36" fmla="*/ 0 w 520"/>
                      <a:gd name="T37" fmla="*/ 0 h 519"/>
                      <a:gd name="T38" fmla="*/ 0 w 520"/>
                      <a:gd name="T39" fmla="*/ 0 h 519"/>
                      <a:gd name="T40" fmla="*/ 0 w 520"/>
                      <a:gd name="T41" fmla="*/ 0 h 519"/>
                      <a:gd name="T42" fmla="*/ 0 w 520"/>
                      <a:gd name="T43" fmla="*/ 0 h 519"/>
                      <a:gd name="T44" fmla="*/ 0 w 520"/>
                      <a:gd name="T45" fmla="*/ 0 h 519"/>
                      <a:gd name="T46" fmla="*/ 0 w 520"/>
                      <a:gd name="T47" fmla="*/ 0 h 519"/>
                      <a:gd name="T48" fmla="*/ 0 w 520"/>
                      <a:gd name="T49" fmla="*/ 0 h 519"/>
                      <a:gd name="T50" fmla="*/ 0 w 520"/>
                      <a:gd name="T51" fmla="*/ 0 h 519"/>
                      <a:gd name="T52" fmla="*/ 0 w 520"/>
                      <a:gd name="T53" fmla="*/ 0 h 519"/>
                      <a:gd name="T54" fmla="*/ 0 w 520"/>
                      <a:gd name="T55" fmla="*/ 0 h 519"/>
                      <a:gd name="T56" fmla="*/ 0 w 520"/>
                      <a:gd name="T57" fmla="*/ 0 h 519"/>
                      <a:gd name="T58" fmla="*/ 0 w 520"/>
                      <a:gd name="T59" fmla="*/ 0 h 519"/>
                      <a:gd name="T60" fmla="*/ 0 w 520"/>
                      <a:gd name="T61" fmla="*/ 0 h 519"/>
                      <a:gd name="T62" fmla="*/ 0 w 520"/>
                      <a:gd name="T63" fmla="*/ 0 h 519"/>
                      <a:gd name="T64" fmla="*/ 0 w 520"/>
                      <a:gd name="T65" fmla="*/ 0 h 519"/>
                      <a:gd name="T66" fmla="*/ 0 w 520"/>
                      <a:gd name="T67" fmla="*/ 0 h 5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19"/>
                      <a:gd name="T104" fmla="*/ 520 w 520"/>
                      <a:gd name="T105" fmla="*/ 519 h 51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19">
                        <a:moveTo>
                          <a:pt x="0" y="519"/>
                        </a:moveTo>
                        <a:lnTo>
                          <a:pt x="0" y="519"/>
                        </a:lnTo>
                        <a:lnTo>
                          <a:pt x="26" y="518"/>
                        </a:lnTo>
                        <a:lnTo>
                          <a:pt x="52" y="517"/>
                        </a:lnTo>
                        <a:lnTo>
                          <a:pt x="78" y="514"/>
                        </a:lnTo>
                        <a:lnTo>
                          <a:pt x="104" y="509"/>
                        </a:lnTo>
                        <a:lnTo>
                          <a:pt x="129" y="503"/>
                        </a:lnTo>
                        <a:lnTo>
                          <a:pt x="154" y="496"/>
                        </a:lnTo>
                        <a:lnTo>
                          <a:pt x="179" y="488"/>
                        </a:lnTo>
                        <a:lnTo>
                          <a:pt x="201" y="479"/>
                        </a:lnTo>
                        <a:lnTo>
                          <a:pt x="224" y="468"/>
                        </a:lnTo>
                        <a:lnTo>
                          <a:pt x="247" y="456"/>
                        </a:lnTo>
                        <a:lnTo>
                          <a:pt x="269" y="443"/>
                        </a:lnTo>
                        <a:lnTo>
                          <a:pt x="290" y="431"/>
                        </a:lnTo>
                        <a:lnTo>
                          <a:pt x="310" y="416"/>
                        </a:lnTo>
                        <a:lnTo>
                          <a:pt x="330" y="401"/>
                        </a:lnTo>
                        <a:lnTo>
                          <a:pt x="349" y="385"/>
                        </a:lnTo>
                        <a:lnTo>
                          <a:pt x="367" y="367"/>
                        </a:lnTo>
                        <a:lnTo>
                          <a:pt x="384" y="349"/>
                        </a:lnTo>
                        <a:lnTo>
                          <a:pt x="401" y="330"/>
                        </a:lnTo>
                        <a:lnTo>
                          <a:pt x="416" y="311"/>
                        </a:lnTo>
                        <a:lnTo>
                          <a:pt x="431" y="290"/>
                        </a:lnTo>
                        <a:lnTo>
                          <a:pt x="444" y="269"/>
                        </a:lnTo>
                        <a:lnTo>
                          <a:pt x="456" y="247"/>
                        </a:lnTo>
                        <a:lnTo>
                          <a:pt x="468" y="225"/>
                        </a:lnTo>
                        <a:lnTo>
                          <a:pt x="479" y="202"/>
                        </a:lnTo>
                        <a:lnTo>
                          <a:pt x="488" y="178"/>
                        </a:lnTo>
                        <a:lnTo>
                          <a:pt x="496" y="154"/>
                        </a:lnTo>
                        <a:lnTo>
                          <a:pt x="502" y="129"/>
                        </a:lnTo>
                        <a:lnTo>
                          <a:pt x="509" y="104"/>
                        </a:lnTo>
                        <a:lnTo>
                          <a:pt x="514" y="79"/>
                        </a:lnTo>
                        <a:lnTo>
                          <a:pt x="516" y="52"/>
                        </a:lnTo>
                        <a:lnTo>
                          <a:pt x="519" y="26"/>
                        </a:lnTo>
                        <a:lnTo>
                          <a:pt x="520" y="0"/>
                        </a:lnTo>
                        <a:lnTo>
                          <a:pt x="355" y="0"/>
                        </a:lnTo>
                        <a:lnTo>
                          <a:pt x="355" y="18"/>
                        </a:lnTo>
                        <a:lnTo>
                          <a:pt x="354" y="36"/>
                        </a:lnTo>
                        <a:lnTo>
                          <a:pt x="351" y="54"/>
                        </a:lnTo>
                        <a:lnTo>
                          <a:pt x="349" y="71"/>
                        </a:lnTo>
                        <a:lnTo>
                          <a:pt x="344" y="88"/>
                        </a:lnTo>
                        <a:lnTo>
                          <a:pt x="339" y="106"/>
                        </a:lnTo>
                        <a:lnTo>
                          <a:pt x="334" y="122"/>
                        </a:lnTo>
                        <a:lnTo>
                          <a:pt x="327" y="138"/>
                        </a:lnTo>
                        <a:lnTo>
                          <a:pt x="321" y="154"/>
                        </a:lnTo>
                        <a:lnTo>
                          <a:pt x="312" y="169"/>
                        </a:lnTo>
                        <a:lnTo>
                          <a:pt x="304" y="184"/>
                        </a:lnTo>
                        <a:lnTo>
                          <a:pt x="294" y="199"/>
                        </a:lnTo>
                        <a:lnTo>
                          <a:pt x="284" y="212"/>
                        </a:lnTo>
                        <a:lnTo>
                          <a:pt x="274" y="225"/>
                        </a:lnTo>
                        <a:lnTo>
                          <a:pt x="263" y="238"/>
                        </a:lnTo>
                        <a:lnTo>
                          <a:pt x="251" y="251"/>
                        </a:lnTo>
                        <a:lnTo>
                          <a:pt x="238" y="263"/>
                        </a:lnTo>
                        <a:lnTo>
                          <a:pt x="226" y="273"/>
                        </a:lnTo>
                        <a:lnTo>
                          <a:pt x="212" y="284"/>
                        </a:lnTo>
                        <a:lnTo>
                          <a:pt x="198" y="295"/>
                        </a:lnTo>
                        <a:lnTo>
                          <a:pt x="184" y="303"/>
                        </a:lnTo>
                        <a:lnTo>
                          <a:pt x="169" y="312"/>
                        </a:lnTo>
                        <a:lnTo>
                          <a:pt x="153" y="320"/>
                        </a:lnTo>
                        <a:lnTo>
                          <a:pt x="138" y="327"/>
                        </a:lnTo>
                        <a:lnTo>
                          <a:pt x="122" y="333"/>
                        </a:lnTo>
                        <a:lnTo>
                          <a:pt x="105" y="340"/>
                        </a:lnTo>
                        <a:lnTo>
                          <a:pt x="89" y="344"/>
                        </a:lnTo>
                        <a:lnTo>
                          <a:pt x="72" y="348"/>
                        </a:lnTo>
                        <a:lnTo>
                          <a:pt x="53" y="351"/>
                        </a:lnTo>
                        <a:lnTo>
                          <a:pt x="36" y="354"/>
                        </a:lnTo>
                        <a:lnTo>
                          <a:pt x="18" y="355"/>
                        </a:lnTo>
                        <a:lnTo>
                          <a:pt x="0" y="355"/>
                        </a:lnTo>
                        <a:lnTo>
                          <a:pt x="0" y="519"/>
                        </a:lnTo>
                        <a:close/>
                      </a:path>
                    </a:pathLst>
                  </a:custGeom>
                  <a:solidFill>
                    <a:srgbClr val="EF2B2F"/>
                  </a:solidFill>
                  <a:ln>
                    <a:noFill/>
                  </a:ln>
                </p:spPr>
                <p:txBody>
                  <a:bodyPr/>
                  <a:lstStyle/>
                  <a:p>
                    <a:pPr>
                      <a:defRPr/>
                    </a:pPr>
                    <a:endParaRPr lang="en-US" sz="1050">
                      <a:latin typeface="+mj-lt"/>
                    </a:endParaRPr>
                  </a:p>
                </p:txBody>
              </p:sp>
              <p:sp>
                <p:nvSpPr>
                  <p:cNvPr id="41815" name="Freeform 70">
                    <a:extLst>
                      <a:ext uri="{FF2B5EF4-FFF2-40B4-BE49-F238E27FC236}">
                        <a16:creationId xmlns="" xmlns:a16="http://schemas.microsoft.com/office/drawing/2014/main" id="{44D12272-C6FD-07A8-B5F9-07C461A4B054}"/>
                      </a:ext>
                    </a:extLst>
                  </p:cNvPr>
                  <p:cNvSpPr>
                    <a:spLocks/>
                  </p:cNvSpPr>
                  <p:nvPr/>
                </p:nvSpPr>
                <p:spPr bwMode="auto">
                  <a:xfrm>
                    <a:off x="3238" y="2039"/>
                    <a:ext cx="86" cy="81"/>
                  </a:xfrm>
                  <a:custGeom>
                    <a:avLst/>
                    <a:gdLst>
                      <a:gd name="T0" fmla="*/ 0 w 521"/>
                      <a:gd name="T1" fmla="*/ 0 h 519"/>
                      <a:gd name="T2" fmla="*/ 0 w 521"/>
                      <a:gd name="T3" fmla="*/ 0 h 519"/>
                      <a:gd name="T4" fmla="*/ 0 w 521"/>
                      <a:gd name="T5" fmla="*/ 0 h 519"/>
                      <a:gd name="T6" fmla="*/ 0 w 521"/>
                      <a:gd name="T7" fmla="*/ 0 h 519"/>
                      <a:gd name="T8" fmla="*/ 0 w 521"/>
                      <a:gd name="T9" fmla="*/ 0 h 519"/>
                      <a:gd name="T10" fmla="*/ 0 w 521"/>
                      <a:gd name="T11" fmla="*/ 0 h 519"/>
                      <a:gd name="T12" fmla="*/ 0 w 521"/>
                      <a:gd name="T13" fmla="*/ 0 h 519"/>
                      <a:gd name="T14" fmla="*/ 0 w 521"/>
                      <a:gd name="T15" fmla="*/ 0 h 519"/>
                      <a:gd name="T16" fmla="*/ 0 w 521"/>
                      <a:gd name="T17" fmla="*/ 0 h 519"/>
                      <a:gd name="T18" fmla="*/ 0 w 521"/>
                      <a:gd name="T19" fmla="*/ 0 h 519"/>
                      <a:gd name="T20" fmla="*/ 0 w 521"/>
                      <a:gd name="T21" fmla="*/ 0 h 519"/>
                      <a:gd name="T22" fmla="*/ 0 w 521"/>
                      <a:gd name="T23" fmla="*/ 0 h 519"/>
                      <a:gd name="T24" fmla="*/ 0 w 521"/>
                      <a:gd name="T25" fmla="*/ 0 h 519"/>
                      <a:gd name="T26" fmla="*/ 0 w 521"/>
                      <a:gd name="T27" fmla="*/ 0 h 519"/>
                      <a:gd name="T28" fmla="*/ 0 w 521"/>
                      <a:gd name="T29" fmla="*/ 0 h 519"/>
                      <a:gd name="T30" fmla="*/ 0 w 521"/>
                      <a:gd name="T31" fmla="*/ 0 h 519"/>
                      <a:gd name="T32" fmla="*/ 0 w 521"/>
                      <a:gd name="T33" fmla="*/ 0 h 519"/>
                      <a:gd name="T34" fmla="*/ 0 w 521"/>
                      <a:gd name="T35" fmla="*/ 0 h 519"/>
                      <a:gd name="T36" fmla="*/ 0 w 521"/>
                      <a:gd name="T37" fmla="*/ 0 h 519"/>
                      <a:gd name="T38" fmla="*/ 0 w 521"/>
                      <a:gd name="T39" fmla="*/ 0 h 519"/>
                      <a:gd name="T40" fmla="*/ 0 w 521"/>
                      <a:gd name="T41" fmla="*/ 0 h 519"/>
                      <a:gd name="T42" fmla="*/ 0 w 521"/>
                      <a:gd name="T43" fmla="*/ 0 h 519"/>
                      <a:gd name="T44" fmla="*/ 0 w 521"/>
                      <a:gd name="T45" fmla="*/ 0 h 519"/>
                      <a:gd name="T46" fmla="*/ 0 w 521"/>
                      <a:gd name="T47" fmla="*/ 0 h 519"/>
                      <a:gd name="T48" fmla="*/ 0 w 521"/>
                      <a:gd name="T49" fmla="*/ 0 h 519"/>
                      <a:gd name="T50" fmla="*/ 0 w 521"/>
                      <a:gd name="T51" fmla="*/ 0 h 519"/>
                      <a:gd name="T52" fmla="*/ 0 w 521"/>
                      <a:gd name="T53" fmla="*/ 0 h 519"/>
                      <a:gd name="T54" fmla="*/ 0 w 521"/>
                      <a:gd name="T55" fmla="*/ 0 h 519"/>
                      <a:gd name="T56" fmla="*/ 0 w 521"/>
                      <a:gd name="T57" fmla="*/ 0 h 519"/>
                      <a:gd name="T58" fmla="*/ 0 w 521"/>
                      <a:gd name="T59" fmla="*/ 0 h 519"/>
                      <a:gd name="T60" fmla="*/ 0 w 521"/>
                      <a:gd name="T61" fmla="*/ 0 h 519"/>
                      <a:gd name="T62" fmla="*/ 0 w 521"/>
                      <a:gd name="T63" fmla="*/ 0 h 519"/>
                      <a:gd name="T64" fmla="*/ 0 w 521"/>
                      <a:gd name="T65" fmla="*/ 0 h 519"/>
                      <a:gd name="T66" fmla="*/ 0 w 521"/>
                      <a:gd name="T67" fmla="*/ 0 h 5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19"/>
                      <a:gd name="T104" fmla="*/ 521 w 521"/>
                      <a:gd name="T105" fmla="*/ 519 h 51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19">
                        <a:moveTo>
                          <a:pt x="0" y="0"/>
                        </a:moveTo>
                        <a:lnTo>
                          <a:pt x="0" y="0"/>
                        </a:lnTo>
                        <a:lnTo>
                          <a:pt x="1" y="26"/>
                        </a:lnTo>
                        <a:lnTo>
                          <a:pt x="4" y="52"/>
                        </a:lnTo>
                        <a:lnTo>
                          <a:pt x="7" y="79"/>
                        </a:lnTo>
                        <a:lnTo>
                          <a:pt x="11" y="104"/>
                        </a:lnTo>
                        <a:lnTo>
                          <a:pt x="17" y="129"/>
                        </a:lnTo>
                        <a:lnTo>
                          <a:pt x="24" y="154"/>
                        </a:lnTo>
                        <a:lnTo>
                          <a:pt x="32" y="178"/>
                        </a:lnTo>
                        <a:lnTo>
                          <a:pt x="42" y="202"/>
                        </a:lnTo>
                        <a:lnTo>
                          <a:pt x="52" y="225"/>
                        </a:lnTo>
                        <a:lnTo>
                          <a:pt x="63" y="247"/>
                        </a:lnTo>
                        <a:lnTo>
                          <a:pt x="76" y="269"/>
                        </a:lnTo>
                        <a:lnTo>
                          <a:pt x="89" y="290"/>
                        </a:lnTo>
                        <a:lnTo>
                          <a:pt x="104" y="311"/>
                        </a:lnTo>
                        <a:lnTo>
                          <a:pt x="119" y="330"/>
                        </a:lnTo>
                        <a:lnTo>
                          <a:pt x="136" y="349"/>
                        </a:lnTo>
                        <a:lnTo>
                          <a:pt x="153" y="367"/>
                        </a:lnTo>
                        <a:lnTo>
                          <a:pt x="171" y="385"/>
                        </a:lnTo>
                        <a:lnTo>
                          <a:pt x="190" y="401"/>
                        </a:lnTo>
                        <a:lnTo>
                          <a:pt x="210" y="416"/>
                        </a:lnTo>
                        <a:lnTo>
                          <a:pt x="230" y="431"/>
                        </a:lnTo>
                        <a:lnTo>
                          <a:pt x="250" y="443"/>
                        </a:lnTo>
                        <a:lnTo>
                          <a:pt x="273" y="456"/>
                        </a:lnTo>
                        <a:lnTo>
                          <a:pt x="295" y="468"/>
                        </a:lnTo>
                        <a:lnTo>
                          <a:pt x="319" y="479"/>
                        </a:lnTo>
                        <a:lnTo>
                          <a:pt x="341" y="488"/>
                        </a:lnTo>
                        <a:lnTo>
                          <a:pt x="366" y="496"/>
                        </a:lnTo>
                        <a:lnTo>
                          <a:pt x="391" y="503"/>
                        </a:lnTo>
                        <a:lnTo>
                          <a:pt x="416" y="509"/>
                        </a:lnTo>
                        <a:lnTo>
                          <a:pt x="442" y="514"/>
                        </a:lnTo>
                        <a:lnTo>
                          <a:pt x="468" y="517"/>
                        </a:lnTo>
                        <a:lnTo>
                          <a:pt x="494" y="518"/>
                        </a:lnTo>
                        <a:lnTo>
                          <a:pt x="521" y="519"/>
                        </a:lnTo>
                        <a:lnTo>
                          <a:pt x="521" y="355"/>
                        </a:lnTo>
                        <a:lnTo>
                          <a:pt x="502" y="355"/>
                        </a:lnTo>
                        <a:lnTo>
                          <a:pt x="484" y="354"/>
                        </a:lnTo>
                        <a:lnTo>
                          <a:pt x="466" y="351"/>
                        </a:lnTo>
                        <a:lnTo>
                          <a:pt x="449" y="348"/>
                        </a:lnTo>
                        <a:lnTo>
                          <a:pt x="431" y="344"/>
                        </a:lnTo>
                        <a:lnTo>
                          <a:pt x="415" y="340"/>
                        </a:lnTo>
                        <a:lnTo>
                          <a:pt x="398" y="333"/>
                        </a:lnTo>
                        <a:lnTo>
                          <a:pt x="382" y="327"/>
                        </a:lnTo>
                        <a:lnTo>
                          <a:pt x="367" y="320"/>
                        </a:lnTo>
                        <a:lnTo>
                          <a:pt x="351" y="312"/>
                        </a:lnTo>
                        <a:lnTo>
                          <a:pt x="336" y="303"/>
                        </a:lnTo>
                        <a:lnTo>
                          <a:pt x="322" y="295"/>
                        </a:lnTo>
                        <a:lnTo>
                          <a:pt x="308" y="284"/>
                        </a:lnTo>
                        <a:lnTo>
                          <a:pt x="294" y="273"/>
                        </a:lnTo>
                        <a:lnTo>
                          <a:pt x="281" y="263"/>
                        </a:lnTo>
                        <a:lnTo>
                          <a:pt x="270" y="251"/>
                        </a:lnTo>
                        <a:lnTo>
                          <a:pt x="257" y="238"/>
                        </a:lnTo>
                        <a:lnTo>
                          <a:pt x="246" y="225"/>
                        </a:lnTo>
                        <a:lnTo>
                          <a:pt x="236" y="212"/>
                        </a:lnTo>
                        <a:lnTo>
                          <a:pt x="226" y="199"/>
                        </a:lnTo>
                        <a:lnTo>
                          <a:pt x="216" y="184"/>
                        </a:lnTo>
                        <a:lnTo>
                          <a:pt x="208" y="169"/>
                        </a:lnTo>
                        <a:lnTo>
                          <a:pt x="200" y="154"/>
                        </a:lnTo>
                        <a:lnTo>
                          <a:pt x="193" y="138"/>
                        </a:lnTo>
                        <a:lnTo>
                          <a:pt x="186" y="122"/>
                        </a:lnTo>
                        <a:lnTo>
                          <a:pt x="181" y="106"/>
                        </a:lnTo>
                        <a:lnTo>
                          <a:pt x="176" y="88"/>
                        </a:lnTo>
                        <a:lnTo>
                          <a:pt x="171" y="71"/>
                        </a:lnTo>
                        <a:lnTo>
                          <a:pt x="169" y="54"/>
                        </a:lnTo>
                        <a:lnTo>
                          <a:pt x="166" y="36"/>
                        </a:lnTo>
                        <a:lnTo>
                          <a:pt x="165" y="18"/>
                        </a:lnTo>
                        <a:lnTo>
                          <a:pt x="165" y="0"/>
                        </a:lnTo>
                        <a:lnTo>
                          <a:pt x="0" y="0"/>
                        </a:lnTo>
                        <a:close/>
                      </a:path>
                    </a:pathLst>
                  </a:custGeom>
                  <a:solidFill>
                    <a:srgbClr val="EF2B2F"/>
                  </a:solidFill>
                  <a:ln>
                    <a:noFill/>
                  </a:ln>
                </p:spPr>
                <p:txBody>
                  <a:bodyPr/>
                  <a:lstStyle/>
                  <a:p>
                    <a:pPr>
                      <a:defRPr/>
                    </a:pPr>
                    <a:endParaRPr lang="en-US" sz="1050">
                      <a:latin typeface="+mj-lt"/>
                    </a:endParaRPr>
                  </a:p>
                </p:txBody>
              </p:sp>
              <p:sp>
                <p:nvSpPr>
                  <p:cNvPr id="41816" name="Freeform 71">
                    <a:extLst>
                      <a:ext uri="{FF2B5EF4-FFF2-40B4-BE49-F238E27FC236}">
                        <a16:creationId xmlns="" xmlns:a16="http://schemas.microsoft.com/office/drawing/2014/main" id="{34DAC044-E545-F3AC-57B8-93B1CA4A847E}"/>
                      </a:ext>
                    </a:extLst>
                  </p:cNvPr>
                  <p:cNvSpPr>
                    <a:spLocks/>
                  </p:cNvSpPr>
                  <p:nvPr/>
                </p:nvSpPr>
                <p:spPr bwMode="auto">
                  <a:xfrm>
                    <a:off x="3238" y="1950"/>
                    <a:ext cx="86" cy="85"/>
                  </a:xfrm>
                  <a:custGeom>
                    <a:avLst/>
                    <a:gdLst>
                      <a:gd name="T0" fmla="*/ 0 w 521"/>
                      <a:gd name="T1" fmla="*/ 0 h 521"/>
                      <a:gd name="T2" fmla="*/ 0 w 521"/>
                      <a:gd name="T3" fmla="*/ 0 h 521"/>
                      <a:gd name="T4" fmla="*/ 0 w 521"/>
                      <a:gd name="T5" fmla="*/ 0 h 521"/>
                      <a:gd name="T6" fmla="*/ 0 w 521"/>
                      <a:gd name="T7" fmla="*/ 0 h 521"/>
                      <a:gd name="T8" fmla="*/ 0 w 521"/>
                      <a:gd name="T9" fmla="*/ 0 h 521"/>
                      <a:gd name="T10" fmla="*/ 0 w 521"/>
                      <a:gd name="T11" fmla="*/ 0 h 521"/>
                      <a:gd name="T12" fmla="*/ 0 w 521"/>
                      <a:gd name="T13" fmla="*/ 0 h 521"/>
                      <a:gd name="T14" fmla="*/ 0 w 521"/>
                      <a:gd name="T15" fmla="*/ 0 h 521"/>
                      <a:gd name="T16" fmla="*/ 0 w 521"/>
                      <a:gd name="T17" fmla="*/ 0 h 521"/>
                      <a:gd name="T18" fmla="*/ 0 w 521"/>
                      <a:gd name="T19" fmla="*/ 0 h 521"/>
                      <a:gd name="T20" fmla="*/ 0 w 521"/>
                      <a:gd name="T21" fmla="*/ 0 h 521"/>
                      <a:gd name="T22" fmla="*/ 0 w 521"/>
                      <a:gd name="T23" fmla="*/ 0 h 521"/>
                      <a:gd name="T24" fmla="*/ 0 w 521"/>
                      <a:gd name="T25" fmla="*/ 0 h 521"/>
                      <a:gd name="T26" fmla="*/ 0 w 521"/>
                      <a:gd name="T27" fmla="*/ 0 h 521"/>
                      <a:gd name="T28" fmla="*/ 0 w 521"/>
                      <a:gd name="T29" fmla="*/ 0 h 521"/>
                      <a:gd name="T30" fmla="*/ 0 w 521"/>
                      <a:gd name="T31" fmla="*/ 0 h 521"/>
                      <a:gd name="T32" fmla="*/ 0 w 521"/>
                      <a:gd name="T33" fmla="*/ 0 h 521"/>
                      <a:gd name="T34" fmla="*/ 0 w 521"/>
                      <a:gd name="T35" fmla="*/ 0 h 521"/>
                      <a:gd name="T36" fmla="*/ 0 w 521"/>
                      <a:gd name="T37" fmla="*/ 0 h 521"/>
                      <a:gd name="T38" fmla="*/ 0 w 521"/>
                      <a:gd name="T39" fmla="*/ 0 h 521"/>
                      <a:gd name="T40" fmla="*/ 0 w 521"/>
                      <a:gd name="T41" fmla="*/ 0 h 521"/>
                      <a:gd name="T42" fmla="*/ 0 w 521"/>
                      <a:gd name="T43" fmla="*/ 0 h 521"/>
                      <a:gd name="T44" fmla="*/ 0 w 521"/>
                      <a:gd name="T45" fmla="*/ 0 h 521"/>
                      <a:gd name="T46" fmla="*/ 0 w 521"/>
                      <a:gd name="T47" fmla="*/ 0 h 521"/>
                      <a:gd name="T48" fmla="*/ 0 w 521"/>
                      <a:gd name="T49" fmla="*/ 0 h 521"/>
                      <a:gd name="T50" fmla="*/ 0 w 521"/>
                      <a:gd name="T51" fmla="*/ 0 h 521"/>
                      <a:gd name="T52" fmla="*/ 0 w 521"/>
                      <a:gd name="T53" fmla="*/ 0 h 521"/>
                      <a:gd name="T54" fmla="*/ 0 w 521"/>
                      <a:gd name="T55" fmla="*/ 0 h 521"/>
                      <a:gd name="T56" fmla="*/ 0 w 521"/>
                      <a:gd name="T57" fmla="*/ 0 h 521"/>
                      <a:gd name="T58" fmla="*/ 0 w 521"/>
                      <a:gd name="T59" fmla="*/ 0 h 521"/>
                      <a:gd name="T60" fmla="*/ 0 w 521"/>
                      <a:gd name="T61" fmla="*/ 0 h 521"/>
                      <a:gd name="T62" fmla="*/ 0 w 521"/>
                      <a:gd name="T63" fmla="*/ 0 h 521"/>
                      <a:gd name="T64" fmla="*/ 0 w 521"/>
                      <a:gd name="T65" fmla="*/ 0 h 521"/>
                      <a:gd name="T66" fmla="*/ 0 w 521"/>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1"/>
                      <a:gd name="T104" fmla="*/ 521 w 521"/>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1">
                        <a:moveTo>
                          <a:pt x="521" y="0"/>
                        </a:moveTo>
                        <a:lnTo>
                          <a:pt x="521" y="0"/>
                        </a:lnTo>
                        <a:lnTo>
                          <a:pt x="494" y="1"/>
                        </a:lnTo>
                        <a:lnTo>
                          <a:pt x="468" y="3"/>
                        </a:lnTo>
                        <a:lnTo>
                          <a:pt x="442" y="6"/>
                        </a:lnTo>
                        <a:lnTo>
                          <a:pt x="416" y="11"/>
                        </a:lnTo>
                        <a:lnTo>
                          <a:pt x="391" y="17"/>
                        </a:lnTo>
                        <a:lnTo>
                          <a:pt x="366" y="23"/>
                        </a:lnTo>
                        <a:lnTo>
                          <a:pt x="341" y="32"/>
                        </a:lnTo>
                        <a:lnTo>
                          <a:pt x="319" y="42"/>
                        </a:lnTo>
                        <a:lnTo>
                          <a:pt x="295" y="52"/>
                        </a:lnTo>
                        <a:lnTo>
                          <a:pt x="273" y="63"/>
                        </a:lnTo>
                        <a:lnTo>
                          <a:pt x="250" y="76"/>
                        </a:lnTo>
                        <a:lnTo>
                          <a:pt x="230" y="90"/>
                        </a:lnTo>
                        <a:lnTo>
                          <a:pt x="210" y="104"/>
                        </a:lnTo>
                        <a:lnTo>
                          <a:pt x="190" y="120"/>
                        </a:lnTo>
                        <a:lnTo>
                          <a:pt x="171" y="136"/>
                        </a:lnTo>
                        <a:lnTo>
                          <a:pt x="153" y="153"/>
                        </a:lnTo>
                        <a:lnTo>
                          <a:pt x="136" y="171"/>
                        </a:lnTo>
                        <a:lnTo>
                          <a:pt x="119" y="190"/>
                        </a:lnTo>
                        <a:lnTo>
                          <a:pt x="104" y="209"/>
                        </a:lnTo>
                        <a:lnTo>
                          <a:pt x="89" y="230"/>
                        </a:lnTo>
                        <a:lnTo>
                          <a:pt x="76" y="251"/>
                        </a:lnTo>
                        <a:lnTo>
                          <a:pt x="63" y="273"/>
                        </a:lnTo>
                        <a:lnTo>
                          <a:pt x="52" y="295"/>
                        </a:lnTo>
                        <a:lnTo>
                          <a:pt x="42" y="319"/>
                        </a:lnTo>
                        <a:lnTo>
                          <a:pt x="32" y="342"/>
                        </a:lnTo>
                        <a:lnTo>
                          <a:pt x="24" y="366"/>
                        </a:lnTo>
                        <a:lnTo>
                          <a:pt x="17" y="391"/>
                        </a:lnTo>
                        <a:lnTo>
                          <a:pt x="11" y="416"/>
                        </a:lnTo>
                        <a:lnTo>
                          <a:pt x="7" y="442"/>
                        </a:lnTo>
                        <a:lnTo>
                          <a:pt x="4" y="468"/>
                        </a:lnTo>
                        <a:lnTo>
                          <a:pt x="1" y="494"/>
                        </a:lnTo>
                        <a:lnTo>
                          <a:pt x="0" y="521"/>
                        </a:lnTo>
                        <a:lnTo>
                          <a:pt x="165" y="521"/>
                        </a:lnTo>
                        <a:lnTo>
                          <a:pt x="165" y="501"/>
                        </a:lnTo>
                        <a:lnTo>
                          <a:pt x="166" y="484"/>
                        </a:lnTo>
                        <a:lnTo>
                          <a:pt x="169" y="466"/>
                        </a:lnTo>
                        <a:lnTo>
                          <a:pt x="171" y="449"/>
                        </a:lnTo>
                        <a:lnTo>
                          <a:pt x="176" y="432"/>
                        </a:lnTo>
                        <a:lnTo>
                          <a:pt x="181" y="415"/>
                        </a:lnTo>
                        <a:lnTo>
                          <a:pt x="186" y="399"/>
                        </a:lnTo>
                        <a:lnTo>
                          <a:pt x="193" y="383"/>
                        </a:lnTo>
                        <a:lnTo>
                          <a:pt x="200" y="367"/>
                        </a:lnTo>
                        <a:lnTo>
                          <a:pt x="208" y="352"/>
                        </a:lnTo>
                        <a:lnTo>
                          <a:pt x="216" y="337"/>
                        </a:lnTo>
                        <a:lnTo>
                          <a:pt x="226" y="322"/>
                        </a:lnTo>
                        <a:lnTo>
                          <a:pt x="236" y="308"/>
                        </a:lnTo>
                        <a:lnTo>
                          <a:pt x="246" y="295"/>
                        </a:lnTo>
                        <a:lnTo>
                          <a:pt x="257" y="281"/>
                        </a:lnTo>
                        <a:lnTo>
                          <a:pt x="270" y="269"/>
                        </a:lnTo>
                        <a:lnTo>
                          <a:pt x="281" y="258"/>
                        </a:lnTo>
                        <a:lnTo>
                          <a:pt x="294" y="246"/>
                        </a:lnTo>
                        <a:lnTo>
                          <a:pt x="308" y="235"/>
                        </a:lnTo>
                        <a:lnTo>
                          <a:pt x="322" y="226"/>
                        </a:lnTo>
                        <a:lnTo>
                          <a:pt x="336" y="216"/>
                        </a:lnTo>
                        <a:lnTo>
                          <a:pt x="351" y="207"/>
                        </a:lnTo>
                        <a:lnTo>
                          <a:pt x="367" y="200"/>
                        </a:lnTo>
                        <a:lnTo>
                          <a:pt x="382" y="192"/>
                        </a:lnTo>
                        <a:lnTo>
                          <a:pt x="398" y="186"/>
                        </a:lnTo>
                        <a:lnTo>
                          <a:pt x="415" y="181"/>
                        </a:lnTo>
                        <a:lnTo>
                          <a:pt x="432" y="175"/>
                        </a:lnTo>
                        <a:lnTo>
                          <a:pt x="449" y="172"/>
                        </a:lnTo>
                        <a:lnTo>
                          <a:pt x="466" y="169"/>
                        </a:lnTo>
                        <a:lnTo>
                          <a:pt x="484" y="167"/>
                        </a:lnTo>
                        <a:lnTo>
                          <a:pt x="502" y="165"/>
                        </a:lnTo>
                        <a:lnTo>
                          <a:pt x="521" y="165"/>
                        </a:lnTo>
                        <a:lnTo>
                          <a:pt x="521" y="0"/>
                        </a:lnTo>
                        <a:close/>
                      </a:path>
                    </a:pathLst>
                  </a:custGeom>
                  <a:solidFill>
                    <a:srgbClr val="EF2B2F"/>
                  </a:solidFill>
                  <a:ln>
                    <a:noFill/>
                  </a:ln>
                </p:spPr>
                <p:txBody>
                  <a:bodyPr/>
                  <a:lstStyle/>
                  <a:p>
                    <a:pPr>
                      <a:defRPr/>
                    </a:pPr>
                    <a:endParaRPr lang="en-US" sz="1050">
                      <a:latin typeface="+mj-lt"/>
                    </a:endParaRPr>
                  </a:p>
                </p:txBody>
              </p:sp>
              <p:sp>
                <p:nvSpPr>
                  <p:cNvPr id="41817" name="Freeform 72">
                    <a:extLst>
                      <a:ext uri="{FF2B5EF4-FFF2-40B4-BE49-F238E27FC236}">
                        <a16:creationId xmlns="" xmlns:a16="http://schemas.microsoft.com/office/drawing/2014/main" id="{20A5FD19-15FE-C2C5-AC91-1AE347EE4500}"/>
                      </a:ext>
                    </a:extLst>
                  </p:cNvPr>
                  <p:cNvSpPr>
                    <a:spLocks/>
                  </p:cNvSpPr>
                  <p:nvPr/>
                </p:nvSpPr>
                <p:spPr bwMode="auto">
                  <a:xfrm>
                    <a:off x="3293" y="1802"/>
                    <a:ext cx="86" cy="89"/>
                  </a:xfrm>
                  <a:custGeom>
                    <a:avLst/>
                    <a:gdLst>
                      <a:gd name="T0" fmla="*/ 0 w 520"/>
                      <a:gd name="T1" fmla="*/ 0 h 521"/>
                      <a:gd name="T2" fmla="*/ 0 w 520"/>
                      <a:gd name="T3" fmla="*/ 0 h 521"/>
                      <a:gd name="T4" fmla="*/ 0 w 520"/>
                      <a:gd name="T5" fmla="*/ 0 h 521"/>
                      <a:gd name="T6" fmla="*/ 0 w 520"/>
                      <a:gd name="T7" fmla="*/ 0 h 521"/>
                      <a:gd name="T8" fmla="*/ 0 w 520"/>
                      <a:gd name="T9" fmla="*/ 0 h 521"/>
                      <a:gd name="T10" fmla="*/ 0 w 520"/>
                      <a:gd name="T11" fmla="*/ 0 h 521"/>
                      <a:gd name="T12" fmla="*/ 0 w 520"/>
                      <a:gd name="T13" fmla="*/ 0 h 521"/>
                      <a:gd name="T14" fmla="*/ 0 w 520"/>
                      <a:gd name="T15" fmla="*/ 0 h 521"/>
                      <a:gd name="T16" fmla="*/ 0 w 520"/>
                      <a:gd name="T17" fmla="*/ 0 h 521"/>
                      <a:gd name="T18" fmla="*/ 0 w 520"/>
                      <a:gd name="T19" fmla="*/ 0 h 521"/>
                      <a:gd name="T20" fmla="*/ 0 w 520"/>
                      <a:gd name="T21" fmla="*/ 0 h 521"/>
                      <a:gd name="T22" fmla="*/ 0 w 520"/>
                      <a:gd name="T23" fmla="*/ 0 h 521"/>
                      <a:gd name="T24" fmla="*/ 0 w 520"/>
                      <a:gd name="T25" fmla="*/ 0 h 521"/>
                      <a:gd name="T26" fmla="*/ 0 w 520"/>
                      <a:gd name="T27" fmla="*/ 0 h 521"/>
                      <a:gd name="T28" fmla="*/ 0 w 520"/>
                      <a:gd name="T29" fmla="*/ 0 h 521"/>
                      <a:gd name="T30" fmla="*/ 0 w 520"/>
                      <a:gd name="T31" fmla="*/ 0 h 521"/>
                      <a:gd name="T32" fmla="*/ 0 w 520"/>
                      <a:gd name="T33" fmla="*/ 0 h 521"/>
                      <a:gd name="T34" fmla="*/ 0 w 520"/>
                      <a:gd name="T35" fmla="*/ 0 h 521"/>
                      <a:gd name="T36" fmla="*/ 0 w 520"/>
                      <a:gd name="T37" fmla="*/ 0 h 521"/>
                      <a:gd name="T38" fmla="*/ 0 w 520"/>
                      <a:gd name="T39" fmla="*/ 0 h 521"/>
                      <a:gd name="T40" fmla="*/ 0 w 520"/>
                      <a:gd name="T41" fmla="*/ 0 h 521"/>
                      <a:gd name="T42" fmla="*/ 0 w 520"/>
                      <a:gd name="T43" fmla="*/ 0 h 521"/>
                      <a:gd name="T44" fmla="*/ 0 w 520"/>
                      <a:gd name="T45" fmla="*/ 0 h 521"/>
                      <a:gd name="T46" fmla="*/ 0 w 520"/>
                      <a:gd name="T47" fmla="*/ 0 h 521"/>
                      <a:gd name="T48" fmla="*/ 0 w 520"/>
                      <a:gd name="T49" fmla="*/ 0 h 521"/>
                      <a:gd name="T50" fmla="*/ 0 w 520"/>
                      <a:gd name="T51" fmla="*/ 0 h 521"/>
                      <a:gd name="T52" fmla="*/ 0 w 520"/>
                      <a:gd name="T53" fmla="*/ 0 h 521"/>
                      <a:gd name="T54" fmla="*/ 0 w 520"/>
                      <a:gd name="T55" fmla="*/ 0 h 521"/>
                      <a:gd name="T56" fmla="*/ 0 w 520"/>
                      <a:gd name="T57" fmla="*/ 0 h 521"/>
                      <a:gd name="T58" fmla="*/ 0 w 520"/>
                      <a:gd name="T59" fmla="*/ 0 h 521"/>
                      <a:gd name="T60" fmla="*/ 0 w 520"/>
                      <a:gd name="T61" fmla="*/ 0 h 521"/>
                      <a:gd name="T62" fmla="*/ 0 w 520"/>
                      <a:gd name="T63" fmla="*/ 0 h 521"/>
                      <a:gd name="T64" fmla="*/ 0 w 520"/>
                      <a:gd name="T65" fmla="*/ 0 h 521"/>
                      <a:gd name="T66" fmla="*/ 0 w 520"/>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1"/>
                      <a:gd name="T104" fmla="*/ 520 w 520"/>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1">
                        <a:moveTo>
                          <a:pt x="520" y="521"/>
                        </a:moveTo>
                        <a:lnTo>
                          <a:pt x="520" y="521"/>
                        </a:lnTo>
                        <a:lnTo>
                          <a:pt x="519" y="494"/>
                        </a:lnTo>
                        <a:lnTo>
                          <a:pt x="517" y="468"/>
                        </a:lnTo>
                        <a:lnTo>
                          <a:pt x="514" y="442"/>
                        </a:lnTo>
                        <a:lnTo>
                          <a:pt x="510" y="416"/>
                        </a:lnTo>
                        <a:lnTo>
                          <a:pt x="503" y="391"/>
                        </a:lnTo>
                        <a:lnTo>
                          <a:pt x="497" y="366"/>
                        </a:lnTo>
                        <a:lnTo>
                          <a:pt x="488" y="343"/>
                        </a:lnTo>
                        <a:lnTo>
                          <a:pt x="479" y="319"/>
                        </a:lnTo>
                        <a:lnTo>
                          <a:pt x="469" y="296"/>
                        </a:lnTo>
                        <a:lnTo>
                          <a:pt x="457" y="273"/>
                        </a:lnTo>
                        <a:lnTo>
                          <a:pt x="444" y="251"/>
                        </a:lnTo>
                        <a:lnTo>
                          <a:pt x="432" y="230"/>
                        </a:lnTo>
                        <a:lnTo>
                          <a:pt x="417" y="210"/>
                        </a:lnTo>
                        <a:lnTo>
                          <a:pt x="401" y="191"/>
                        </a:lnTo>
                        <a:lnTo>
                          <a:pt x="384" y="172"/>
                        </a:lnTo>
                        <a:lnTo>
                          <a:pt x="367" y="153"/>
                        </a:lnTo>
                        <a:lnTo>
                          <a:pt x="349" y="136"/>
                        </a:lnTo>
                        <a:lnTo>
                          <a:pt x="331" y="119"/>
                        </a:lnTo>
                        <a:lnTo>
                          <a:pt x="311" y="104"/>
                        </a:lnTo>
                        <a:lnTo>
                          <a:pt x="290" y="89"/>
                        </a:lnTo>
                        <a:lnTo>
                          <a:pt x="269" y="76"/>
                        </a:lnTo>
                        <a:lnTo>
                          <a:pt x="248" y="64"/>
                        </a:lnTo>
                        <a:lnTo>
                          <a:pt x="225" y="52"/>
                        </a:lnTo>
                        <a:lnTo>
                          <a:pt x="203" y="42"/>
                        </a:lnTo>
                        <a:lnTo>
                          <a:pt x="178" y="33"/>
                        </a:lnTo>
                        <a:lnTo>
                          <a:pt x="155" y="24"/>
                        </a:lnTo>
                        <a:lnTo>
                          <a:pt x="130" y="18"/>
                        </a:lnTo>
                        <a:lnTo>
                          <a:pt x="104" y="11"/>
                        </a:lnTo>
                        <a:lnTo>
                          <a:pt x="79" y="7"/>
                        </a:lnTo>
                        <a:lnTo>
                          <a:pt x="53" y="4"/>
                        </a:lnTo>
                        <a:lnTo>
                          <a:pt x="26" y="2"/>
                        </a:lnTo>
                        <a:lnTo>
                          <a:pt x="0" y="0"/>
                        </a:lnTo>
                        <a:lnTo>
                          <a:pt x="0" y="165"/>
                        </a:lnTo>
                        <a:lnTo>
                          <a:pt x="19" y="165"/>
                        </a:lnTo>
                        <a:lnTo>
                          <a:pt x="37" y="166"/>
                        </a:lnTo>
                        <a:lnTo>
                          <a:pt x="54" y="169"/>
                        </a:lnTo>
                        <a:lnTo>
                          <a:pt x="71" y="172"/>
                        </a:lnTo>
                        <a:lnTo>
                          <a:pt x="88" y="176"/>
                        </a:lnTo>
                        <a:lnTo>
                          <a:pt x="105" y="181"/>
                        </a:lnTo>
                        <a:lnTo>
                          <a:pt x="121" y="187"/>
                        </a:lnTo>
                        <a:lnTo>
                          <a:pt x="139" y="193"/>
                        </a:lnTo>
                        <a:lnTo>
                          <a:pt x="154" y="200"/>
                        </a:lnTo>
                        <a:lnTo>
                          <a:pt x="170" y="208"/>
                        </a:lnTo>
                        <a:lnTo>
                          <a:pt x="183" y="216"/>
                        </a:lnTo>
                        <a:lnTo>
                          <a:pt x="198" y="226"/>
                        </a:lnTo>
                        <a:lnTo>
                          <a:pt x="212" y="236"/>
                        </a:lnTo>
                        <a:lnTo>
                          <a:pt x="226" y="246"/>
                        </a:lnTo>
                        <a:lnTo>
                          <a:pt x="239" y="257"/>
                        </a:lnTo>
                        <a:lnTo>
                          <a:pt x="251" y="270"/>
                        </a:lnTo>
                        <a:lnTo>
                          <a:pt x="263" y="282"/>
                        </a:lnTo>
                        <a:lnTo>
                          <a:pt x="274" y="295"/>
                        </a:lnTo>
                        <a:lnTo>
                          <a:pt x="285" y="308"/>
                        </a:lnTo>
                        <a:lnTo>
                          <a:pt x="295" y="322"/>
                        </a:lnTo>
                        <a:lnTo>
                          <a:pt x="304" y="336"/>
                        </a:lnTo>
                        <a:lnTo>
                          <a:pt x="313" y="351"/>
                        </a:lnTo>
                        <a:lnTo>
                          <a:pt x="320" y="367"/>
                        </a:lnTo>
                        <a:lnTo>
                          <a:pt x="328" y="382"/>
                        </a:lnTo>
                        <a:lnTo>
                          <a:pt x="334" y="398"/>
                        </a:lnTo>
                        <a:lnTo>
                          <a:pt x="340" y="415"/>
                        </a:lnTo>
                        <a:lnTo>
                          <a:pt x="345" y="432"/>
                        </a:lnTo>
                        <a:lnTo>
                          <a:pt x="348" y="449"/>
                        </a:lnTo>
                        <a:lnTo>
                          <a:pt x="351" y="467"/>
                        </a:lnTo>
                        <a:lnTo>
                          <a:pt x="353" y="484"/>
                        </a:lnTo>
                        <a:lnTo>
                          <a:pt x="356" y="502"/>
                        </a:lnTo>
                        <a:lnTo>
                          <a:pt x="356" y="521"/>
                        </a:lnTo>
                        <a:lnTo>
                          <a:pt x="520" y="521"/>
                        </a:lnTo>
                        <a:close/>
                      </a:path>
                    </a:pathLst>
                  </a:custGeom>
                  <a:solidFill>
                    <a:srgbClr val="EF2B2F"/>
                  </a:solidFill>
                  <a:ln>
                    <a:noFill/>
                  </a:ln>
                </p:spPr>
                <p:txBody>
                  <a:bodyPr/>
                  <a:lstStyle/>
                  <a:p>
                    <a:pPr>
                      <a:defRPr/>
                    </a:pPr>
                    <a:endParaRPr lang="en-US" sz="1050">
                      <a:latin typeface="+mj-lt"/>
                    </a:endParaRPr>
                  </a:p>
                </p:txBody>
              </p:sp>
              <p:sp>
                <p:nvSpPr>
                  <p:cNvPr id="41818" name="Freeform 73">
                    <a:extLst>
                      <a:ext uri="{FF2B5EF4-FFF2-40B4-BE49-F238E27FC236}">
                        <a16:creationId xmlns="" xmlns:a16="http://schemas.microsoft.com/office/drawing/2014/main" id="{3FBAAC1A-9AAB-4D72-318A-17A77A7EC20B}"/>
                      </a:ext>
                    </a:extLst>
                  </p:cNvPr>
                  <p:cNvSpPr>
                    <a:spLocks/>
                  </p:cNvSpPr>
                  <p:nvPr/>
                </p:nvSpPr>
                <p:spPr bwMode="auto">
                  <a:xfrm>
                    <a:off x="3293" y="1891"/>
                    <a:ext cx="86" cy="85"/>
                  </a:xfrm>
                  <a:custGeom>
                    <a:avLst/>
                    <a:gdLst>
                      <a:gd name="T0" fmla="*/ 0 w 520"/>
                      <a:gd name="T1" fmla="*/ 0 h 520"/>
                      <a:gd name="T2" fmla="*/ 0 w 520"/>
                      <a:gd name="T3" fmla="*/ 0 h 520"/>
                      <a:gd name="T4" fmla="*/ 0 w 520"/>
                      <a:gd name="T5" fmla="*/ 0 h 520"/>
                      <a:gd name="T6" fmla="*/ 0 w 520"/>
                      <a:gd name="T7" fmla="*/ 0 h 520"/>
                      <a:gd name="T8" fmla="*/ 0 w 520"/>
                      <a:gd name="T9" fmla="*/ 0 h 520"/>
                      <a:gd name="T10" fmla="*/ 0 w 520"/>
                      <a:gd name="T11" fmla="*/ 0 h 520"/>
                      <a:gd name="T12" fmla="*/ 0 w 520"/>
                      <a:gd name="T13" fmla="*/ 0 h 520"/>
                      <a:gd name="T14" fmla="*/ 0 w 520"/>
                      <a:gd name="T15" fmla="*/ 0 h 520"/>
                      <a:gd name="T16" fmla="*/ 0 w 520"/>
                      <a:gd name="T17" fmla="*/ 0 h 520"/>
                      <a:gd name="T18" fmla="*/ 0 w 520"/>
                      <a:gd name="T19" fmla="*/ 0 h 520"/>
                      <a:gd name="T20" fmla="*/ 0 w 520"/>
                      <a:gd name="T21" fmla="*/ 0 h 520"/>
                      <a:gd name="T22" fmla="*/ 0 w 520"/>
                      <a:gd name="T23" fmla="*/ 0 h 520"/>
                      <a:gd name="T24" fmla="*/ 0 w 520"/>
                      <a:gd name="T25" fmla="*/ 0 h 520"/>
                      <a:gd name="T26" fmla="*/ 0 w 520"/>
                      <a:gd name="T27" fmla="*/ 0 h 520"/>
                      <a:gd name="T28" fmla="*/ 0 w 520"/>
                      <a:gd name="T29" fmla="*/ 0 h 520"/>
                      <a:gd name="T30" fmla="*/ 0 w 520"/>
                      <a:gd name="T31" fmla="*/ 0 h 520"/>
                      <a:gd name="T32" fmla="*/ 0 w 520"/>
                      <a:gd name="T33" fmla="*/ 0 h 520"/>
                      <a:gd name="T34" fmla="*/ 0 w 520"/>
                      <a:gd name="T35" fmla="*/ 0 h 520"/>
                      <a:gd name="T36" fmla="*/ 0 w 520"/>
                      <a:gd name="T37" fmla="*/ 0 h 520"/>
                      <a:gd name="T38" fmla="*/ 0 w 520"/>
                      <a:gd name="T39" fmla="*/ 0 h 520"/>
                      <a:gd name="T40" fmla="*/ 0 w 520"/>
                      <a:gd name="T41" fmla="*/ 0 h 520"/>
                      <a:gd name="T42" fmla="*/ 0 w 520"/>
                      <a:gd name="T43" fmla="*/ 0 h 520"/>
                      <a:gd name="T44" fmla="*/ 0 w 520"/>
                      <a:gd name="T45" fmla="*/ 0 h 520"/>
                      <a:gd name="T46" fmla="*/ 0 w 520"/>
                      <a:gd name="T47" fmla="*/ 0 h 520"/>
                      <a:gd name="T48" fmla="*/ 0 w 520"/>
                      <a:gd name="T49" fmla="*/ 0 h 520"/>
                      <a:gd name="T50" fmla="*/ 0 w 520"/>
                      <a:gd name="T51" fmla="*/ 0 h 520"/>
                      <a:gd name="T52" fmla="*/ 0 w 520"/>
                      <a:gd name="T53" fmla="*/ 0 h 520"/>
                      <a:gd name="T54" fmla="*/ 0 w 520"/>
                      <a:gd name="T55" fmla="*/ 0 h 520"/>
                      <a:gd name="T56" fmla="*/ 0 w 520"/>
                      <a:gd name="T57" fmla="*/ 0 h 520"/>
                      <a:gd name="T58" fmla="*/ 0 w 520"/>
                      <a:gd name="T59" fmla="*/ 0 h 520"/>
                      <a:gd name="T60" fmla="*/ 0 w 520"/>
                      <a:gd name="T61" fmla="*/ 0 h 520"/>
                      <a:gd name="T62" fmla="*/ 0 w 520"/>
                      <a:gd name="T63" fmla="*/ 0 h 520"/>
                      <a:gd name="T64" fmla="*/ 0 w 520"/>
                      <a:gd name="T65" fmla="*/ 0 h 520"/>
                      <a:gd name="T66" fmla="*/ 0 w 520"/>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0"/>
                      <a:gd name="T104" fmla="*/ 520 w 520"/>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0">
                        <a:moveTo>
                          <a:pt x="0" y="520"/>
                        </a:moveTo>
                        <a:lnTo>
                          <a:pt x="0" y="520"/>
                        </a:lnTo>
                        <a:lnTo>
                          <a:pt x="26" y="519"/>
                        </a:lnTo>
                        <a:lnTo>
                          <a:pt x="53" y="517"/>
                        </a:lnTo>
                        <a:lnTo>
                          <a:pt x="79" y="515"/>
                        </a:lnTo>
                        <a:lnTo>
                          <a:pt x="104" y="509"/>
                        </a:lnTo>
                        <a:lnTo>
                          <a:pt x="129" y="504"/>
                        </a:lnTo>
                        <a:lnTo>
                          <a:pt x="155" y="496"/>
                        </a:lnTo>
                        <a:lnTo>
                          <a:pt x="178" y="488"/>
                        </a:lnTo>
                        <a:lnTo>
                          <a:pt x="202" y="479"/>
                        </a:lnTo>
                        <a:lnTo>
                          <a:pt x="225" y="469"/>
                        </a:lnTo>
                        <a:lnTo>
                          <a:pt x="248" y="457"/>
                        </a:lnTo>
                        <a:lnTo>
                          <a:pt x="269" y="444"/>
                        </a:lnTo>
                        <a:lnTo>
                          <a:pt x="290" y="431"/>
                        </a:lnTo>
                        <a:lnTo>
                          <a:pt x="311" y="416"/>
                        </a:lnTo>
                        <a:lnTo>
                          <a:pt x="331" y="401"/>
                        </a:lnTo>
                        <a:lnTo>
                          <a:pt x="349" y="384"/>
                        </a:lnTo>
                        <a:lnTo>
                          <a:pt x="367" y="367"/>
                        </a:lnTo>
                        <a:lnTo>
                          <a:pt x="384" y="349"/>
                        </a:lnTo>
                        <a:lnTo>
                          <a:pt x="401" y="331"/>
                        </a:lnTo>
                        <a:lnTo>
                          <a:pt x="417" y="310"/>
                        </a:lnTo>
                        <a:lnTo>
                          <a:pt x="432" y="290"/>
                        </a:lnTo>
                        <a:lnTo>
                          <a:pt x="444" y="270"/>
                        </a:lnTo>
                        <a:lnTo>
                          <a:pt x="457" y="247"/>
                        </a:lnTo>
                        <a:lnTo>
                          <a:pt x="469" y="225"/>
                        </a:lnTo>
                        <a:lnTo>
                          <a:pt x="479" y="201"/>
                        </a:lnTo>
                        <a:lnTo>
                          <a:pt x="488" y="179"/>
                        </a:lnTo>
                        <a:lnTo>
                          <a:pt x="497" y="154"/>
                        </a:lnTo>
                        <a:lnTo>
                          <a:pt x="503" y="130"/>
                        </a:lnTo>
                        <a:lnTo>
                          <a:pt x="510" y="104"/>
                        </a:lnTo>
                        <a:lnTo>
                          <a:pt x="514" y="78"/>
                        </a:lnTo>
                        <a:lnTo>
                          <a:pt x="517" y="53"/>
                        </a:lnTo>
                        <a:lnTo>
                          <a:pt x="519" y="26"/>
                        </a:lnTo>
                        <a:lnTo>
                          <a:pt x="520" y="0"/>
                        </a:lnTo>
                        <a:lnTo>
                          <a:pt x="356" y="0"/>
                        </a:lnTo>
                        <a:lnTo>
                          <a:pt x="356" y="18"/>
                        </a:lnTo>
                        <a:lnTo>
                          <a:pt x="353" y="37"/>
                        </a:lnTo>
                        <a:lnTo>
                          <a:pt x="351" y="54"/>
                        </a:lnTo>
                        <a:lnTo>
                          <a:pt x="348" y="72"/>
                        </a:lnTo>
                        <a:lnTo>
                          <a:pt x="345" y="88"/>
                        </a:lnTo>
                        <a:lnTo>
                          <a:pt x="340" y="105"/>
                        </a:lnTo>
                        <a:lnTo>
                          <a:pt x="334" y="122"/>
                        </a:lnTo>
                        <a:lnTo>
                          <a:pt x="328" y="138"/>
                        </a:lnTo>
                        <a:lnTo>
                          <a:pt x="320" y="154"/>
                        </a:lnTo>
                        <a:lnTo>
                          <a:pt x="313" y="169"/>
                        </a:lnTo>
                        <a:lnTo>
                          <a:pt x="304" y="184"/>
                        </a:lnTo>
                        <a:lnTo>
                          <a:pt x="295" y="198"/>
                        </a:lnTo>
                        <a:lnTo>
                          <a:pt x="285" y="212"/>
                        </a:lnTo>
                        <a:lnTo>
                          <a:pt x="274" y="226"/>
                        </a:lnTo>
                        <a:lnTo>
                          <a:pt x="263" y="239"/>
                        </a:lnTo>
                        <a:lnTo>
                          <a:pt x="251" y="252"/>
                        </a:lnTo>
                        <a:lnTo>
                          <a:pt x="239" y="263"/>
                        </a:lnTo>
                        <a:lnTo>
                          <a:pt x="226" y="274"/>
                        </a:lnTo>
                        <a:lnTo>
                          <a:pt x="212" y="285"/>
                        </a:lnTo>
                        <a:lnTo>
                          <a:pt x="198" y="294"/>
                        </a:lnTo>
                        <a:lnTo>
                          <a:pt x="183" y="304"/>
                        </a:lnTo>
                        <a:lnTo>
                          <a:pt x="170" y="312"/>
                        </a:lnTo>
                        <a:lnTo>
                          <a:pt x="154" y="321"/>
                        </a:lnTo>
                        <a:lnTo>
                          <a:pt x="139" y="327"/>
                        </a:lnTo>
                        <a:lnTo>
                          <a:pt x="121" y="334"/>
                        </a:lnTo>
                        <a:lnTo>
                          <a:pt x="105" y="339"/>
                        </a:lnTo>
                        <a:lnTo>
                          <a:pt x="89" y="345"/>
                        </a:lnTo>
                        <a:lnTo>
                          <a:pt x="71" y="349"/>
                        </a:lnTo>
                        <a:lnTo>
                          <a:pt x="54" y="351"/>
                        </a:lnTo>
                        <a:lnTo>
                          <a:pt x="37" y="354"/>
                        </a:lnTo>
                        <a:lnTo>
                          <a:pt x="19" y="355"/>
                        </a:lnTo>
                        <a:lnTo>
                          <a:pt x="0" y="355"/>
                        </a:lnTo>
                        <a:lnTo>
                          <a:pt x="0" y="520"/>
                        </a:lnTo>
                        <a:close/>
                      </a:path>
                    </a:pathLst>
                  </a:custGeom>
                  <a:solidFill>
                    <a:srgbClr val="EF2B2F"/>
                  </a:solidFill>
                  <a:ln>
                    <a:noFill/>
                  </a:ln>
                </p:spPr>
                <p:txBody>
                  <a:bodyPr/>
                  <a:lstStyle/>
                  <a:p>
                    <a:pPr>
                      <a:defRPr/>
                    </a:pPr>
                    <a:endParaRPr lang="en-US" sz="1050">
                      <a:latin typeface="+mj-lt"/>
                    </a:endParaRPr>
                  </a:p>
                </p:txBody>
              </p:sp>
              <p:sp>
                <p:nvSpPr>
                  <p:cNvPr id="41819" name="Freeform 74">
                    <a:extLst>
                      <a:ext uri="{FF2B5EF4-FFF2-40B4-BE49-F238E27FC236}">
                        <a16:creationId xmlns="" xmlns:a16="http://schemas.microsoft.com/office/drawing/2014/main" id="{855F59C7-26C4-52A3-8C0D-31C3CDBD8C39}"/>
                      </a:ext>
                    </a:extLst>
                  </p:cNvPr>
                  <p:cNvSpPr>
                    <a:spLocks/>
                  </p:cNvSpPr>
                  <p:nvPr/>
                </p:nvSpPr>
                <p:spPr bwMode="auto">
                  <a:xfrm>
                    <a:off x="3207" y="1891"/>
                    <a:ext cx="86" cy="85"/>
                  </a:xfrm>
                  <a:custGeom>
                    <a:avLst/>
                    <a:gdLst>
                      <a:gd name="T0" fmla="*/ 0 w 520"/>
                      <a:gd name="T1" fmla="*/ 0 h 520"/>
                      <a:gd name="T2" fmla="*/ 0 w 520"/>
                      <a:gd name="T3" fmla="*/ 0 h 520"/>
                      <a:gd name="T4" fmla="*/ 0 w 520"/>
                      <a:gd name="T5" fmla="*/ 0 h 520"/>
                      <a:gd name="T6" fmla="*/ 0 w 520"/>
                      <a:gd name="T7" fmla="*/ 0 h 520"/>
                      <a:gd name="T8" fmla="*/ 0 w 520"/>
                      <a:gd name="T9" fmla="*/ 0 h 520"/>
                      <a:gd name="T10" fmla="*/ 0 w 520"/>
                      <a:gd name="T11" fmla="*/ 0 h 520"/>
                      <a:gd name="T12" fmla="*/ 0 w 520"/>
                      <a:gd name="T13" fmla="*/ 0 h 520"/>
                      <a:gd name="T14" fmla="*/ 0 w 520"/>
                      <a:gd name="T15" fmla="*/ 0 h 520"/>
                      <a:gd name="T16" fmla="*/ 0 w 520"/>
                      <a:gd name="T17" fmla="*/ 0 h 520"/>
                      <a:gd name="T18" fmla="*/ 0 w 520"/>
                      <a:gd name="T19" fmla="*/ 0 h 520"/>
                      <a:gd name="T20" fmla="*/ 0 w 520"/>
                      <a:gd name="T21" fmla="*/ 0 h 520"/>
                      <a:gd name="T22" fmla="*/ 0 w 520"/>
                      <a:gd name="T23" fmla="*/ 0 h 520"/>
                      <a:gd name="T24" fmla="*/ 0 w 520"/>
                      <a:gd name="T25" fmla="*/ 0 h 520"/>
                      <a:gd name="T26" fmla="*/ 0 w 520"/>
                      <a:gd name="T27" fmla="*/ 0 h 520"/>
                      <a:gd name="T28" fmla="*/ 0 w 520"/>
                      <a:gd name="T29" fmla="*/ 0 h 520"/>
                      <a:gd name="T30" fmla="*/ 0 w 520"/>
                      <a:gd name="T31" fmla="*/ 0 h 520"/>
                      <a:gd name="T32" fmla="*/ 0 w 520"/>
                      <a:gd name="T33" fmla="*/ 0 h 520"/>
                      <a:gd name="T34" fmla="*/ 0 w 520"/>
                      <a:gd name="T35" fmla="*/ 0 h 520"/>
                      <a:gd name="T36" fmla="*/ 0 w 520"/>
                      <a:gd name="T37" fmla="*/ 0 h 520"/>
                      <a:gd name="T38" fmla="*/ 0 w 520"/>
                      <a:gd name="T39" fmla="*/ 0 h 520"/>
                      <a:gd name="T40" fmla="*/ 0 w 520"/>
                      <a:gd name="T41" fmla="*/ 0 h 520"/>
                      <a:gd name="T42" fmla="*/ 0 w 520"/>
                      <a:gd name="T43" fmla="*/ 0 h 520"/>
                      <a:gd name="T44" fmla="*/ 0 w 520"/>
                      <a:gd name="T45" fmla="*/ 0 h 520"/>
                      <a:gd name="T46" fmla="*/ 0 w 520"/>
                      <a:gd name="T47" fmla="*/ 0 h 520"/>
                      <a:gd name="T48" fmla="*/ 0 w 520"/>
                      <a:gd name="T49" fmla="*/ 0 h 520"/>
                      <a:gd name="T50" fmla="*/ 0 w 520"/>
                      <a:gd name="T51" fmla="*/ 0 h 520"/>
                      <a:gd name="T52" fmla="*/ 0 w 520"/>
                      <a:gd name="T53" fmla="*/ 0 h 520"/>
                      <a:gd name="T54" fmla="*/ 0 w 520"/>
                      <a:gd name="T55" fmla="*/ 0 h 520"/>
                      <a:gd name="T56" fmla="*/ 0 w 520"/>
                      <a:gd name="T57" fmla="*/ 0 h 520"/>
                      <a:gd name="T58" fmla="*/ 0 w 520"/>
                      <a:gd name="T59" fmla="*/ 0 h 520"/>
                      <a:gd name="T60" fmla="*/ 0 w 520"/>
                      <a:gd name="T61" fmla="*/ 0 h 520"/>
                      <a:gd name="T62" fmla="*/ 0 w 520"/>
                      <a:gd name="T63" fmla="*/ 0 h 520"/>
                      <a:gd name="T64" fmla="*/ 0 w 520"/>
                      <a:gd name="T65" fmla="*/ 0 h 520"/>
                      <a:gd name="T66" fmla="*/ 0 w 520"/>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0"/>
                      <a:gd name="T104" fmla="*/ 520 w 520"/>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0">
                        <a:moveTo>
                          <a:pt x="0" y="0"/>
                        </a:moveTo>
                        <a:lnTo>
                          <a:pt x="0" y="0"/>
                        </a:lnTo>
                        <a:lnTo>
                          <a:pt x="1" y="26"/>
                        </a:lnTo>
                        <a:lnTo>
                          <a:pt x="3" y="53"/>
                        </a:lnTo>
                        <a:lnTo>
                          <a:pt x="5" y="78"/>
                        </a:lnTo>
                        <a:lnTo>
                          <a:pt x="11" y="104"/>
                        </a:lnTo>
                        <a:lnTo>
                          <a:pt x="16" y="130"/>
                        </a:lnTo>
                        <a:lnTo>
                          <a:pt x="24" y="154"/>
                        </a:lnTo>
                        <a:lnTo>
                          <a:pt x="32" y="179"/>
                        </a:lnTo>
                        <a:lnTo>
                          <a:pt x="41" y="201"/>
                        </a:lnTo>
                        <a:lnTo>
                          <a:pt x="51" y="225"/>
                        </a:lnTo>
                        <a:lnTo>
                          <a:pt x="63" y="247"/>
                        </a:lnTo>
                        <a:lnTo>
                          <a:pt x="76" y="270"/>
                        </a:lnTo>
                        <a:lnTo>
                          <a:pt x="89" y="290"/>
                        </a:lnTo>
                        <a:lnTo>
                          <a:pt x="104" y="310"/>
                        </a:lnTo>
                        <a:lnTo>
                          <a:pt x="119" y="331"/>
                        </a:lnTo>
                        <a:lnTo>
                          <a:pt x="136" y="349"/>
                        </a:lnTo>
                        <a:lnTo>
                          <a:pt x="153" y="367"/>
                        </a:lnTo>
                        <a:lnTo>
                          <a:pt x="170" y="384"/>
                        </a:lnTo>
                        <a:lnTo>
                          <a:pt x="189" y="401"/>
                        </a:lnTo>
                        <a:lnTo>
                          <a:pt x="210" y="416"/>
                        </a:lnTo>
                        <a:lnTo>
                          <a:pt x="230" y="431"/>
                        </a:lnTo>
                        <a:lnTo>
                          <a:pt x="250" y="444"/>
                        </a:lnTo>
                        <a:lnTo>
                          <a:pt x="273" y="457"/>
                        </a:lnTo>
                        <a:lnTo>
                          <a:pt x="295" y="469"/>
                        </a:lnTo>
                        <a:lnTo>
                          <a:pt x="318" y="479"/>
                        </a:lnTo>
                        <a:lnTo>
                          <a:pt x="341" y="488"/>
                        </a:lnTo>
                        <a:lnTo>
                          <a:pt x="366" y="496"/>
                        </a:lnTo>
                        <a:lnTo>
                          <a:pt x="390" y="504"/>
                        </a:lnTo>
                        <a:lnTo>
                          <a:pt x="416" y="509"/>
                        </a:lnTo>
                        <a:lnTo>
                          <a:pt x="442" y="515"/>
                        </a:lnTo>
                        <a:lnTo>
                          <a:pt x="467" y="517"/>
                        </a:lnTo>
                        <a:lnTo>
                          <a:pt x="494" y="519"/>
                        </a:lnTo>
                        <a:lnTo>
                          <a:pt x="520" y="520"/>
                        </a:lnTo>
                        <a:lnTo>
                          <a:pt x="520" y="355"/>
                        </a:lnTo>
                        <a:lnTo>
                          <a:pt x="501" y="355"/>
                        </a:lnTo>
                        <a:lnTo>
                          <a:pt x="483" y="354"/>
                        </a:lnTo>
                        <a:lnTo>
                          <a:pt x="466" y="351"/>
                        </a:lnTo>
                        <a:lnTo>
                          <a:pt x="448" y="349"/>
                        </a:lnTo>
                        <a:lnTo>
                          <a:pt x="431" y="345"/>
                        </a:lnTo>
                        <a:lnTo>
                          <a:pt x="415" y="339"/>
                        </a:lnTo>
                        <a:lnTo>
                          <a:pt x="398" y="334"/>
                        </a:lnTo>
                        <a:lnTo>
                          <a:pt x="382" y="327"/>
                        </a:lnTo>
                        <a:lnTo>
                          <a:pt x="366" y="321"/>
                        </a:lnTo>
                        <a:lnTo>
                          <a:pt x="351" y="312"/>
                        </a:lnTo>
                        <a:lnTo>
                          <a:pt x="336" y="304"/>
                        </a:lnTo>
                        <a:lnTo>
                          <a:pt x="322" y="294"/>
                        </a:lnTo>
                        <a:lnTo>
                          <a:pt x="308" y="285"/>
                        </a:lnTo>
                        <a:lnTo>
                          <a:pt x="294" y="274"/>
                        </a:lnTo>
                        <a:lnTo>
                          <a:pt x="281" y="263"/>
                        </a:lnTo>
                        <a:lnTo>
                          <a:pt x="268" y="252"/>
                        </a:lnTo>
                        <a:lnTo>
                          <a:pt x="257" y="239"/>
                        </a:lnTo>
                        <a:lnTo>
                          <a:pt x="246" y="226"/>
                        </a:lnTo>
                        <a:lnTo>
                          <a:pt x="235" y="212"/>
                        </a:lnTo>
                        <a:lnTo>
                          <a:pt x="226" y="198"/>
                        </a:lnTo>
                        <a:lnTo>
                          <a:pt x="216" y="184"/>
                        </a:lnTo>
                        <a:lnTo>
                          <a:pt x="207" y="169"/>
                        </a:lnTo>
                        <a:lnTo>
                          <a:pt x="199" y="154"/>
                        </a:lnTo>
                        <a:lnTo>
                          <a:pt x="192" y="138"/>
                        </a:lnTo>
                        <a:lnTo>
                          <a:pt x="186" y="122"/>
                        </a:lnTo>
                        <a:lnTo>
                          <a:pt x="181" y="105"/>
                        </a:lnTo>
                        <a:lnTo>
                          <a:pt x="175" y="89"/>
                        </a:lnTo>
                        <a:lnTo>
                          <a:pt x="171" y="72"/>
                        </a:lnTo>
                        <a:lnTo>
                          <a:pt x="169" y="54"/>
                        </a:lnTo>
                        <a:lnTo>
                          <a:pt x="166" y="37"/>
                        </a:lnTo>
                        <a:lnTo>
                          <a:pt x="165" y="18"/>
                        </a:lnTo>
                        <a:lnTo>
                          <a:pt x="165" y="0"/>
                        </a:lnTo>
                        <a:lnTo>
                          <a:pt x="0" y="0"/>
                        </a:lnTo>
                        <a:close/>
                      </a:path>
                    </a:pathLst>
                  </a:custGeom>
                  <a:solidFill>
                    <a:srgbClr val="EF2B2F"/>
                  </a:solidFill>
                  <a:ln>
                    <a:noFill/>
                  </a:ln>
                </p:spPr>
                <p:txBody>
                  <a:bodyPr/>
                  <a:lstStyle/>
                  <a:p>
                    <a:pPr>
                      <a:defRPr/>
                    </a:pPr>
                    <a:endParaRPr lang="en-US" sz="1050">
                      <a:latin typeface="+mj-lt"/>
                    </a:endParaRPr>
                  </a:p>
                </p:txBody>
              </p:sp>
              <p:sp>
                <p:nvSpPr>
                  <p:cNvPr id="41820" name="Freeform 75">
                    <a:extLst>
                      <a:ext uri="{FF2B5EF4-FFF2-40B4-BE49-F238E27FC236}">
                        <a16:creationId xmlns="" xmlns:a16="http://schemas.microsoft.com/office/drawing/2014/main" id="{00B211CD-512E-9C38-8751-0D13C7172721}"/>
                      </a:ext>
                    </a:extLst>
                  </p:cNvPr>
                  <p:cNvSpPr>
                    <a:spLocks/>
                  </p:cNvSpPr>
                  <p:nvPr/>
                </p:nvSpPr>
                <p:spPr bwMode="auto">
                  <a:xfrm>
                    <a:off x="3207" y="1802"/>
                    <a:ext cx="86" cy="89"/>
                  </a:xfrm>
                  <a:custGeom>
                    <a:avLst/>
                    <a:gdLst>
                      <a:gd name="T0" fmla="*/ 0 w 520"/>
                      <a:gd name="T1" fmla="*/ 0 h 521"/>
                      <a:gd name="T2" fmla="*/ 0 w 520"/>
                      <a:gd name="T3" fmla="*/ 0 h 521"/>
                      <a:gd name="T4" fmla="*/ 0 w 520"/>
                      <a:gd name="T5" fmla="*/ 0 h 521"/>
                      <a:gd name="T6" fmla="*/ 0 w 520"/>
                      <a:gd name="T7" fmla="*/ 0 h 521"/>
                      <a:gd name="T8" fmla="*/ 0 w 520"/>
                      <a:gd name="T9" fmla="*/ 0 h 521"/>
                      <a:gd name="T10" fmla="*/ 0 w 520"/>
                      <a:gd name="T11" fmla="*/ 0 h 521"/>
                      <a:gd name="T12" fmla="*/ 0 w 520"/>
                      <a:gd name="T13" fmla="*/ 0 h 521"/>
                      <a:gd name="T14" fmla="*/ 0 w 520"/>
                      <a:gd name="T15" fmla="*/ 0 h 521"/>
                      <a:gd name="T16" fmla="*/ 0 w 520"/>
                      <a:gd name="T17" fmla="*/ 0 h 521"/>
                      <a:gd name="T18" fmla="*/ 0 w 520"/>
                      <a:gd name="T19" fmla="*/ 0 h 521"/>
                      <a:gd name="T20" fmla="*/ 0 w 520"/>
                      <a:gd name="T21" fmla="*/ 0 h 521"/>
                      <a:gd name="T22" fmla="*/ 0 w 520"/>
                      <a:gd name="T23" fmla="*/ 0 h 521"/>
                      <a:gd name="T24" fmla="*/ 0 w 520"/>
                      <a:gd name="T25" fmla="*/ 0 h 521"/>
                      <a:gd name="T26" fmla="*/ 0 w 520"/>
                      <a:gd name="T27" fmla="*/ 0 h 521"/>
                      <a:gd name="T28" fmla="*/ 0 w 520"/>
                      <a:gd name="T29" fmla="*/ 0 h 521"/>
                      <a:gd name="T30" fmla="*/ 0 w 520"/>
                      <a:gd name="T31" fmla="*/ 0 h 521"/>
                      <a:gd name="T32" fmla="*/ 0 w 520"/>
                      <a:gd name="T33" fmla="*/ 0 h 521"/>
                      <a:gd name="T34" fmla="*/ 0 w 520"/>
                      <a:gd name="T35" fmla="*/ 0 h 521"/>
                      <a:gd name="T36" fmla="*/ 0 w 520"/>
                      <a:gd name="T37" fmla="*/ 0 h 521"/>
                      <a:gd name="T38" fmla="*/ 0 w 520"/>
                      <a:gd name="T39" fmla="*/ 0 h 521"/>
                      <a:gd name="T40" fmla="*/ 0 w 520"/>
                      <a:gd name="T41" fmla="*/ 0 h 521"/>
                      <a:gd name="T42" fmla="*/ 0 w 520"/>
                      <a:gd name="T43" fmla="*/ 0 h 521"/>
                      <a:gd name="T44" fmla="*/ 0 w 520"/>
                      <a:gd name="T45" fmla="*/ 0 h 521"/>
                      <a:gd name="T46" fmla="*/ 0 w 520"/>
                      <a:gd name="T47" fmla="*/ 0 h 521"/>
                      <a:gd name="T48" fmla="*/ 0 w 520"/>
                      <a:gd name="T49" fmla="*/ 0 h 521"/>
                      <a:gd name="T50" fmla="*/ 0 w 520"/>
                      <a:gd name="T51" fmla="*/ 0 h 521"/>
                      <a:gd name="T52" fmla="*/ 0 w 520"/>
                      <a:gd name="T53" fmla="*/ 0 h 521"/>
                      <a:gd name="T54" fmla="*/ 0 w 520"/>
                      <a:gd name="T55" fmla="*/ 0 h 521"/>
                      <a:gd name="T56" fmla="*/ 0 w 520"/>
                      <a:gd name="T57" fmla="*/ 0 h 521"/>
                      <a:gd name="T58" fmla="*/ 0 w 520"/>
                      <a:gd name="T59" fmla="*/ 0 h 521"/>
                      <a:gd name="T60" fmla="*/ 0 w 520"/>
                      <a:gd name="T61" fmla="*/ 0 h 521"/>
                      <a:gd name="T62" fmla="*/ 0 w 520"/>
                      <a:gd name="T63" fmla="*/ 0 h 521"/>
                      <a:gd name="T64" fmla="*/ 0 w 520"/>
                      <a:gd name="T65" fmla="*/ 0 h 521"/>
                      <a:gd name="T66" fmla="*/ 0 w 520"/>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1"/>
                      <a:gd name="T104" fmla="*/ 520 w 520"/>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1">
                        <a:moveTo>
                          <a:pt x="520" y="0"/>
                        </a:moveTo>
                        <a:lnTo>
                          <a:pt x="520" y="0"/>
                        </a:lnTo>
                        <a:lnTo>
                          <a:pt x="493" y="2"/>
                        </a:lnTo>
                        <a:lnTo>
                          <a:pt x="467" y="4"/>
                        </a:lnTo>
                        <a:lnTo>
                          <a:pt x="442" y="7"/>
                        </a:lnTo>
                        <a:lnTo>
                          <a:pt x="416" y="11"/>
                        </a:lnTo>
                        <a:lnTo>
                          <a:pt x="390" y="18"/>
                        </a:lnTo>
                        <a:lnTo>
                          <a:pt x="366" y="24"/>
                        </a:lnTo>
                        <a:lnTo>
                          <a:pt x="341" y="33"/>
                        </a:lnTo>
                        <a:lnTo>
                          <a:pt x="318" y="42"/>
                        </a:lnTo>
                        <a:lnTo>
                          <a:pt x="295" y="52"/>
                        </a:lnTo>
                        <a:lnTo>
                          <a:pt x="273" y="64"/>
                        </a:lnTo>
                        <a:lnTo>
                          <a:pt x="250" y="76"/>
                        </a:lnTo>
                        <a:lnTo>
                          <a:pt x="230" y="89"/>
                        </a:lnTo>
                        <a:lnTo>
                          <a:pt x="210" y="104"/>
                        </a:lnTo>
                        <a:lnTo>
                          <a:pt x="189" y="119"/>
                        </a:lnTo>
                        <a:lnTo>
                          <a:pt x="170" y="136"/>
                        </a:lnTo>
                        <a:lnTo>
                          <a:pt x="153" y="153"/>
                        </a:lnTo>
                        <a:lnTo>
                          <a:pt x="136" y="172"/>
                        </a:lnTo>
                        <a:lnTo>
                          <a:pt x="119" y="190"/>
                        </a:lnTo>
                        <a:lnTo>
                          <a:pt x="104" y="210"/>
                        </a:lnTo>
                        <a:lnTo>
                          <a:pt x="89" y="230"/>
                        </a:lnTo>
                        <a:lnTo>
                          <a:pt x="76" y="251"/>
                        </a:lnTo>
                        <a:lnTo>
                          <a:pt x="63" y="273"/>
                        </a:lnTo>
                        <a:lnTo>
                          <a:pt x="51" y="296"/>
                        </a:lnTo>
                        <a:lnTo>
                          <a:pt x="41" y="319"/>
                        </a:lnTo>
                        <a:lnTo>
                          <a:pt x="32" y="343"/>
                        </a:lnTo>
                        <a:lnTo>
                          <a:pt x="24" y="366"/>
                        </a:lnTo>
                        <a:lnTo>
                          <a:pt x="16" y="391"/>
                        </a:lnTo>
                        <a:lnTo>
                          <a:pt x="11" y="416"/>
                        </a:lnTo>
                        <a:lnTo>
                          <a:pt x="5" y="442"/>
                        </a:lnTo>
                        <a:lnTo>
                          <a:pt x="3" y="468"/>
                        </a:lnTo>
                        <a:lnTo>
                          <a:pt x="1" y="494"/>
                        </a:lnTo>
                        <a:lnTo>
                          <a:pt x="0" y="521"/>
                        </a:lnTo>
                        <a:lnTo>
                          <a:pt x="165" y="521"/>
                        </a:lnTo>
                        <a:lnTo>
                          <a:pt x="165" y="502"/>
                        </a:lnTo>
                        <a:lnTo>
                          <a:pt x="166" y="484"/>
                        </a:lnTo>
                        <a:lnTo>
                          <a:pt x="169" y="467"/>
                        </a:lnTo>
                        <a:lnTo>
                          <a:pt x="171" y="449"/>
                        </a:lnTo>
                        <a:lnTo>
                          <a:pt x="175" y="431"/>
                        </a:lnTo>
                        <a:lnTo>
                          <a:pt x="181" y="415"/>
                        </a:lnTo>
                        <a:lnTo>
                          <a:pt x="186" y="398"/>
                        </a:lnTo>
                        <a:lnTo>
                          <a:pt x="192" y="382"/>
                        </a:lnTo>
                        <a:lnTo>
                          <a:pt x="199" y="367"/>
                        </a:lnTo>
                        <a:lnTo>
                          <a:pt x="207" y="351"/>
                        </a:lnTo>
                        <a:lnTo>
                          <a:pt x="216" y="336"/>
                        </a:lnTo>
                        <a:lnTo>
                          <a:pt x="226" y="322"/>
                        </a:lnTo>
                        <a:lnTo>
                          <a:pt x="235" y="308"/>
                        </a:lnTo>
                        <a:lnTo>
                          <a:pt x="246" y="295"/>
                        </a:lnTo>
                        <a:lnTo>
                          <a:pt x="257" y="282"/>
                        </a:lnTo>
                        <a:lnTo>
                          <a:pt x="268" y="270"/>
                        </a:lnTo>
                        <a:lnTo>
                          <a:pt x="281" y="257"/>
                        </a:lnTo>
                        <a:lnTo>
                          <a:pt x="294" y="246"/>
                        </a:lnTo>
                        <a:lnTo>
                          <a:pt x="308" y="236"/>
                        </a:lnTo>
                        <a:lnTo>
                          <a:pt x="322" y="226"/>
                        </a:lnTo>
                        <a:lnTo>
                          <a:pt x="336" y="216"/>
                        </a:lnTo>
                        <a:lnTo>
                          <a:pt x="351" y="208"/>
                        </a:lnTo>
                        <a:lnTo>
                          <a:pt x="366" y="200"/>
                        </a:lnTo>
                        <a:lnTo>
                          <a:pt x="382" y="193"/>
                        </a:lnTo>
                        <a:lnTo>
                          <a:pt x="398" y="187"/>
                        </a:lnTo>
                        <a:lnTo>
                          <a:pt x="415" y="181"/>
                        </a:lnTo>
                        <a:lnTo>
                          <a:pt x="431" y="176"/>
                        </a:lnTo>
                        <a:lnTo>
                          <a:pt x="448" y="172"/>
                        </a:lnTo>
                        <a:lnTo>
                          <a:pt x="466" y="169"/>
                        </a:lnTo>
                        <a:lnTo>
                          <a:pt x="483" y="166"/>
                        </a:lnTo>
                        <a:lnTo>
                          <a:pt x="501" y="165"/>
                        </a:lnTo>
                        <a:lnTo>
                          <a:pt x="520" y="165"/>
                        </a:lnTo>
                        <a:lnTo>
                          <a:pt x="520" y="0"/>
                        </a:lnTo>
                        <a:close/>
                      </a:path>
                    </a:pathLst>
                  </a:custGeom>
                  <a:solidFill>
                    <a:srgbClr val="EF2B2F"/>
                  </a:solidFill>
                  <a:ln>
                    <a:noFill/>
                  </a:ln>
                </p:spPr>
                <p:txBody>
                  <a:bodyPr/>
                  <a:lstStyle/>
                  <a:p>
                    <a:pPr>
                      <a:defRPr/>
                    </a:pPr>
                    <a:endParaRPr lang="en-US" sz="1050">
                      <a:latin typeface="+mj-lt"/>
                    </a:endParaRPr>
                  </a:p>
                </p:txBody>
              </p:sp>
              <p:sp>
                <p:nvSpPr>
                  <p:cNvPr id="41821" name="Freeform 76">
                    <a:extLst>
                      <a:ext uri="{FF2B5EF4-FFF2-40B4-BE49-F238E27FC236}">
                        <a16:creationId xmlns="" xmlns:a16="http://schemas.microsoft.com/office/drawing/2014/main" id="{78A3DF73-DC60-26FE-13D0-E7D1B72256B5}"/>
                      </a:ext>
                    </a:extLst>
                  </p:cNvPr>
                  <p:cNvSpPr>
                    <a:spLocks/>
                  </p:cNvSpPr>
                  <p:nvPr/>
                </p:nvSpPr>
                <p:spPr bwMode="auto">
                  <a:xfrm>
                    <a:off x="3227" y="2384"/>
                    <a:ext cx="145" cy="144"/>
                  </a:xfrm>
                  <a:custGeom>
                    <a:avLst/>
                    <a:gdLst>
                      <a:gd name="T0" fmla="*/ 0 w 877"/>
                      <a:gd name="T1" fmla="*/ 0 h 876"/>
                      <a:gd name="T2" fmla="*/ 0 w 877"/>
                      <a:gd name="T3" fmla="*/ 0 h 876"/>
                      <a:gd name="T4" fmla="*/ 0 w 877"/>
                      <a:gd name="T5" fmla="*/ 0 h 876"/>
                      <a:gd name="T6" fmla="*/ 0 w 877"/>
                      <a:gd name="T7" fmla="*/ 0 h 876"/>
                      <a:gd name="T8" fmla="*/ 0 w 877"/>
                      <a:gd name="T9" fmla="*/ 0 h 876"/>
                      <a:gd name="T10" fmla="*/ 0 w 877"/>
                      <a:gd name="T11" fmla="*/ 0 h 876"/>
                      <a:gd name="T12" fmla="*/ 0 w 877"/>
                      <a:gd name="T13" fmla="*/ 0 h 876"/>
                      <a:gd name="T14" fmla="*/ 0 w 877"/>
                      <a:gd name="T15" fmla="*/ 0 h 876"/>
                      <a:gd name="T16" fmla="*/ 0 w 877"/>
                      <a:gd name="T17" fmla="*/ 0 h 876"/>
                      <a:gd name="T18" fmla="*/ 0 w 877"/>
                      <a:gd name="T19" fmla="*/ 0 h 876"/>
                      <a:gd name="T20" fmla="*/ 0 w 877"/>
                      <a:gd name="T21" fmla="*/ 0 h 876"/>
                      <a:gd name="T22" fmla="*/ 0 w 877"/>
                      <a:gd name="T23" fmla="*/ 0 h 876"/>
                      <a:gd name="T24" fmla="*/ 0 w 877"/>
                      <a:gd name="T25" fmla="*/ 0 h 876"/>
                      <a:gd name="T26" fmla="*/ 0 w 877"/>
                      <a:gd name="T27" fmla="*/ 0 h 876"/>
                      <a:gd name="T28" fmla="*/ 0 w 877"/>
                      <a:gd name="T29" fmla="*/ 0 h 876"/>
                      <a:gd name="T30" fmla="*/ 0 w 877"/>
                      <a:gd name="T31" fmla="*/ 0 h 876"/>
                      <a:gd name="T32" fmla="*/ 0 w 877"/>
                      <a:gd name="T33" fmla="*/ 0 h 876"/>
                      <a:gd name="T34" fmla="*/ 0 w 877"/>
                      <a:gd name="T35" fmla="*/ 0 h 876"/>
                      <a:gd name="T36" fmla="*/ 0 w 877"/>
                      <a:gd name="T37" fmla="*/ 0 h 876"/>
                      <a:gd name="T38" fmla="*/ 0 w 877"/>
                      <a:gd name="T39" fmla="*/ 0 h 876"/>
                      <a:gd name="T40" fmla="*/ 0 w 877"/>
                      <a:gd name="T41" fmla="*/ 0 h 876"/>
                      <a:gd name="T42" fmla="*/ 0 w 877"/>
                      <a:gd name="T43" fmla="*/ 0 h 876"/>
                      <a:gd name="T44" fmla="*/ 0 w 877"/>
                      <a:gd name="T45" fmla="*/ 0 h 876"/>
                      <a:gd name="T46" fmla="*/ 0 w 877"/>
                      <a:gd name="T47" fmla="*/ 0 h 876"/>
                      <a:gd name="T48" fmla="*/ 0 w 877"/>
                      <a:gd name="T49" fmla="*/ 0 h 876"/>
                      <a:gd name="T50" fmla="*/ 0 w 877"/>
                      <a:gd name="T51" fmla="*/ 0 h 876"/>
                      <a:gd name="T52" fmla="*/ 0 w 877"/>
                      <a:gd name="T53" fmla="*/ 0 h 876"/>
                      <a:gd name="T54" fmla="*/ 0 w 877"/>
                      <a:gd name="T55" fmla="*/ 0 h 876"/>
                      <a:gd name="T56" fmla="*/ 0 w 877"/>
                      <a:gd name="T57" fmla="*/ 0 h 876"/>
                      <a:gd name="T58" fmla="*/ 0 w 877"/>
                      <a:gd name="T59" fmla="*/ 0 h 876"/>
                      <a:gd name="T60" fmla="*/ 0 w 877"/>
                      <a:gd name="T61" fmla="*/ 0 h 876"/>
                      <a:gd name="T62" fmla="*/ 0 w 877"/>
                      <a:gd name="T63" fmla="*/ 0 h 876"/>
                      <a:gd name="T64" fmla="*/ 0 w 877"/>
                      <a:gd name="T65" fmla="*/ 0 h 876"/>
                      <a:gd name="T66" fmla="*/ 0 w 877"/>
                      <a:gd name="T67" fmla="*/ 0 h 876"/>
                      <a:gd name="T68" fmla="*/ 0 w 877"/>
                      <a:gd name="T69" fmla="*/ 0 h 876"/>
                      <a:gd name="T70" fmla="*/ 0 w 877"/>
                      <a:gd name="T71" fmla="*/ 0 h 876"/>
                      <a:gd name="T72" fmla="*/ 0 w 877"/>
                      <a:gd name="T73" fmla="*/ 0 h 876"/>
                      <a:gd name="T74" fmla="*/ 0 w 877"/>
                      <a:gd name="T75" fmla="*/ 0 h 876"/>
                      <a:gd name="T76" fmla="*/ 0 w 877"/>
                      <a:gd name="T77" fmla="*/ 0 h 876"/>
                      <a:gd name="T78" fmla="*/ 0 w 877"/>
                      <a:gd name="T79" fmla="*/ 0 h 876"/>
                      <a:gd name="T80" fmla="*/ 0 w 877"/>
                      <a:gd name="T81" fmla="*/ 0 h 876"/>
                      <a:gd name="T82" fmla="*/ 0 w 877"/>
                      <a:gd name="T83" fmla="*/ 0 h 876"/>
                      <a:gd name="T84" fmla="*/ 0 w 877"/>
                      <a:gd name="T85" fmla="*/ 0 h 87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77"/>
                      <a:gd name="T130" fmla="*/ 0 h 876"/>
                      <a:gd name="T131" fmla="*/ 877 w 877"/>
                      <a:gd name="T132" fmla="*/ 876 h 87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77" h="876">
                        <a:moveTo>
                          <a:pt x="439" y="0"/>
                        </a:moveTo>
                        <a:lnTo>
                          <a:pt x="461" y="1"/>
                        </a:lnTo>
                        <a:lnTo>
                          <a:pt x="483" y="3"/>
                        </a:lnTo>
                        <a:lnTo>
                          <a:pt x="505" y="6"/>
                        </a:lnTo>
                        <a:lnTo>
                          <a:pt x="526" y="10"/>
                        </a:lnTo>
                        <a:lnTo>
                          <a:pt x="548" y="14"/>
                        </a:lnTo>
                        <a:lnTo>
                          <a:pt x="568" y="21"/>
                        </a:lnTo>
                        <a:lnTo>
                          <a:pt x="588" y="27"/>
                        </a:lnTo>
                        <a:lnTo>
                          <a:pt x="609" y="36"/>
                        </a:lnTo>
                        <a:lnTo>
                          <a:pt x="628" y="44"/>
                        </a:lnTo>
                        <a:lnTo>
                          <a:pt x="647" y="54"/>
                        </a:lnTo>
                        <a:lnTo>
                          <a:pt x="665" y="65"/>
                        </a:lnTo>
                        <a:lnTo>
                          <a:pt x="683" y="75"/>
                        </a:lnTo>
                        <a:lnTo>
                          <a:pt x="700" y="88"/>
                        </a:lnTo>
                        <a:lnTo>
                          <a:pt x="716" y="101"/>
                        </a:lnTo>
                        <a:lnTo>
                          <a:pt x="733" y="115"/>
                        </a:lnTo>
                        <a:lnTo>
                          <a:pt x="747" y="129"/>
                        </a:lnTo>
                        <a:lnTo>
                          <a:pt x="762" y="145"/>
                        </a:lnTo>
                        <a:lnTo>
                          <a:pt x="776" y="161"/>
                        </a:lnTo>
                        <a:lnTo>
                          <a:pt x="789" y="177"/>
                        </a:lnTo>
                        <a:lnTo>
                          <a:pt x="801" y="194"/>
                        </a:lnTo>
                        <a:lnTo>
                          <a:pt x="813" y="212"/>
                        </a:lnTo>
                        <a:lnTo>
                          <a:pt x="823" y="230"/>
                        </a:lnTo>
                        <a:lnTo>
                          <a:pt x="833" y="250"/>
                        </a:lnTo>
                        <a:lnTo>
                          <a:pt x="842" y="269"/>
                        </a:lnTo>
                        <a:lnTo>
                          <a:pt x="850" y="288"/>
                        </a:lnTo>
                        <a:lnTo>
                          <a:pt x="857" y="308"/>
                        </a:lnTo>
                        <a:lnTo>
                          <a:pt x="863" y="330"/>
                        </a:lnTo>
                        <a:lnTo>
                          <a:pt x="867" y="351"/>
                        </a:lnTo>
                        <a:lnTo>
                          <a:pt x="872" y="373"/>
                        </a:lnTo>
                        <a:lnTo>
                          <a:pt x="874" y="394"/>
                        </a:lnTo>
                        <a:lnTo>
                          <a:pt x="876" y="416"/>
                        </a:lnTo>
                        <a:lnTo>
                          <a:pt x="877" y="439"/>
                        </a:lnTo>
                        <a:lnTo>
                          <a:pt x="876" y="461"/>
                        </a:lnTo>
                        <a:lnTo>
                          <a:pt x="874" y="484"/>
                        </a:lnTo>
                        <a:lnTo>
                          <a:pt x="872" y="505"/>
                        </a:lnTo>
                        <a:lnTo>
                          <a:pt x="867" y="527"/>
                        </a:lnTo>
                        <a:lnTo>
                          <a:pt x="863" y="548"/>
                        </a:lnTo>
                        <a:lnTo>
                          <a:pt x="857" y="568"/>
                        </a:lnTo>
                        <a:lnTo>
                          <a:pt x="850" y="589"/>
                        </a:lnTo>
                        <a:lnTo>
                          <a:pt x="842" y="609"/>
                        </a:lnTo>
                        <a:lnTo>
                          <a:pt x="833" y="628"/>
                        </a:lnTo>
                        <a:lnTo>
                          <a:pt x="823" y="647"/>
                        </a:lnTo>
                        <a:lnTo>
                          <a:pt x="813" y="666"/>
                        </a:lnTo>
                        <a:lnTo>
                          <a:pt x="801" y="684"/>
                        </a:lnTo>
                        <a:lnTo>
                          <a:pt x="789" y="701"/>
                        </a:lnTo>
                        <a:lnTo>
                          <a:pt x="776" y="717"/>
                        </a:lnTo>
                        <a:lnTo>
                          <a:pt x="762" y="733"/>
                        </a:lnTo>
                        <a:lnTo>
                          <a:pt x="747" y="748"/>
                        </a:lnTo>
                        <a:lnTo>
                          <a:pt x="733" y="763"/>
                        </a:lnTo>
                        <a:lnTo>
                          <a:pt x="716" y="777"/>
                        </a:lnTo>
                        <a:lnTo>
                          <a:pt x="700" y="790"/>
                        </a:lnTo>
                        <a:lnTo>
                          <a:pt x="683" y="801"/>
                        </a:lnTo>
                        <a:lnTo>
                          <a:pt x="665" y="813"/>
                        </a:lnTo>
                        <a:lnTo>
                          <a:pt x="647" y="824"/>
                        </a:lnTo>
                        <a:lnTo>
                          <a:pt x="628" y="833"/>
                        </a:lnTo>
                        <a:lnTo>
                          <a:pt x="609" y="842"/>
                        </a:lnTo>
                        <a:lnTo>
                          <a:pt x="588" y="851"/>
                        </a:lnTo>
                        <a:lnTo>
                          <a:pt x="568" y="857"/>
                        </a:lnTo>
                        <a:lnTo>
                          <a:pt x="548" y="863"/>
                        </a:lnTo>
                        <a:lnTo>
                          <a:pt x="526" y="868"/>
                        </a:lnTo>
                        <a:lnTo>
                          <a:pt x="505" y="872"/>
                        </a:lnTo>
                        <a:lnTo>
                          <a:pt x="483" y="874"/>
                        </a:lnTo>
                        <a:lnTo>
                          <a:pt x="461" y="876"/>
                        </a:lnTo>
                        <a:lnTo>
                          <a:pt x="439" y="876"/>
                        </a:lnTo>
                        <a:lnTo>
                          <a:pt x="416" y="876"/>
                        </a:lnTo>
                        <a:lnTo>
                          <a:pt x="394" y="874"/>
                        </a:lnTo>
                        <a:lnTo>
                          <a:pt x="372" y="872"/>
                        </a:lnTo>
                        <a:lnTo>
                          <a:pt x="350" y="868"/>
                        </a:lnTo>
                        <a:lnTo>
                          <a:pt x="329" y="863"/>
                        </a:lnTo>
                        <a:lnTo>
                          <a:pt x="308" y="857"/>
                        </a:lnTo>
                        <a:lnTo>
                          <a:pt x="288" y="851"/>
                        </a:lnTo>
                        <a:lnTo>
                          <a:pt x="269" y="842"/>
                        </a:lnTo>
                        <a:lnTo>
                          <a:pt x="249" y="833"/>
                        </a:lnTo>
                        <a:lnTo>
                          <a:pt x="230" y="824"/>
                        </a:lnTo>
                        <a:lnTo>
                          <a:pt x="212" y="813"/>
                        </a:lnTo>
                        <a:lnTo>
                          <a:pt x="194" y="801"/>
                        </a:lnTo>
                        <a:lnTo>
                          <a:pt x="177" y="790"/>
                        </a:lnTo>
                        <a:lnTo>
                          <a:pt x="161" y="777"/>
                        </a:lnTo>
                        <a:lnTo>
                          <a:pt x="145" y="763"/>
                        </a:lnTo>
                        <a:lnTo>
                          <a:pt x="128" y="748"/>
                        </a:lnTo>
                        <a:lnTo>
                          <a:pt x="115" y="733"/>
                        </a:lnTo>
                        <a:lnTo>
                          <a:pt x="101" y="717"/>
                        </a:lnTo>
                        <a:lnTo>
                          <a:pt x="88" y="701"/>
                        </a:lnTo>
                        <a:lnTo>
                          <a:pt x="75" y="684"/>
                        </a:lnTo>
                        <a:lnTo>
                          <a:pt x="64" y="666"/>
                        </a:lnTo>
                        <a:lnTo>
                          <a:pt x="54" y="647"/>
                        </a:lnTo>
                        <a:lnTo>
                          <a:pt x="44" y="628"/>
                        </a:lnTo>
                        <a:lnTo>
                          <a:pt x="35" y="609"/>
                        </a:lnTo>
                        <a:lnTo>
                          <a:pt x="27" y="589"/>
                        </a:lnTo>
                        <a:lnTo>
                          <a:pt x="20" y="568"/>
                        </a:lnTo>
                        <a:lnTo>
                          <a:pt x="14" y="548"/>
                        </a:lnTo>
                        <a:lnTo>
                          <a:pt x="10" y="527"/>
                        </a:lnTo>
                        <a:lnTo>
                          <a:pt x="6" y="505"/>
                        </a:lnTo>
                        <a:lnTo>
                          <a:pt x="2" y="484"/>
                        </a:lnTo>
                        <a:lnTo>
                          <a:pt x="1" y="461"/>
                        </a:lnTo>
                        <a:lnTo>
                          <a:pt x="0" y="439"/>
                        </a:lnTo>
                        <a:lnTo>
                          <a:pt x="1" y="416"/>
                        </a:lnTo>
                        <a:lnTo>
                          <a:pt x="2" y="394"/>
                        </a:lnTo>
                        <a:lnTo>
                          <a:pt x="6" y="373"/>
                        </a:lnTo>
                        <a:lnTo>
                          <a:pt x="10" y="351"/>
                        </a:lnTo>
                        <a:lnTo>
                          <a:pt x="14" y="330"/>
                        </a:lnTo>
                        <a:lnTo>
                          <a:pt x="20" y="308"/>
                        </a:lnTo>
                        <a:lnTo>
                          <a:pt x="27" y="288"/>
                        </a:lnTo>
                        <a:lnTo>
                          <a:pt x="35" y="269"/>
                        </a:lnTo>
                        <a:lnTo>
                          <a:pt x="44" y="250"/>
                        </a:lnTo>
                        <a:lnTo>
                          <a:pt x="54" y="230"/>
                        </a:lnTo>
                        <a:lnTo>
                          <a:pt x="64" y="212"/>
                        </a:lnTo>
                        <a:lnTo>
                          <a:pt x="75" y="194"/>
                        </a:lnTo>
                        <a:lnTo>
                          <a:pt x="88" y="177"/>
                        </a:lnTo>
                        <a:lnTo>
                          <a:pt x="101" y="161"/>
                        </a:lnTo>
                        <a:lnTo>
                          <a:pt x="115" y="145"/>
                        </a:lnTo>
                        <a:lnTo>
                          <a:pt x="128" y="129"/>
                        </a:lnTo>
                        <a:lnTo>
                          <a:pt x="145" y="115"/>
                        </a:lnTo>
                        <a:lnTo>
                          <a:pt x="161" y="101"/>
                        </a:lnTo>
                        <a:lnTo>
                          <a:pt x="177" y="88"/>
                        </a:lnTo>
                        <a:lnTo>
                          <a:pt x="194" y="75"/>
                        </a:lnTo>
                        <a:lnTo>
                          <a:pt x="212" y="65"/>
                        </a:lnTo>
                        <a:lnTo>
                          <a:pt x="230" y="54"/>
                        </a:lnTo>
                        <a:lnTo>
                          <a:pt x="249" y="44"/>
                        </a:lnTo>
                        <a:lnTo>
                          <a:pt x="269" y="36"/>
                        </a:lnTo>
                        <a:lnTo>
                          <a:pt x="288" y="27"/>
                        </a:lnTo>
                        <a:lnTo>
                          <a:pt x="308" y="21"/>
                        </a:lnTo>
                        <a:lnTo>
                          <a:pt x="329" y="14"/>
                        </a:lnTo>
                        <a:lnTo>
                          <a:pt x="350" y="10"/>
                        </a:lnTo>
                        <a:lnTo>
                          <a:pt x="372" y="6"/>
                        </a:lnTo>
                        <a:lnTo>
                          <a:pt x="394" y="3"/>
                        </a:lnTo>
                        <a:lnTo>
                          <a:pt x="416" y="1"/>
                        </a:lnTo>
                        <a:lnTo>
                          <a:pt x="439" y="0"/>
                        </a:lnTo>
                        <a:close/>
                      </a:path>
                    </a:pathLst>
                  </a:custGeom>
                  <a:solidFill>
                    <a:srgbClr val="DC2B19"/>
                  </a:solidFill>
                  <a:ln>
                    <a:noFill/>
                  </a:ln>
                </p:spPr>
                <p:txBody>
                  <a:bodyPr/>
                  <a:lstStyle/>
                  <a:p>
                    <a:pPr>
                      <a:defRPr/>
                    </a:pPr>
                    <a:endParaRPr lang="en-US" sz="1050">
                      <a:latin typeface="+mj-lt"/>
                    </a:endParaRPr>
                  </a:p>
                </p:txBody>
              </p:sp>
              <p:sp>
                <p:nvSpPr>
                  <p:cNvPr id="41822" name="Freeform 77">
                    <a:extLst>
                      <a:ext uri="{FF2B5EF4-FFF2-40B4-BE49-F238E27FC236}">
                        <a16:creationId xmlns="" xmlns:a16="http://schemas.microsoft.com/office/drawing/2014/main" id="{C0092FB4-6749-8066-C5C5-AB2C1878A5BF}"/>
                      </a:ext>
                    </a:extLst>
                  </p:cNvPr>
                  <p:cNvSpPr>
                    <a:spLocks/>
                  </p:cNvSpPr>
                  <p:nvPr/>
                </p:nvSpPr>
                <p:spPr bwMode="auto">
                  <a:xfrm>
                    <a:off x="3301" y="2369"/>
                    <a:ext cx="86" cy="89"/>
                  </a:xfrm>
                  <a:custGeom>
                    <a:avLst/>
                    <a:gdLst>
                      <a:gd name="T0" fmla="*/ 0 w 519"/>
                      <a:gd name="T1" fmla="*/ 0 h 521"/>
                      <a:gd name="T2" fmla="*/ 0 w 519"/>
                      <a:gd name="T3" fmla="*/ 0 h 521"/>
                      <a:gd name="T4" fmla="*/ 0 w 519"/>
                      <a:gd name="T5" fmla="*/ 0 h 521"/>
                      <a:gd name="T6" fmla="*/ 0 w 519"/>
                      <a:gd name="T7" fmla="*/ 0 h 521"/>
                      <a:gd name="T8" fmla="*/ 0 w 519"/>
                      <a:gd name="T9" fmla="*/ 0 h 521"/>
                      <a:gd name="T10" fmla="*/ 0 w 519"/>
                      <a:gd name="T11" fmla="*/ 0 h 521"/>
                      <a:gd name="T12" fmla="*/ 0 w 519"/>
                      <a:gd name="T13" fmla="*/ 0 h 521"/>
                      <a:gd name="T14" fmla="*/ 0 w 519"/>
                      <a:gd name="T15" fmla="*/ 0 h 521"/>
                      <a:gd name="T16" fmla="*/ 0 w 519"/>
                      <a:gd name="T17" fmla="*/ 0 h 521"/>
                      <a:gd name="T18" fmla="*/ 0 w 519"/>
                      <a:gd name="T19" fmla="*/ 0 h 521"/>
                      <a:gd name="T20" fmla="*/ 0 w 519"/>
                      <a:gd name="T21" fmla="*/ 0 h 521"/>
                      <a:gd name="T22" fmla="*/ 0 w 519"/>
                      <a:gd name="T23" fmla="*/ 0 h 521"/>
                      <a:gd name="T24" fmla="*/ 0 w 519"/>
                      <a:gd name="T25" fmla="*/ 0 h 521"/>
                      <a:gd name="T26" fmla="*/ 0 w 519"/>
                      <a:gd name="T27" fmla="*/ 0 h 521"/>
                      <a:gd name="T28" fmla="*/ 0 w 519"/>
                      <a:gd name="T29" fmla="*/ 0 h 521"/>
                      <a:gd name="T30" fmla="*/ 0 w 519"/>
                      <a:gd name="T31" fmla="*/ 0 h 521"/>
                      <a:gd name="T32" fmla="*/ 0 w 519"/>
                      <a:gd name="T33" fmla="*/ 0 h 521"/>
                      <a:gd name="T34" fmla="*/ 0 w 519"/>
                      <a:gd name="T35" fmla="*/ 0 h 521"/>
                      <a:gd name="T36" fmla="*/ 0 w 519"/>
                      <a:gd name="T37" fmla="*/ 0 h 521"/>
                      <a:gd name="T38" fmla="*/ 0 w 519"/>
                      <a:gd name="T39" fmla="*/ 0 h 521"/>
                      <a:gd name="T40" fmla="*/ 0 w 519"/>
                      <a:gd name="T41" fmla="*/ 0 h 521"/>
                      <a:gd name="T42" fmla="*/ 0 w 519"/>
                      <a:gd name="T43" fmla="*/ 0 h 521"/>
                      <a:gd name="T44" fmla="*/ 0 w 519"/>
                      <a:gd name="T45" fmla="*/ 0 h 521"/>
                      <a:gd name="T46" fmla="*/ 0 w 519"/>
                      <a:gd name="T47" fmla="*/ 0 h 521"/>
                      <a:gd name="T48" fmla="*/ 0 w 519"/>
                      <a:gd name="T49" fmla="*/ 0 h 521"/>
                      <a:gd name="T50" fmla="*/ 0 w 519"/>
                      <a:gd name="T51" fmla="*/ 0 h 521"/>
                      <a:gd name="T52" fmla="*/ 0 w 519"/>
                      <a:gd name="T53" fmla="*/ 0 h 521"/>
                      <a:gd name="T54" fmla="*/ 0 w 519"/>
                      <a:gd name="T55" fmla="*/ 0 h 521"/>
                      <a:gd name="T56" fmla="*/ 0 w 519"/>
                      <a:gd name="T57" fmla="*/ 0 h 521"/>
                      <a:gd name="T58" fmla="*/ 0 w 519"/>
                      <a:gd name="T59" fmla="*/ 0 h 521"/>
                      <a:gd name="T60" fmla="*/ 0 w 519"/>
                      <a:gd name="T61" fmla="*/ 0 h 521"/>
                      <a:gd name="T62" fmla="*/ 0 w 519"/>
                      <a:gd name="T63" fmla="*/ 0 h 521"/>
                      <a:gd name="T64" fmla="*/ 0 w 519"/>
                      <a:gd name="T65" fmla="*/ 0 h 521"/>
                      <a:gd name="T66" fmla="*/ 0 w 519"/>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9"/>
                      <a:gd name="T103" fmla="*/ 0 h 521"/>
                      <a:gd name="T104" fmla="*/ 519 w 519"/>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9" h="521">
                        <a:moveTo>
                          <a:pt x="519" y="521"/>
                        </a:moveTo>
                        <a:lnTo>
                          <a:pt x="519" y="521"/>
                        </a:lnTo>
                        <a:lnTo>
                          <a:pt x="519" y="494"/>
                        </a:lnTo>
                        <a:lnTo>
                          <a:pt x="517" y="468"/>
                        </a:lnTo>
                        <a:lnTo>
                          <a:pt x="514" y="442"/>
                        </a:lnTo>
                        <a:lnTo>
                          <a:pt x="508" y="416"/>
                        </a:lnTo>
                        <a:lnTo>
                          <a:pt x="503" y="391"/>
                        </a:lnTo>
                        <a:lnTo>
                          <a:pt x="496" y="366"/>
                        </a:lnTo>
                        <a:lnTo>
                          <a:pt x="488" y="342"/>
                        </a:lnTo>
                        <a:lnTo>
                          <a:pt x="478" y="319"/>
                        </a:lnTo>
                        <a:lnTo>
                          <a:pt x="468" y="295"/>
                        </a:lnTo>
                        <a:lnTo>
                          <a:pt x="456" y="273"/>
                        </a:lnTo>
                        <a:lnTo>
                          <a:pt x="444" y="251"/>
                        </a:lnTo>
                        <a:lnTo>
                          <a:pt x="430" y="230"/>
                        </a:lnTo>
                        <a:lnTo>
                          <a:pt x="415" y="210"/>
                        </a:lnTo>
                        <a:lnTo>
                          <a:pt x="400" y="190"/>
                        </a:lnTo>
                        <a:lnTo>
                          <a:pt x="384" y="171"/>
                        </a:lnTo>
                        <a:lnTo>
                          <a:pt x="367" y="153"/>
                        </a:lnTo>
                        <a:lnTo>
                          <a:pt x="349" y="136"/>
                        </a:lnTo>
                        <a:lnTo>
                          <a:pt x="330" y="120"/>
                        </a:lnTo>
                        <a:lnTo>
                          <a:pt x="311" y="105"/>
                        </a:lnTo>
                        <a:lnTo>
                          <a:pt x="290" y="90"/>
                        </a:lnTo>
                        <a:lnTo>
                          <a:pt x="269" y="76"/>
                        </a:lnTo>
                        <a:lnTo>
                          <a:pt x="246" y="64"/>
                        </a:lnTo>
                        <a:lnTo>
                          <a:pt x="224" y="52"/>
                        </a:lnTo>
                        <a:lnTo>
                          <a:pt x="202" y="42"/>
                        </a:lnTo>
                        <a:lnTo>
                          <a:pt x="178" y="32"/>
                        </a:lnTo>
                        <a:lnTo>
                          <a:pt x="153" y="24"/>
                        </a:lnTo>
                        <a:lnTo>
                          <a:pt x="129" y="17"/>
                        </a:lnTo>
                        <a:lnTo>
                          <a:pt x="104" y="11"/>
                        </a:lnTo>
                        <a:lnTo>
                          <a:pt x="78" y="6"/>
                        </a:lnTo>
                        <a:lnTo>
                          <a:pt x="52" y="3"/>
                        </a:lnTo>
                        <a:lnTo>
                          <a:pt x="26" y="1"/>
                        </a:lnTo>
                        <a:lnTo>
                          <a:pt x="0" y="0"/>
                        </a:lnTo>
                        <a:lnTo>
                          <a:pt x="0" y="165"/>
                        </a:lnTo>
                        <a:lnTo>
                          <a:pt x="18" y="165"/>
                        </a:lnTo>
                        <a:lnTo>
                          <a:pt x="36" y="167"/>
                        </a:lnTo>
                        <a:lnTo>
                          <a:pt x="54" y="169"/>
                        </a:lnTo>
                        <a:lnTo>
                          <a:pt x="71" y="172"/>
                        </a:lnTo>
                        <a:lnTo>
                          <a:pt x="88" y="175"/>
                        </a:lnTo>
                        <a:lnTo>
                          <a:pt x="105" y="181"/>
                        </a:lnTo>
                        <a:lnTo>
                          <a:pt x="121" y="186"/>
                        </a:lnTo>
                        <a:lnTo>
                          <a:pt x="137" y="193"/>
                        </a:lnTo>
                        <a:lnTo>
                          <a:pt x="153" y="200"/>
                        </a:lnTo>
                        <a:lnTo>
                          <a:pt x="168" y="208"/>
                        </a:lnTo>
                        <a:lnTo>
                          <a:pt x="183" y="216"/>
                        </a:lnTo>
                        <a:lnTo>
                          <a:pt x="198" y="226"/>
                        </a:lnTo>
                        <a:lnTo>
                          <a:pt x="212" y="235"/>
                        </a:lnTo>
                        <a:lnTo>
                          <a:pt x="225" y="246"/>
                        </a:lnTo>
                        <a:lnTo>
                          <a:pt x="238" y="258"/>
                        </a:lnTo>
                        <a:lnTo>
                          <a:pt x="251" y="270"/>
                        </a:lnTo>
                        <a:lnTo>
                          <a:pt x="263" y="281"/>
                        </a:lnTo>
                        <a:lnTo>
                          <a:pt x="274" y="295"/>
                        </a:lnTo>
                        <a:lnTo>
                          <a:pt x="285" y="308"/>
                        </a:lnTo>
                        <a:lnTo>
                          <a:pt x="295" y="322"/>
                        </a:lnTo>
                        <a:lnTo>
                          <a:pt x="303" y="337"/>
                        </a:lnTo>
                        <a:lnTo>
                          <a:pt x="313" y="352"/>
                        </a:lnTo>
                        <a:lnTo>
                          <a:pt x="320" y="367"/>
                        </a:lnTo>
                        <a:lnTo>
                          <a:pt x="328" y="383"/>
                        </a:lnTo>
                        <a:lnTo>
                          <a:pt x="333" y="399"/>
                        </a:lnTo>
                        <a:lnTo>
                          <a:pt x="339" y="415"/>
                        </a:lnTo>
                        <a:lnTo>
                          <a:pt x="344" y="432"/>
                        </a:lnTo>
                        <a:lnTo>
                          <a:pt x="348" y="449"/>
                        </a:lnTo>
                        <a:lnTo>
                          <a:pt x="351" y="466"/>
                        </a:lnTo>
                        <a:lnTo>
                          <a:pt x="353" y="484"/>
                        </a:lnTo>
                        <a:lnTo>
                          <a:pt x="354" y="503"/>
                        </a:lnTo>
                        <a:lnTo>
                          <a:pt x="356" y="521"/>
                        </a:lnTo>
                        <a:lnTo>
                          <a:pt x="519" y="521"/>
                        </a:lnTo>
                        <a:close/>
                      </a:path>
                    </a:pathLst>
                  </a:custGeom>
                  <a:solidFill>
                    <a:srgbClr val="EF2B2F"/>
                  </a:solidFill>
                  <a:ln>
                    <a:noFill/>
                  </a:ln>
                </p:spPr>
                <p:txBody>
                  <a:bodyPr/>
                  <a:lstStyle/>
                  <a:p>
                    <a:pPr>
                      <a:defRPr/>
                    </a:pPr>
                    <a:endParaRPr lang="en-US" sz="1050">
                      <a:latin typeface="+mj-lt"/>
                    </a:endParaRPr>
                  </a:p>
                </p:txBody>
              </p:sp>
              <p:sp>
                <p:nvSpPr>
                  <p:cNvPr id="41823" name="Freeform 78">
                    <a:extLst>
                      <a:ext uri="{FF2B5EF4-FFF2-40B4-BE49-F238E27FC236}">
                        <a16:creationId xmlns="" xmlns:a16="http://schemas.microsoft.com/office/drawing/2014/main" id="{D51D135A-BD93-7028-3A84-76F116DC9C0E}"/>
                      </a:ext>
                    </a:extLst>
                  </p:cNvPr>
                  <p:cNvSpPr>
                    <a:spLocks/>
                  </p:cNvSpPr>
                  <p:nvPr/>
                </p:nvSpPr>
                <p:spPr bwMode="auto">
                  <a:xfrm>
                    <a:off x="3301" y="2458"/>
                    <a:ext cx="86" cy="85"/>
                  </a:xfrm>
                  <a:custGeom>
                    <a:avLst/>
                    <a:gdLst>
                      <a:gd name="T0" fmla="*/ 0 w 519"/>
                      <a:gd name="T1" fmla="*/ 0 h 520"/>
                      <a:gd name="T2" fmla="*/ 0 w 519"/>
                      <a:gd name="T3" fmla="*/ 0 h 520"/>
                      <a:gd name="T4" fmla="*/ 0 w 519"/>
                      <a:gd name="T5" fmla="*/ 0 h 520"/>
                      <a:gd name="T6" fmla="*/ 0 w 519"/>
                      <a:gd name="T7" fmla="*/ 0 h 520"/>
                      <a:gd name="T8" fmla="*/ 0 w 519"/>
                      <a:gd name="T9" fmla="*/ 0 h 520"/>
                      <a:gd name="T10" fmla="*/ 0 w 519"/>
                      <a:gd name="T11" fmla="*/ 0 h 520"/>
                      <a:gd name="T12" fmla="*/ 0 w 519"/>
                      <a:gd name="T13" fmla="*/ 0 h 520"/>
                      <a:gd name="T14" fmla="*/ 0 w 519"/>
                      <a:gd name="T15" fmla="*/ 0 h 520"/>
                      <a:gd name="T16" fmla="*/ 0 w 519"/>
                      <a:gd name="T17" fmla="*/ 0 h 520"/>
                      <a:gd name="T18" fmla="*/ 0 w 519"/>
                      <a:gd name="T19" fmla="*/ 0 h 520"/>
                      <a:gd name="T20" fmla="*/ 0 w 519"/>
                      <a:gd name="T21" fmla="*/ 0 h 520"/>
                      <a:gd name="T22" fmla="*/ 0 w 519"/>
                      <a:gd name="T23" fmla="*/ 0 h 520"/>
                      <a:gd name="T24" fmla="*/ 0 w 519"/>
                      <a:gd name="T25" fmla="*/ 0 h 520"/>
                      <a:gd name="T26" fmla="*/ 0 w 519"/>
                      <a:gd name="T27" fmla="*/ 0 h 520"/>
                      <a:gd name="T28" fmla="*/ 0 w 519"/>
                      <a:gd name="T29" fmla="*/ 0 h 520"/>
                      <a:gd name="T30" fmla="*/ 0 w 519"/>
                      <a:gd name="T31" fmla="*/ 0 h 520"/>
                      <a:gd name="T32" fmla="*/ 0 w 519"/>
                      <a:gd name="T33" fmla="*/ 0 h 520"/>
                      <a:gd name="T34" fmla="*/ 0 w 519"/>
                      <a:gd name="T35" fmla="*/ 0 h 520"/>
                      <a:gd name="T36" fmla="*/ 0 w 519"/>
                      <a:gd name="T37" fmla="*/ 0 h 520"/>
                      <a:gd name="T38" fmla="*/ 0 w 519"/>
                      <a:gd name="T39" fmla="*/ 0 h 520"/>
                      <a:gd name="T40" fmla="*/ 0 w 519"/>
                      <a:gd name="T41" fmla="*/ 0 h 520"/>
                      <a:gd name="T42" fmla="*/ 0 w 519"/>
                      <a:gd name="T43" fmla="*/ 0 h 520"/>
                      <a:gd name="T44" fmla="*/ 0 w 519"/>
                      <a:gd name="T45" fmla="*/ 0 h 520"/>
                      <a:gd name="T46" fmla="*/ 0 w 519"/>
                      <a:gd name="T47" fmla="*/ 0 h 520"/>
                      <a:gd name="T48" fmla="*/ 0 w 519"/>
                      <a:gd name="T49" fmla="*/ 0 h 520"/>
                      <a:gd name="T50" fmla="*/ 0 w 519"/>
                      <a:gd name="T51" fmla="*/ 0 h 520"/>
                      <a:gd name="T52" fmla="*/ 0 w 519"/>
                      <a:gd name="T53" fmla="*/ 0 h 520"/>
                      <a:gd name="T54" fmla="*/ 0 w 519"/>
                      <a:gd name="T55" fmla="*/ 0 h 520"/>
                      <a:gd name="T56" fmla="*/ 0 w 519"/>
                      <a:gd name="T57" fmla="*/ 0 h 520"/>
                      <a:gd name="T58" fmla="*/ 0 w 519"/>
                      <a:gd name="T59" fmla="*/ 0 h 520"/>
                      <a:gd name="T60" fmla="*/ 0 w 519"/>
                      <a:gd name="T61" fmla="*/ 0 h 520"/>
                      <a:gd name="T62" fmla="*/ 0 w 519"/>
                      <a:gd name="T63" fmla="*/ 0 h 520"/>
                      <a:gd name="T64" fmla="*/ 0 w 519"/>
                      <a:gd name="T65" fmla="*/ 0 h 520"/>
                      <a:gd name="T66" fmla="*/ 0 w 519"/>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9"/>
                      <a:gd name="T103" fmla="*/ 0 h 520"/>
                      <a:gd name="T104" fmla="*/ 519 w 519"/>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9" h="520">
                        <a:moveTo>
                          <a:pt x="0" y="520"/>
                        </a:moveTo>
                        <a:lnTo>
                          <a:pt x="0" y="520"/>
                        </a:lnTo>
                        <a:lnTo>
                          <a:pt x="25" y="520"/>
                        </a:lnTo>
                        <a:lnTo>
                          <a:pt x="52" y="517"/>
                        </a:lnTo>
                        <a:lnTo>
                          <a:pt x="78" y="514"/>
                        </a:lnTo>
                        <a:lnTo>
                          <a:pt x="104" y="509"/>
                        </a:lnTo>
                        <a:lnTo>
                          <a:pt x="129" y="503"/>
                        </a:lnTo>
                        <a:lnTo>
                          <a:pt x="153" y="496"/>
                        </a:lnTo>
                        <a:lnTo>
                          <a:pt x="178" y="489"/>
                        </a:lnTo>
                        <a:lnTo>
                          <a:pt x="202" y="479"/>
                        </a:lnTo>
                        <a:lnTo>
                          <a:pt x="224" y="468"/>
                        </a:lnTo>
                        <a:lnTo>
                          <a:pt x="246" y="456"/>
                        </a:lnTo>
                        <a:lnTo>
                          <a:pt x="269" y="445"/>
                        </a:lnTo>
                        <a:lnTo>
                          <a:pt x="290" y="431"/>
                        </a:lnTo>
                        <a:lnTo>
                          <a:pt x="311" y="416"/>
                        </a:lnTo>
                        <a:lnTo>
                          <a:pt x="330" y="401"/>
                        </a:lnTo>
                        <a:lnTo>
                          <a:pt x="349" y="385"/>
                        </a:lnTo>
                        <a:lnTo>
                          <a:pt x="367" y="368"/>
                        </a:lnTo>
                        <a:lnTo>
                          <a:pt x="384" y="349"/>
                        </a:lnTo>
                        <a:lnTo>
                          <a:pt x="400" y="330"/>
                        </a:lnTo>
                        <a:lnTo>
                          <a:pt x="415" y="311"/>
                        </a:lnTo>
                        <a:lnTo>
                          <a:pt x="430" y="291"/>
                        </a:lnTo>
                        <a:lnTo>
                          <a:pt x="444" y="269"/>
                        </a:lnTo>
                        <a:lnTo>
                          <a:pt x="456" y="248"/>
                        </a:lnTo>
                        <a:lnTo>
                          <a:pt x="468" y="225"/>
                        </a:lnTo>
                        <a:lnTo>
                          <a:pt x="478" y="202"/>
                        </a:lnTo>
                        <a:lnTo>
                          <a:pt x="488" y="178"/>
                        </a:lnTo>
                        <a:lnTo>
                          <a:pt x="496" y="154"/>
                        </a:lnTo>
                        <a:lnTo>
                          <a:pt x="503" y="129"/>
                        </a:lnTo>
                        <a:lnTo>
                          <a:pt x="508" y="105"/>
                        </a:lnTo>
                        <a:lnTo>
                          <a:pt x="514" y="79"/>
                        </a:lnTo>
                        <a:lnTo>
                          <a:pt x="517" y="52"/>
                        </a:lnTo>
                        <a:lnTo>
                          <a:pt x="519" y="27"/>
                        </a:lnTo>
                        <a:lnTo>
                          <a:pt x="519" y="0"/>
                        </a:lnTo>
                        <a:lnTo>
                          <a:pt x="356" y="0"/>
                        </a:lnTo>
                        <a:lnTo>
                          <a:pt x="354" y="18"/>
                        </a:lnTo>
                        <a:lnTo>
                          <a:pt x="353" y="36"/>
                        </a:lnTo>
                        <a:lnTo>
                          <a:pt x="351" y="54"/>
                        </a:lnTo>
                        <a:lnTo>
                          <a:pt x="348" y="71"/>
                        </a:lnTo>
                        <a:lnTo>
                          <a:pt x="344" y="89"/>
                        </a:lnTo>
                        <a:lnTo>
                          <a:pt x="339" y="106"/>
                        </a:lnTo>
                        <a:lnTo>
                          <a:pt x="333" y="122"/>
                        </a:lnTo>
                        <a:lnTo>
                          <a:pt x="328" y="138"/>
                        </a:lnTo>
                        <a:lnTo>
                          <a:pt x="320" y="154"/>
                        </a:lnTo>
                        <a:lnTo>
                          <a:pt x="313" y="169"/>
                        </a:lnTo>
                        <a:lnTo>
                          <a:pt x="303" y="184"/>
                        </a:lnTo>
                        <a:lnTo>
                          <a:pt x="295" y="199"/>
                        </a:lnTo>
                        <a:lnTo>
                          <a:pt x="285" y="213"/>
                        </a:lnTo>
                        <a:lnTo>
                          <a:pt x="274" y="225"/>
                        </a:lnTo>
                        <a:lnTo>
                          <a:pt x="263" y="238"/>
                        </a:lnTo>
                        <a:lnTo>
                          <a:pt x="251" y="251"/>
                        </a:lnTo>
                        <a:lnTo>
                          <a:pt x="238" y="263"/>
                        </a:lnTo>
                        <a:lnTo>
                          <a:pt x="225" y="275"/>
                        </a:lnTo>
                        <a:lnTo>
                          <a:pt x="212" y="285"/>
                        </a:lnTo>
                        <a:lnTo>
                          <a:pt x="198" y="295"/>
                        </a:lnTo>
                        <a:lnTo>
                          <a:pt x="183" y="305"/>
                        </a:lnTo>
                        <a:lnTo>
                          <a:pt x="168" y="313"/>
                        </a:lnTo>
                        <a:lnTo>
                          <a:pt x="153" y="321"/>
                        </a:lnTo>
                        <a:lnTo>
                          <a:pt x="137" y="328"/>
                        </a:lnTo>
                        <a:lnTo>
                          <a:pt x="121" y="333"/>
                        </a:lnTo>
                        <a:lnTo>
                          <a:pt x="105" y="340"/>
                        </a:lnTo>
                        <a:lnTo>
                          <a:pt x="88" y="344"/>
                        </a:lnTo>
                        <a:lnTo>
                          <a:pt x="71" y="348"/>
                        </a:lnTo>
                        <a:lnTo>
                          <a:pt x="54" y="352"/>
                        </a:lnTo>
                        <a:lnTo>
                          <a:pt x="36" y="354"/>
                        </a:lnTo>
                        <a:lnTo>
                          <a:pt x="18" y="355"/>
                        </a:lnTo>
                        <a:lnTo>
                          <a:pt x="0" y="356"/>
                        </a:lnTo>
                        <a:lnTo>
                          <a:pt x="0" y="520"/>
                        </a:lnTo>
                        <a:close/>
                      </a:path>
                    </a:pathLst>
                  </a:custGeom>
                  <a:solidFill>
                    <a:srgbClr val="EF2B2F"/>
                  </a:solidFill>
                  <a:ln>
                    <a:noFill/>
                  </a:ln>
                </p:spPr>
                <p:txBody>
                  <a:bodyPr/>
                  <a:lstStyle/>
                  <a:p>
                    <a:pPr>
                      <a:defRPr/>
                    </a:pPr>
                    <a:endParaRPr lang="en-US" sz="1050">
                      <a:latin typeface="+mj-lt"/>
                    </a:endParaRPr>
                  </a:p>
                </p:txBody>
              </p:sp>
              <p:sp>
                <p:nvSpPr>
                  <p:cNvPr id="41824" name="Freeform 79">
                    <a:extLst>
                      <a:ext uri="{FF2B5EF4-FFF2-40B4-BE49-F238E27FC236}">
                        <a16:creationId xmlns="" xmlns:a16="http://schemas.microsoft.com/office/drawing/2014/main" id="{D0DDEA20-28AA-9402-F465-9FEF2F9ADC14}"/>
                      </a:ext>
                    </a:extLst>
                  </p:cNvPr>
                  <p:cNvSpPr>
                    <a:spLocks/>
                  </p:cNvSpPr>
                  <p:nvPr/>
                </p:nvSpPr>
                <p:spPr bwMode="auto">
                  <a:xfrm>
                    <a:off x="3215" y="2458"/>
                    <a:ext cx="86" cy="85"/>
                  </a:xfrm>
                  <a:custGeom>
                    <a:avLst/>
                    <a:gdLst>
                      <a:gd name="T0" fmla="*/ 0 w 521"/>
                      <a:gd name="T1" fmla="*/ 0 h 520"/>
                      <a:gd name="T2" fmla="*/ 0 w 521"/>
                      <a:gd name="T3" fmla="*/ 0 h 520"/>
                      <a:gd name="T4" fmla="*/ 0 w 521"/>
                      <a:gd name="T5" fmla="*/ 0 h 520"/>
                      <a:gd name="T6" fmla="*/ 0 w 521"/>
                      <a:gd name="T7" fmla="*/ 0 h 520"/>
                      <a:gd name="T8" fmla="*/ 0 w 521"/>
                      <a:gd name="T9" fmla="*/ 0 h 520"/>
                      <a:gd name="T10" fmla="*/ 0 w 521"/>
                      <a:gd name="T11" fmla="*/ 0 h 520"/>
                      <a:gd name="T12" fmla="*/ 0 w 521"/>
                      <a:gd name="T13" fmla="*/ 0 h 520"/>
                      <a:gd name="T14" fmla="*/ 0 w 521"/>
                      <a:gd name="T15" fmla="*/ 0 h 520"/>
                      <a:gd name="T16" fmla="*/ 0 w 521"/>
                      <a:gd name="T17" fmla="*/ 0 h 520"/>
                      <a:gd name="T18" fmla="*/ 0 w 521"/>
                      <a:gd name="T19" fmla="*/ 0 h 520"/>
                      <a:gd name="T20" fmla="*/ 0 w 521"/>
                      <a:gd name="T21" fmla="*/ 0 h 520"/>
                      <a:gd name="T22" fmla="*/ 0 w 521"/>
                      <a:gd name="T23" fmla="*/ 0 h 520"/>
                      <a:gd name="T24" fmla="*/ 0 w 521"/>
                      <a:gd name="T25" fmla="*/ 0 h 520"/>
                      <a:gd name="T26" fmla="*/ 0 w 521"/>
                      <a:gd name="T27" fmla="*/ 0 h 520"/>
                      <a:gd name="T28" fmla="*/ 0 w 521"/>
                      <a:gd name="T29" fmla="*/ 0 h 520"/>
                      <a:gd name="T30" fmla="*/ 0 w 521"/>
                      <a:gd name="T31" fmla="*/ 0 h 520"/>
                      <a:gd name="T32" fmla="*/ 0 w 521"/>
                      <a:gd name="T33" fmla="*/ 0 h 520"/>
                      <a:gd name="T34" fmla="*/ 0 w 521"/>
                      <a:gd name="T35" fmla="*/ 0 h 520"/>
                      <a:gd name="T36" fmla="*/ 0 w 521"/>
                      <a:gd name="T37" fmla="*/ 0 h 520"/>
                      <a:gd name="T38" fmla="*/ 0 w 521"/>
                      <a:gd name="T39" fmla="*/ 0 h 520"/>
                      <a:gd name="T40" fmla="*/ 0 w 521"/>
                      <a:gd name="T41" fmla="*/ 0 h 520"/>
                      <a:gd name="T42" fmla="*/ 0 w 521"/>
                      <a:gd name="T43" fmla="*/ 0 h 520"/>
                      <a:gd name="T44" fmla="*/ 0 w 521"/>
                      <a:gd name="T45" fmla="*/ 0 h 520"/>
                      <a:gd name="T46" fmla="*/ 0 w 521"/>
                      <a:gd name="T47" fmla="*/ 0 h 520"/>
                      <a:gd name="T48" fmla="*/ 0 w 521"/>
                      <a:gd name="T49" fmla="*/ 0 h 520"/>
                      <a:gd name="T50" fmla="*/ 0 w 521"/>
                      <a:gd name="T51" fmla="*/ 0 h 520"/>
                      <a:gd name="T52" fmla="*/ 0 w 521"/>
                      <a:gd name="T53" fmla="*/ 0 h 520"/>
                      <a:gd name="T54" fmla="*/ 0 w 521"/>
                      <a:gd name="T55" fmla="*/ 0 h 520"/>
                      <a:gd name="T56" fmla="*/ 0 w 521"/>
                      <a:gd name="T57" fmla="*/ 0 h 520"/>
                      <a:gd name="T58" fmla="*/ 0 w 521"/>
                      <a:gd name="T59" fmla="*/ 0 h 520"/>
                      <a:gd name="T60" fmla="*/ 0 w 521"/>
                      <a:gd name="T61" fmla="*/ 0 h 520"/>
                      <a:gd name="T62" fmla="*/ 0 w 521"/>
                      <a:gd name="T63" fmla="*/ 0 h 520"/>
                      <a:gd name="T64" fmla="*/ 0 w 521"/>
                      <a:gd name="T65" fmla="*/ 0 h 520"/>
                      <a:gd name="T66" fmla="*/ 0 w 521"/>
                      <a:gd name="T67" fmla="*/ 0 h 5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0"/>
                      <a:gd name="T104" fmla="*/ 521 w 521"/>
                      <a:gd name="T105" fmla="*/ 520 h 5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0">
                        <a:moveTo>
                          <a:pt x="0" y="0"/>
                        </a:moveTo>
                        <a:lnTo>
                          <a:pt x="0" y="0"/>
                        </a:lnTo>
                        <a:lnTo>
                          <a:pt x="1" y="27"/>
                        </a:lnTo>
                        <a:lnTo>
                          <a:pt x="3" y="52"/>
                        </a:lnTo>
                        <a:lnTo>
                          <a:pt x="6" y="79"/>
                        </a:lnTo>
                        <a:lnTo>
                          <a:pt x="11" y="105"/>
                        </a:lnTo>
                        <a:lnTo>
                          <a:pt x="17" y="129"/>
                        </a:lnTo>
                        <a:lnTo>
                          <a:pt x="23" y="154"/>
                        </a:lnTo>
                        <a:lnTo>
                          <a:pt x="32" y="178"/>
                        </a:lnTo>
                        <a:lnTo>
                          <a:pt x="42" y="202"/>
                        </a:lnTo>
                        <a:lnTo>
                          <a:pt x="52" y="225"/>
                        </a:lnTo>
                        <a:lnTo>
                          <a:pt x="63" y="248"/>
                        </a:lnTo>
                        <a:lnTo>
                          <a:pt x="76" y="269"/>
                        </a:lnTo>
                        <a:lnTo>
                          <a:pt x="90" y="291"/>
                        </a:lnTo>
                        <a:lnTo>
                          <a:pt x="104" y="311"/>
                        </a:lnTo>
                        <a:lnTo>
                          <a:pt x="120" y="330"/>
                        </a:lnTo>
                        <a:lnTo>
                          <a:pt x="136" y="349"/>
                        </a:lnTo>
                        <a:lnTo>
                          <a:pt x="153" y="368"/>
                        </a:lnTo>
                        <a:lnTo>
                          <a:pt x="171" y="385"/>
                        </a:lnTo>
                        <a:lnTo>
                          <a:pt x="190" y="401"/>
                        </a:lnTo>
                        <a:lnTo>
                          <a:pt x="209" y="416"/>
                        </a:lnTo>
                        <a:lnTo>
                          <a:pt x="230" y="431"/>
                        </a:lnTo>
                        <a:lnTo>
                          <a:pt x="251" y="445"/>
                        </a:lnTo>
                        <a:lnTo>
                          <a:pt x="272" y="456"/>
                        </a:lnTo>
                        <a:lnTo>
                          <a:pt x="295" y="468"/>
                        </a:lnTo>
                        <a:lnTo>
                          <a:pt x="318" y="479"/>
                        </a:lnTo>
                        <a:lnTo>
                          <a:pt x="342" y="489"/>
                        </a:lnTo>
                        <a:lnTo>
                          <a:pt x="365" y="496"/>
                        </a:lnTo>
                        <a:lnTo>
                          <a:pt x="391" y="503"/>
                        </a:lnTo>
                        <a:lnTo>
                          <a:pt x="416" y="509"/>
                        </a:lnTo>
                        <a:lnTo>
                          <a:pt x="441" y="514"/>
                        </a:lnTo>
                        <a:lnTo>
                          <a:pt x="468" y="517"/>
                        </a:lnTo>
                        <a:lnTo>
                          <a:pt x="494" y="520"/>
                        </a:lnTo>
                        <a:lnTo>
                          <a:pt x="521" y="520"/>
                        </a:lnTo>
                        <a:lnTo>
                          <a:pt x="521" y="356"/>
                        </a:lnTo>
                        <a:lnTo>
                          <a:pt x="501" y="355"/>
                        </a:lnTo>
                        <a:lnTo>
                          <a:pt x="484" y="354"/>
                        </a:lnTo>
                        <a:lnTo>
                          <a:pt x="466" y="352"/>
                        </a:lnTo>
                        <a:lnTo>
                          <a:pt x="449" y="348"/>
                        </a:lnTo>
                        <a:lnTo>
                          <a:pt x="432" y="344"/>
                        </a:lnTo>
                        <a:lnTo>
                          <a:pt x="415" y="340"/>
                        </a:lnTo>
                        <a:lnTo>
                          <a:pt x="399" y="333"/>
                        </a:lnTo>
                        <a:lnTo>
                          <a:pt x="383" y="328"/>
                        </a:lnTo>
                        <a:lnTo>
                          <a:pt x="367" y="321"/>
                        </a:lnTo>
                        <a:lnTo>
                          <a:pt x="352" y="313"/>
                        </a:lnTo>
                        <a:lnTo>
                          <a:pt x="337" y="305"/>
                        </a:lnTo>
                        <a:lnTo>
                          <a:pt x="322" y="295"/>
                        </a:lnTo>
                        <a:lnTo>
                          <a:pt x="308" y="285"/>
                        </a:lnTo>
                        <a:lnTo>
                          <a:pt x="295" y="275"/>
                        </a:lnTo>
                        <a:lnTo>
                          <a:pt x="281" y="263"/>
                        </a:lnTo>
                        <a:lnTo>
                          <a:pt x="269" y="251"/>
                        </a:lnTo>
                        <a:lnTo>
                          <a:pt x="258" y="238"/>
                        </a:lnTo>
                        <a:lnTo>
                          <a:pt x="246" y="225"/>
                        </a:lnTo>
                        <a:lnTo>
                          <a:pt x="235" y="213"/>
                        </a:lnTo>
                        <a:lnTo>
                          <a:pt x="225" y="199"/>
                        </a:lnTo>
                        <a:lnTo>
                          <a:pt x="216" y="184"/>
                        </a:lnTo>
                        <a:lnTo>
                          <a:pt x="207" y="169"/>
                        </a:lnTo>
                        <a:lnTo>
                          <a:pt x="200" y="154"/>
                        </a:lnTo>
                        <a:lnTo>
                          <a:pt x="192" y="138"/>
                        </a:lnTo>
                        <a:lnTo>
                          <a:pt x="186" y="122"/>
                        </a:lnTo>
                        <a:lnTo>
                          <a:pt x="181" y="106"/>
                        </a:lnTo>
                        <a:lnTo>
                          <a:pt x="176" y="89"/>
                        </a:lnTo>
                        <a:lnTo>
                          <a:pt x="172" y="71"/>
                        </a:lnTo>
                        <a:lnTo>
                          <a:pt x="169" y="54"/>
                        </a:lnTo>
                        <a:lnTo>
                          <a:pt x="167" y="36"/>
                        </a:lnTo>
                        <a:lnTo>
                          <a:pt x="164" y="18"/>
                        </a:lnTo>
                        <a:lnTo>
                          <a:pt x="164" y="0"/>
                        </a:lnTo>
                        <a:lnTo>
                          <a:pt x="0" y="0"/>
                        </a:lnTo>
                        <a:close/>
                      </a:path>
                    </a:pathLst>
                  </a:custGeom>
                  <a:solidFill>
                    <a:srgbClr val="EF2B2F"/>
                  </a:solidFill>
                  <a:ln>
                    <a:noFill/>
                  </a:ln>
                </p:spPr>
                <p:txBody>
                  <a:bodyPr/>
                  <a:lstStyle/>
                  <a:p>
                    <a:pPr>
                      <a:defRPr/>
                    </a:pPr>
                    <a:endParaRPr lang="en-US" sz="1050">
                      <a:latin typeface="+mj-lt"/>
                    </a:endParaRPr>
                  </a:p>
                </p:txBody>
              </p:sp>
              <p:sp>
                <p:nvSpPr>
                  <p:cNvPr id="41825" name="Freeform 80">
                    <a:extLst>
                      <a:ext uri="{FF2B5EF4-FFF2-40B4-BE49-F238E27FC236}">
                        <a16:creationId xmlns="" xmlns:a16="http://schemas.microsoft.com/office/drawing/2014/main" id="{1DFC3E3A-777C-C694-4E12-FC1B1C150827}"/>
                      </a:ext>
                    </a:extLst>
                  </p:cNvPr>
                  <p:cNvSpPr>
                    <a:spLocks/>
                  </p:cNvSpPr>
                  <p:nvPr/>
                </p:nvSpPr>
                <p:spPr bwMode="auto">
                  <a:xfrm>
                    <a:off x="3215" y="2369"/>
                    <a:ext cx="86" cy="89"/>
                  </a:xfrm>
                  <a:custGeom>
                    <a:avLst/>
                    <a:gdLst>
                      <a:gd name="T0" fmla="*/ 0 w 521"/>
                      <a:gd name="T1" fmla="*/ 0 h 521"/>
                      <a:gd name="T2" fmla="*/ 0 w 521"/>
                      <a:gd name="T3" fmla="*/ 0 h 521"/>
                      <a:gd name="T4" fmla="*/ 0 w 521"/>
                      <a:gd name="T5" fmla="*/ 0 h 521"/>
                      <a:gd name="T6" fmla="*/ 0 w 521"/>
                      <a:gd name="T7" fmla="*/ 0 h 521"/>
                      <a:gd name="T8" fmla="*/ 0 w 521"/>
                      <a:gd name="T9" fmla="*/ 0 h 521"/>
                      <a:gd name="T10" fmla="*/ 0 w 521"/>
                      <a:gd name="T11" fmla="*/ 0 h 521"/>
                      <a:gd name="T12" fmla="*/ 0 w 521"/>
                      <a:gd name="T13" fmla="*/ 0 h 521"/>
                      <a:gd name="T14" fmla="*/ 0 w 521"/>
                      <a:gd name="T15" fmla="*/ 0 h 521"/>
                      <a:gd name="T16" fmla="*/ 0 w 521"/>
                      <a:gd name="T17" fmla="*/ 0 h 521"/>
                      <a:gd name="T18" fmla="*/ 0 w 521"/>
                      <a:gd name="T19" fmla="*/ 0 h 521"/>
                      <a:gd name="T20" fmla="*/ 0 w 521"/>
                      <a:gd name="T21" fmla="*/ 0 h 521"/>
                      <a:gd name="T22" fmla="*/ 0 w 521"/>
                      <a:gd name="T23" fmla="*/ 0 h 521"/>
                      <a:gd name="T24" fmla="*/ 0 w 521"/>
                      <a:gd name="T25" fmla="*/ 0 h 521"/>
                      <a:gd name="T26" fmla="*/ 0 w 521"/>
                      <a:gd name="T27" fmla="*/ 0 h 521"/>
                      <a:gd name="T28" fmla="*/ 0 w 521"/>
                      <a:gd name="T29" fmla="*/ 0 h 521"/>
                      <a:gd name="T30" fmla="*/ 0 w 521"/>
                      <a:gd name="T31" fmla="*/ 0 h 521"/>
                      <a:gd name="T32" fmla="*/ 0 w 521"/>
                      <a:gd name="T33" fmla="*/ 0 h 521"/>
                      <a:gd name="T34" fmla="*/ 0 w 521"/>
                      <a:gd name="T35" fmla="*/ 0 h 521"/>
                      <a:gd name="T36" fmla="*/ 0 w 521"/>
                      <a:gd name="T37" fmla="*/ 0 h 521"/>
                      <a:gd name="T38" fmla="*/ 0 w 521"/>
                      <a:gd name="T39" fmla="*/ 0 h 521"/>
                      <a:gd name="T40" fmla="*/ 0 w 521"/>
                      <a:gd name="T41" fmla="*/ 0 h 521"/>
                      <a:gd name="T42" fmla="*/ 0 w 521"/>
                      <a:gd name="T43" fmla="*/ 0 h 521"/>
                      <a:gd name="T44" fmla="*/ 0 w 521"/>
                      <a:gd name="T45" fmla="*/ 0 h 521"/>
                      <a:gd name="T46" fmla="*/ 0 w 521"/>
                      <a:gd name="T47" fmla="*/ 0 h 521"/>
                      <a:gd name="T48" fmla="*/ 0 w 521"/>
                      <a:gd name="T49" fmla="*/ 0 h 521"/>
                      <a:gd name="T50" fmla="*/ 0 w 521"/>
                      <a:gd name="T51" fmla="*/ 0 h 521"/>
                      <a:gd name="T52" fmla="*/ 0 w 521"/>
                      <a:gd name="T53" fmla="*/ 0 h 521"/>
                      <a:gd name="T54" fmla="*/ 0 w 521"/>
                      <a:gd name="T55" fmla="*/ 0 h 521"/>
                      <a:gd name="T56" fmla="*/ 0 w 521"/>
                      <a:gd name="T57" fmla="*/ 0 h 521"/>
                      <a:gd name="T58" fmla="*/ 0 w 521"/>
                      <a:gd name="T59" fmla="*/ 0 h 521"/>
                      <a:gd name="T60" fmla="*/ 0 w 521"/>
                      <a:gd name="T61" fmla="*/ 0 h 521"/>
                      <a:gd name="T62" fmla="*/ 0 w 521"/>
                      <a:gd name="T63" fmla="*/ 0 h 521"/>
                      <a:gd name="T64" fmla="*/ 0 w 521"/>
                      <a:gd name="T65" fmla="*/ 0 h 521"/>
                      <a:gd name="T66" fmla="*/ 0 w 521"/>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1"/>
                      <a:gd name="T104" fmla="*/ 521 w 521"/>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1">
                        <a:moveTo>
                          <a:pt x="521" y="0"/>
                        </a:moveTo>
                        <a:lnTo>
                          <a:pt x="521" y="0"/>
                        </a:lnTo>
                        <a:lnTo>
                          <a:pt x="494" y="1"/>
                        </a:lnTo>
                        <a:lnTo>
                          <a:pt x="468" y="3"/>
                        </a:lnTo>
                        <a:lnTo>
                          <a:pt x="441" y="6"/>
                        </a:lnTo>
                        <a:lnTo>
                          <a:pt x="416" y="11"/>
                        </a:lnTo>
                        <a:lnTo>
                          <a:pt x="390" y="17"/>
                        </a:lnTo>
                        <a:lnTo>
                          <a:pt x="365" y="24"/>
                        </a:lnTo>
                        <a:lnTo>
                          <a:pt x="342" y="32"/>
                        </a:lnTo>
                        <a:lnTo>
                          <a:pt x="318" y="42"/>
                        </a:lnTo>
                        <a:lnTo>
                          <a:pt x="295" y="52"/>
                        </a:lnTo>
                        <a:lnTo>
                          <a:pt x="272" y="64"/>
                        </a:lnTo>
                        <a:lnTo>
                          <a:pt x="251" y="76"/>
                        </a:lnTo>
                        <a:lnTo>
                          <a:pt x="230" y="90"/>
                        </a:lnTo>
                        <a:lnTo>
                          <a:pt x="209" y="105"/>
                        </a:lnTo>
                        <a:lnTo>
                          <a:pt x="190" y="120"/>
                        </a:lnTo>
                        <a:lnTo>
                          <a:pt x="171" y="136"/>
                        </a:lnTo>
                        <a:lnTo>
                          <a:pt x="153" y="153"/>
                        </a:lnTo>
                        <a:lnTo>
                          <a:pt x="136" y="171"/>
                        </a:lnTo>
                        <a:lnTo>
                          <a:pt x="120" y="190"/>
                        </a:lnTo>
                        <a:lnTo>
                          <a:pt x="104" y="210"/>
                        </a:lnTo>
                        <a:lnTo>
                          <a:pt x="90" y="230"/>
                        </a:lnTo>
                        <a:lnTo>
                          <a:pt x="76" y="251"/>
                        </a:lnTo>
                        <a:lnTo>
                          <a:pt x="63" y="273"/>
                        </a:lnTo>
                        <a:lnTo>
                          <a:pt x="52" y="295"/>
                        </a:lnTo>
                        <a:lnTo>
                          <a:pt x="42" y="319"/>
                        </a:lnTo>
                        <a:lnTo>
                          <a:pt x="32" y="342"/>
                        </a:lnTo>
                        <a:lnTo>
                          <a:pt x="23" y="366"/>
                        </a:lnTo>
                        <a:lnTo>
                          <a:pt x="17" y="391"/>
                        </a:lnTo>
                        <a:lnTo>
                          <a:pt x="11" y="416"/>
                        </a:lnTo>
                        <a:lnTo>
                          <a:pt x="6" y="442"/>
                        </a:lnTo>
                        <a:lnTo>
                          <a:pt x="3" y="468"/>
                        </a:lnTo>
                        <a:lnTo>
                          <a:pt x="1" y="494"/>
                        </a:lnTo>
                        <a:lnTo>
                          <a:pt x="0" y="521"/>
                        </a:lnTo>
                        <a:lnTo>
                          <a:pt x="164" y="521"/>
                        </a:lnTo>
                        <a:lnTo>
                          <a:pt x="164" y="502"/>
                        </a:lnTo>
                        <a:lnTo>
                          <a:pt x="167" y="484"/>
                        </a:lnTo>
                        <a:lnTo>
                          <a:pt x="169" y="466"/>
                        </a:lnTo>
                        <a:lnTo>
                          <a:pt x="172" y="449"/>
                        </a:lnTo>
                        <a:lnTo>
                          <a:pt x="175" y="432"/>
                        </a:lnTo>
                        <a:lnTo>
                          <a:pt x="181" y="415"/>
                        </a:lnTo>
                        <a:lnTo>
                          <a:pt x="186" y="399"/>
                        </a:lnTo>
                        <a:lnTo>
                          <a:pt x="192" y="382"/>
                        </a:lnTo>
                        <a:lnTo>
                          <a:pt x="200" y="367"/>
                        </a:lnTo>
                        <a:lnTo>
                          <a:pt x="207" y="352"/>
                        </a:lnTo>
                        <a:lnTo>
                          <a:pt x="216" y="337"/>
                        </a:lnTo>
                        <a:lnTo>
                          <a:pt x="225" y="322"/>
                        </a:lnTo>
                        <a:lnTo>
                          <a:pt x="235" y="308"/>
                        </a:lnTo>
                        <a:lnTo>
                          <a:pt x="246" y="295"/>
                        </a:lnTo>
                        <a:lnTo>
                          <a:pt x="258" y="281"/>
                        </a:lnTo>
                        <a:lnTo>
                          <a:pt x="269" y="270"/>
                        </a:lnTo>
                        <a:lnTo>
                          <a:pt x="281" y="258"/>
                        </a:lnTo>
                        <a:lnTo>
                          <a:pt x="295" y="246"/>
                        </a:lnTo>
                        <a:lnTo>
                          <a:pt x="308" y="235"/>
                        </a:lnTo>
                        <a:lnTo>
                          <a:pt x="322" y="226"/>
                        </a:lnTo>
                        <a:lnTo>
                          <a:pt x="337" y="216"/>
                        </a:lnTo>
                        <a:lnTo>
                          <a:pt x="352" y="208"/>
                        </a:lnTo>
                        <a:lnTo>
                          <a:pt x="367" y="200"/>
                        </a:lnTo>
                        <a:lnTo>
                          <a:pt x="382" y="193"/>
                        </a:lnTo>
                        <a:lnTo>
                          <a:pt x="399" y="186"/>
                        </a:lnTo>
                        <a:lnTo>
                          <a:pt x="415" y="181"/>
                        </a:lnTo>
                        <a:lnTo>
                          <a:pt x="432" y="175"/>
                        </a:lnTo>
                        <a:lnTo>
                          <a:pt x="449" y="172"/>
                        </a:lnTo>
                        <a:lnTo>
                          <a:pt x="466" y="169"/>
                        </a:lnTo>
                        <a:lnTo>
                          <a:pt x="484" y="167"/>
                        </a:lnTo>
                        <a:lnTo>
                          <a:pt x="502" y="165"/>
                        </a:lnTo>
                        <a:lnTo>
                          <a:pt x="521" y="165"/>
                        </a:lnTo>
                        <a:lnTo>
                          <a:pt x="521" y="0"/>
                        </a:lnTo>
                        <a:close/>
                      </a:path>
                    </a:pathLst>
                  </a:custGeom>
                  <a:solidFill>
                    <a:srgbClr val="EF2B2F"/>
                  </a:solidFill>
                  <a:ln>
                    <a:noFill/>
                  </a:ln>
                </p:spPr>
                <p:txBody>
                  <a:bodyPr/>
                  <a:lstStyle/>
                  <a:p>
                    <a:pPr>
                      <a:defRPr/>
                    </a:pPr>
                    <a:endParaRPr lang="en-US" sz="1050">
                      <a:latin typeface="+mj-lt"/>
                    </a:endParaRPr>
                  </a:p>
                </p:txBody>
              </p:sp>
              <p:sp>
                <p:nvSpPr>
                  <p:cNvPr id="41826" name="Freeform 81">
                    <a:extLst>
                      <a:ext uri="{FF2B5EF4-FFF2-40B4-BE49-F238E27FC236}">
                        <a16:creationId xmlns="" xmlns:a16="http://schemas.microsoft.com/office/drawing/2014/main" id="{6469920E-B189-4DCE-23E3-1375C45EA08A}"/>
                      </a:ext>
                    </a:extLst>
                  </p:cNvPr>
                  <p:cNvSpPr>
                    <a:spLocks/>
                  </p:cNvSpPr>
                  <p:nvPr/>
                </p:nvSpPr>
                <p:spPr bwMode="auto">
                  <a:xfrm>
                    <a:off x="3325" y="2228"/>
                    <a:ext cx="86" cy="85"/>
                  </a:xfrm>
                  <a:custGeom>
                    <a:avLst/>
                    <a:gdLst>
                      <a:gd name="T0" fmla="*/ 0 w 520"/>
                      <a:gd name="T1" fmla="*/ 0 h 521"/>
                      <a:gd name="T2" fmla="*/ 0 w 520"/>
                      <a:gd name="T3" fmla="*/ 0 h 521"/>
                      <a:gd name="T4" fmla="*/ 0 w 520"/>
                      <a:gd name="T5" fmla="*/ 0 h 521"/>
                      <a:gd name="T6" fmla="*/ 0 w 520"/>
                      <a:gd name="T7" fmla="*/ 0 h 521"/>
                      <a:gd name="T8" fmla="*/ 0 w 520"/>
                      <a:gd name="T9" fmla="*/ 0 h 521"/>
                      <a:gd name="T10" fmla="*/ 0 w 520"/>
                      <a:gd name="T11" fmla="*/ 0 h 521"/>
                      <a:gd name="T12" fmla="*/ 0 w 520"/>
                      <a:gd name="T13" fmla="*/ 0 h 521"/>
                      <a:gd name="T14" fmla="*/ 0 w 520"/>
                      <a:gd name="T15" fmla="*/ 0 h 521"/>
                      <a:gd name="T16" fmla="*/ 0 w 520"/>
                      <a:gd name="T17" fmla="*/ 0 h 521"/>
                      <a:gd name="T18" fmla="*/ 0 w 520"/>
                      <a:gd name="T19" fmla="*/ 0 h 521"/>
                      <a:gd name="T20" fmla="*/ 0 w 520"/>
                      <a:gd name="T21" fmla="*/ 0 h 521"/>
                      <a:gd name="T22" fmla="*/ 0 w 520"/>
                      <a:gd name="T23" fmla="*/ 0 h 521"/>
                      <a:gd name="T24" fmla="*/ 0 w 520"/>
                      <a:gd name="T25" fmla="*/ 0 h 521"/>
                      <a:gd name="T26" fmla="*/ 0 w 520"/>
                      <a:gd name="T27" fmla="*/ 0 h 521"/>
                      <a:gd name="T28" fmla="*/ 0 w 520"/>
                      <a:gd name="T29" fmla="*/ 0 h 521"/>
                      <a:gd name="T30" fmla="*/ 0 w 520"/>
                      <a:gd name="T31" fmla="*/ 0 h 521"/>
                      <a:gd name="T32" fmla="*/ 0 w 520"/>
                      <a:gd name="T33" fmla="*/ 0 h 521"/>
                      <a:gd name="T34" fmla="*/ 0 w 520"/>
                      <a:gd name="T35" fmla="*/ 0 h 521"/>
                      <a:gd name="T36" fmla="*/ 0 w 520"/>
                      <a:gd name="T37" fmla="*/ 0 h 521"/>
                      <a:gd name="T38" fmla="*/ 0 w 520"/>
                      <a:gd name="T39" fmla="*/ 0 h 521"/>
                      <a:gd name="T40" fmla="*/ 0 w 520"/>
                      <a:gd name="T41" fmla="*/ 0 h 521"/>
                      <a:gd name="T42" fmla="*/ 0 w 520"/>
                      <a:gd name="T43" fmla="*/ 0 h 521"/>
                      <a:gd name="T44" fmla="*/ 0 w 520"/>
                      <a:gd name="T45" fmla="*/ 0 h 521"/>
                      <a:gd name="T46" fmla="*/ 0 w 520"/>
                      <a:gd name="T47" fmla="*/ 0 h 521"/>
                      <a:gd name="T48" fmla="*/ 0 w 520"/>
                      <a:gd name="T49" fmla="*/ 0 h 521"/>
                      <a:gd name="T50" fmla="*/ 0 w 520"/>
                      <a:gd name="T51" fmla="*/ 0 h 521"/>
                      <a:gd name="T52" fmla="*/ 0 w 520"/>
                      <a:gd name="T53" fmla="*/ 0 h 521"/>
                      <a:gd name="T54" fmla="*/ 0 w 520"/>
                      <a:gd name="T55" fmla="*/ 0 h 521"/>
                      <a:gd name="T56" fmla="*/ 0 w 520"/>
                      <a:gd name="T57" fmla="*/ 0 h 521"/>
                      <a:gd name="T58" fmla="*/ 0 w 520"/>
                      <a:gd name="T59" fmla="*/ 0 h 521"/>
                      <a:gd name="T60" fmla="*/ 0 w 520"/>
                      <a:gd name="T61" fmla="*/ 0 h 521"/>
                      <a:gd name="T62" fmla="*/ 0 w 520"/>
                      <a:gd name="T63" fmla="*/ 0 h 521"/>
                      <a:gd name="T64" fmla="*/ 0 w 520"/>
                      <a:gd name="T65" fmla="*/ 0 h 521"/>
                      <a:gd name="T66" fmla="*/ 0 w 520"/>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1"/>
                      <a:gd name="T104" fmla="*/ 520 w 520"/>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1">
                        <a:moveTo>
                          <a:pt x="520" y="521"/>
                        </a:moveTo>
                        <a:lnTo>
                          <a:pt x="520" y="521"/>
                        </a:lnTo>
                        <a:lnTo>
                          <a:pt x="519" y="494"/>
                        </a:lnTo>
                        <a:lnTo>
                          <a:pt x="517" y="467"/>
                        </a:lnTo>
                        <a:lnTo>
                          <a:pt x="514" y="442"/>
                        </a:lnTo>
                        <a:lnTo>
                          <a:pt x="510" y="416"/>
                        </a:lnTo>
                        <a:lnTo>
                          <a:pt x="503" y="390"/>
                        </a:lnTo>
                        <a:lnTo>
                          <a:pt x="497" y="366"/>
                        </a:lnTo>
                        <a:lnTo>
                          <a:pt x="488" y="342"/>
                        </a:lnTo>
                        <a:lnTo>
                          <a:pt x="479" y="319"/>
                        </a:lnTo>
                        <a:lnTo>
                          <a:pt x="468" y="295"/>
                        </a:lnTo>
                        <a:lnTo>
                          <a:pt x="457" y="273"/>
                        </a:lnTo>
                        <a:lnTo>
                          <a:pt x="444" y="251"/>
                        </a:lnTo>
                        <a:lnTo>
                          <a:pt x="430" y="230"/>
                        </a:lnTo>
                        <a:lnTo>
                          <a:pt x="417" y="209"/>
                        </a:lnTo>
                        <a:lnTo>
                          <a:pt x="401" y="190"/>
                        </a:lnTo>
                        <a:lnTo>
                          <a:pt x="384" y="171"/>
                        </a:lnTo>
                        <a:lnTo>
                          <a:pt x="367" y="153"/>
                        </a:lnTo>
                        <a:lnTo>
                          <a:pt x="349" y="136"/>
                        </a:lnTo>
                        <a:lnTo>
                          <a:pt x="330" y="120"/>
                        </a:lnTo>
                        <a:lnTo>
                          <a:pt x="311" y="104"/>
                        </a:lnTo>
                        <a:lnTo>
                          <a:pt x="290" y="90"/>
                        </a:lnTo>
                        <a:lnTo>
                          <a:pt x="269" y="76"/>
                        </a:lnTo>
                        <a:lnTo>
                          <a:pt x="248" y="63"/>
                        </a:lnTo>
                        <a:lnTo>
                          <a:pt x="225" y="52"/>
                        </a:lnTo>
                        <a:lnTo>
                          <a:pt x="202" y="42"/>
                        </a:lnTo>
                        <a:lnTo>
                          <a:pt x="178" y="32"/>
                        </a:lnTo>
                        <a:lnTo>
                          <a:pt x="155" y="23"/>
                        </a:lnTo>
                        <a:lnTo>
                          <a:pt x="130" y="17"/>
                        </a:lnTo>
                        <a:lnTo>
                          <a:pt x="104" y="11"/>
                        </a:lnTo>
                        <a:lnTo>
                          <a:pt x="79" y="6"/>
                        </a:lnTo>
                        <a:lnTo>
                          <a:pt x="52" y="3"/>
                        </a:lnTo>
                        <a:lnTo>
                          <a:pt x="26" y="1"/>
                        </a:lnTo>
                        <a:lnTo>
                          <a:pt x="0" y="0"/>
                        </a:lnTo>
                        <a:lnTo>
                          <a:pt x="0" y="165"/>
                        </a:lnTo>
                        <a:lnTo>
                          <a:pt x="18" y="165"/>
                        </a:lnTo>
                        <a:lnTo>
                          <a:pt x="36" y="167"/>
                        </a:lnTo>
                        <a:lnTo>
                          <a:pt x="54" y="169"/>
                        </a:lnTo>
                        <a:lnTo>
                          <a:pt x="71" y="172"/>
                        </a:lnTo>
                        <a:lnTo>
                          <a:pt x="88" y="175"/>
                        </a:lnTo>
                        <a:lnTo>
                          <a:pt x="105" y="181"/>
                        </a:lnTo>
                        <a:lnTo>
                          <a:pt x="121" y="186"/>
                        </a:lnTo>
                        <a:lnTo>
                          <a:pt x="138" y="192"/>
                        </a:lnTo>
                        <a:lnTo>
                          <a:pt x="154" y="200"/>
                        </a:lnTo>
                        <a:lnTo>
                          <a:pt x="169" y="207"/>
                        </a:lnTo>
                        <a:lnTo>
                          <a:pt x="183" y="216"/>
                        </a:lnTo>
                        <a:lnTo>
                          <a:pt x="198" y="226"/>
                        </a:lnTo>
                        <a:lnTo>
                          <a:pt x="212" y="235"/>
                        </a:lnTo>
                        <a:lnTo>
                          <a:pt x="225" y="246"/>
                        </a:lnTo>
                        <a:lnTo>
                          <a:pt x="239" y="258"/>
                        </a:lnTo>
                        <a:lnTo>
                          <a:pt x="251" y="269"/>
                        </a:lnTo>
                        <a:lnTo>
                          <a:pt x="263" y="281"/>
                        </a:lnTo>
                        <a:lnTo>
                          <a:pt x="274" y="294"/>
                        </a:lnTo>
                        <a:lnTo>
                          <a:pt x="285" y="308"/>
                        </a:lnTo>
                        <a:lnTo>
                          <a:pt x="295" y="322"/>
                        </a:lnTo>
                        <a:lnTo>
                          <a:pt x="304" y="337"/>
                        </a:lnTo>
                        <a:lnTo>
                          <a:pt x="313" y="352"/>
                        </a:lnTo>
                        <a:lnTo>
                          <a:pt x="320" y="367"/>
                        </a:lnTo>
                        <a:lnTo>
                          <a:pt x="328" y="382"/>
                        </a:lnTo>
                        <a:lnTo>
                          <a:pt x="334" y="399"/>
                        </a:lnTo>
                        <a:lnTo>
                          <a:pt x="340" y="415"/>
                        </a:lnTo>
                        <a:lnTo>
                          <a:pt x="345" y="432"/>
                        </a:lnTo>
                        <a:lnTo>
                          <a:pt x="348" y="449"/>
                        </a:lnTo>
                        <a:lnTo>
                          <a:pt x="351" y="466"/>
                        </a:lnTo>
                        <a:lnTo>
                          <a:pt x="353" y="484"/>
                        </a:lnTo>
                        <a:lnTo>
                          <a:pt x="356" y="502"/>
                        </a:lnTo>
                        <a:lnTo>
                          <a:pt x="356" y="521"/>
                        </a:lnTo>
                        <a:lnTo>
                          <a:pt x="520" y="521"/>
                        </a:lnTo>
                        <a:close/>
                      </a:path>
                    </a:pathLst>
                  </a:custGeom>
                  <a:solidFill>
                    <a:srgbClr val="EF2B2F"/>
                  </a:solidFill>
                  <a:ln>
                    <a:noFill/>
                  </a:ln>
                </p:spPr>
                <p:txBody>
                  <a:bodyPr/>
                  <a:lstStyle/>
                  <a:p>
                    <a:pPr>
                      <a:defRPr/>
                    </a:pPr>
                    <a:endParaRPr lang="en-US" sz="1050">
                      <a:latin typeface="+mj-lt"/>
                    </a:endParaRPr>
                  </a:p>
                </p:txBody>
              </p:sp>
              <p:sp>
                <p:nvSpPr>
                  <p:cNvPr id="41827" name="Freeform 82">
                    <a:extLst>
                      <a:ext uri="{FF2B5EF4-FFF2-40B4-BE49-F238E27FC236}">
                        <a16:creationId xmlns="" xmlns:a16="http://schemas.microsoft.com/office/drawing/2014/main" id="{102271A3-D800-16E7-6560-539C9084DBCC}"/>
                      </a:ext>
                    </a:extLst>
                  </p:cNvPr>
                  <p:cNvSpPr>
                    <a:spLocks/>
                  </p:cNvSpPr>
                  <p:nvPr/>
                </p:nvSpPr>
                <p:spPr bwMode="auto">
                  <a:xfrm>
                    <a:off x="3325" y="2313"/>
                    <a:ext cx="86" cy="89"/>
                  </a:xfrm>
                  <a:custGeom>
                    <a:avLst/>
                    <a:gdLst>
                      <a:gd name="T0" fmla="*/ 0 w 520"/>
                      <a:gd name="T1" fmla="*/ 0 h 519"/>
                      <a:gd name="T2" fmla="*/ 0 w 520"/>
                      <a:gd name="T3" fmla="*/ 0 h 519"/>
                      <a:gd name="T4" fmla="*/ 0 w 520"/>
                      <a:gd name="T5" fmla="*/ 0 h 519"/>
                      <a:gd name="T6" fmla="*/ 0 w 520"/>
                      <a:gd name="T7" fmla="*/ 0 h 519"/>
                      <a:gd name="T8" fmla="*/ 0 w 520"/>
                      <a:gd name="T9" fmla="*/ 0 h 519"/>
                      <a:gd name="T10" fmla="*/ 0 w 520"/>
                      <a:gd name="T11" fmla="*/ 0 h 519"/>
                      <a:gd name="T12" fmla="*/ 0 w 520"/>
                      <a:gd name="T13" fmla="*/ 0 h 519"/>
                      <a:gd name="T14" fmla="*/ 0 w 520"/>
                      <a:gd name="T15" fmla="*/ 0 h 519"/>
                      <a:gd name="T16" fmla="*/ 0 w 520"/>
                      <a:gd name="T17" fmla="*/ 0 h 519"/>
                      <a:gd name="T18" fmla="*/ 0 w 520"/>
                      <a:gd name="T19" fmla="*/ 0 h 519"/>
                      <a:gd name="T20" fmla="*/ 0 w 520"/>
                      <a:gd name="T21" fmla="*/ 0 h 519"/>
                      <a:gd name="T22" fmla="*/ 0 w 520"/>
                      <a:gd name="T23" fmla="*/ 0 h 519"/>
                      <a:gd name="T24" fmla="*/ 0 w 520"/>
                      <a:gd name="T25" fmla="*/ 0 h 519"/>
                      <a:gd name="T26" fmla="*/ 0 w 520"/>
                      <a:gd name="T27" fmla="*/ 0 h 519"/>
                      <a:gd name="T28" fmla="*/ 0 w 520"/>
                      <a:gd name="T29" fmla="*/ 0 h 519"/>
                      <a:gd name="T30" fmla="*/ 0 w 520"/>
                      <a:gd name="T31" fmla="*/ 0 h 519"/>
                      <a:gd name="T32" fmla="*/ 0 w 520"/>
                      <a:gd name="T33" fmla="*/ 0 h 519"/>
                      <a:gd name="T34" fmla="*/ 0 w 520"/>
                      <a:gd name="T35" fmla="*/ 0 h 519"/>
                      <a:gd name="T36" fmla="*/ 0 w 520"/>
                      <a:gd name="T37" fmla="*/ 0 h 519"/>
                      <a:gd name="T38" fmla="*/ 0 w 520"/>
                      <a:gd name="T39" fmla="*/ 0 h 519"/>
                      <a:gd name="T40" fmla="*/ 0 w 520"/>
                      <a:gd name="T41" fmla="*/ 0 h 519"/>
                      <a:gd name="T42" fmla="*/ 0 w 520"/>
                      <a:gd name="T43" fmla="*/ 0 h 519"/>
                      <a:gd name="T44" fmla="*/ 0 w 520"/>
                      <a:gd name="T45" fmla="*/ 0 h 519"/>
                      <a:gd name="T46" fmla="*/ 0 w 520"/>
                      <a:gd name="T47" fmla="*/ 0 h 519"/>
                      <a:gd name="T48" fmla="*/ 0 w 520"/>
                      <a:gd name="T49" fmla="*/ 0 h 519"/>
                      <a:gd name="T50" fmla="*/ 0 w 520"/>
                      <a:gd name="T51" fmla="*/ 0 h 519"/>
                      <a:gd name="T52" fmla="*/ 0 w 520"/>
                      <a:gd name="T53" fmla="*/ 0 h 519"/>
                      <a:gd name="T54" fmla="*/ 0 w 520"/>
                      <a:gd name="T55" fmla="*/ 0 h 519"/>
                      <a:gd name="T56" fmla="*/ 0 w 520"/>
                      <a:gd name="T57" fmla="*/ 0 h 519"/>
                      <a:gd name="T58" fmla="*/ 0 w 520"/>
                      <a:gd name="T59" fmla="*/ 0 h 519"/>
                      <a:gd name="T60" fmla="*/ 0 w 520"/>
                      <a:gd name="T61" fmla="*/ 0 h 519"/>
                      <a:gd name="T62" fmla="*/ 0 w 520"/>
                      <a:gd name="T63" fmla="*/ 0 h 519"/>
                      <a:gd name="T64" fmla="*/ 0 w 520"/>
                      <a:gd name="T65" fmla="*/ 0 h 519"/>
                      <a:gd name="T66" fmla="*/ 0 w 520"/>
                      <a:gd name="T67" fmla="*/ 0 h 5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19"/>
                      <a:gd name="T104" fmla="*/ 520 w 520"/>
                      <a:gd name="T105" fmla="*/ 519 h 51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19">
                        <a:moveTo>
                          <a:pt x="0" y="519"/>
                        </a:moveTo>
                        <a:lnTo>
                          <a:pt x="0" y="519"/>
                        </a:lnTo>
                        <a:lnTo>
                          <a:pt x="26" y="518"/>
                        </a:lnTo>
                        <a:lnTo>
                          <a:pt x="52" y="517"/>
                        </a:lnTo>
                        <a:lnTo>
                          <a:pt x="79" y="514"/>
                        </a:lnTo>
                        <a:lnTo>
                          <a:pt x="104" y="509"/>
                        </a:lnTo>
                        <a:lnTo>
                          <a:pt x="129" y="503"/>
                        </a:lnTo>
                        <a:lnTo>
                          <a:pt x="155" y="496"/>
                        </a:lnTo>
                        <a:lnTo>
                          <a:pt x="178" y="488"/>
                        </a:lnTo>
                        <a:lnTo>
                          <a:pt x="202" y="479"/>
                        </a:lnTo>
                        <a:lnTo>
                          <a:pt x="225" y="468"/>
                        </a:lnTo>
                        <a:lnTo>
                          <a:pt x="248" y="456"/>
                        </a:lnTo>
                        <a:lnTo>
                          <a:pt x="269" y="443"/>
                        </a:lnTo>
                        <a:lnTo>
                          <a:pt x="290" y="431"/>
                        </a:lnTo>
                        <a:lnTo>
                          <a:pt x="311" y="416"/>
                        </a:lnTo>
                        <a:lnTo>
                          <a:pt x="330" y="401"/>
                        </a:lnTo>
                        <a:lnTo>
                          <a:pt x="349" y="385"/>
                        </a:lnTo>
                        <a:lnTo>
                          <a:pt x="367" y="368"/>
                        </a:lnTo>
                        <a:lnTo>
                          <a:pt x="384" y="349"/>
                        </a:lnTo>
                        <a:lnTo>
                          <a:pt x="401" y="330"/>
                        </a:lnTo>
                        <a:lnTo>
                          <a:pt x="417" y="311"/>
                        </a:lnTo>
                        <a:lnTo>
                          <a:pt x="430" y="289"/>
                        </a:lnTo>
                        <a:lnTo>
                          <a:pt x="444" y="269"/>
                        </a:lnTo>
                        <a:lnTo>
                          <a:pt x="457" y="247"/>
                        </a:lnTo>
                        <a:lnTo>
                          <a:pt x="468" y="224"/>
                        </a:lnTo>
                        <a:lnTo>
                          <a:pt x="479" y="202"/>
                        </a:lnTo>
                        <a:lnTo>
                          <a:pt x="488" y="178"/>
                        </a:lnTo>
                        <a:lnTo>
                          <a:pt x="497" y="154"/>
                        </a:lnTo>
                        <a:lnTo>
                          <a:pt x="503" y="129"/>
                        </a:lnTo>
                        <a:lnTo>
                          <a:pt x="510" y="103"/>
                        </a:lnTo>
                        <a:lnTo>
                          <a:pt x="514" y="78"/>
                        </a:lnTo>
                        <a:lnTo>
                          <a:pt x="517" y="52"/>
                        </a:lnTo>
                        <a:lnTo>
                          <a:pt x="519" y="26"/>
                        </a:lnTo>
                        <a:lnTo>
                          <a:pt x="520" y="0"/>
                        </a:lnTo>
                        <a:lnTo>
                          <a:pt x="356" y="0"/>
                        </a:lnTo>
                        <a:lnTo>
                          <a:pt x="356" y="18"/>
                        </a:lnTo>
                        <a:lnTo>
                          <a:pt x="353" y="36"/>
                        </a:lnTo>
                        <a:lnTo>
                          <a:pt x="351" y="54"/>
                        </a:lnTo>
                        <a:lnTo>
                          <a:pt x="348" y="71"/>
                        </a:lnTo>
                        <a:lnTo>
                          <a:pt x="345" y="88"/>
                        </a:lnTo>
                        <a:lnTo>
                          <a:pt x="340" y="106"/>
                        </a:lnTo>
                        <a:lnTo>
                          <a:pt x="334" y="122"/>
                        </a:lnTo>
                        <a:lnTo>
                          <a:pt x="328" y="138"/>
                        </a:lnTo>
                        <a:lnTo>
                          <a:pt x="320" y="154"/>
                        </a:lnTo>
                        <a:lnTo>
                          <a:pt x="313" y="169"/>
                        </a:lnTo>
                        <a:lnTo>
                          <a:pt x="304" y="184"/>
                        </a:lnTo>
                        <a:lnTo>
                          <a:pt x="295" y="199"/>
                        </a:lnTo>
                        <a:lnTo>
                          <a:pt x="285" y="212"/>
                        </a:lnTo>
                        <a:lnTo>
                          <a:pt x="274" y="225"/>
                        </a:lnTo>
                        <a:lnTo>
                          <a:pt x="263" y="238"/>
                        </a:lnTo>
                        <a:lnTo>
                          <a:pt x="251" y="251"/>
                        </a:lnTo>
                        <a:lnTo>
                          <a:pt x="239" y="263"/>
                        </a:lnTo>
                        <a:lnTo>
                          <a:pt x="225" y="273"/>
                        </a:lnTo>
                        <a:lnTo>
                          <a:pt x="212" y="285"/>
                        </a:lnTo>
                        <a:lnTo>
                          <a:pt x="198" y="295"/>
                        </a:lnTo>
                        <a:lnTo>
                          <a:pt x="183" y="303"/>
                        </a:lnTo>
                        <a:lnTo>
                          <a:pt x="169" y="313"/>
                        </a:lnTo>
                        <a:lnTo>
                          <a:pt x="154" y="320"/>
                        </a:lnTo>
                        <a:lnTo>
                          <a:pt x="139" y="327"/>
                        </a:lnTo>
                        <a:lnTo>
                          <a:pt x="121" y="333"/>
                        </a:lnTo>
                        <a:lnTo>
                          <a:pt x="105" y="340"/>
                        </a:lnTo>
                        <a:lnTo>
                          <a:pt x="88" y="344"/>
                        </a:lnTo>
                        <a:lnTo>
                          <a:pt x="71" y="348"/>
                        </a:lnTo>
                        <a:lnTo>
                          <a:pt x="54" y="351"/>
                        </a:lnTo>
                        <a:lnTo>
                          <a:pt x="36" y="354"/>
                        </a:lnTo>
                        <a:lnTo>
                          <a:pt x="19" y="355"/>
                        </a:lnTo>
                        <a:lnTo>
                          <a:pt x="0" y="355"/>
                        </a:lnTo>
                        <a:lnTo>
                          <a:pt x="0" y="519"/>
                        </a:lnTo>
                        <a:close/>
                      </a:path>
                    </a:pathLst>
                  </a:custGeom>
                  <a:solidFill>
                    <a:srgbClr val="EF2B2F"/>
                  </a:solidFill>
                  <a:ln>
                    <a:noFill/>
                  </a:ln>
                </p:spPr>
                <p:txBody>
                  <a:bodyPr/>
                  <a:lstStyle/>
                  <a:p>
                    <a:pPr>
                      <a:defRPr/>
                    </a:pPr>
                    <a:endParaRPr lang="en-US" sz="1050">
                      <a:latin typeface="+mj-lt"/>
                    </a:endParaRPr>
                  </a:p>
                </p:txBody>
              </p:sp>
              <p:sp>
                <p:nvSpPr>
                  <p:cNvPr id="41828" name="Freeform 83">
                    <a:extLst>
                      <a:ext uri="{FF2B5EF4-FFF2-40B4-BE49-F238E27FC236}">
                        <a16:creationId xmlns="" xmlns:a16="http://schemas.microsoft.com/office/drawing/2014/main" id="{C4B2E205-3103-285C-4C0F-BBA0E12CAEF0}"/>
                      </a:ext>
                    </a:extLst>
                  </p:cNvPr>
                  <p:cNvSpPr>
                    <a:spLocks/>
                  </p:cNvSpPr>
                  <p:nvPr/>
                </p:nvSpPr>
                <p:spPr bwMode="auto">
                  <a:xfrm>
                    <a:off x="3238" y="2313"/>
                    <a:ext cx="86" cy="89"/>
                  </a:xfrm>
                  <a:custGeom>
                    <a:avLst/>
                    <a:gdLst>
                      <a:gd name="T0" fmla="*/ 0 w 520"/>
                      <a:gd name="T1" fmla="*/ 0 h 519"/>
                      <a:gd name="T2" fmla="*/ 0 w 520"/>
                      <a:gd name="T3" fmla="*/ 0 h 519"/>
                      <a:gd name="T4" fmla="*/ 0 w 520"/>
                      <a:gd name="T5" fmla="*/ 0 h 519"/>
                      <a:gd name="T6" fmla="*/ 0 w 520"/>
                      <a:gd name="T7" fmla="*/ 0 h 519"/>
                      <a:gd name="T8" fmla="*/ 0 w 520"/>
                      <a:gd name="T9" fmla="*/ 0 h 519"/>
                      <a:gd name="T10" fmla="*/ 0 w 520"/>
                      <a:gd name="T11" fmla="*/ 0 h 519"/>
                      <a:gd name="T12" fmla="*/ 0 w 520"/>
                      <a:gd name="T13" fmla="*/ 0 h 519"/>
                      <a:gd name="T14" fmla="*/ 0 w 520"/>
                      <a:gd name="T15" fmla="*/ 0 h 519"/>
                      <a:gd name="T16" fmla="*/ 0 w 520"/>
                      <a:gd name="T17" fmla="*/ 0 h 519"/>
                      <a:gd name="T18" fmla="*/ 0 w 520"/>
                      <a:gd name="T19" fmla="*/ 0 h 519"/>
                      <a:gd name="T20" fmla="*/ 0 w 520"/>
                      <a:gd name="T21" fmla="*/ 0 h 519"/>
                      <a:gd name="T22" fmla="*/ 0 w 520"/>
                      <a:gd name="T23" fmla="*/ 0 h 519"/>
                      <a:gd name="T24" fmla="*/ 0 w 520"/>
                      <a:gd name="T25" fmla="*/ 0 h 519"/>
                      <a:gd name="T26" fmla="*/ 0 w 520"/>
                      <a:gd name="T27" fmla="*/ 0 h 519"/>
                      <a:gd name="T28" fmla="*/ 0 w 520"/>
                      <a:gd name="T29" fmla="*/ 0 h 519"/>
                      <a:gd name="T30" fmla="*/ 0 w 520"/>
                      <a:gd name="T31" fmla="*/ 0 h 519"/>
                      <a:gd name="T32" fmla="*/ 0 w 520"/>
                      <a:gd name="T33" fmla="*/ 0 h 519"/>
                      <a:gd name="T34" fmla="*/ 0 w 520"/>
                      <a:gd name="T35" fmla="*/ 0 h 519"/>
                      <a:gd name="T36" fmla="*/ 0 w 520"/>
                      <a:gd name="T37" fmla="*/ 0 h 519"/>
                      <a:gd name="T38" fmla="*/ 0 w 520"/>
                      <a:gd name="T39" fmla="*/ 0 h 519"/>
                      <a:gd name="T40" fmla="*/ 0 w 520"/>
                      <a:gd name="T41" fmla="*/ 0 h 519"/>
                      <a:gd name="T42" fmla="*/ 0 w 520"/>
                      <a:gd name="T43" fmla="*/ 0 h 519"/>
                      <a:gd name="T44" fmla="*/ 0 w 520"/>
                      <a:gd name="T45" fmla="*/ 0 h 519"/>
                      <a:gd name="T46" fmla="*/ 0 w 520"/>
                      <a:gd name="T47" fmla="*/ 0 h 519"/>
                      <a:gd name="T48" fmla="*/ 0 w 520"/>
                      <a:gd name="T49" fmla="*/ 0 h 519"/>
                      <a:gd name="T50" fmla="*/ 0 w 520"/>
                      <a:gd name="T51" fmla="*/ 0 h 519"/>
                      <a:gd name="T52" fmla="*/ 0 w 520"/>
                      <a:gd name="T53" fmla="*/ 0 h 519"/>
                      <a:gd name="T54" fmla="*/ 0 w 520"/>
                      <a:gd name="T55" fmla="*/ 0 h 519"/>
                      <a:gd name="T56" fmla="*/ 0 w 520"/>
                      <a:gd name="T57" fmla="*/ 0 h 519"/>
                      <a:gd name="T58" fmla="*/ 0 w 520"/>
                      <a:gd name="T59" fmla="*/ 0 h 519"/>
                      <a:gd name="T60" fmla="*/ 0 w 520"/>
                      <a:gd name="T61" fmla="*/ 0 h 519"/>
                      <a:gd name="T62" fmla="*/ 0 w 520"/>
                      <a:gd name="T63" fmla="*/ 0 h 519"/>
                      <a:gd name="T64" fmla="*/ 0 w 520"/>
                      <a:gd name="T65" fmla="*/ 0 h 519"/>
                      <a:gd name="T66" fmla="*/ 0 w 520"/>
                      <a:gd name="T67" fmla="*/ 0 h 5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19"/>
                      <a:gd name="T104" fmla="*/ 520 w 520"/>
                      <a:gd name="T105" fmla="*/ 519 h 51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19">
                        <a:moveTo>
                          <a:pt x="0" y="0"/>
                        </a:moveTo>
                        <a:lnTo>
                          <a:pt x="0" y="0"/>
                        </a:lnTo>
                        <a:lnTo>
                          <a:pt x="0" y="25"/>
                        </a:lnTo>
                        <a:lnTo>
                          <a:pt x="2" y="52"/>
                        </a:lnTo>
                        <a:lnTo>
                          <a:pt x="5" y="78"/>
                        </a:lnTo>
                        <a:lnTo>
                          <a:pt x="11" y="103"/>
                        </a:lnTo>
                        <a:lnTo>
                          <a:pt x="16" y="129"/>
                        </a:lnTo>
                        <a:lnTo>
                          <a:pt x="24" y="154"/>
                        </a:lnTo>
                        <a:lnTo>
                          <a:pt x="31" y="178"/>
                        </a:lnTo>
                        <a:lnTo>
                          <a:pt x="41" y="202"/>
                        </a:lnTo>
                        <a:lnTo>
                          <a:pt x="51" y="224"/>
                        </a:lnTo>
                        <a:lnTo>
                          <a:pt x="63" y="247"/>
                        </a:lnTo>
                        <a:lnTo>
                          <a:pt x="75" y="269"/>
                        </a:lnTo>
                        <a:lnTo>
                          <a:pt x="89" y="289"/>
                        </a:lnTo>
                        <a:lnTo>
                          <a:pt x="103" y="311"/>
                        </a:lnTo>
                        <a:lnTo>
                          <a:pt x="119" y="330"/>
                        </a:lnTo>
                        <a:lnTo>
                          <a:pt x="135" y="349"/>
                        </a:lnTo>
                        <a:lnTo>
                          <a:pt x="152" y="368"/>
                        </a:lnTo>
                        <a:lnTo>
                          <a:pt x="170" y="385"/>
                        </a:lnTo>
                        <a:lnTo>
                          <a:pt x="189" y="401"/>
                        </a:lnTo>
                        <a:lnTo>
                          <a:pt x="208" y="416"/>
                        </a:lnTo>
                        <a:lnTo>
                          <a:pt x="229" y="431"/>
                        </a:lnTo>
                        <a:lnTo>
                          <a:pt x="250" y="443"/>
                        </a:lnTo>
                        <a:lnTo>
                          <a:pt x="272" y="456"/>
                        </a:lnTo>
                        <a:lnTo>
                          <a:pt x="294" y="468"/>
                        </a:lnTo>
                        <a:lnTo>
                          <a:pt x="318" y="479"/>
                        </a:lnTo>
                        <a:lnTo>
                          <a:pt x="341" y="488"/>
                        </a:lnTo>
                        <a:lnTo>
                          <a:pt x="366" y="496"/>
                        </a:lnTo>
                        <a:lnTo>
                          <a:pt x="390" y="503"/>
                        </a:lnTo>
                        <a:lnTo>
                          <a:pt x="415" y="509"/>
                        </a:lnTo>
                        <a:lnTo>
                          <a:pt x="440" y="514"/>
                        </a:lnTo>
                        <a:lnTo>
                          <a:pt x="467" y="517"/>
                        </a:lnTo>
                        <a:lnTo>
                          <a:pt x="494" y="518"/>
                        </a:lnTo>
                        <a:lnTo>
                          <a:pt x="520" y="519"/>
                        </a:lnTo>
                        <a:lnTo>
                          <a:pt x="520" y="355"/>
                        </a:lnTo>
                        <a:lnTo>
                          <a:pt x="501" y="355"/>
                        </a:lnTo>
                        <a:lnTo>
                          <a:pt x="483" y="354"/>
                        </a:lnTo>
                        <a:lnTo>
                          <a:pt x="465" y="351"/>
                        </a:lnTo>
                        <a:lnTo>
                          <a:pt x="448" y="348"/>
                        </a:lnTo>
                        <a:lnTo>
                          <a:pt x="431" y="344"/>
                        </a:lnTo>
                        <a:lnTo>
                          <a:pt x="414" y="340"/>
                        </a:lnTo>
                        <a:lnTo>
                          <a:pt x="398" y="333"/>
                        </a:lnTo>
                        <a:lnTo>
                          <a:pt x="382" y="327"/>
                        </a:lnTo>
                        <a:lnTo>
                          <a:pt x="366" y="320"/>
                        </a:lnTo>
                        <a:lnTo>
                          <a:pt x="351" y="313"/>
                        </a:lnTo>
                        <a:lnTo>
                          <a:pt x="336" y="303"/>
                        </a:lnTo>
                        <a:lnTo>
                          <a:pt x="321" y="295"/>
                        </a:lnTo>
                        <a:lnTo>
                          <a:pt x="307" y="285"/>
                        </a:lnTo>
                        <a:lnTo>
                          <a:pt x="294" y="273"/>
                        </a:lnTo>
                        <a:lnTo>
                          <a:pt x="281" y="263"/>
                        </a:lnTo>
                        <a:lnTo>
                          <a:pt x="268" y="251"/>
                        </a:lnTo>
                        <a:lnTo>
                          <a:pt x="257" y="238"/>
                        </a:lnTo>
                        <a:lnTo>
                          <a:pt x="245" y="225"/>
                        </a:lnTo>
                        <a:lnTo>
                          <a:pt x="235" y="212"/>
                        </a:lnTo>
                        <a:lnTo>
                          <a:pt x="225" y="199"/>
                        </a:lnTo>
                        <a:lnTo>
                          <a:pt x="215" y="184"/>
                        </a:lnTo>
                        <a:lnTo>
                          <a:pt x="206" y="169"/>
                        </a:lnTo>
                        <a:lnTo>
                          <a:pt x="199" y="154"/>
                        </a:lnTo>
                        <a:lnTo>
                          <a:pt x="191" y="138"/>
                        </a:lnTo>
                        <a:lnTo>
                          <a:pt x="186" y="122"/>
                        </a:lnTo>
                        <a:lnTo>
                          <a:pt x="180" y="106"/>
                        </a:lnTo>
                        <a:lnTo>
                          <a:pt x="175" y="88"/>
                        </a:lnTo>
                        <a:lnTo>
                          <a:pt x="171" y="71"/>
                        </a:lnTo>
                        <a:lnTo>
                          <a:pt x="168" y="54"/>
                        </a:lnTo>
                        <a:lnTo>
                          <a:pt x="166" y="36"/>
                        </a:lnTo>
                        <a:lnTo>
                          <a:pt x="165" y="18"/>
                        </a:lnTo>
                        <a:lnTo>
                          <a:pt x="165" y="0"/>
                        </a:lnTo>
                        <a:lnTo>
                          <a:pt x="0" y="0"/>
                        </a:lnTo>
                        <a:close/>
                      </a:path>
                    </a:pathLst>
                  </a:custGeom>
                  <a:solidFill>
                    <a:srgbClr val="EF2B2F"/>
                  </a:solidFill>
                  <a:ln>
                    <a:noFill/>
                  </a:ln>
                </p:spPr>
                <p:txBody>
                  <a:bodyPr/>
                  <a:lstStyle/>
                  <a:p>
                    <a:pPr>
                      <a:defRPr/>
                    </a:pPr>
                    <a:endParaRPr lang="en-US" sz="1050">
                      <a:latin typeface="+mj-lt"/>
                    </a:endParaRPr>
                  </a:p>
                </p:txBody>
              </p:sp>
              <p:sp>
                <p:nvSpPr>
                  <p:cNvPr id="41829" name="Freeform 84">
                    <a:extLst>
                      <a:ext uri="{FF2B5EF4-FFF2-40B4-BE49-F238E27FC236}">
                        <a16:creationId xmlns="" xmlns:a16="http://schemas.microsoft.com/office/drawing/2014/main" id="{C2FB0F9F-0299-F8CC-C5F7-4CB4D6BD574C}"/>
                      </a:ext>
                    </a:extLst>
                  </p:cNvPr>
                  <p:cNvSpPr>
                    <a:spLocks/>
                  </p:cNvSpPr>
                  <p:nvPr/>
                </p:nvSpPr>
                <p:spPr bwMode="auto">
                  <a:xfrm>
                    <a:off x="3238" y="2228"/>
                    <a:ext cx="86" cy="85"/>
                  </a:xfrm>
                  <a:custGeom>
                    <a:avLst/>
                    <a:gdLst>
                      <a:gd name="T0" fmla="*/ 0 w 520"/>
                      <a:gd name="T1" fmla="*/ 0 h 521"/>
                      <a:gd name="T2" fmla="*/ 0 w 520"/>
                      <a:gd name="T3" fmla="*/ 0 h 521"/>
                      <a:gd name="T4" fmla="*/ 0 w 520"/>
                      <a:gd name="T5" fmla="*/ 0 h 521"/>
                      <a:gd name="T6" fmla="*/ 0 w 520"/>
                      <a:gd name="T7" fmla="*/ 0 h 521"/>
                      <a:gd name="T8" fmla="*/ 0 w 520"/>
                      <a:gd name="T9" fmla="*/ 0 h 521"/>
                      <a:gd name="T10" fmla="*/ 0 w 520"/>
                      <a:gd name="T11" fmla="*/ 0 h 521"/>
                      <a:gd name="T12" fmla="*/ 0 w 520"/>
                      <a:gd name="T13" fmla="*/ 0 h 521"/>
                      <a:gd name="T14" fmla="*/ 0 w 520"/>
                      <a:gd name="T15" fmla="*/ 0 h 521"/>
                      <a:gd name="T16" fmla="*/ 0 w 520"/>
                      <a:gd name="T17" fmla="*/ 0 h 521"/>
                      <a:gd name="T18" fmla="*/ 0 w 520"/>
                      <a:gd name="T19" fmla="*/ 0 h 521"/>
                      <a:gd name="T20" fmla="*/ 0 w 520"/>
                      <a:gd name="T21" fmla="*/ 0 h 521"/>
                      <a:gd name="T22" fmla="*/ 0 w 520"/>
                      <a:gd name="T23" fmla="*/ 0 h 521"/>
                      <a:gd name="T24" fmla="*/ 0 w 520"/>
                      <a:gd name="T25" fmla="*/ 0 h 521"/>
                      <a:gd name="T26" fmla="*/ 0 w 520"/>
                      <a:gd name="T27" fmla="*/ 0 h 521"/>
                      <a:gd name="T28" fmla="*/ 0 w 520"/>
                      <a:gd name="T29" fmla="*/ 0 h 521"/>
                      <a:gd name="T30" fmla="*/ 0 w 520"/>
                      <a:gd name="T31" fmla="*/ 0 h 521"/>
                      <a:gd name="T32" fmla="*/ 0 w 520"/>
                      <a:gd name="T33" fmla="*/ 0 h 521"/>
                      <a:gd name="T34" fmla="*/ 0 w 520"/>
                      <a:gd name="T35" fmla="*/ 0 h 521"/>
                      <a:gd name="T36" fmla="*/ 0 w 520"/>
                      <a:gd name="T37" fmla="*/ 0 h 521"/>
                      <a:gd name="T38" fmla="*/ 0 w 520"/>
                      <a:gd name="T39" fmla="*/ 0 h 521"/>
                      <a:gd name="T40" fmla="*/ 0 w 520"/>
                      <a:gd name="T41" fmla="*/ 0 h 521"/>
                      <a:gd name="T42" fmla="*/ 0 w 520"/>
                      <a:gd name="T43" fmla="*/ 0 h 521"/>
                      <a:gd name="T44" fmla="*/ 0 w 520"/>
                      <a:gd name="T45" fmla="*/ 0 h 521"/>
                      <a:gd name="T46" fmla="*/ 0 w 520"/>
                      <a:gd name="T47" fmla="*/ 0 h 521"/>
                      <a:gd name="T48" fmla="*/ 0 w 520"/>
                      <a:gd name="T49" fmla="*/ 0 h 521"/>
                      <a:gd name="T50" fmla="*/ 0 w 520"/>
                      <a:gd name="T51" fmla="*/ 0 h 521"/>
                      <a:gd name="T52" fmla="*/ 0 w 520"/>
                      <a:gd name="T53" fmla="*/ 0 h 521"/>
                      <a:gd name="T54" fmla="*/ 0 w 520"/>
                      <a:gd name="T55" fmla="*/ 0 h 521"/>
                      <a:gd name="T56" fmla="*/ 0 w 520"/>
                      <a:gd name="T57" fmla="*/ 0 h 521"/>
                      <a:gd name="T58" fmla="*/ 0 w 520"/>
                      <a:gd name="T59" fmla="*/ 0 h 521"/>
                      <a:gd name="T60" fmla="*/ 0 w 520"/>
                      <a:gd name="T61" fmla="*/ 0 h 521"/>
                      <a:gd name="T62" fmla="*/ 0 w 520"/>
                      <a:gd name="T63" fmla="*/ 0 h 521"/>
                      <a:gd name="T64" fmla="*/ 0 w 520"/>
                      <a:gd name="T65" fmla="*/ 0 h 521"/>
                      <a:gd name="T66" fmla="*/ 0 w 520"/>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1"/>
                      <a:gd name="T104" fmla="*/ 520 w 520"/>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1">
                        <a:moveTo>
                          <a:pt x="520" y="0"/>
                        </a:moveTo>
                        <a:lnTo>
                          <a:pt x="520" y="0"/>
                        </a:lnTo>
                        <a:lnTo>
                          <a:pt x="493" y="1"/>
                        </a:lnTo>
                        <a:lnTo>
                          <a:pt x="467" y="3"/>
                        </a:lnTo>
                        <a:lnTo>
                          <a:pt x="440" y="6"/>
                        </a:lnTo>
                        <a:lnTo>
                          <a:pt x="415" y="11"/>
                        </a:lnTo>
                        <a:lnTo>
                          <a:pt x="390" y="17"/>
                        </a:lnTo>
                        <a:lnTo>
                          <a:pt x="366" y="23"/>
                        </a:lnTo>
                        <a:lnTo>
                          <a:pt x="341" y="32"/>
                        </a:lnTo>
                        <a:lnTo>
                          <a:pt x="318" y="42"/>
                        </a:lnTo>
                        <a:lnTo>
                          <a:pt x="294" y="52"/>
                        </a:lnTo>
                        <a:lnTo>
                          <a:pt x="272" y="63"/>
                        </a:lnTo>
                        <a:lnTo>
                          <a:pt x="250" y="76"/>
                        </a:lnTo>
                        <a:lnTo>
                          <a:pt x="229" y="90"/>
                        </a:lnTo>
                        <a:lnTo>
                          <a:pt x="208" y="104"/>
                        </a:lnTo>
                        <a:lnTo>
                          <a:pt x="189" y="120"/>
                        </a:lnTo>
                        <a:lnTo>
                          <a:pt x="170" y="136"/>
                        </a:lnTo>
                        <a:lnTo>
                          <a:pt x="152" y="153"/>
                        </a:lnTo>
                        <a:lnTo>
                          <a:pt x="135" y="171"/>
                        </a:lnTo>
                        <a:lnTo>
                          <a:pt x="119" y="190"/>
                        </a:lnTo>
                        <a:lnTo>
                          <a:pt x="103" y="209"/>
                        </a:lnTo>
                        <a:lnTo>
                          <a:pt x="89" y="230"/>
                        </a:lnTo>
                        <a:lnTo>
                          <a:pt x="75" y="251"/>
                        </a:lnTo>
                        <a:lnTo>
                          <a:pt x="63" y="273"/>
                        </a:lnTo>
                        <a:lnTo>
                          <a:pt x="51" y="295"/>
                        </a:lnTo>
                        <a:lnTo>
                          <a:pt x="41" y="319"/>
                        </a:lnTo>
                        <a:lnTo>
                          <a:pt x="31" y="342"/>
                        </a:lnTo>
                        <a:lnTo>
                          <a:pt x="24" y="366"/>
                        </a:lnTo>
                        <a:lnTo>
                          <a:pt x="16" y="391"/>
                        </a:lnTo>
                        <a:lnTo>
                          <a:pt x="11" y="416"/>
                        </a:lnTo>
                        <a:lnTo>
                          <a:pt x="5" y="442"/>
                        </a:lnTo>
                        <a:lnTo>
                          <a:pt x="2" y="467"/>
                        </a:lnTo>
                        <a:lnTo>
                          <a:pt x="0" y="494"/>
                        </a:lnTo>
                        <a:lnTo>
                          <a:pt x="0" y="521"/>
                        </a:lnTo>
                        <a:lnTo>
                          <a:pt x="165" y="521"/>
                        </a:lnTo>
                        <a:lnTo>
                          <a:pt x="165" y="501"/>
                        </a:lnTo>
                        <a:lnTo>
                          <a:pt x="166" y="484"/>
                        </a:lnTo>
                        <a:lnTo>
                          <a:pt x="168" y="466"/>
                        </a:lnTo>
                        <a:lnTo>
                          <a:pt x="171" y="449"/>
                        </a:lnTo>
                        <a:lnTo>
                          <a:pt x="175" y="432"/>
                        </a:lnTo>
                        <a:lnTo>
                          <a:pt x="180" y="415"/>
                        </a:lnTo>
                        <a:lnTo>
                          <a:pt x="186" y="399"/>
                        </a:lnTo>
                        <a:lnTo>
                          <a:pt x="191" y="382"/>
                        </a:lnTo>
                        <a:lnTo>
                          <a:pt x="199" y="367"/>
                        </a:lnTo>
                        <a:lnTo>
                          <a:pt x="206" y="352"/>
                        </a:lnTo>
                        <a:lnTo>
                          <a:pt x="215" y="337"/>
                        </a:lnTo>
                        <a:lnTo>
                          <a:pt x="225" y="322"/>
                        </a:lnTo>
                        <a:lnTo>
                          <a:pt x="235" y="308"/>
                        </a:lnTo>
                        <a:lnTo>
                          <a:pt x="245" y="294"/>
                        </a:lnTo>
                        <a:lnTo>
                          <a:pt x="257" y="281"/>
                        </a:lnTo>
                        <a:lnTo>
                          <a:pt x="268" y="269"/>
                        </a:lnTo>
                        <a:lnTo>
                          <a:pt x="281" y="258"/>
                        </a:lnTo>
                        <a:lnTo>
                          <a:pt x="294" y="246"/>
                        </a:lnTo>
                        <a:lnTo>
                          <a:pt x="307" y="235"/>
                        </a:lnTo>
                        <a:lnTo>
                          <a:pt x="321" y="226"/>
                        </a:lnTo>
                        <a:lnTo>
                          <a:pt x="336" y="216"/>
                        </a:lnTo>
                        <a:lnTo>
                          <a:pt x="351" y="207"/>
                        </a:lnTo>
                        <a:lnTo>
                          <a:pt x="366" y="200"/>
                        </a:lnTo>
                        <a:lnTo>
                          <a:pt x="382" y="192"/>
                        </a:lnTo>
                        <a:lnTo>
                          <a:pt x="398" y="186"/>
                        </a:lnTo>
                        <a:lnTo>
                          <a:pt x="414" y="181"/>
                        </a:lnTo>
                        <a:lnTo>
                          <a:pt x="431" y="175"/>
                        </a:lnTo>
                        <a:lnTo>
                          <a:pt x="448" y="172"/>
                        </a:lnTo>
                        <a:lnTo>
                          <a:pt x="465" y="169"/>
                        </a:lnTo>
                        <a:lnTo>
                          <a:pt x="483" y="167"/>
                        </a:lnTo>
                        <a:lnTo>
                          <a:pt x="501" y="165"/>
                        </a:lnTo>
                        <a:lnTo>
                          <a:pt x="520" y="165"/>
                        </a:lnTo>
                        <a:lnTo>
                          <a:pt x="520" y="0"/>
                        </a:lnTo>
                        <a:close/>
                      </a:path>
                    </a:pathLst>
                  </a:custGeom>
                  <a:solidFill>
                    <a:srgbClr val="EF2B2F"/>
                  </a:solidFill>
                  <a:ln>
                    <a:noFill/>
                  </a:ln>
                </p:spPr>
                <p:txBody>
                  <a:bodyPr/>
                  <a:lstStyle/>
                  <a:p>
                    <a:pPr>
                      <a:defRPr/>
                    </a:pPr>
                    <a:endParaRPr lang="en-US" sz="1050">
                      <a:latin typeface="+mj-lt"/>
                    </a:endParaRPr>
                  </a:p>
                </p:txBody>
              </p:sp>
              <p:sp>
                <p:nvSpPr>
                  <p:cNvPr id="41830" name="Freeform 85">
                    <a:extLst>
                      <a:ext uri="{FF2B5EF4-FFF2-40B4-BE49-F238E27FC236}">
                        <a16:creationId xmlns="" xmlns:a16="http://schemas.microsoft.com/office/drawing/2014/main" id="{547E15EA-84E7-6D4A-E719-88AA8A741D40}"/>
                      </a:ext>
                    </a:extLst>
                  </p:cNvPr>
                  <p:cNvSpPr>
                    <a:spLocks/>
                  </p:cNvSpPr>
                  <p:nvPr/>
                </p:nvSpPr>
                <p:spPr bwMode="auto">
                  <a:xfrm>
                    <a:off x="3207" y="2099"/>
                    <a:ext cx="149" cy="148"/>
                  </a:xfrm>
                  <a:custGeom>
                    <a:avLst/>
                    <a:gdLst>
                      <a:gd name="T0" fmla="*/ 0 w 877"/>
                      <a:gd name="T1" fmla="*/ 0 h 877"/>
                      <a:gd name="T2" fmla="*/ 0 w 877"/>
                      <a:gd name="T3" fmla="*/ 0 h 877"/>
                      <a:gd name="T4" fmla="*/ 0 w 877"/>
                      <a:gd name="T5" fmla="*/ 0 h 877"/>
                      <a:gd name="T6" fmla="*/ 0 w 877"/>
                      <a:gd name="T7" fmla="*/ 0 h 877"/>
                      <a:gd name="T8" fmla="*/ 0 w 877"/>
                      <a:gd name="T9" fmla="*/ 0 h 877"/>
                      <a:gd name="T10" fmla="*/ 0 w 877"/>
                      <a:gd name="T11" fmla="*/ 0 h 877"/>
                      <a:gd name="T12" fmla="*/ 0 w 877"/>
                      <a:gd name="T13" fmla="*/ 0 h 877"/>
                      <a:gd name="T14" fmla="*/ 0 w 877"/>
                      <a:gd name="T15" fmla="*/ 0 h 877"/>
                      <a:gd name="T16" fmla="*/ 0 w 877"/>
                      <a:gd name="T17" fmla="*/ 0 h 877"/>
                      <a:gd name="T18" fmla="*/ 0 w 877"/>
                      <a:gd name="T19" fmla="*/ 0 h 877"/>
                      <a:gd name="T20" fmla="*/ 0 w 877"/>
                      <a:gd name="T21" fmla="*/ 0 h 877"/>
                      <a:gd name="T22" fmla="*/ 0 w 877"/>
                      <a:gd name="T23" fmla="*/ 0 h 877"/>
                      <a:gd name="T24" fmla="*/ 0 w 877"/>
                      <a:gd name="T25" fmla="*/ 0 h 877"/>
                      <a:gd name="T26" fmla="*/ 0 w 877"/>
                      <a:gd name="T27" fmla="*/ 0 h 877"/>
                      <a:gd name="T28" fmla="*/ 0 w 877"/>
                      <a:gd name="T29" fmla="*/ 0 h 877"/>
                      <a:gd name="T30" fmla="*/ 0 w 877"/>
                      <a:gd name="T31" fmla="*/ 0 h 877"/>
                      <a:gd name="T32" fmla="*/ 0 w 877"/>
                      <a:gd name="T33" fmla="*/ 0 h 877"/>
                      <a:gd name="T34" fmla="*/ 0 w 877"/>
                      <a:gd name="T35" fmla="*/ 0 h 877"/>
                      <a:gd name="T36" fmla="*/ 0 w 877"/>
                      <a:gd name="T37" fmla="*/ 0 h 877"/>
                      <a:gd name="T38" fmla="*/ 0 w 877"/>
                      <a:gd name="T39" fmla="*/ 0 h 877"/>
                      <a:gd name="T40" fmla="*/ 0 w 877"/>
                      <a:gd name="T41" fmla="*/ 0 h 877"/>
                      <a:gd name="T42" fmla="*/ 0 w 877"/>
                      <a:gd name="T43" fmla="*/ 0 h 877"/>
                      <a:gd name="T44" fmla="*/ 0 w 877"/>
                      <a:gd name="T45" fmla="*/ 0 h 877"/>
                      <a:gd name="T46" fmla="*/ 0 w 877"/>
                      <a:gd name="T47" fmla="*/ 0 h 877"/>
                      <a:gd name="T48" fmla="*/ 0 w 877"/>
                      <a:gd name="T49" fmla="*/ 0 h 877"/>
                      <a:gd name="T50" fmla="*/ 0 w 877"/>
                      <a:gd name="T51" fmla="*/ 0 h 877"/>
                      <a:gd name="T52" fmla="*/ 0 w 877"/>
                      <a:gd name="T53" fmla="*/ 0 h 877"/>
                      <a:gd name="T54" fmla="*/ 0 w 877"/>
                      <a:gd name="T55" fmla="*/ 0 h 877"/>
                      <a:gd name="T56" fmla="*/ 0 w 877"/>
                      <a:gd name="T57" fmla="*/ 0 h 877"/>
                      <a:gd name="T58" fmla="*/ 0 w 877"/>
                      <a:gd name="T59" fmla="*/ 0 h 877"/>
                      <a:gd name="T60" fmla="*/ 0 w 877"/>
                      <a:gd name="T61" fmla="*/ 0 h 877"/>
                      <a:gd name="T62" fmla="*/ 0 w 877"/>
                      <a:gd name="T63" fmla="*/ 0 h 877"/>
                      <a:gd name="T64" fmla="*/ 0 w 877"/>
                      <a:gd name="T65" fmla="*/ 0 h 877"/>
                      <a:gd name="T66" fmla="*/ 0 w 877"/>
                      <a:gd name="T67" fmla="*/ 0 h 877"/>
                      <a:gd name="T68" fmla="*/ 0 w 877"/>
                      <a:gd name="T69" fmla="*/ 0 h 877"/>
                      <a:gd name="T70" fmla="*/ 0 w 877"/>
                      <a:gd name="T71" fmla="*/ 0 h 877"/>
                      <a:gd name="T72" fmla="*/ 0 w 877"/>
                      <a:gd name="T73" fmla="*/ 0 h 877"/>
                      <a:gd name="T74" fmla="*/ 0 w 877"/>
                      <a:gd name="T75" fmla="*/ 0 h 877"/>
                      <a:gd name="T76" fmla="*/ 0 w 877"/>
                      <a:gd name="T77" fmla="*/ 0 h 877"/>
                      <a:gd name="T78" fmla="*/ 0 w 877"/>
                      <a:gd name="T79" fmla="*/ 0 h 877"/>
                      <a:gd name="T80" fmla="*/ 0 w 877"/>
                      <a:gd name="T81" fmla="*/ 0 h 877"/>
                      <a:gd name="T82" fmla="*/ 0 w 877"/>
                      <a:gd name="T83" fmla="*/ 0 h 877"/>
                      <a:gd name="T84" fmla="*/ 0 w 877"/>
                      <a:gd name="T85" fmla="*/ 0 h 8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77"/>
                      <a:gd name="T130" fmla="*/ 0 h 877"/>
                      <a:gd name="T131" fmla="*/ 877 w 877"/>
                      <a:gd name="T132" fmla="*/ 877 h 8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77" h="877">
                        <a:moveTo>
                          <a:pt x="439" y="0"/>
                        </a:moveTo>
                        <a:lnTo>
                          <a:pt x="461" y="1"/>
                        </a:lnTo>
                        <a:lnTo>
                          <a:pt x="483" y="3"/>
                        </a:lnTo>
                        <a:lnTo>
                          <a:pt x="505" y="5"/>
                        </a:lnTo>
                        <a:lnTo>
                          <a:pt x="526" y="9"/>
                        </a:lnTo>
                        <a:lnTo>
                          <a:pt x="548" y="14"/>
                        </a:lnTo>
                        <a:lnTo>
                          <a:pt x="569" y="20"/>
                        </a:lnTo>
                        <a:lnTo>
                          <a:pt x="589" y="27"/>
                        </a:lnTo>
                        <a:lnTo>
                          <a:pt x="609" y="35"/>
                        </a:lnTo>
                        <a:lnTo>
                          <a:pt x="628" y="44"/>
                        </a:lnTo>
                        <a:lnTo>
                          <a:pt x="647" y="53"/>
                        </a:lnTo>
                        <a:lnTo>
                          <a:pt x="665" y="64"/>
                        </a:lnTo>
                        <a:lnTo>
                          <a:pt x="683" y="76"/>
                        </a:lnTo>
                        <a:lnTo>
                          <a:pt x="700" y="88"/>
                        </a:lnTo>
                        <a:lnTo>
                          <a:pt x="717" y="100"/>
                        </a:lnTo>
                        <a:lnTo>
                          <a:pt x="733" y="114"/>
                        </a:lnTo>
                        <a:lnTo>
                          <a:pt x="748" y="129"/>
                        </a:lnTo>
                        <a:lnTo>
                          <a:pt x="762" y="144"/>
                        </a:lnTo>
                        <a:lnTo>
                          <a:pt x="776" y="160"/>
                        </a:lnTo>
                        <a:lnTo>
                          <a:pt x="789" y="176"/>
                        </a:lnTo>
                        <a:lnTo>
                          <a:pt x="801" y="193"/>
                        </a:lnTo>
                        <a:lnTo>
                          <a:pt x="813" y="212"/>
                        </a:lnTo>
                        <a:lnTo>
                          <a:pt x="823" y="230"/>
                        </a:lnTo>
                        <a:lnTo>
                          <a:pt x="833" y="249"/>
                        </a:lnTo>
                        <a:lnTo>
                          <a:pt x="842" y="268"/>
                        </a:lnTo>
                        <a:lnTo>
                          <a:pt x="850" y="289"/>
                        </a:lnTo>
                        <a:lnTo>
                          <a:pt x="857" y="309"/>
                        </a:lnTo>
                        <a:lnTo>
                          <a:pt x="863" y="329"/>
                        </a:lnTo>
                        <a:lnTo>
                          <a:pt x="867" y="351"/>
                        </a:lnTo>
                        <a:lnTo>
                          <a:pt x="872" y="372"/>
                        </a:lnTo>
                        <a:lnTo>
                          <a:pt x="874" y="393"/>
                        </a:lnTo>
                        <a:lnTo>
                          <a:pt x="876" y="416"/>
                        </a:lnTo>
                        <a:lnTo>
                          <a:pt x="877" y="438"/>
                        </a:lnTo>
                        <a:lnTo>
                          <a:pt x="876" y="461"/>
                        </a:lnTo>
                        <a:lnTo>
                          <a:pt x="874" y="483"/>
                        </a:lnTo>
                        <a:lnTo>
                          <a:pt x="872" y="505"/>
                        </a:lnTo>
                        <a:lnTo>
                          <a:pt x="867" y="527"/>
                        </a:lnTo>
                        <a:lnTo>
                          <a:pt x="863" y="547"/>
                        </a:lnTo>
                        <a:lnTo>
                          <a:pt x="857" y="569"/>
                        </a:lnTo>
                        <a:lnTo>
                          <a:pt x="850" y="589"/>
                        </a:lnTo>
                        <a:lnTo>
                          <a:pt x="842" y="608"/>
                        </a:lnTo>
                        <a:lnTo>
                          <a:pt x="833" y="629"/>
                        </a:lnTo>
                        <a:lnTo>
                          <a:pt x="823" y="647"/>
                        </a:lnTo>
                        <a:lnTo>
                          <a:pt x="813" y="665"/>
                        </a:lnTo>
                        <a:lnTo>
                          <a:pt x="801" y="683"/>
                        </a:lnTo>
                        <a:lnTo>
                          <a:pt x="789" y="700"/>
                        </a:lnTo>
                        <a:lnTo>
                          <a:pt x="776" y="716"/>
                        </a:lnTo>
                        <a:lnTo>
                          <a:pt x="762" y="732"/>
                        </a:lnTo>
                        <a:lnTo>
                          <a:pt x="748" y="748"/>
                        </a:lnTo>
                        <a:lnTo>
                          <a:pt x="733" y="762"/>
                        </a:lnTo>
                        <a:lnTo>
                          <a:pt x="717" y="776"/>
                        </a:lnTo>
                        <a:lnTo>
                          <a:pt x="700" y="789"/>
                        </a:lnTo>
                        <a:lnTo>
                          <a:pt x="683" y="802"/>
                        </a:lnTo>
                        <a:lnTo>
                          <a:pt x="665" y="813"/>
                        </a:lnTo>
                        <a:lnTo>
                          <a:pt x="647" y="823"/>
                        </a:lnTo>
                        <a:lnTo>
                          <a:pt x="628" y="833"/>
                        </a:lnTo>
                        <a:lnTo>
                          <a:pt x="609" y="842"/>
                        </a:lnTo>
                        <a:lnTo>
                          <a:pt x="589" y="850"/>
                        </a:lnTo>
                        <a:lnTo>
                          <a:pt x="569" y="856"/>
                        </a:lnTo>
                        <a:lnTo>
                          <a:pt x="548" y="863"/>
                        </a:lnTo>
                        <a:lnTo>
                          <a:pt x="526" y="867"/>
                        </a:lnTo>
                        <a:lnTo>
                          <a:pt x="505" y="871"/>
                        </a:lnTo>
                        <a:lnTo>
                          <a:pt x="483" y="875"/>
                        </a:lnTo>
                        <a:lnTo>
                          <a:pt x="461" y="876"/>
                        </a:lnTo>
                        <a:lnTo>
                          <a:pt x="439" y="877"/>
                        </a:lnTo>
                        <a:lnTo>
                          <a:pt x="416" y="876"/>
                        </a:lnTo>
                        <a:lnTo>
                          <a:pt x="394" y="875"/>
                        </a:lnTo>
                        <a:lnTo>
                          <a:pt x="372" y="871"/>
                        </a:lnTo>
                        <a:lnTo>
                          <a:pt x="351" y="867"/>
                        </a:lnTo>
                        <a:lnTo>
                          <a:pt x="329" y="863"/>
                        </a:lnTo>
                        <a:lnTo>
                          <a:pt x="308" y="856"/>
                        </a:lnTo>
                        <a:lnTo>
                          <a:pt x="288" y="850"/>
                        </a:lnTo>
                        <a:lnTo>
                          <a:pt x="269" y="842"/>
                        </a:lnTo>
                        <a:lnTo>
                          <a:pt x="249" y="833"/>
                        </a:lnTo>
                        <a:lnTo>
                          <a:pt x="230" y="823"/>
                        </a:lnTo>
                        <a:lnTo>
                          <a:pt x="212" y="813"/>
                        </a:lnTo>
                        <a:lnTo>
                          <a:pt x="194" y="802"/>
                        </a:lnTo>
                        <a:lnTo>
                          <a:pt x="177" y="789"/>
                        </a:lnTo>
                        <a:lnTo>
                          <a:pt x="161" y="776"/>
                        </a:lnTo>
                        <a:lnTo>
                          <a:pt x="145" y="762"/>
                        </a:lnTo>
                        <a:lnTo>
                          <a:pt x="130" y="748"/>
                        </a:lnTo>
                        <a:lnTo>
                          <a:pt x="115" y="732"/>
                        </a:lnTo>
                        <a:lnTo>
                          <a:pt x="101" y="716"/>
                        </a:lnTo>
                        <a:lnTo>
                          <a:pt x="88" y="700"/>
                        </a:lnTo>
                        <a:lnTo>
                          <a:pt x="76" y="683"/>
                        </a:lnTo>
                        <a:lnTo>
                          <a:pt x="64" y="665"/>
                        </a:lnTo>
                        <a:lnTo>
                          <a:pt x="54" y="647"/>
                        </a:lnTo>
                        <a:lnTo>
                          <a:pt x="44" y="629"/>
                        </a:lnTo>
                        <a:lnTo>
                          <a:pt x="35" y="608"/>
                        </a:lnTo>
                        <a:lnTo>
                          <a:pt x="27" y="589"/>
                        </a:lnTo>
                        <a:lnTo>
                          <a:pt x="21" y="569"/>
                        </a:lnTo>
                        <a:lnTo>
                          <a:pt x="14" y="547"/>
                        </a:lnTo>
                        <a:lnTo>
                          <a:pt x="10" y="527"/>
                        </a:lnTo>
                        <a:lnTo>
                          <a:pt x="6" y="505"/>
                        </a:lnTo>
                        <a:lnTo>
                          <a:pt x="3" y="483"/>
                        </a:lnTo>
                        <a:lnTo>
                          <a:pt x="1" y="461"/>
                        </a:lnTo>
                        <a:lnTo>
                          <a:pt x="0" y="438"/>
                        </a:lnTo>
                        <a:lnTo>
                          <a:pt x="1" y="416"/>
                        </a:lnTo>
                        <a:lnTo>
                          <a:pt x="3" y="393"/>
                        </a:lnTo>
                        <a:lnTo>
                          <a:pt x="6" y="372"/>
                        </a:lnTo>
                        <a:lnTo>
                          <a:pt x="10" y="351"/>
                        </a:lnTo>
                        <a:lnTo>
                          <a:pt x="14" y="329"/>
                        </a:lnTo>
                        <a:lnTo>
                          <a:pt x="21" y="309"/>
                        </a:lnTo>
                        <a:lnTo>
                          <a:pt x="27" y="289"/>
                        </a:lnTo>
                        <a:lnTo>
                          <a:pt x="35" y="268"/>
                        </a:lnTo>
                        <a:lnTo>
                          <a:pt x="44" y="249"/>
                        </a:lnTo>
                        <a:lnTo>
                          <a:pt x="54" y="230"/>
                        </a:lnTo>
                        <a:lnTo>
                          <a:pt x="64" y="212"/>
                        </a:lnTo>
                        <a:lnTo>
                          <a:pt x="76" y="193"/>
                        </a:lnTo>
                        <a:lnTo>
                          <a:pt x="88" y="176"/>
                        </a:lnTo>
                        <a:lnTo>
                          <a:pt x="101" y="160"/>
                        </a:lnTo>
                        <a:lnTo>
                          <a:pt x="115" y="144"/>
                        </a:lnTo>
                        <a:lnTo>
                          <a:pt x="130" y="129"/>
                        </a:lnTo>
                        <a:lnTo>
                          <a:pt x="145" y="114"/>
                        </a:lnTo>
                        <a:lnTo>
                          <a:pt x="161" y="100"/>
                        </a:lnTo>
                        <a:lnTo>
                          <a:pt x="177" y="88"/>
                        </a:lnTo>
                        <a:lnTo>
                          <a:pt x="194" y="76"/>
                        </a:lnTo>
                        <a:lnTo>
                          <a:pt x="212" y="64"/>
                        </a:lnTo>
                        <a:lnTo>
                          <a:pt x="230" y="53"/>
                        </a:lnTo>
                        <a:lnTo>
                          <a:pt x="249" y="44"/>
                        </a:lnTo>
                        <a:lnTo>
                          <a:pt x="269" y="35"/>
                        </a:lnTo>
                        <a:lnTo>
                          <a:pt x="288" y="27"/>
                        </a:lnTo>
                        <a:lnTo>
                          <a:pt x="308" y="20"/>
                        </a:lnTo>
                        <a:lnTo>
                          <a:pt x="329" y="14"/>
                        </a:lnTo>
                        <a:lnTo>
                          <a:pt x="351" y="9"/>
                        </a:lnTo>
                        <a:lnTo>
                          <a:pt x="372" y="5"/>
                        </a:lnTo>
                        <a:lnTo>
                          <a:pt x="394" y="3"/>
                        </a:lnTo>
                        <a:lnTo>
                          <a:pt x="416" y="1"/>
                        </a:lnTo>
                        <a:lnTo>
                          <a:pt x="439" y="0"/>
                        </a:lnTo>
                        <a:close/>
                      </a:path>
                    </a:pathLst>
                  </a:custGeom>
                  <a:solidFill>
                    <a:srgbClr val="DC2B19"/>
                  </a:solidFill>
                  <a:ln>
                    <a:noFill/>
                  </a:ln>
                </p:spPr>
                <p:txBody>
                  <a:bodyPr/>
                  <a:lstStyle/>
                  <a:p>
                    <a:pPr>
                      <a:defRPr/>
                    </a:pPr>
                    <a:endParaRPr lang="en-US" sz="1050">
                      <a:latin typeface="+mj-lt"/>
                    </a:endParaRPr>
                  </a:p>
                </p:txBody>
              </p:sp>
              <p:sp>
                <p:nvSpPr>
                  <p:cNvPr id="41831" name="Freeform 86">
                    <a:extLst>
                      <a:ext uri="{FF2B5EF4-FFF2-40B4-BE49-F238E27FC236}">
                        <a16:creationId xmlns="" xmlns:a16="http://schemas.microsoft.com/office/drawing/2014/main" id="{E2F1AFC5-6F7D-093E-7018-AB5C28A24C2A}"/>
                      </a:ext>
                    </a:extLst>
                  </p:cNvPr>
                  <p:cNvSpPr>
                    <a:spLocks/>
                  </p:cNvSpPr>
                  <p:nvPr/>
                </p:nvSpPr>
                <p:spPr bwMode="auto">
                  <a:xfrm>
                    <a:off x="3282" y="2087"/>
                    <a:ext cx="86" cy="85"/>
                  </a:xfrm>
                  <a:custGeom>
                    <a:avLst/>
                    <a:gdLst>
                      <a:gd name="T0" fmla="*/ 0 w 520"/>
                      <a:gd name="T1" fmla="*/ 0 h 519"/>
                      <a:gd name="T2" fmla="*/ 0 w 520"/>
                      <a:gd name="T3" fmla="*/ 0 h 519"/>
                      <a:gd name="T4" fmla="*/ 0 w 520"/>
                      <a:gd name="T5" fmla="*/ 0 h 519"/>
                      <a:gd name="T6" fmla="*/ 0 w 520"/>
                      <a:gd name="T7" fmla="*/ 0 h 519"/>
                      <a:gd name="T8" fmla="*/ 0 w 520"/>
                      <a:gd name="T9" fmla="*/ 0 h 519"/>
                      <a:gd name="T10" fmla="*/ 0 w 520"/>
                      <a:gd name="T11" fmla="*/ 0 h 519"/>
                      <a:gd name="T12" fmla="*/ 0 w 520"/>
                      <a:gd name="T13" fmla="*/ 0 h 519"/>
                      <a:gd name="T14" fmla="*/ 0 w 520"/>
                      <a:gd name="T15" fmla="*/ 0 h 519"/>
                      <a:gd name="T16" fmla="*/ 0 w 520"/>
                      <a:gd name="T17" fmla="*/ 0 h 519"/>
                      <a:gd name="T18" fmla="*/ 0 w 520"/>
                      <a:gd name="T19" fmla="*/ 0 h 519"/>
                      <a:gd name="T20" fmla="*/ 0 w 520"/>
                      <a:gd name="T21" fmla="*/ 0 h 519"/>
                      <a:gd name="T22" fmla="*/ 0 w 520"/>
                      <a:gd name="T23" fmla="*/ 0 h 519"/>
                      <a:gd name="T24" fmla="*/ 0 w 520"/>
                      <a:gd name="T25" fmla="*/ 0 h 519"/>
                      <a:gd name="T26" fmla="*/ 0 w 520"/>
                      <a:gd name="T27" fmla="*/ 0 h 519"/>
                      <a:gd name="T28" fmla="*/ 0 w 520"/>
                      <a:gd name="T29" fmla="*/ 0 h 519"/>
                      <a:gd name="T30" fmla="*/ 0 w 520"/>
                      <a:gd name="T31" fmla="*/ 0 h 519"/>
                      <a:gd name="T32" fmla="*/ 0 w 520"/>
                      <a:gd name="T33" fmla="*/ 0 h 519"/>
                      <a:gd name="T34" fmla="*/ 0 w 520"/>
                      <a:gd name="T35" fmla="*/ 0 h 519"/>
                      <a:gd name="T36" fmla="*/ 0 w 520"/>
                      <a:gd name="T37" fmla="*/ 0 h 519"/>
                      <a:gd name="T38" fmla="*/ 0 w 520"/>
                      <a:gd name="T39" fmla="*/ 0 h 519"/>
                      <a:gd name="T40" fmla="*/ 0 w 520"/>
                      <a:gd name="T41" fmla="*/ 0 h 519"/>
                      <a:gd name="T42" fmla="*/ 0 w 520"/>
                      <a:gd name="T43" fmla="*/ 0 h 519"/>
                      <a:gd name="T44" fmla="*/ 0 w 520"/>
                      <a:gd name="T45" fmla="*/ 0 h 519"/>
                      <a:gd name="T46" fmla="*/ 0 w 520"/>
                      <a:gd name="T47" fmla="*/ 0 h 519"/>
                      <a:gd name="T48" fmla="*/ 0 w 520"/>
                      <a:gd name="T49" fmla="*/ 0 h 519"/>
                      <a:gd name="T50" fmla="*/ 0 w 520"/>
                      <a:gd name="T51" fmla="*/ 0 h 519"/>
                      <a:gd name="T52" fmla="*/ 0 w 520"/>
                      <a:gd name="T53" fmla="*/ 0 h 519"/>
                      <a:gd name="T54" fmla="*/ 0 w 520"/>
                      <a:gd name="T55" fmla="*/ 0 h 519"/>
                      <a:gd name="T56" fmla="*/ 0 w 520"/>
                      <a:gd name="T57" fmla="*/ 0 h 519"/>
                      <a:gd name="T58" fmla="*/ 0 w 520"/>
                      <a:gd name="T59" fmla="*/ 0 h 519"/>
                      <a:gd name="T60" fmla="*/ 0 w 520"/>
                      <a:gd name="T61" fmla="*/ 0 h 519"/>
                      <a:gd name="T62" fmla="*/ 0 w 520"/>
                      <a:gd name="T63" fmla="*/ 0 h 519"/>
                      <a:gd name="T64" fmla="*/ 0 w 520"/>
                      <a:gd name="T65" fmla="*/ 0 h 519"/>
                      <a:gd name="T66" fmla="*/ 0 w 520"/>
                      <a:gd name="T67" fmla="*/ 0 h 5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19"/>
                      <a:gd name="T104" fmla="*/ 520 w 520"/>
                      <a:gd name="T105" fmla="*/ 519 h 51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19">
                        <a:moveTo>
                          <a:pt x="520" y="519"/>
                        </a:moveTo>
                        <a:lnTo>
                          <a:pt x="520" y="519"/>
                        </a:lnTo>
                        <a:lnTo>
                          <a:pt x="519" y="493"/>
                        </a:lnTo>
                        <a:lnTo>
                          <a:pt x="517" y="467"/>
                        </a:lnTo>
                        <a:lnTo>
                          <a:pt x="514" y="441"/>
                        </a:lnTo>
                        <a:lnTo>
                          <a:pt x="508" y="414"/>
                        </a:lnTo>
                        <a:lnTo>
                          <a:pt x="503" y="390"/>
                        </a:lnTo>
                        <a:lnTo>
                          <a:pt x="496" y="365"/>
                        </a:lnTo>
                        <a:lnTo>
                          <a:pt x="488" y="341"/>
                        </a:lnTo>
                        <a:lnTo>
                          <a:pt x="478" y="317"/>
                        </a:lnTo>
                        <a:lnTo>
                          <a:pt x="468" y="294"/>
                        </a:lnTo>
                        <a:lnTo>
                          <a:pt x="456" y="272"/>
                        </a:lnTo>
                        <a:lnTo>
                          <a:pt x="444" y="250"/>
                        </a:lnTo>
                        <a:lnTo>
                          <a:pt x="430" y="228"/>
                        </a:lnTo>
                        <a:lnTo>
                          <a:pt x="415" y="208"/>
                        </a:lnTo>
                        <a:lnTo>
                          <a:pt x="400" y="189"/>
                        </a:lnTo>
                        <a:lnTo>
                          <a:pt x="384" y="170"/>
                        </a:lnTo>
                        <a:lnTo>
                          <a:pt x="367" y="151"/>
                        </a:lnTo>
                        <a:lnTo>
                          <a:pt x="349" y="134"/>
                        </a:lnTo>
                        <a:lnTo>
                          <a:pt x="330" y="118"/>
                        </a:lnTo>
                        <a:lnTo>
                          <a:pt x="311" y="103"/>
                        </a:lnTo>
                        <a:lnTo>
                          <a:pt x="290" y="88"/>
                        </a:lnTo>
                        <a:lnTo>
                          <a:pt x="269" y="74"/>
                        </a:lnTo>
                        <a:lnTo>
                          <a:pt x="248" y="63"/>
                        </a:lnTo>
                        <a:lnTo>
                          <a:pt x="225" y="51"/>
                        </a:lnTo>
                        <a:lnTo>
                          <a:pt x="202" y="40"/>
                        </a:lnTo>
                        <a:lnTo>
                          <a:pt x="178" y="31"/>
                        </a:lnTo>
                        <a:lnTo>
                          <a:pt x="153" y="23"/>
                        </a:lnTo>
                        <a:lnTo>
                          <a:pt x="129" y="16"/>
                        </a:lnTo>
                        <a:lnTo>
                          <a:pt x="104" y="10"/>
                        </a:lnTo>
                        <a:lnTo>
                          <a:pt x="79" y="5"/>
                        </a:lnTo>
                        <a:lnTo>
                          <a:pt x="52" y="2"/>
                        </a:lnTo>
                        <a:lnTo>
                          <a:pt x="26" y="0"/>
                        </a:lnTo>
                        <a:lnTo>
                          <a:pt x="0" y="0"/>
                        </a:lnTo>
                        <a:lnTo>
                          <a:pt x="0" y="163"/>
                        </a:lnTo>
                        <a:lnTo>
                          <a:pt x="18" y="164"/>
                        </a:lnTo>
                        <a:lnTo>
                          <a:pt x="36" y="165"/>
                        </a:lnTo>
                        <a:lnTo>
                          <a:pt x="54" y="167"/>
                        </a:lnTo>
                        <a:lnTo>
                          <a:pt x="71" y="171"/>
                        </a:lnTo>
                        <a:lnTo>
                          <a:pt x="88" y="175"/>
                        </a:lnTo>
                        <a:lnTo>
                          <a:pt x="105" y="179"/>
                        </a:lnTo>
                        <a:lnTo>
                          <a:pt x="121" y="186"/>
                        </a:lnTo>
                        <a:lnTo>
                          <a:pt x="137" y="191"/>
                        </a:lnTo>
                        <a:lnTo>
                          <a:pt x="153" y="198"/>
                        </a:lnTo>
                        <a:lnTo>
                          <a:pt x="168" y="206"/>
                        </a:lnTo>
                        <a:lnTo>
                          <a:pt x="183" y="215"/>
                        </a:lnTo>
                        <a:lnTo>
                          <a:pt x="198" y="224"/>
                        </a:lnTo>
                        <a:lnTo>
                          <a:pt x="212" y="234"/>
                        </a:lnTo>
                        <a:lnTo>
                          <a:pt x="225" y="244"/>
                        </a:lnTo>
                        <a:lnTo>
                          <a:pt x="238" y="256"/>
                        </a:lnTo>
                        <a:lnTo>
                          <a:pt x="251" y="268"/>
                        </a:lnTo>
                        <a:lnTo>
                          <a:pt x="263" y="281"/>
                        </a:lnTo>
                        <a:lnTo>
                          <a:pt x="274" y="294"/>
                        </a:lnTo>
                        <a:lnTo>
                          <a:pt x="285" y="306"/>
                        </a:lnTo>
                        <a:lnTo>
                          <a:pt x="295" y="320"/>
                        </a:lnTo>
                        <a:lnTo>
                          <a:pt x="304" y="335"/>
                        </a:lnTo>
                        <a:lnTo>
                          <a:pt x="313" y="350"/>
                        </a:lnTo>
                        <a:lnTo>
                          <a:pt x="320" y="365"/>
                        </a:lnTo>
                        <a:lnTo>
                          <a:pt x="328" y="381"/>
                        </a:lnTo>
                        <a:lnTo>
                          <a:pt x="333" y="397"/>
                        </a:lnTo>
                        <a:lnTo>
                          <a:pt x="340" y="413"/>
                        </a:lnTo>
                        <a:lnTo>
                          <a:pt x="344" y="431"/>
                        </a:lnTo>
                        <a:lnTo>
                          <a:pt x="348" y="448"/>
                        </a:lnTo>
                        <a:lnTo>
                          <a:pt x="351" y="465"/>
                        </a:lnTo>
                        <a:lnTo>
                          <a:pt x="353" y="483"/>
                        </a:lnTo>
                        <a:lnTo>
                          <a:pt x="354" y="501"/>
                        </a:lnTo>
                        <a:lnTo>
                          <a:pt x="356" y="519"/>
                        </a:lnTo>
                        <a:lnTo>
                          <a:pt x="520" y="519"/>
                        </a:lnTo>
                        <a:close/>
                      </a:path>
                    </a:pathLst>
                  </a:custGeom>
                  <a:solidFill>
                    <a:srgbClr val="EF2B2F"/>
                  </a:solidFill>
                  <a:ln>
                    <a:noFill/>
                  </a:ln>
                </p:spPr>
                <p:txBody>
                  <a:bodyPr/>
                  <a:lstStyle/>
                  <a:p>
                    <a:pPr>
                      <a:defRPr/>
                    </a:pPr>
                    <a:endParaRPr lang="en-US" sz="1050">
                      <a:latin typeface="+mj-lt"/>
                    </a:endParaRPr>
                  </a:p>
                </p:txBody>
              </p:sp>
              <p:sp>
                <p:nvSpPr>
                  <p:cNvPr id="41832" name="Freeform 87">
                    <a:extLst>
                      <a:ext uri="{FF2B5EF4-FFF2-40B4-BE49-F238E27FC236}">
                        <a16:creationId xmlns="" xmlns:a16="http://schemas.microsoft.com/office/drawing/2014/main" id="{660AD494-A667-7687-93A7-CEED302762B1}"/>
                      </a:ext>
                    </a:extLst>
                  </p:cNvPr>
                  <p:cNvSpPr>
                    <a:spLocks/>
                  </p:cNvSpPr>
                  <p:nvPr/>
                </p:nvSpPr>
                <p:spPr bwMode="auto">
                  <a:xfrm>
                    <a:off x="3282" y="2173"/>
                    <a:ext cx="86" cy="89"/>
                  </a:xfrm>
                  <a:custGeom>
                    <a:avLst/>
                    <a:gdLst>
                      <a:gd name="T0" fmla="*/ 0 w 520"/>
                      <a:gd name="T1" fmla="*/ 0 h 521"/>
                      <a:gd name="T2" fmla="*/ 0 w 520"/>
                      <a:gd name="T3" fmla="*/ 0 h 521"/>
                      <a:gd name="T4" fmla="*/ 0 w 520"/>
                      <a:gd name="T5" fmla="*/ 0 h 521"/>
                      <a:gd name="T6" fmla="*/ 0 w 520"/>
                      <a:gd name="T7" fmla="*/ 0 h 521"/>
                      <a:gd name="T8" fmla="*/ 0 w 520"/>
                      <a:gd name="T9" fmla="*/ 0 h 521"/>
                      <a:gd name="T10" fmla="*/ 0 w 520"/>
                      <a:gd name="T11" fmla="*/ 0 h 521"/>
                      <a:gd name="T12" fmla="*/ 0 w 520"/>
                      <a:gd name="T13" fmla="*/ 0 h 521"/>
                      <a:gd name="T14" fmla="*/ 0 w 520"/>
                      <a:gd name="T15" fmla="*/ 0 h 521"/>
                      <a:gd name="T16" fmla="*/ 0 w 520"/>
                      <a:gd name="T17" fmla="*/ 0 h 521"/>
                      <a:gd name="T18" fmla="*/ 0 w 520"/>
                      <a:gd name="T19" fmla="*/ 0 h 521"/>
                      <a:gd name="T20" fmla="*/ 0 w 520"/>
                      <a:gd name="T21" fmla="*/ 0 h 521"/>
                      <a:gd name="T22" fmla="*/ 0 w 520"/>
                      <a:gd name="T23" fmla="*/ 0 h 521"/>
                      <a:gd name="T24" fmla="*/ 0 w 520"/>
                      <a:gd name="T25" fmla="*/ 0 h 521"/>
                      <a:gd name="T26" fmla="*/ 0 w 520"/>
                      <a:gd name="T27" fmla="*/ 0 h 521"/>
                      <a:gd name="T28" fmla="*/ 0 w 520"/>
                      <a:gd name="T29" fmla="*/ 0 h 521"/>
                      <a:gd name="T30" fmla="*/ 0 w 520"/>
                      <a:gd name="T31" fmla="*/ 0 h 521"/>
                      <a:gd name="T32" fmla="*/ 0 w 520"/>
                      <a:gd name="T33" fmla="*/ 0 h 521"/>
                      <a:gd name="T34" fmla="*/ 0 w 520"/>
                      <a:gd name="T35" fmla="*/ 0 h 521"/>
                      <a:gd name="T36" fmla="*/ 0 w 520"/>
                      <a:gd name="T37" fmla="*/ 0 h 521"/>
                      <a:gd name="T38" fmla="*/ 0 w 520"/>
                      <a:gd name="T39" fmla="*/ 0 h 521"/>
                      <a:gd name="T40" fmla="*/ 0 w 520"/>
                      <a:gd name="T41" fmla="*/ 0 h 521"/>
                      <a:gd name="T42" fmla="*/ 0 w 520"/>
                      <a:gd name="T43" fmla="*/ 0 h 521"/>
                      <a:gd name="T44" fmla="*/ 0 w 520"/>
                      <a:gd name="T45" fmla="*/ 0 h 521"/>
                      <a:gd name="T46" fmla="*/ 0 w 520"/>
                      <a:gd name="T47" fmla="*/ 0 h 521"/>
                      <a:gd name="T48" fmla="*/ 0 w 520"/>
                      <a:gd name="T49" fmla="*/ 0 h 521"/>
                      <a:gd name="T50" fmla="*/ 0 w 520"/>
                      <a:gd name="T51" fmla="*/ 0 h 521"/>
                      <a:gd name="T52" fmla="*/ 0 w 520"/>
                      <a:gd name="T53" fmla="*/ 0 h 521"/>
                      <a:gd name="T54" fmla="*/ 0 w 520"/>
                      <a:gd name="T55" fmla="*/ 0 h 521"/>
                      <a:gd name="T56" fmla="*/ 0 w 520"/>
                      <a:gd name="T57" fmla="*/ 0 h 521"/>
                      <a:gd name="T58" fmla="*/ 0 w 520"/>
                      <a:gd name="T59" fmla="*/ 0 h 521"/>
                      <a:gd name="T60" fmla="*/ 0 w 520"/>
                      <a:gd name="T61" fmla="*/ 0 h 521"/>
                      <a:gd name="T62" fmla="*/ 0 w 520"/>
                      <a:gd name="T63" fmla="*/ 0 h 521"/>
                      <a:gd name="T64" fmla="*/ 0 w 520"/>
                      <a:gd name="T65" fmla="*/ 0 h 521"/>
                      <a:gd name="T66" fmla="*/ 0 w 520"/>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0"/>
                      <a:gd name="T103" fmla="*/ 0 h 521"/>
                      <a:gd name="T104" fmla="*/ 520 w 520"/>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0" h="521">
                        <a:moveTo>
                          <a:pt x="0" y="521"/>
                        </a:moveTo>
                        <a:lnTo>
                          <a:pt x="0" y="521"/>
                        </a:lnTo>
                        <a:lnTo>
                          <a:pt x="26" y="520"/>
                        </a:lnTo>
                        <a:lnTo>
                          <a:pt x="52" y="518"/>
                        </a:lnTo>
                        <a:lnTo>
                          <a:pt x="79" y="515"/>
                        </a:lnTo>
                        <a:lnTo>
                          <a:pt x="104" y="510"/>
                        </a:lnTo>
                        <a:lnTo>
                          <a:pt x="129" y="504"/>
                        </a:lnTo>
                        <a:lnTo>
                          <a:pt x="153" y="498"/>
                        </a:lnTo>
                        <a:lnTo>
                          <a:pt x="178" y="489"/>
                        </a:lnTo>
                        <a:lnTo>
                          <a:pt x="202" y="479"/>
                        </a:lnTo>
                        <a:lnTo>
                          <a:pt x="225" y="469"/>
                        </a:lnTo>
                        <a:lnTo>
                          <a:pt x="248" y="458"/>
                        </a:lnTo>
                        <a:lnTo>
                          <a:pt x="269" y="445"/>
                        </a:lnTo>
                        <a:lnTo>
                          <a:pt x="290" y="431"/>
                        </a:lnTo>
                        <a:lnTo>
                          <a:pt x="311" y="417"/>
                        </a:lnTo>
                        <a:lnTo>
                          <a:pt x="330" y="401"/>
                        </a:lnTo>
                        <a:lnTo>
                          <a:pt x="349" y="385"/>
                        </a:lnTo>
                        <a:lnTo>
                          <a:pt x="367" y="368"/>
                        </a:lnTo>
                        <a:lnTo>
                          <a:pt x="384" y="350"/>
                        </a:lnTo>
                        <a:lnTo>
                          <a:pt x="400" y="331"/>
                        </a:lnTo>
                        <a:lnTo>
                          <a:pt x="415" y="311"/>
                        </a:lnTo>
                        <a:lnTo>
                          <a:pt x="430" y="291"/>
                        </a:lnTo>
                        <a:lnTo>
                          <a:pt x="444" y="270"/>
                        </a:lnTo>
                        <a:lnTo>
                          <a:pt x="456" y="248"/>
                        </a:lnTo>
                        <a:lnTo>
                          <a:pt x="468" y="226"/>
                        </a:lnTo>
                        <a:lnTo>
                          <a:pt x="478" y="202"/>
                        </a:lnTo>
                        <a:lnTo>
                          <a:pt x="488" y="179"/>
                        </a:lnTo>
                        <a:lnTo>
                          <a:pt x="496" y="155"/>
                        </a:lnTo>
                        <a:lnTo>
                          <a:pt x="503" y="131"/>
                        </a:lnTo>
                        <a:lnTo>
                          <a:pt x="508" y="105"/>
                        </a:lnTo>
                        <a:lnTo>
                          <a:pt x="514" y="79"/>
                        </a:lnTo>
                        <a:lnTo>
                          <a:pt x="517" y="53"/>
                        </a:lnTo>
                        <a:lnTo>
                          <a:pt x="519" y="27"/>
                        </a:lnTo>
                        <a:lnTo>
                          <a:pt x="520" y="0"/>
                        </a:lnTo>
                        <a:lnTo>
                          <a:pt x="356" y="0"/>
                        </a:lnTo>
                        <a:lnTo>
                          <a:pt x="354" y="18"/>
                        </a:lnTo>
                        <a:lnTo>
                          <a:pt x="353" y="37"/>
                        </a:lnTo>
                        <a:lnTo>
                          <a:pt x="351" y="55"/>
                        </a:lnTo>
                        <a:lnTo>
                          <a:pt x="348" y="72"/>
                        </a:lnTo>
                        <a:lnTo>
                          <a:pt x="344" y="89"/>
                        </a:lnTo>
                        <a:lnTo>
                          <a:pt x="340" y="106"/>
                        </a:lnTo>
                        <a:lnTo>
                          <a:pt x="333" y="122"/>
                        </a:lnTo>
                        <a:lnTo>
                          <a:pt x="328" y="139"/>
                        </a:lnTo>
                        <a:lnTo>
                          <a:pt x="320" y="154"/>
                        </a:lnTo>
                        <a:lnTo>
                          <a:pt x="313" y="169"/>
                        </a:lnTo>
                        <a:lnTo>
                          <a:pt x="304" y="184"/>
                        </a:lnTo>
                        <a:lnTo>
                          <a:pt x="295" y="199"/>
                        </a:lnTo>
                        <a:lnTo>
                          <a:pt x="285" y="213"/>
                        </a:lnTo>
                        <a:lnTo>
                          <a:pt x="274" y="227"/>
                        </a:lnTo>
                        <a:lnTo>
                          <a:pt x="263" y="240"/>
                        </a:lnTo>
                        <a:lnTo>
                          <a:pt x="251" y="252"/>
                        </a:lnTo>
                        <a:lnTo>
                          <a:pt x="238" y="263"/>
                        </a:lnTo>
                        <a:lnTo>
                          <a:pt x="225" y="275"/>
                        </a:lnTo>
                        <a:lnTo>
                          <a:pt x="212" y="286"/>
                        </a:lnTo>
                        <a:lnTo>
                          <a:pt x="198" y="295"/>
                        </a:lnTo>
                        <a:lnTo>
                          <a:pt x="183" y="305"/>
                        </a:lnTo>
                        <a:lnTo>
                          <a:pt x="168" y="314"/>
                        </a:lnTo>
                        <a:lnTo>
                          <a:pt x="153" y="321"/>
                        </a:lnTo>
                        <a:lnTo>
                          <a:pt x="137" y="329"/>
                        </a:lnTo>
                        <a:lnTo>
                          <a:pt x="121" y="335"/>
                        </a:lnTo>
                        <a:lnTo>
                          <a:pt x="105" y="340"/>
                        </a:lnTo>
                        <a:lnTo>
                          <a:pt x="88" y="346"/>
                        </a:lnTo>
                        <a:lnTo>
                          <a:pt x="71" y="349"/>
                        </a:lnTo>
                        <a:lnTo>
                          <a:pt x="54" y="352"/>
                        </a:lnTo>
                        <a:lnTo>
                          <a:pt x="36" y="354"/>
                        </a:lnTo>
                        <a:lnTo>
                          <a:pt x="18" y="356"/>
                        </a:lnTo>
                        <a:lnTo>
                          <a:pt x="0" y="356"/>
                        </a:lnTo>
                        <a:lnTo>
                          <a:pt x="0" y="521"/>
                        </a:lnTo>
                        <a:close/>
                      </a:path>
                    </a:pathLst>
                  </a:custGeom>
                  <a:solidFill>
                    <a:srgbClr val="EF2B2F"/>
                  </a:solidFill>
                  <a:ln>
                    <a:noFill/>
                  </a:ln>
                </p:spPr>
                <p:txBody>
                  <a:bodyPr/>
                  <a:lstStyle/>
                  <a:p>
                    <a:pPr>
                      <a:defRPr/>
                    </a:pPr>
                    <a:endParaRPr lang="en-US" sz="1050">
                      <a:latin typeface="+mj-lt"/>
                    </a:endParaRPr>
                  </a:p>
                </p:txBody>
              </p:sp>
              <p:sp>
                <p:nvSpPr>
                  <p:cNvPr id="41833" name="Freeform 88">
                    <a:extLst>
                      <a:ext uri="{FF2B5EF4-FFF2-40B4-BE49-F238E27FC236}">
                        <a16:creationId xmlns="" xmlns:a16="http://schemas.microsoft.com/office/drawing/2014/main" id="{2886E195-7491-41FA-7389-BC8FDB8F1FB4}"/>
                      </a:ext>
                    </a:extLst>
                  </p:cNvPr>
                  <p:cNvSpPr>
                    <a:spLocks/>
                  </p:cNvSpPr>
                  <p:nvPr/>
                </p:nvSpPr>
                <p:spPr bwMode="auto">
                  <a:xfrm>
                    <a:off x="3195" y="2173"/>
                    <a:ext cx="86" cy="89"/>
                  </a:xfrm>
                  <a:custGeom>
                    <a:avLst/>
                    <a:gdLst>
                      <a:gd name="T0" fmla="*/ 0 w 521"/>
                      <a:gd name="T1" fmla="*/ 0 h 521"/>
                      <a:gd name="T2" fmla="*/ 0 w 521"/>
                      <a:gd name="T3" fmla="*/ 0 h 521"/>
                      <a:gd name="T4" fmla="*/ 0 w 521"/>
                      <a:gd name="T5" fmla="*/ 0 h 521"/>
                      <a:gd name="T6" fmla="*/ 0 w 521"/>
                      <a:gd name="T7" fmla="*/ 0 h 521"/>
                      <a:gd name="T8" fmla="*/ 0 w 521"/>
                      <a:gd name="T9" fmla="*/ 0 h 521"/>
                      <a:gd name="T10" fmla="*/ 0 w 521"/>
                      <a:gd name="T11" fmla="*/ 0 h 521"/>
                      <a:gd name="T12" fmla="*/ 0 w 521"/>
                      <a:gd name="T13" fmla="*/ 0 h 521"/>
                      <a:gd name="T14" fmla="*/ 0 w 521"/>
                      <a:gd name="T15" fmla="*/ 0 h 521"/>
                      <a:gd name="T16" fmla="*/ 0 w 521"/>
                      <a:gd name="T17" fmla="*/ 0 h 521"/>
                      <a:gd name="T18" fmla="*/ 0 w 521"/>
                      <a:gd name="T19" fmla="*/ 0 h 521"/>
                      <a:gd name="T20" fmla="*/ 0 w 521"/>
                      <a:gd name="T21" fmla="*/ 0 h 521"/>
                      <a:gd name="T22" fmla="*/ 0 w 521"/>
                      <a:gd name="T23" fmla="*/ 0 h 521"/>
                      <a:gd name="T24" fmla="*/ 0 w 521"/>
                      <a:gd name="T25" fmla="*/ 0 h 521"/>
                      <a:gd name="T26" fmla="*/ 0 w 521"/>
                      <a:gd name="T27" fmla="*/ 0 h 521"/>
                      <a:gd name="T28" fmla="*/ 0 w 521"/>
                      <a:gd name="T29" fmla="*/ 0 h 521"/>
                      <a:gd name="T30" fmla="*/ 0 w 521"/>
                      <a:gd name="T31" fmla="*/ 0 h 521"/>
                      <a:gd name="T32" fmla="*/ 0 w 521"/>
                      <a:gd name="T33" fmla="*/ 0 h 521"/>
                      <a:gd name="T34" fmla="*/ 0 w 521"/>
                      <a:gd name="T35" fmla="*/ 0 h 521"/>
                      <a:gd name="T36" fmla="*/ 0 w 521"/>
                      <a:gd name="T37" fmla="*/ 0 h 521"/>
                      <a:gd name="T38" fmla="*/ 0 w 521"/>
                      <a:gd name="T39" fmla="*/ 0 h 521"/>
                      <a:gd name="T40" fmla="*/ 0 w 521"/>
                      <a:gd name="T41" fmla="*/ 0 h 521"/>
                      <a:gd name="T42" fmla="*/ 0 w 521"/>
                      <a:gd name="T43" fmla="*/ 0 h 521"/>
                      <a:gd name="T44" fmla="*/ 0 w 521"/>
                      <a:gd name="T45" fmla="*/ 0 h 521"/>
                      <a:gd name="T46" fmla="*/ 0 w 521"/>
                      <a:gd name="T47" fmla="*/ 0 h 521"/>
                      <a:gd name="T48" fmla="*/ 0 w 521"/>
                      <a:gd name="T49" fmla="*/ 0 h 521"/>
                      <a:gd name="T50" fmla="*/ 0 w 521"/>
                      <a:gd name="T51" fmla="*/ 0 h 521"/>
                      <a:gd name="T52" fmla="*/ 0 w 521"/>
                      <a:gd name="T53" fmla="*/ 0 h 521"/>
                      <a:gd name="T54" fmla="*/ 0 w 521"/>
                      <a:gd name="T55" fmla="*/ 0 h 521"/>
                      <a:gd name="T56" fmla="*/ 0 w 521"/>
                      <a:gd name="T57" fmla="*/ 0 h 521"/>
                      <a:gd name="T58" fmla="*/ 0 w 521"/>
                      <a:gd name="T59" fmla="*/ 0 h 521"/>
                      <a:gd name="T60" fmla="*/ 0 w 521"/>
                      <a:gd name="T61" fmla="*/ 0 h 521"/>
                      <a:gd name="T62" fmla="*/ 0 w 521"/>
                      <a:gd name="T63" fmla="*/ 0 h 521"/>
                      <a:gd name="T64" fmla="*/ 0 w 521"/>
                      <a:gd name="T65" fmla="*/ 0 h 521"/>
                      <a:gd name="T66" fmla="*/ 0 w 521"/>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1"/>
                      <a:gd name="T104" fmla="*/ 521 w 521"/>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1">
                        <a:moveTo>
                          <a:pt x="0" y="0"/>
                        </a:moveTo>
                        <a:lnTo>
                          <a:pt x="0" y="0"/>
                        </a:lnTo>
                        <a:lnTo>
                          <a:pt x="1" y="27"/>
                        </a:lnTo>
                        <a:lnTo>
                          <a:pt x="3" y="53"/>
                        </a:lnTo>
                        <a:lnTo>
                          <a:pt x="6" y="79"/>
                        </a:lnTo>
                        <a:lnTo>
                          <a:pt x="12" y="105"/>
                        </a:lnTo>
                        <a:lnTo>
                          <a:pt x="17" y="130"/>
                        </a:lnTo>
                        <a:lnTo>
                          <a:pt x="24" y="155"/>
                        </a:lnTo>
                        <a:lnTo>
                          <a:pt x="32" y="179"/>
                        </a:lnTo>
                        <a:lnTo>
                          <a:pt x="42" y="202"/>
                        </a:lnTo>
                        <a:lnTo>
                          <a:pt x="52" y="226"/>
                        </a:lnTo>
                        <a:lnTo>
                          <a:pt x="64" y="248"/>
                        </a:lnTo>
                        <a:lnTo>
                          <a:pt x="76" y="270"/>
                        </a:lnTo>
                        <a:lnTo>
                          <a:pt x="90" y="291"/>
                        </a:lnTo>
                        <a:lnTo>
                          <a:pt x="104" y="311"/>
                        </a:lnTo>
                        <a:lnTo>
                          <a:pt x="120" y="331"/>
                        </a:lnTo>
                        <a:lnTo>
                          <a:pt x="136" y="350"/>
                        </a:lnTo>
                        <a:lnTo>
                          <a:pt x="153" y="368"/>
                        </a:lnTo>
                        <a:lnTo>
                          <a:pt x="171" y="385"/>
                        </a:lnTo>
                        <a:lnTo>
                          <a:pt x="190" y="401"/>
                        </a:lnTo>
                        <a:lnTo>
                          <a:pt x="209" y="417"/>
                        </a:lnTo>
                        <a:lnTo>
                          <a:pt x="230" y="431"/>
                        </a:lnTo>
                        <a:lnTo>
                          <a:pt x="251" y="445"/>
                        </a:lnTo>
                        <a:lnTo>
                          <a:pt x="272" y="458"/>
                        </a:lnTo>
                        <a:lnTo>
                          <a:pt x="295" y="469"/>
                        </a:lnTo>
                        <a:lnTo>
                          <a:pt x="318" y="479"/>
                        </a:lnTo>
                        <a:lnTo>
                          <a:pt x="342" y="489"/>
                        </a:lnTo>
                        <a:lnTo>
                          <a:pt x="367" y="498"/>
                        </a:lnTo>
                        <a:lnTo>
                          <a:pt x="391" y="504"/>
                        </a:lnTo>
                        <a:lnTo>
                          <a:pt x="416" y="510"/>
                        </a:lnTo>
                        <a:lnTo>
                          <a:pt x="441" y="515"/>
                        </a:lnTo>
                        <a:lnTo>
                          <a:pt x="468" y="518"/>
                        </a:lnTo>
                        <a:lnTo>
                          <a:pt x="494" y="520"/>
                        </a:lnTo>
                        <a:lnTo>
                          <a:pt x="521" y="521"/>
                        </a:lnTo>
                        <a:lnTo>
                          <a:pt x="521" y="356"/>
                        </a:lnTo>
                        <a:lnTo>
                          <a:pt x="502" y="356"/>
                        </a:lnTo>
                        <a:lnTo>
                          <a:pt x="484" y="354"/>
                        </a:lnTo>
                        <a:lnTo>
                          <a:pt x="466" y="352"/>
                        </a:lnTo>
                        <a:lnTo>
                          <a:pt x="449" y="349"/>
                        </a:lnTo>
                        <a:lnTo>
                          <a:pt x="432" y="345"/>
                        </a:lnTo>
                        <a:lnTo>
                          <a:pt x="415" y="340"/>
                        </a:lnTo>
                        <a:lnTo>
                          <a:pt x="399" y="335"/>
                        </a:lnTo>
                        <a:lnTo>
                          <a:pt x="383" y="329"/>
                        </a:lnTo>
                        <a:lnTo>
                          <a:pt x="367" y="321"/>
                        </a:lnTo>
                        <a:lnTo>
                          <a:pt x="352" y="314"/>
                        </a:lnTo>
                        <a:lnTo>
                          <a:pt x="337" y="305"/>
                        </a:lnTo>
                        <a:lnTo>
                          <a:pt x="322" y="295"/>
                        </a:lnTo>
                        <a:lnTo>
                          <a:pt x="308" y="286"/>
                        </a:lnTo>
                        <a:lnTo>
                          <a:pt x="295" y="275"/>
                        </a:lnTo>
                        <a:lnTo>
                          <a:pt x="281" y="263"/>
                        </a:lnTo>
                        <a:lnTo>
                          <a:pt x="269" y="252"/>
                        </a:lnTo>
                        <a:lnTo>
                          <a:pt x="258" y="240"/>
                        </a:lnTo>
                        <a:lnTo>
                          <a:pt x="246" y="227"/>
                        </a:lnTo>
                        <a:lnTo>
                          <a:pt x="236" y="213"/>
                        </a:lnTo>
                        <a:lnTo>
                          <a:pt x="225" y="199"/>
                        </a:lnTo>
                        <a:lnTo>
                          <a:pt x="216" y="184"/>
                        </a:lnTo>
                        <a:lnTo>
                          <a:pt x="207" y="169"/>
                        </a:lnTo>
                        <a:lnTo>
                          <a:pt x="200" y="154"/>
                        </a:lnTo>
                        <a:lnTo>
                          <a:pt x="192" y="139"/>
                        </a:lnTo>
                        <a:lnTo>
                          <a:pt x="186" y="122"/>
                        </a:lnTo>
                        <a:lnTo>
                          <a:pt x="181" y="106"/>
                        </a:lnTo>
                        <a:lnTo>
                          <a:pt x="176" y="89"/>
                        </a:lnTo>
                        <a:lnTo>
                          <a:pt x="172" y="72"/>
                        </a:lnTo>
                        <a:lnTo>
                          <a:pt x="169" y="55"/>
                        </a:lnTo>
                        <a:lnTo>
                          <a:pt x="167" y="37"/>
                        </a:lnTo>
                        <a:lnTo>
                          <a:pt x="166" y="20"/>
                        </a:lnTo>
                        <a:lnTo>
                          <a:pt x="165" y="0"/>
                        </a:lnTo>
                        <a:lnTo>
                          <a:pt x="0" y="0"/>
                        </a:lnTo>
                        <a:close/>
                      </a:path>
                    </a:pathLst>
                  </a:custGeom>
                  <a:solidFill>
                    <a:srgbClr val="EF2B2F"/>
                  </a:solidFill>
                  <a:ln>
                    <a:noFill/>
                  </a:ln>
                </p:spPr>
                <p:txBody>
                  <a:bodyPr/>
                  <a:lstStyle/>
                  <a:p>
                    <a:pPr>
                      <a:defRPr/>
                    </a:pPr>
                    <a:endParaRPr lang="en-US" sz="1050">
                      <a:latin typeface="+mj-lt"/>
                    </a:endParaRPr>
                  </a:p>
                </p:txBody>
              </p:sp>
              <p:sp>
                <p:nvSpPr>
                  <p:cNvPr id="41834" name="Freeform 89">
                    <a:extLst>
                      <a:ext uri="{FF2B5EF4-FFF2-40B4-BE49-F238E27FC236}">
                        <a16:creationId xmlns="" xmlns:a16="http://schemas.microsoft.com/office/drawing/2014/main" id="{C4420B42-679E-1A75-DD3F-38997DB32A19}"/>
                      </a:ext>
                    </a:extLst>
                  </p:cNvPr>
                  <p:cNvSpPr>
                    <a:spLocks/>
                  </p:cNvSpPr>
                  <p:nvPr/>
                </p:nvSpPr>
                <p:spPr bwMode="auto">
                  <a:xfrm>
                    <a:off x="3195" y="2087"/>
                    <a:ext cx="86" cy="85"/>
                  </a:xfrm>
                  <a:custGeom>
                    <a:avLst/>
                    <a:gdLst>
                      <a:gd name="T0" fmla="*/ 0 w 521"/>
                      <a:gd name="T1" fmla="*/ 0 h 519"/>
                      <a:gd name="T2" fmla="*/ 0 w 521"/>
                      <a:gd name="T3" fmla="*/ 0 h 519"/>
                      <a:gd name="T4" fmla="*/ 0 w 521"/>
                      <a:gd name="T5" fmla="*/ 0 h 519"/>
                      <a:gd name="T6" fmla="*/ 0 w 521"/>
                      <a:gd name="T7" fmla="*/ 0 h 519"/>
                      <a:gd name="T8" fmla="*/ 0 w 521"/>
                      <a:gd name="T9" fmla="*/ 0 h 519"/>
                      <a:gd name="T10" fmla="*/ 0 w 521"/>
                      <a:gd name="T11" fmla="*/ 0 h 519"/>
                      <a:gd name="T12" fmla="*/ 0 w 521"/>
                      <a:gd name="T13" fmla="*/ 0 h 519"/>
                      <a:gd name="T14" fmla="*/ 0 w 521"/>
                      <a:gd name="T15" fmla="*/ 0 h 519"/>
                      <a:gd name="T16" fmla="*/ 0 w 521"/>
                      <a:gd name="T17" fmla="*/ 0 h 519"/>
                      <a:gd name="T18" fmla="*/ 0 w 521"/>
                      <a:gd name="T19" fmla="*/ 0 h 519"/>
                      <a:gd name="T20" fmla="*/ 0 w 521"/>
                      <a:gd name="T21" fmla="*/ 0 h 519"/>
                      <a:gd name="T22" fmla="*/ 0 w 521"/>
                      <a:gd name="T23" fmla="*/ 0 h 519"/>
                      <a:gd name="T24" fmla="*/ 0 w 521"/>
                      <a:gd name="T25" fmla="*/ 0 h 519"/>
                      <a:gd name="T26" fmla="*/ 0 w 521"/>
                      <a:gd name="T27" fmla="*/ 0 h 519"/>
                      <a:gd name="T28" fmla="*/ 0 w 521"/>
                      <a:gd name="T29" fmla="*/ 0 h 519"/>
                      <a:gd name="T30" fmla="*/ 0 w 521"/>
                      <a:gd name="T31" fmla="*/ 0 h 519"/>
                      <a:gd name="T32" fmla="*/ 0 w 521"/>
                      <a:gd name="T33" fmla="*/ 0 h 519"/>
                      <a:gd name="T34" fmla="*/ 0 w 521"/>
                      <a:gd name="T35" fmla="*/ 0 h 519"/>
                      <a:gd name="T36" fmla="*/ 0 w 521"/>
                      <a:gd name="T37" fmla="*/ 0 h 519"/>
                      <a:gd name="T38" fmla="*/ 0 w 521"/>
                      <a:gd name="T39" fmla="*/ 0 h 519"/>
                      <a:gd name="T40" fmla="*/ 0 w 521"/>
                      <a:gd name="T41" fmla="*/ 0 h 519"/>
                      <a:gd name="T42" fmla="*/ 0 w 521"/>
                      <a:gd name="T43" fmla="*/ 0 h 519"/>
                      <a:gd name="T44" fmla="*/ 0 w 521"/>
                      <a:gd name="T45" fmla="*/ 0 h 519"/>
                      <a:gd name="T46" fmla="*/ 0 w 521"/>
                      <a:gd name="T47" fmla="*/ 0 h 519"/>
                      <a:gd name="T48" fmla="*/ 0 w 521"/>
                      <a:gd name="T49" fmla="*/ 0 h 519"/>
                      <a:gd name="T50" fmla="*/ 0 w 521"/>
                      <a:gd name="T51" fmla="*/ 0 h 519"/>
                      <a:gd name="T52" fmla="*/ 0 w 521"/>
                      <a:gd name="T53" fmla="*/ 0 h 519"/>
                      <a:gd name="T54" fmla="*/ 0 w 521"/>
                      <a:gd name="T55" fmla="*/ 0 h 519"/>
                      <a:gd name="T56" fmla="*/ 0 w 521"/>
                      <a:gd name="T57" fmla="*/ 0 h 519"/>
                      <a:gd name="T58" fmla="*/ 0 w 521"/>
                      <a:gd name="T59" fmla="*/ 0 h 519"/>
                      <a:gd name="T60" fmla="*/ 0 w 521"/>
                      <a:gd name="T61" fmla="*/ 0 h 519"/>
                      <a:gd name="T62" fmla="*/ 0 w 521"/>
                      <a:gd name="T63" fmla="*/ 0 h 519"/>
                      <a:gd name="T64" fmla="*/ 0 w 521"/>
                      <a:gd name="T65" fmla="*/ 0 h 519"/>
                      <a:gd name="T66" fmla="*/ 0 w 521"/>
                      <a:gd name="T67" fmla="*/ 0 h 5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19"/>
                      <a:gd name="T104" fmla="*/ 521 w 521"/>
                      <a:gd name="T105" fmla="*/ 519 h 51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19">
                        <a:moveTo>
                          <a:pt x="521" y="0"/>
                        </a:moveTo>
                        <a:lnTo>
                          <a:pt x="521" y="0"/>
                        </a:lnTo>
                        <a:lnTo>
                          <a:pt x="494" y="0"/>
                        </a:lnTo>
                        <a:lnTo>
                          <a:pt x="468" y="2"/>
                        </a:lnTo>
                        <a:lnTo>
                          <a:pt x="441" y="5"/>
                        </a:lnTo>
                        <a:lnTo>
                          <a:pt x="416" y="10"/>
                        </a:lnTo>
                        <a:lnTo>
                          <a:pt x="391" y="16"/>
                        </a:lnTo>
                        <a:lnTo>
                          <a:pt x="367" y="23"/>
                        </a:lnTo>
                        <a:lnTo>
                          <a:pt x="342" y="31"/>
                        </a:lnTo>
                        <a:lnTo>
                          <a:pt x="318" y="40"/>
                        </a:lnTo>
                        <a:lnTo>
                          <a:pt x="295" y="51"/>
                        </a:lnTo>
                        <a:lnTo>
                          <a:pt x="272" y="63"/>
                        </a:lnTo>
                        <a:lnTo>
                          <a:pt x="251" y="74"/>
                        </a:lnTo>
                        <a:lnTo>
                          <a:pt x="230" y="88"/>
                        </a:lnTo>
                        <a:lnTo>
                          <a:pt x="209" y="103"/>
                        </a:lnTo>
                        <a:lnTo>
                          <a:pt x="190" y="118"/>
                        </a:lnTo>
                        <a:lnTo>
                          <a:pt x="171" y="134"/>
                        </a:lnTo>
                        <a:lnTo>
                          <a:pt x="153" y="151"/>
                        </a:lnTo>
                        <a:lnTo>
                          <a:pt x="136" y="170"/>
                        </a:lnTo>
                        <a:lnTo>
                          <a:pt x="120" y="189"/>
                        </a:lnTo>
                        <a:lnTo>
                          <a:pt x="104" y="208"/>
                        </a:lnTo>
                        <a:lnTo>
                          <a:pt x="90" y="228"/>
                        </a:lnTo>
                        <a:lnTo>
                          <a:pt x="76" y="250"/>
                        </a:lnTo>
                        <a:lnTo>
                          <a:pt x="64" y="272"/>
                        </a:lnTo>
                        <a:lnTo>
                          <a:pt x="52" y="294"/>
                        </a:lnTo>
                        <a:lnTo>
                          <a:pt x="42" y="317"/>
                        </a:lnTo>
                        <a:lnTo>
                          <a:pt x="32" y="341"/>
                        </a:lnTo>
                        <a:lnTo>
                          <a:pt x="24" y="365"/>
                        </a:lnTo>
                        <a:lnTo>
                          <a:pt x="17" y="390"/>
                        </a:lnTo>
                        <a:lnTo>
                          <a:pt x="12" y="414"/>
                        </a:lnTo>
                        <a:lnTo>
                          <a:pt x="6" y="441"/>
                        </a:lnTo>
                        <a:lnTo>
                          <a:pt x="3" y="467"/>
                        </a:lnTo>
                        <a:lnTo>
                          <a:pt x="1" y="494"/>
                        </a:lnTo>
                        <a:lnTo>
                          <a:pt x="0" y="519"/>
                        </a:lnTo>
                        <a:lnTo>
                          <a:pt x="165" y="519"/>
                        </a:lnTo>
                        <a:lnTo>
                          <a:pt x="166" y="501"/>
                        </a:lnTo>
                        <a:lnTo>
                          <a:pt x="167" y="483"/>
                        </a:lnTo>
                        <a:lnTo>
                          <a:pt x="169" y="465"/>
                        </a:lnTo>
                        <a:lnTo>
                          <a:pt x="172" y="448"/>
                        </a:lnTo>
                        <a:lnTo>
                          <a:pt x="176" y="431"/>
                        </a:lnTo>
                        <a:lnTo>
                          <a:pt x="181" y="413"/>
                        </a:lnTo>
                        <a:lnTo>
                          <a:pt x="186" y="397"/>
                        </a:lnTo>
                        <a:lnTo>
                          <a:pt x="192" y="381"/>
                        </a:lnTo>
                        <a:lnTo>
                          <a:pt x="200" y="365"/>
                        </a:lnTo>
                        <a:lnTo>
                          <a:pt x="207" y="350"/>
                        </a:lnTo>
                        <a:lnTo>
                          <a:pt x="216" y="335"/>
                        </a:lnTo>
                        <a:lnTo>
                          <a:pt x="225" y="320"/>
                        </a:lnTo>
                        <a:lnTo>
                          <a:pt x="236" y="306"/>
                        </a:lnTo>
                        <a:lnTo>
                          <a:pt x="246" y="294"/>
                        </a:lnTo>
                        <a:lnTo>
                          <a:pt x="258" y="281"/>
                        </a:lnTo>
                        <a:lnTo>
                          <a:pt x="269" y="268"/>
                        </a:lnTo>
                        <a:lnTo>
                          <a:pt x="281" y="256"/>
                        </a:lnTo>
                        <a:lnTo>
                          <a:pt x="295" y="244"/>
                        </a:lnTo>
                        <a:lnTo>
                          <a:pt x="308" y="234"/>
                        </a:lnTo>
                        <a:lnTo>
                          <a:pt x="322" y="224"/>
                        </a:lnTo>
                        <a:lnTo>
                          <a:pt x="337" y="215"/>
                        </a:lnTo>
                        <a:lnTo>
                          <a:pt x="352" y="206"/>
                        </a:lnTo>
                        <a:lnTo>
                          <a:pt x="367" y="198"/>
                        </a:lnTo>
                        <a:lnTo>
                          <a:pt x="383" y="191"/>
                        </a:lnTo>
                        <a:lnTo>
                          <a:pt x="399" y="186"/>
                        </a:lnTo>
                        <a:lnTo>
                          <a:pt x="415" y="179"/>
                        </a:lnTo>
                        <a:lnTo>
                          <a:pt x="432" y="175"/>
                        </a:lnTo>
                        <a:lnTo>
                          <a:pt x="449" y="171"/>
                        </a:lnTo>
                        <a:lnTo>
                          <a:pt x="466" y="167"/>
                        </a:lnTo>
                        <a:lnTo>
                          <a:pt x="484" y="165"/>
                        </a:lnTo>
                        <a:lnTo>
                          <a:pt x="502" y="164"/>
                        </a:lnTo>
                        <a:lnTo>
                          <a:pt x="521" y="163"/>
                        </a:lnTo>
                        <a:lnTo>
                          <a:pt x="521" y="0"/>
                        </a:lnTo>
                        <a:close/>
                      </a:path>
                    </a:pathLst>
                  </a:custGeom>
                  <a:solidFill>
                    <a:srgbClr val="EF2B2F"/>
                  </a:solidFill>
                  <a:ln>
                    <a:noFill/>
                  </a:ln>
                </p:spPr>
                <p:txBody>
                  <a:bodyPr/>
                  <a:lstStyle/>
                  <a:p>
                    <a:pPr>
                      <a:defRPr/>
                    </a:pPr>
                    <a:endParaRPr lang="en-US" sz="1050">
                      <a:latin typeface="+mj-lt"/>
                    </a:endParaRPr>
                  </a:p>
                </p:txBody>
              </p:sp>
              <p:sp>
                <p:nvSpPr>
                  <p:cNvPr id="41835" name="Freeform 90">
                    <a:extLst>
                      <a:ext uri="{FF2B5EF4-FFF2-40B4-BE49-F238E27FC236}">
                        <a16:creationId xmlns="" xmlns:a16="http://schemas.microsoft.com/office/drawing/2014/main" id="{1C122FAA-CB7D-5216-1379-5C81B41DFD4D}"/>
                      </a:ext>
                    </a:extLst>
                  </p:cNvPr>
                  <p:cNvSpPr>
                    <a:spLocks/>
                  </p:cNvSpPr>
                  <p:nvPr/>
                </p:nvSpPr>
                <p:spPr bwMode="auto">
                  <a:xfrm>
                    <a:off x="3238" y="1676"/>
                    <a:ext cx="137" cy="141"/>
                  </a:xfrm>
                  <a:custGeom>
                    <a:avLst/>
                    <a:gdLst>
                      <a:gd name="T0" fmla="*/ 0 w 876"/>
                      <a:gd name="T1" fmla="*/ 0 h 876"/>
                      <a:gd name="T2" fmla="*/ 0 w 876"/>
                      <a:gd name="T3" fmla="*/ 0 h 876"/>
                      <a:gd name="T4" fmla="*/ 0 w 876"/>
                      <a:gd name="T5" fmla="*/ 0 h 876"/>
                      <a:gd name="T6" fmla="*/ 0 w 876"/>
                      <a:gd name="T7" fmla="*/ 0 h 876"/>
                      <a:gd name="T8" fmla="*/ 0 w 876"/>
                      <a:gd name="T9" fmla="*/ 0 h 876"/>
                      <a:gd name="T10" fmla="*/ 0 w 876"/>
                      <a:gd name="T11" fmla="*/ 0 h 876"/>
                      <a:gd name="T12" fmla="*/ 0 w 876"/>
                      <a:gd name="T13" fmla="*/ 0 h 876"/>
                      <a:gd name="T14" fmla="*/ 0 w 876"/>
                      <a:gd name="T15" fmla="*/ 0 h 876"/>
                      <a:gd name="T16" fmla="*/ 0 w 876"/>
                      <a:gd name="T17" fmla="*/ 0 h 876"/>
                      <a:gd name="T18" fmla="*/ 0 w 876"/>
                      <a:gd name="T19" fmla="*/ 0 h 876"/>
                      <a:gd name="T20" fmla="*/ 0 w 876"/>
                      <a:gd name="T21" fmla="*/ 0 h 876"/>
                      <a:gd name="T22" fmla="*/ 0 w 876"/>
                      <a:gd name="T23" fmla="*/ 0 h 876"/>
                      <a:gd name="T24" fmla="*/ 0 w 876"/>
                      <a:gd name="T25" fmla="*/ 0 h 876"/>
                      <a:gd name="T26" fmla="*/ 0 w 876"/>
                      <a:gd name="T27" fmla="*/ 0 h 876"/>
                      <a:gd name="T28" fmla="*/ 0 w 876"/>
                      <a:gd name="T29" fmla="*/ 0 h 876"/>
                      <a:gd name="T30" fmla="*/ 0 w 876"/>
                      <a:gd name="T31" fmla="*/ 0 h 876"/>
                      <a:gd name="T32" fmla="*/ 0 w 876"/>
                      <a:gd name="T33" fmla="*/ 0 h 876"/>
                      <a:gd name="T34" fmla="*/ 0 w 876"/>
                      <a:gd name="T35" fmla="*/ 0 h 876"/>
                      <a:gd name="T36" fmla="*/ 0 w 876"/>
                      <a:gd name="T37" fmla="*/ 0 h 876"/>
                      <a:gd name="T38" fmla="*/ 0 w 876"/>
                      <a:gd name="T39" fmla="*/ 0 h 876"/>
                      <a:gd name="T40" fmla="*/ 0 w 876"/>
                      <a:gd name="T41" fmla="*/ 0 h 876"/>
                      <a:gd name="T42" fmla="*/ 0 w 876"/>
                      <a:gd name="T43" fmla="*/ 0 h 876"/>
                      <a:gd name="T44" fmla="*/ 0 w 876"/>
                      <a:gd name="T45" fmla="*/ 0 h 876"/>
                      <a:gd name="T46" fmla="*/ 0 w 876"/>
                      <a:gd name="T47" fmla="*/ 0 h 876"/>
                      <a:gd name="T48" fmla="*/ 0 w 876"/>
                      <a:gd name="T49" fmla="*/ 0 h 876"/>
                      <a:gd name="T50" fmla="*/ 0 w 876"/>
                      <a:gd name="T51" fmla="*/ 0 h 876"/>
                      <a:gd name="T52" fmla="*/ 0 w 876"/>
                      <a:gd name="T53" fmla="*/ 0 h 876"/>
                      <a:gd name="T54" fmla="*/ 0 w 876"/>
                      <a:gd name="T55" fmla="*/ 0 h 876"/>
                      <a:gd name="T56" fmla="*/ 0 w 876"/>
                      <a:gd name="T57" fmla="*/ 0 h 876"/>
                      <a:gd name="T58" fmla="*/ 0 w 876"/>
                      <a:gd name="T59" fmla="*/ 0 h 876"/>
                      <a:gd name="T60" fmla="*/ 0 w 876"/>
                      <a:gd name="T61" fmla="*/ 0 h 876"/>
                      <a:gd name="T62" fmla="*/ 0 w 876"/>
                      <a:gd name="T63" fmla="*/ 0 h 876"/>
                      <a:gd name="T64" fmla="*/ 0 w 876"/>
                      <a:gd name="T65" fmla="*/ 0 h 876"/>
                      <a:gd name="T66" fmla="*/ 0 w 876"/>
                      <a:gd name="T67" fmla="*/ 0 h 876"/>
                      <a:gd name="T68" fmla="*/ 0 w 876"/>
                      <a:gd name="T69" fmla="*/ 0 h 876"/>
                      <a:gd name="T70" fmla="*/ 0 w 876"/>
                      <a:gd name="T71" fmla="*/ 0 h 876"/>
                      <a:gd name="T72" fmla="*/ 0 w 876"/>
                      <a:gd name="T73" fmla="*/ 0 h 876"/>
                      <a:gd name="T74" fmla="*/ 0 w 876"/>
                      <a:gd name="T75" fmla="*/ 0 h 876"/>
                      <a:gd name="T76" fmla="*/ 0 w 876"/>
                      <a:gd name="T77" fmla="*/ 0 h 876"/>
                      <a:gd name="T78" fmla="*/ 0 w 876"/>
                      <a:gd name="T79" fmla="*/ 0 h 876"/>
                      <a:gd name="T80" fmla="*/ 0 w 876"/>
                      <a:gd name="T81" fmla="*/ 0 h 876"/>
                      <a:gd name="T82" fmla="*/ 0 w 876"/>
                      <a:gd name="T83" fmla="*/ 0 h 876"/>
                      <a:gd name="T84" fmla="*/ 0 w 876"/>
                      <a:gd name="T85" fmla="*/ 0 h 87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76"/>
                      <a:gd name="T130" fmla="*/ 0 h 876"/>
                      <a:gd name="T131" fmla="*/ 876 w 876"/>
                      <a:gd name="T132" fmla="*/ 876 h 87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76" h="876">
                        <a:moveTo>
                          <a:pt x="437" y="0"/>
                        </a:moveTo>
                        <a:lnTo>
                          <a:pt x="460" y="0"/>
                        </a:lnTo>
                        <a:lnTo>
                          <a:pt x="482" y="2"/>
                        </a:lnTo>
                        <a:lnTo>
                          <a:pt x="505" y="5"/>
                        </a:lnTo>
                        <a:lnTo>
                          <a:pt x="526" y="9"/>
                        </a:lnTo>
                        <a:lnTo>
                          <a:pt x="548" y="14"/>
                        </a:lnTo>
                        <a:lnTo>
                          <a:pt x="568" y="19"/>
                        </a:lnTo>
                        <a:lnTo>
                          <a:pt x="588" y="27"/>
                        </a:lnTo>
                        <a:lnTo>
                          <a:pt x="609" y="34"/>
                        </a:lnTo>
                        <a:lnTo>
                          <a:pt x="628" y="43"/>
                        </a:lnTo>
                        <a:lnTo>
                          <a:pt x="646" y="53"/>
                        </a:lnTo>
                        <a:lnTo>
                          <a:pt x="665" y="63"/>
                        </a:lnTo>
                        <a:lnTo>
                          <a:pt x="682" y="75"/>
                        </a:lnTo>
                        <a:lnTo>
                          <a:pt x="699" y="87"/>
                        </a:lnTo>
                        <a:lnTo>
                          <a:pt x="717" y="101"/>
                        </a:lnTo>
                        <a:lnTo>
                          <a:pt x="733" y="113"/>
                        </a:lnTo>
                        <a:lnTo>
                          <a:pt x="748" y="128"/>
                        </a:lnTo>
                        <a:lnTo>
                          <a:pt x="761" y="143"/>
                        </a:lnTo>
                        <a:lnTo>
                          <a:pt x="775" y="159"/>
                        </a:lnTo>
                        <a:lnTo>
                          <a:pt x="789" y="177"/>
                        </a:lnTo>
                        <a:lnTo>
                          <a:pt x="801" y="194"/>
                        </a:lnTo>
                        <a:lnTo>
                          <a:pt x="813" y="211"/>
                        </a:lnTo>
                        <a:lnTo>
                          <a:pt x="823" y="230"/>
                        </a:lnTo>
                        <a:lnTo>
                          <a:pt x="833" y="248"/>
                        </a:lnTo>
                        <a:lnTo>
                          <a:pt x="842" y="267"/>
                        </a:lnTo>
                        <a:lnTo>
                          <a:pt x="849" y="288"/>
                        </a:lnTo>
                        <a:lnTo>
                          <a:pt x="857" y="308"/>
                        </a:lnTo>
                        <a:lnTo>
                          <a:pt x="862" y="328"/>
                        </a:lnTo>
                        <a:lnTo>
                          <a:pt x="867" y="350"/>
                        </a:lnTo>
                        <a:lnTo>
                          <a:pt x="870" y="371"/>
                        </a:lnTo>
                        <a:lnTo>
                          <a:pt x="874" y="394"/>
                        </a:lnTo>
                        <a:lnTo>
                          <a:pt x="876" y="415"/>
                        </a:lnTo>
                        <a:lnTo>
                          <a:pt x="876" y="437"/>
                        </a:lnTo>
                        <a:lnTo>
                          <a:pt x="876" y="460"/>
                        </a:lnTo>
                        <a:lnTo>
                          <a:pt x="874" y="482"/>
                        </a:lnTo>
                        <a:lnTo>
                          <a:pt x="870" y="505"/>
                        </a:lnTo>
                        <a:lnTo>
                          <a:pt x="867" y="526"/>
                        </a:lnTo>
                        <a:lnTo>
                          <a:pt x="862" y="548"/>
                        </a:lnTo>
                        <a:lnTo>
                          <a:pt x="857" y="568"/>
                        </a:lnTo>
                        <a:lnTo>
                          <a:pt x="849" y="588"/>
                        </a:lnTo>
                        <a:lnTo>
                          <a:pt x="842" y="609"/>
                        </a:lnTo>
                        <a:lnTo>
                          <a:pt x="833" y="628"/>
                        </a:lnTo>
                        <a:lnTo>
                          <a:pt x="823" y="646"/>
                        </a:lnTo>
                        <a:lnTo>
                          <a:pt x="813" y="665"/>
                        </a:lnTo>
                        <a:lnTo>
                          <a:pt x="801" y="682"/>
                        </a:lnTo>
                        <a:lnTo>
                          <a:pt x="789" y="699"/>
                        </a:lnTo>
                        <a:lnTo>
                          <a:pt x="775" y="717"/>
                        </a:lnTo>
                        <a:lnTo>
                          <a:pt x="761" y="733"/>
                        </a:lnTo>
                        <a:lnTo>
                          <a:pt x="748" y="748"/>
                        </a:lnTo>
                        <a:lnTo>
                          <a:pt x="733" y="761"/>
                        </a:lnTo>
                        <a:lnTo>
                          <a:pt x="717" y="775"/>
                        </a:lnTo>
                        <a:lnTo>
                          <a:pt x="699" y="789"/>
                        </a:lnTo>
                        <a:lnTo>
                          <a:pt x="682" y="801"/>
                        </a:lnTo>
                        <a:lnTo>
                          <a:pt x="665" y="813"/>
                        </a:lnTo>
                        <a:lnTo>
                          <a:pt x="646" y="823"/>
                        </a:lnTo>
                        <a:lnTo>
                          <a:pt x="628" y="833"/>
                        </a:lnTo>
                        <a:lnTo>
                          <a:pt x="609" y="842"/>
                        </a:lnTo>
                        <a:lnTo>
                          <a:pt x="588" y="849"/>
                        </a:lnTo>
                        <a:lnTo>
                          <a:pt x="568" y="857"/>
                        </a:lnTo>
                        <a:lnTo>
                          <a:pt x="548" y="862"/>
                        </a:lnTo>
                        <a:lnTo>
                          <a:pt x="526" y="867"/>
                        </a:lnTo>
                        <a:lnTo>
                          <a:pt x="505" y="871"/>
                        </a:lnTo>
                        <a:lnTo>
                          <a:pt x="482" y="874"/>
                        </a:lnTo>
                        <a:lnTo>
                          <a:pt x="460" y="876"/>
                        </a:lnTo>
                        <a:lnTo>
                          <a:pt x="437" y="876"/>
                        </a:lnTo>
                        <a:lnTo>
                          <a:pt x="415" y="876"/>
                        </a:lnTo>
                        <a:lnTo>
                          <a:pt x="394" y="874"/>
                        </a:lnTo>
                        <a:lnTo>
                          <a:pt x="371" y="871"/>
                        </a:lnTo>
                        <a:lnTo>
                          <a:pt x="350" y="867"/>
                        </a:lnTo>
                        <a:lnTo>
                          <a:pt x="328" y="862"/>
                        </a:lnTo>
                        <a:lnTo>
                          <a:pt x="308" y="857"/>
                        </a:lnTo>
                        <a:lnTo>
                          <a:pt x="288" y="849"/>
                        </a:lnTo>
                        <a:lnTo>
                          <a:pt x="267" y="842"/>
                        </a:lnTo>
                        <a:lnTo>
                          <a:pt x="248" y="833"/>
                        </a:lnTo>
                        <a:lnTo>
                          <a:pt x="229" y="823"/>
                        </a:lnTo>
                        <a:lnTo>
                          <a:pt x="211" y="813"/>
                        </a:lnTo>
                        <a:lnTo>
                          <a:pt x="194" y="801"/>
                        </a:lnTo>
                        <a:lnTo>
                          <a:pt x="177" y="789"/>
                        </a:lnTo>
                        <a:lnTo>
                          <a:pt x="160" y="775"/>
                        </a:lnTo>
                        <a:lnTo>
                          <a:pt x="143" y="761"/>
                        </a:lnTo>
                        <a:lnTo>
                          <a:pt x="129" y="748"/>
                        </a:lnTo>
                        <a:lnTo>
                          <a:pt x="114" y="733"/>
                        </a:lnTo>
                        <a:lnTo>
                          <a:pt x="100" y="717"/>
                        </a:lnTo>
                        <a:lnTo>
                          <a:pt x="87" y="699"/>
                        </a:lnTo>
                        <a:lnTo>
                          <a:pt x="75" y="682"/>
                        </a:lnTo>
                        <a:lnTo>
                          <a:pt x="63" y="665"/>
                        </a:lnTo>
                        <a:lnTo>
                          <a:pt x="53" y="646"/>
                        </a:lnTo>
                        <a:lnTo>
                          <a:pt x="43" y="628"/>
                        </a:lnTo>
                        <a:lnTo>
                          <a:pt x="34" y="609"/>
                        </a:lnTo>
                        <a:lnTo>
                          <a:pt x="27" y="588"/>
                        </a:lnTo>
                        <a:lnTo>
                          <a:pt x="19" y="568"/>
                        </a:lnTo>
                        <a:lnTo>
                          <a:pt x="14" y="548"/>
                        </a:lnTo>
                        <a:lnTo>
                          <a:pt x="9" y="526"/>
                        </a:lnTo>
                        <a:lnTo>
                          <a:pt x="4" y="505"/>
                        </a:lnTo>
                        <a:lnTo>
                          <a:pt x="2" y="482"/>
                        </a:lnTo>
                        <a:lnTo>
                          <a:pt x="0" y="460"/>
                        </a:lnTo>
                        <a:lnTo>
                          <a:pt x="0" y="437"/>
                        </a:lnTo>
                        <a:lnTo>
                          <a:pt x="0" y="415"/>
                        </a:lnTo>
                        <a:lnTo>
                          <a:pt x="2" y="394"/>
                        </a:lnTo>
                        <a:lnTo>
                          <a:pt x="4" y="371"/>
                        </a:lnTo>
                        <a:lnTo>
                          <a:pt x="9" y="350"/>
                        </a:lnTo>
                        <a:lnTo>
                          <a:pt x="14" y="328"/>
                        </a:lnTo>
                        <a:lnTo>
                          <a:pt x="19" y="308"/>
                        </a:lnTo>
                        <a:lnTo>
                          <a:pt x="27" y="288"/>
                        </a:lnTo>
                        <a:lnTo>
                          <a:pt x="34" y="267"/>
                        </a:lnTo>
                        <a:lnTo>
                          <a:pt x="43" y="248"/>
                        </a:lnTo>
                        <a:lnTo>
                          <a:pt x="53" y="230"/>
                        </a:lnTo>
                        <a:lnTo>
                          <a:pt x="63" y="211"/>
                        </a:lnTo>
                        <a:lnTo>
                          <a:pt x="75" y="194"/>
                        </a:lnTo>
                        <a:lnTo>
                          <a:pt x="87" y="177"/>
                        </a:lnTo>
                        <a:lnTo>
                          <a:pt x="100" y="159"/>
                        </a:lnTo>
                        <a:lnTo>
                          <a:pt x="114" y="143"/>
                        </a:lnTo>
                        <a:lnTo>
                          <a:pt x="129" y="128"/>
                        </a:lnTo>
                        <a:lnTo>
                          <a:pt x="143" y="113"/>
                        </a:lnTo>
                        <a:lnTo>
                          <a:pt x="160" y="101"/>
                        </a:lnTo>
                        <a:lnTo>
                          <a:pt x="177" y="87"/>
                        </a:lnTo>
                        <a:lnTo>
                          <a:pt x="194" y="75"/>
                        </a:lnTo>
                        <a:lnTo>
                          <a:pt x="211" y="63"/>
                        </a:lnTo>
                        <a:lnTo>
                          <a:pt x="229" y="53"/>
                        </a:lnTo>
                        <a:lnTo>
                          <a:pt x="248" y="43"/>
                        </a:lnTo>
                        <a:lnTo>
                          <a:pt x="267" y="34"/>
                        </a:lnTo>
                        <a:lnTo>
                          <a:pt x="288" y="27"/>
                        </a:lnTo>
                        <a:lnTo>
                          <a:pt x="308" y="19"/>
                        </a:lnTo>
                        <a:lnTo>
                          <a:pt x="328" y="14"/>
                        </a:lnTo>
                        <a:lnTo>
                          <a:pt x="350" y="9"/>
                        </a:lnTo>
                        <a:lnTo>
                          <a:pt x="371" y="5"/>
                        </a:lnTo>
                        <a:lnTo>
                          <a:pt x="394" y="2"/>
                        </a:lnTo>
                        <a:lnTo>
                          <a:pt x="415" y="0"/>
                        </a:lnTo>
                        <a:lnTo>
                          <a:pt x="437" y="0"/>
                        </a:lnTo>
                        <a:close/>
                      </a:path>
                    </a:pathLst>
                  </a:custGeom>
                  <a:solidFill>
                    <a:srgbClr val="DC2B19"/>
                  </a:solidFill>
                  <a:ln>
                    <a:noFill/>
                  </a:ln>
                </p:spPr>
                <p:txBody>
                  <a:bodyPr/>
                  <a:lstStyle/>
                  <a:p>
                    <a:pPr>
                      <a:defRPr/>
                    </a:pPr>
                    <a:endParaRPr lang="en-US" sz="1050">
                      <a:latin typeface="+mj-lt"/>
                    </a:endParaRPr>
                  </a:p>
                </p:txBody>
              </p:sp>
              <p:sp>
                <p:nvSpPr>
                  <p:cNvPr id="41836" name="Freeform 91">
                    <a:extLst>
                      <a:ext uri="{FF2B5EF4-FFF2-40B4-BE49-F238E27FC236}">
                        <a16:creationId xmlns="" xmlns:a16="http://schemas.microsoft.com/office/drawing/2014/main" id="{48B53932-DC01-DAFA-0572-34C48FE868D0}"/>
                      </a:ext>
                    </a:extLst>
                  </p:cNvPr>
                  <p:cNvSpPr>
                    <a:spLocks/>
                  </p:cNvSpPr>
                  <p:nvPr/>
                </p:nvSpPr>
                <p:spPr bwMode="auto">
                  <a:xfrm>
                    <a:off x="3301" y="1661"/>
                    <a:ext cx="86" cy="81"/>
                  </a:xfrm>
                  <a:custGeom>
                    <a:avLst/>
                    <a:gdLst>
                      <a:gd name="T0" fmla="*/ 0 w 521"/>
                      <a:gd name="T1" fmla="*/ 0 h 519"/>
                      <a:gd name="T2" fmla="*/ 0 w 521"/>
                      <a:gd name="T3" fmla="*/ 0 h 519"/>
                      <a:gd name="T4" fmla="*/ 0 w 521"/>
                      <a:gd name="T5" fmla="*/ 0 h 519"/>
                      <a:gd name="T6" fmla="*/ 0 w 521"/>
                      <a:gd name="T7" fmla="*/ 0 h 519"/>
                      <a:gd name="T8" fmla="*/ 0 w 521"/>
                      <a:gd name="T9" fmla="*/ 0 h 519"/>
                      <a:gd name="T10" fmla="*/ 0 w 521"/>
                      <a:gd name="T11" fmla="*/ 0 h 519"/>
                      <a:gd name="T12" fmla="*/ 0 w 521"/>
                      <a:gd name="T13" fmla="*/ 0 h 519"/>
                      <a:gd name="T14" fmla="*/ 0 w 521"/>
                      <a:gd name="T15" fmla="*/ 0 h 519"/>
                      <a:gd name="T16" fmla="*/ 0 w 521"/>
                      <a:gd name="T17" fmla="*/ 0 h 519"/>
                      <a:gd name="T18" fmla="*/ 0 w 521"/>
                      <a:gd name="T19" fmla="*/ 0 h 519"/>
                      <a:gd name="T20" fmla="*/ 0 w 521"/>
                      <a:gd name="T21" fmla="*/ 0 h 519"/>
                      <a:gd name="T22" fmla="*/ 0 w 521"/>
                      <a:gd name="T23" fmla="*/ 0 h 519"/>
                      <a:gd name="T24" fmla="*/ 0 w 521"/>
                      <a:gd name="T25" fmla="*/ 0 h 519"/>
                      <a:gd name="T26" fmla="*/ 0 w 521"/>
                      <a:gd name="T27" fmla="*/ 0 h 519"/>
                      <a:gd name="T28" fmla="*/ 0 w 521"/>
                      <a:gd name="T29" fmla="*/ 0 h 519"/>
                      <a:gd name="T30" fmla="*/ 0 w 521"/>
                      <a:gd name="T31" fmla="*/ 0 h 519"/>
                      <a:gd name="T32" fmla="*/ 0 w 521"/>
                      <a:gd name="T33" fmla="*/ 0 h 519"/>
                      <a:gd name="T34" fmla="*/ 0 w 521"/>
                      <a:gd name="T35" fmla="*/ 0 h 519"/>
                      <a:gd name="T36" fmla="*/ 0 w 521"/>
                      <a:gd name="T37" fmla="*/ 0 h 519"/>
                      <a:gd name="T38" fmla="*/ 0 w 521"/>
                      <a:gd name="T39" fmla="*/ 0 h 519"/>
                      <a:gd name="T40" fmla="*/ 0 w 521"/>
                      <a:gd name="T41" fmla="*/ 0 h 519"/>
                      <a:gd name="T42" fmla="*/ 0 w 521"/>
                      <a:gd name="T43" fmla="*/ 0 h 519"/>
                      <a:gd name="T44" fmla="*/ 0 w 521"/>
                      <a:gd name="T45" fmla="*/ 0 h 519"/>
                      <a:gd name="T46" fmla="*/ 0 w 521"/>
                      <a:gd name="T47" fmla="*/ 0 h 519"/>
                      <a:gd name="T48" fmla="*/ 0 w 521"/>
                      <a:gd name="T49" fmla="*/ 0 h 519"/>
                      <a:gd name="T50" fmla="*/ 0 w 521"/>
                      <a:gd name="T51" fmla="*/ 0 h 519"/>
                      <a:gd name="T52" fmla="*/ 0 w 521"/>
                      <a:gd name="T53" fmla="*/ 0 h 519"/>
                      <a:gd name="T54" fmla="*/ 0 w 521"/>
                      <a:gd name="T55" fmla="*/ 0 h 519"/>
                      <a:gd name="T56" fmla="*/ 0 w 521"/>
                      <a:gd name="T57" fmla="*/ 0 h 519"/>
                      <a:gd name="T58" fmla="*/ 0 w 521"/>
                      <a:gd name="T59" fmla="*/ 0 h 519"/>
                      <a:gd name="T60" fmla="*/ 0 w 521"/>
                      <a:gd name="T61" fmla="*/ 0 h 519"/>
                      <a:gd name="T62" fmla="*/ 0 w 521"/>
                      <a:gd name="T63" fmla="*/ 0 h 519"/>
                      <a:gd name="T64" fmla="*/ 0 w 521"/>
                      <a:gd name="T65" fmla="*/ 0 h 519"/>
                      <a:gd name="T66" fmla="*/ 0 w 521"/>
                      <a:gd name="T67" fmla="*/ 0 h 5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19"/>
                      <a:gd name="T104" fmla="*/ 521 w 521"/>
                      <a:gd name="T105" fmla="*/ 519 h 51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19">
                        <a:moveTo>
                          <a:pt x="521" y="519"/>
                        </a:moveTo>
                        <a:lnTo>
                          <a:pt x="521" y="519"/>
                        </a:lnTo>
                        <a:lnTo>
                          <a:pt x="520" y="493"/>
                        </a:lnTo>
                        <a:lnTo>
                          <a:pt x="518" y="467"/>
                        </a:lnTo>
                        <a:lnTo>
                          <a:pt x="515" y="441"/>
                        </a:lnTo>
                        <a:lnTo>
                          <a:pt x="510" y="416"/>
                        </a:lnTo>
                        <a:lnTo>
                          <a:pt x="504" y="390"/>
                        </a:lnTo>
                        <a:lnTo>
                          <a:pt x="498" y="365"/>
                        </a:lnTo>
                        <a:lnTo>
                          <a:pt x="489" y="341"/>
                        </a:lnTo>
                        <a:lnTo>
                          <a:pt x="479" y="317"/>
                        </a:lnTo>
                        <a:lnTo>
                          <a:pt x="470" y="295"/>
                        </a:lnTo>
                        <a:lnTo>
                          <a:pt x="458" y="272"/>
                        </a:lnTo>
                        <a:lnTo>
                          <a:pt x="445" y="250"/>
                        </a:lnTo>
                        <a:lnTo>
                          <a:pt x="432" y="230"/>
                        </a:lnTo>
                        <a:lnTo>
                          <a:pt x="417" y="209"/>
                        </a:lnTo>
                        <a:lnTo>
                          <a:pt x="402" y="189"/>
                        </a:lnTo>
                        <a:lnTo>
                          <a:pt x="385" y="171"/>
                        </a:lnTo>
                        <a:lnTo>
                          <a:pt x="368" y="153"/>
                        </a:lnTo>
                        <a:lnTo>
                          <a:pt x="350" y="136"/>
                        </a:lnTo>
                        <a:lnTo>
                          <a:pt x="332" y="118"/>
                        </a:lnTo>
                        <a:lnTo>
                          <a:pt x="312" y="104"/>
                        </a:lnTo>
                        <a:lnTo>
                          <a:pt x="291" y="89"/>
                        </a:lnTo>
                        <a:lnTo>
                          <a:pt x="271" y="76"/>
                        </a:lnTo>
                        <a:lnTo>
                          <a:pt x="249" y="63"/>
                        </a:lnTo>
                        <a:lnTo>
                          <a:pt x="226" y="51"/>
                        </a:lnTo>
                        <a:lnTo>
                          <a:pt x="204" y="40"/>
                        </a:lnTo>
                        <a:lnTo>
                          <a:pt x="179" y="32"/>
                        </a:lnTo>
                        <a:lnTo>
                          <a:pt x="156" y="23"/>
                        </a:lnTo>
                        <a:lnTo>
                          <a:pt x="131" y="17"/>
                        </a:lnTo>
                        <a:lnTo>
                          <a:pt x="105" y="10"/>
                        </a:lnTo>
                        <a:lnTo>
                          <a:pt x="80" y="5"/>
                        </a:lnTo>
                        <a:lnTo>
                          <a:pt x="54" y="3"/>
                        </a:lnTo>
                        <a:lnTo>
                          <a:pt x="27" y="1"/>
                        </a:lnTo>
                        <a:lnTo>
                          <a:pt x="0" y="0"/>
                        </a:lnTo>
                        <a:lnTo>
                          <a:pt x="0" y="164"/>
                        </a:lnTo>
                        <a:lnTo>
                          <a:pt x="20" y="164"/>
                        </a:lnTo>
                        <a:lnTo>
                          <a:pt x="38" y="166"/>
                        </a:lnTo>
                        <a:lnTo>
                          <a:pt x="55" y="169"/>
                        </a:lnTo>
                        <a:lnTo>
                          <a:pt x="72" y="171"/>
                        </a:lnTo>
                        <a:lnTo>
                          <a:pt x="89" y="175"/>
                        </a:lnTo>
                        <a:lnTo>
                          <a:pt x="106" y="180"/>
                        </a:lnTo>
                        <a:lnTo>
                          <a:pt x="123" y="186"/>
                        </a:lnTo>
                        <a:lnTo>
                          <a:pt x="139" y="192"/>
                        </a:lnTo>
                        <a:lnTo>
                          <a:pt x="154" y="199"/>
                        </a:lnTo>
                        <a:lnTo>
                          <a:pt x="170" y="207"/>
                        </a:lnTo>
                        <a:lnTo>
                          <a:pt x="185" y="216"/>
                        </a:lnTo>
                        <a:lnTo>
                          <a:pt x="199" y="225"/>
                        </a:lnTo>
                        <a:lnTo>
                          <a:pt x="213" y="235"/>
                        </a:lnTo>
                        <a:lnTo>
                          <a:pt x="227" y="246"/>
                        </a:lnTo>
                        <a:lnTo>
                          <a:pt x="240" y="256"/>
                        </a:lnTo>
                        <a:lnTo>
                          <a:pt x="252" y="268"/>
                        </a:lnTo>
                        <a:lnTo>
                          <a:pt x="265" y="281"/>
                        </a:lnTo>
                        <a:lnTo>
                          <a:pt x="275" y="294"/>
                        </a:lnTo>
                        <a:lnTo>
                          <a:pt x="286" y="308"/>
                        </a:lnTo>
                        <a:lnTo>
                          <a:pt x="296" y="322"/>
                        </a:lnTo>
                        <a:lnTo>
                          <a:pt x="305" y="336"/>
                        </a:lnTo>
                        <a:lnTo>
                          <a:pt x="314" y="351"/>
                        </a:lnTo>
                        <a:lnTo>
                          <a:pt x="321" y="367"/>
                        </a:lnTo>
                        <a:lnTo>
                          <a:pt x="329" y="382"/>
                        </a:lnTo>
                        <a:lnTo>
                          <a:pt x="335" y="398"/>
                        </a:lnTo>
                        <a:lnTo>
                          <a:pt x="340" y="415"/>
                        </a:lnTo>
                        <a:lnTo>
                          <a:pt x="346" y="432"/>
                        </a:lnTo>
                        <a:lnTo>
                          <a:pt x="350" y="448"/>
                        </a:lnTo>
                        <a:lnTo>
                          <a:pt x="352" y="466"/>
                        </a:lnTo>
                        <a:lnTo>
                          <a:pt x="355" y="483"/>
                        </a:lnTo>
                        <a:lnTo>
                          <a:pt x="356" y="501"/>
                        </a:lnTo>
                        <a:lnTo>
                          <a:pt x="356" y="519"/>
                        </a:lnTo>
                        <a:lnTo>
                          <a:pt x="521" y="519"/>
                        </a:lnTo>
                        <a:close/>
                      </a:path>
                    </a:pathLst>
                  </a:custGeom>
                  <a:solidFill>
                    <a:srgbClr val="EF2B2F"/>
                  </a:solidFill>
                  <a:ln>
                    <a:noFill/>
                  </a:ln>
                </p:spPr>
                <p:txBody>
                  <a:bodyPr/>
                  <a:lstStyle/>
                  <a:p>
                    <a:pPr>
                      <a:defRPr/>
                    </a:pPr>
                    <a:endParaRPr lang="en-US" sz="1050">
                      <a:latin typeface="+mj-lt"/>
                    </a:endParaRPr>
                  </a:p>
                </p:txBody>
              </p:sp>
              <p:sp>
                <p:nvSpPr>
                  <p:cNvPr id="41837" name="Freeform 92">
                    <a:extLst>
                      <a:ext uri="{FF2B5EF4-FFF2-40B4-BE49-F238E27FC236}">
                        <a16:creationId xmlns="" xmlns:a16="http://schemas.microsoft.com/office/drawing/2014/main" id="{5654A3D0-08A1-EA6A-5A46-9899DD36D529}"/>
                      </a:ext>
                    </a:extLst>
                  </p:cNvPr>
                  <p:cNvSpPr>
                    <a:spLocks/>
                  </p:cNvSpPr>
                  <p:nvPr/>
                </p:nvSpPr>
                <p:spPr bwMode="auto">
                  <a:xfrm>
                    <a:off x="3301" y="1743"/>
                    <a:ext cx="86" cy="89"/>
                  </a:xfrm>
                  <a:custGeom>
                    <a:avLst/>
                    <a:gdLst>
                      <a:gd name="T0" fmla="*/ 0 w 521"/>
                      <a:gd name="T1" fmla="*/ 0 h 521"/>
                      <a:gd name="T2" fmla="*/ 0 w 521"/>
                      <a:gd name="T3" fmla="*/ 0 h 521"/>
                      <a:gd name="T4" fmla="*/ 0 w 521"/>
                      <a:gd name="T5" fmla="*/ 0 h 521"/>
                      <a:gd name="T6" fmla="*/ 0 w 521"/>
                      <a:gd name="T7" fmla="*/ 0 h 521"/>
                      <a:gd name="T8" fmla="*/ 0 w 521"/>
                      <a:gd name="T9" fmla="*/ 0 h 521"/>
                      <a:gd name="T10" fmla="*/ 0 w 521"/>
                      <a:gd name="T11" fmla="*/ 0 h 521"/>
                      <a:gd name="T12" fmla="*/ 0 w 521"/>
                      <a:gd name="T13" fmla="*/ 0 h 521"/>
                      <a:gd name="T14" fmla="*/ 0 w 521"/>
                      <a:gd name="T15" fmla="*/ 0 h 521"/>
                      <a:gd name="T16" fmla="*/ 0 w 521"/>
                      <a:gd name="T17" fmla="*/ 0 h 521"/>
                      <a:gd name="T18" fmla="*/ 0 w 521"/>
                      <a:gd name="T19" fmla="*/ 0 h 521"/>
                      <a:gd name="T20" fmla="*/ 0 w 521"/>
                      <a:gd name="T21" fmla="*/ 0 h 521"/>
                      <a:gd name="T22" fmla="*/ 0 w 521"/>
                      <a:gd name="T23" fmla="*/ 0 h 521"/>
                      <a:gd name="T24" fmla="*/ 0 w 521"/>
                      <a:gd name="T25" fmla="*/ 0 h 521"/>
                      <a:gd name="T26" fmla="*/ 0 w 521"/>
                      <a:gd name="T27" fmla="*/ 0 h 521"/>
                      <a:gd name="T28" fmla="*/ 0 w 521"/>
                      <a:gd name="T29" fmla="*/ 0 h 521"/>
                      <a:gd name="T30" fmla="*/ 0 w 521"/>
                      <a:gd name="T31" fmla="*/ 0 h 521"/>
                      <a:gd name="T32" fmla="*/ 0 w 521"/>
                      <a:gd name="T33" fmla="*/ 0 h 521"/>
                      <a:gd name="T34" fmla="*/ 0 w 521"/>
                      <a:gd name="T35" fmla="*/ 0 h 521"/>
                      <a:gd name="T36" fmla="*/ 0 w 521"/>
                      <a:gd name="T37" fmla="*/ 0 h 521"/>
                      <a:gd name="T38" fmla="*/ 0 w 521"/>
                      <a:gd name="T39" fmla="*/ 0 h 521"/>
                      <a:gd name="T40" fmla="*/ 0 w 521"/>
                      <a:gd name="T41" fmla="*/ 0 h 521"/>
                      <a:gd name="T42" fmla="*/ 0 w 521"/>
                      <a:gd name="T43" fmla="*/ 0 h 521"/>
                      <a:gd name="T44" fmla="*/ 0 w 521"/>
                      <a:gd name="T45" fmla="*/ 0 h 521"/>
                      <a:gd name="T46" fmla="*/ 0 w 521"/>
                      <a:gd name="T47" fmla="*/ 0 h 521"/>
                      <a:gd name="T48" fmla="*/ 0 w 521"/>
                      <a:gd name="T49" fmla="*/ 0 h 521"/>
                      <a:gd name="T50" fmla="*/ 0 w 521"/>
                      <a:gd name="T51" fmla="*/ 0 h 521"/>
                      <a:gd name="T52" fmla="*/ 0 w 521"/>
                      <a:gd name="T53" fmla="*/ 0 h 521"/>
                      <a:gd name="T54" fmla="*/ 0 w 521"/>
                      <a:gd name="T55" fmla="*/ 0 h 521"/>
                      <a:gd name="T56" fmla="*/ 0 w 521"/>
                      <a:gd name="T57" fmla="*/ 0 h 521"/>
                      <a:gd name="T58" fmla="*/ 0 w 521"/>
                      <a:gd name="T59" fmla="*/ 0 h 521"/>
                      <a:gd name="T60" fmla="*/ 0 w 521"/>
                      <a:gd name="T61" fmla="*/ 0 h 521"/>
                      <a:gd name="T62" fmla="*/ 0 w 521"/>
                      <a:gd name="T63" fmla="*/ 0 h 521"/>
                      <a:gd name="T64" fmla="*/ 0 w 521"/>
                      <a:gd name="T65" fmla="*/ 0 h 521"/>
                      <a:gd name="T66" fmla="*/ 0 w 521"/>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1"/>
                      <a:gd name="T103" fmla="*/ 0 h 521"/>
                      <a:gd name="T104" fmla="*/ 521 w 521"/>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1" h="521">
                        <a:moveTo>
                          <a:pt x="0" y="521"/>
                        </a:moveTo>
                        <a:lnTo>
                          <a:pt x="0" y="521"/>
                        </a:lnTo>
                        <a:lnTo>
                          <a:pt x="27" y="520"/>
                        </a:lnTo>
                        <a:lnTo>
                          <a:pt x="54" y="518"/>
                        </a:lnTo>
                        <a:lnTo>
                          <a:pt x="80" y="515"/>
                        </a:lnTo>
                        <a:lnTo>
                          <a:pt x="105" y="511"/>
                        </a:lnTo>
                        <a:lnTo>
                          <a:pt x="130" y="504"/>
                        </a:lnTo>
                        <a:lnTo>
                          <a:pt x="156" y="498"/>
                        </a:lnTo>
                        <a:lnTo>
                          <a:pt x="179" y="489"/>
                        </a:lnTo>
                        <a:lnTo>
                          <a:pt x="203" y="480"/>
                        </a:lnTo>
                        <a:lnTo>
                          <a:pt x="226" y="470"/>
                        </a:lnTo>
                        <a:lnTo>
                          <a:pt x="249" y="458"/>
                        </a:lnTo>
                        <a:lnTo>
                          <a:pt x="271" y="445"/>
                        </a:lnTo>
                        <a:lnTo>
                          <a:pt x="291" y="432"/>
                        </a:lnTo>
                        <a:lnTo>
                          <a:pt x="312" y="417"/>
                        </a:lnTo>
                        <a:lnTo>
                          <a:pt x="332" y="403"/>
                        </a:lnTo>
                        <a:lnTo>
                          <a:pt x="350" y="385"/>
                        </a:lnTo>
                        <a:lnTo>
                          <a:pt x="368" y="368"/>
                        </a:lnTo>
                        <a:lnTo>
                          <a:pt x="385" y="350"/>
                        </a:lnTo>
                        <a:lnTo>
                          <a:pt x="402" y="332"/>
                        </a:lnTo>
                        <a:lnTo>
                          <a:pt x="417" y="312"/>
                        </a:lnTo>
                        <a:lnTo>
                          <a:pt x="432" y="291"/>
                        </a:lnTo>
                        <a:lnTo>
                          <a:pt x="445" y="271"/>
                        </a:lnTo>
                        <a:lnTo>
                          <a:pt x="458" y="249"/>
                        </a:lnTo>
                        <a:lnTo>
                          <a:pt x="470" y="226"/>
                        </a:lnTo>
                        <a:lnTo>
                          <a:pt x="479" y="204"/>
                        </a:lnTo>
                        <a:lnTo>
                          <a:pt x="489" y="180"/>
                        </a:lnTo>
                        <a:lnTo>
                          <a:pt x="498" y="156"/>
                        </a:lnTo>
                        <a:lnTo>
                          <a:pt x="504" y="131"/>
                        </a:lnTo>
                        <a:lnTo>
                          <a:pt x="510" y="105"/>
                        </a:lnTo>
                        <a:lnTo>
                          <a:pt x="515" y="80"/>
                        </a:lnTo>
                        <a:lnTo>
                          <a:pt x="518" y="54"/>
                        </a:lnTo>
                        <a:lnTo>
                          <a:pt x="520" y="27"/>
                        </a:lnTo>
                        <a:lnTo>
                          <a:pt x="521" y="0"/>
                        </a:lnTo>
                        <a:lnTo>
                          <a:pt x="356" y="0"/>
                        </a:lnTo>
                        <a:lnTo>
                          <a:pt x="356" y="20"/>
                        </a:lnTo>
                        <a:lnTo>
                          <a:pt x="355" y="38"/>
                        </a:lnTo>
                        <a:lnTo>
                          <a:pt x="352" y="55"/>
                        </a:lnTo>
                        <a:lnTo>
                          <a:pt x="350" y="72"/>
                        </a:lnTo>
                        <a:lnTo>
                          <a:pt x="346" y="89"/>
                        </a:lnTo>
                        <a:lnTo>
                          <a:pt x="340" y="106"/>
                        </a:lnTo>
                        <a:lnTo>
                          <a:pt x="335" y="123"/>
                        </a:lnTo>
                        <a:lnTo>
                          <a:pt x="329" y="139"/>
                        </a:lnTo>
                        <a:lnTo>
                          <a:pt x="321" y="154"/>
                        </a:lnTo>
                        <a:lnTo>
                          <a:pt x="314" y="170"/>
                        </a:lnTo>
                        <a:lnTo>
                          <a:pt x="305" y="185"/>
                        </a:lnTo>
                        <a:lnTo>
                          <a:pt x="296" y="199"/>
                        </a:lnTo>
                        <a:lnTo>
                          <a:pt x="286" y="213"/>
                        </a:lnTo>
                        <a:lnTo>
                          <a:pt x="275" y="227"/>
                        </a:lnTo>
                        <a:lnTo>
                          <a:pt x="265" y="240"/>
                        </a:lnTo>
                        <a:lnTo>
                          <a:pt x="252" y="252"/>
                        </a:lnTo>
                        <a:lnTo>
                          <a:pt x="240" y="265"/>
                        </a:lnTo>
                        <a:lnTo>
                          <a:pt x="227" y="275"/>
                        </a:lnTo>
                        <a:lnTo>
                          <a:pt x="213" y="286"/>
                        </a:lnTo>
                        <a:lnTo>
                          <a:pt x="199" y="296"/>
                        </a:lnTo>
                        <a:lnTo>
                          <a:pt x="185" y="305"/>
                        </a:lnTo>
                        <a:lnTo>
                          <a:pt x="170" y="314"/>
                        </a:lnTo>
                        <a:lnTo>
                          <a:pt x="154" y="321"/>
                        </a:lnTo>
                        <a:lnTo>
                          <a:pt x="139" y="329"/>
                        </a:lnTo>
                        <a:lnTo>
                          <a:pt x="123" y="335"/>
                        </a:lnTo>
                        <a:lnTo>
                          <a:pt x="106" y="341"/>
                        </a:lnTo>
                        <a:lnTo>
                          <a:pt x="90" y="346"/>
                        </a:lnTo>
                        <a:lnTo>
                          <a:pt x="72" y="350"/>
                        </a:lnTo>
                        <a:lnTo>
                          <a:pt x="55" y="352"/>
                        </a:lnTo>
                        <a:lnTo>
                          <a:pt x="38" y="355"/>
                        </a:lnTo>
                        <a:lnTo>
                          <a:pt x="20" y="357"/>
                        </a:lnTo>
                        <a:lnTo>
                          <a:pt x="0" y="357"/>
                        </a:lnTo>
                        <a:lnTo>
                          <a:pt x="0" y="521"/>
                        </a:lnTo>
                        <a:close/>
                      </a:path>
                    </a:pathLst>
                  </a:custGeom>
                  <a:solidFill>
                    <a:srgbClr val="EF2B2F"/>
                  </a:solidFill>
                  <a:ln>
                    <a:noFill/>
                  </a:ln>
                </p:spPr>
                <p:txBody>
                  <a:bodyPr/>
                  <a:lstStyle/>
                  <a:p>
                    <a:pPr>
                      <a:defRPr/>
                    </a:pPr>
                    <a:endParaRPr lang="en-US" sz="1050">
                      <a:latin typeface="+mj-lt"/>
                    </a:endParaRPr>
                  </a:p>
                </p:txBody>
              </p:sp>
              <p:sp>
                <p:nvSpPr>
                  <p:cNvPr id="41838" name="Freeform 93">
                    <a:extLst>
                      <a:ext uri="{FF2B5EF4-FFF2-40B4-BE49-F238E27FC236}">
                        <a16:creationId xmlns="" xmlns:a16="http://schemas.microsoft.com/office/drawing/2014/main" id="{357B674B-0312-2AF7-20B1-5552AE5D0B2A}"/>
                      </a:ext>
                    </a:extLst>
                  </p:cNvPr>
                  <p:cNvSpPr>
                    <a:spLocks/>
                  </p:cNvSpPr>
                  <p:nvPr/>
                </p:nvSpPr>
                <p:spPr bwMode="auto">
                  <a:xfrm>
                    <a:off x="3215" y="1743"/>
                    <a:ext cx="86" cy="89"/>
                  </a:xfrm>
                  <a:custGeom>
                    <a:avLst/>
                    <a:gdLst>
                      <a:gd name="T0" fmla="*/ 0 w 519"/>
                      <a:gd name="T1" fmla="*/ 0 h 521"/>
                      <a:gd name="T2" fmla="*/ 0 w 519"/>
                      <a:gd name="T3" fmla="*/ 0 h 521"/>
                      <a:gd name="T4" fmla="*/ 0 w 519"/>
                      <a:gd name="T5" fmla="*/ 0 h 521"/>
                      <a:gd name="T6" fmla="*/ 0 w 519"/>
                      <a:gd name="T7" fmla="*/ 0 h 521"/>
                      <a:gd name="T8" fmla="*/ 0 w 519"/>
                      <a:gd name="T9" fmla="*/ 0 h 521"/>
                      <a:gd name="T10" fmla="*/ 0 w 519"/>
                      <a:gd name="T11" fmla="*/ 0 h 521"/>
                      <a:gd name="T12" fmla="*/ 0 w 519"/>
                      <a:gd name="T13" fmla="*/ 0 h 521"/>
                      <a:gd name="T14" fmla="*/ 0 w 519"/>
                      <a:gd name="T15" fmla="*/ 0 h 521"/>
                      <a:gd name="T16" fmla="*/ 0 w 519"/>
                      <a:gd name="T17" fmla="*/ 0 h 521"/>
                      <a:gd name="T18" fmla="*/ 0 w 519"/>
                      <a:gd name="T19" fmla="*/ 0 h 521"/>
                      <a:gd name="T20" fmla="*/ 0 w 519"/>
                      <a:gd name="T21" fmla="*/ 0 h 521"/>
                      <a:gd name="T22" fmla="*/ 0 w 519"/>
                      <a:gd name="T23" fmla="*/ 0 h 521"/>
                      <a:gd name="T24" fmla="*/ 0 w 519"/>
                      <a:gd name="T25" fmla="*/ 0 h 521"/>
                      <a:gd name="T26" fmla="*/ 0 w 519"/>
                      <a:gd name="T27" fmla="*/ 0 h 521"/>
                      <a:gd name="T28" fmla="*/ 0 w 519"/>
                      <a:gd name="T29" fmla="*/ 0 h 521"/>
                      <a:gd name="T30" fmla="*/ 0 w 519"/>
                      <a:gd name="T31" fmla="*/ 0 h 521"/>
                      <a:gd name="T32" fmla="*/ 0 w 519"/>
                      <a:gd name="T33" fmla="*/ 0 h 521"/>
                      <a:gd name="T34" fmla="*/ 0 w 519"/>
                      <a:gd name="T35" fmla="*/ 0 h 521"/>
                      <a:gd name="T36" fmla="*/ 0 w 519"/>
                      <a:gd name="T37" fmla="*/ 0 h 521"/>
                      <a:gd name="T38" fmla="*/ 0 w 519"/>
                      <a:gd name="T39" fmla="*/ 0 h 521"/>
                      <a:gd name="T40" fmla="*/ 0 w 519"/>
                      <a:gd name="T41" fmla="*/ 0 h 521"/>
                      <a:gd name="T42" fmla="*/ 0 w 519"/>
                      <a:gd name="T43" fmla="*/ 0 h 521"/>
                      <a:gd name="T44" fmla="*/ 0 w 519"/>
                      <a:gd name="T45" fmla="*/ 0 h 521"/>
                      <a:gd name="T46" fmla="*/ 0 w 519"/>
                      <a:gd name="T47" fmla="*/ 0 h 521"/>
                      <a:gd name="T48" fmla="*/ 0 w 519"/>
                      <a:gd name="T49" fmla="*/ 0 h 521"/>
                      <a:gd name="T50" fmla="*/ 0 w 519"/>
                      <a:gd name="T51" fmla="*/ 0 h 521"/>
                      <a:gd name="T52" fmla="*/ 0 w 519"/>
                      <a:gd name="T53" fmla="*/ 0 h 521"/>
                      <a:gd name="T54" fmla="*/ 0 w 519"/>
                      <a:gd name="T55" fmla="*/ 0 h 521"/>
                      <a:gd name="T56" fmla="*/ 0 w 519"/>
                      <a:gd name="T57" fmla="*/ 0 h 521"/>
                      <a:gd name="T58" fmla="*/ 0 w 519"/>
                      <a:gd name="T59" fmla="*/ 0 h 521"/>
                      <a:gd name="T60" fmla="*/ 0 w 519"/>
                      <a:gd name="T61" fmla="*/ 0 h 521"/>
                      <a:gd name="T62" fmla="*/ 0 w 519"/>
                      <a:gd name="T63" fmla="*/ 0 h 521"/>
                      <a:gd name="T64" fmla="*/ 0 w 519"/>
                      <a:gd name="T65" fmla="*/ 0 h 521"/>
                      <a:gd name="T66" fmla="*/ 0 w 519"/>
                      <a:gd name="T67" fmla="*/ 0 h 5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9"/>
                      <a:gd name="T103" fmla="*/ 0 h 521"/>
                      <a:gd name="T104" fmla="*/ 519 w 519"/>
                      <a:gd name="T105" fmla="*/ 521 h 5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9" h="521">
                        <a:moveTo>
                          <a:pt x="0" y="0"/>
                        </a:moveTo>
                        <a:lnTo>
                          <a:pt x="0" y="0"/>
                        </a:lnTo>
                        <a:lnTo>
                          <a:pt x="1" y="27"/>
                        </a:lnTo>
                        <a:lnTo>
                          <a:pt x="3" y="54"/>
                        </a:lnTo>
                        <a:lnTo>
                          <a:pt x="5" y="80"/>
                        </a:lnTo>
                        <a:lnTo>
                          <a:pt x="11" y="105"/>
                        </a:lnTo>
                        <a:lnTo>
                          <a:pt x="16" y="131"/>
                        </a:lnTo>
                        <a:lnTo>
                          <a:pt x="23" y="156"/>
                        </a:lnTo>
                        <a:lnTo>
                          <a:pt x="32" y="180"/>
                        </a:lnTo>
                        <a:lnTo>
                          <a:pt x="41" y="203"/>
                        </a:lnTo>
                        <a:lnTo>
                          <a:pt x="51" y="226"/>
                        </a:lnTo>
                        <a:lnTo>
                          <a:pt x="63" y="249"/>
                        </a:lnTo>
                        <a:lnTo>
                          <a:pt x="76" y="271"/>
                        </a:lnTo>
                        <a:lnTo>
                          <a:pt x="89" y="291"/>
                        </a:lnTo>
                        <a:lnTo>
                          <a:pt x="104" y="312"/>
                        </a:lnTo>
                        <a:lnTo>
                          <a:pt x="119" y="332"/>
                        </a:lnTo>
                        <a:lnTo>
                          <a:pt x="136" y="350"/>
                        </a:lnTo>
                        <a:lnTo>
                          <a:pt x="153" y="368"/>
                        </a:lnTo>
                        <a:lnTo>
                          <a:pt x="170" y="385"/>
                        </a:lnTo>
                        <a:lnTo>
                          <a:pt x="189" y="403"/>
                        </a:lnTo>
                        <a:lnTo>
                          <a:pt x="209" y="417"/>
                        </a:lnTo>
                        <a:lnTo>
                          <a:pt x="230" y="432"/>
                        </a:lnTo>
                        <a:lnTo>
                          <a:pt x="250" y="445"/>
                        </a:lnTo>
                        <a:lnTo>
                          <a:pt x="273" y="458"/>
                        </a:lnTo>
                        <a:lnTo>
                          <a:pt x="295" y="470"/>
                        </a:lnTo>
                        <a:lnTo>
                          <a:pt x="317" y="480"/>
                        </a:lnTo>
                        <a:lnTo>
                          <a:pt x="341" y="489"/>
                        </a:lnTo>
                        <a:lnTo>
                          <a:pt x="366" y="498"/>
                        </a:lnTo>
                        <a:lnTo>
                          <a:pt x="390" y="505"/>
                        </a:lnTo>
                        <a:lnTo>
                          <a:pt x="416" y="511"/>
                        </a:lnTo>
                        <a:lnTo>
                          <a:pt x="441" y="515"/>
                        </a:lnTo>
                        <a:lnTo>
                          <a:pt x="467" y="518"/>
                        </a:lnTo>
                        <a:lnTo>
                          <a:pt x="494" y="520"/>
                        </a:lnTo>
                        <a:lnTo>
                          <a:pt x="519" y="521"/>
                        </a:lnTo>
                        <a:lnTo>
                          <a:pt x="519" y="357"/>
                        </a:lnTo>
                        <a:lnTo>
                          <a:pt x="501" y="357"/>
                        </a:lnTo>
                        <a:lnTo>
                          <a:pt x="483" y="355"/>
                        </a:lnTo>
                        <a:lnTo>
                          <a:pt x="466" y="352"/>
                        </a:lnTo>
                        <a:lnTo>
                          <a:pt x="448" y="350"/>
                        </a:lnTo>
                        <a:lnTo>
                          <a:pt x="431" y="346"/>
                        </a:lnTo>
                        <a:lnTo>
                          <a:pt x="415" y="341"/>
                        </a:lnTo>
                        <a:lnTo>
                          <a:pt x="398" y="335"/>
                        </a:lnTo>
                        <a:lnTo>
                          <a:pt x="382" y="329"/>
                        </a:lnTo>
                        <a:lnTo>
                          <a:pt x="366" y="321"/>
                        </a:lnTo>
                        <a:lnTo>
                          <a:pt x="351" y="314"/>
                        </a:lnTo>
                        <a:lnTo>
                          <a:pt x="336" y="305"/>
                        </a:lnTo>
                        <a:lnTo>
                          <a:pt x="322" y="296"/>
                        </a:lnTo>
                        <a:lnTo>
                          <a:pt x="308" y="286"/>
                        </a:lnTo>
                        <a:lnTo>
                          <a:pt x="294" y="275"/>
                        </a:lnTo>
                        <a:lnTo>
                          <a:pt x="281" y="265"/>
                        </a:lnTo>
                        <a:lnTo>
                          <a:pt x="268" y="252"/>
                        </a:lnTo>
                        <a:lnTo>
                          <a:pt x="256" y="240"/>
                        </a:lnTo>
                        <a:lnTo>
                          <a:pt x="246" y="227"/>
                        </a:lnTo>
                        <a:lnTo>
                          <a:pt x="235" y="213"/>
                        </a:lnTo>
                        <a:lnTo>
                          <a:pt x="225" y="199"/>
                        </a:lnTo>
                        <a:lnTo>
                          <a:pt x="216" y="185"/>
                        </a:lnTo>
                        <a:lnTo>
                          <a:pt x="207" y="170"/>
                        </a:lnTo>
                        <a:lnTo>
                          <a:pt x="199" y="154"/>
                        </a:lnTo>
                        <a:lnTo>
                          <a:pt x="192" y="139"/>
                        </a:lnTo>
                        <a:lnTo>
                          <a:pt x="186" y="123"/>
                        </a:lnTo>
                        <a:lnTo>
                          <a:pt x="181" y="106"/>
                        </a:lnTo>
                        <a:lnTo>
                          <a:pt x="175" y="90"/>
                        </a:lnTo>
                        <a:lnTo>
                          <a:pt x="171" y="72"/>
                        </a:lnTo>
                        <a:lnTo>
                          <a:pt x="169" y="55"/>
                        </a:lnTo>
                        <a:lnTo>
                          <a:pt x="166" y="38"/>
                        </a:lnTo>
                        <a:lnTo>
                          <a:pt x="165" y="20"/>
                        </a:lnTo>
                        <a:lnTo>
                          <a:pt x="165" y="0"/>
                        </a:lnTo>
                        <a:lnTo>
                          <a:pt x="0" y="0"/>
                        </a:lnTo>
                        <a:close/>
                      </a:path>
                    </a:pathLst>
                  </a:custGeom>
                  <a:solidFill>
                    <a:srgbClr val="EF2B2F"/>
                  </a:solidFill>
                  <a:ln>
                    <a:noFill/>
                  </a:ln>
                </p:spPr>
                <p:txBody>
                  <a:bodyPr/>
                  <a:lstStyle/>
                  <a:p>
                    <a:pPr>
                      <a:defRPr/>
                    </a:pPr>
                    <a:endParaRPr lang="en-US" sz="1050">
                      <a:latin typeface="+mj-lt"/>
                    </a:endParaRPr>
                  </a:p>
                </p:txBody>
              </p:sp>
              <p:sp>
                <p:nvSpPr>
                  <p:cNvPr id="41839" name="Freeform 94">
                    <a:extLst>
                      <a:ext uri="{FF2B5EF4-FFF2-40B4-BE49-F238E27FC236}">
                        <a16:creationId xmlns="" xmlns:a16="http://schemas.microsoft.com/office/drawing/2014/main" id="{6DB5657C-D7DF-A0D9-CBFF-BC32CBE80331}"/>
                      </a:ext>
                    </a:extLst>
                  </p:cNvPr>
                  <p:cNvSpPr>
                    <a:spLocks/>
                  </p:cNvSpPr>
                  <p:nvPr/>
                </p:nvSpPr>
                <p:spPr bwMode="auto">
                  <a:xfrm>
                    <a:off x="3215" y="1661"/>
                    <a:ext cx="86" cy="81"/>
                  </a:xfrm>
                  <a:custGeom>
                    <a:avLst/>
                    <a:gdLst>
                      <a:gd name="T0" fmla="*/ 0 w 519"/>
                      <a:gd name="T1" fmla="*/ 0 h 519"/>
                      <a:gd name="T2" fmla="*/ 0 w 519"/>
                      <a:gd name="T3" fmla="*/ 0 h 519"/>
                      <a:gd name="T4" fmla="*/ 0 w 519"/>
                      <a:gd name="T5" fmla="*/ 0 h 519"/>
                      <a:gd name="T6" fmla="*/ 0 w 519"/>
                      <a:gd name="T7" fmla="*/ 0 h 519"/>
                      <a:gd name="T8" fmla="*/ 0 w 519"/>
                      <a:gd name="T9" fmla="*/ 0 h 519"/>
                      <a:gd name="T10" fmla="*/ 0 w 519"/>
                      <a:gd name="T11" fmla="*/ 0 h 519"/>
                      <a:gd name="T12" fmla="*/ 0 w 519"/>
                      <a:gd name="T13" fmla="*/ 0 h 519"/>
                      <a:gd name="T14" fmla="*/ 0 w 519"/>
                      <a:gd name="T15" fmla="*/ 0 h 519"/>
                      <a:gd name="T16" fmla="*/ 0 w 519"/>
                      <a:gd name="T17" fmla="*/ 0 h 519"/>
                      <a:gd name="T18" fmla="*/ 0 w 519"/>
                      <a:gd name="T19" fmla="*/ 0 h 519"/>
                      <a:gd name="T20" fmla="*/ 0 w 519"/>
                      <a:gd name="T21" fmla="*/ 0 h 519"/>
                      <a:gd name="T22" fmla="*/ 0 w 519"/>
                      <a:gd name="T23" fmla="*/ 0 h 519"/>
                      <a:gd name="T24" fmla="*/ 0 w 519"/>
                      <a:gd name="T25" fmla="*/ 0 h 519"/>
                      <a:gd name="T26" fmla="*/ 0 w 519"/>
                      <a:gd name="T27" fmla="*/ 0 h 519"/>
                      <a:gd name="T28" fmla="*/ 0 w 519"/>
                      <a:gd name="T29" fmla="*/ 0 h 519"/>
                      <a:gd name="T30" fmla="*/ 0 w 519"/>
                      <a:gd name="T31" fmla="*/ 0 h 519"/>
                      <a:gd name="T32" fmla="*/ 0 w 519"/>
                      <a:gd name="T33" fmla="*/ 0 h 519"/>
                      <a:gd name="T34" fmla="*/ 0 w 519"/>
                      <a:gd name="T35" fmla="*/ 0 h 519"/>
                      <a:gd name="T36" fmla="*/ 0 w 519"/>
                      <a:gd name="T37" fmla="*/ 0 h 519"/>
                      <a:gd name="T38" fmla="*/ 0 w 519"/>
                      <a:gd name="T39" fmla="*/ 0 h 519"/>
                      <a:gd name="T40" fmla="*/ 0 w 519"/>
                      <a:gd name="T41" fmla="*/ 0 h 519"/>
                      <a:gd name="T42" fmla="*/ 0 w 519"/>
                      <a:gd name="T43" fmla="*/ 0 h 519"/>
                      <a:gd name="T44" fmla="*/ 0 w 519"/>
                      <a:gd name="T45" fmla="*/ 0 h 519"/>
                      <a:gd name="T46" fmla="*/ 0 w 519"/>
                      <a:gd name="T47" fmla="*/ 0 h 519"/>
                      <a:gd name="T48" fmla="*/ 0 w 519"/>
                      <a:gd name="T49" fmla="*/ 0 h 519"/>
                      <a:gd name="T50" fmla="*/ 0 w 519"/>
                      <a:gd name="T51" fmla="*/ 0 h 519"/>
                      <a:gd name="T52" fmla="*/ 0 w 519"/>
                      <a:gd name="T53" fmla="*/ 0 h 519"/>
                      <a:gd name="T54" fmla="*/ 0 w 519"/>
                      <a:gd name="T55" fmla="*/ 0 h 519"/>
                      <a:gd name="T56" fmla="*/ 0 w 519"/>
                      <a:gd name="T57" fmla="*/ 0 h 519"/>
                      <a:gd name="T58" fmla="*/ 0 w 519"/>
                      <a:gd name="T59" fmla="*/ 0 h 519"/>
                      <a:gd name="T60" fmla="*/ 0 w 519"/>
                      <a:gd name="T61" fmla="*/ 0 h 519"/>
                      <a:gd name="T62" fmla="*/ 0 w 519"/>
                      <a:gd name="T63" fmla="*/ 0 h 519"/>
                      <a:gd name="T64" fmla="*/ 0 w 519"/>
                      <a:gd name="T65" fmla="*/ 0 h 519"/>
                      <a:gd name="T66" fmla="*/ 0 w 519"/>
                      <a:gd name="T67" fmla="*/ 0 h 5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9"/>
                      <a:gd name="T103" fmla="*/ 0 h 519"/>
                      <a:gd name="T104" fmla="*/ 519 w 519"/>
                      <a:gd name="T105" fmla="*/ 519 h 51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9" h="519">
                        <a:moveTo>
                          <a:pt x="519" y="0"/>
                        </a:moveTo>
                        <a:lnTo>
                          <a:pt x="519" y="0"/>
                        </a:lnTo>
                        <a:lnTo>
                          <a:pt x="493" y="1"/>
                        </a:lnTo>
                        <a:lnTo>
                          <a:pt x="467" y="3"/>
                        </a:lnTo>
                        <a:lnTo>
                          <a:pt x="441" y="5"/>
                        </a:lnTo>
                        <a:lnTo>
                          <a:pt x="416" y="10"/>
                        </a:lnTo>
                        <a:lnTo>
                          <a:pt x="390" y="17"/>
                        </a:lnTo>
                        <a:lnTo>
                          <a:pt x="366" y="23"/>
                        </a:lnTo>
                        <a:lnTo>
                          <a:pt x="341" y="32"/>
                        </a:lnTo>
                        <a:lnTo>
                          <a:pt x="317" y="40"/>
                        </a:lnTo>
                        <a:lnTo>
                          <a:pt x="295" y="51"/>
                        </a:lnTo>
                        <a:lnTo>
                          <a:pt x="273" y="63"/>
                        </a:lnTo>
                        <a:lnTo>
                          <a:pt x="250" y="76"/>
                        </a:lnTo>
                        <a:lnTo>
                          <a:pt x="230" y="89"/>
                        </a:lnTo>
                        <a:lnTo>
                          <a:pt x="209" y="104"/>
                        </a:lnTo>
                        <a:lnTo>
                          <a:pt x="189" y="118"/>
                        </a:lnTo>
                        <a:lnTo>
                          <a:pt x="170" y="136"/>
                        </a:lnTo>
                        <a:lnTo>
                          <a:pt x="153" y="153"/>
                        </a:lnTo>
                        <a:lnTo>
                          <a:pt x="136" y="171"/>
                        </a:lnTo>
                        <a:lnTo>
                          <a:pt x="119" y="189"/>
                        </a:lnTo>
                        <a:lnTo>
                          <a:pt x="104" y="209"/>
                        </a:lnTo>
                        <a:lnTo>
                          <a:pt x="89" y="230"/>
                        </a:lnTo>
                        <a:lnTo>
                          <a:pt x="76" y="250"/>
                        </a:lnTo>
                        <a:lnTo>
                          <a:pt x="63" y="272"/>
                        </a:lnTo>
                        <a:lnTo>
                          <a:pt x="51" y="295"/>
                        </a:lnTo>
                        <a:lnTo>
                          <a:pt x="41" y="318"/>
                        </a:lnTo>
                        <a:lnTo>
                          <a:pt x="32" y="341"/>
                        </a:lnTo>
                        <a:lnTo>
                          <a:pt x="23" y="365"/>
                        </a:lnTo>
                        <a:lnTo>
                          <a:pt x="16" y="390"/>
                        </a:lnTo>
                        <a:lnTo>
                          <a:pt x="11" y="416"/>
                        </a:lnTo>
                        <a:lnTo>
                          <a:pt x="5" y="441"/>
                        </a:lnTo>
                        <a:lnTo>
                          <a:pt x="3" y="467"/>
                        </a:lnTo>
                        <a:lnTo>
                          <a:pt x="1" y="494"/>
                        </a:lnTo>
                        <a:lnTo>
                          <a:pt x="0" y="519"/>
                        </a:lnTo>
                        <a:lnTo>
                          <a:pt x="165" y="519"/>
                        </a:lnTo>
                        <a:lnTo>
                          <a:pt x="165" y="501"/>
                        </a:lnTo>
                        <a:lnTo>
                          <a:pt x="166" y="483"/>
                        </a:lnTo>
                        <a:lnTo>
                          <a:pt x="169" y="466"/>
                        </a:lnTo>
                        <a:lnTo>
                          <a:pt x="171" y="448"/>
                        </a:lnTo>
                        <a:lnTo>
                          <a:pt x="175" y="431"/>
                        </a:lnTo>
                        <a:lnTo>
                          <a:pt x="181" y="415"/>
                        </a:lnTo>
                        <a:lnTo>
                          <a:pt x="186" y="398"/>
                        </a:lnTo>
                        <a:lnTo>
                          <a:pt x="192" y="382"/>
                        </a:lnTo>
                        <a:lnTo>
                          <a:pt x="199" y="367"/>
                        </a:lnTo>
                        <a:lnTo>
                          <a:pt x="207" y="351"/>
                        </a:lnTo>
                        <a:lnTo>
                          <a:pt x="216" y="336"/>
                        </a:lnTo>
                        <a:lnTo>
                          <a:pt x="225" y="322"/>
                        </a:lnTo>
                        <a:lnTo>
                          <a:pt x="235" y="308"/>
                        </a:lnTo>
                        <a:lnTo>
                          <a:pt x="246" y="294"/>
                        </a:lnTo>
                        <a:lnTo>
                          <a:pt x="256" y="281"/>
                        </a:lnTo>
                        <a:lnTo>
                          <a:pt x="268" y="268"/>
                        </a:lnTo>
                        <a:lnTo>
                          <a:pt x="281" y="256"/>
                        </a:lnTo>
                        <a:lnTo>
                          <a:pt x="294" y="246"/>
                        </a:lnTo>
                        <a:lnTo>
                          <a:pt x="308" y="235"/>
                        </a:lnTo>
                        <a:lnTo>
                          <a:pt x="322" y="225"/>
                        </a:lnTo>
                        <a:lnTo>
                          <a:pt x="336" y="216"/>
                        </a:lnTo>
                        <a:lnTo>
                          <a:pt x="351" y="207"/>
                        </a:lnTo>
                        <a:lnTo>
                          <a:pt x="366" y="199"/>
                        </a:lnTo>
                        <a:lnTo>
                          <a:pt x="382" y="192"/>
                        </a:lnTo>
                        <a:lnTo>
                          <a:pt x="398" y="186"/>
                        </a:lnTo>
                        <a:lnTo>
                          <a:pt x="415" y="180"/>
                        </a:lnTo>
                        <a:lnTo>
                          <a:pt x="431" y="175"/>
                        </a:lnTo>
                        <a:lnTo>
                          <a:pt x="448" y="171"/>
                        </a:lnTo>
                        <a:lnTo>
                          <a:pt x="466" y="169"/>
                        </a:lnTo>
                        <a:lnTo>
                          <a:pt x="483" y="166"/>
                        </a:lnTo>
                        <a:lnTo>
                          <a:pt x="501" y="164"/>
                        </a:lnTo>
                        <a:lnTo>
                          <a:pt x="519" y="164"/>
                        </a:lnTo>
                        <a:lnTo>
                          <a:pt x="519" y="0"/>
                        </a:lnTo>
                        <a:close/>
                      </a:path>
                    </a:pathLst>
                  </a:custGeom>
                  <a:solidFill>
                    <a:srgbClr val="EF2B2F"/>
                  </a:solidFill>
                  <a:ln>
                    <a:noFill/>
                  </a:ln>
                </p:spPr>
                <p:txBody>
                  <a:bodyPr/>
                  <a:lstStyle/>
                  <a:p>
                    <a:pPr>
                      <a:defRPr/>
                    </a:pPr>
                    <a:endParaRPr lang="en-US" sz="1050">
                      <a:latin typeface="+mj-lt"/>
                    </a:endParaRPr>
                  </a:p>
                </p:txBody>
              </p:sp>
              <p:sp>
                <p:nvSpPr>
                  <p:cNvPr id="41840" name="Freeform 95">
                    <a:extLst>
                      <a:ext uri="{FF2B5EF4-FFF2-40B4-BE49-F238E27FC236}">
                        <a16:creationId xmlns="" xmlns:a16="http://schemas.microsoft.com/office/drawing/2014/main" id="{EB6B6D2E-6AB1-0164-FED5-732A2F565EB6}"/>
                      </a:ext>
                    </a:extLst>
                  </p:cNvPr>
                  <p:cNvSpPr>
                    <a:spLocks/>
                  </p:cNvSpPr>
                  <p:nvPr/>
                </p:nvSpPr>
                <p:spPr bwMode="auto">
                  <a:xfrm>
                    <a:off x="1829" y="2950"/>
                    <a:ext cx="31" cy="344"/>
                  </a:xfrm>
                  <a:custGeom>
                    <a:avLst/>
                    <a:gdLst>
                      <a:gd name="T0" fmla="*/ 0 w 199"/>
                      <a:gd name="T1" fmla="*/ 0 h 2075"/>
                      <a:gd name="T2" fmla="*/ 0 w 199"/>
                      <a:gd name="T3" fmla="*/ 0 h 2075"/>
                      <a:gd name="T4" fmla="*/ 0 w 199"/>
                      <a:gd name="T5" fmla="*/ 0 h 2075"/>
                      <a:gd name="T6" fmla="*/ 0 w 199"/>
                      <a:gd name="T7" fmla="*/ 0 h 2075"/>
                      <a:gd name="T8" fmla="*/ 0 w 199"/>
                      <a:gd name="T9" fmla="*/ 0 h 2075"/>
                      <a:gd name="T10" fmla="*/ 0 w 199"/>
                      <a:gd name="T11" fmla="*/ 0 h 2075"/>
                      <a:gd name="T12" fmla="*/ 0 w 199"/>
                      <a:gd name="T13" fmla="*/ 0 h 2075"/>
                      <a:gd name="T14" fmla="*/ 0 w 199"/>
                      <a:gd name="T15" fmla="*/ 0 h 2075"/>
                      <a:gd name="T16" fmla="*/ 0 w 199"/>
                      <a:gd name="T17" fmla="*/ 0 h 2075"/>
                      <a:gd name="T18" fmla="*/ 0 w 199"/>
                      <a:gd name="T19" fmla="*/ 0 h 20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9"/>
                      <a:gd name="T31" fmla="*/ 0 h 2075"/>
                      <a:gd name="T32" fmla="*/ 199 w 199"/>
                      <a:gd name="T33" fmla="*/ 2075 h 207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9" h="2075">
                        <a:moveTo>
                          <a:pt x="84" y="0"/>
                        </a:moveTo>
                        <a:lnTo>
                          <a:pt x="1" y="84"/>
                        </a:lnTo>
                        <a:lnTo>
                          <a:pt x="36" y="2075"/>
                        </a:lnTo>
                        <a:lnTo>
                          <a:pt x="199" y="2072"/>
                        </a:lnTo>
                        <a:lnTo>
                          <a:pt x="165" y="82"/>
                        </a:lnTo>
                        <a:lnTo>
                          <a:pt x="84" y="0"/>
                        </a:lnTo>
                        <a:lnTo>
                          <a:pt x="0" y="0"/>
                        </a:lnTo>
                        <a:lnTo>
                          <a:pt x="1" y="84"/>
                        </a:lnTo>
                        <a:lnTo>
                          <a:pt x="84" y="0"/>
                        </a:lnTo>
                        <a:close/>
                      </a:path>
                    </a:pathLst>
                  </a:custGeom>
                  <a:solidFill>
                    <a:srgbClr val="1F1A17"/>
                  </a:solidFill>
                  <a:ln>
                    <a:noFill/>
                  </a:ln>
                </p:spPr>
                <p:txBody>
                  <a:bodyPr/>
                  <a:lstStyle/>
                  <a:p>
                    <a:pPr>
                      <a:defRPr/>
                    </a:pPr>
                    <a:endParaRPr lang="en-US" sz="1050">
                      <a:latin typeface="+mj-lt"/>
                    </a:endParaRPr>
                  </a:p>
                </p:txBody>
              </p:sp>
              <p:sp>
                <p:nvSpPr>
                  <p:cNvPr id="41841" name="Freeform 96">
                    <a:extLst>
                      <a:ext uri="{FF2B5EF4-FFF2-40B4-BE49-F238E27FC236}">
                        <a16:creationId xmlns="" xmlns:a16="http://schemas.microsoft.com/office/drawing/2014/main" id="{AD8FE7FA-7F03-F91B-23EE-CC93C029F363}"/>
                      </a:ext>
                    </a:extLst>
                  </p:cNvPr>
                  <p:cNvSpPr>
                    <a:spLocks/>
                  </p:cNvSpPr>
                  <p:nvPr/>
                </p:nvSpPr>
                <p:spPr bwMode="auto">
                  <a:xfrm>
                    <a:off x="1864" y="2950"/>
                    <a:ext cx="554" cy="26"/>
                  </a:xfrm>
                  <a:custGeom>
                    <a:avLst/>
                    <a:gdLst>
                      <a:gd name="T0" fmla="*/ 0 w 3446"/>
                      <a:gd name="T1" fmla="*/ 0 h 165"/>
                      <a:gd name="T2" fmla="*/ 0 w 3446"/>
                      <a:gd name="T3" fmla="*/ 0 h 165"/>
                      <a:gd name="T4" fmla="*/ 0 w 3446"/>
                      <a:gd name="T5" fmla="*/ 0 h 165"/>
                      <a:gd name="T6" fmla="*/ 0 w 3446"/>
                      <a:gd name="T7" fmla="*/ 0 h 165"/>
                      <a:gd name="T8" fmla="*/ 0 w 3446"/>
                      <a:gd name="T9" fmla="*/ 0 h 165"/>
                      <a:gd name="T10" fmla="*/ 0 w 3446"/>
                      <a:gd name="T11" fmla="*/ 0 h 165"/>
                      <a:gd name="T12" fmla="*/ 0 w 3446"/>
                      <a:gd name="T13" fmla="*/ 0 h 165"/>
                      <a:gd name="T14" fmla="*/ 0 w 3446"/>
                      <a:gd name="T15" fmla="*/ 0 h 165"/>
                      <a:gd name="T16" fmla="*/ 0 w 3446"/>
                      <a:gd name="T17" fmla="*/ 0 h 16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46"/>
                      <a:gd name="T28" fmla="*/ 0 h 165"/>
                      <a:gd name="T29" fmla="*/ 3446 w 3446"/>
                      <a:gd name="T30" fmla="*/ 165 h 16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46" h="165">
                        <a:moveTo>
                          <a:pt x="3446" y="83"/>
                        </a:moveTo>
                        <a:lnTo>
                          <a:pt x="3363" y="0"/>
                        </a:lnTo>
                        <a:lnTo>
                          <a:pt x="0" y="0"/>
                        </a:lnTo>
                        <a:lnTo>
                          <a:pt x="0" y="165"/>
                        </a:lnTo>
                        <a:lnTo>
                          <a:pt x="3363" y="165"/>
                        </a:lnTo>
                        <a:lnTo>
                          <a:pt x="3446" y="83"/>
                        </a:lnTo>
                        <a:lnTo>
                          <a:pt x="3363" y="165"/>
                        </a:lnTo>
                        <a:lnTo>
                          <a:pt x="3446" y="165"/>
                        </a:lnTo>
                        <a:lnTo>
                          <a:pt x="3446" y="83"/>
                        </a:lnTo>
                        <a:close/>
                      </a:path>
                    </a:pathLst>
                  </a:custGeom>
                  <a:solidFill>
                    <a:srgbClr val="1F1A17"/>
                  </a:solidFill>
                  <a:ln>
                    <a:noFill/>
                  </a:ln>
                </p:spPr>
                <p:txBody>
                  <a:bodyPr/>
                  <a:lstStyle/>
                  <a:p>
                    <a:pPr>
                      <a:defRPr/>
                    </a:pPr>
                    <a:endParaRPr lang="en-US" sz="1050">
                      <a:latin typeface="+mj-lt"/>
                    </a:endParaRPr>
                  </a:p>
                </p:txBody>
              </p:sp>
              <p:sp>
                <p:nvSpPr>
                  <p:cNvPr id="41842" name="Freeform 97">
                    <a:extLst>
                      <a:ext uri="{FF2B5EF4-FFF2-40B4-BE49-F238E27FC236}">
                        <a16:creationId xmlns="" xmlns:a16="http://schemas.microsoft.com/office/drawing/2014/main" id="{BC3E1789-9855-4ED8-5EF7-5A9EBA8A7775}"/>
                      </a:ext>
                    </a:extLst>
                  </p:cNvPr>
                  <p:cNvSpPr>
                    <a:spLocks/>
                  </p:cNvSpPr>
                  <p:nvPr/>
                </p:nvSpPr>
                <p:spPr bwMode="auto">
                  <a:xfrm>
                    <a:off x="2394" y="2599"/>
                    <a:ext cx="24" cy="363"/>
                  </a:xfrm>
                  <a:custGeom>
                    <a:avLst/>
                    <a:gdLst>
                      <a:gd name="T0" fmla="*/ 0 w 165"/>
                      <a:gd name="T1" fmla="*/ 0 h 2181"/>
                      <a:gd name="T2" fmla="*/ 0 w 165"/>
                      <a:gd name="T3" fmla="*/ 0 h 2181"/>
                      <a:gd name="T4" fmla="*/ 0 w 165"/>
                      <a:gd name="T5" fmla="*/ 0 h 2181"/>
                      <a:gd name="T6" fmla="*/ 0 w 165"/>
                      <a:gd name="T7" fmla="*/ 0 h 2181"/>
                      <a:gd name="T8" fmla="*/ 0 w 165"/>
                      <a:gd name="T9" fmla="*/ 0 h 2181"/>
                      <a:gd name="T10" fmla="*/ 0 w 165"/>
                      <a:gd name="T11" fmla="*/ 0 h 2181"/>
                      <a:gd name="T12" fmla="*/ 0 w 165"/>
                      <a:gd name="T13" fmla="*/ 0 h 2181"/>
                      <a:gd name="T14" fmla="*/ 0 w 165"/>
                      <a:gd name="T15" fmla="*/ 0 h 2181"/>
                      <a:gd name="T16" fmla="*/ 0 w 165"/>
                      <a:gd name="T17" fmla="*/ 0 h 2181"/>
                      <a:gd name="T18" fmla="*/ 0 w 165"/>
                      <a:gd name="T19" fmla="*/ 0 h 21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5"/>
                      <a:gd name="T31" fmla="*/ 0 h 2181"/>
                      <a:gd name="T32" fmla="*/ 165 w 165"/>
                      <a:gd name="T33" fmla="*/ 2181 h 218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5" h="2181">
                        <a:moveTo>
                          <a:pt x="82" y="0"/>
                        </a:moveTo>
                        <a:lnTo>
                          <a:pt x="0" y="83"/>
                        </a:lnTo>
                        <a:lnTo>
                          <a:pt x="0" y="2181"/>
                        </a:lnTo>
                        <a:lnTo>
                          <a:pt x="165" y="2181"/>
                        </a:lnTo>
                        <a:lnTo>
                          <a:pt x="165" y="83"/>
                        </a:lnTo>
                        <a:lnTo>
                          <a:pt x="82" y="0"/>
                        </a:lnTo>
                        <a:lnTo>
                          <a:pt x="0" y="0"/>
                        </a:lnTo>
                        <a:lnTo>
                          <a:pt x="0" y="83"/>
                        </a:lnTo>
                        <a:lnTo>
                          <a:pt x="82" y="0"/>
                        </a:lnTo>
                        <a:close/>
                      </a:path>
                    </a:pathLst>
                  </a:custGeom>
                  <a:solidFill>
                    <a:srgbClr val="1F1A17"/>
                  </a:solidFill>
                  <a:ln>
                    <a:noFill/>
                  </a:ln>
                </p:spPr>
                <p:txBody>
                  <a:bodyPr/>
                  <a:lstStyle/>
                  <a:p>
                    <a:pPr>
                      <a:defRPr/>
                    </a:pPr>
                    <a:endParaRPr lang="en-US" sz="1050">
                      <a:latin typeface="+mj-lt"/>
                    </a:endParaRPr>
                  </a:p>
                </p:txBody>
              </p:sp>
              <p:sp>
                <p:nvSpPr>
                  <p:cNvPr id="41843" name="Freeform 98">
                    <a:extLst>
                      <a:ext uri="{FF2B5EF4-FFF2-40B4-BE49-F238E27FC236}">
                        <a16:creationId xmlns="" xmlns:a16="http://schemas.microsoft.com/office/drawing/2014/main" id="{57A7B914-1297-5D7F-72D6-B3E8865B0EB2}"/>
                      </a:ext>
                    </a:extLst>
                  </p:cNvPr>
                  <p:cNvSpPr>
                    <a:spLocks/>
                  </p:cNvSpPr>
                  <p:nvPr/>
                </p:nvSpPr>
                <p:spPr bwMode="auto">
                  <a:xfrm>
                    <a:off x="2402" y="2599"/>
                    <a:ext cx="597" cy="30"/>
                  </a:xfrm>
                  <a:custGeom>
                    <a:avLst/>
                    <a:gdLst>
                      <a:gd name="T0" fmla="*/ 0 w 3582"/>
                      <a:gd name="T1" fmla="*/ 0 h 165"/>
                      <a:gd name="T2" fmla="*/ 0 w 3582"/>
                      <a:gd name="T3" fmla="*/ 0 h 165"/>
                      <a:gd name="T4" fmla="*/ 0 w 3582"/>
                      <a:gd name="T5" fmla="*/ 0 h 165"/>
                      <a:gd name="T6" fmla="*/ 0 w 3582"/>
                      <a:gd name="T7" fmla="*/ 0 h 165"/>
                      <a:gd name="T8" fmla="*/ 0 w 3582"/>
                      <a:gd name="T9" fmla="*/ 0 h 165"/>
                      <a:gd name="T10" fmla="*/ 0 w 3582"/>
                      <a:gd name="T11" fmla="*/ 0 h 165"/>
                      <a:gd name="T12" fmla="*/ 0 w 3582"/>
                      <a:gd name="T13" fmla="*/ 0 h 165"/>
                      <a:gd name="T14" fmla="*/ 0 w 3582"/>
                      <a:gd name="T15" fmla="*/ 0 h 165"/>
                      <a:gd name="T16" fmla="*/ 0 w 3582"/>
                      <a:gd name="T17" fmla="*/ 0 h 165"/>
                      <a:gd name="T18" fmla="*/ 0 w 3582"/>
                      <a:gd name="T19" fmla="*/ 0 h 1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582"/>
                      <a:gd name="T31" fmla="*/ 0 h 165"/>
                      <a:gd name="T32" fmla="*/ 3582 w 3582"/>
                      <a:gd name="T33" fmla="*/ 165 h 1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582" h="165">
                        <a:moveTo>
                          <a:pt x="3582" y="83"/>
                        </a:moveTo>
                        <a:lnTo>
                          <a:pt x="3500" y="0"/>
                        </a:lnTo>
                        <a:lnTo>
                          <a:pt x="0" y="0"/>
                        </a:lnTo>
                        <a:lnTo>
                          <a:pt x="0" y="165"/>
                        </a:lnTo>
                        <a:lnTo>
                          <a:pt x="3500" y="165"/>
                        </a:lnTo>
                        <a:lnTo>
                          <a:pt x="3582" y="83"/>
                        </a:lnTo>
                        <a:lnTo>
                          <a:pt x="3582" y="0"/>
                        </a:lnTo>
                        <a:lnTo>
                          <a:pt x="3500" y="0"/>
                        </a:lnTo>
                        <a:lnTo>
                          <a:pt x="3582" y="83"/>
                        </a:lnTo>
                        <a:close/>
                      </a:path>
                    </a:pathLst>
                  </a:custGeom>
                  <a:solidFill>
                    <a:srgbClr val="1F1A17"/>
                  </a:solidFill>
                  <a:ln>
                    <a:noFill/>
                  </a:ln>
                </p:spPr>
                <p:txBody>
                  <a:bodyPr/>
                  <a:lstStyle/>
                  <a:p>
                    <a:pPr>
                      <a:defRPr/>
                    </a:pPr>
                    <a:endParaRPr lang="en-US" sz="1050">
                      <a:latin typeface="+mj-lt"/>
                    </a:endParaRPr>
                  </a:p>
                </p:txBody>
              </p:sp>
              <p:sp>
                <p:nvSpPr>
                  <p:cNvPr id="41844" name="Freeform 99">
                    <a:extLst>
                      <a:ext uri="{FF2B5EF4-FFF2-40B4-BE49-F238E27FC236}">
                        <a16:creationId xmlns="" xmlns:a16="http://schemas.microsoft.com/office/drawing/2014/main" id="{6FF5CCBA-999E-4FB4-DF2F-3315C520A490}"/>
                      </a:ext>
                    </a:extLst>
                  </p:cNvPr>
                  <p:cNvSpPr>
                    <a:spLocks/>
                  </p:cNvSpPr>
                  <p:nvPr/>
                </p:nvSpPr>
                <p:spPr bwMode="auto">
                  <a:xfrm>
                    <a:off x="2971" y="2613"/>
                    <a:ext cx="27" cy="207"/>
                  </a:xfrm>
                  <a:custGeom>
                    <a:avLst/>
                    <a:gdLst>
                      <a:gd name="T0" fmla="*/ 0 w 165"/>
                      <a:gd name="T1" fmla="*/ 0 h 1253"/>
                      <a:gd name="T2" fmla="*/ 0 w 165"/>
                      <a:gd name="T3" fmla="*/ 0 h 1253"/>
                      <a:gd name="T4" fmla="*/ 0 w 165"/>
                      <a:gd name="T5" fmla="*/ 0 h 1253"/>
                      <a:gd name="T6" fmla="*/ 0 w 165"/>
                      <a:gd name="T7" fmla="*/ 0 h 1253"/>
                      <a:gd name="T8" fmla="*/ 0 w 165"/>
                      <a:gd name="T9" fmla="*/ 0 h 1253"/>
                      <a:gd name="T10" fmla="*/ 0 w 165"/>
                      <a:gd name="T11" fmla="*/ 0 h 1253"/>
                      <a:gd name="T12" fmla="*/ 0 w 165"/>
                      <a:gd name="T13" fmla="*/ 0 h 1253"/>
                      <a:gd name="T14" fmla="*/ 0 w 165"/>
                      <a:gd name="T15" fmla="*/ 0 h 1253"/>
                      <a:gd name="T16" fmla="*/ 0 w 165"/>
                      <a:gd name="T17" fmla="*/ 0 h 12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5"/>
                      <a:gd name="T28" fmla="*/ 0 h 1253"/>
                      <a:gd name="T29" fmla="*/ 165 w 165"/>
                      <a:gd name="T30" fmla="*/ 1253 h 12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5" h="1253">
                        <a:moveTo>
                          <a:pt x="83" y="1253"/>
                        </a:moveTo>
                        <a:lnTo>
                          <a:pt x="165" y="1171"/>
                        </a:lnTo>
                        <a:lnTo>
                          <a:pt x="165" y="0"/>
                        </a:lnTo>
                        <a:lnTo>
                          <a:pt x="0" y="0"/>
                        </a:lnTo>
                        <a:lnTo>
                          <a:pt x="0" y="1171"/>
                        </a:lnTo>
                        <a:lnTo>
                          <a:pt x="83" y="1253"/>
                        </a:lnTo>
                        <a:lnTo>
                          <a:pt x="0" y="1171"/>
                        </a:lnTo>
                        <a:lnTo>
                          <a:pt x="0" y="1253"/>
                        </a:lnTo>
                        <a:lnTo>
                          <a:pt x="83" y="1253"/>
                        </a:lnTo>
                        <a:close/>
                      </a:path>
                    </a:pathLst>
                  </a:custGeom>
                  <a:solidFill>
                    <a:srgbClr val="1F1A17"/>
                  </a:solidFill>
                  <a:ln>
                    <a:noFill/>
                  </a:ln>
                </p:spPr>
                <p:txBody>
                  <a:bodyPr/>
                  <a:lstStyle/>
                  <a:p>
                    <a:pPr>
                      <a:defRPr/>
                    </a:pPr>
                    <a:endParaRPr lang="en-US" sz="1050">
                      <a:latin typeface="+mj-lt"/>
                    </a:endParaRPr>
                  </a:p>
                </p:txBody>
              </p:sp>
              <p:sp>
                <p:nvSpPr>
                  <p:cNvPr id="41845" name="Freeform 100">
                    <a:extLst>
                      <a:ext uri="{FF2B5EF4-FFF2-40B4-BE49-F238E27FC236}">
                        <a16:creationId xmlns="" xmlns:a16="http://schemas.microsoft.com/office/drawing/2014/main" id="{34E1B264-D64A-18BB-CB94-B3DB3C8E5344}"/>
                      </a:ext>
                    </a:extLst>
                  </p:cNvPr>
                  <p:cNvSpPr>
                    <a:spLocks/>
                  </p:cNvSpPr>
                  <p:nvPr/>
                </p:nvSpPr>
                <p:spPr bwMode="auto">
                  <a:xfrm>
                    <a:off x="2987" y="2795"/>
                    <a:ext cx="585" cy="26"/>
                  </a:xfrm>
                  <a:custGeom>
                    <a:avLst/>
                    <a:gdLst>
                      <a:gd name="T0" fmla="*/ 0 w 3513"/>
                      <a:gd name="T1" fmla="*/ 0 h 164"/>
                      <a:gd name="T2" fmla="*/ 0 w 3513"/>
                      <a:gd name="T3" fmla="*/ 0 h 164"/>
                      <a:gd name="T4" fmla="*/ 0 w 3513"/>
                      <a:gd name="T5" fmla="*/ 0 h 164"/>
                      <a:gd name="T6" fmla="*/ 0 w 3513"/>
                      <a:gd name="T7" fmla="*/ 0 h 164"/>
                      <a:gd name="T8" fmla="*/ 0 w 3513"/>
                      <a:gd name="T9" fmla="*/ 0 h 164"/>
                      <a:gd name="T10" fmla="*/ 0 w 3513"/>
                      <a:gd name="T11" fmla="*/ 0 h 164"/>
                      <a:gd name="T12" fmla="*/ 0 w 3513"/>
                      <a:gd name="T13" fmla="*/ 0 h 164"/>
                      <a:gd name="T14" fmla="*/ 0 w 3513"/>
                      <a:gd name="T15" fmla="*/ 0 h 164"/>
                      <a:gd name="T16" fmla="*/ 0 w 3513"/>
                      <a:gd name="T17" fmla="*/ 0 h 164"/>
                      <a:gd name="T18" fmla="*/ 0 w 3513"/>
                      <a:gd name="T19" fmla="*/ 0 h 1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513"/>
                      <a:gd name="T31" fmla="*/ 0 h 164"/>
                      <a:gd name="T32" fmla="*/ 3513 w 3513"/>
                      <a:gd name="T33" fmla="*/ 164 h 1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513" h="164">
                        <a:moveTo>
                          <a:pt x="3513" y="82"/>
                        </a:moveTo>
                        <a:lnTo>
                          <a:pt x="3430" y="0"/>
                        </a:lnTo>
                        <a:lnTo>
                          <a:pt x="0" y="0"/>
                        </a:lnTo>
                        <a:lnTo>
                          <a:pt x="0" y="164"/>
                        </a:lnTo>
                        <a:lnTo>
                          <a:pt x="3430" y="164"/>
                        </a:lnTo>
                        <a:lnTo>
                          <a:pt x="3513" y="82"/>
                        </a:lnTo>
                        <a:lnTo>
                          <a:pt x="3513" y="0"/>
                        </a:lnTo>
                        <a:lnTo>
                          <a:pt x="3430" y="0"/>
                        </a:lnTo>
                        <a:lnTo>
                          <a:pt x="3513" y="82"/>
                        </a:lnTo>
                        <a:close/>
                      </a:path>
                    </a:pathLst>
                  </a:custGeom>
                  <a:solidFill>
                    <a:srgbClr val="1F1A17"/>
                  </a:solidFill>
                  <a:ln>
                    <a:noFill/>
                  </a:ln>
                </p:spPr>
                <p:txBody>
                  <a:bodyPr/>
                  <a:lstStyle/>
                  <a:p>
                    <a:pPr>
                      <a:defRPr/>
                    </a:pPr>
                    <a:endParaRPr lang="en-US" sz="1050">
                      <a:latin typeface="+mj-lt"/>
                    </a:endParaRPr>
                  </a:p>
                </p:txBody>
              </p:sp>
              <p:sp>
                <p:nvSpPr>
                  <p:cNvPr id="41846" name="Rectangle 101">
                    <a:extLst>
                      <a:ext uri="{FF2B5EF4-FFF2-40B4-BE49-F238E27FC236}">
                        <a16:creationId xmlns="" xmlns:a16="http://schemas.microsoft.com/office/drawing/2014/main" id="{78F24600-EA10-7994-1849-9B9215F74922}"/>
                      </a:ext>
                    </a:extLst>
                  </p:cNvPr>
                  <p:cNvSpPr>
                    <a:spLocks noChangeArrowheads="1"/>
                  </p:cNvSpPr>
                  <p:nvPr/>
                </p:nvSpPr>
                <p:spPr bwMode="auto">
                  <a:xfrm>
                    <a:off x="3545" y="2810"/>
                    <a:ext cx="27" cy="467"/>
                  </a:xfrm>
                  <a:prstGeom prst="rect">
                    <a:avLst/>
                  </a:prstGeom>
                  <a:solidFill>
                    <a:srgbClr val="1F1A17"/>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ltLang="en-US" sz="1200">
                      <a:latin typeface="+mj-lt"/>
                    </a:endParaRPr>
                  </a:p>
                </p:txBody>
              </p:sp>
            </p:grpSp>
            <p:grpSp>
              <p:nvGrpSpPr>
                <p:cNvPr id="29705" name="Group 102">
                  <a:extLst>
                    <a:ext uri="{FF2B5EF4-FFF2-40B4-BE49-F238E27FC236}">
                      <a16:creationId xmlns="" xmlns:a16="http://schemas.microsoft.com/office/drawing/2014/main" id="{64EBB536-F90C-784C-8FEB-8F72EC479B8F}"/>
                    </a:ext>
                  </a:extLst>
                </p:cNvPr>
                <p:cNvGrpSpPr>
                  <a:grpSpLocks/>
                </p:cNvGrpSpPr>
                <p:nvPr/>
              </p:nvGrpSpPr>
              <p:grpSpPr bwMode="auto">
                <a:xfrm>
                  <a:off x="4800" y="2543"/>
                  <a:ext cx="624" cy="633"/>
                  <a:chOff x="5088" y="1152"/>
                  <a:chExt cx="528" cy="572"/>
                </a:xfrm>
              </p:grpSpPr>
              <p:sp>
                <p:nvSpPr>
                  <p:cNvPr id="41699" name="Freeform 103">
                    <a:extLst>
                      <a:ext uri="{FF2B5EF4-FFF2-40B4-BE49-F238E27FC236}">
                        <a16:creationId xmlns="" xmlns:a16="http://schemas.microsoft.com/office/drawing/2014/main" id="{AA818C6B-9361-8C3F-C750-213A5F952AEA}"/>
                      </a:ext>
                    </a:extLst>
                  </p:cNvPr>
                  <p:cNvSpPr>
                    <a:spLocks/>
                  </p:cNvSpPr>
                  <p:nvPr/>
                </p:nvSpPr>
                <p:spPr bwMode="auto">
                  <a:xfrm>
                    <a:off x="5088" y="1152"/>
                    <a:ext cx="528" cy="572"/>
                  </a:xfrm>
                  <a:custGeom>
                    <a:avLst/>
                    <a:gdLst>
                      <a:gd name="T0" fmla="*/ 0 w 15538"/>
                      <a:gd name="T1" fmla="*/ 0 h 15534"/>
                      <a:gd name="T2" fmla="*/ 0 w 15538"/>
                      <a:gd name="T3" fmla="*/ 0 h 15534"/>
                      <a:gd name="T4" fmla="*/ 0 w 15538"/>
                      <a:gd name="T5" fmla="*/ 0 h 15534"/>
                      <a:gd name="T6" fmla="*/ 0 w 15538"/>
                      <a:gd name="T7" fmla="*/ 0 h 15534"/>
                      <a:gd name="T8" fmla="*/ 0 w 15538"/>
                      <a:gd name="T9" fmla="*/ 0 h 15534"/>
                      <a:gd name="T10" fmla="*/ 0 w 15538"/>
                      <a:gd name="T11" fmla="*/ 0 h 15534"/>
                      <a:gd name="T12" fmla="*/ 0 w 15538"/>
                      <a:gd name="T13" fmla="*/ 0 h 15534"/>
                      <a:gd name="T14" fmla="*/ 0 w 15538"/>
                      <a:gd name="T15" fmla="*/ 0 h 15534"/>
                      <a:gd name="T16" fmla="*/ 0 w 15538"/>
                      <a:gd name="T17" fmla="*/ 0 h 15534"/>
                      <a:gd name="T18" fmla="*/ 0 w 15538"/>
                      <a:gd name="T19" fmla="*/ 0 h 15534"/>
                      <a:gd name="T20" fmla="*/ 0 w 15538"/>
                      <a:gd name="T21" fmla="*/ 0 h 15534"/>
                      <a:gd name="T22" fmla="*/ 0 w 15538"/>
                      <a:gd name="T23" fmla="*/ 0 h 15534"/>
                      <a:gd name="T24" fmla="*/ 0 w 15538"/>
                      <a:gd name="T25" fmla="*/ 0 h 15534"/>
                      <a:gd name="T26" fmla="*/ 0 w 15538"/>
                      <a:gd name="T27" fmla="*/ 0 h 15534"/>
                      <a:gd name="T28" fmla="*/ 0 w 15538"/>
                      <a:gd name="T29" fmla="*/ 0 h 15534"/>
                      <a:gd name="T30" fmla="*/ 0 w 15538"/>
                      <a:gd name="T31" fmla="*/ 0 h 15534"/>
                      <a:gd name="T32" fmla="*/ 0 w 15538"/>
                      <a:gd name="T33" fmla="*/ 0 h 15534"/>
                      <a:gd name="T34" fmla="*/ 0 w 15538"/>
                      <a:gd name="T35" fmla="*/ 0 h 15534"/>
                      <a:gd name="T36" fmla="*/ 0 w 15538"/>
                      <a:gd name="T37" fmla="*/ 0 h 15534"/>
                      <a:gd name="T38" fmla="*/ 0 w 15538"/>
                      <a:gd name="T39" fmla="*/ 0 h 15534"/>
                      <a:gd name="T40" fmla="*/ 0 w 15538"/>
                      <a:gd name="T41" fmla="*/ 0 h 15534"/>
                      <a:gd name="T42" fmla="*/ 0 w 15538"/>
                      <a:gd name="T43" fmla="*/ 0 h 15534"/>
                      <a:gd name="T44" fmla="*/ 0 w 15538"/>
                      <a:gd name="T45" fmla="*/ 0 h 15534"/>
                      <a:gd name="T46" fmla="*/ 0 w 15538"/>
                      <a:gd name="T47" fmla="*/ 0 h 15534"/>
                      <a:gd name="T48" fmla="*/ 0 w 15538"/>
                      <a:gd name="T49" fmla="*/ 0 h 15534"/>
                      <a:gd name="T50" fmla="*/ 0 w 15538"/>
                      <a:gd name="T51" fmla="*/ 0 h 15534"/>
                      <a:gd name="T52" fmla="*/ 0 w 15538"/>
                      <a:gd name="T53" fmla="*/ 0 h 15534"/>
                      <a:gd name="T54" fmla="*/ 0 w 15538"/>
                      <a:gd name="T55" fmla="*/ 0 h 15534"/>
                      <a:gd name="T56" fmla="*/ 0 w 15538"/>
                      <a:gd name="T57" fmla="*/ 0 h 15534"/>
                      <a:gd name="T58" fmla="*/ 0 w 15538"/>
                      <a:gd name="T59" fmla="*/ 0 h 15534"/>
                      <a:gd name="T60" fmla="*/ 0 w 15538"/>
                      <a:gd name="T61" fmla="*/ 0 h 15534"/>
                      <a:gd name="T62" fmla="*/ 0 w 15538"/>
                      <a:gd name="T63" fmla="*/ 0 h 15534"/>
                      <a:gd name="T64" fmla="*/ 0 w 15538"/>
                      <a:gd name="T65" fmla="*/ 0 h 15534"/>
                      <a:gd name="T66" fmla="*/ 0 w 15538"/>
                      <a:gd name="T67" fmla="*/ 0 h 15534"/>
                      <a:gd name="T68" fmla="*/ 0 w 15538"/>
                      <a:gd name="T69" fmla="*/ 0 h 15534"/>
                      <a:gd name="T70" fmla="*/ 0 w 15538"/>
                      <a:gd name="T71" fmla="*/ 0 h 15534"/>
                      <a:gd name="T72" fmla="*/ 0 w 15538"/>
                      <a:gd name="T73" fmla="*/ 0 h 15534"/>
                      <a:gd name="T74" fmla="*/ 0 w 15538"/>
                      <a:gd name="T75" fmla="*/ 0 h 15534"/>
                      <a:gd name="T76" fmla="*/ 0 w 15538"/>
                      <a:gd name="T77" fmla="*/ 0 h 15534"/>
                      <a:gd name="T78" fmla="*/ 0 w 15538"/>
                      <a:gd name="T79" fmla="*/ 0 h 15534"/>
                      <a:gd name="T80" fmla="*/ 0 w 15538"/>
                      <a:gd name="T81" fmla="*/ 0 h 15534"/>
                      <a:gd name="T82" fmla="*/ 0 w 15538"/>
                      <a:gd name="T83" fmla="*/ 0 h 15534"/>
                      <a:gd name="T84" fmla="*/ 0 w 15538"/>
                      <a:gd name="T85" fmla="*/ 0 h 155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538"/>
                      <a:gd name="T130" fmla="*/ 0 h 15534"/>
                      <a:gd name="T131" fmla="*/ 15538 w 15538"/>
                      <a:gd name="T132" fmla="*/ 15534 h 1553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538" h="15534">
                        <a:moveTo>
                          <a:pt x="7769" y="0"/>
                        </a:moveTo>
                        <a:lnTo>
                          <a:pt x="8168" y="10"/>
                        </a:lnTo>
                        <a:lnTo>
                          <a:pt x="8562" y="40"/>
                        </a:lnTo>
                        <a:lnTo>
                          <a:pt x="8950" y="89"/>
                        </a:lnTo>
                        <a:lnTo>
                          <a:pt x="9331" y="158"/>
                        </a:lnTo>
                        <a:lnTo>
                          <a:pt x="9707" y="245"/>
                        </a:lnTo>
                        <a:lnTo>
                          <a:pt x="10075" y="350"/>
                        </a:lnTo>
                        <a:lnTo>
                          <a:pt x="10435" y="472"/>
                        </a:lnTo>
                        <a:lnTo>
                          <a:pt x="10789" y="611"/>
                        </a:lnTo>
                        <a:lnTo>
                          <a:pt x="11132" y="767"/>
                        </a:lnTo>
                        <a:lnTo>
                          <a:pt x="11468" y="939"/>
                        </a:lnTo>
                        <a:lnTo>
                          <a:pt x="11793" y="1127"/>
                        </a:lnTo>
                        <a:lnTo>
                          <a:pt x="12108" y="1329"/>
                        </a:lnTo>
                        <a:lnTo>
                          <a:pt x="12413" y="1546"/>
                        </a:lnTo>
                        <a:lnTo>
                          <a:pt x="12706" y="1777"/>
                        </a:lnTo>
                        <a:lnTo>
                          <a:pt x="12989" y="2021"/>
                        </a:lnTo>
                        <a:lnTo>
                          <a:pt x="13259" y="2279"/>
                        </a:lnTo>
                        <a:lnTo>
                          <a:pt x="13516" y="2549"/>
                        </a:lnTo>
                        <a:lnTo>
                          <a:pt x="13760" y="2831"/>
                        </a:lnTo>
                        <a:lnTo>
                          <a:pt x="13991" y="3124"/>
                        </a:lnTo>
                        <a:lnTo>
                          <a:pt x="14208" y="3429"/>
                        </a:lnTo>
                        <a:lnTo>
                          <a:pt x="14411" y="3744"/>
                        </a:lnTo>
                        <a:lnTo>
                          <a:pt x="14599" y="4069"/>
                        </a:lnTo>
                        <a:lnTo>
                          <a:pt x="14771" y="4405"/>
                        </a:lnTo>
                        <a:lnTo>
                          <a:pt x="14927" y="4748"/>
                        </a:lnTo>
                        <a:lnTo>
                          <a:pt x="15066" y="5101"/>
                        </a:lnTo>
                        <a:lnTo>
                          <a:pt x="15188" y="5462"/>
                        </a:lnTo>
                        <a:lnTo>
                          <a:pt x="15293" y="5829"/>
                        </a:lnTo>
                        <a:lnTo>
                          <a:pt x="15380" y="6205"/>
                        </a:lnTo>
                        <a:lnTo>
                          <a:pt x="15449" y="6587"/>
                        </a:lnTo>
                        <a:lnTo>
                          <a:pt x="15498" y="6975"/>
                        </a:lnTo>
                        <a:lnTo>
                          <a:pt x="15529" y="7368"/>
                        </a:lnTo>
                        <a:lnTo>
                          <a:pt x="15538" y="7767"/>
                        </a:lnTo>
                        <a:lnTo>
                          <a:pt x="15529" y="8166"/>
                        </a:lnTo>
                        <a:lnTo>
                          <a:pt x="15498" y="8559"/>
                        </a:lnTo>
                        <a:lnTo>
                          <a:pt x="15449" y="8947"/>
                        </a:lnTo>
                        <a:lnTo>
                          <a:pt x="15380" y="9329"/>
                        </a:lnTo>
                        <a:lnTo>
                          <a:pt x="15293" y="9705"/>
                        </a:lnTo>
                        <a:lnTo>
                          <a:pt x="15188" y="10073"/>
                        </a:lnTo>
                        <a:lnTo>
                          <a:pt x="15066" y="10433"/>
                        </a:lnTo>
                        <a:lnTo>
                          <a:pt x="14927" y="10786"/>
                        </a:lnTo>
                        <a:lnTo>
                          <a:pt x="14771" y="11129"/>
                        </a:lnTo>
                        <a:lnTo>
                          <a:pt x="14599" y="11465"/>
                        </a:lnTo>
                        <a:lnTo>
                          <a:pt x="14411" y="11790"/>
                        </a:lnTo>
                        <a:lnTo>
                          <a:pt x="14208" y="12105"/>
                        </a:lnTo>
                        <a:lnTo>
                          <a:pt x="13991" y="12410"/>
                        </a:lnTo>
                        <a:lnTo>
                          <a:pt x="13760" y="12703"/>
                        </a:lnTo>
                        <a:lnTo>
                          <a:pt x="13516" y="12985"/>
                        </a:lnTo>
                        <a:lnTo>
                          <a:pt x="13259" y="13255"/>
                        </a:lnTo>
                        <a:lnTo>
                          <a:pt x="12989" y="13513"/>
                        </a:lnTo>
                        <a:lnTo>
                          <a:pt x="12706" y="13757"/>
                        </a:lnTo>
                        <a:lnTo>
                          <a:pt x="12413" y="13988"/>
                        </a:lnTo>
                        <a:lnTo>
                          <a:pt x="12108" y="14205"/>
                        </a:lnTo>
                        <a:lnTo>
                          <a:pt x="11793" y="14407"/>
                        </a:lnTo>
                        <a:lnTo>
                          <a:pt x="11468" y="14595"/>
                        </a:lnTo>
                        <a:lnTo>
                          <a:pt x="11132" y="14767"/>
                        </a:lnTo>
                        <a:lnTo>
                          <a:pt x="10789" y="14923"/>
                        </a:lnTo>
                        <a:lnTo>
                          <a:pt x="10435" y="15062"/>
                        </a:lnTo>
                        <a:lnTo>
                          <a:pt x="10075" y="15184"/>
                        </a:lnTo>
                        <a:lnTo>
                          <a:pt x="9707" y="15289"/>
                        </a:lnTo>
                        <a:lnTo>
                          <a:pt x="9331" y="15376"/>
                        </a:lnTo>
                        <a:lnTo>
                          <a:pt x="8950" y="15445"/>
                        </a:lnTo>
                        <a:lnTo>
                          <a:pt x="8562" y="15494"/>
                        </a:lnTo>
                        <a:lnTo>
                          <a:pt x="8168" y="15524"/>
                        </a:lnTo>
                        <a:lnTo>
                          <a:pt x="7769" y="15534"/>
                        </a:lnTo>
                        <a:lnTo>
                          <a:pt x="7370" y="15524"/>
                        </a:lnTo>
                        <a:lnTo>
                          <a:pt x="6977" y="15494"/>
                        </a:lnTo>
                        <a:lnTo>
                          <a:pt x="6588" y="15445"/>
                        </a:lnTo>
                        <a:lnTo>
                          <a:pt x="6207" y="15376"/>
                        </a:lnTo>
                        <a:lnTo>
                          <a:pt x="5831" y="15289"/>
                        </a:lnTo>
                        <a:lnTo>
                          <a:pt x="5463" y="15184"/>
                        </a:lnTo>
                        <a:lnTo>
                          <a:pt x="5103" y="15062"/>
                        </a:lnTo>
                        <a:lnTo>
                          <a:pt x="4749" y="14923"/>
                        </a:lnTo>
                        <a:lnTo>
                          <a:pt x="4406" y="14767"/>
                        </a:lnTo>
                        <a:lnTo>
                          <a:pt x="4070" y="14595"/>
                        </a:lnTo>
                        <a:lnTo>
                          <a:pt x="3745" y="14407"/>
                        </a:lnTo>
                        <a:lnTo>
                          <a:pt x="3430" y="14205"/>
                        </a:lnTo>
                        <a:lnTo>
                          <a:pt x="3125" y="13988"/>
                        </a:lnTo>
                        <a:lnTo>
                          <a:pt x="2832" y="13757"/>
                        </a:lnTo>
                        <a:lnTo>
                          <a:pt x="2550" y="13513"/>
                        </a:lnTo>
                        <a:lnTo>
                          <a:pt x="2279" y="13255"/>
                        </a:lnTo>
                        <a:lnTo>
                          <a:pt x="2022" y="12985"/>
                        </a:lnTo>
                        <a:lnTo>
                          <a:pt x="1778" y="12703"/>
                        </a:lnTo>
                        <a:lnTo>
                          <a:pt x="1547" y="12410"/>
                        </a:lnTo>
                        <a:lnTo>
                          <a:pt x="1330" y="12105"/>
                        </a:lnTo>
                        <a:lnTo>
                          <a:pt x="1127" y="11790"/>
                        </a:lnTo>
                        <a:lnTo>
                          <a:pt x="939" y="11465"/>
                        </a:lnTo>
                        <a:lnTo>
                          <a:pt x="767" y="11129"/>
                        </a:lnTo>
                        <a:lnTo>
                          <a:pt x="611" y="10786"/>
                        </a:lnTo>
                        <a:lnTo>
                          <a:pt x="472" y="10433"/>
                        </a:lnTo>
                        <a:lnTo>
                          <a:pt x="350" y="10073"/>
                        </a:lnTo>
                        <a:lnTo>
                          <a:pt x="245" y="9705"/>
                        </a:lnTo>
                        <a:lnTo>
                          <a:pt x="158" y="9329"/>
                        </a:lnTo>
                        <a:lnTo>
                          <a:pt x="89" y="8947"/>
                        </a:lnTo>
                        <a:lnTo>
                          <a:pt x="40" y="8559"/>
                        </a:lnTo>
                        <a:lnTo>
                          <a:pt x="10" y="8166"/>
                        </a:lnTo>
                        <a:lnTo>
                          <a:pt x="0" y="7767"/>
                        </a:lnTo>
                        <a:lnTo>
                          <a:pt x="10" y="7368"/>
                        </a:lnTo>
                        <a:lnTo>
                          <a:pt x="40" y="6975"/>
                        </a:lnTo>
                        <a:lnTo>
                          <a:pt x="89" y="6587"/>
                        </a:lnTo>
                        <a:lnTo>
                          <a:pt x="158" y="6205"/>
                        </a:lnTo>
                        <a:lnTo>
                          <a:pt x="245" y="5829"/>
                        </a:lnTo>
                        <a:lnTo>
                          <a:pt x="350" y="5462"/>
                        </a:lnTo>
                        <a:lnTo>
                          <a:pt x="472" y="5101"/>
                        </a:lnTo>
                        <a:lnTo>
                          <a:pt x="611" y="4748"/>
                        </a:lnTo>
                        <a:lnTo>
                          <a:pt x="767" y="4405"/>
                        </a:lnTo>
                        <a:lnTo>
                          <a:pt x="939" y="4069"/>
                        </a:lnTo>
                        <a:lnTo>
                          <a:pt x="1127" y="3744"/>
                        </a:lnTo>
                        <a:lnTo>
                          <a:pt x="1330" y="3429"/>
                        </a:lnTo>
                        <a:lnTo>
                          <a:pt x="1547" y="3124"/>
                        </a:lnTo>
                        <a:lnTo>
                          <a:pt x="1778" y="2831"/>
                        </a:lnTo>
                        <a:lnTo>
                          <a:pt x="2022" y="2549"/>
                        </a:lnTo>
                        <a:lnTo>
                          <a:pt x="2279" y="2279"/>
                        </a:lnTo>
                        <a:lnTo>
                          <a:pt x="2550" y="2021"/>
                        </a:lnTo>
                        <a:lnTo>
                          <a:pt x="2832" y="1777"/>
                        </a:lnTo>
                        <a:lnTo>
                          <a:pt x="3125" y="1546"/>
                        </a:lnTo>
                        <a:lnTo>
                          <a:pt x="3430" y="1329"/>
                        </a:lnTo>
                        <a:lnTo>
                          <a:pt x="3745" y="1127"/>
                        </a:lnTo>
                        <a:lnTo>
                          <a:pt x="4070" y="939"/>
                        </a:lnTo>
                        <a:lnTo>
                          <a:pt x="4406" y="767"/>
                        </a:lnTo>
                        <a:lnTo>
                          <a:pt x="4749" y="611"/>
                        </a:lnTo>
                        <a:lnTo>
                          <a:pt x="5103" y="472"/>
                        </a:lnTo>
                        <a:lnTo>
                          <a:pt x="5463" y="350"/>
                        </a:lnTo>
                        <a:lnTo>
                          <a:pt x="5831" y="245"/>
                        </a:lnTo>
                        <a:lnTo>
                          <a:pt x="6207" y="158"/>
                        </a:lnTo>
                        <a:lnTo>
                          <a:pt x="6588" y="89"/>
                        </a:lnTo>
                        <a:lnTo>
                          <a:pt x="6977" y="40"/>
                        </a:lnTo>
                        <a:lnTo>
                          <a:pt x="7370" y="10"/>
                        </a:lnTo>
                        <a:lnTo>
                          <a:pt x="7769" y="0"/>
                        </a:lnTo>
                        <a:close/>
                      </a:path>
                    </a:pathLst>
                  </a:custGeom>
                  <a:solidFill>
                    <a:srgbClr val="FFFFFF"/>
                  </a:solidFill>
                  <a:ln>
                    <a:noFill/>
                  </a:ln>
                </p:spPr>
                <p:txBody>
                  <a:bodyPr/>
                  <a:lstStyle/>
                  <a:p>
                    <a:pPr>
                      <a:defRPr/>
                    </a:pPr>
                    <a:endParaRPr lang="en-US" sz="1050">
                      <a:latin typeface="+mj-lt"/>
                    </a:endParaRPr>
                  </a:p>
                </p:txBody>
              </p:sp>
              <p:sp>
                <p:nvSpPr>
                  <p:cNvPr id="41700" name="Freeform 104">
                    <a:extLst>
                      <a:ext uri="{FF2B5EF4-FFF2-40B4-BE49-F238E27FC236}">
                        <a16:creationId xmlns="" xmlns:a16="http://schemas.microsoft.com/office/drawing/2014/main" id="{48648653-6891-6131-250D-2BC673C7ECB8}"/>
                      </a:ext>
                    </a:extLst>
                  </p:cNvPr>
                  <p:cNvSpPr>
                    <a:spLocks/>
                  </p:cNvSpPr>
                  <p:nvPr/>
                </p:nvSpPr>
                <p:spPr bwMode="auto">
                  <a:xfrm>
                    <a:off x="5198" y="1250"/>
                    <a:ext cx="38" cy="44"/>
                  </a:xfrm>
                  <a:custGeom>
                    <a:avLst/>
                    <a:gdLst>
                      <a:gd name="T0" fmla="*/ 0 w 1152"/>
                      <a:gd name="T1" fmla="*/ 0 h 1152"/>
                      <a:gd name="T2" fmla="*/ 0 w 1152"/>
                      <a:gd name="T3" fmla="*/ 0 h 1152"/>
                      <a:gd name="T4" fmla="*/ 0 w 1152"/>
                      <a:gd name="T5" fmla="*/ 0 h 1152"/>
                      <a:gd name="T6" fmla="*/ 0 w 1152"/>
                      <a:gd name="T7" fmla="*/ 0 h 1152"/>
                      <a:gd name="T8" fmla="*/ 0 w 1152"/>
                      <a:gd name="T9" fmla="*/ 0 h 1152"/>
                      <a:gd name="T10" fmla="*/ 0 w 1152"/>
                      <a:gd name="T11" fmla="*/ 0 h 1152"/>
                      <a:gd name="T12" fmla="*/ 0 w 1152"/>
                      <a:gd name="T13" fmla="*/ 0 h 1152"/>
                      <a:gd name="T14" fmla="*/ 0 w 1152"/>
                      <a:gd name="T15" fmla="*/ 0 h 1152"/>
                      <a:gd name="T16" fmla="*/ 0 w 1152"/>
                      <a:gd name="T17" fmla="*/ 0 h 1152"/>
                      <a:gd name="T18" fmla="*/ 0 w 1152"/>
                      <a:gd name="T19" fmla="*/ 0 h 1152"/>
                      <a:gd name="T20" fmla="*/ 0 w 1152"/>
                      <a:gd name="T21" fmla="*/ 0 h 1152"/>
                      <a:gd name="T22" fmla="*/ 0 w 1152"/>
                      <a:gd name="T23" fmla="*/ 0 h 1152"/>
                      <a:gd name="T24" fmla="*/ 0 w 1152"/>
                      <a:gd name="T25" fmla="*/ 0 h 1152"/>
                      <a:gd name="T26" fmla="*/ 0 w 1152"/>
                      <a:gd name="T27" fmla="*/ 0 h 1152"/>
                      <a:gd name="T28" fmla="*/ 0 w 1152"/>
                      <a:gd name="T29" fmla="*/ 0 h 1152"/>
                      <a:gd name="T30" fmla="*/ 0 w 1152"/>
                      <a:gd name="T31" fmla="*/ 0 h 1152"/>
                      <a:gd name="T32" fmla="*/ 0 w 1152"/>
                      <a:gd name="T33" fmla="*/ 0 h 1152"/>
                      <a:gd name="T34" fmla="*/ 0 w 1152"/>
                      <a:gd name="T35" fmla="*/ 0 h 1152"/>
                      <a:gd name="T36" fmla="*/ 0 w 1152"/>
                      <a:gd name="T37" fmla="*/ 0 h 1152"/>
                      <a:gd name="T38" fmla="*/ 0 w 1152"/>
                      <a:gd name="T39" fmla="*/ 0 h 1152"/>
                      <a:gd name="T40" fmla="*/ 0 w 1152"/>
                      <a:gd name="T41" fmla="*/ 0 h 1152"/>
                      <a:gd name="T42" fmla="*/ 0 w 1152"/>
                      <a:gd name="T43" fmla="*/ 0 h 1152"/>
                      <a:gd name="T44" fmla="*/ 0 w 1152"/>
                      <a:gd name="T45" fmla="*/ 0 h 1152"/>
                      <a:gd name="T46" fmla="*/ 0 w 1152"/>
                      <a:gd name="T47" fmla="*/ 0 h 1152"/>
                      <a:gd name="T48" fmla="*/ 0 w 1152"/>
                      <a:gd name="T49" fmla="*/ 0 h 1152"/>
                      <a:gd name="T50" fmla="*/ 0 w 1152"/>
                      <a:gd name="T51" fmla="*/ 0 h 1152"/>
                      <a:gd name="T52" fmla="*/ 0 w 1152"/>
                      <a:gd name="T53" fmla="*/ 0 h 1152"/>
                      <a:gd name="T54" fmla="*/ 0 w 1152"/>
                      <a:gd name="T55" fmla="*/ 0 h 1152"/>
                      <a:gd name="T56" fmla="*/ 0 w 1152"/>
                      <a:gd name="T57" fmla="*/ 0 h 1152"/>
                      <a:gd name="T58" fmla="*/ 0 w 1152"/>
                      <a:gd name="T59" fmla="*/ 0 h 1152"/>
                      <a:gd name="T60" fmla="*/ 0 w 1152"/>
                      <a:gd name="T61" fmla="*/ 0 h 1152"/>
                      <a:gd name="T62" fmla="*/ 0 w 1152"/>
                      <a:gd name="T63" fmla="*/ 0 h 1152"/>
                      <a:gd name="T64" fmla="*/ 0 w 1152"/>
                      <a:gd name="T65" fmla="*/ 0 h 1152"/>
                      <a:gd name="T66" fmla="*/ 0 w 1152"/>
                      <a:gd name="T67" fmla="*/ 0 h 1152"/>
                      <a:gd name="T68" fmla="*/ 0 w 1152"/>
                      <a:gd name="T69" fmla="*/ 0 h 1152"/>
                      <a:gd name="T70" fmla="*/ 0 w 1152"/>
                      <a:gd name="T71" fmla="*/ 0 h 1152"/>
                      <a:gd name="T72" fmla="*/ 0 w 1152"/>
                      <a:gd name="T73" fmla="*/ 0 h 1152"/>
                      <a:gd name="T74" fmla="*/ 0 w 1152"/>
                      <a:gd name="T75" fmla="*/ 0 h 1152"/>
                      <a:gd name="T76" fmla="*/ 0 w 1152"/>
                      <a:gd name="T77" fmla="*/ 0 h 1152"/>
                      <a:gd name="T78" fmla="*/ 0 w 1152"/>
                      <a:gd name="T79" fmla="*/ 0 h 1152"/>
                      <a:gd name="T80" fmla="*/ 0 w 1152"/>
                      <a:gd name="T81" fmla="*/ 0 h 1152"/>
                      <a:gd name="T82" fmla="*/ 0 w 1152"/>
                      <a:gd name="T83" fmla="*/ 0 h 1152"/>
                      <a:gd name="T84" fmla="*/ 0 w 1152"/>
                      <a:gd name="T85" fmla="*/ 0 h 11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52"/>
                      <a:gd name="T130" fmla="*/ 0 h 1152"/>
                      <a:gd name="T131" fmla="*/ 1152 w 1152"/>
                      <a:gd name="T132" fmla="*/ 1152 h 115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52" h="1152">
                        <a:moveTo>
                          <a:pt x="576" y="0"/>
                        </a:moveTo>
                        <a:lnTo>
                          <a:pt x="605" y="1"/>
                        </a:lnTo>
                        <a:lnTo>
                          <a:pt x="634" y="3"/>
                        </a:lnTo>
                        <a:lnTo>
                          <a:pt x="663" y="8"/>
                        </a:lnTo>
                        <a:lnTo>
                          <a:pt x="691" y="12"/>
                        </a:lnTo>
                        <a:lnTo>
                          <a:pt x="719" y="19"/>
                        </a:lnTo>
                        <a:lnTo>
                          <a:pt x="747" y="26"/>
                        </a:lnTo>
                        <a:lnTo>
                          <a:pt x="774" y="36"/>
                        </a:lnTo>
                        <a:lnTo>
                          <a:pt x="800" y="46"/>
                        </a:lnTo>
                        <a:lnTo>
                          <a:pt x="825" y="58"/>
                        </a:lnTo>
                        <a:lnTo>
                          <a:pt x="850" y="70"/>
                        </a:lnTo>
                        <a:lnTo>
                          <a:pt x="874" y="84"/>
                        </a:lnTo>
                        <a:lnTo>
                          <a:pt x="897" y="99"/>
                        </a:lnTo>
                        <a:lnTo>
                          <a:pt x="920" y="116"/>
                        </a:lnTo>
                        <a:lnTo>
                          <a:pt x="942" y="132"/>
                        </a:lnTo>
                        <a:lnTo>
                          <a:pt x="962" y="151"/>
                        </a:lnTo>
                        <a:lnTo>
                          <a:pt x="983" y="169"/>
                        </a:lnTo>
                        <a:lnTo>
                          <a:pt x="1002" y="190"/>
                        </a:lnTo>
                        <a:lnTo>
                          <a:pt x="1020" y="210"/>
                        </a:lnTo>
                        <a:lnTo>
                          <a:pt x="1037" y="232"/>
                        </a:lnTo>
                        <a:lnTo>
                          <a:pt x="1053" y="255"/>
                        </a:lnTo>
                        <a:lnTo>
                          <a:pt x="1068" y="278"/>
                        </a:lnTo>
                        <a:lnTo>
                          <a:pt x="1082" y="302"/>
                        </a:lnTo>
                        <a:lnTo>
                          <a:pt x="1094" y="327"/>
                        </a:lnTo>
                        <a:lnTo>
                          <a:pt x="1106" y="352"/>
                        </a:lnTo>
                        <a:lnTo>
                          <a:pt x="1116" y="379"/>
                        </a:lnTo>
                        <a:lnTo>
                          <a:pt x="1126" y="406"/>
                        </a:lnTo>
                        <a:lnTo>
                          <a:pt x="1134" y="433"/>
                        </a:lnTo>
                        <a:lnTo>
                          <a:pt x="1140" y="461"/>
                        </a:lnTo>
                        <a:lnTo>
                          <a:pt x="1146" y="489"/>
                        </a:lnTo>
                        <a:lnTo>
                          <a:pt x="1149" y="518"/>
                        </a:lnTo>
                        <a:lnTo>
                          <a:pt x="1151" y="547"/>
                        </a:lnTo>
                        <a:lnTo>
                          <a:pt x="1152" y="577"/>
                        </a:lnTo>
                        <a:lnTo>
                          <a:pt x="1151" y="606"/>
                        </a:lnTo>
                        <a:lnTo>
                          <a:pt x="1149" y="635"/>
                        </a:lnTo>
                        <a:lnTo>
                          <a:pt x="1146" y="664"/>
                        </a:lnTo>
                        <a:lnTo>
                          <a:pt x="1140" y="692"/>
                        </a:lnTo>
                        <a:lnTo>
                          <a:pt x="1134" y="720"/>
                        </a:lnTo>
                        <a:lnTo>
                          <a:pt x="1126" y="748"/>
                        </a:lnTo>
                        <a:lnTo>
                          <a:pt x="1116" y="774"/>
                        </a:lnTo>
                        <a:lnTo>
                          <a:pt x="1106" y="800"/>
                        </a:lnTo>
                        <a:lnTo>
                          <a:pt x="1094" y="826"/>
                        </a:lnTo>
                        <a:lnTo>
                          <a:pt x="1082" y="850"/>
                        </a:lnTo>
                        <a:lnTo>
                          <a:pt x="1068" y="875"/>
                        </a:lnTo>
                        <a:lnTo>
                          <a:pt x="1053" y="898"/>
                        </a:lnTo>
                        <a:lnTo>
                          <a:pt x="1037" y="921"/>
                        </a:lnTo>
                        <a:lnTo>
                          <a:pt x="1020" y="943"/>
                        </a:lnTo>
                        <a:lnTo>
                          <a:pt x="1002" y="964"/>
                        </a:lnTo>
                        <a:lnTo>
                          <a:pt x="983" y="983"/>
                        </a:lnTo>
                        <a:lnTo>
                          <a:pt x="962" y="1003"/>
                        </a:lnTo>
                        <a:lnTo>
                          <a:pt x="942" y="1020"/>
                        </a:lnTo>
                        <a:lnTo>
                          <a:pt x="920" y="1038"/>
                        </a:lnTo>
                        <a:lnTo>
                          <a:pt x="897" y="1054"/>
                        </a:lnTo>
                        <a:lnTo>
                          <a:pt x="874" y="1069"/>
                        </a:lnTo>
                        <a:lnTo>
                          <a:pt x="850" y="1082"/>
                        </a:lnTo>
                        <a:lnTo>
                          <a:pt x="825" y="1095"/>
                        </a:lnTo>
                        <a:lnTo>
                          <a:pt x="800" y="1107"/>
                        </a:lnTo>
                        <a:lnTo>
                          <a:pt x="774" y="1117"/>
                        </a:lnTo>
                        <a:lnTo>
                          <a:pt x="747" y="1127"/>
                        </a:lnTo>
                        <a:lnTo>
                          <a:pt x="719" y="1135"/>
                        </a:lnTo>
                        <a:lnTo>
                          <a:pt x="691" y="1141"/>
                        </a:lnTo>
                        <a:lnTo>
                          <a:pt x="663" y="1146"/>
                        </a:lnTo>
                        <a:lnTo>
                          <a:pt x="634" y="1150"/>
                        </a:lnTo>
                        <a:lnTo>
                          <a:pt x="605" y="1152"/>
                        </a:lnTo>
                        <a:lnTo>
                          <a:pt x="576" y="1152"/>
                        </a:lnTo>
                        <a:lnTo>
                          <a:pt x="546" y="1152"/>
                        </a:lnTo>
                        <a:lnTo>
                          <a:pt x="517" y="1150"/>
                        </a:lnTo>
                        <a:lnTo>
                          <a:pt x="488" y="1146"/>
                        </a:lnTo>
                        <a:lnTo>
                          <a:pt x="460" y="1141"/>
                        </a:lnTo>
                        <a:lnTo>
                          <a:pt x="432" y="1135"/>
                        </a:lnTo>
                        <a:lnTo>
                          <a:pt x="404" y="1127"/>
                        </a:lnTo>
                        <a:lnTo>
                          <a:pt x="378" y="1117"/>
                        </a:lnTo>
                        <a:lnTo>
                          <a:pt x="352" y="1107"/>
                        </a:lnTo>
                        <a:lnTo>
                          <a:pt x="326" y="1095"/>
                        </a:lnTo>
                        <a:lnTo>
                          <a:pt x="302" y="1082"/>
                        </a:lnTo>
                        <a:lnTo>
                          <a:pt x="277" y="1069"/>
                        </a:lnTo>
                        <a:lnTo>
                          <a:pt x="254" y="1054"/>
                        </a:lnTo>
                        <a:lnTo>
                          <a:pt x="231" y="1038"/>
                        </a:lnTo>
                        <a:lnTo>
                          <a:pt x="209" y="1020"/>
                        </a:lnTo>
                        <a:lnTo>
                          <a:pt x="189" y="1003"/>
                        </a:lnTo>
                        <a:lnTo>
                          <a:pt x="169" y="983"/>
                        </a:lnTo>
                        <a:lnTo>
                          <a:pt x="149" y="964"/>
                        </a:lnTo>
                        <a:lnTo>
                          <a:pt x="132" y="943"/>
                        </a:lnTo>
                        <a:lnTo>
                          <a:pt x="114" y="921"/>
                        </a:lnTo>
                        <a:lnTo>
                          <a:pt x="98" y="898"/>
                        </a:lnTo>
                        <a:lnTo>
                          <a:pt x="83" y="875"/>
                        </a:lnTo>
                        <a:lnTo>
                          <a:pt x="70" y="850"/>
                        </a:lnTo>
                        <a:lnTo>
                          <a:pt x="57" y="826"/>
                        </a:lnTo>
                        <a:lnTo>
                          <a:pt x="45" y="800"/>
                        </a:lnTo>
                        <a:lnTo>
                          <a:pt x="35" y="774"/>
                        </a:lnTo>
                        <a:lnTo>
                          <a:pt x="26" y="748"/>
                        </a:lnTo>
                        <a:lnTo>
                          <a:pt x="17" y="720"/>
                        </a:lnTo>
                        <a:lnTo>
                          <a:pt x="12" y="692"/>
                        </a:lnTo>
                        <a:lnTo>
                          <a:pt x="6" y="664"/>
                        </a:lnTo>
                        <a:lnTo>
                          <a:pt x="2" y="635"/>
                        </a:lnTo>
                        <a:lnTo>
                          <a:pt x="0" y="606"/>
                        </a:lnTo>
                        <a:lnTo>
                          <a:pt x="0" y="577"/>
                        </a:lnTo>
                        <a:lnTo>
                          <a:pt x="0" y="547"/>
                        </a:lnTo>
                        <a:lnTo>
                          <a:pt x="2" y="518"/>
                        </a:lnTo>
                        <a:lnTo>
                          <a:pt x="6" y="489"/>
                        </a:lnTo>
                        <a:lnTo>
                          <a:pt x="12" y="461"/>
                        </a:lnTo>
                        <a:lnTo>
                          <a:pt x="17" y="433"/>
                        </a:lnTo>
                        <a:lnTo>
                          <a:pt x="26" y="406"/>
                        </a:lnTo>
                        <a:lnTo>
                          <a:pt x="35" y="379"/>
                        </a:lnTo>
                        <a:lnTo>
                          <a:pt x="45" y="352"/>
                        </a:lnTo>
                        <a:lnTo>
                          <a:pt x="57" y="327"/>
                        </a:lnTo>
                        <a:lnTo>
                          <a:pt x="70" y="302"/>
                        </a:lnTo>
                        <a:lnTo>
                          <a:pt x="83" y="278"/>
                        </a:lnTo>
                        <a:lnTo>
                          <a:pt x="98" y="255"/>
                        </a:lnTo>
                        <a:lnTo>
                          <a:pt x="114" y="232"/>
                        </a:lnTo>
                        <a:lnTo>
                          <a:pt x="132" y="210"/>
                        </a:lnTo>
                        <a:lnTo>
                          <a:pt x="149" y="190"/>
                        </a:lnTo>
                        <a:lnTo>
                          <a:pt x="169" y="169"/>
                        </a:lnTo>
                        <a:lnTo>
                          <a:pt x="189" y="151"/>
                        </a:lnTo>
                        <a:lnTo>
                          <a:pt x="209" y="132"/>
                        </a:lnTo>
                        <a:lnTo>
                          <a:pt x="231" y="116"/>
                        </a:lnTo>
                        <a:lnTo>
                          <a:pt x="254" y="99"/>
                        </a:lnTo>
                        <a:lnTo>
                          <a:pt x="277" y="84"/>
                        </a:lnTo>
                        <a:lnTo>
                          <a:pt x="302" y="70"/>
                        </a:lnTo>
                        <a:lnTo>
                          <a:pt x="326" y="58"/>
                        </a:lnTo>
                        <a:lnTo>
                          <a:pt x="352" y="46"/>
                        </a:lnTo>
                        <a:lnTo>
                          <a:pt x="378" y="36"/>
                        </a:lnTo>
                        <a:lnTo>
                          <a:pt x="404" y="26"/>
                        </a:lnTo>
                        <a:lnTo>
                          <a:pt x="432" y="19"/>
                        </a:lnTo>
                        <a:lnTo>
                          <a:pt x="460" y="12"/>
                        </a:lnTo>
                        <a:lnTo>
                          <a:pt x="488" y="8"/>
                        </a:lnTo>
                        <a:lnTo>
                          <a:pt x="517" y="3"/>
                        </a:lnTo>
                        <a:lnTo>
                          <a:pt x="546" y="1"/>
                        </a:lnTo>
                        <a:lnTo>
                          <a:pt x="576" y="0"/>
                        </a:lnTo>
                        <a:close/>
                      </a:path>
                    </a:pathLst>
                  </a:custGeom>
                  <a:solidFill>
                    <a:srgbClr val="DC2B19"/>
                  </a:solidFill>
                  <a:ln>
                    <a:noFill/>
                  </a:ln>
                </p:spPr>
                <p:txBody>
                  <a:bodyPr/>
                  <a:lstStyle/>
                  <a:p>
                    <a:pPr>
                      <a:defRPr/>
                    </a:pPr>
                    <a:endParaRPr lang="en-US" sz="1050">
                      <a:latin typeface="+mj-lt"/>
                    </a:endParaRPr>
                  </a:p>
                </p:txBody>
              </p:sp>
              <p:sp>
                <p:nvSpPr>
                  <p:cNvPr id="41701" name="Freeform 105">
                    <a:extLst>
                      <a:ext uri="{FF2B5EF4-FFF2-40B4-BE49-F238E27FC236}">
                        <a16:creationId xmlns="" xmlns:a16="http://schemas.microsoft.com/office/drawing/2014/main" id="{42A7F4FC-31C0-D4A9-94DC-39C77E98C002}"/>
                      </a:ext>
                    </a:extLst>
                  </p:cNvPr>
                  <p:cNvSpPr>
                    <a:spLocks/>
                  </p:cNvSpPr>
                  <p:nvPr/>
                </p:nvSpPr>
                <p:spPr bwMode="auto">
                  <a:xfrm>
                    <a:off x="5216" y="1247"/>
                    <a:ext cx="22" cy="25"/>
                  </a:xfrm>
                  <a:custGeom>
                    <a:avLst/>
                    <a:gdLst>
                      <a:gd name="T0" fmla="*/ 0 w 654"/>
                      <a:gd name="T1" fmla="*/ 0 h 654"/>
                      <a:gd name="T2" fmla="*/ 0 w 654"/>
                      <a:gd name="T3" fmla="*/ 0 h 654"/>
                      <a:gd name="T4" fmla="*/ 0 w 654"/>
                      <a:gd name="T5" fmla="*/ 0 h 654"/>
                      <a:gd name="T6" fmla="*/ 0 w 654"/>
                      <a:gd name="T7" fmla="*/ 0 h 654"/>
                      <a:gd name="T8" fmla="*/ 0 w 654"/>
                      <a:gd name="T9" fmla="*/ 0 h 654"/>
                      <a:gd name="T10" fmla="*/ 0 w 654"/>
                      <a:gd name="T11" fmla="*/ 0 h 654"/>
                      <a:gd name="T12" fmla="*/ 0 w 654"/>
                      <a:gd name="T13" fmla="*/ 0 h 654"/>
                      <a:gd name="T14" fmla="*/ 0 w 654"/>
                      <a:gd name="T15" fmla="*/ 0 h 654"/>
                      <a:gd name="T16" fmla="*/ 0 w 654"/>
                      <a:gd name="T17" fmla="*/ 0 h 654"/>
                      <a:gd name="T18" fmla="*/ 0 w 654"/>
                      <a:gd name="T19" fmla="*/ 0 h 654"/>
                      <a:gd name="T20" fmla="*/ 0 w 654"/>
                      <a:gd name="T21" fmla="*/ 0 h 654"/>
                      <a:gd name="T22" fmla="*/ 0 w 654"/>
                      <a:gd name="T23" fmla="*/ 0 h 654"/>
                      <a:gd name="T24" fmla="*/ 0 w 654"/>
                      <a:gd name="T25" fmla="*/ 0 h 654"/>
                      <a:gd name="T26" fmla="*/ 0 w 654"/>
                      <a:gd name="T27" fmla="*/ 0 h 654"/>
                      <a:gd name="T28" fmla="*/ 0 w 654"/>
                      <a:gd name="T29" fmla="*/ 0 h 654"/>
                      <a:gd name="T30" fmla="*/ 0 w 654"/>
                      <a:gd name="T31" fmla="*/ 0 h 654"/>
                      <a:gd name="T32" fmla="*/ 0 w 654"/>
                      <a:gd name="T33" fmla="*/ 0 h 654"/>
                      <a:gd name="T34" fmla="*/ 0 w 654"/>
                      <a:gd name="T35" fmla="*/ 0 h 654"/>
                      <a:gd name="T36" fmla="*/ 0 w 654"/>
                      <a:gd name="T37" fmla="*/ 0 h 654"/>
                      <a:gd name="T38" fmla="*/ 0 w 654"/>
                      <a:gd name="T39" fmla="*/ 0 h 654"/>
                      <a:gd name="T40" fmla="*/ 0 w 654"/>
                      <a:gd name="T41" fmla="*/ 0 h 654"/>
                      <a:gd name="T42" fmla="*/ 0 w 654"/>
                      <a:gd name="T43" fmla="*/ 0 h 654"/>
                      <a:gd name="T44" fmla="*/ 0 w 654"/>
                      <a:gd name="T45" fmla="*/ 0 h 654"/>
                      <a:gd name="T46" fmla="*/ 0 w 654"/>
                      <a:gd name="T47" fmla="*/ 0 h 654"/>
                      <a:gd name="T48" fmla="*/ 0 w 654"/>
                      <a:gd name="T49" fmla="*/ 0 h 654"/>
                      <a:gd name="T50" fmla="*/ 0 w 654"/>
                      <a:gd name="T51" fmla="*/ 0 h 654"/>
                      <a:gd name="T52" fmla="*/ 0 w 654"/>
                      <a:gd name="T53" fmla="*/ 0 h 654"/>
                      <a:gd name="T54" fmla="*/ 0 w 654"/>
                      <a:gd name="T55" fmla="*/ 0 h 654"/>
                      <a:gd name="T56" fmla="*/ 0 w 654"/>
                      <a:gd name="T57" fmla="*/ 0 h 654"/>
                      <a:gd name="T58" fmla="*/ 0 w 654"/>
                      <a:gd name="T59" fmla="*/ 0 h 654"/>
                      <a:gd name="T60" fmla="*/ 0 w 654"/>
                      <a:gd name="T61" fmla="*/ 0 h 654"/>
                      <a:gd name="T62" fmla="*/ 0 w 654"/>
                      <a:gd name="T63" fmla="*/ 0 h 654"/>
                      <a:gd name="T64" fmla="*/ 0 w 654"/>
                      <a:gd name="T65" fmla="*/ 0 h 654"/>
                      <a:gd name="T66" fmla="*/ 0 w 654"/>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4"/>
                      <a:gd name="T104" fmla="*/ 654 w 654"/>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4">
                        <a:moveTo>
                          <a:pt x="654" y="654"/>
                        </a:moveTo>
                        <a:lnTo>
                          <a:pt x="654" y="654"/>
                        </a:lnTo>
                        <a:lnTo>
                          <a:pt x="652" y="620"/>
                        </a:lnTo>
                        <a:lnTo>
                          <a:pt x="650" y="587"/>
                        </a:lnTo>
                        <a:lnTo>
                          <a:pt x="646" y="554"/>
                        </a:lnTo>
                        <a:lnTo>
                          <a:pt x="639" y="522"/>
                        </a:lnTo>
                        <a:lnTo>
                          <a:pt x="633" y="490"/>
                        </a:lnTo>
                        <a:lnTo>
                          <a:pt x="624" y="460"/>
                        </a:lnTo>
                        <a:lnTo>
                          <a:pt x="613" y="429"/>
                        </a:lnTo>
                        <a:lnTo>
                          <a:pt x="601" y="400"/>
                        </a:lnTo>
                        <a:lnTo>
                          <a:pt x="588" y="370"/>
                        </a:lnTo>
                        <a:lnTo>
                          <a:pt x="574" y="342"/>
                        </a:lnTo>
                        <a:lnTo>
                          <a:pt x="559" y="315"/>
                        </a:lnTo>
                        <a:lnTo>
                          <a:pt x="541" y="289"/>
                        </a:lnTo>
                        <a:lnTo>
                          <a:pt x="523" y="263"/>
                        </a:lnTo>
                        <a:lnTo>
                          <a:pt x="503" y="238"/>
                        </a:lnTo>
                        <a:lnTo>
                          <a:pt x="484" y="214"/>
                        </a:lnTo>
                        <a:lnTo>
                          <a:pt x="462" y="192"/>
                        </a:lnTo>
                        <a:lnTo>
                          <a:pt x="439" y="170"/>
                        </a:lnTo>
                        <a:lnTo>
                          <a:pt x="415" y="150"/>
                        </a:lnTo>
                        <a:lnTo>
                          <a:pt x="391" y="131"/>
                        </a:lnTo>
                        <a:lnTo>
                          <a:pt x="365" y="112"/>
                        </a:lnTo>
                        <a:lnTo>
                          <a:pt x="339" y="96"/>
                        </a:lnTo>
                        <a:lnTo>
                          <a:pt x="311" y="79"/>
                        </a:lnTo>
                        <a:lnTo>
                          <a:pt x="283" y="65"/>
                        </a:lnTo>
                        <a:lnTo>
                          <a:pt x="254" y="52"/>
                        </a:lnTo>
                        <a:lnTo>
                          <a:pt x="224" y="40"/>
                        </a:lnTo>
                        <a:lnTo>
                          <a:pt x="194" y="29"/>
                        </a:lnTo>
                        <a:lnTo>
                          <a:pt x="163" y="20"/>
                        </a:lnTo>
                        <a:lnTo>
                          <a:pt x="131" y="14"/>
                        </a:lnTo>
                        <a:lnTo>
                          <a:pt x="99" y="7"/>
                        </a:lnTo>
                        <a:lnTo>
                          <a:pt x="66" y="4"/>
                        </a:lnTo>
                        <a:lnTo>
                          <a:pt x="33" y="1"/>
                        </a:lnTo>
                        <a:lnTo>
                          <a:pt x="0" y="0"/>
                        </a:lnTo>
                        <a:lnTo>
                          <a:pt x="0" y="156"/>
                        </a:lnTo>
                        <a:lnTo>
                          <a:pt x="26" y="156"/>
                        </a:lnTo>
                        <a:lnTo>
                          <a:pt x="51" y="158"/>
                        </a:lnTo>
                        <a:lnTo>
                          <a:pt x="76" y="161"/>
                        </a:lnTo>
                        <a:lnTo>
                          <a:pt x="100" y="165"/>
                        </a:lnTo>
                        <a:lnTo>
                          <a:pt x="124" y="171"/>
                        </a:lnTo>
                        <a:lnTo>
                          <a:pt x="148" y="177"/>
                        </a:lnTo>
                        <a:lnTo>
                          <a:pt x="171" y="185"/>
                        </a:lnTo>
                        <a:lnTo>
                          <a:pt x="194" y="194"/>
                        </a:lnTo>
                        <a:lnTo>
                          <a:pt x="215" y="205"/>
                        </a:lnTo>
                        <a:lnTo>
                          <a:pt x="237" y="216"/>
                        </a:lnTo>
                        <a:lnTo>
                          <a:pt x="258" y="228"/>
                        </a:lnTo>
                        <a:lnTo>
                          <a:pt x="279" y="241"/>
                        </a:lnTo>
                        <a:lnTo>
                          <a:pt x="297" y="254"/>
                        </a:lnTo>
                        <a:lnTo>
                          <a:pt x="317" y="269"/>
                        </a:lnTo>
                        <a:lnTo>
                          <a:pt x="334" y="285"/>
                        </a:lnTo>
                        <a:lnTo>
                          <a:pt x="352" y="302"/>
                        </a:lnTo>
                        <a:lnTo>
                          <a:pt x="369" y="319"/>
                        </a:lnTo>
                        <a:lnTo>
                          <a:pt x="384" y="336"/>
                        </a:lnTo>
                        <a:lnTo>
                          <a:pt x="400" y="356"/>
                        </a:lnTo>
                        <a:lnTo>
                          <a:pt x="413" y="376"/>
                        </a:lnTo>
                        <a:lnTo>
                          <a:pt x="426" y="395"/>
                        </a:lnTo>
                        <a:lnTo>
                          <a:pt x="438" y="416"/>
                        </a:lnTo>
                        <a:lnTo>
                          <a:pt x="449" y="438"/>
                        </a:lnTo>
                        <a:lnTo>
                          <a:pt x="460" y="460"/>
                        </a:lnTo>
                        <a:lnTo>
                          <a:pt x="468" y="483"/>
                        </a:lnTo>
                        <a:lnTo>
                          <a:pt x="476" y="505"/>
                        </a:lnTo>
                        <a:lnTo>
                          <a:pt x="482" y="529"/>
                        </a:lnTo>
                        <a:lnTo>
                          <a:pt x="488" y="553"/>
                        </a:lnTo>
                        <a:lnTo>
                          <a:pt x="492" y="577"/>
                        </a:lnTo>
                        <a:lnTo>
                          <a:pt x="496" y="602"/>
                        </a:lnTo>
                        <a:lnTo>
                          <a:pt x="498" y="627"/>
                        </a:lnTo>
                        <a:lnTo>
                          <a:pt x="499" y="654"/>
                        </a:lnTo>
                        <a:lnTo>
                          <a:pt x="654" y="654"/>
                        </a:lnTo>
                        <a:close/>
                      </a:path>
                    </a:pathLst>
                  </a:custGeom>
                  <a:solidFill>
                    <a:srgbClr val="EF2B2F"/>
                  </a:solidFill>
                  <a:ln>
                    <a:noFill/>
                  </a:ln>
                </p:spPr>
                <p:txBody>
                  <a:bodyPr/>
                  <a:lstStyle/>
                  <a:p>
                    <a:pPr>
                      <a:defRPr/>
                    </a:pPr>
                    <a:endParaRPr lang="en-US" sz="1050">
                      <a:latin typeface="+mj-lt"/>
                    </a:endParaRPr>
                  </a:p>
                </p:txBody>
              </p:sp>
              <p:sp>
                <p:nvSpPr>
                  <p:cNvPr id="41702" name="Freeform 106">
                    <a:extLst>
                      <a:ext uri="{FF2B5EF4-FFF2-40B4-BE49-F238E27FC236}">
                        <a16:creationId xmlns="" xmlns:a16="http://schemas.microsoft.com/office/drawing/2014/main" id="{96462966-3D25-FC48-97D0-E3C2104B328C}"/>
                      </a:ext>
                    </a:extLst>
                  </p:cNvPr>
                  <p:cNvSpPr>
                    <a:spLocks/>
                  </p:cNvSpPr>
                  <p:nvPr/>
                </p:nvSpPr>
                <p:spPr bwMode="auto">
                  <a:xfrm>
                    <a:off x="5216" y="1272"/>
                    <a:ext cx="22" cy="25"/>
                  </a:xfrm>
                  <a:custGeom>
                    <a:avLst/>
                    <a:gdLst>
                      <a:gd name="T0" fmla="*/ 0 w 654"/>
                      <a:gd name="T1" fmla="*/ 0 h 652"/>
                      <a:gd name="T2" fmla="*/ 0 w 654"/>
                      <a:gd name="T3" fmla="*/ 0 h 652"/>
                      <a:gd name="T4" fmla="*/ 0 w 654"/>
                      <a:gd name="T5" fmla="*/ 0 h 652"/>
                      <a:gd name="T6" fmla="*/ 0 w 654"/>
                      <a:gd name="T7" fmla="*/ 0 h 652"/>
                      <a:gd name="T8" fmla="*/ 0 w 654"/>
                      <a:gd name="T9" fmla="*/ 0 h 652"/>
                      <a:gd name="T10" fmla="*/ 0 w 654"/>
                      <a:gd name="T11" fmla="*/ 0 h 652"/>
                      <a:gd name="T12" fmla="*/ 0 w 654"/>
                      <a:gd name="T13" fmla="*/ 0 h 652"/>
                      <a:gd name="T14" fmla="*/ 0 w 654"/>
                      <a:gd name="T15" fmla="*/ 0 h 652"/>
                      <a:gd name="T16" fmla="*/ 0 w 654"/>
                      <a:gd name="T17" fmla="*/ 0 h 652"/>
                      <a:gd name="T18" fmla="*/ 0 w 654"/>
                      <a:gd name="T19" fmla="*/ 0 h 652"/>
                      <a:gd name="T20" fmla="*/ 0 w 654"/>
                      <a:gd name="T21" fmla="*/ 0 h 652"/>
                      <a:gd name="T22" fmla="*/ 0 w 654"/>
                      <a:gd name="T23" fmla="*/ 0 h 652"/>
                      <a:gd name="T24" fmla="*/ 0 w 654"/>
                      <a:gd name="T25" fmla="*/ 0 h 652"/>
                      <a:gd name="T26" fmla="*/ 0 w 654"/>
                      <a:gd name="T27" fmla="*/ 0 h 652"/>
                      <a:gd name="T28" fmla="*/ 0 w 654"/>
                      <a:gd name="T29" fmla="*/ 0 h 652"/>
                      <a:gd name="T30" fmla="*/ 0 w 654"/>
                      <a:gd name="T31" fmla="*/ 0 h 652"/>
                      <a:gd name="T32" fmla="*/ 0 w 654"/>
                      <a:gd name="T33" fmla="*/ 0 h 652"/>
                      <a:gd name="T34" fmla="*/ 0 w 654"/>
                      <a:gd name="T35" fmla="*/ 0 h 652"/>
                      <a:gd name="T36" fmla="*/ 0 w 654"/>
                      <a:gd name="T37" fmla="*/ 0 h 652"/>
                      <a:gd name="T38" fmla="*/ 0 w 654"/>
                      <a:gd name="T39" fmla="*/ 0 h 652"/>
                      <a:gd name="T40" fmla="*/ 0 w 654"/>
                      <a:gd name="T41" fmla="*/ 0 h 652"/>
                      <a:gd name="T42" fmla="*/ 0 w 654"/>
                      <a:gd name="T43" fmla="*/ 0 h 652"/>
                      <a:gd name="T44" fmla="*/ 0 w 654"/>
                      <a:gd name="T45" fmla="*/ 0 h 652"/>
                      <a:gd name="T46" fmla="*/ 0 w 654"/>
                      <a:gd name="T47" fmla="*/ 0 h 652"/>
                      <a:gd name="T48" fmla="*/ 0 w 654"/>
                      <a:gd name="T49" fmla="*/ 0 h 652"/>
                      <a:gd name="T50" fmla="*/ 0 w 654"/>
                      <a:gd name="T51" fmla="*/ 0 h 652"/>
                      <a:gd name="T52" fmla="*/ 0 w 654"/>
                      <a:gd name="T53" fmla="*/ 0 h 652"/>
                      <a:gd name="T54" fmla="*/ 0 w 654"/>
                      <a:gd name="T55" fmla="*/ 0 h 652"/>
                      <a:gd name="T56" fmla="*/ 0 w 654"/>
                      <a:gd name="T57" fmla="*/ 0 h 652"/>
                      <a:gd name="T58" fmla="*/ 0 w 654"/>
                      <a:gd name="T59" fmla="*/ 0 h 652"/>
                      <a:gd name="T60" fmla="*/ 0 w 654"/>
                      <a:gd name="T61" fmla="*/ 0 h 652"/>
                      <a:gd name="T62" fmla="*/ 0 w 654"/>
                      <a:gd name="T63" fmla="*/ 0 h 652"/>
                      <a:gd name="T64" fmla="*/ 0 w 654"/>
                      <a:gd name="T65" fmla="*/ 0 h 652"/>
                      <a:gd name="T66" fmla="*/ 0 w 654"/>
                      <a:gd name="T67" fmla="*/ 0 h 65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2"/>
                      <a:gd name="T104" fmla="*/ 654 w 654"/>
                      <a:gd name="T105" fmla="*/ 652 h 65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2">
                        <a:moveTo>
                          <a:pt x="0" y="652"/>
                        </a:moveTo>
                        <a:lnTo>
                          <a:pt x="0" y="652"/>
                        </a:lnTo>
                        <a:lnTo>
                          <a:pt x="33" y="652"/>
                        </a:lnTo>
                        <a:lnTo>
                          <a:pt x="66" y="649"/>
                        </a:lnTo>
                        <a:lnTo>
                          <a:pt x="99" y="646"/>
                        </a:lnTo>
                        <a:lnTo>
                          <a:pt x="131" y="639"/>
                        </a:lnTo>
                        <a:lnTo>
                          <a:pt x="162" y="632"/>
                        </a:lnTo>
                        <a:lnTo>
                          <a:pt x="194" y="623"/>
                        </a:lnTo>
                        <a:lnTo>
                          <a:pt x="224" y="613"/>
                        </a:lnTo>
                        <a:lnTo>
                          <a:pt x="254" y="601"/>
                        </a:lnTo>
                        <a:lnTo>
                          <a:pt x="283" y="588"/>
                        </a:lnTo>
                        <a:lnTo>
                          <a:pt x="311" y="574"/>
                        </a:lnTo>
                        <a:lnTo>
                          <a:pt x="339" y="558"/>
                        </a:lnTo>
                        <a:lnTo>
                          <a:pt x="365" y="541"/>
                        </a:lnTo>
                        <a:lnTo>
                          <a:pt x="391" y="523"/>
                        </a:lnTo>
                        <a:lnTo>
                          <a:pt x="415" y="503"/>
                        </a:lnTo>
                        <a:lnTo>
                          <a:pt x="439" y="482"/>
                        </a:lnTo>
                        <a:lnTo>
                          <a:pt x="462" y="461"/>
                        </a:lnTo>
                        <a:lnTo>
                          <a:pt x="484" y="439"/>
                        </a:lnTo>
                        <a:lnTo>
                          <a:pt x="503" y="415"/>
                        </a:lnTo>
                        <a:lnTo>
                          <a:pt x="523" y="390"/>
                        </a:lnTo>
                        <a:lnTo>
                          <a:pt x="541" y="365"/>
                        </a:lnTo>
                        <a:lnTo>
                          <a:pt x="559" y="339"/>
                        </a:lnTo>
                        <a:lnTo>
                          <a:pt x="574" y="310"/>
                        </a:lnTo>
                        <a:lnTo>
                          <a:pt x="588" y="282"/>
                        </a:lnTo>
                        <a:lnTo>
                          <a:pt x="601" y="254"/>
                        </a:lnTo>
                        <a:lnTo>
                          <a:pt x="613" y="224"/>
                        </a:lnTo>
                        <a:lnTo>
                          <a:pt x="624" y="194"/>
                        </a:lnTo>
                        <a:lnTo>
                          <a:pt x="633" y="162"/>
                        </a:lnTo>
                        <a:lnTo>
                          <a:pt x="639" y="130"/>
                        </a:lnTo>
                        <a:lnTo>
                          <a:pt x="646" y="99"/>
                        </a:lnTo>
                        <a:lnTo>
                          <a:pt x="650" y="66"/>
                        </a:lnTo>
                        <a:lnTo>
                          <a:pt x="652" y="33"/>
                        </a:lnTo>
                        <a:lnTo>
                          <a:pt x="654" y="0"/>
                        </a:lnTo>
                        <a:lnTo>
                          <a:pt x="499" y="0"/>
                        </a:lnTo>
                        <a:lnTo>
                          <a:pt x="498" y="25"/>
                        </a:lnTo>
                        <a:lnTo>
                          <a:pt x="496" y="51"/>
                        </a:lnTo>
                        <a:lnTo>
                          <a:pt x="492" y="76"/>
                        </a:lnTo>
                        <a:lnTo>
                          <a:pt x="488" y="100"/>
                        </a:lnTo>
                        <a:lnTo>
                          <a:pt x="482" y="124"/>
                        </a:lnTo>
                        <a:lnTo>
                          <a:pt x="476" y="148"/>
                        </a:lnTo>
                        <a:lnTo>
                          <a:pt x="468" y="171"/>
                        </a:lnTo>
                        <a:lnTo>
                          <a:pt x="460" y="193"/>
                        </a:lnTo>
                        <a:lnTo>
                          <a:pt x="449" y="215"/>
                        </a:lnTo>
                        <a:lnTo>
                          <a:pt x="438" y="236"/>
                        </a:lnTo>
                        <a:lnTo>
                          <a:pt x="426" y="258"/>
                        </a:lnTo>
                        <a:lnTo>
                          <a:pt x="413" y="278"/>
                        </a:lnTo>
                        <a:lnTo>
                          <a:pt x="398" y="297"/>
                        </a:lnTo>
                        <a:lnTo>
                          <a:pt x="384" y="316"/>
                        </a:lnTo>
                        <a:lnTo>
                          <a:pt x="369" y="334"/>
                        </a:lnTo>
                        <a:lnTo>
                          <a:pt x="352" y="352"/>
                        </a:lnTo>
                        <a:lnTo>
                          <a:pt x="334" y="368"/>
                        </a:lnTo>
                        <a:lnTo>
                          <a:pt x="317" y="384"/>
                        </a:lnTo>
                        <a:lnTo>
                          <a:pt x="297" y="399"/>
                        </a:lnTo>
                        <a:lnTo>
                          <a:pt x="279" y="413"/>
                        </a:lnTo>
                        <a:lnTo>
                          <a:pt x="258" y="426"/>
                        </a:lnTo>
                        <a:lnTo>
                          <a:pt x="237" y="438"/>
                        </a:lnTo>
                        <a:lnTo>
                          <a:pt x="215" y="449"/>
                        </a:lnTo>
                        <a:lnTo>
                          <a:pt x="194" y="458"/>
                        </a:lnTo>
                        <a:lnTo>
                          <a:pt x="171" y="467"/>
                        </a:lnTo>
                        <a:lnTo>
                          <a:pt x="148" y="476"/>
                        </a:lnTo>
                        <a:lnTo>
                          <a:pt x="124" y="482"/>
                        </a:lnTo>
                        <a:lnTo>
                          <a:pt x="100" y="488"/>
                        </a:lnTo>
                        <a:lnTo>
                          <a:pt x="76" y="492"/>
                        </a:lnTo>
                        <a:lnTo>
                          <a:pt x="51" y="496"/>
                        </a:lnTo>
                        <a:lnTo>
                          <a:pt x="26" y="498"/>
                        </a:lnTo>
                        <a:lnTo>
                          <a:pt x="0" y="498"/>
                        </a:lnTo>
                        <a:lnTo>
                          <a:pt x="0" y="652"/>
                        </a:lnTo>
                        <a:close/>
                      </a:path>
                    </a:pathLst>
                  </a:custGeom>
                  <a:solidFill>
                    <a:srgbClr val="EF2B2F"/>
                  </a:solidFill>
                  <a:ln>
                    <a:noFill/>
                  </a:ln>
                </p:spPr>
                <p:txBody>
                  <a:bodyPr/>
                  <a:lstStyle/>
                  <a:p>
                    <a:pPr>
                      <a:defRPr/>
                    </a:pPr>
                    <a:endParaRPr lang="en-US" sz="1050">
                      <a:latin typeface="+mj-lt"/>
                    </a:endParaRPr>
                  </a:p>
                </p:txBody>
              </p:sp>
              <p:sp>
                <p:nvSpPr>
                  <p:cNvPr id="41703" name="Freeform 107">
                    <a:extLst>
                      <a:ext uri="{FF2B5EF4-FFF2-40B4-BE49-F238E27FC236}">
                        <a16:creationId xmlns="" xmlns:a16="http://schemas.microsoft.com/office/drawing/2014/main" id="{5AEED376-6637-3B4D-B4AE-94B5A163B306}"/>
                      </a:ext>
                    </a:extLst>
                  </p:cNvPr>
                  <p:cNvSpPr>
                    <a:spLocks/>
                  </p:cNvSpPr>
                  <p:nvPr/>
                </p:nvSpPr>
                <p:spPr bwMode="auto">
                  <a:xfrm>
                    <a:off x="5194" y="1272"/>
                    <a:ext cx="22" cy="25"/>
                  </a:xfrm>
                  <a:custGeom>
                    <a:avLst/>
                    <a:gdLst>
                      <a:gd name="T0" fmla="*/ 0 w 653"/>
                      <a:gd name="T1" fmla="*/ 0 h 652"/>
                      <a:gd name="T2" fmla="*/ 0 w 653"/>
                      <a:gd name="T3" fmla="*/ 0 h 652"/>
                      <a:gd name="T4" fmla="*/ 0 w 653"/>
                      <a:gd name="T5" fmla="*/ 0 h 652"/>
                      <a:gd name="T6" fmla="*/ 0 w 653"/>
                      <a:gd name="T7" fmla="*/ 0 h 652"/>
                      <a:gd name="T8" fmla="*/ 0 w 653"/>
                      <a:gd name="T9" fmla="*/ 0 h 652"/>
                      <a:gd name="T10" fmla="*/ 0 w 653"/>
                      <a:gd name="T11" fmla="*/ 0 h 652"/>
                      <a:gd name="T12" fmla="*/ 0 w 653"/>
                      <a:gd name="T13" fmla="*/ 0 h 652"/>
                      <a:gd name="T14" fmla="*/ 0 w 653"/>
                      <a:gd name="T15" fmla="*/ 0 h 652"/>
                      <a:gd name="T16" fmla="*/ 0 w 653"/>
                      <a:gd name="T17" fmla="*/ 0 h 652"/>
                      <a:gd name="T18" fmla="*/ 0 w 653"/>
                      <a:gd name="T19" fmla="*/ 0 h 652"/>
                      <a:gd name="T20" fmla="*/ 0 w 653"/>
                      <a:gd name="T21" fmla="*/ 0 h 652"/>
                      <a:gd name="T22" fmla="*/ 0 w 653"/>
                      <a:gd name="T23" fmla="*/ 0 h 652"/>
                      <a:gd name="T24" fmla="*/ 0 w 653"/>
                      <a:gd name="T25" fmla="*/ 0 h 652"/>
                      <a:gd name="T26" fmla="*/ 0 w 653"/>
                      <a:gd name="T27" fmla="*/ 0 h 652"/>
                      <a:gd name="T28" fmla="*/ 0 w 653"/>
                      <a:gd name="T29" fmla="*/ 0 h 652"/>
                      <a:gd name="T30" fmla="*/ 0 w 653"/>
                      <a:gd name="T31" fmla="*/ 0 h 652"/>
                      <a:gd name="T32" fmla="*/ 0 w 653"/>
                      <a:gd name="T33" fmla="*/ 0 h 652"/>
                      <a:gd name="T34" fmla="*/ 0 w 653"/>
                      <a:gd name="T35" fmla="*/ 0 h 652"/>
                      <a:gd name="T36" fmla="*/ 0 w 653"/>
                      <a:gd name="T37" fmla="*/ 0 h 652"/>
                      <a:gd name="T38" fmla="*/ 0 w 653"/>
                      <a:gd name="T39" fmla="*/ 0 h 652"/>
                      <a:gd name="T40" fmla="*/ 0 w 653"/>
                      <a:gd name="T41" fmla="*/ 0 h 652"/>
                      <a:gd name="T42" fmla="*/ 0 w 653"/>
                      <a:gd name="T43" fmla="*/ 0 h 652"/>
                      <a:gd name="T44" fmla="*/ 0 w 653"/>
                      <a:gd name="T45" fmla="*/ 0 h 652"/>
                      <a:gd name="T46" fmla="*/ 0 w 653"/>
                      <a:gd name="T47" fmla="*/ 0 h 652"/>
                      <a:gd name="T48" fmla="*/ 0 w 653"/>
                      <a:gd name="T49" fmla="*/ 0 h 652"/>
                      <a:gd name="T50" fmla="*/ 0 w 653"/>
                      <a:gd name="T51" fmla="*/ 0 h 652"/>
                      <a:gd name="T52" fmla="*/ 0 w 653"/>
                      <a:gd name="T53" fmla="*/ 0 h 652"/>
                      <a:gd name="T54" fmla="*/ 0 w 653"/>
                      <a:gd name="T55" fmla="*/ 0 h 652"/>
                      <a:gd name="T56" fmla="*/ 0 w 653"/>
                      <a:gd name="T57" fmla="*/ 0 h 652"/>
                      <a:gd name="T58" fmla="*/ 0 w 653"/>
                      <a:gd name="T59" fmla="*/ 0 h 652"/>
                      <a:gd name="T60" fmla="*/ 0 w 653"/>
                      <a:gd name="T61" fmla="*/ 0 h 652"/>
                      <a:gd name="T62" fmla="*/ 0 w 653"/>
                      <a:gd name="T63" fmla="*/ 0 h 652"/>
                      <a:gd name="T64" fmla="*/ 0 w 653"/>
                      <a:gd name="T65" fmla="*/ 0 h 652"/>
                      <a:gd name="T66" fmla="*/ 0 w 653"/>
                      <a:gd name="T67" fmla="*/ 0 h 65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3"/>
                      <a:gd name="T103" fmla="*/ 0 h 652"/>
                      <a:gd name="T104" fmla="*/ 653 w 653"/>
                      <a:gd name="T105" fmla="*/ 652 h 65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3" h="652">
                        <a:moveTo>
                          <a:pt x="0" y="0"/>
                        </a:moveTo>
                        <a:lnTo>
                          <a:pt x="0" y="0"/>
                        </a:lnTo>
                        <a:lnTo>
                          <a:pt x="1" y="32"/>
                        </a:lnTo>
                        <a:lnTo>
                          <a:pt x="3" y="66"/>
                        </a:lnTo>
                        <a:lnTo>
                          <a:pt x="7" y="99"/>
                        </a:lnTo>
                        <a:lnTo>
                          <a:pt x="13" y="130"/>
                        </a:lnTo>
                        <a:lnTo>
                          <a:pt x="20" y="162"/>
                        </a:lnTo>
                        <a:lnTo>
                          <a:pt x="29" y="194"/>
                        </a:lnTo>
                        <a:lnTo>
                          <a:pt x="39" y="224"/>
                        </a:lnTo>
                        <a:lnTo>
                          <a:pt x="51" y="254"/>
                        </a:lnTo>
                        <a:lnTo>
                          <a:pt x="64" y="282"/>
                        </a:lnTo>
                        <a:lnTo>
                          <a:pt x="78" y="310"/>
                        </a:lnTo>
                        <a:lnTo>
                          <a:pt x="94" y="339"/>
                        </a:lnTo>
                        <a:lnTo>
                          <a:pt x="111" y="365"/>
                        </a:lnTo>
                        <a:lnTo>
                          <a:pt x="129" y="390"/>
                        </a:lnTo>
                        <a:lnTo>
                          <a:pt x="149" y="415"/>
                        </a:lnTo>
                        <a:lnTo>
                          <a:pt x="170" y="439"/>
                        </a:lnTo>
                        <a:lnTo>
                          <a:pt x="191" y="461"/>
                        </a:lnTo>
                        <a:lnTo>
                          <a:pt x="213" y="482"/>
                        </a:lnTo>
                        <a:lnTo>
                          <a:pt x="237" y="503"/>
                        </a:lnTo>
                        <a:lnTo>
                          <a:pt x="262" y="523"/>
                        </a:lnTo>
                        <a:lnTo>
                          <a:pt x="287" y="541"/>
                        </a:lnTo>
                        <a:lnTo>
                          <a:pt x="313" y="558"/>
                        </a:lnTo>
                        <a:lnTo>
                          <a:pt x="342" y="574"/>
                        </a:lnTo>
                        <a:lnTo>
                          <a:pt x="370" y="588"/>
                        </a:lnTo>
                        <a:lnTo>
                          <a:pt x="399" y="601"/>
                        </a:lnTo>
                        <a:lnTo>
                          <a:pt x="428" y="613"/>
                        </a:lnTo>
                        <a:lnTo>
                          <a:pt x="458" y="623"/>
                        </a:lnTo>
                        <a:lnTo>
                          <a:pt x="490" y="632"/>
                        </a:lnTo>
                        <a:lnTo>
                          <a:pt x="522" y="639"/>
                        </a:lnTo>
                        <a:lnTo>
                          <a:pt x="553" y="646"/>
                        </a:lnTo>
                        <a:lnTo>
                          <a:pt x="586" y="649"/>
                        </a:lnTo>
                        <a:lnTo>
                          <a:pt x="620" y="652"/>
                        </a:lnTo>
                        <a:lnTo>
                          <a:pt x="653" y="652"/>
                        </a:lnTo>
                        <a:lnTo>
                          <a:pt x="653" y="498"/>
                        </a:lnTo>
                        <a:lnTo>
                          <a:pt x="626" y="498"/>
                        </a:lnTo>
                        <a:lnTo>
                          <a:pt x="601" y="496"/>
                        </a:lnTo>
                        <a:lnTo>
                          <a:pt x="576" y="492"/>
                        </a:lnTo>
                        <a:lnTo>
                          <a:pt x="552" y="488"/>
                        </a:lnTo>
                        <a:lnTo>
                          <a:pt x="528" y="482"/>
                        </a:lnTo>
                        <a:lnTo>
                          <a:pt x="504" y="476"/>
                        </a:lnTo>
                        <a:lnTo>
                          <a:pt x="481" y="467"/>
                        </a:lnTo>
                        <a:lnTo>
                          <a:pt x="460" y="458"/>
                        </a:lnTo>
                        <a:lnTo>
                          <a:pt x="437" y="449"/>
                        </a:lnTo>
                        <a:lnTo>
                          <a:pt x="415" y="438"/>
                        </a:lnTo>
                        <a:lnTo>
                          <a:pt x="394" y="426"/>
                        </a:lnTo>
                        <a:lnTo>
                          <a:pt x="375" y="413"/>
                        </a:lnTo>
                        <a:lnTo>
                          <a:pt x="355" y="399"/>
                        </a:lnTo>
                        <a:lnTo>
                          <a:pt x="336" y="384"/>
                        </a:lnTo>
                        <a:lnTo>
                          <a:pt x="318" y="368"/>
                        </a:lnTo>
                        <a:lnTo>
                          <a:pt x="300" y="352"/>
                        </a:lnTo>
                        <a:lnTo>
                          <a:pt x="284" y="334"/>
                        </a:lnTo>
                        <a:lnTo>
                          <a:pt x="268" y="316"/>
                        </a:lnTo>
                        <a:lnTo>
                          <a:pt x="254" y="297"/>
                        </a:lnTo>
                        <a:lnTo>
                          <a:pt x="239" y="278"/>
                        </a:lnTo>
                        <a:lnTo>
                          <a:pt x="226" y="258"/>
                        </a:lnTo>
                        <a:lnTo>
                          <a:pt x="214" y="236"/>
                        </a:lnTo>
                        <a:lnTo>
                          <a:pt x="203" y="215"/>
                        </a:lnTo>
                        <a:lnTo>
                          <a:pt x="194" y="193"/>
                        </a:lnTo>
                        <a:lnTo>
                          <a:pt x="185" y="171"/>
                        </a:lnTo>
                        <a:lnTo>
                          <a:pt x="176" y="148"/>
                        </a:lnTo>
                        <a:lnTo>
                          <a:pt x="170" y="124"/>
                        </a:lnTo>
                        <a:lnTo>
                          <a:pt x="164" y="100"/>
                        </a:lnTo>
                        <a:lnTo>
                          <a:pt x="160" y="76"/>
                        </a:lnTo>
                        <a:lnTo>
                          <a:pt x="156" y="51"/>
                        </a:lnTo>
                        <a:lnTo>
                          <a:pt x="154" y="26"/>
                        </a:lnTo>
                        <a:lnTo>
                          <a:pt x="154" y="0"/>
                        </a:lnTo>
                        <a:lnTo>
                          <a:pt x="0" y="0"/>
                        </a:lnTo>
                        <a:close/>
                      </a:path>
                    </a:pathLst>
                  </a:custGeom>
                  <a:solidFill>
                    <a:srgbClr val="EF2B2F"/>
                  </a:solidFill>
                  <a:ln>
                    <a:noFill/>
                  </a:ln>
                </p:spPr>
                <p:txBody>
                  <a:bodyPr/>
                  <a:lstStyle/>
                  <a:p>
                    <a:pPr>
                      <a:defRPr/>
                    </a:pPr>
                    <a:endParaRPr lang="en-US" sz="1050">
                      <a:latin typeface="+mj-lt"/>
                    </a:endParaRPr>
                  </a:p>
                </p:txBody>
              </p:sp>
              <p:sp>
                <p:nvSpPr>
                  <p:cNvPr id="41704" name="Freeform 108">
                    <a:extLst>
                      <a:ext uri="{FF2B5EF4-FFF2-40B4-BE49-F238E27FC236}">
                        <a16:creationId xmlns="" xmlns:a16="http://schemas.microsoft.com/office/drawing/2014/main" id="{A0CE7126-1D15-B6DC-72A8-AE998F46E1D7}"/>
                      </a:ext>
                    </a:extLst>
                  </p:cNvPr>
                  <p:cNvSpPr>
                    <a:spLocks/>
                  </p:cNvSpPr>
                  <p:nvPr/>
                </p:nvSpPr>
                <p:spPr bwMode="auto">
                  <a:xfrm>
                    <a:off x="5194" y="1247"/>
                    <a:ext cx="22" cy="25"/>
                  </a:xfrm>
                  <a:custGeom>
                    <a:avLst/>
                    <a:gdLst>
                      <a:gd name="T0" fmla="*/ 0 w 653"/>
                      <a:gd name="T1" fmla="*/ 0 h 654"/>
                      <a:gd name="T2" fmla="*/ 0 w 653"/>
                      <a:gd name="T3" fmla="*/ 0 h 654"/>
                      <a:gd name="T4" fmla="*/ 0 w 653"/>
                      <a:gd name="T5" fmla="*/ 0 h 654"/>
                      <a:gd name="T6" fmla="*/ 0 w 653"/>
                      <a:gd name="T7" fmla="*/ 0 h 654"/>
                      <a:gd name="T8" fmla="*/ 0 w 653"/>
                      <a:gd name="T9" fmla="*/ 0 h 654"/>
                      <a:gd name="T10" fmla="*/ 0 w 653"/>
                      <a:gd name="T11" fmla="*/ 0 h 654"/>
                      <a:gd name="T12" fmla="*/ 0 w 653"/>
                      <a:gd name="T13" fmla="*/ 0 h 654"/>
                      <a:gd name="T14" fmla="*/ 0 w 653"/>
                      <a:gd name="T15" fmla="*/ 0 h 654"/>
                      <a:gd name="T16" fmla="*/ 0 w 653"/>
                      <a:gd name="T17" fmla="*/ 0 h 654"/>
                      <a:gd name="T18" fmla="*/ 0 w 653"/>
                      <a:gd name="T19" fmla="*/ 0 h 654"/>
                      <a:gd name="T20" fmla="*/ 0 w 653"/>
                      <a:gd name="T21" fmla="*/ 0 h 654"/>
                      <a:gd name="T22" fmla="*/ 0 w 653"/>
                      <a:gd name="T23" fmla="*/ 0 h 654"/>
                      <a:gd name="T24" fmla="*/ 0 w 653"/>
                      <a:gd name="T25" fmla="*/ 0 h 654"/>
                      <a:gd name="T26" fmla="*/ 0 w 653"/>
                      <a:gd name="T27" fmla="*/ 0 h 654"/>
                      <a:gd name="T28" fmla="*/ 0 w 653"/>
                      <a:gd name="T29" fmla="*/ 0 h 654"/>
                      <a:gd name="T30" fmla="*/ 0 w 653"/>
                      <a:gd name="T31" fmla="*/ 0 h 654"/>
                      <a:gd name="T32" fmla="*/ 0 w 653"/>
                      <a:gd name="T33" fmla="*/ 0 h 654"/>
                      <a:gd name="T34" fmla="*/ 0 w 653"/>
                      <a:gd name="T35" fmla="*/ 0 h 654"/>
                      <a:gd name="T36" fmla="*/ 0 w 653"/>
                      <a:gd name="T37" fmla="*/ 0 h 654"/>
                      <a:gd name="T38" fmla="*/ 0 w 653"/>
                      <a:gd name="T39" fmla="*/ 0 h 654"/>
                      <a:gd name="T40" fmla="*/ 0 w 653"/>
                      <a:gd name="T41" fmla="*/ 0 h 654"/>
                      <a:gd name="T42" fmla="*/ 0 w 653"/>
                      <a:gd name="T43" fmla="*/ 0 h 654"/>
                      <a:gd name="T44" fmla="*/ 0 w 653"/>
                      <a:gd name="T45" fmla="*/ 0 h 654"/>
                      <a:gd name="T46" fmla="*/ 0 w 653"/>
                      <a:gd name="T47" fmla="*/ 0 h 654"/>
                      <a:gd name="T48" fmla="*/ 0 w 653"/>
                      <a:gd name="T49" fmla="*/ 0 h 654"/>
                      <a:gd name="T50" fmla="*/ 0 w 653"/>
                      <a:gd name="T51" fmla="*/ 0 h 654"/>
                      <a:gd name="T52" fmla="*/ 0 w 653"/>
                      <a:gd name="T53" fmla="*/ 0 h 654"/>
                      <a:gd name="T54" fmla="*/ 0 w 653"/>
                      <a:gd name="T55" fmla="*/ 0 h 654"/>
                      <a:gd name="T56" fmla="*/ 0 w 653"/>
                      <a:gd name="T57" fmla="*/ 0 h 654"/>
                      <a:gd name="T58" fmla="*/ 0 w 653"/>
                      <a:gd name="T59" fmla="*/ 0 h 654"/>
                      <a:gd name="T60" fmla="*/ 0 w 653"/>
                      <a:gd name="T61" fmla="*/ 0 h 654"/>
                      <a:gd name="T62" fmla="*/ 0 w 653"/>
                      <a:gd name="T63" fmla="*/ 0 h 654"/>
                      <a:gd name="T64" fmla="*/ 0 w 653"/>
                      <a:gd name="T65" fmla="*/ 0 h 654"/>
                      <a:gd name="T66" fmla="*/ 0 w 653"/>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3"/>
                      <a:gd name="T103" fmla="*/ 0 h 654"/>
                      <a:gd name="T104" fmla="*/ 653 w 653"/>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3" h="654">
                        <a:moveTo>
                          <a:pt x="653" y="0"/>
                        </a:moveTo>
                        <a:lnTo>
                          <a:pt x="653" y="0"/>
                        </a:lnTo>
                        <a:lnTo>
                          <a:pt x="619" y="1"/>
                        </a:lnTo>
                        <a:lnTo>
                          <a:pt x="586" y="4"/>
                        </a:lnTo>
                        <a:lnTo>
                          <a:pt x="553" y="7"/>
                        </a:lnTo>
                        <a:lnTo>
                          <a:pt x="522" y="14"/>
                        </a:lnTo>
                        <a:lnTo>
                          <a:pt x="490" y="20"/>
                        </a:lnTo>
                        <a:lnTo>
                          <a:pt x="458" y="29"/>
                        </a:lnTo>
                        <a:lnTo>
                          <a:pt x="428" y="40"/>
                        </a:lnTo>
                        <a:lnTo>
                          <a:pt x="399" y="52"/>
                        </a:lnTo>
                        <a:lnTo>
                          <a:pt x="370" y="65"/>
                        </a:lnTo>
                        <a:lnTo>
                          <a:pt x="342" y="79"/>
                        </a:lnTo>
                        <a:lnTo>
                          <a:pt x="313" y="96"/>
                        </a:lnTo>
                        <a:lnTo>
                          <a:pt x="287" y="112"/>
                        </a:lnTo>
                        <a:lnTo>
                          <a:pt x="262" y="131"/>
                        </a:lnTo>
                        <a:lnTo>
                          <a:pt x="237" y="150"/>
                        </a:lnTo>
                        <a:lnTo>
                          <a:pt x="213" y="170"/>
                        </a:lnTo>
                        <a:lnTo>
                          <a:pt x="191" y="192"/>
                        </a:lnTo>
                        <a:lnTo>
                          <a:pt x="170" y="214"/>
                        </a:lnTo>
                        <a:lnTo>
                          <a:pt x="149" y="238"/>
                        </a:lnTo>
                        <a:lnTo>
                          <a:pt x="129" y="263"/>
                        </a:lnTo>
                        <a:lnTo>
                          <a:pt x="111" y="289"/>
                        </a:lnTo>
                        <a:lnTo>
                          <a:pt x="94" y="315"/>
                        </a:lnTo>
                        <a:lnTo>
                          <a:pt x="78" y="342"/>
                        </a:lnTo>
                        <a:lnTo>
                          <a:pt x="64" y="370"/>
                        </a:lnTo>
                        <a:lnTo>
                          <a:pt x="51" y="400"/>
                        </a:lnTo>
                        <a:lnTo>
                          <a:pt x="39" y="429"/>
                        </a:lnTo>
                        <a:lnTo>
                          <a:pt x="29" y="460"/>
                        </a:lnTo>
                        <a:lnTo>
                          <a:pt x="20" y="491"/>
                        </a:lnTo>
                        <a:lnTo>
                          <a:pt x="13" y="522"/>
                        </a:lnTo>
                        <a:lnTo>
                          <a:pt x="7" y="554"/>
                        </a:lnTo>
                        <a:lnTo>
                          <a:pt x="3" y="587"/>
                        </a:lnTo>
                        <a:lnTo>
                          <a:pt x="1" y="620"/>
                        </a:lnTo>
                        <a:lnTo>
                          <a:pt x="0" y="654"/>
                        </a:lnTo>
                        <a:lnTo>
                          <a:pt x="154" y="654"/>
                        </a:lnTo>
                        <a:lnTo>
                          <a:pt x="154" y="627"/>
                        </a:lnTo>
                        <a:lnTo>
                          <a:pt x="156" y="602"/>
                        </a:lnTo>
                        <a:lnTo>
                          <a:pt x="160" y="577"/>
                        </a:lnTo>
                        <a:lnTo>
                          <a:pt x="164" y="553"/>
                        </a:lnTo>
                        <a:lnTo>
                          <a:pt x="170" y="529"/>
                        </a:lnTo>
                        <a:lnTo>
                          <a:pt x="176" y="505"/>
                        </a:lnTo>
                        <a:lnTo>
                          <a:pt x="185" y="483"/>
                        </a:lnTo>
                        <a:lnTo>
                          <a:pt x="194" y="460"/>
                        </a:lnTo>
                        <a:lnTo>
                          <a:pt x="203" y="438"/>
                        </a:lnTo>
                        <a:lnTo>
                          <a:pt x="214" y="416"/>
                        </a:lnTo>
                        <a:lnTo>
                          <a:pt x="226" y="395"/>
                        </a:lnTo>
                        <a:lnTo>
                          <a:pt x="239" y="376"/>
                        </a:lnTo>
                        <a:lnTo>
                          <a:pt x="254" y="356"/>
                        </a:lnTo>
                        <a:lnTo>
                          <a:pt x="268" y="336"/>
                        </a:lnTo>
                        <a:lnTo>
                          <a:pt x="284" y="319"/>
                        </a:lnTo>
                        <a:lnTo>
                          <a:pt x="300" y="302"/>
                        </a:lnTo>
                        <a:lnTo>
                          <a:pt x="318" y="285"/>
                        </a:lnTo>
                        <a:lnTo>
                          <a:pt x="336" y="269"/>
                        </a:lnTo>
                        <a:lnTo>
                          <a:pt x="355" y="254"/>
                        </a:lnTo>
                        <a:lnTo>
                          <a:pt x="375" y="241"/>
                        </a:lnTo>
                        <a:lnTo>
                          <a:pt x="394" y="228"/>
                        </a:lnTo>
                        <a:lnTo>
                          <a:pt x="415" y="216"/>
                        </a:lnTo>
                        <a:lnTo>
                          <a:pt x="437" y="205"/>
                        </a:lnTo>
                        <a:lnTo>
                          <a:pt x="460" y="194"/>
                        </a:lnTo>
                        <a:lnTo>
                          <a:pt x="481" y="185"/>
                        </a:lnTo>
                        <a:lnTo>
                          <a:pt x="504" y="177"/>
                        </a:lnTo>
                        <a:lnTo>
                          <a:pt x="528" y="171"/>
                        </a:lnTo>
                        <a:lnTo>
                          <a:pt x="552" y="165"/>
                        </a:lnTo>
                        <a:lnTo>
                          <a:pt x="576" y="161"/>
                        </a:lnTo>
                        <a:lnTo>
                          <a:pt x="601" y="158"/>
                        </a:lnTo>
                        <a:lnTo>
                          <a:pt x="627" y="156"/>
                        </a:lnTo>
                        <a:lnTo>
                          <a:pt x="653" y="156"/>
                        </a:lnTo>
                        <a:lnTo>
                          <a:pt x="653" y="0"/>
                        </a:lnTo>
                        <a:close/>
                      </a:path>
                    </a:pathLst>
                  </a:custGeom>
                  <a:solidFill>
                    <a:srgbClr val="EF2B2F"/>
                  </a:solidFill>
                  <a:ln>
                    <a:noFill/>
                  </a:ln>
                </p:spPr>
                <p:txBody>
                  <a:bodyPr/>
                  <a:lstStyle/>
                  <a:p>
                    <a:pPr>
                      <a:defRPr/>
                    </a:pPr>
                    <a:endParaRPr lang="en-US" sz="1050">
                      <a:latin typeface="+mj-lt"/>
                    </a:endParaRPr>
                  </a:p>
                </p:txBody>
              </p:sp>
              <p:sp>
                <p:nvSpPr>
                  <p:cNvPr id="41705" name="Freeform 109">
                    <a:extLst>
                      <a:ext uri="{FF2B5EF4-FFF2-40B4-BE49-F238E27FC236}">
                        <a16:creationId xmlns="" xmlns:a16="http://schemas.microsoft.com/office/drawing/2014/main" id="{8C4B2DC3-ABCD-FCC6-2963-FF18A2924E72}"/>
                      </a:ext>
                    </a:extLst>
                  </p:cNvPr>
                  <p:cNvSpPr>
                    <a:spLocks/>
                  </p:cNvSpPr>
                  <p:nvPr/>
                </p:nvSpPr>
                <p:spPr bwMode="auto">
                  <a:xfrm>
                    <a:off x="5174" y="1421"/>
                    <a:ext cx="39" cy="44"/>
                  </a:xfrm>
                  <a:custGeom>
                    <a:avLst/>
                    <a:gdLst>
                      <a:gd name="T0" fmla="*/ 0 w 1152"/>
                      <a:gd name="T1" fmla="*/ 0 h 1151"/>
                      <a:gd name="T2" fmla="*/ 0 w 1152"/>
                      <a:gd name="T3" fmla="*/ 0 h 1151"/>
                      <a:gd name="T4" fmla="*/ 0 w 1152"/>
                      <a:gd name="T5" fmla="*/ 0 h 1151"/>
                      <a:gd name="T6" fmla="*/ 0 w 1152"/>
                      <a:gd name="T7" fmla="*/ 0 h 1151"/>
                      <a:gd name="T8" fmla="*/ 0 w 1152"/>
                      <a:gd name="T9" fmla="*/ 0 h 1151"/>
                      <a:gd name="T10" fmla="*/ 0 w 1152"/>
                      <a:gd name="T11" fmla="*/ 0 h 1151"/>
                      <a:gd name="T12" fmla="*/ 0 w 1152"/>
                      <a:gd name="T13" fmla="*/ 0 h 1151"/>
                      <a:gd name="T14" fmla="*/ 0 w 1152"/>
                      <a:gd name="T15" fmla="*/ 0 h 1151"/>
                      <a:gd name="T16" fmla="*/ 0 w 1152"/>
                      <a:gd name="T17" fmla="*/ 0 h 1151"/>
                      <a:gd name="T18" fmla="*/ 0 w 1152"/>
                      <a:gd name="T19" fmla="*/ 0 h 1151"/>
                      <a:gd name="T20" fmla="*/ 0 w 1152"/>
                      <a:gd name="T21" fmla="*/ 0 h 1151"/>
                      <a:gd name="T22" fmla="*/ 0 w 1152"/>
                      <a:gd name="T23" fmla="*/ 0 h 1151"/>
                      <a:gd name="T24" fmla="*/ 0 w 1152"/>
                      <a:gd name="T25" fmla="*/ 0 h 1151"/>
                      <a:gd name="T26" fmla="*/ 0 w 1152"/>
                      <a:gd name="T27" fmla="*/ 0 h 1151"/>
                      <a:gd name="T28" fmla="*/ 0 w 1152"/>
                      <a:gd name="T29" fmla="*/ 0 h 1151"/>
                      <a:gd name="T30" fmla="*/ 0 w 1152"/>
                      <a:gd name="T31" fmla="*/ 0 h 1151"/>
                      <a:gd name="T32" fmla="*/ 0 w 1152"/>
                      <a:gd name="T33" fmla="*/ 0 h 1151"/>
                      <a:gd name="T34" fmla="*/ 0 w 1152"/>
                      <a:gd name="T35" fmla="*/ 0 h 1151"/>
                      <a:gd name="T36" fmla="*/ 0 w 1152"/>
                      <a:gd name="T37" fmla="*/ 0 h 1151"/>
                      <a:gd name="T38" fmla="*/ 0 w 1152"/>
                      <a:gd name="T39" fmla="*/ 0 h 1151"/>
                      <a:gd name="T40" fmla="*/ 0 w 1152"/>
                      <a:gd name="T41" fmla="*/ 0 h 1151"/>
                      <a:gd name="T42" fmla="*/ 0 w 1152"/>
                      <a:gd name="T43" fmla="*/ 0 h 1151"/>
                      <a:gd name="T44" fmla="*/ 0 w 1152"/>
                      <a:gd name="T45" fmla="*/ 0 h 1151"/>
                      <a:gd name="T46" fmla="*/ 0 w 1152"/>
                      <a:gd name="T47" fmla="*/ 0 h 1151"/>
                      <a:gd name="T48" fmla="*/ 0 w 1152"/>
                      <a:gd name="T49" fmla="*/ 0 h 1151"/>
                      <a:gd name="T50" fmla="*/ 0 w 1152"/>
                      <a:gd name="T51" fmla="*/ 0 h 1151"/>
                      <a:gd name="T52" fmla="*/ 0 w 1152"/>
                      <a:gd name="T53" fmla="*/ 0 h 1151"/>
                      <a:gd name="T54" fmla="*/ 0 w 1152"/>
                      <a:gd name="T55" fmla="*/ 0 h 1151"/>
                      <a:gd name="T56" fmla="*/ 0 w 1152"/>
                      <a:gd name="T57" fmla="*/ 0 h 1151"/>
                      <a:gd name="T58" fmla="*/ 0 w 1152"/>
                      <a:gd name="T59" fmla="*/ 0 h 1151"/>
                      <a:gd name="T60" fmla="*/ 0 w 1152"/>
                      <a:gd name="T61" fmla="*/ 0 h 1151"/>
                      <a:gd name="T62" fmla="*/ 0 w 1152"/>
                      <a:gd name="T63" fmla="*/ 0 h 1151"/>
                      <a:gd name="T64" fmla="*/ 0 w 1152"/>
                      <a:gd name="T65" fmla="*/ 0 h 1151"/>
                      <a:gd name="T66" fmla="*/ 0 w 1152"/>
                      <a:gd name="T67" fmla="*/ 0 h 1151"/>
                      <a:gd name="T68" fmla="*/ 0 w 1152"/>
                      <a:gd name="T69" fmla="*/ 0 h 1151"/>
                      <a:gd name="T70" fmla="*/ 0 w 1152"/>
                      <a:gd name="T71" fmla="*/ 0 h 1151"/>
                      <a:gd name="T72" fmla="*/ 0 w 1152"/>
                      <a:gd name="T73" fmla="*/ 0 h 1151"/>
                      <a:gd name="T74" fmla="*/ 0 w 1152"/>
                      <a:gd name="T75" fmla="*/ 0 h 1151"/>
                      <a:gd name="T76" fmla="*/ 0 w 1152"/>
                      <a:gd name="T77" fmla="*/ 0 h 1151"/>
                      <a:gd name="T78" fmla="*/ 0 w 1152"/>
                      <a:gd name="T79" fmla="*/ 0 h 1151"/>
                      <a:gd name="T80" fmla="*/ 0 w 1152"/>
                      <a:gd name="T81" fmla="*/ 0 h 1151"/>
                      <a:gd name="T82" fmla="*/ 0 w 1152"/>
                      <a:gd name="T83" fmla="*/ 0 h 1151"/>
                      <a:gd name="T84" fmla="*/ 0 w 1152"/>
                      <a:gd name="T85" fmla="*/ 0 h 115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52"/>
                      <a:gd name="T130" fmla="*/ 0 h 1151"/>
                      <a:gd name="T131" fmla="*/ 1152 w 1152"/>
                      <a:gd name="T132" fmla="*/ 1151 h 115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52" h="1151">
                        <a:moveTo>
                          <a:pt x="575" y="0"/>
                        </a:moveTo>
                        <a:lnTo>
                          <a:pt x="605" y="1"/>
                        </a:lnTo>
                        <a:lnTo>
                          <a:pt x="634" y="3"/>
                        </a:lnTo>
                        <a:lnTo>
                          <a:pt x="662" y="7"/>
                        </a:lnTo>
                        <a:lnTo>
                          <a:pt x="691" y="12"/>
                        </a:lnTo>
                        <a:lnTo>
                          <a:pt x="719" y="18"/>
                        </a:lnTo>
                        <a:lnTo>
                          <a:pt x="746" y="26"/>
                        </a:lnTo>
                        <a:lnTo>
                          <a:pt x="773" y="35"/>
                        </a:lnTo>
                        <a:lnTo>
                          <a:pt x="799" y="45"/>
                        </a:lnTo>
                        <a:lnTo>
                          <a:pt x="825" y="57"/>
                        </a:lnTo>
                        <a:lnTo>
                          <a:pt x="850" y="69"/>
                        </a:lnTo>
                        <a:lnTo>
                          <a:pt x="874" y="83"/>
                        </a:lnTo>
                        <a:lnTo>
                          <a:pt x="897" y="99"/>
                        </a:lnTo>
                        <a:lnTo>
                          <a:pt x="920" y="115"/>
                        </a:lnTo>
                        <a:lnTo>
                          <a:pt x="942" y="131"/>
                        </a:lnTo>
                        <a:lnTo>
                          <a:pt x="962" y="150"/>
                        </a:lnTo>
                        <a:lnTo>
                          <a:pt x="982" y="168"/>
                        </a:lnTo>
                        <a:lnTo>
                          <a:pt x="1001" y="189"/>
                        </a:lnTo>
                        <a:lnTo>
                          <a:pt x="1020" y="210"/>
                        </a:lnTo>
                        <a:lnTo>
                          <a:pt x="1036" y="232"/>
                        </a:lnTo>
                        <a:lnTo>
                          <a:pt x="1053" y="255"/>
                        </a:lnTo>
                        <a:lnTo>
                          <a:pt x="1068" y="277"/>
                        </a:lnTo>
                        <a:lnTo>
                          <a:pt x="1082" y="301"/>
                        </a:lnTo>
                        <a:lnTo>
                          <a:pt x="1094" y="326"/>
                        </a:lnTo>
                        <a:lnTo>
                          <a:pt x="1106" y="352"/>
                        </a:lnTo>
                        <a:lnTo>
                          <a:pt x="1116" y="378"/>
                        </a:lnTo>
                        <a:lnTo>
                          <a:pt x="1126" y="405"/>
                        </a:lnTo>
                        <a:lnTo>
                          <a:pt x="1133" y="432"/>
                        </a:lnTo>
                        <a:lnTo>
                          <a:pt x="1140" y="459"/>
                        </a:lnTo>
                        <a:lnTo>
                          <a:pt x="1144" y="488"/>
                        </a:lnTo>
                        <a:lnTo>
                          <a:pt x="1149" y="517"/>
                        </a:lnTo>
                        <a:lnTo>
                          <a:pt x="1151" y="547"/>
                        </a:lnTo>
                        <a:lnTo>
                          <a:pt x="1152" y="576"/>
                        </a:lnTo>
                        <a:lnTo>
                          <a:pt x="1151" y="605"/>
                        </a:lnTo>
                        <a:lnTo>
                          <a:pt x="1149" y="635"/>
                        </a:lnTo>
                        <a:lnTo>
                          <a:pt x="1144" y="663"/>
                        </a:lnTo>
                        <a:lnTo>
                          <a:pt x="1140" y="692"/>
                        </a:lnTo>
                        <a:lnTo>
                          <a:pt x="1133" y="720"/>
                        </a:lnTo>
                        <a:lnTo>
                          <a:pt x="1126" y="747"/>
                        </a:lnTo>
                        <a:lnTo>
                          <a:pt x="1116" y="773"/>
                        </a:lnTo>
                        <a:lnTo>
                          <a:pt x="1106" y="799"/>
                        </a:lnTo>
                        <a:lnTo>
                          <a:pt x="1094" y="826"/>
                        </a:lnTo>
                        <a:lnTo>
                          <a:pt x="1082" y="850"/>
                        </a:lnTo>
                        <a:lnTo>
                          <a:pt x="1068" y="875"/>
                        </a:lnTo>
                        <a:lnTo>
                          <a:pt x="1053" y="898"/>
                        </a:lnTo>
                        <a:lnTo>
                          <a:pt x="1036" y="920"/>
                        </a:lnTo>
                        <a:lnTo>
                          <a:pt x="1020" y="942"/>
                        </a:lnTo>
                        <a:lnTo>
                          <a:pt x="1001" y="963"/>
                        </a:lnTo>
                        <a:lnTo>
                          <a:pt x="982" y="983"/>
                        </a:lnTo>
                        <a:lnTo>
                          <a:pt x="962" y="1002"/>
                        </a:lnTo>
                        <a:lnTo>
                          <a:pt x="942" y="1020"/>
                        </a:lnTo>
                        <a:lnTo>
                          <a:pt x="920" y="1037"/>
                        </a:lnTo>
                        <a:lnTo>
                          <a:pt x="897" y="1053"/>
                        </a:lnTo>
                        <a:lnTo>
                          <a:pt x="874" y="1069"/>
                        </a:lnTo>
                        <a:lnTo>
                          <a:pt x="850" y="1082"/>
                        </a:lnTo>
                        <a:lnTo>
                          <a:pt x="825" y="1095"/>
                        </a:lnTo>
                        <a:lnTo>
                          <a:pt x="799" y="1107"/>
                        </a:lnTo>
                        <a:lnTo>
                          <a:pt x="773" y="1117"/>
                        </a:lnTo>
                        <a:lnTo>
                          <a:pt x="746" y="1125"/>
                        </a:lnTo>
                        <a:lnTo>
                          <a:pt x="719" y="1134"/>
                        </a:lnTo>
                        <a:lnTo>
                          <a:pt x="691" y="1141"/>
                        </a:lnTo>
                        <a:lnTo>
                          <a:pt x="662" y="1145"/>
                        </a:lnTo>
                        <a:lnTo>
                          <a:pt x="634" y="1149"/>
                        </a:lnTo>
                        <a:lnTo>
                          <a:pt x="605" y="1151"/>
                        </a:lnTo>
                        <a:lnTo>
                          <a:pt x="575" y="1151"/>
                        </a:lnTo>
                        <a:lnTo>
                          <a:pt x="546" y="1151"/>
                        </a:lnTo>
                        <a:lnTo>
                          <a:pt x="516" y="1149"/>
                        </a:lnTo>
                        <a:lnTo>
                          <a:pt x="488" y="1145"/>
                        </a:lnTo>
                        <a:lnTo>
                          <a:pt x="460" y="1141"/>
                        </a:lnTo>
                        <a:lnTo>
                          <a:pt x="431" y="1134"/>
                        </a:lnTo>
                        <a:lnTo>
                          <a:pt x="404" y="1125"/>
                        </a:lnTo>
                        <a:lnTo>
                          <a:pt x="378" y="1117"/>
                        </a:lnTo>
                        <a:lnTo>
                          <a:pt x="352" y="1107"/>
                        </a:lnTo>
                        <a:lnTo>
                          <a:pt x="326" y="1095"/>
                        </a:lnTo>
                        <a:lnTo>
                          <a:pt x="302" y="1082"/>
                        </a:lnTo>
                        <a:lnTo>
                          <a:pt x="277" y="1069"/>
                        </a:lnTo>
                        <a:lnTo>
                          <a:pt x="254" y="1053"/>
                        </a:lnTo>
                        <a:lnTo>
                          <a:pt x="231" y="1037"/>
                        </a:lnTo>
                        <a:lnTo>
                          <a:pt x="209" y="1020"/>
                        </a:lnTo>
                        <a:lnTo>
                          <a:pt x="188" y="1002"/>
                        </a:lnTo>
                        <a:lnTo>
                          <a:pt x="169" y="983"/>
                        </a:lnTo>
                        <a:lnTo>
                          <a:pt x="149" y="963"/>
                        </a:lnTo>
                        <a:lnTo>
                          <a:pt x="132" y="942"/>
                        </a:lnTo>
                        <a:lnTo>
                          <a:pt x="114" y="920"/>
                        </a:lnTo>
                        <a:lnTo>
                          <a:pt x="98" y="898"/>
                        </a:lnTo>
                        <a:lnTo>
                          <a:pt x="83" y="875"/>
                        </a:lnTo>
                        <a:lnTo>
                          <a:pt x="69" y="850"/>
                        </a:lnTo>
                        <a:lnTo>
                          <a:pt x="56" y="826"/>
                        </a:lnTo>
                        <a:lnTo>
                          <a:pt x="44" y="799"/>
                        </a:lnTo>
                        <a:lnTo>
                          <a:pt x="35" y="773"/>
                        </a:lnTo>
                        <a:lnTo>
                          <a:pt x="25" y="747"/>
                        </a:lnTo>
                        <a:lnTo>
                          <a:pt x="17" y="720"/>
                        </a:lnTo>
                        <a:lnTo>
                          <a:pt x="11" y="692"/>
                        </a:lnTo>
                        <a:lnTo>
                          <a:pt x="6" y="663"/>
                        </a:lnTo>
                        <a:lnTo>
                          <a:pt x="2" y="635"/>
                        </a:lnTo>
                        <a:lnTo>
                          <a:pt x="0" y="605"/>
                        </a:lnTo>
                        <a:lnTo>
                          <a:pt x="0" y="576"/>
                        </a:lnTo>
                        <a:lnTo>
                          <a:pt x="0" y="547"/>
                        </a:lnTo>
                        <a:lnTo>
                          <a:pt x="2" y="517"/>
                        </a:lnTo>
                        <a:lnTo>
                          <a:pt x="6" y="488"/>
                        </a:lnTo>
                        <a:lnTo>
                          <a:pt x="11" y="459"/>
                        </a:lnTo>
                        <a:lnTo>
                          <a:pt x="17" y="432"/>
                        </a:lnTo>
                        <a:lnTo>
                          <a:pt x="25" y="405"/>
                        </a:lnTo>
                        <a:lnTo>
                          <a:pt x="35" y="378"/>
                        </a:lnTo>
                        <a:lnTo>
                          <a:pt x="44" y="352"/>
                        </a:lnTo>
                        <a:lnTo>
                          <a:pt x="56" y="326"/>
                        </a:lnTo>
                        <a:lnTo>
                          <a:pt x="69" y="301"/>
                        </a:lnTo>
                        <a:lnTo>
                          <a:pt x="83" y="277"/>
                        </a:lnTo>
                        <a:lnTo>
                          <a:pt x="98" y="255"/>
                        </a:lnTo>
                        <a:lnTo>
                          <a:pt x="114" y="232"/>
                        </a:lnTo>
                        <a:lnTo>
                          <a:pt x="132" y="210"/>
                        </a:lnTo>
                        <a:lnTo>
                          <a:pt x="149" y="189"/>
                        </a:lnTo>
                        <a:lnTo>
                          <a:pt x="169" y="168"/>
                        </a:lnTo>
                        <a:lnTo>
                          <a:pt x="188" y="150"/>
                        </a:lnTo>
                        <a:lnTo>
                          <a:pt x="209" y="131"/>
                        </a:lnTo>
                        <a:lnTo>
                          <a:pt x="231" y="115"/>
                        </a:lnTo>
                        <a:lnTo>
                          <a:pt x="254" y="99"/>
                        </a:lnTo>
                        <a:lnTo>
                          <a:pt x="277" y="83"/>
                        </a:lnTo>
                        <a:lnTo>
                          <a:pt x="302" y="69"/>
                        </a:lnTo>
                        <a:lnTo>
                          <a:pt x="326" y="57"/>
                        </a:lnTo>
                        <a:lnTo>
                          <a:pt x="352" y="45"/>
                        </a:lnTo>
                        <a:lnTo>
                          <a:pt x="378" y="35"/>
                        </a:lnTo>
                        <a:lnTo>
                          <a:pt x="404" y="26"/>
                        </a:lnTo>
                        <a:lnTo>
                          <a:pt x="431" y="18"/>
                        </a:lnTo>
                        <a:lnTo>
                          <a:pt x="460" y="12"/>
                        </a:lnTo>
                        <a:lnTo>
                          <a:pt x="488" y="7"/>
                        </a:lnTo>
                        <a:lnTo>
                          <a:pt x="516" y="3"/>
                        </a:lnTo>
                        <a:lnTo>
                          <a:pt x="546" y="1"/>
                        </a:lnTo>
                        <a:lnTo>
                          <a:pt x="575" y="0"/>
                        </a:lnTo>
                        <a:close/>
                      </a:path>
                    </a:pathLst>
                  </a:custGeom>
                  <a:solidFill>
                    <a:srgbClr val="DC2B19"/>
                  </a:solidFill>
                  <a:ln>
                    <a:noFill/>
                  </a:ln>
                </p:spPr>
                <p:txBody>
                  <a:bodyPr/>
                  <a:lstStyle/>
                  <a:p>
                    <a:pPr>
                      <a:defRPr/>
                    </a:pPr>
                    <a:endParaRPr lang="en-US" sz="1050">
                      <a:latin typeface="+mj-lt"/>
                    </a:endParaRPr>
                  </a:p>
                </p:txBody>
              </p:sp>
              <p:sp>
                <p:nvSpPr>
                  <p:cNvPr id="41706" name="Freeform 110">
                    <a:extLst>
                      <a:ext uri="{FF2B5EF4-FFF2-40B4-BE49-F238E27FC236}">
                        <a16:creationId xmlns="" xmlns:a16="http://schemas.microsoft.com/office/drawing/2014/main" id="{CDDAF125-4E50-A54F-3608-4857352336D3}"/>
                      </a:ext>
                    </a:extLst>
                  </p:cNvPr>
                  <p:cNvSpPr>
                    <a:spLocks/>
                  </p:cNvSpPr>
                  <p:nvPr/>
                </p:nvSpPr>
                <p:spPr bwMode="auto">
                  <a:xfrm>
                    <a:off x="5194" y="1418"/>
                    <a:ext cx="22" cy="25"/>
                  </a:xfrm>
                  <a:custGeom>
                    <a:avLst/>
                    <a:gdLst>
                      <a:gd name="T0" fmla="*/ 0 w 654"/>
                      <a:gd name="T1" fmla="*/ 0 h 654"/>
                      <a:gd name="T2" fmla="*/ 0 w 654"/>
                      <a:gd name="T3" fmla="*/ 0 h 654"/>
                      <a:gd name="T4" fmla="*/ 0 w 654"/>
                      <a:gd name="T5" fmla="*/ 0 h 654"/>
                      <a:gd name="T6" fmla="*/ 0 w 654"/>
                      <a:gd name="T7" fmla="*/ 0 h 654"/>
                      <a:gd name="T8" fmla="*/ 0 w 654"/>
                      <a:gd name="T9" fmla="*/ 0 h 654"/>
                      <a:gd name="T10" fmla="*/ 0 w 654"/>
                      <a:gd name="T11" fmla="*/ 0 h 654"/>
                      <a:gd name="T12" fmla="*/ 0 w 654"/>
                      <a:gd name="T13" fmla="*/ 0 h 654"/>
                      <a:gd name="T14" fmla="*/ 0 w 654"/>
                      <a:gd name="T15" fmla="*/ 0 h 654"/>
                      <a:gd name="T16" fmla="*/ 0 w 654"/>
                      <a:gd name="T17" fmla="*/ 0 h 654"/>
                      <a:gd name="T18" fmla="*/ 0 w 654"/>
                      <a:gd name="T19" fmla="*/ 0 h 654"/>
                      <a:gd name="T20" fmla="*/ 0 w 654"/>
                      <a:gd name="T21" fmla="*/ 0 h 654"/>
                      <a:gd name="T22" fmla="*/ 0 w 654"/>
                      <a:gd name="T23" fmla="*/ 0 h 654"/>
                      <a:gd name="T24" fmla="*/ 0 w 654"/>
                      <a:gd name="T25" fmla="*/ 0 h 654"/>
                      <a:gd name="T26" fmla="*/ 0 w 654"/>
                      <a:gd name="T27" fmla="*/ 0 h 654"/>
                      <a:gd name="T28" fmla="*/ 0 w 654"/>
                      <a:gd name="T29" fmla="*/ 0 h 654"/>
                      <a:gd name="T30" fmla="*/ 0 w 654"/>
                      <a:gd name="T31" fmla="*/ 0 h 654"/>
                      <a:gd name="T32" fmla="*/ 0 w 654"/>
                      <a:gd name="T33" fmla="*/ 0 h 654"/>
                      <a:gd name="T34" fmla="*/ 0 w 654"/>
                      <a:gd name="T35" fmla="*/ 0 h 654"/>
                      <a:gd name="T36" fmla="*/ 0 w 654"/>
                      <a:gd name="T37" fmla="*/ 0 h 654"/>
                      <a:gd name="T38" fmla="*/ 0 w 654"/>
                      <a:gd name="T39" fmla="*/ 0 h 654"/>
                      <a:gd name="T40" fmla="*/ 0 w 654"/>
                      <a:gd name="T41" fmla="*/ 0 h 654"/>
                      <a:gd name="T42" fmla="*/ 0 w 654"/>
                      <a:gd name="T43" fmla="*/ 0 h 654"/>
                      <a:gd name="T44" fmla="*/ 0 w 654"/>
                      <a:gd name="T45" fmla="*/ 0 h 654"/>
                      <a:gd name="T46" fmla="*/ 0 w 654"/>
                      <a:gd name="T47" fmla="*/ 0 h 654"/>
                      <a:gd name="T48" fmla="*/ 0 w 654"/>
                      <a:gd name="T49" fmla="*/ 0 h 654"/>
                      <a:gd name="T50" fmla="*/ 0 w 654"/>
                      <a:gd name="T51" fmla="*/ 0 h 654"/>
                      <a:gd name="T52" fmla="*/ 0 w 654"/>
                      <a:gd name="T53" fmla="*/ 0 h 654"/>
                      <a:gd name="T54" fmla="*/ 0 w 654"/>
                      <a:gd name="T55" fmla="*/ 0 h 654"/>
                      <a:gd name="T56" fmla="*/ 0 w 654"/>
                      <a:gd name="T57" fmla="*/ 0 h 654"/>
                      <a:gd name="T58" fmla="*/ 0 w 654"/>
                      <a:gd name="T59" fmla="*/ 0 h 654"/>
                      <a:gd name="T60" fmla="*/ 0 w 654"/>
                      <a:gd name="T61" fmla="*/ 0 h 654"/>
                      <a:gd name="T62" fmla="*/ 0 w 654"/>
                      <a:gd name="T63" fmla="*/ 0 h 654"/>
                      <a:gd name="T64" fmla="*/ 0 w 654"/>
                      <a:gd name="T65" fmla="*/ 0 h 654"/>
                      <a:gd name="T66" fmla="*/ 0 w 654"/>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4"/>
                      <a:gd name="T104" fmla="*/ 654 w 654"/>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4">
                        <a:moveTo>
                          <a:pt x="654" y="654"/>
                        </a:moveTo>
                        <a:lnTo>
                          <a:pt x="654" y="654"/>
                        </a:lnTo>
                        <a:lnTo>
                          <a:pt x="653" y="620"/>
                        </a:lnTo>
                        <a:lnTo>
                          <a:pt x="650" y="588"/>
                        </a:lnTo>
                        <a:lnTo>
                          <a:pt x="647" y="555"/>
                        </a:lnTo>
                        <a:lnTo>
                          <a:pt x="640" y="522"/>
                        </a:lnTo>
                        <a:lnTo>
                          <a:pt x="633" y="491"/>
                        </a:lnTo>
                        <a:lnTo>
                          <a:pt x="625" y="460"/>
                        </a:lnTo>
                        <a:lnTo>
                          <a:pt x="614" y="430"/>
                        </a:lnTo>
                        <a:lnTo>
                          <a:pt x="602" y="400"/>
                        </a:lnTo>
                        <a:lnTo>
                          <a:pt x="589" y="371"/>
                        </a:lnTo>
                        <a:lnTo>
                          <a:pt x="575" y="342"/>
                        </a:lnTo>
                        <a:lnTo>
                          <a:pt x="558" y="315"/>
                        </a:lnTo>
                        <a:lnTo>
                          <a:pt x="542" y="289"/>
                        </a:lnTo>
                        <a:lnTo>
                          <a:pt x="524" y="263"/>
                        </a:lnTo>
                        <a:lnTo>
                          <a:pt x="504" y="239"/>
                        </a:lnTo>
                        <a:lnTo>
                          <a:pt x="483" y="215"/>
                        </a:lnTo>
                        <a:lnTo>
                          <a:pt x="462" y="192"/>
                        </a:lnTo>
                        <a:lnTo>
                          <a:pt x="440" y="170"/>
                        </a:lnTo>
                        <a:lnTo>
                          <a:pt x="416" y="151"/>
                        </a:lnTo>
                        <a:lnTo>
                          <a:pt x="391" y="131"/>
                        </a:lnTo>
                        <a:lnTo>
                          <a:pt x="365" y="112"/>
                        </a:lnTo>
                        <a:lnTo>
                          <a:pt x="339" y="96"/>
                        </a:lnTo>
                        <a:lnTo>
                          <a:pt x="311" y="80"/>
                        </a:lnTo>
                        <a:lnTo>
                          <a:pt x="284" y="66"/>
                        </a:lnTo>
                        <a:lnTo>
                          <a:pt x="254" y="52"/>
                        </a:lnTo>
                        <a:lnTo>
                          <a:pt x="225" y="40"/>
                        </a:lnTo>
                        <a:lnTo>
                          <a:pt x="194" y="30"/>
                        </a:lnTo>
                        <a:lnTo>
                          <a:pt x="164" y="21"/>
                        </a:lnTo>
                        <a:lnTo>
                          <a:pt x="132" y="14"/>
                        </a:lnTo>
                        <a:lnTo>
                          <a:pt x="99" y="8"/>
                        </a:lnTo>
                        <a:lnTo>
                          <a:pt x="67" y="4"/>
                        </a:lnTo>
                        <a:lnTo>
                          <a:pt x="34" y="1"/>
                        </a:lnTo>
                        <a:lnTo>
                          <a:pt x="0" y="0"/>
                        </a:lnTo>
                        <a:lnTo>
                          <a:pt x="0" y="156"/>
                        </a:lnTo>
                        <a:lnTo>
                          <a:pt x="26" y="156"/>
                        </a:lnTo>
                        <a:lnTo>
                          <a:pt x="51" y="158"/>
                        </a:lnTo>
                        <a:lnTo>
                          <a:pt x="77" y="161"/>
                        </a:lnTo>
                        <a:lnTo>
                          <a:pt x="101" y="166"/>
                        </a:lnTo>
                        <a:lnTo>
                          <a:pt x="125" y="171"/>
                        </a:lnTo>
                        <a:lnTo>
                          <a:pt x="149" y="178"/>
                        </a:lnTo>
                        <a:lnTo>
                          <a:pt x="171" y="185"/>
                        </a:lnTo>
                        <a:lnTo>
                          <a:pt x="194" y="194"/>
                        </a:lnTo>
                        <a:lnTo>
                          <a:pt x="216" y="205"/>
                        </a:lnTo>
                        <a:lnTo>
                          <a:pt x="238" y="216"/>
                        </a:lnTo>
                        <a:lnTo>
                          <a:pt x="259" y="228"/>
                        </a:lnTo>
                        <a:lnTo>
                          <a:pt x="278" y="241"/>
                        </a:lnTo>
                        <a:lnTo>
                          <a:pt x="298" y="254"/>
                        </a:lnTo>
                        <a:lnTo>
                          <a:pt x="317" y="269"/>
                        </a:lnTo>
                        <a:lnTo>
                          <a:pt x="335" y="285"/>
                        </a:lnTo>
                        <a:lnTo>
                          <a:pt x="352" y="302"/>
                        </a:lnTo>
                        <a:lnTo>
                          <a:pt x="369" y="319"/>
                        </a:lnTo>
                        <a:lnTo>
                          <a:pt x="385" y="337"/>
                        </a:lnTo>
                        <a:lnTo>
                          <a:pt x="400" y="357"/>
                        </a:lnTo>
                        <a:lnTo>
                          <a:pt x="413" y="375"/>
                        </a:lnTo>
                        <a:lnTo>
                          <a:pt x="426" y="396"/>
                        </a:lnTo>
                        <a:lnTo>
                          <a:pt x="438" y="416"/>
                        </a:lnTo>
                        <a:lnTo>
                          <a:pt x="449" y="438"/>
                        </a:lnTo>
                        <a:lnTo>
                          <a:pt x="460" y="460"/>
                        </a:lnTo>
                        <a:lnTo>
                          <a:pt x="469" y="483"/>
                        </a:lnTo>
                        <a:lnTo>
                          <a:pt x="477" y="506"/>
                        </a:lnTo>
                        <a:lnTo>
                          <a:pt x="483" y="530"/>
                        </a:lnTo>
                        <a:lnTo>
                          <a:pt x="489" y="554"/>
                        </a:lnTo>
                        <a:lnTo>
                          <a:pt x="493" y="578"/>
                        </a:lnTo>
                        <a:lnTo>
                          <a:pt x="496" y="603"/>
                        </a:lnTo>
                        <a:lnTo>
                          <a:pt x="498" y="628"/>
                        </a:lnTo>
                        <a:lnTo>
                          <a:pt x="498" y="654"/>
                        </a:lnTo>
                        <a:lnTo>
                          <a:pt x="654" y="654"/>
                        </a:lnTo>
                        <a:close/>
                      </a:path>
                    </a:pathLst>
                  </a:custGeom>
                  <a:solidFill>
                    <a:srgbClr val="EF2B2F"/>
                  </a:solidFill>
                  <a:ln>
                    <a:noFill/>
                  </a:ln>
                </p:spPr>
                <p:txBody>
                  <a:bodyPr/>
                  <a:lstStyle/>
                  <a:p>
                    <a:pPr>
                      <a:defRPr/>
                    </a:pPr>
                    <a:endParaRPr lang="en-US" sz="1050">
                      <a:latin typeface="+mj-lt"/>
                    </a:endParaRPr>
                  </a:p>
                </p:txBody>
              </p:sp>
              <p:sp>
                <p:nvSpPr>
                  <p:cNvPr id="41707" name="Freeform 111">
                    <a:extLst>
                      <a:ext uri="{FF2B5EF4-FFF2-40B4-BE49-F238E27FC236}">
                        <a16:creationId xmlns="" xmlns:a16="http://schemas.microsoft.com/office/drawing/2014/main" id="{3DF883C9-7040-9AFD-9F98-B842DCB076CD}"/>
                      </a:ext>
                    </a:extLst>
                  </p:cNvPr>
                  <p:cNvSpPr>
                    <a:spLocks/>
                  </p:cNvSpPr>
                  <p:nvPr/>
                </p:nvSpPr>
                <p:spPr bwMode="auto">
                  <a:xfrm>
                    <a:off x="5194" y="1443"/>
                    <a:ext cx="22" cy="25"/>
                  </a:xfrm>
                  <a:custGeom>
                    <a:avLst/>
                    <a:gdLst>
                      <a:gd name="T0" fmla="*/ 0 w 654"/>
                      <a:gd name="T1" fmla="*/ 0 h 653"/>
                      <a:gd name="T2" fmla="*/ 0 w 654"/>
                      <a:gd name="T3" fmla="*/ 0 h 653"/>
                      <a:gd name="T4" fmla="*/ 0 w 654"/>
                      <a:gd name="T5" fmla="*/ 0 h 653"/>
                      <a:gd name="T6" fmla="*/ 0 w 654"/>
                      <a:gd name="T7" fmla="*/ 0 h 653"/>
                      <a:gd name="T8" fmla="*/ 0 w 654"/>
                      <a:gd name="T9" fmla="*/ 0 h 653"/>
                      <a:gd name="T10" fmla="*/ 0 w 654"/>
                      <a:gd name="T11" fmla="*/ 0 h 653"/>
                      <a:gd name="T12" fmla="*/ 0 w 654"/>
                      <a:gd name="T13" fmla="*/ 0 h 653"/>
                      <a:gd name="T14" fmla="*/ 0 w 654"/>
                      <a:gd name="T15" fmla="*/ 0 h 653"/>
                      <a:gd name="T16" fmla="*/ 0 w 654"/>
                      <a:gd name="T17" fmla="*/ 0 h 653"/>
                      <a:gd name="T18" fmla="*/ 0 w 654"/>
                      <a:gd name="T19" fmla="*/ 0 h 653"/>
                      <a:gd name="T20" fmla="*/ 0 w 654"/>
                      <a:gd name="T21" fmla="*/ 0 h 653"/>
                      <a:gd name="T22" fmla="*/ 0 w 654"/>
                      <a:gd name="T23" fmla="*/ 0 h 653"/>
                      <a:gd name="T24" fmla="*/ 0 w 654"/>
                      <a:gd name="T25" fmla="*/ 0 h 653"/>
                      <a:gd name="T26" fmla="*/ 0 w 654"/>
                      <a:gd name="T27" fmla="*/ 0 h 653"/>
                      <a:gd name="T28" fmla="*/ 0 w 654"/>
                      <a:gd name="T29" fmla="*/ 0 h 653"/>
                      <a:gd name="T30" fmla="*/ 0 w 654"/>
                      <a:gd name="T31" fmla="*/ 0 h 653"/>
                      <a:gd name="T32" fmla="*/ 0 w 654"/>
                      <a:gd name="T33" fmla="*/ 0 h 653"/>
                      <a:gd name="T34" fmla="*/ 0 w 654"/>
                      <a:gd name="T35" fmla="*/ 0 h 653"/>
                      <a:gd name="T36" fmla="*/ 0 w 654"/>
                      <a:gd name="T37" fmla="*/ 0 h 653"/>
                      <a:gd name="T38" fmla="*/ 0 w 654"/>
                      <a:gd name="T39" fmla="*/ 0 h 653"/>
                      <a:gd name="T40" fmla="*/ 0 w 654"/>
                      <a:gd name="T41" fmla="*/ 0 h 653"/>
                      <a:gd name="T42" fmla="*/ 0 w 654"/>
                      <a:gd name="T43" fmla="*/ 0 h 653"/>
                      <a:gd name="T44" fmla="*/ 0 w 654"/>
                      <a:gd name="T45" fmla="*/ 0 h 653"/>
                      <a:gd name="T46" fmla="*/ 0 w 654"/>
                      <a:gd name="T47" fmla="*/ 0 h 653"/>
                      <a:gd name="T48" fmla="*/ 0 w 654"/>
                      <a:gd name="T49" fmla="*/ 0 h 653"/>
                      <a:gd name="T50" fmla="*/ 0 w 654"/>
                      <a:gd name="T51" fmla="*/ 0 h 653"/>
                      <a:gd name="T52" fmla="*/ 0 w 654"/>
                      <a:gd name="T53" fmla="*/ 0 h 653"/>
                      <a:gd name="T54" fmla="*/ 0 w 654"/>
                      <a:gd name="T55" fmla="*/ 0 h 653"/>
                      <a:gd name="T56" fmla="*/ 0 w 654"/>
                      <a:gd name="T57" fmla="*/ 0 h 653"/>
                      <a:gd name="T58" fmla="*/ 0 w 654"/>
                      <a:gd name="T59" fmla="*/ 0 h 653"/>
                      <a:gd name="T60" fmla="*/ 0 w 654"/>
                      <a:gd name="T61" fmla="*/ 0 h 653"/>
                      <a:gd name="T62" fmla="*/ 0 w 654"/>
                      <a:gd name="T63" fmla="*/ 0 h 653"/>
                      <a:gd name="T64" fmla="*/ 0 w 654"/>
                      <a:gd name="T65" fmla="*/ 0 h 653"/>
                      <a:gd name="T66" fmla="*/ 0 w 654"/>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3"/>
                      <a:gd name="T104" fmla="*/ 654 w 654"/>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3">
                        <a:moveTo>
                          <a:pt x="0" y="653"/>
                        </a:moveTo>
                        <a:lnTo>
                          <a:pt x="0" y="653"/>
                        </a:lnTo>
                        <a:lnTo>
                          <a:pt x="34" y="652"/>
                        </a:lnTo>
                        <a:lnTo>
                          <a:pt x="67" y="650"/>
                        </a:lnTo>
                        <a:lnTo>
                          <a:pt x="99" y="646"/>
                        </a:lnTo>
                        <a:lnTo>
                          <a:pt x="132" y="640"/>
                        </a:lnTo>
                        <a:lnTo>
                          <a:pt x="163" y="632"/>
                        </a:lnTo>
                        <a:lnTo>
                          <a:pt x="194" y="623"/>
                        </a:lnTo>
                        <a:lnTo>
                          <a:pt x="225" y="614"/>
                        </a:lnTo>
                        <a:lnTo>
                          <a:pt x="254" y="602"/>
                        </a:lnTo>
                        <a:lnTo>
                          <a:pt x="284" y="589"/>
                        </a:lnTo>
                        <a:lnTo>
                          <a:pt x="311" y="574"/>
                        </a:lnTo>
                        <a:lnTo>
                          <a:pt x="339" y="558"/>
                        </a:lnTo>
                        <a:lnTo>
                          <a:pt x="365" y="542"/>
                        </a:lnTo>
                        <a:lnTo>
                          <a:pt x="391" y="523"/>
                        </a:lnTo>
                        <a:lnTo>
                          <a:pt x="416" y="504"/>
                        </a:lnTo>
                        <a:lnTo>
                          <a:pt x="440" y="483"/>
                        </a:lnTo>
                        <a:lnTo>
                          <a:pt x="462" y="461"/>
                        </a:lnTo>
                        <a:lnTo>
                          <a:pt x="483" y="439"/>
                        </a:lnTo>
                        <a:lnTo>
                          <a:pt x="504" y="415"/>
                        </a:lnTo>
                        <a:lnTo>
                          <a:pt x="524" y="390"/>
                        </a:lnTo>
                        <a:lnTo>
                          <a:pt x="542" y="365"/>
                        </a:lnTo>
                        <a:lnTo>
                          <a:pt x="558" y="338"/>
                        </a:lnTo>
                        <a:lnTo>
                          <a:pt x="575" y="311"/>
                        </a:lnTo>
                        <a:lnTo>
                          <a:pt x="589" y="282"/>
                        </a:lnTo>
                        <a:lnTo>
                          <a:pt x="602" y="254"/>
                        </a:lnTo>
                        <a:lnTo>
                          <a:pt x="614" y="225"/>
                        </a:lnTo>
                        <a:lnTo>
                          <a:pt x="625" y="194"/>
                        </a:lnTo>
                        <a:lnTo>
                          <a:pt x="633" y="162"/>
                        </a:lnTo>
                        <a:lnTo>
                          <a:pt x="640" y="131"/>
                        </a:lnTo>
                        <a:lnTo>
                          <a:pt x="647" y="99"/>
                        </a:lnTo>
                        <a:lnTo>
                          <a:pt x="650" y="67"/>
                        </a:lnTo>
                        <a:lnTo>
                          <a:pt x="653" y="34"/>
                        </a:lnTo>
                        <a:lnTo>
                          <a:pt x="654" y="0"/>
                        </a:lnTo>
                        <a:lnTo>
                          <a:pt x="498" y="0"/>
                        </a:lnTo>
                        <a:lnTo>
                          <a:pt x="498" y="25"/>
                        </a:lnTo>
                        <a:lnTo>
                          <a:pt x="496" y="51"/>
                        </a:lnTo>
                        <a:lnTo>
                          <a:pt x="493" y="76"/>
                        </a:lnTo>
                        <a:lnTo>
                          <a:pt x="489" y="100"/>
                        </a:lnTo>
                        <a:lnTo>
                          <a:pt x="483" y="124"/>
                        </a:lnTo>
                        <a:lnTo>
                          <a:pt x="477" y="148"/>
                        </a:lnTo>
                        <a:lnTo>
                          <a:pt x="469" y="171"/>
                        </a:lnTo>
                        <a:lnTo>
                          <a:pt x="460" y="193"/>
                        </a:lnTo>
                        <a:lnTo>
                          <a:pt x="449" y="216"/>
                        </a:lnTo>
                        <a:lnTo>
                          <a:pt x="438" y="237"/>
                        </a:lnTo>
                        <a:lnTo>
                          <a:pt x="426" y="258"/>
                        </a:lnTo>
                        <a:lnTo>
                          <a:pt x="413" y="278"/>
                        </a:lnTo>
                        <a:lnTo>
                          <a:pt x="399" y="298"/>
                        </a:lnTo>
                        <a:lnTo>
                          <a:pt x="385" y="316"/>
                        </a:lnTo>
                        <a:lnTo>
                          <a:pt x="369" y="335"/>
                        </a:lnTo>
                        <a:lnTo>
                          <a:pt x="352" y="352"/>
                        </a:lnTo>
                        <a:lnTo>
                          <a:pt x="335" y="368"/>
                        </a:lnTo>
                        <a:lnTo>
                          <a:pt x="317" y="385"/>
                        </a:lnTo>
                        <a:lnTo>
                          <a:pt x="298" y="399"/>
                        </a:lnTo>
                        <a:lnTo>
                          <a:pt x="278" y="413"/>
                        </a:lnTo>
                        <a:lnTo>
                          <a:pt x="259" y="426"/>
                        </a:lnTo>
                        <a:lnTo>
                          <a:pt x="238" y="438"/>
                        </a:lnTo>
                        <a:lnTo>
                          <a:pt x="216" y="449"/>
                        </a:lnTo>
                        <a:lnTo>
                          <a:pt x="194" y="459"/>
                        </a:lnTo>
                        <a:lnTo>
                          <a:pt x="171" y="468"/>
                        </a:lnTo>
                        <a:lnTo>
                          <a:pt x="149" y="476"/>
                        </a:lnTo>
                        <a:lnTo>
                          <a:pt x="125" y="483"/>
                        </a:lnTo>
                        <a:lnTo>
                          <a:pt x="101" y="488"/>
                        </a:lnTo>
                        <a:lnTo>
                          <a:pt x="77" y="493"/>
                        </a:lnTo>
                        <a:lnTo>
                          <a:pt x="51" y="496"/>
                        </a:lnTo>
                        <a:lnTo>
                          <a:pt x="26" y="498"/>
                        </a:lnTo>
                        <a:lnTo>
                          <a:pt x="0" y="498"/>
                        </a:lnTo>
                        <a:lnTo>
                          <a:pt x="0" y="653"/>
                        </a:lnTo>
                        <a:close/>
                      </a:path>
                    </a:pathLst>
                  </a:custGeom>
                  <a:solidFill>
                    <a:srgbClr val="EF2B2F"/>
                  </a:solidFill>
                  <a:ln>
                    <a:noFill/>
                  </a:ln>
                </p:spPr>
                <p:txBody>
                  <a:bodyPr/>
                  <a:lstStyle/>
                  <a:p>
                    <a:pPr>
                      <a:defRPr/>
                    </a:pPr>
                    <a:endParaRPr lang="en-US" sz="1050">
                      <a:latin typeface="+mj-lt"/>
                    </a:endParaRPr>
                  </a:p>
                </p:txBody>
              </p:sp>
              <p:sp>
                <p:nvSpPr>
                  <p:cNvPr id="41708" name="Freeform 112">
                    <a:extLst>
                      <a:ext uri="{FF2B5EF4-FFF2-40B4-BE49-F238E27FC236}">
                        <a16:creationId xmlns="" xmlns:a16="http://schemas.microsoft.com/office/drawing/2014/main" id="{1BABBFA9-1843-2063-EC6B-2748D5F62076}"/>
                      </a:ext>
                    </a:extLst>
                  </p:cNvPr>
                  <p:cNvSpPr>
                    <a:spLocks/>
                  </p:cNvSpPr>
                  <p:nvPr/>
                </p:nvSpPr>
                <p:spPr bwMode="auto">
                  <a:xfrm>
                    <a:off x="5173" y="1443"/>
                    <a:ext cx="21" cy="25"/>
                  </a:xfrm>
                  <a:custGeom>
                    <a:avLst/>
                    <a:gdLst>
                      <a:gd name="T0" fmla="*/ 0 w 654"/>
                      <a:gd name="T1" fmla="*/ 0 h 653"/>
                      <a:gd name="T2" fmla="*/ 0 w 654"/>
                      <a:gd name="T3" fmla="*/ 0 h 653"/>
                      <a:gd name="T4" fmla="*/ 0 w 654"/>
                      <a:gd name="T5" fmla="*/ 0 h 653"/>
                      <a:gd name="T6" fmla="*/ 0 w 654"/>
                      <a:gd name="T7" fmla="*/ 0 h 653"/>
                      <a:gd name="T8" fmla="*/ 0 w 654"/>
                      <a:gd name="T9" fmla="*/ 0 h 653"/>
                      <a:gd name="T10" fmla="*/ 0 w 654"/>
                      <a:gd name="T11" fmla="*/ 0 h 653"/>
                      <a:gd name="T12" fmla="*/ 0 w 654"/>
                      <a:gd name="T13" fmla="*/ 0 h 653"/>
                      <a:gd name="T14" fmla="*/ 0 w 654"/>
                      <a:gd name="T15" fmla="*/ 0 h 653"/>
                      <a:gd name="T16" fmla="*/ 0 w 654"/>
                      <a:gd name="T17" fmla="*/ 0 h 653"/>
                      <a:gd name="T18" fmla="*/ 0 w 654"/>
                      <a:gd name="T19" fmla="*/ 0 h 653"/>
                      <a:gd name="T20" fmla="*/ 0 w 654"/>
                      <a:gd name="T21" fmla="*/ 0 h 653"/>
                      <a:gd name="T22" fmla="*/ 0 w 654"/>
                      <a:gd name="T23" fmla="*/ 0 h 653"/>
                      <a:gd name="T24" fmla="*/ 0 w 654"/>
                      <a:gd name="T25" fmla="*/ 0 h 653"/>
                      <a:gd name="T26" fmla="*/ 0 w 654"/>
                      <a:gd name="T27" fmla="*/ 0 h 653"/>
                      <a:gd name="T28" fmla="*/ 0 w 654"/>
                      <a:gd name="T29" fmla="*/ 0 h 653"/>
                      <a:gd name="T30" fmla="*/ 0 w 654"/>
                      <a:gd name="T31" fmla="*/ 0 h 653"/>
                      <a:gd name="T32" fmla="*/ 0 w 654"/>
                      <a:gd name="T33" fmla="*/ 0 h 653"/>
                      <a:gd name="T34" fmla="*/ 0 w 654"/>
                      <a:gd name="T35" fmla="*/ 0 h 653"/>
                      <a:gd name="T36" fmla="*/ 0 w 654"/>
                      <a:gd name="T37" fmla="*/ 0 h 653"/>
                      <a:gd name="T38" fmla="*/ 0 w 654"/>
                      <a:gd name="T39" fmla="*/ 0 h 653"/>
                      <a:gd name="T40" fmla="*/ 0 w 654"/>
                      <a:gd name="T41" fmla="*/ 0 h 653"/>
                      <a:gd name="T42" fmla="*/ 0 w 654"/>
                      <a:gd name="T43" fmla="*/ 0 h 653"/>
                      <a:gd name="T44" fmla="*/ 0 w 654"/>
                      <a:gd name="T45" fmla="*/ 0 h 653"/>
                      <a:gd name="T46" fmla="*/ 0 w 654"/>
                      <a:gd name="T47" fmla="*/ 0 h 653"/>
                      <a:gd name="T48" fmla="*/ 0 w 654"/>
                      <a:gd name="T49" fmla="*/ 0 h 653"/>
                      <a:gd name="T50" fmla="*/ 0 w 654"/>
                      <a:gd name="T51" fmla="*/ 0 h 653"/>
                      <a:gd name="T52" fmla="*/ 0 w 654"/>
                      <a:gd name="T53" fmla="*/ 0 h 653"/>
                      <a:gd name="T54" fmla="*/ 0 w 654"/>
                      <a:gd name="T55" fmla="*/ 0 h 653"/>
                      <a:gd name="T56" fmla="*/ 0 w 654"/>
                      <a:gd name="T57" fmla="*/ 0 h 653"/>
                      <a:gd name="T58" fmla="*/ 0 w 654"/>
                      <a:gd name="T59" fmla="*/ 0 h 653"/>
                      <a:gd name="T60" fmla="*/ 0 w 654"/>
                      <a:gd name="T61" fmla="*/ 0 h 653"/>
                      <a:gd name="T62" fmla="*/ 0 w 654"/>
                      <a:gd name="T63" fmla="*/ 0 h 653"/>
                      <a:gd name="T64" fmla="*/ 0 w 654"/>
                      <a:gd name="T65" fmla="*/ 0 h 653"/>
                      <a:gd name="T66" fmla="*/ 0 w 654"/>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3"/>
                      <a:gd name="T104" fmla="*/ 654 w 654"/>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3">
                        <a:moveTo>
                          <a:pt x="0" y="0"/>
                        </a:moveTo>
                        <a:lnTo>
                          <a:pt x="0" y="0"/>
                        </a:lnTo>
                        <a:lnTo>
                          <a:pt x="1" y="33"/>
                        </a:lnTo>
                        <a:lnTo>
                          <a:pt x="5" y="67"/>
                        </a:lnTo>
                        <a:lnTo>
                          <a:pt x="8" y="99"/>
                        </a:lnTo>
                        <a:lnTo>
                          <a:pt x="14" y="131"/>
                        </a:lnTo>
                        <a:lnTo>
                          <a:pt x="22" y="162"/>
                        </a:lnTo>
                        <a:lnTo>
                          <a:pt x="31" y="194"/>
                        </a:lnTo>
                        <a:lnTo>
                          <a:pt x="41" y="225"/>
                        </a:lnTo>
                        <a:lnTo>
                          <a:pt x="52" y="254"/>
                        </a:lnTo>
                        <a:lnTo>
                          <a:pt x="66" y="282"/>
                        </a:lnTo>
                        <a:lnTo>
                          <a:pt x="80" y="311"/>
                        </a:lnTo>
                        <a:lnTo>
                          <a:pt x="96" y="338"/>
                        </a:lnTo>
                        <a:lnTo>
                          <a:pt x="112" y="365"/>
                        </a:lnTo>
                        <a:lnTo>
                          <a:pt x="131" y="390"/>
                        </a:lnTo>
                        <a:lnTo>
                          <a:pt x="151" y="415"/>
                        </a:lnTo>
                        <a:lnTo>
                          <a:pt x="171" y="439"/>
                        </a:lnTo>
                        <a:lnTo>
                          <a:pt x="192" y="461"/>
                        </a:lnTo>
                        <a:lnTo>
                          <a:pt x="215" y="483"/>
                        </a:lnTo>
                        <a:lnTo>
                          <a:pt x="239" y="504"/>
                        </a:lnTo>
                        <a:lnTo>
                          <a:pt x="264" y="523"/>
                        </a:lnTo>
                        <a:lnTo>
                          <a:pt x="289" y="542"/>
                        </a:lnTo>
                        <a:lnTo>
                          <a:pt x="315" y="558"/>
                        </a:lnTo>
                        <a:lnTo>
                          <a:pt x="344" y="574"/>
                        </a:lnTo>
                        <a:lnTo>
                          <a:pt x="371" y="589"/>
                        </a:lnTo>
                        <a:lnTo>
                          <a:pt x="400" y="602"/>
                        </a:lnTo>
                        <a:lnTo>
                          <a:pt x="430" y="614"/>
                        </a:lnTo>
                        <a:lnTo>
                          <a:pt x="460" y="623"/>
                        </a:lnTo>
                        <a:lnTo>
                          <a:pt x="492" y="632"/>
                        </a:lnTo>
                        <a:lnTo>
                          <a:pt x="523" y="640"/>
                        </a:lnTo>
                        <a:lnTo>
                          <a:pt x="555" y="646"/>
                        </a:lnTo>
                        <a:lnTo>
                          <a:pt x="588" y="650"/>
                        </a:lnTo>
                        <a:lnTo>
                          <a:pt x="622" y="652"/>
                        </a:lnTo>
                        <a:lnTo>
                          <a:pt x="654" y="653"/>
                        </a:lnTo>
                        <a:lnTo>
                          <a:pt x="654" y="498"/>
                        </a:lnTo>
                        <a:lnTo>
                          <a:pt x="628" y="498"/>
                        </a:lnTo>
                        <a:lnTo>
                          <a:pt x="603" y="496"/>
                        </a:lnTo>
                        <a:lnTo>
                          <a:pt x="578" y="493"/>
                        </a:lnTo>
                        <a:lnTo>
                          <a:pt x="554" y="488"/>
                        </a:lnTo>
                        <a:lnTo>
                          <a:pt x="530" y="483"/>
                        </a:lnTo>
                        <a:lnTo>
                          <a:pt x="506" y="476"/>
                        </a:lnTo>
                        <a:lnTo>
                          <a:pt x="483" y="468"/>
                        </a:lnTo>
                        <a:lnTo>
                          <a:pt x="461" y="459"/>
                        </a:lnTo>
                        <a:lnTo>
                          <a:pt x="438" y="449"/>
                        </a:lnTo>
                        <a:lnTo>
                          <a:pt x="417" y="438"/>
                        </a:lnTo>
                        <a:lnTo>
                          <a:pt x="396" y="426"/>
                        </a:lnTo>
                        <a:lnTo>
                          <a:pt x="376" y="413"/>
                        </a:lnTo>
                        <a:lnTo>
                          <a:pt x="357" y="399"/>
                        </a:lnTo>
                        <a:lnTo>
                          <a:pt x="338" y="385"/>
                        </a:lnTo>
                        <a:lnTo>
                          <a:pt x="320" y="368"/>
                        </a:lnTo>
                        <a:lnTo>
                          <a:pt x="302" y="352"/>
                        </a:lnTo>
                        <a:lnTo>
                          <a:pt x="286" y="335"/>
                        </a:lnTo>
                        <a:lnTo>
                          <a:pt x="269" y="316"/>
                        </a:lnTo>
                        <a:lnTo>
                          <a:pt x="255" y="298"/>
                        </a:lnTo>
                        <a:lnTo>
                          <a:pt x="241" y="278"/>
                        </a:lnTo>
                        <a:lnTo>
                          <a:pt x="228" y="258"/>
                        </a:lnTo>
                        <a:lnTo>
                          <a:pt x="216" y="237"/>
                        </a:lnTo>
                        <a:lnTo>
                          <a:pt x="205" y="216"/>
                        </a:lnTo>
                        <a:lnTo>
                          <a:pt x="195" y="193"/>
                        </a:lnTo>
                        <a:lnTo>
                          <a:pt x="185" y="171"/>
                        </a:lnTo>
                        <a:lnTo>
                          <a:pt x="178" y="148"/>
                        </a:lnTo>
                        <a:lnTo>
                          <a:pt x="171" y="124"/>
                        </a:lnTo>
                        <a:lnTo>
                          <a:pt x="166" y="100"/>
                        </a:lnTo>
                        <a:lnTo>
                          <a:pt x="162" y="76"/>
                        </a:lnTo>
                        <a:lnTo>
                          <a:pt x="158" y="51"/>
                        </a:lnTo>
                        <a:lnTo>
                          <a:pt x="156" y="26"/>
                        </a:lnTo>
                        <a:lnTo>
                          <a:pt x="156" y="0"/>
                        </a:lnTo>
                        <a:lnTo>
                          <a:pt x="0" y="0"/>
                        </a:lnTo>
                        <a:close/>
                      </a:path>
                    </a:pathLst>
                  </a:custGeom>
                  <a:solidFill>
                    <a:srgbClr val="EF2B2F"/>
                  </a:solidFill>
                  <a:ln>
                    <a:noFill/>
                  </a:ln>
                </p:spPr>
                <p:txBody>
                  <a:bodyPr/>
                  <a:lstStyle/>
                  <a:p>
                    <a:pPr>
                      <a:defRPr/>
                    </a:pPr>
                    <a:endParaRPr lang="en-US" sz="1050">
                      <a:latin typeface="+mj-lt"/>
                    </a:endParaRPr>
                  </a:p>
                </p:txBody>
              </p:sp>
              <p:sp>
                <p:nvSpPr>
                  <p:cNvPr id="41709" name="Freeform 113">
                    <a:extLst>
                      <a:ext uri="{FF2B5EF4-FFF2-40B4-BE49-F238E27FC236}">
                        <a16:creationId xmlns="" xmlns:a16="http://schemas.microsoft.com/office/drawing/2014/main" id="{DD79641F-1C9D-AB56-4E81-E4FAE54101F9}"/>
                      </a:ext>
                    </a:extLst>
                  </p:cNvPr>
                  <p:cNvSpPr>
                    <a:spLocks/>
                  </p:cNvSpPr>
                  <p:nvPr/>
                </p:nvSpPr>
                <p:spPr bwMode="auto">
                  <a:xfrm>
                    <a:off x="5173" y="1418"/>
                    <a:ext cx="21" cy="25"/>
                  </a:xfrm>
                  <a:custGeom>
                    <a:avLst/>
                    <a:gdLst>
                      <a:gd name="T0" fmla="*/ 0 w 654"/>
                      <a:gd name="T1" fmla="*/ 0 h 654"/>
                      <a:gd name="T2" fmla="*/ 0 w 654"/>
                      <a:gd name="T3" fmla="*/ 0 h 654"/>
                      <a:gd name="T4" fmla="*/ 0 w 654"/>
                      <a:gd name="T5" fmla="*/ 0 h 654"/>
                      <a:gd name="T6" fmla="*/ 0 w 654"/>
                      <a:gd name="T7" fmla="*/ 0 h 654"/>
                      <a:gd name="T8" fmla="*/ 0 w 654"/>
                      <a:gd name="T9" fmla="*/ 0 h 654"/>
                      <a:gd name="T10" fmla="*/ 0 w 654"/>
                      <a:gd name="T11" fmla="*/ 0 h 654"/>
                      <a:gd name="T12" fmla="*/ 0 w 654"/>
                      <a:gd name="T13" fmla="*/ 0 h 654"/>
                      <a:gd name="T14" fmla="*/ 0 w 654"/>
                      <a:gd name="T15" fmla="*/ 0 h 654"/>
                      <a:gd name="T16" fmla="*/ 0 w 654"/>
                      <a:gd name="T17" fmla="*/ 0 h 654"/>
                      <a:gd name="T18" fmla="*/ 0 w 654"/>
                      <a:gd name="T19" fmla="*/ 0 h 654"/>
                      <a:gd name="T20" fmla="*/ 0 w 654"/>
                      <a:gd name="T21" fmla="*/ 0 h 654"/>
                      <a:gd name="T22" fmla="*/ 0 w 654"/>
                      <a:gd name="T23" fmla="*/ 0 h 654"/>
                      <a:gd name="T24" fmla="*/ 0 w 654"/>
                      <a:gd name="T25" fmla="*/ 0 h 654"/>
                      <a:gd name="T26" fmla="*/ 0 w 654"/>
                      <a:gd name="T27" fmla="*/ 0 h 654"/>
                      <a:gd name="T28" fmla="*/ 0 w 654"/>
                      <a:gd name="T29" fmla="*/ 0 h 654"/>
                      <a:gd name="T30" fmla="*/ 0 w 654"/>
                      <a:gd name="T31" fmla="*/ 0 h 654"/>
                      <a:gd name="T32" fmla="*/ 0 w 654"/>
                      <a:gd name="T33" fmla="*/ 0 h 654"/>
                      <a:gd name="T34" fmla="*/ 0 w 654"/>
                      <a:gd name="T35" fmla="*/ 0 h 654"/>
                      <a:gd name="T36" fmla="*/ 0 w 654"/>
                      <a:gd name="T37" fmla="*/ 0 h 654"/>
                      <a:gd name="T38" fmla="*/ 0 w 654"/>
                      <a:gd name="T39" fmla="*/ 0 h 654"/>
                      <a:gd name="T40" fmla="*/ 0 w 654"/>
                      <a:gd name="T41" fmla="*/ 0 h 654"/>
                      <a:gd name="T42" fmla="*/ 0 w 654"/>
                      <a:gd name="T43" fmla="*/ 0 h 654"/>
                      <a:gd name="T44" fmla="*/ 0 w 654"/>
                      <a:gd name="T45" fmla="*/ 0 h 654"/>
                      <a:gd name="T46" fmla="*/ 0 w 654"/>
                      <a:gd name="T47" fmla="*/ 0 h 654"/>
                      <a:gd name="T48" fmla="*/ 0 w 654"/>
                      <a:gd name="T49" fmla="*/ 0 h 654"/>
                      <a:gd name="T50" fmla="*/ 0 w 654"/>
                      <a:gd name="T51" fmla="*/ 0 h 654"/>
                      <a:gd name="T52" fmla="*/ 0 w 654"/>
                      <a:gd name="T53" fmla="*/ 0 h 654"/>
                      <a:gd name="T54" fmla="*/ 0 w 654"/>
                      <a:gd name="T55" fmla="*/ 0 h 654"/>
                      <a:gd name="T56" fmla="*/ 0 w 654"/>
                      <a:gd name="T57" fmla="*/ 0 h 654"/>
                      <a:gd name="T58" fmla="*/ 0 w 654"/>
                      <a:gd name="T59" fmla="*/ 0 h 654"/>
                      <a:gd name="T60" fmla="*/ 0 w 654"/>
                      <a:gd name="T61" fmla="*/ 0 h 654"/>
                      <a:gd name="T62" fmla="*/ 0 w 654"/>
                      <a:gd name="T63" fmla="*/ 0 h 654"/>
                      <a:gd name="T64" fmla="*/ 0 w 654"/>
                      <a:gd name="T65" fmla="*/ 0 h 654"/>
                      <a:gd name="T66" fmla="*/ 0 w 654"/>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4"/>
                      <a:gd name="T104" fmla="*/ 654 w 654"/>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4">
                        <a:moveTo>
                          <a:pt x="654" y="0"/>
                        </a:moveTo>
                        <a:lnTo>
                          <a:pt x="654" y="0"/>
                        </a:lnTo>
                        <a:lnTo>
                          <a:pt x="620" y="1"/>
                        </a:lnTo>
                        <a:lnTo>
                          <a:pt x="588" y="4"/>
                        </a:lnTo>
                        <a:lnTo>
                          <a:pt x="555" y="8"/>
                        </a:lnTo>
                        <a:lnTo>
                          <a:pt x="523" y="14"/>
                        </a:lnTo>
                        <a:lnTo>
                          <a:pt x="491" y="21"/>
                        </a:lnTo>
                        <a:lnTo>
                          <a:pt x="460" y="30"/>
                        </a:lnTo>
                        <a:lnTo>
                          <a:pt x="430" y="40"/>
                        </a:lnTo>
                        <a:lnTo>
                          <a:pt x="400" y="52"/>
                        </a:lnTo>
                        <a:lnTo>
                          <a:pt x="371" y="66"/>
                        </a:lnTo>
                        <a:lnTo>
                          <a:pt x="344" y="80"/>
                        </a:lnTo>
                        <a:lnTo>
                          <a:pt x="315" y="96"/>
                        </a:lnTo>
                        <a:lnTo>
                          <a:pt x="289" y="112"/>
                        </a:lnTo>
                        <a:lnTo>
                          <a:pt x="264" y="131"/>
                        </a:lnTo>
                        <a:lnTo>
                          <a:pt x="239" y="151"/>
                        </a:lnTo>
                        <a:lnTo>
                          <a:pt x="215" y="170"/>
                        </a:lnTo>
                        <a:lnTo>
                          <a:pt x="192" y="192"/>
                        </a:lnTo>
                        <a:lnTo>
                          <a:pt x="171" y="215"/>
                        </a:lnTo>
                        <a:lnTo>
                          <a:pt x="151" y="239"/>
                        </a:lnTo>
                        <a:lnTo>
                          <a:pt x="131" y="263"/>
                        </a:lnTo>
                        <a:lnTo>
                          <a:pt x="112" y="289"/>
                        </a:lnTo>
                        <a:lnTo>
                          <a:pt x="96" y="315"/>
                        </a:lnTo>
                        <a:lnTo>
                          <a:pt x="80" y="342"/>
                        </a:lnTo>
                        <a:lnTo>
                          <a:pt x="66" y="371"/>
                        </a:lnTo>
                        <a:lnTo>
                          <a:pt x="52" y="400"/>
                        </a:lnTo>
                        <a:lnTo>
                          <a:pt x="41" y="430"/>
                        </a:lnTo>
                        <a:lnTo>
                          <a:pt x="31" y="460"/>
                        </a:lnTo>
                        <a:lnTo>
                          <a:pt x="22" y="491"/>
                        </a:lnTo>
                        <a:lnTo>
                          <a:pt x="14" y="522"/>
                        </a:lnTo>
                        <a:lnTo>
                          <a:pt x="8" y="555"/>
                        </a:lnTo>
                        <a:lnTo>
                          <a:pt x="5" y="588"/>
                        </a:lnTo>
                        <a:lnTo>
                          <a:pt x="1" y="620"/>
                        </a:lnTo>
                        <a:lnTo>
                          <a:pt x="0" y="654"/>
                        </a:lnTo>
                        <a:lnTo>
                          <a:pt x="156" y="654"/>
                        </a:lnTo>
                        <a:lnTo>
                          <a:pt x="156" y="628"/>
                        </a:lnTo>
                        <a:lnTo>
                          <a:pt x="158" y="603"/>
                        </a:lnTo>
                        <a:lnTo>
                          <a:pt x="162" y="578"/>
                        </a:lnTo>
                        <a:lnTo>
                          <a:pt x="166" y="554"/>
                        </a:lnTo>
                        <a:lnTo>
                          <a:pt x="171" y="529"/>
                        </a:lnTo>
                        <a:lnTo>
                          <a:pt x="178" y="506"/>
                        </a:lnTo>
                        <a:lnTo>
                          <a:pt x="185" y="483"/>
                        </a:lnTo>
                        <a:lnTo>
                          <a:pt x="195" y="460"/>
                        </a:lnTo>
                        <a:lnTo>
                          <a:pt x="205" y="438"/>
                        </a:lnTo>
                        <a:lnTo>
                          <a:pt x="216" y="416"/>
                        </a:lnTo>
                        <a:lnTo>
                          <a:pt x="228" y="396"/>
                        </a:lnTo>
                        <a:lnTo>
                          <a:pt x="241" y="375"/>
                        </a:lnTo>
                        <a:lnTo>
                          <a:pt x="254" y="357"/>
                        </a:lnTo>
                        <a:lnTo>
                          <a:pt x="269" y="337"/>
                        </a:lnTo>
                        <a:lnTo>
                          <a:pt x="286" y="319"/>
                        </a:lnTo>
                        <a:lnTo>
                          <a:pt x="302" y="302"/>
                        </a:lnTo>
                        <a:lnTo>
                          <a:pt x="320" y="285"/>
                        </a:lnTo>
                        <a:lnTo>
                          <a:pt x="338" y="269"/>
                        </a:lnTo>
                        <a:lnTo>
                          <a:pt x="357" y="255"/>
                        </a:lnTo>
                        <a:lnTo>
                          <a:pt x="376" y="241"/>
                        </a:lnTo>
                        <a:lnTo>
                          <a:pt x="396" y="228"/>
                        </a:lnTo>
                        <a:lnTo>
                          <a:pt x="417" y="216"/>
                        </a:lnTo>
                        <a:lnTo>
                          <a:pt x="438" y="205"/>
                        </a:lnTo>
                        <a:lnTo>
                          <a:pt x="460" y="194"/>
                        </a:lnTo>
                        <a:lnTo>
                          <a:pt x="483" y="185"/>
                        </a:lnTo>
                        <a:lnTo>
                          <a:pt x="506" y="178"/>
                        </a:lnTo>
                        <a:lnTo>
                          <a:pt x="530" y="171"/>
                        </a:lnTo>
                        <a:lnTo>
                          <a:pt x="554" y="166"/>
                        </a:lnTo>
                        <a:lnTo>
                          <a:pt x="578" y="161"/>
                        </a:lnTo>
                        <a:lnTo>
                          <a:pt x="603" y="158"/>
                        </a:lnTo>
                        <a:lnTo>
                          <a:pt x="629" y="156"/>
                        </a:lnTo>
                        <a:lnTo>
                          <a:pt x="654" y="156"/>
                        </a:lnTo>
                        <a:lnTo>
                          <a:pt x="654" y="0"/>
                        </a:lnTo>
                        <a:close/>
                      </a:path>
                    </a:pathLst>
                  </a:custGeom>
                  <a:solidFill>
                    <a:srgbClr val="EF2B2F"/>
                  </a:solidFill>
                  <a:ln>
                    <a:noFill/>
                  </a:ln>
                </p:spPr>
                <p:txBody>
                  <a:bodyPr/>
                  <a:lstStyle/>
                  <a:p>
                    <a:pPr>
                      <a:defRPr/>
                    </a:pPr>
                    <a:endParaRPr lang="en-US" sz="1050">
                      <a:latin typeface="+mj-lt"/>
                    </a:endParaRPr>
                  </a:p>
                </p:txBody>
              </p:sp>
              <p:sp>
                <p:nvSpPr>
                  <p:cNvPr id="41710" name="Freeform 114">
                    <a:extLst>
                      <a:ext uri="{FF2B5EF4-FFF2-40B4-BE49-F238E27FC236}">
                        <a16:creationId xmlns="" xmlns:a16="http://schemas.microsoft.com/office/drawing/2014/main" id="{7DF7F799-B3F9-EFEF-8263-3296ACBD7063}"/>
                      </a:ext>
                    </a:extLst>
                  </p:cNvPr>
                  <p:cNvSpPr>
                    <a:spLocks/>
                  </p:cNvSpPr>
                  <p:nvPr/>
                </p:nvSpPr>
                <p:spPr bwMode="auto">
                  <a:xfrm>
                    <a:off x="5208" y="1290"/>
                    <a:ext cx="22" cy="25"/>
                  </a:xfrm>
                  <a:custGeom>
                    <a:avLst/>
                    <a:gdLst>
                      <a:gd name="T0" fmla="*/ 0 w 653"/>
                      <a:gd name="T1" fmla="*/ 0 h 654"/>
                      <a:gd name="T2" fmla="*/ 0 w 653"/>
                      <a:gd name="T3" fmla="*/ 0 h 654"/>
                      <a:gd name="T4" fmla="*/ 0 w 653"/>
                      <a:gd name="T5" fmla="*/ 0 h 654"/>
                      <a:gd name="T6" fmla="*/ 0 w 653"/>
                      <a:gd name="T7" fmla="*/ 0 h 654"/>
                      <a:gd name="T8" fmla="*/ 0 w 653"/>
                      <a:gd name="T9" fmla="*/ 0 h 654"/>
                      <a:gd name="T10" fmla="*/ 0 w 653"/>
                      <a:gd name="T11" fmla="*/ 0 h 654"/>
                      <a:gd name="T12" fmla="*/ 0 w 653"/>
                      <a:gd name="T13" fmla="*/ 0 h 654"/>
                      <a:gd name="T14" fmla="*/ 0 w 653"/>
                      <a:gd name="T15" fmla="*/ 0 h 654"/>
                      <a:gd name="T16" fmla="*/ 0 w 653"/>
                      <a:gd name="T17" fmla="*/ 0 h 654"/>
                      <a:gd name="T18" fmla="*/ 0 w 653"/>
                      <a:gd name="T19" fmla="*/ 0 h 654"/>
                      <a:gd name="T20" fmla="*/ 0 w 653"/>
                      <a:gd name="T21" fmla="*/ 0 h 654"/>
                      <a:gd name="T22" fmla="*/ 0 w 653"/>
                      <a:gd name="T23" fmla="*/ 0 h 654"/>
                      <a:gd name="T24" fmla="*/ 0 w 653"/>
                      <a:gd name="T25" fmla="*/ 0 h 654"/>
                      <a:gd name="T26" fmla="*/ 0 w 653"/>
                      <a:gd name="T27" fmla="*/ 0 h 654"/>
                      <a:gd name="T28" fmla="*/ 0 w 653"/>
                      <a:gd name="T29" fmla="*/ 0 h 654"/>
                      <a:gd name="T30" fmla="*/ 0 w 653"/>
                      <a:gd name="T31" fmla="*/ 0 h 654"/>
                      <a:gd name="T32" fmla="*/ 0 w 653"/>
                      <a:gd name="T33" fmla="*/ 0 h 654"/>
                      <a:gd name="T34" fmla="*/ 0 w 653"/>
                      <a:gd name="T35" fmla="*/ 0 h 654"/>
                      <a:gd name="T36" fmla="*/ 0 w 653"/>
                      <a:gd name="T37" fmla="*/ 0 h 654"/>
                      <a:gd name="T38" fmla="*/ 0 w 653"/>
                      <a:gd name="T39" fmla="*/ 0 h 654"/>
                      <a:gd name="T40" fmla="*/ 0 w 653"/>
                      <a:gd name="T41" fmla="*/ 0 h 654"/>
                      <a:gd name="T42" fmla="*/ 0 w 653"/>
                      <a:gd name="T43" fmla="*/ 0 h 654"/>
                      <a:gd name="T44" fmla="*/ 0 w 653"/>
                      <a:gd name="T45" fmla="*/ 0 h 654"/>
                      <a:gd name="T46" fmla="*/ 0 w 653"/>
                      <a:gd name="T47" fmla="*/ 0 h 654"/>
                      <a:gd name="T48" fmla="*/ 0 w 653"/>
                      <a:gd name="T49" fmla="*/ 0 h 654"/>
                      <a:gd name="T50" fmla="*/ 0 w 653"/>
                      <a:gd name="T51" fmla="*/ 0 h 654"/>
                      <a:gd name="T52" fmla="*/ 0 w 653"/>
                      <a:gd name="T53" fmla="*/ 0 h 654"/>
                      <a:gd name="T54" fmla="*/ 0 w 653"/>
                      <a:gd name="T55" fmla="*/ 0 h 654"/>
                      <a:gd name="T56" fmla="*/ 0 w 653"/>
                      <a:gd name="T57" fmla="*/ 0 h 654"/>
                      <a:gd name="T58" fmla="*/ 0 w 653"/>
                      <a:gd name="T59" fmla="*/ 0 h 654"/>
                      <a:gd name="T60" fmla="*/ 0 w 653"/>
                      <a:gd name="T61" fmla="*/ 0 h 654"/>
                      <a:gd name="T62" fmla="*/ 0 w 653"/>
                      <a:gd name="T63" fmla="*/ 0 h 654"/>
                      <a:gd name="T64" fmla="*/ 0 w 653"/>
                      <a:gd name="T65" fmla="*/ 0 h 654"/>
                      <a:gd name="T66" fmla="*/ 0 w 653"/>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3"/>
                      <a:gd name="T103" fmla="*/ 0 h 654"/>
                      <a:gd name="T104" fmla="*/ 653 w 653"/>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3" h="654">
                        <a:moveTo>
                          <a:pt x="653" y="654"/>
                        </a:moveTo>
                        <a:lnTo>
                          <a:pt x="653" y="654"/>
                        </a:lnTo>
                        <a:lnTo>
                          <a:pt x="652" y="620"/>
                        </a:lnTo>
                        <a:lnTo>
                          <a:pt x="650" y="588"/>
                        </a:lnTo>
                        <a:lnTo>
                          <a:pt x="646" y="555"/>
                        </a:lnTo>
                        <a:lnTo>
                          <a:pt x="640" y="522"/>
                        </a:lnTo>
                        <a:lnTo>
                          <a:pt x="632" y="491"/>
                        </a:lnTo>
                        <a:lnTo>
                          <a:pt x="624" y="460"/>
                        </a:lnTo>
                        <a:lnTo>
                          <a:pt x="614" y="430"/>
                        </a:lnTo>
                        <a:lnTo>
                          <a:pt x="602" y="400"/>
                        </a:lnTo>
                        <a:lnTo>
                          <a:pt x="589" y="371"/>
                        </a:lnTo>
                        <a:lnTo>
                          <a:pt x="574" y="342"/>
                        </a:lnTo>
                        <a:lnTo>
                          <a:pt x="558" y="315"/>
                        </a:lnTo>
                        <a:lnTo>
                          <a:pt x="542" y="289"/>
                        </a:lnTo>
                        <a:lnTo>
                          <a:pt x="523" y="263"/>
                        </a:lnTo>
                        <a:lnTo>
                          <a:pt x="504" y="239"/>
                        </a:lnTo>
                        <a:lnTo>
                          <a:pt x="483" y="215"/>
                        </a:lnTo>
                        <a:lnTo>
                          <a:pt x="461" y="192"/>
                        </a:lnTo>
                        <a:lnTo>
                          <a:pt x="438" y="170"/>
                        </a:lnTo>
                        <a:lnTo>
                          <a:pt x="416" y="149"/>
                        </a:lnTo>
                        <a:lnTo>
                          <a:pt x="390" y="131"/>
                        </a:lnTo>
                        <a:lnTo>
                          <a:pt x="364" y="112"/>
                        </a:lnTo>
                        <a:lnTo>
                          <a:pt x="338" y="95"/>
                        </a:lnTo>
                        <a:lnTo>
                          <a:pt x="311" y="80"/>
                        </a:lnTo>
                        <a:lnTo>
                          <a:pt x="283" y="66"/>
                        </a:lnTo>
                        <a:lnTo>
                          <a:pt x="254" y="52"/>
                        </a:lnTo>
                        <a:lnTo>
                          <a:pt x="224" y="40"/>
                        </a:lnTo>
                        <a:lnTo>
                          <a:pt x="194" y="30"/>
                        </a:lnTo>
                        <a:lnTo>
                          <a:pt x="163" y="21"/>
                        </a:lnTo>
                        <a:lnTo>
                          <a:pt x="131" y="14"/>
                        </a:lnTo>
                        <a:lnTo>
                          <a:pt x="98" y="8"/>
                        </a:lnTo>
                        <a:lnTo>
                          <a:pt x="66" y="3"/>
                        </a:lnTo>
                        <a:lnTo>
                          <a:pt x="33" y="1"/>
                        </a:lnTo>
                        <a:lnTo>
                          <a:pt x="0" y="0"/>
                        </a:lnTo>
                        <a:lnTo>
                          <a:pt x="0" y="155"/>
                        </a:lnTo>
                        <a:lnTo>
                          <a:pt x="25" y="156"/>
                        </a:lnTo>
                        <a:lnTo>
                          <a:pt x="51" y="158"/>
                        </a:lnTo>
                        <a:lnTo>
                          <a:pt x="75" y="161"/>
                        </a:lnTo>
                        <a:lnTo>
                          <a:pt x="101" y="165"/>
                        </a:lnTo>
                        <a:lnTo>
                          <a:pt x="124" y="171"/>
                        </a:lnTo>
                        <a:lnTo>
                          <a:pt x="147" y="178"/>
                        </a:lnTo>
                        <a:lnTo>
                          <a:pt x="171" y="185"/>
                        </a:lnTo>
                        <a:lnTo>
                          <a:pt x="193" y="194"/>
                        </a:lnTo>
                        <a:lnTo>
                          <a:pt x="216" y="204"/>
                        </a:lnTo>
                        <a:lnTo>
                          <a:pt x="237" y="215"/>
                        </a:lnTo>
                        <a:lnTo>
                          <a:pt x="257" y="228"/>
                        </a:lnTo>
                        <a:lnTo>
                          <a:pt x="278" y="241"/>
                        </a:lnTo>
                        <a:lnTo>
                          <a:pt x="298" y="254"/>
                        </a:lnTo>
                        <a:lnTo>
                          <a:pt x="316" y="269"/>
                        </a:lnTo>
                        <a:lnTo>
                          <a:pt x="335" y="285"/>
                        </a:lnTo>
                        <a:lnTo>
                          <a:pt x="352" y="302"/>
                        </a:lnTo>
                        <a:lnTo>
                          <a:pt x="369" y="318"/>
                        </a:lnTo>
                        <a:lnTo>
                          <a:pt x="384" y="337"/>
                        </a:lnTo>
                        <a:lnTo>
                          <a:pt x="399" y="355"/>
                        </a:lnTo>
                        <a:lnTo>
                          <a:pt x="413" y="375"/>
                        </a:lnTo>
                        <a:lnTo>
                          <a:pt x="426" y="396"/>
                        </a:lnTo>
                        <a:lnTo>
                          <a:pt x="438" y="416"/>
                        </a:lnTo>
                        <a:lnTo>
                          <a:pt x="449" y="438"/>
                        </a:lnTo>
                        <a:lnTo>
                          <a:pt x="459" y="460"/>
                        </a:lnTo>
                        <a:lnTo>
                          <a:pt x="468" y="483"/>
                        </a:lnTo>
                        <a:lnTo>
                          <a:pt x="476" y="506"/>
                        </a:lnTo>
                        <a:lnTo>
                          <a:pt x="483" y="530"/>
                        </a:lnTo>
                        <a:lnTo>
                          <a:pt x="489" y="554"/>
                        </a:lnTo>
                        <a:lnTo>
                          <a:pt x="493" y="578"/>
                        </a:lnTo>
                        <a:lnTo>
                          <a:pt x="496" y="603"/>
                        </a:lnTo>
                        <a:lnTo>
                          <a:pt x="498" y="628"/>
                        </a:lnTo>
                        <a:lnTo>
                          <a:pt x="498" y="654"/>
                        </a:lnTo>
                        <a:lnTo>
                          <a:pt x="653" y="654"/>
                        </a:lnTo>
                        <a:close/>
                      </a:path>
                    </a:pathLst>
                  </a:custGeom>
                  <a:solidFill>
                    <a:srgbClr val="EF2B2F"/>
                  </a:solidFill>
                  <a:ln>
                    <a:noFill/>
                  </a:ln>
                </p:spPr>
                <p:txBody>
                  <a:bodyPr/>
                  <a:lstStyle/>
                  <a:p>
                    <a:pPr>
                      <a:defRPr/>
                    </a:pPr>
                    <a:endParaRPr lang="en-US" sz="1050">
                      <a:latin typeface="+mj-lt"/>
                    </a:endParaRPr>
                  </a:p>
                </p:txBody>
              </p:sp>
              <p:sp>
                <p:nvSpPr>
                  <p:cNvPr id="41711" name="Freeform 115">
                    <a:extLst>
                      <a:ext uri="{FF2B5EF4-FFF2-40B4-BE49-F238E27FC236}">
                        <a16:creationId xmlns="" xmlns:a16="http://schemas.microsoft.com/office/drawing/2014/main" id="{D35B89DF-4D3A-B4F2-36D7-E84222FC13A9}"/>
                      </a:ext>
                    </a:extLst>
                  </p:cNvPr>
                  <p:cNvSpPr>
                    <a:spLocks/>
                  </p:cNvSpPr>
                  <p:nvPr/>
                </p:nvSpPr>
                <p:spPr bwMode="auto">
                  <a:xfrm>
                    <a:off x="5208" y="1316"/>
                    <a:ext cx="22" cy="25"/>
                  </a:xfrm>
                  <a:custGeom>
                    <a:avLst/>
                    <a:gdLst>
                      <a:gd name="T0" fmla="*/ 0 w 653"/>
                      <a:gd name="T1" fmla="*/ 0 h 653"/>
                      <a:gd name="T2" fmla="*/ 0 w 653"/>
                      <a:gd name="T3" fmla="*/ 0 h 653"/>
                      <a:gd name="T4" fmla="*/ 0 w 653"/>
                      <a:gd name="T5" fmla="*/ 0 h 653"/>
                      <a:gd name="T6" fmla="*/ 0 w 653"/>
                      <a:gd name="T7" fmla="*/ 0 h 653"/>
                      <a:gd name="T8" fmla="*/ 0 w 653"/>
                      <a:gd name="T9" fmla="*/ 0 h 653"/>
                      <a:gd name="T10" fmla="*/ 0 w 653"/>
                      <a:gd name="T11" fmla="*/ 0 h 653"/>
                      <a:gd name="T12" fmla="*/ 0 w 653"/>
                      <a:gd name="T13" fmla="*/ 0 h 653"/>
                      <a:gd name="T14" fmla="*/ 0 w 653"/>
                      <a:gd name="T15" fmla="*/ 0 h 653"/>
                      <a:gd name="T16" fmla="*/ 0 w 653"/>
                      <a:gd name="T17" fmla="*/ 0 h 653"/>
                      <a:gd name="T18" fmla="*/ 0 w 653"/>
                      <a:gd name="T19" fmla="*/ 0 h 653"/>
                      <a:gd name="T20" fmla="*/ 0 w 653"/>
                      <a:gd name="T21" fmla="*/ 0 h 653"/>
                      <a:gd name="T22" fmla="*/ 0 w 653"/>
                      <a:gd name="T23" fmla="*/ 0 h 653"/>
                      <a:gd name="T24" fmla="*/ 0 w 653"/>
                      <a:gd name="T25" fmla="*/ 0 h 653"/>
                      <a:gd name="T26" fmla="*/ 0 w 653"/>
                      <a:gd name="T27" fmla="*/ 0 h 653"/>
                      <a:gd name="T28" fmla="*/ 0 w 653"/>
                      <a:gd name="T29" fmla="*/ 0 h 653"/>
                      <a:gd name="T30" fmla="*/ 0 w 653"/>
                      <a:gd name="T31" fmla="*/ 0 h 653"/>
                      <a:gd name="T32" fmla="*/ 0 w 653"/>
                      <a:gd name="T33" fmla="*/ 0 h 653"/>
                      <a:gd name="T34" fmla="*/ 0 w 653"/>
                      <a:gd name="T35" fmla="*/ 0 h 653"/>
                      <a:gd name="T36" fmla="*/ 0 w 653"/>
                      <a:gd name="T37" fmla="*/ 0 h 653"/>
                      <a:gd name="T38" fmla="*/ 0 w 653"/>
                      <a:gd name="T39" fmla="*/ 0 h 653"/>
                      <a:gd name="T40" fmla="*/ 0 w 653"/>
                      <a:gd name="T41" fmla="*/ 0 h 653"/>
                      <a:gd name="T42" fmla="*/ 0 w 653"/>
                      <a:gd name="T43" fmla="*/ 0 h 653"/>
                      <a:gd name="T44" fmla="*/ 0 w 653"/>
                      <a:gd name="T45" fmla="*/ 0 h 653"/>
                      <a:gd name="T46" fmla="*/ 0 w 653"/>
                      <a:gd name="T47" fmla="*/ 0 h 653"/>
                      <a:gd name="T48" fmla="*/ 0 w 653"/>
                      <a:gd name="T49" fmla="*/ 0 h 653"/>
                      <a:gd name="T50" fmla="*/ 0 w 653"/>
                      <a:gd name="T51" fmla="*/ 0 h 653"/>
                      <a:gd name="T52" fmla="*/ 0 w 653"/>
                      <a:gd name="T53" fmla="*/ 0 h 653"/>
                      <a:gd name="T54" fmla="*/ 0 w 653"/>
                      <a:gd name="T55" fmla="*/ 0 h 653"/>
                      <a:gd name="T56" fmla="*/ 0 w 653"/>
                      <a:gd name="T57" fmla="*/ 0 h 653"/>
                      <a:gd name="T58" fmla="*/ 0 w 653"/>
                      <a:gd name="T59" fmla="*/ 0 h 653"/>
                      <a:gd name="T60" fmla="*/ 0 w 653"/>
                      <a:gd name="T61" fmla="*/ 0 h 653"/>
                      <a:gd name="T62" fmla="*/ 0 w 653"/>
                      <a:gd name="T63" fmla="*/ 0 h 653"/>
                      <a:gd name="T64" fmla="*/ 0 w 653"/>
                      <a:gd name="T65" fmla="*/ 0 h 653"/>
                      <a:gd name="T66" fmla="*/ 0 w 653"/>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3"/>
                      <a:gd name="T103" fmla="*/ 0 h 653"/>
                      <a:gd name="T104" fmla="*/ 653 w 653"/>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3" h="653">
                        <a:moveTo>
                          <a:pt x="0" y="653"/>
                        </a:moveTo>
                        <a:lnTo>
                          <a:pt x="0" y="653"/>
                        </a:lnTo>
                        <a:lnTo>
                          <a:pt x="33" y="652"/>
                        </a:lnTo>
                        <a:lnTo>
                          <a:pt x="66" y="650"/>
                        </a:lnTo>
                        <a:lnTo>
                          <a:pt x="98" y="645"/>
                        </a:lnTo>
                        <a:lnTo>
                          <a:pt x="131" y="640"/>
                        </a:lnTo>
                        <a:lnTo>
                          <a:pt x="163" y="632"/>
                        </a:lnTo>
                        <a:lnTo>
                          <a:pt x="194" y="623"/>
                        </a:lnTo>
                        <a:lnTo>
                          <a:pt x="224" y="614"/>
                        </a:lnTo>
                        <a:lnTo>
                          <a:pt x="254" y="602"/>
                        </a:lnTo>
                        <a:lnTo>
                          <a:pt x="283" y="589"/>
                        </a:lnTo>
                        <a:lnTo>
                          <a:pt x="311" y="574"/>
                        </a:lnTo>
                        <a:lnTo>
                          <a:pt x="338" y="558"/>
                        </a:lnTo>
                        <a:lnTo>
                          <a:pt x="364" y="542"/>
                        </a:lnTo>
                        <a:lnTo>
                          <a:pt x="390" y="523"/>
                        </a:lnTo>
                        <a:lnTo>
                          <a:pt x="416" y="504"/>
                        </a:lnTo>
                        <a:lnTo>
                          <a:pt x="438" y="483"/>
                        </a:lnTo>
                        <a:lnTo>
                          <a:pt x="461" y="461"/>
                        </a:lnTo>
                        <a:lnTo>
                          <a:pt x="483" y="439"/>
                        </a:lnTo>
                        <a:lnTo>
                          <a:pt x="504" y="415"/>
                        </a:lnTo>
                        <a:lnTo>
                          <a:pt x="523" y="390"/>
                        </a:lnTo>
                        <a:lnTo>
                          <a:pt x="542" y="365"/>
                        </a:lnTo>
                        <a:lnTo>
                          <a:pt x="558" y="338"/>
                        </a:lnTo>
                        <a:lnTo>
                          <a:pt x="574" y="311"/>
                        </a:lnTo>
                        <a:lnTo>
                          <a:pt x="589" y="282"/>
                        </a:lnTo>
                        <a:lnTo>
                          <a:pt x="602" y="254"/>
                        </a:lnTo>
                        <a:lnTo>
                          <a:pt x="614" y="225"/>
                        </a:lnTo>
                        <a:lnTo>
                          <a:pt x="624" y="194"/>
                        </a:lnTo>
                        <a:lnTo>
                          <a:pt x="632" y="162"/>
                        </a:lnTo>
                        <a:lnTo>
                          <a:pt x="640" y="131"/>
                        </a:lnTo>
                        <a:lnTo>
                          <a:pt x="646" y="99"/>
                        </a:lnTo>
                        <a:lnTo>
                          <a:pt x="650" y="67"/>
                        </a:lnTo>
                        <a:lnTo>
                          <a:pt x="652" y="33"/>
                        </a:lnTo>
                        <a:lnTo>
                          <a:pt x="653" y="0"/>
                        </a:lnTo>
                        <a:lnTo>
                          <a:pt x="498" y="0"/>
                        </a:lnTo>
                        <a:lnTo>
                          <a:pt x="498" y="25"/>
                        </a:lnTo>
                        <a:lnTo>
                          <a:pt x="496" y="51"/>
                        </a:lnTo>
                        <a:lnTo>
                          <a:pt x="493" y="75"/>
                        </a:lnTo>
                        <a:lnTo>
                          <a:pt x="489" y="100"/>
                        </a:lnTo>
                        <a:lnTo>
                          <a:pt x="483" y="124"/>
                        </a:lnTo>
                        <a:lnTo>
                          <a:pt x="476" y="148"/>
                        </a:lnTo>
                        <a:lnTo>
                          <a:pt x="468" y="171"/>
                        </a:lnTo>
                        <a:lnTo>
                          <a:pt x="459" y="193"/>
                        </a:lnTo>
                        <a:lnTo>
                          <a:pt x="449" y="216"/>
                        </a:lnTo>
                        <a:lnTo>
                          <a:pt x="438" y="237"/>
                        </a:lnTo>
                        <a:lnTo>
                          <a:pt x="426" y="258"/>
                        </a:lnTo>
                        <a:lnTo>
                          <a:pt x="413" y="278"/>
                        </a:lnTo>
                        <a:lnTo>
                          <a:pt x="399" y="298"/>
                        </a:lnTo>
                        <a:lnTo>
                          <a:pt x="384" y="316"/>
                        </a:lnTo>
                        <a:lnTo>
                          <a:pt x="369" y="335"/>
                        </a:lnTo>
                        <a:lnTo>
                          <a:pt x="352" y="352"/>
                        </a:lnTo>
                        <a:lnTo>
                          <a:pt x="335" y="368"/>
                        </a:lnTo>
                        <a:lnTo>
                          <a:pt x="316" y="385"/>
                        </a:lnTo>
                        <a:lnTo>
                          <a:pt x="298" y="399"/>
                        </a:lnTo>
                        <a:lnTo>
                          <a:pt x="278" y="413"/>
                        </a:lnTo>
                        <a:lnTo>
                          <a:pt x="257" y="426"/>
                        </a:lnTo>
                        <a:lnTo>
                          <a:pt x="237" y="438"/>
                        </a:lnTo>
                        <a:lnTo>
                          <a:pt x="216" y="449"/>
                        </a:lnTo>
                        <a:lnTo>
                          <a:pt x="193" y="459"/>
                        </a:lnTo>
                        <a:lnTo>
                          <a:pt x="171" y="468"/>
                        </a:lnTo>
                        <a:lnTo>
                          <a:pt x="147" y="476"/>
                        </a:lnTo>
                        <a:lnTo>
                          <a:pt x="124" y="483"/>
                        </a:lnTo>
                        <a:lnTo>
                          <a:pt x="101" y="488"/>
                        </a:lnTo>
                        <a:lnTo>
                          <a:pt x="75" y="493"/>
                        </a:lnTo>
                        <a:lnTo>
                          <a:pt x="51" y="496"/>
                        </a:lnTo>
                        <a:lnTo>
                          <a:pt x="25" y="498"/>
                        </a:lnTo>
                        <a:lnTo>
                          <a:pt x="0" y="498"/>
                        </a:lnTo>
                        <a:lnTo>
                          <a:pt x="0" y="653"/>
                        </a:lnTo>
                        <a:close/>
                      </a:path>
                    </a:pathLst>
                  </a:custGeom>
                  <a:solidFill>
                    <a:srgbClr val="EF2B2F"/>
                  </a:solidFill>
                  <a:ln>
                    <a:noFill/>
                  </a:ln>
                </p:spPr>
                <p:txBody>
                  <a:bodyPr/>
                  <a:lstStyle/>
                  <a:p>
                    <a:pPr>
                      <a:defRPr/>
                    </a:pPr>
                    <a:endParaRPr lang="en-US" sz="1050">
                      <a:latin typeface="+mj-lt"/>
                    </a:endParaRPr>
                  </a:p>
                </p:txBody>
              </p:sp>
              <p:sp>
                <p:nvSpPr>
                  <p:cNvPr id="41712" name="Freeform 116">
                    <a:extLst>
                      <a:ext uri="{FF2B5EF4-FFF2-40B4-BE49-F238E27FC236}">
                        <a16:creationId xmlns="" xmlns:a16="http://schemas.microsoft.com/office/drawing/2014/main" id="{991FDF7C-F4C1-B84B-3AA5-20B1DA5A10EB}"/>
                      </a:ext>
                    </a:extLst>
                  </p:cNvPr>
                  <p:cNvSpPr>
                    <a:spLocks/>
                  </p:cNvSpPr>
                  <p:nvPr/>
                </p:nvSpPr>
                <p:spPr bwMode="auto">
                  <a:xfrm>
                    <a:off x="5190" y="1316"/>
                    <a:ext cx="21" cy="25"/>
                  </a:xfrm>
                  <a:custGeom>
                    <a:avLst/>
                    <a:gdLst>
                      <a:gd name="T0" fmla="*/ 0 w 654"/>
                      <a:gd name="T1" fmla="*/ 0 h 653"/>
                      <a:gd name="T2" fmla="*/ 0 w 654"/>
                      <a:gd name="T3" fmla="*/ 0 h 653"/>
                      <a:gd name="T4" fmla="*/ 0 w 654"/>
                      <a:gd name="T5" fmla="*/ 0 h 653"/>
                      <a:gd name="T6" fmla="*/ 0 w 654"/>
                      <a:gd name="T7" fmla="*/ 0 h 653"/>
                      <a:gd name="T8" fmla="*/ 0 w 654"/>
                      <a:gd name="T9" fmla="*/ 0 h 653"/>
                      <a:gd name="T10" fmla="*/ 0 w 654"/>
                      <a:gd name="T11" fmla="*/ 0 h 653"/>
                      <a:gd name="T12" fmla="*/ 0 w 654"/>
                      <a:gd name="T13" fmla="*/ 0 h 653"/>
                      <a:gd name="T14" fmla="*/ 0 w 654"/>
                      <a:gd name="T15" fmla="*/ 0 h 653"/>
                      <a:gd name="T16" fmla="*/ 0 w 654"/>
                      <a:gd name="T17" fmla="*/ 0 h 653"/>
                      <a:gd name="T18" fmla="*/ 0 w 654"/>
                      <a:gd name="T19" fmla="*/ 0 h 653"/>
                      <a:gd name="T20" fmla="*/ 0 w 654"/>
                      <a:gd name="T21" fmla="*/ 0 h 653"/>
                      <a:gd name="T22" fmla="*/ 0 w 654"/>
                      <a:gd name="T23" fmla="*/ 0 h 653"/>
                      <a:gd name="T24" fmla="*/ 0 w 654"/>
                      <a:gd name="T25" fmla="*/ 0 h 653"/>
                      <a:gd name="T26" fmla="*/ 0 w 654"/>
                      <a:gd name="T27" fmla="*/ 0 h 653"/>
                      <a:gd name="T28" fmla="*/ 0 w 654"/>
                      <a:gd name="T29" fmla="*/ 0 h 653"/>
                      <a:gd name="T30" fmla="*/ 0 w 654"/>
                      <a:gd name="T31" fmla="*/ 0 h 653"/>
                      <a:gd name="T32" fmla="*/ 0 w 654"/>
                      <a:gd name="T33" fmla="*/ 0 h 653"/>
                      <a:gd name="T34" fmla="*/ 0 w 654"/>
                      <a:gd name="T35" fmla="*/ 0 h 653"/>
                      <a:gd name="T36" fmla="*/ 0 w 654"/>
                      <a:gd name="T37" fmla="*/ 0 h 653"/>
                      <a:gd name="T38" fmla="*/ 0 w 654"/>
                      <a:gd name="T39" fmla="*/ 0 h 653"/>
                      <a:gd name="T40" fmla="*/ 0 w 654"/>
                      <a:gd name="T41" fmla="*/ 0 h 653"/>
                      <a:gd name="T42" fmla="*/ 0 w 654"/>
                      <a:gd name="T43" fmla="*/ 0 h 653"/>
                      <a:gd name="T44" fmla="*/ 0 w 654"/>
                      <a:gd name="T45" fmla="*/ 0 h 653"/>
                      <a:gd name="T46" fmla="*/ 0 w 654"/>
                      <a:gd name="T47" fmla="*/ 0 h 653"/>
                      <a:gd name="T48" fmla="*/ 0 w 654"/>
                      <a:gd name="T49" fmla="*/ 0 h 653"/>
                      <a:gd name="T50" fmla="*/ 0 w 654"/>
                      <a:gd name="T51" fmla="*/ 0 h 653"/>
                      <a:gd name="T52" fmla="*/ 0 w 654"/>
                      <a:gd name="T53" fmla="*/ 0 h 653"/>
                      <a:gd name="T54" fmla="*/ 0 w 654"/>
                      <a:gd name="T55" fmla="*/ 0 h 653"/>
                      <a:gd name="T56" fmla="*/ 0 w 654"/>
                      <a:gd name="T57" fmla="*/ 0 h 653"/>
                      <a:gd name="T58" fmla="*/ 0 w 654"/>
                      <a:gd name="T59" fmla="*/ 0 h 653"/>
                      <a:gd name="T60" fmla="*/ 0 w 654"/>
                      <a:gd name="T61" fmla="*/ 0 h 653"/>
                      <a:gd name="T62" fmla="*/ 0 w 654"/>
                      <a:gd name="T63" fmla="*/ 0 h 653"/>
                      <a:gd name="T64" fmla="*/ 0 w 654"/>
                      <a:gd name="T65" fmla="*/ 0 h 653"/>
                      <a:gd name="T66" fmla="*/ 0 w 654"/>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3"/>
                      <a:gd name="T104" fmla="*/ 654 w 654"/>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3">
                        <a:moveTo>
                          <a:pt x="0" y="0"/>
                        </a:moveTo>
                        <a:lnTo>
                          <a:pt x="0" y="0"/>
                        </a:lnTo>
                        <a:lnTo>
                          <a:pt x="1" y="33"/>
                        </a:lnTo>
                        <a:lnTo>
                          <a:pt x="3" y="67"/>
                        </a:lnTo>
                        <a:lnTo>
                          <a:pt x="8" y="99"/>
                        </a:lnTo>
                        <a:lnTo>
                          <a:pt x="13" y="131"/>
                        </a:lnTo>
                        <a:lnTo>
                          <a:pt x="21" y="162"/>
                        </a:lnTo>
                        <a:lnTo>
                          <a:pt x="30" y="194"/>
                        </a:lnTo>
                        <a:lnTo>
                          <a:pt x="40" y="225"/>
                        </a:lnTo>
                        <a:lnTo>
                          <a:pt x="51" y="254"/>
                        </a:lnTo>
                        <a:lnTo>
                          <a:pt x="64" y="282"/>
                        </a:lnTo>
                        <a:lnTo>
                          <a:pt x="80" y="311"/>
                        </a:lnTo>
                        <a:lnTo>
                          <a:pt x="95" y="338"/>
                        </a:lnTo>
                        <a:lnTo>
                          <a:pt x="112" y="365"/>
                        </a:lnTo>
                        <a:lnTo>
                          <a:pt x="130" y="390"/>
                        </a:lnTo>
                        <a:lnTo>
                          <a:pt x="149" y="415"/>
                        </a:lnTo>
                        <a:lnTo>
                          <a:pt x="170" y="439"/>
                        </a:lnTo>
                        <a:lnTo>
                          <a:pt x="192" y="461"/>
                        </a:lnTo>
                        <a:lnTo>
                          <a:pt x="215" y="483"/>
                        </a:lnTo>
                        <a:lnTo>
                          <a:pt x="238" y="504"/>
                        </a:lnTo>
                        <a:lnTo>
                          <a:pt x="263" y="523"/>
                        </a:lnTo>
                        <a:lnTo>
                          <a:pt x="289" y="542"/>
                        </a:lnTo>
                        <a:lnTo>
                          <a:pt x="315" y="558"/>
                        </a:lnTo>
                        <a:lnTo>
                          <a:pt x="342" y="574"/>
                        </a:lnTo>
                        <a:lnTo>
                          <a:pt x="371" y="589"/>
                        </a:lnTo>
                        <a:lnTo>
                          <a:pt x="400" y="602"/>
                        </a:lnTo>
                        <a:lnTo>
                          <a:pt x="430" y="614"/>
                        </a:lnTo>
                        <a:lnTo>
                          <a:pt x="460" y="623"/>
                        </a:lnTo>
                        <a:lnTo>
                          <a:pt x="491" y="632"/>
                        </a:lnTo>
                        <a:lnTo>
                          <a:pt x="522" y="640"/>
                        </a:lnTo>
                        <a:lnTo>
                          <a:pt x="555" y="645"/>
                        </a:lnTo>
                        <a:lnTo>
                          <a:pt x="588" y="650"/>
                        </a:lnTo>
                        <a:lnTo>
                          <a:pt x="620" y="652"/>
                        </a:lnTo>
                        <a:lnTo>
                          <a:pt x="654" y="653"/>
                        </a:lnTo>
                        <a:lnTo>
                          <a:pt x="654" y="498"/>
                        </a:lnTo>
                        <a:lnTo>
                          <a:pt x="628" y="498"/>
                        </a:lnTo>
                        <a:lnTo>
                          <a:pt x="603" y="496"/>
                        </a:lnTo>
                        <a:lnTo>
                          <a:pt x="578" y="493"/>
                        </a:lnTo>
                        <a:lnTo>
                          <a:pt x="553" y="488"/>
                        </a:lnTo>
                        <a:lnTo>
                          <a:pt x="529" y="483"/>
                        </a:lnTo>
                        <a:lnTo>
                          <a:pt x="506" y="476"/>
                        </a:lnTo>
                        <a:lnTo>
                          <a:pt x="483" y="468"/>
                        </a:lnTo>
                        <a:lnTo>
                          <a:pt x="460" y="459"/>
                        </a:lnTo>
                        <a:lnTo>
                          <a:pt x="438" y="449"/>
                        </a:lnTo>
                        <a:lnTo>
                          <a:pt x="417" y="438"/>
                        </a:lnTo>
                        <a:lnTo>
                          <a:pt x="396" y="426"/>
                        </a:lnTo>
                        <a:lnTo>
                          <a:pt x="375" y="413"/>
                        </a:lnTo>
                        <a:lnTo>
                          <a:pt x="356" y="399"/>
                        </a:lnTo>
                        <a:lnTo>
                          <a:pt x="337" y="385"/>
                        </a:lnTo>
                        <a:lnTo>
                          <a:pt x="318" y="368"/>
                        </a:lnTo>
                        <a:lnTo>
                          <a:pt x="302" y="352"/>
                        </a:lnTo>
                        <a:lnTo>
                          <a:pt x="285" y="335"/>
                        </a:lnTo>
                        <a:lnTo>
                          <a:pt x="269" y="316"/>
                        </a:lnTo>
                        <a:lnTo>
                          <a:pt x="254" y="298"/>
                        </a:lnTo>
                        <a:lnTo>
                          <a:pt x="241" y="278"/>
                        </a:lnTo>
                        <a:lnTo>
                          <a:pt x="227" y="258"/>
                        </a:lnTo>
                        <a:lnTo>
                          <a:pt x="216" y="237"/>
                        </a:lnTo>
                        <a:lnTo>
                          <a:pt x="204" y="216"/>
                        </a:lnTo>
                        <a:lnTo>
                          <a:pt x="194" y="193"/>
                        </a:lnTo>
                        <a:lnTo>
                          <a:pt x="185" y="171"/>
                        </a:lnTo>
                        <a:lnTo>
                          <a:pt x="178" y="148"/>
                        </a:lnTo>
                        <a:lnTo>
                          <a:pt x="170" y="124"/>
                        </a:lnTo>
                        <a:lnTo>
                          <a:pt x="165" y="100"/>
                        </a:lnTo>
                        <a:lnTo>
                          <a:pt x="161" y="75"/>
                        </a:lnTo>
                        <a:lnTo>
                          <a:pt x="157" y="51"/>
                        </a:lnTo>
                        <a:lnTo>
                          <a:pt x="156" y="26"/>
                        </a:lnTo>
                        <a:lnTo>
                          <a:pt x="155" y="0"/>
                        </a:lnTo>
                        <a:lnTo>
                          <a:pt x="0" y="0"/>
                        </a:lnTo>
                        <a:close/>
                      </a:path>
                    </a:pathLst>
                  </a:custGeom>
                  <a:solidFill>
                    <a:srgbClr val="EF2B2F"/>
                  </a:solidFill>
                  <a:ln>
                    <a:noFill/>
                  </a:ln>
                </p:spPr>
                <p:txBody>
                  <a:bodyPr/>
                  <a:lstStyle/>
                  <a:p>
                    <a:pPr>
                      <a:defRPr/>
                    </a:pPr>
                    <a:endParaRPr lang="en-US" sz="1050">
                      <a:latin typeface="+mj-lt"/>
                    </a:endParaRPr>
                  </a:p>
                </p:txBody>
              </p:sp>
              <p:sp>
                <p:nvSpPr>
                  <p:cNvPr id="41713" name="Freeform 117">
                    <a:extLst>
                      <a:ext uri="{FF2B5EF4-FFF2-40B4-BE49-F238E27FC236}">
                        <a16:creationId xmlns="" xmlns:a16="http://schemas.microsoft.com/office/drawing/2014/main" id="{45920714-3E91-C672-BD07-2FA6B568A2C0}"/>
                      </a:ext>
                    </a:extLst>
                  </p:cNvPr>
                  <p:cNvSpPr>
                    <a:spLocks/>
                  </p:cNvSpPr>
                  <p:nvPr/>
                </p:nvSpPr>
                <p:spPr bwMode="auto">
                  <a:xfrm>
                    <a:off x="5190" y="1290"/>
                    <a:ext cx="21" cy="25"/>
                  </a:xfrm>
                  <a:custGeom>
                    <a:avLst/>
                    <a:gdLst>
                      <a:gd name="T0" fmla="*/ 0 w 654"/>
                      <a:gd name="T1" fmla="*/ 0 h 654"/>
                      <a:gd name="T2" fmla="*/ 0 w 654"/>
                      <a:gd name="T3" fmla="*/ 0 h 654"/>
                      <a:gd name="T4" fmla="*/ 0 w 654"/>
                      <a:gd name="T5" fmla="*/ 0 h 654"/>
                      <a:gd name="T6" fmla="*/ 0 w 654"/>
                      <a:gd name="T7" fmla="*/ 0 h 654"/>
                      <a:gd name="T8" fmla="*/ 0 w 654"/>
                      <a:gd name="T9" fmla="*/ 0 h 654"/>
                      <a:gd name="T10" fmla="*/ 0 w 654"/>
                      <a:gd name="T11" fmla="*/ 0 h 654"/>
                      <a:gd name="T12" fmla="*/ 0 w 654"/>
                      <a:gd name="T13" fmla="*/ 0 h 654"/>
                      <a:gd name="T14" fmla="*/ 0 w 654"/>
                      <a:gd name="T15" fmla="*/ 0 h 654"/>
                      <a:gd name="T16" fmla="*/ 0 w 654"/>
                      <a:gd name="T17" fmla="*/ 0 h 654"/>
                      <a:gd name="T18" fmla="*/ 0 w 654"/>
                      <a:gd name="T19" fmla="*/ 0 h 654"/>
                      <a:gd name="T20" fmla="*/ 0 w 654"/>
                      <a:gd name="T21" fmla="*/ 0 h 654"/>
                      <a:gd name="T22" fmla="*/ 0 w 654"/>
                      <a:gd name="T23" fmla="*/ 0 h 654"/>
                      <a:gd name="T24" fmla="*/ 0 w 654"/>
                      <a:gd name="T25" fmla="*/ 0 h 654"/>
                      <a:gd name="T26" fmla="*/ 0 w 654"/>
                      <a:gd name="T27" fmla="*/ 0 h 654"/>
                      <a:gd name="T28" fmla="*/ 0 w 654"/>
                      <a:gd name="T29" fmla="*/ 0 h 654"/>
                      <a:gd name="T30" fmla="*/ 0 w 654"/>
                      <a:gd name="T31" fmla="*/ 0 h 654"/>
                      <a:gd name="T32" fmla="*/ 0 w 654"/>
                      <a:gd name="T33" fmla="*/ 0 h 654"/>
                      <a:gd name="T34" fmla="*/ 0 w 654"/>
                      <a:gd name="T35" fmla="*/ 0 h 654"/>
                      <a:gd name="T36" fmla="*/ 0 w 654"/>
                      <a:gd name="T37" fmla="*/ 0 h 654"/>
                      <a:gd name="T38" fmla="*/ 0 w 654"/>
                      <a:gd name="T39" fmla="*/ 0 h 654"/>
                      <a:gd name="T40" fmla="*/ 0 w 654"/>
                      <a:gd name="T41" fmla="*/ 0 h 654"/>
                      <a:gd name="T42" fmla="*/ 0 w 654"/>
                      <a:gd name="T43" fmla="*/ 0 h 654"/>
                      <a:gd name="T44" fmla="*/ 0 w 654"/>
                      <a:gd name="T45" fmla="*/ 0 h 654"/>
                      <a:gd name="T46" fmla="*/ 0 w 654"/>
                      <a:gd name="T47" fmla="*/ 0 h 654"/>
                      <a:gd name="T48" fmla="*/ 0 w 654"/>
                      <a:gd name="T49" fmla="*/ 0 h 654"/>
                      <a:gd name="T50" fmla="*/ 0 w 654"/>
                      <a:gd name="T51" fmla="*/ 0 h 654"/>
                      <a:gd name="T52" fmla="*/ 0 w 654"/>
                      <a:gd name="T53" fmla="*/ 0 h 654"/>
                      <a:gd name="T54" fmla="*/ 0 w 654"/>
                      <a:gd name="T55" fmla="*/ 0 h 654"/>
                      <a:gd name="T56" fmla="*/ 0 w 654"/>
                      <a:gd name="T57" fmla="*/ 0 h 654"/>
                      <a:gd name="T58" fmla="*/ 0 w 654"/>
                      <a:gd name="T59" fmla="*/ 0 h 654"/>
                      <a:gd name="T60" fmla="*/ 0 w 654"/>
                      <a:gd name="T61" fmla="*/ 0 h 654"/>
                      <a:gd name="T62" fmla="*/ 0 w 654"/>
                      <a:gd name="T63" fmla="*/ 0 h 654"/>
                      <a:gd name="T64" fmla="*/ 0 w 654"/>
                      <a:gd name="T65" fmla="*/ 0 h 654"/>
                      <a:gd name="T66" fmla="*/ 0 w 654"/>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4"/>
                      <a:gd name="T104" fmla="*/ 654 w 654"/>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4">
                        <a:moveTo>
                          <a:pt x="654" y="0"/>
                        </a:moveTo>
                        <a:lnTo>
                          <a:pt x="654" y="0"/>
                        </a:lnTo>
                        <a:lnTo>
                          <a:pt x="620" y="1"/>
                        </a:lnTo>
                        <a:lnTo>
                          <a:pt x="588" y="3"/>
                        </a:lnTo>
                        <a:lnTo>
                          <a:pt x="555" y="8"/>
                        </a:lnTo>
                        <a:lnTo>
                          <a:pt x="522" y="14"/>
                        </a:lnTo>
                        <a:lnTo>
                          <a:pt x="491" y="21"/>
                        </a:lnTo>
                        <a:lnTo>
                          <a:pt x="460" y="30"/>
                        </a:lnTo>
                        <a:lnTo>
                          <a:pt x="430" y="40"/>
                        </a:lnTo>
                        <a:lnTo>
                          <a:pt x="399" y="52"/>
                        </a:lnTo>
                        <a:lnTo>
                          <a:pt x="371" y="66"/>
                        </a:lnTo>
                        <a:lnTo>
                          <a:pt x="342" y="80"/>
                        </a:lnTo>
                        <a:lnTo>
                          <a:pt x="315" y="95"/>
                        </a:lnTo>
                        <a:lnTo>
                          <a:pt x="289" y="112"/>
                        </a:lnTo>
                        <a:lnTo>
                          <a:pt x="263" y="131"/>
                        </a:lnTo>
                        <a:lnTo>
                          <a:pt x="238" y="149"/>
                        </a:lnTo>
                        <a:lnTo>
                          <a:pt x="215" y="170"/>
                        </a:lnTo>
                        <a:lnTo>
                          <a:pt x="192" y="192"/>
                        </a:lnTo>
                        <a:lnTo>
                          <a:pt x="170" y="215"/>
                        </a:lnTo>
                        <a:lnTo>
                          <a:pt x="149" y="239"/>
                        </a:lnTo>
                        <a:lnTo>
                          <a:pt x="131" y="263"/>
                        </a:lnTo>
                        <a:lnTo>
                          <a:pt x="112" y="289"/>
                        </a:lnTo>
                        <a:lnTo>
                          <a:pt x="95" y="315"/>
                        </a:lnTo>
                        <a:lnTo>
                          <a:pt x="80" y="342"/>
                        </a:lnTo>
                        <a:lnTo>
                          <a:pt x="64" y="371"/>
                        </a:lnTo>
                        <a:lnTo>
                          <a:pt x="51" y="400"/>
                        </a:lnTo>
                        <a:lnTo>
                          <a:pt x="40" y="430"/>
                        </a:lnTo>
                        <a:lnTo>
                          <a:pt x="30" y="460"/>
                        </a:lnTo>
                        <a:lnTo>
                          <a:pt x="21" y="491"/>
                        </a:lnTo>
                        <a:lnTo>
                          <a:pt x="13" y="522"/>
                        </a:lnTo>
                        <a:lnTo>
                          <a:pt x="8" y="555"/>
                        </a:lnTo>
                        <a:lnTo>
                          <a:pt x="3" y="588"/>
                        </a:lnTo>
                        <a:lnTo>
                          <a:pt x="1" y="620"/>
                        </a:lnTo>
                        <a:lnTo>
                          <a:pt x="0" y="654"/>
                        </a:lnTo>
                        <a:lnTo>
                          <a:pt x="155" y="654"/>
                        </a:lnTo>
                        <a:lnTo>
                          <a:pt x="156" y="628"/>
                        </a:lnTo>
                        <a:lnTo>
                          <a:pt x="157" y="603"/>
                        </a:lnTo>
                        <a:lnTo>
                          <a:pt x="161" y="578"/>
                        </a:lnTo>
                        <a:lnTo>
                          <a:pt x="165" y="554"/>
                        </a:lnTo>
                        <a:lnTo>
                          <a:pt x="170" y="529"/>
                        </a:lnTo>
                        <a:lnTo>
                          <a:pt x="178" y="506"/>
                        </a:lnTo>
                        <a:lnTo>
                          <a:pt x="185" y="483"/>
                        </a:lnTo>
                        <a:lnTo>
                          <a:pt x="194" y="460"/>
                        </a:lnTo>
                        <a:lnTo>
                          <a:pt x="204" y="438"/>
                        </a:lnTo>
                        <a:lnTo>
                          <a:pt x="215" y="416"/>
                        </a:lnTo>
                        <a:lnTo>
                          <a:pt x="227" y="396"/>
                        </a:lnTo>
                        <a:lnTo>
                          <a:pt x="241" y="375"/>
                        </a:lnTo>
                        <a:lnTo>
                          <a:pt x="254" y="355"/>
                        </a:lnTo>
                        <a:lnTo>
                          <a:pt x="269" y="337"/>
                        </a:lnTo>
                        <a:lnTo>
                          <a:pt x="285" y="318"/>
                        </a:lnTo>
                        <a:lnTo>
                          <a:pt x="302" y="302"/>
                        </a:lnTo>
                        <a:lnTo>
                          <a:pt x="318" y="285"/>
                        </a:lnTo>
                        <a:lnTo>
                          <a:pt x="337" y="269"/>
                        </a:lnTo>
                        <a:lnTo>
                          <a:pt x="356" y="254"/>
                        </a:lnTo>
                        <a:lnTo>
                          <a:pt x="375" y="241"/>
                        </a:lnTo>
                        <a:lnTo>
                          <a:pt x="396" y="228"/>
                        </a:lnTo>
                        <a:lnTo>
                          <a:pt x="417" y="215"/>
                        </a:lnTo>
                        <a:lnTo>
                          <a:pt x="438" y="204"/>
                        </a:lnTo>
                        <a:lnTo>
                          <a:pt x="460" y="194"/>
                        </a:lnTo>
                        <a:lnTo>
                          <a:pt x="483" y="185"/>
                        </a:lnTo>
                        <a:lnTo>
                          <a:pt x="506" y="178"/>
                        </a:lnTo>
                        <a:lnTo>
                          <a:pt x="530" y="171"/>
                        </a:lnTo>
                        <a:lnTo>
                          <a:pt x="553" y="165"/>
                        </a:lnTo>
                        <a:lnTo>
                          <a:pt x="578" y="161"/>
                        </a:lnTo>
                        <a:lnTo>
                          <a:pt x="603" y="158"/>
                        </a:lnTo>
                        <a:lnTo>
                          <a:pt x="628" y="156"/>
                        </a:lnTo>
                        <a:lnTo>
                          <a:pt x="654" y="155"/>
                        </a:lnTo>
                        <a:lnTo>
                          <a:pt x="654" y="0"/>
                        </a:lnTo>
                        <a:close/>
                      </a:path>
                    </a:pathLst>
                  </a:custGeom>
                  <a:solidFill>
                    <a:srgbClr val="EF2B2F"/>
                  </a:solidFill>
                  <a:ln>
                    <a:noFill/>
                  </a:ln>
                </p:spPr>
                <p:txBody>
                  <a:bodyPr/>
                  <a:lstStyle/>
                  <a:p>
                    <a:pPr>
                      <a:defRPr/>
                    </a:pPr>
                    <a:endParaRPr lang="en-US" sz="1050">
                      <a:latin typeface="+mj-lt"/>
                    </a:endParaRPr>
                  </a:p>
                </p:txBody>
              </p:sp>
              <p:sp>
                <p:nvSpPr>
                  <p:cNvPr id="41714" name="Freeform 118">
                    <a:extLst>
                      <a:ext uri="{FF2B5EF4-FFF2-40B4-BE49-F238E27FC236}">
                        <a16:creationId xmlns="" xmlns:a16="http://schemas.microsoft.com/office/drawing/2014/main" id="{2C362B55-180C-339D-1ED7-67BFA17AC95D}"/>
                      </a:ext>
                    </a:extLst>
                  </p:cNvPr>
                  <p:cNvSpPr>
                    <a:spLocks/>
                  </p:cNvSpPr>
                  <p:nvPr/>
                </p:nvSpPr>
                <p:spPr bwMode="auto">
                  <a:xfrm>
                    <a:off x="5202" y="1462"/>
                    <a:ext cx="22" cy="25"/>
                  </a:xfrm>
                  <a:custGeom>
                    <a:avLst/>
                    <a:gdLst>
                      <a:gd name="T0" fmla="*/ 0 w 653"/>
                      <a:gd name="T1" fmla="*/ 0 h 654"/>
                      <a:gd name="T2" fmla="*/ 0 w 653"/>
                      <a:gd name="T3" fmla="*/ 0 h 654"/>
                      <a:gd name="T4" fmla="*/ 0 w 653"/>
                      <a:gd name="T5" fmla="*/ 0 h 654"/>
                      <a:gd name="T6" fmla="*/ 0 w 653"/>
                      <a:gd name="T7" fmla="*/ 0 h 654"/>
                      <a:gd name="T8" fmla="*/ 0 w 653"/>
                      <a:gd name="T9" fmla="*/ 0 h 654"/>
                      <a:gd name="T10" fmla="*/ 0 w 653"/>
                      <a:gd name="T11" fmla="*/ 0 h 654"/>
                      <a:gd name="T12" fmla="*/ 0 w 653"/>
                      <a:gd name="T13" fmla="*/ 0 h 654"/>
                      <a:gd name="T14" fmla="*/ 0 w 653"/>
                      <a:gd name="T15" fmla="*/ 0 h 654"/>
                      <a:gd name="T16" fmla="*/ 0 w 653"/>
                      <a:gd name="T17" fmla="*/ 0 h 654"/>
                      <a:gd name="T18" fmla="*/ 0 w 653"/>
                      <a:gd name="T19" fmla="*/ 0 h 654"/>
                      <a:gd name="T20" fmla="*/ 0 w 653"/>
                      <a:gd name="T21" fmla="*/ 0 h 654"/>
                      <a:gd name="T22" fmla="*/ 0 w 653"/>
                      <a:gd name="T23" fmla="*/ 0 h 654"/>
                      <a:gd name="T24" fmla="*/ 0 w 653"/>
                      <a:gd name="T25" fmla="*/ 0 h 654"/>
                      <a:gd name="T26" fmla="*/ 0 w 653"/>
                      <a:gd name="T27" fmla="*/ 0 h 654"/>
                      <a:gd name="T28" fmla="*/ 0 w 653"/>
                      <a:gd name="T29" fmla="*/ 0 h 654"/>
                      <a:gd name="T30" fmla="*/ 0 w 653"/>
                      <a:gd name="T31" fmla="*/ 0 h 654"/>
                      <a:gd name="T32" fmla="*/ 0 w 653"/>
                      <a:gd name="T33" fmla="*/ 0 h 654"/>
                      <a:gd name="T34" fmla="*/ 0 w 653"/>
                      <a:gd name="T35" fmla="*/ 0 h 654"/>
                      <a:gd name="T36" fmla="*/ 0 w 653"/>
                      <a:gd name="T37" fmla="*/ 0 h 654"/>
                      <a:gd name="T38" fmla="*/ 0 w 653"/>
                      <a:gd name="T39" fmla="*/ 0 h 654"/>
                      <a:gd name="T40" fmla="*/ 0 w 653"/>
                      <a:gd name="T41" fmla="*/ 0 h 654"/>
                      <a:gd name="T42" fmla="*/ 0 w 653"/>
                      <a:gd name="T43" fmla="*/ 0 h 654"/>
                      <a:gd name="T44" fmla="*/ 0 w 653"/>
                      <a:gd name="T45" fmla="*/ 0 h 654"/>
                      <a:gd name="T46" fmla="*/ 0 w 653"/>
                      <a:gd name="T47" fmla="*/ 0 h 654"/>
                      <a:gd name="T48" fmla="*/ 0 w 653"/>
                      <a:gd name="T49" fmla="*/ 0 h 654"/>
                      <a:gd name="T50" fmla="*/ 0 w 653"/>
                      <a:gd name="T51" fmla="*/ 0 h 654"/>
                      <a:gd name="T52" fmla="*/ 0 w 653"/>
                      <a:gd name="T53" fmla="*/ 0 h 654"/>
                      <a:gd name="T54" fmla="*/ 0 w 653"/>
                      <a:gd name="T55" fmla="*/ 0 h 654"/>
                      <a:gd name="T56" fmla="*/ 0 w 653"/>
                      <a:gd name="T57" fmla="*/ 0 h 654"/>
                      <a:gd name="T58" fmla="*/ 0 w 653"/>
                      <a:gd name="T59" fmla="*/ 0 h 654"/>
                      <a:gd name="T60" fmla="*/ 0 w 653"/>
                      <a:gd name="T61" fmla="*/ 0 h 654"/>
                      <a:gd name="T62" fmla="*/ 0 w 653"/>
                      <a:gd name="T63" fmla="*/ 0 h 654"/>
                      <a:gd name="T64" fmla="*/ 0 w 653"/>
                      <a:gd name="T65" fmla="*/ 0 h 654"/>
                      <a:gd name="T66" fmla="*/ 0 w 653"/>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3"/>
                      <a:gd name="T103" fmla="*/ 0 h 654"/>
                      <a:gd name="T104" fmla="*/ 653 w 653"/>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3" h="654">
                        <a:moveTo>
                          <a:pt x="653" y="654"/>
                        </a:moveTo>
                        <a:lnTo>
                          <a:pt x="653" y="654"/>
                        </a:lnTo>
                        <a:lnTo>
                          <a:pt x="652" y="620"/>
                        </a:lnTo>
                        <a:lnTo>
                          <a:pt x="650" y="587"/>
                        </a:lnTo>
                        <a:lnTo>
                          <a:pt x="647" y="554"/>
                        </a:lnTo>
                        <a:lnTo>
                          <a:pt x="640" y="523"/>
                        </a:lnTo>
                        <a:lnTo>
                          <a:pt x="633" y="490"/>
                        </a:lnTo>
                        <a:lnTo>
                          <a:pt x="624" y="460"/>
                        </a:lnTo>
                        <a:lnTo>
                          <a:pt x="614" y="429"/>
                        </a:lnTo>
                        <a:lnTo>
                          <a:pt x="602" y="400"/>
                        </a:lnTo>
                        <a:lnTo>
                          <a:pt x="589" y="370"/>
                        </a:lnTo>
                        <a:lnTo>
                          <a:pt x="575" y="343"/>
                        </a:lnTo>
                        <a:lnTo>
                          <a:pt x="559" y="315"/>
                        </a:lnTo>
                        <a:lnTo>
                          <a:pt x="542" y="289"/>
                        </a:lnTo>
                        <a:lnTo>
                          <a:pt x="524" y="263"/>
                        </a:lnTo>
                        <a:lnTo>
                          <a:pt x="504" y="238"/>
                        </a:lnTo>
                        <a:lnTo>
                          <a:pt x="483" y="214"/>
                        </a:lnTo>
                        <a:lnTo>
                          <a:pt x="463" y="192"/>
                        </a:lnTo>
                        <a:lnTo>
                          <a:pt x="440" y="171"/>
                        </a:lnTo>
                        <a:lnTo>
                          <a:pt x="416" y="150"/>
                        </a:lnTo>
                        <a:lnTo>
                          <a:pt x="391" y="131"/>
                        </a:lnTo>
                        <a:lnTo>
                          <a:pt x="366" y="112"/>
                        </a:lnTo>
                        <a:lnTo>
                          <a:pt x="338" y="96"/>
                        </a:lnTo>
                        <a:lnTo>
                          <a:pt x="311" y="79"/>
                        </a:lnTo>
                        <a:lnTo>
                          <a:pt x="283" y="65"/>
                        </a:lnTo>
                        <a:lnTo>
                          <a:pt x="254" y="52"/>
                        </a:lnTo>
                        <a:lnTo>
                          <a:pt x="225" y="40"/>
                        </a:lnTo>
                        <a:lnTo>
                          <a:pt x="194" y="30"/>
                        </a:lnTo>
                        <a:lnTo>
                          <a:pt x="163" y="22"/>
                        </a:lnTo>
                        <a:lnTo>
                          <a:pt x="131" y="14"/>
                        </a:lnTo>
                        <a:lnTo>
                          <a:pt x="100" y="7"/>
                        </a:lnTo>
                        <a:lnTo>
                          <a:pt x="67" y="4"/>
                        </a:lnTo>
                        <a:lnTo>
                          <a:pt x="34" y="1"/>
                        </a:lnTo>
                        <a:lnTo>
                          <a:pt x="0" y="0"/>
                        </a:lnTo>
                        <a:lnTo>
                          <a:pt x="0" y="156"/>
                        </a:lnTo>
                        <a:lnTo>
                          <a:pt x="26" y="156"/>
                        </a:lnTo>
                        <a:lnTo>
                          <a:pt x="52" y="158"/>
                        </a:lnTo>
                        <a:lnTo>
                          <a:pt x="77" y="161"/>
                        </a:lnTo>
                        <a:lnTo>
                          <a:pt x="101" y="165"/>
                        </a:lnTo>
                        <a:lnTo>
                          <a:pt x="125" y="171"/>
                        </a:lnTo>
                        <a:lnTo>
                          <a:pt x="149" y="177"/>
                        </a:lnTo>
                        <a:lnTo>
                          <a:pt x="172" y="185"/>
                        </a:lnTo>
                        <a:lnTo>
                          <a:pt x="193" y="195"/>
                        </a:lnTo>
                        <a:lnTo>
                          <a:pt x="216" y="205"/>
                        </a:lnTo>
                        <a:lnTo>
                          <a:pt x="238" y="216"/>
                        </a:lnTo>
                        <a:lnTo>
                          <a:pt x="259" y="228"/>
                        </a:lnTo>
                        <a:lnTo>
                          <a:pt x="278" y="241"/>
                        </a:lnTo>
                        <a:lnTo>
                          <a:pt x="298" y="254"/>
                        </a:lnTo>
                        <a:lnTo>
                          <a:pt x="317" y="269"/>
                        </a:lnTo>
                        <a:lnTo>
                          <a:pt x="335" y="285"/>
                        </a:lnTo>
                        <a:lnTo>
                          <a:pt x="353" y="302"/>
                        </a:lnTo>
                        <a:lnTo>
                          <a:pt x="369" y="319"/>
                        </a:lnTo>
                        <a:lnTo>
                          <a:pt x="385" y="338"/>
                        </a:lnTo>
                        <a:lnTo>
                          <a:pt x="399" y="356"/>
                        </a:lnTo>
                        <a:lnTo>
                          <a:pt x="414" y="376"/>
                        </a:lnTo>
                        <a:lnTo>
                          <a:pt x="427" y="395"/>
                        </a:lnTo>
                        <a:lnTo>
                          <a:pt x="439" y="416"/>
                        </a:lnTo>
                        <a:lnTo>
                          <a:pt x="450" y="438"/>
                        </a:lnTo>
                        <a:lnTo>
                          <a:pt x="459" y="460"/>
                        </a:lnTo>
                        <a:lnTo>
                          <a:pt x="468" y="483"/>
                        </a:lnTo>
                        <a:lnTo>
                          <a:pt x="477" y="505"/>
                        </a:lnTo>
                        <a:lnTo>
                          <a:pt x="483" y="529"/>
                        </a:lnTo>
                        <a:lnTo>
                          <a:pt x="489" y="553"/>
                        </a:lnTo>
                        <a:lnTo>
                          <a:pt x="493" y="577"/>
                        </a:lnTo>
                        <a:lnTo>
                          <a:pt x="496" y="602"/>
                        </a:lnTo>
                        <a:lnTo>
                          <a:pt x="499" y="629"/>
                        </a:lnTo>
                        <a:lnTo>
                          <a:pt x="499" y="654"/>
                        </a:lnTo>
                        <a:lnTo>
                          <a:pt x="653" y="654"/>
                        </a:lnTo>
                        <a:close/>
                      </a:path>
                    </a:pathLst>
                  </a:custGeom>
                  <a:solidFill>
                    <a:srgbClr val="EF2B2F"/>
                  </a:solidFill>
                  <a:ln>
                    <a:noFill/>
                  </a:ln>
                </p:spPr>
                <p:txBody>
                  <a:bodyPr/>
                  <a:lstStyle/>
                  <a:p>
                    <a:pPr>
                      <a:defRPr/>
                    </a:pPr>
                    <a:endParaRPr lang="en-US" sz="1050">
                      <a:latin typeface="+mj-lt"/>
                    </a:endParaRPr>
                  </a:p>
                </p:txBody>
              </p:sp>
              <p:sp>
                <p:nvSpPr>
                  <p:cNvPr id="41715" name="Freeform 119">
                    <a:extLst>
                      <a:ext uri="{FF2B5EF4-FFF2-40B4-BE49-F238E27FC236}">
                        <a16:creationId xmlns="" xmlns:a16="http://schemas.microsoft.com/office/drawing/2014/main" id="{3A986A8A-E678-500A-901D-7D59DEF15236}"/>
                      </a:ext>
                    </a:extLst>
                  </p:cNvPr>
                  <p:cNvSpPr>
                    <a:spLocks/>
                  </p:cNvSpPr>
                  <p:nvPr/>
                </p:nvSpPr>
                <p:spPr bwMode="auto">
                  <a:xfrm>
                    <a:off x="5202" y="1487"/>
                    <a:ext cx="22" cy="25"/>
                  </a:xfrm>
                  <a:custGeom>
                    <a:avLst/>
                    <a:gdLst>
                      <a:gd name="T0" fmla="*/ 0 w 653"/>
                      <a:gd name="T1" fmla="*/ 0 h 654"/>
                      <a:gd name="T2" fmla="*/ 0 w 653"/>
                      <a:gd name="T3" fmla="*/ 0 h 654"/>
                      <a:gd name="T4" fmla="*/ 0 w 653"/>
                      <a:gd name="T5" fmla="*/ 0 h 654"/>
                      <a:gd name="T6" fmla="*/ 0 w 653"/>
                      <a:gd name="T7" fmla="*/ 0 h 654"/>
                      <a:gd name="T8" fmla="*/ 0 w 653"/>
                      <a:gd name="T9" fmla="*/ 0 h 654"/>
                      <a:gd name="T10" fmla="*/ 0 w 653"/>
                      <a:gd name="T11" fmla="*/ 0 h 654"/>
                      <a:gd name="T12" fmla="*/ 0 w 653"/>
                      <a:gd name="T13" fmla="*/ 0 h 654"/>
                      <a:gd name="T14" fmla="*/ 0 w 653"/>
                      <a:gd name="T15" fmla="*/ 0 h 654"/>
                      <a:gd name="T16" fmla="*/ 0 w 653"/>
                      <a:gd name="T17" fmla="*/ 0 h 654"/>
                      <a:gd name="T18" fmla="*/ 0 w 653"/>
                      <a:gd name="T19" fmla="*/ 0 h 654"/>
                      <a:gd name="T20" fmla="*/ 0 w 653"/>
                      <a:gd name="T21" fmla="*/ 0 h 654"/>
                      <a:gd name="T22" fmla="*/ 0 w 653"/>
                      <a:gd name="T23" fmla="*/ 0 h 654"/>
                      <a:gd name="T24" fmla="*/ 0 w 653"/>
                      <a:gd name="T25" fmla="*/ 0 h 654"/>
                      <a:gd name="T26" fmla="*/ 0 w 653"/>
                      <a:gd name="T27" fmla="*/ 0 h 654"/>
                      <a:gd name="T28" fmla="*/ 0 w 653"/>
                      <a:gd name="T29" fmla="*/ 0 h 654"/>
                      <a:gd name="T30" fmla="*/ 0 w 653"/>
                      <a:gd name="T31" fmla="*/ 0 h 654"/>
                      <a:gd name="T32" fmla="*/ 0 w 653"/>
                      <a:gd name="T33" fmla="*/ 0 h 654"/>
                      <a:gd name="T34" fmla="*/ 0 w 653"/>
                      <a:gd name="T35" fmla="*/ 0 h 654"/>
                      <a:gd name="T36" fmla="*/ 0 w 653"/>
                      <a:gd name="T37" fmla="*/ 0 h 654"/>
                      <a:gd name="T38" fmla="*/ 0 w 653"/>
                      <a:gd name="T39" fmla="*/ 0 h 654"/>
                      <a:gd name="T40" fmla="*/ 0 w 653"/>
                      <a:gd name="T41" fmla="*/ 0 h 654"/>
                      <a:gd name="T42" fmla="*/ 0 w 653"/>
                      <a:gd name="T43" fmla="*/ 0 h 654"/>
                      <a:gd name="T44" fmla="*/ 0 w 653"/>
                      <a:gd name="T45" fmla="*/ 0 h 654"/>
                      <a:gd name="T46" fmla="*/ 0 w 653"/>
                      <a:gd name="T47" fmla="*/ 0 h 654"/>
                      <a:gd name="T48" fmla="*/ 0 w 653"/>
                      <a:gd name="T49" fmla="*/ 0 h 654"/>
                      <a:gd name="T50" fmla="*/ 0 w 653"/>
                      <a:gd name="T51" fmla="*/ 0 h 654"/>
                      <a:gd name="T52" fmla="*/ 0 w 653"/>
                      <a:gd name="T53" fmla="*/ 0 h 654"/>
                      <a:gd name="T54" fmla="*/ 0 w 653"/>
                      <a:gd name="T55" fmla="*/ 0 h 654"/>
                      <a:gd name="T56" fmla="*/ 0 w 653"/>
                      <a:gd name="T57" fmla="*/ 0 h 654"/>
                      <a:gd name="T58" fmla="*/ 0 w 653"/>
                      <a:gd name="T59" fmla="*/ 0 h 654"/>
                      <a:gd name="T60" fmla="*/ 0 w 653"/>
                      <a:gd name="T61" fmla="*/ 0 h 654"/>
                      <a:gd name="T62" fmla="*/ 0 w 653"/>
                      <a:gd name="T63" fmla="*/ 0 h 654"/>
                      <a:gd name="T64" fmla="*/ 0 w 653"/>
                      <a:gd name="T65" fmla="*/ 0 h 654"/>
                      <a:gd name="T66" fmla="*/ 0 w 653"/>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3"/>
                      <a:gd name="T103" fmla="*/ 0 h 654"/>
                      <a:gd name="T104" fmla="*/ 653 w 653"/>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3" h="654">
                        <a:moveTo>
                          <a:pt x="0" y="654"/>
                        </a:moveTo>
                        <a:lnTo>
                          <a:pt x="0" y="654"/>
                        </a:lnTo>
                        <a:lnTo>
                          <a:pt x="33" y="652"/>
                        </a:lnTo>
                        <a:lnTo>
                          <a:pt x="67" y="649"/>
                        </a:lnTo>
                        <a:lnTo>
                          <a:pt x="100" y="646"/>
                        </a:lnTo>
                        <a:lnTo>
                          <a:pt x="131" y="639"/>
                        </a:lnTo>
                        <a:lnTo>
                          <a:pt x="163" y="632"/>
                        </a:lnTo>
                        <a:lnTo>
                          <a:pt x="194" y="623"/>
                        </a:lnTo>
                        <a:lnTo>
                          <a:pt x="225" y="613"/>
                        </a:lnTo>
                        <a:lnTo>
                          <a:pt x="254" y="601"/>
                        </a:lnTo>
                        <a:lnTo>
                          <a:pt x="283" y="588"/>
                        </a:lnTo>
                        <a:lnTo>
                          <a:pt x="311" y="574"/>
                        </a:lnTo>
                        <a:lnTo>
                          <a:pt x="338" y="558"/>
                        </a:lnTo>
                        <a:lnTo>
                          <a:pt x="366" y="541"/>
                        </a:lnTo>
                        <a:lnTo>
                          <a:pt x="391" y="523"/>
                        </a:lnTo>
                        <a:lnTo>
                          <a:pt x="416" y="503"/>
                        </a:lnTo>
                        <a:lnTo>
                          <a:pt x="440" y="482"/>
                        </a:lnTo>
                        <a:lnTo>
                          <a:pt x="463" y="462"/>
                        </a:lnTo>
                        <a:lnTo>
                          <a:pt x="483" y="439"/>
                        </a:lnTo>
                        <a:lnTo>
                          <a:pt x="504" y="415"/>
                        </a:lnTo>
                        <a:lnTo>
                          <a:pt x="524" y="390"/>
                        </a:lnTo>
                        <a:lnTo>
                          <a:pt x="542" y="365"/>
                        </a:lnTo>
                        <a:lnTo>
                          <a:pt x="559" y="339"/>
                        </a:lnTo>
                        <a:lnTo>
                          <a:pt x="575" y="311"/>
                        </a:lnTo>
                        <a:lnTo>
                          <a:pt x="589" y="283"/>
                        </a:lnTo>
                        <a:lnTo>
                          <a:pt x="602" y="254"/>
                        </a:lnTo>
                        <a:lnTo>
                          <a:pt x="614" y="224"/>
                        </a:lnTo>
                        <a:lnTo>
                          <a:pt x="624" y="194"/>
                        </a:lnTo>
                        <a:lnTo>
                          <a:pt x="633" y="163"/>
                        </a:lnTo>
                        <a:lnTo>
                          <a:pt x="640" y="132"/>
                        </a:lnTo>
                        <a:lnTo>
                          <a:pt x="647" y="99"/>
                        </a:lnTo>
                        <a:lnTo>
                          <a:pt x="650" y="66"/>
                        </a:lnTo>
                        <a:lnTo>
                          <a:pt x="652" y="33"/>
                        </a:lnTo>
                        <a:lnTo>
                          <a:pt x="653" y="0"/>
                        </a:lnTo>
                        <a:lnTo>
                          <a:pt x="499" y="0"/>
                        </a:lnTo>
                        <a:lnTo>
                          <a:pt x="499" y="26"/>
                        </a:lnTo>
                        <a:lnTo>
                          <a:pt x="496" y="51"/>
                        </a:lnTo>
                        <a:lnTo>
                          <a:pt x="493" y="76"/>
                        </a:lnTo>
                        <a:lnTo>
                          <a:pt x="489" y="100"/>
                        </a:lnTo>
                        <a:lnTo>
                          <a:pt x="483" y="124"/>
                        </a:lnTo>
                        <a:lnTo>
                          <a:pt x="477" y="148"/>
                        </a:lnTo>
                        <a:lnTo>
                          <a:pt x="468" y="171"/>
                        </a:lnTo>
                        <a:lnTo>
                          <a:pt x="459" y="194"/>
                        </a:lnTo>
                        <a:lnTo>
                          <a:pt x="450" y="215"/>
                        </a:lnTo>
                        <a:lnTo>
                          <a:pt x="439" y="237"/>
                        </a:lnTo>
                        <a:lnTo>
                          <a:pt x="427" y="258"/>
                        </a:lnTo>
                        <a:lnTo>
                          <a:pt x="414" y="278"/>
                        </a:lnTo>
                        <a:lnTo>
                          <a:pt x="399" y="297"/>
                        </a:lnTo>
                        <a:lnTo>
                          <a:pt x="385" y="317"/>
                        </a:lnTo>
                        <a:lnTo>
                          <a:pt x="369" y="334"/>
                        </a:lnTo>
                        <a:lnTo>
                          <a:pt x="353" y="352"/>
                        </a:lnTo>
                        <a:lnTo>
                          <a:pt x="335" y="368"/>
                        </a:lnTo>
                        <a:lnTo>
                          <a:pt x="317" y="384"/>
                        </a:lnTo>
                        <a:lnTo>
                          <a:pt x="298" y="400"/>
                        </a:lnTo>
                        <a:lnTo>
                          <a:pt x="278" y="413"/>
                        </a:lnTo>
                        <a:lnTo>
                          <a:pt x="259" y="426"/>
                        </a:lnTo>
                        <a:lnTo>
                          <a:pt x="238" y="438"/>
                        </a:lnTo>
                        <a:lnTo>
                          <a:pt x="216" y="449"/>
                        </a:lnTo>
                        <a:lnTo>
                          <a:pt x="193" y="460"/>
                        </a:lnTo>
                        <a:lnTo>
                          <a:pt x="172" y="468"/>
                        </a:lnTo>
                        <a:lnTo>
                          <a:pt x="149" y="476"/>
                        </a:lnTo>
                        <a:lnTo>
                          <a:pt x="125" y="482"/>
                        </a:lnTo>
                        <a:lnTo>
                          <a:pt x="101" y="488"/>
                        </a:lnTo>
                        <a:lnTo>
                          <a:pt x="77" y="492"/>
                        </a:lnTo>
                        <a:lnTo>
                          <a:pt x="52" y="496"/>
                        </a:lnTo>
                        <a:lnTo>
                          <a:pt x="27" y="498"/>
                        </a:lnTo>
                        <a:lnTo>
                          <a:pt x="0" y="498"/>
                        </a:lnTo>
                        <a:lnTo>
                          <a:pt x="0" y="654"/>
                        </a:lnTo>
                        <a:close/>
                      </a:path>
                    </a:pathLst>
                  </a:custGeom>
                  <a:solidFill>
                    <a:srgbClr val="EF2B2F"/>
                  </a:solidFill>
                  <a:ln>
                    <a:noFill/>
                  </a:ln>
                </p:spPr>
                <p:txBody>
                  <a:bodyPr/>
                  <a:lstStyle/>
                  <a:p>
                    <a:pPr>
                      <a:defRPr/>
                    </a:pPr>
                    <a:endParaRPr lang="en-US" sz="1050">
                      <a:latin typeface="+mj-lt"/>
                    </a:endParaRPr>
                  </a:p>
                </p:txBody>
              </p:sp>
              <p:sp>
                <p:nvSpPr>
                  <p:cNvPr id="41716" name="Freeform 120">
                    <a:extLst>
                      <a:ext uri="{FF2B5EF4-FFF2-40B4-BE49-F238E27FC236}">
                        <a16:creationId xmlns="" xmlns:a16="http://schemas.microsoft.com/office/drawing/2014/main" id="{5B57C9F2-2DD7-934F-5B05-C4C6BB779196}"/>
                      </a:ext>
                    </a:extLst>
                  </p:cNvPr>
                  <p:cNvSpPr>
                    <a:spLocks/>
                  </p:cNvSpPr>
                  <p:nvPr/>
                </p:nvSpPr>
                <p:spPr bwMode="auto">
                  <a:xfrm>
                    <a:off x="5181" y="1487"/>
                    <a:ext cx="21" cy="25"/>
                  </a:xfrm>
                  <a:custGeom>
                    <a:avLst/>
                    <a:gdLst>
                      <a:gd name="T0" fmla="*/ 0 w 654"/>
                      <a:gd name="T1" fmla="*/ 0 h 654"/>
                      <a:gd name="T2" fmla="*/ 0 w 654"/>
                      <a:gd name="T3" fmla="*/ 0 h 654"/>
                      <a:gd name="T4" fmla="*/ 0 w 654"/>
                      <a:gd name="T5" fmla="*/ 0 h 654"/>
                      <a:gd name="T6" fmla="*/ 0 w 654"/>
                      <a:gd name="T7" fmla="*/ 0 h 654"/>
                      <a:gd name="T8" fmla="*/ 0 w 654"/>
                      <a:gd name="T9" fmla="*/ 0 h 654"/>
                      <a:gd name="T10" fmla="*/ 0 w 654"/>
                      <a:gd name="T11" fmla="*/ 0 h 654"/>
                      <a:gd name="T12" fmla="*/ 0 w 654"/>
                      <a:gd name="T13" fmla="*/ 0 h 654"/>
                      <a:gd name="T14" fmla="*/ 0 w 654"/>
                      <a:gd name="T15" fmla="*/ 0 h 654"/>
                      <a:gd name="T16" fmla="*/ 0 w 654"/>
                      <a:gd name="T17" fmla="*/ 0 h 654"/>
                      <a:gd name="T18" fmla="*/ 0 w 654"/>
                      <a:gd name="T19" fmla="*/ 0 h 654"/>
                      <a:gd name="T20" fmla="*/ 0 w 654"/>
                      <a:gd name="T21" fmla="*/ 0 h 654"/>
                      <a:gd name="T22" fmla="*/ 0 w 654"/>
                      <a:gd name="T23" fmla="*/ 0 h 654"/>
                      <a:gd name="T24" fmla="*/ 0 w 654"/>
                      <a:gd name="T25" fmla="*/ 0 h 654"/>
                      <a:gd name="T26" fmla="*/ 0 w 654"/>
                      <a:gd name="T27" fmla="*/ 0 h 654"/>
                      <a:gd name="T28" fmla="*/ 0 w 654"/>
                      <a:gd name="T29" fmla="*/ 0 h 654"/>
                      <a:gd name="T30" fmla="*/ 0 w 654"/>
                      <a:gd name="T31" fmla="*/ 0 h 654"/>
                      <a:gd name="T32" fmla="*/ 0 w 654"/>
                      <a:gd name="T33" fmla="*/ 0 h 654"/>
                      <a:gd name="T34" fmla="*/ 0 w 654"/>
                      <a:gd name="T35" fmla="*/ 0 h 654"/>
                      <a:gd name="T36" fmla="*/ 0 w 654"/>
                      <a:gd name="T37" fmla="*/ 0 h 654"/>
                      <a:gd name="T38" fmla="*/ 0 w 654"/>
                      <a:gd name="T39" fmla="*/ 0 h 654"/>
                      <a:gd name="T40" fmla="*/ 0 w 654"/>
                      <a:gd name="T41" fmla="*/ 0 h 654"/>
                      <a:gd name="T42" fmla="*/ 0 w 654"/>
                      <a:gd name="T43" fmla="*/ 0 h 654"/>
                      <a:gd name="T44" fmla="*/ 0 w 654"/>
                      <a:gd name="T45" fmla="*/ 0 h 654"/>
                      <a:gd name="T46" fmla="*/ 0 w 654"/>
                      <a:gd name="T47" fmla="*/ 0 h 654"/>
                      <a:gd name="T48" fmla="*/ 0 w 654"/>
                      <a:gd name="T49" fmla="*/ 0 h 654"/>
                      <a:gd name="T50" fmla="*/ 0 w 654"/>
                      <a:gd name="T51" fmla="*/ 0 h 654"/>
                      <a:gd name="T52" fmla="*/ 0 w 654"/>
                      <a:gd name="T53" fmla="*/ 0 h 654"/>
                      <a:gd name="T54" fmla="*/ 0 w 654"/>
                      <a:gd name="T55" fmla="*/ 0 h 654"/>
                      <a:gd name="T56" fmla="*/ 0 w 654"/>
                      <a:gd name="T57" fmla="*/ 0 h 654"/>
                      <a:gd name="T58" fmla="*/ 0 w 654"/>
                      <a:gd name="T59" fmla="*/ 0 h 654"/>
                      <a:gd name="T60" fmla="*/ 0 w 654"/>
                      <a:gd name="T61" fmla="*/ 0 h 654"/>
                      <a:gd name="T62" fmla="*/ 0 w 654"/>
                      <a:gd name="T63" fmla="*/ 0 h 654"/>
                      <a:gd name="T64" fmla="*/ 0 w 654"/>
                      <a:gd name="T65" fmla="*/ 0 h 654"/>
                      <a:gd name="T66" fmla="*/ 0 w 654"/>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4"/>
                      <a:gd name="T104" fmla="*/ 654 w 654"/>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4">
                        <a:moveTo>
                          <a:pt x="0" y="0"/>
                        </a:moveTo>
                        <a:lnTo>
                          <a:pt x="0" y="0"/>
                        </a:lnTo>
                        <a:lnTo>
                          <a:pt x="1" y="33"/>
                        </a:lnTo>
                        <a:lnTo>
                          <a:pt x="5" y="66"/>
                        </a:lnTo>
                        <a:lnTo>
                          <a:pt x="8" y="99"/>
                        </a:lnTo>
                        <a:lnTo>
                          <a:pt x="15" y="132"/>
                        </a:lnTo>
                        <a:lnTo>
                          <a:pt x="21" y="162"/>
                        </a:lnTo>
                        <a:lnTo>
                          <a:pt x="30" y="194"/>
                        </a:lnTo>
                        <a:lnTo>
                          <a:pt x="41" y="224"/>
                        </a:lnTo>
                        <a:lnTo>
                          <a:pt x="53" y="254"/>
                        </a:lnTo>
                        <a:lnTo>
                          <a:pt x="66" y="283"/>
                        </a:lnTo>
                        <a:lnTo>
                          <a:pt x="80" y="311"/>
                        </a:lnTo>
                        <a:lnTo>
                          <a:pt x="95" y="339"/>
                        </a:lnTo>
                        <a:lnTo>
                          <a:pt x="113" y="365"/>
                        </a:lnTo>
                        <a:lnTo>
                          <a:pt x="131" y="390"/>
                        </a:lnTo>
                        <a:lnTo>
                          <a:pt x="151" y="415"/>
                        </a:lnTo>
                        <a:lnTo>
                          <a:pt x="170" y="439"/>
                        </a:lnTo>
                        <a:lnTo>
                          <a:pt x="192" y="462"/>
                        </a:lnTo>
                        <a:lnTo>
                          <a:pt x="215" y="482"/>
                        </a:lnTo>
                        <a:lnTo>
                          <a:pt x="239" y="503"/>
                        </a:lnTo>
                        <a:lnTo>
                          <a:pt x="263" y="523"/>
                        </a:lnTo>
                        <a:lnTo>
                          <a:pt x="289" y="541"/>
                        </a:lnTo>
                        <a:lnTo>
                          <a:pt x="315" y="558"/>
                        </a:lnTo>
                        <a:lnTo>
                          <a:pt x="343" y="574"/>
                        </a:lnTo>
                        <a:lnTo>
                          <a:pt x="371" y="588"/>
                        </a:lnTo>
                        <a:lnTo>
                          <a:pt x="400" y="601"/>
                        </a:lnTo>
                        <a:lnTo>
                          <a:pt x="430" y="613"/>
                        </a:lnTo>
                        <a:lnTo>
                          <a:pt x="460" y="623"/>
                        </a:lnTo>
                        <a:lnTo>
                          <a:pt x="492" y="632"/>
                        </a:lnTo>
                        <a:lnTo>
                          <a:pt x="523" y="639"/>
                        </a:lnTo>
                        <a:lnTo>
                          <a:pt x="555" y="646"/>
                        </a:lnTo>
                        <a:lnTo>
                          <a:pt x="588" y="649"/>
                        </a:lnTo>
                        <a:lnTo>
                          <a:pt x="621" y="652"/>
                        </a:lnTo>
                        <a:lnTo>
                          <a:pt x="654" y="654"/>
                        </a:lnTo>
                        <a:lnTo>
                          <a:pt x="654" y="498"/>
                        </a:lnTo>
                        <a:lnTo>
                          <a:pt x="628" y="498"/>
                        </a:lnTo>
                        <a:lnTo>
                          <a:pt x="603" y="496"/>
                        </a:lnTo>
                        <a:lnTo>
                          <a:pt x="578" y="492"/>
                        </a:lnTo>
                        <a:lnTo>
                          <a:pt x="554" y="488"/>
                        </a:lnTo>
                        <a:lnTo>
                          <a:pt x="530" y="482"/>
                        </a:lnTo>
                        <a:lnTo>
                          <a:pt x="506" y="476"/>
                        </a:lnTo>
                        <a:lnTo>
                          <a:pt x="483" y="468"/>
                        </a:lnTo>
                        <a:lnTo>
                          <a:pt x="460" y="460"/>
                        </a:lnTo>
                        <a:lnTo>
                          <a:pt x="439" y="449"/>
                        </a:lnTo>
                        <a:lnTo>
                          <a:pt x="417" y="438"/>
                        </a:lnTo>
                        <a:lnTo>
                          <a:pt x="396" y="426"/>
                        </a:lnTo>
                        <a:lnTo>
                          <a:pt x="375" y="413"/>
                        </a:lnTo>
                        <a:lnTo>
                          <a:pt x="356" y="399"/>
                        </a:lnTo>
                        <a:lnTo>
                          <a:pt x="337" y="384"/>
                        </a:lnTo>
                        <a:lnTo>
                          <a:pt x="320" y="368"/>
                        </a:lnTo>
                        <a:lnTo>
                          <a:pt x="302" y="352"/>
                        </a:lnTo>
                        <a:lnTo>
                          <a:pt x="285" y="334"/>
                        </a:lnTo>
                        <a:lnTo>
                          <a:pt x="270" y="317"/>
                        </a:lnTo>
                        <a:lnTo>
                          <a:pt x="254" y="297"/>
                        </a:lnTo>
                        <a:lnTo>
                          <a:pt x="241" y="278"/>
                        </a:lnTo>
                        <a:lnTo>
                          <a:pt x="228" y="258"/>
                        </a:lnTo>
                        <a:lnTo>
                          <a:pt x="216" y="237"/>
                        </a:lnTo>
                        <a:lnTo>
                          <a:pt x="205" y="215"/>
                        </a:lnTo>
                        <a:lnTo>
                          <a:pt x="194" y="194"/>
                        </a:lnTo>
                        <a:lnTo>
                          <a:pt x="186" y="171"/>
                        </a:lnTo>
                        <a:lnTo>
                          <a:pt x="178" y="148"/>
                        </a:lnTo>
                        <a:lnTo>
                          <a:pt x="172" y="124"/>
                        </a:lnTo>
                        <a:lnTo>
                          <a:pt x="166" y="100"/>
                        </a:lnTo>
                        <a:lnTo>
                          <a:pt x="162" y="76"/>
                        </a:lnTo>
                        <a:lnTo>
                          <a:pt x="158" y="51"/>
                        </a:lnTo>
                        <a:lnTo>
                          <a:pt x="156" y="26"/>
                        </a:lnTo>
                        <a:lnTo>
                          <a:pt x="156" y="0"/>
                        </a:lnTo>
                        <a:lnTo>
                          <a:pt x="0" y="0"/>
                        </a:lnTo>
                        <a:close/>
                      </a:path>
                    </a:pathLst>
                  </a:custGeom>
                  <a:solidFill>
                    <a:srgbClr val="EF2B2F"/>
                  </a:solidFill>
                  <a:ln>
                    <a:noFill/>
                  </a:ln>
                </p:spPr>
                <p:txBody>
                  <a:bodyPr/>
                  <a:lstStyle/>
                  <a:p>
                    <a:pPr>
                      <a:defRPr/>
                    </a:pPr>
                    <a:endParaRPr lang="en-US" sz="1050">
                      <a:latin typeface="+mj-lt"/>
                    </a:endParaRPr>
                  </a:p>
                </p:txBody>
              </p:sp>
              <p:sp>
                <p:nvSpPr>
                  <p:cNvPr id="41717" name="Freeform 121">
                    <a:extLst>
                      <a:ext uri="{FF2B5EF4-FFF2-40B4-BE49-F238E27FC236}">
                        <a16:creationId xmlns="" xmlns:a16="http://schemas.microsoft.com/office/drawing/2014/main" id="{55E39F60-381F-D653-5BC0-E3D0A2E3D1AB}"/>
                      </a:ext>
                    </a:extLst>
                  </p:cNvPr>
                  <p:cNvSpPr>
                    <a:spLocks/>
                  </p:cNvSpPr>
                  <p:nvPr/>
                </p:nvSpPr>
                <p:spPr bwMode="auto">
                  <a:xfrm>
                    <a:off x="5181" y="1462"/>
                    <a:ext cx="21" cy="25"/>
                  </a:xfrm>
                  <a:custGeom>
                    <a:avLst/>
                    <a:gdLst>
                      <a:gd name="T0" fmla="*/ 0 w 654"/>
                      <a:gd name="T1" fmla="*/ 0 h 654"/>
                      <a:gd name="T2" fmla="*/ 0 w 654"/>
                      <a:gd name="T3" fmla="*/ 0 h 654"/>
                      <a:gd name="T4" fmla="*/ 0 w 654"/>
                      <a:gd name="T5" fmla="*/ 0 h 654"/>
                      <a:gd name="T6" fmla="*/ 0 w 654"/>
                      <a:gd name="T7" fmla="*/ 0 h 654"/>
                      <a:gd name="T8" fmla="*/ 0 w 654"/>
                      <a:gd name="T9" fmla="*/ 0 h 654"/>
                      <a:gd name="T10" fmla="*/ 0 w 654"/>
                      <a:gd name="T11" fmla="*/ 0 h 654"/>
                      <a:gd name="T12" fmla="*/ 0 w 654"/>
                      <a:gd name="T13" fmla="*/ 0 h 654"/>
                      <a:gd name="T14" fmla="*/ 0 w 654"/>
                      <a:gd name="T15" fmla="*/ 0 h 654"/>
                      <a:gd name="T16" fmla="*/ 0 w 654"/>
                      <a:gd name="T17" fmla="*/ 0 h 654"/>
                      <a:gd name="T18" fmla="*/ 0 w 654"/>
                      <a:gd name="T19" fmla="*/ 0 h 654"/>
                      <a:gd name="T20" fmla="*/ 0 w 654"/>
                      <a:gd name="T21" fmla="*/ 0 h 654"/>
                      <a:gd name="T22" fmla="*/ 0 w 654"/>
                      <a:gd name="T23" fmla="*/ 0 h 654"/>
                      <a:gd name="T24" fmla="*/ 0 w 654"/>
                      <a:gd name="T25" fmla="*/ 0 h 654"/>
                      <a:gd name="T26" fmla="*/ 0 w 654"/>
                      <a:gd name="T27" fmla="*/ 0 h 654"/>
                      <a:gd name="T28" fmla="*/ 0 w 654"/>
                      <a:gd name="T29" fmla="*/ 0 h 654"/>
                      <a:gd name="T30" fmla="*/ 0 w 654"/>
                      <a:gd name="T31" fmla="*/ 0 h 654"/>
                      <a:gd name="T32" fmla="*/ 0 w 654"/>
                      <a:gd name="T33" fmla="*/ 0 h 654"/>
                      <a:gd name="T34" fmla="*/ 0 w 654"/>
                      <a:gd name="T35" fmla="*/ 0 h 654"/>
                      <a:gd name="T36" fmla="*/ 0 w 654"/>
                      <a:gd name="T37" fmla="*/ 0 h 654"/>
                      <a:gd name="T38" fmla="*/ 0 w 654"/>
                      <a:gd name="T39" fmla="*/ 0 h 654"/>
                      <a:gd name="T40" fmla="*/ 0 w 654"/>
                      <a:gd name="T41" fmla="*/ 0 h 654"/>
                      <a:gd name="T42" fmla="*/ 0 w 654"/>
                      <a:gd name="T43" fmla="*/ 0 h 654"/>
                      <a:gd name="T44" fmla="*/ 0 w 654"/>
                      <a:gd name="T45" fmla="*/ 0 h 654"/>
                      <a:gd name="T46" fmla="*/ 0 w 654"/>
                      <a:gd name="T47" fmla="*/ 0 h 654"/>
                      <a:gd name="T48" fmla="*/ 0 w 654"/>
                      <a:gd name="T49" fmla="*/ 0 h 654"/>
                      <a:gd name="T50" fmla="*/ 0 w 654"/>
                      <a:gd name="T51" fmla="*/ 0 h 654"/>
                      <a:gd name="T52" fmla="*/ 0 w 654"/>
                      <a:gd name="T53" fmla="*/ 0 h 654"/>
                      <a:gd name="T54" fmla="*/ 0 w 654"/>
                      <a:gd name="T55" fmla="*/ 0 h 654"/>
                      <a:gd name="T56" fmla="*/ 0 w 654"/>
                      <a:gd name="T57" fmla="*/ 0 h 654"/>
                      <a:gd name="T58" fmla="*/ 0 w 654"/>
                      <a:gd name="T59" fmla="*/ 0 h 654"/>
                      <a:gd name="T60" fmla="*/ 0 w 654"/>
                      <a:gd name="T61" fmla="*/ 0 h 654"/>
                      <a:gd name="T62" fmla="*/ 0 w 654"/>
                      <a:gd name="T63" fmla="*/ 0 h 654"/>
                      <a:gd name="T64" fmla="*/ 0 w 654"/>
                      <a:gd name="T65" fmla="*/ 0 h 654"/>
                      <a:gd name="T66" fmla="*/ 0 w 654"/>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4"/>
                      <a:gd name="T104" fmla="*/ 654 w 654"/>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4">
                        <a:moveTo>
                          <a:pt x="654" y="0"/>
                        </a:moveTo>
                        <a:lnTo>
                          <a:pt x="654" y="0"/>
                        </a:lnTo>
                        <a:lnTo>
                          <a:pt x="621" y="1"/>
                        </a:lnTo>
                        <a:lnTo>
                          <a:pt x="588" y="4"/>
                        </a:lnTo>
                        <a:lnTo>
                          <a:pt x="555" y="7"/>
                        </a:lnTo>
                        <a:lnTo>
                          <a:pt x="523" y="14"/>
                        </a:lnTo>
                        <a:lnTo>
                          <a:pt x="491" y="22"/>
                        </a:lnTo>
                        <a:lnTo>
                          <a:pt x="460" y="30"/>
                        </a:lnTo>
                        <a:lnTo>
                          <a:pt x="430" y="40"/>
                        </a:lnTo>
                        <a:lnTo>
                          <a:pt x="400" y="52"/>
                        </a:lnTo>
                        <a:lnTo>
                          <a:pt x="371" y="65"/>
                        </a:lnTo>
                        <a:lnTo>
                          <a:pt x="343" y="79"/>
                        </a:lnTo>
                        <a:lnTo>
                          <a:pt x="315" y="96"/>
                        </a:lnTo>
                        <a:lnTo>
                          <a:pt x="289" y="112"/>
                        </a:lnTo>
                        <a:lnTo>
                          <a:pt x="263" y="131"/>
                        </a:lnTo>
                        <a:lnTo>
                          <a:pt x="239" y="150"/>
                        </a:lnTo>
                        <a:lnTo>
                          <a:pt x="215" y="171"/>
                        </a:lnTo>
                        <a:lnTo>
                          <a:pt x="192" y="192"/>
                        </a:lnTo>
                        <a:lnTo>
                          <a:pt x="170" y="214"/>
                        </a:lnTo>
                        <a:lnTo>
                          <a:pt x="151" y="238"/>
                        </a:lnTo>
                        <a:lnTo>
                          <a:pt x="131" y="263"/>
                        </a:lnTo>
                        <a:lnTo>
                          <a:pt x="113" y="289"/>
                        </a:lnTo>
                        <a:lnTo>
                          <a:pt x="95" y="315"/>
                        </a:lnTo>
                        <a:lnTo>
                          <a:pt x="80" y="343"/>
                        </a:lnTo>
                        <a:lnTo>
                          <a:pt x="66" y="370"/>
                        </a:lnTo>
                        <a:lnTo>
                          <a:pt x="53" y="400"/>
                        </a:lnTo>
                        <a:lnTo>
                          <a:pt x="41" y="429"/>
                        </a:lnTo>
                        <a:lnTo>
                          <a:pt x="30" y="460"/>
                        </a:lnTo>
                        <a:lnTo>
                          <a:pt x="21" y="491"/>
                        </a:lnTo>
                        <a:lnTo>
                          <a:pt x="15" y="523"/>
                        </a:lnTo>
                        <a:lnTo>
                          <a:pt x="8" y="554"/>
                        </a:lnTo>
                        <a:lnTo>
                          <a:pt x="5" y="587"/>
                        </a:lnTo>
                        <a:lnTo>
                          <a:pt x="1" y="621"/>
                        </a:lnTo>
                        <a:lnTo>
                          <a:pt x="0" y="654"/>
                        </a:lnTo>
                        <a:lnTo>
                          <a:pt x="156" y="654"/>
                        </a:lnTo>
                        <a:lnTo>
                          <a:pt x="156" y="627"/>
                        </a:lnTo>
                        <a:lnTo>
                          <a:pt x="158" y="602"/>
                        </a:lnTo>
                        <a:lnTo>
                          <a:pt x="162" y="577"/>
                        </a:lnTo>
                        <a:lnTo>
                          <a:pt x="166" y="553"/>
                        </a:lnTo>
                        <a:lnTo>
                          <a:pt x="172" y="529"/>
                        </a:lnTo>
                        <a:lnTo>
                          <a:pt x="178" y="505"/>
                        </a:lnTo>
                        <a:lnTo>
                          <a:pt x="186" y="483"/>
                        </a:lnTo>
                        <a:lnTo>
                          <a:pt x="194" y="460"/>
                        </a:lnTo>
                        <a:lnTo>
                          <a:pt x="205" y="438"/>
                        </a:lnTo>
                        <a:lnTo>
                          <a:pt x="216" y="416"/>
                        </a:lnTo>
                        <a:lnTo>
                          <a:pt x="228" y="395"/>
                        </a:lnTo>
                        <a:lnTo>
                          <a:pt x="241" y="376"/>
                        </a:lnTo>
                        <a:lnTo>
                          <a:pt x="254" y="356"/>
                        </a:lnTo>
                        <a:lnTo>
                          <a:pt x="270" y="338"/>
                        </a:lnTo>
                        <a:lnTo>
                          <a:pt x="285" y="319"/>
                        </a:lnTo>
                        <a:lnTo>
                          <a:pt x="302" y="302"/>
                        </a:lnTo>
                        <a:lnTo>
                          <a:pt x="320" y="285"/>
                        </a:lnTo>
                        <a:lnTo>
                          <a:pt x="337" y="269"/>
                        </a:lnTo>
                        <a:lnTo>
                          <a:pt x="356" y="255"/>
                        </a:lnTo>
                        <a:lnTo>
                          <a:pt x="375" y="241"/>
                        </a:lnTo>
                        <a:lnTo>
                          <a:pt x="396" y="228"/>
                        </a:lnTo>
                        <a:lnTo>
                          <a:pt x="417" y="216"/>
                        </a:lnTo>
                        <a:lnTo>
                          <a:pt x="439" y="205"/>
                        </a:lnTo>
                        <a:lnTo>
                          <a:pt x="460" y="195"/>
                        </a:lnTo>
                        <a:lnTo>
                          <a:pt x="483" y="185"/>
                        </a:lnTo>
                        <a:lnTo>
                          <a:pt x="506" y="177"/>
                        </a:lnTo>
                        <a:lnTo>
                          <a:pt x="530" y="171"/>
                        </a:lnTo>
                        <a:lnTo>
                          <a:pt x="554" y="165"/>
                        </a:lnTo>
                        <a:lnTo>
                          <a:pt x="578" y="161"/>
                        </a:lnTo>
                        <a:lnTo>
                          <a:pt x="603" y="158"/>
                        </a:lnTo>
                        <a:lnTo>
                          <a:pt x="628" y="156"/>
                        </a:lnTo>
                        <a:lnTo>
                          <a:pt x="654" y="156"/>
                        </a:lnTo>
                        <a:lnTo>
                          <a:pt x="654" y="0"/>
                        </a:lnTo>
                        <a:close/>
                      </a:path>
                    </a:pathLst>
                  </a:custGeom>
                  <a:solidFill>
                    <a:srgbClr val="EF2B2F"/>
                  </a:solidFill>
                  <a:ln>
                    <a:noFill/>
                  </a:ln>
                </p:spPr>
                <p:txBody>
                  <a:bodyPr/>
                  <a:lstStyle/>
                  <a:p>
                    <a:pPr>
                      <a:defRPr/>
                    </a:pPr>
                    <a:endParaRPr lang="en-US" sz="1050">
                      <a:latin typeface="+mj-lt"/>
                    </a:endParaRPr>
                  </a:p>
                </p:txBody>
              </p:sp>
              <p:sp>
                <p:nvSpPr>
                  <p:cNvPr id="41718" name="Freeform 122">
                    <a:extLst>
                      <a:ext uri="{FF2B5EF4-FFF2-40B4-BE49-F238E27FC236}">
                        <a16:creationId xmlns="" xmlns:a16="http://schemas.microsoft.com/office/drawing/2014/main" id="{B70E34E8-F3B0-D852-4C75-F981656CA6E4}"/>
                      </a:ext>
                    </a:extLst>
                  </p:cNvPr>
                  <p:cNvSpPr>
                    <a:spLocks/>
                  </p:cNvSpPr>
                  <p:nvPr/>
                </p:nvSpPr>
                <p:spPr bwMode="auto">
                  <a:xfrm>
                    <a:off x="5181" y="1336"/>
                    <a:ext cx="38" cy="44"/>
                  </a:xfrm>
                  <a:custGeom>
                    <a:avLst/>
                    <a:gdLst>
                      <a:gd name="T0" fmla="*/ 0 w 1152"/>
                      <a:gd name="T1" fmla="*/ 0 h 1152"/>
                      <a:gd name="T2" fmla="*/ 0 w 1152"/>
                      <a:gd name="T3" fmla="*/ 0 h 1152"/>
                      <a:gd name="T4" fmla="*/ 0 w 1152"/>
                      <a:gd name="T5" fmla="*/ 0 h 1152"/>
                      <a:gd name="T6" fmla="*/ 0 w 1152"/>
                      <a:gd name="T7" fmla="*/ 0 h 1152"/>
                      <a:gd name="T8" fmla="*/ 0 w 1152"/>
                      <a:gd name="T9" fmla="*/ 0 h 1152"/>
                      <a:gd name="T10" fmla="*/ 0 w 1152"/>
                      <a:gd name="T11" fmla="*/ 0 h 1152"/>
                      <a:gd name="T12" fmla="*/ 0 w 1152"/>
                      <a:gd name="T13" fmla="*/ 0 h 1152"/>
                      <a:gd name="T14" fmla="*/ 0 w 1152"/>
                      <a:gd name="T15" fmla="*/ 0 h 1152"/>
                      <a:gd name="T16" fmla="*/ 0 w 1152"/>
                      <a:gd name="T17" fmla="*/ 0 h 1152"/>
                      <a:gd name="T18" fmla="*/ 0 w 1152"/>
                      <a:gd name="T19" fmla="*/ 0 h 1152"/>
                      <a:gd name="T20" fmla="*/ 0 w 1152"/>
                      <a:gd name="T21" fmla="*/ 0 h 1152"/>
                      <a:gd name="T22" fmla="*/ 0 w 1152"/>
                      <a:gd name="T23" fmla="*/ 0 h 1152"/>
                      <a:gd name="T24" fmla="*/ 0 w 1152"/>
                      <a:gd name="T25" fmla="*/ 0 h 1152"/>
                      <a:gd name="T26" fmla="*/ 0 w 1152"/>
                      <a:gd name="T27" fmla="*/ 0 h 1152"/>
                      <a:gd name="T28" fmla="*/ 0 w 1152"/>
                      <a:gd name="T29" fmla="*/ 0 h 1152"/>
                      <a:gd name="T30" fmla="*/ 0 w 1152"/>
                      <a:gd name="T31" fmla="*/ 0 h 1152"/>
                      <a:gd name="T32" fmla="*/ 0 w 1152"/>
                      <a:gd name="T33" fmla="*/ 0 h 1152"/>
                      <a:gd name="T34" fmla="*/ 0 w 1152"/>
                      <a:gd name="T35" fmla="*/ 0 h 1152"/>
                      <a:gd name="T36" fmla="*/ 0 w 1152"/>
                      <a:gd name="T37" fmla="*/ 0 h 1152"/>
                      <a:gd name="T38" fmla="*/ 0 w 1152"/>
                      <a:gd name="T39" fmla="*/ 0 h 1152"/>
                      <a:gd name="T40" fmla="*/ 0 w 1152"/>
                      <a:gd name="T41" fmla="*/ 0 h 1152"/>
                      <a:gd name="T42" fmla="*/ 0 w 1152"/>
                      <a:gd name="T43" fmla="*/ 0 h 1152"/>
                      <a:gd name="T44" fmla="*/ 0 w 1152"/>
                      <a:gd name="T45" fmla="*/ 0 h 1152"/>
                      <a:gd name="T46" fmla="*/ 0 w 1152"/>
                      <a:gd name="T47" fmla="*/ 0 h 1152"/>
                      <a:gd name="T48" fmla="*/ 0 w 1152"/>
                      <a:gd name="T49" fmla="*/ 0 h 1152"/>
                      <a:gd name="T50" fmla="*/ 0 w 1152"/>
                      <a:gd name="T51" fmla="*/ 0 h 1152"/>
                      <a:gd name="T52" fmla="*/ 0 w 1152"/>
                      <a:gd name="T53" fmla="*/ 0 h 1152"/>
                      <a:gd name="T54" fmla="*/ 0 w 1152"/>
                      <a:gd name="T55" fmla="*/ 0 h 1152"/>
                      <a:gd name="T56" fmla="*/ 0 w 1152"/>
                      <a:gd name="T57" fmla="*/ 0 h 1152"/>
                      <a:gd name="T58" fmla="*/ 0 w 1152"/>
                      <a:gd name="T59" fmla="*/ 0 h 1152"/>
                      <a:gd name="T60" fmla="*/ 0 w 1152"/>
                      <a:gd name="T61" fmla="*/ 0 h 1152"/>
                      <a:gd name="T62" fmla="*/ 0 w 1152"/>
                      <a:gd name="T63" fmla="*/ 0 h 1152"/>
                      <a:gd name="T64" fmla="*/ 0 w 1152"/>
                      <a:gd name="T65" fmla="*/ 0 h 1152"/>
                      <a:gd name="T66" fmla="*/ 0 w 1152"/>
                      <a:gd name="T67" fmla="*/ 0 h 1152"/>
                      <a:gd name="T68" fmla="*/ 0 w 1152"/>
                      <a:gd name="T69" fmla="*/ 0 h 1152"/>
                      <a:gd name="T70" fmla="*/ 0 w 1152"/>
                      <a:gd name="T71" fmla="*/ 0 h 1152"/>
                      <a:gd name="T72" fmla="*/ 0 w 1152"/>
                      <a:gd name="T73" fmla="*/ 0 h 1152"/>
                      <a:gd name="T74" fmla="*/ 0 w 1152"/>
                      <a:gd name="T75" fmla="*/ 0 h 1152"/>
                      <a:gd name="T76" fmla="*/ 0 w 1152"/>
                      <a:gd name="T77" fmla="*/ 0 h 1152"/>
                      <a:gd name="T78" fmla="*/ 0 w 1152"/>
                      <a:gd name="T79" fmla="*/ 0 h 1152"/>
                      <a:gd name="T80" fmla="*/ 0 w 1152"/>
                      <a:gd name="T81" fmla="*/ 0 h 1152"/>
                      <a:gd name="T82" fmla="*/ 0 w 1152"/>
                      <a:gd name="T83" fmla="*/ 0 h 1152"/>
                      <a:gd name="T84" fmla="*/ 0 w 1152"/>
                      <a:gd name="T85" fmla="*/ 0 h 11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52"/>
                      <a:gd name="T130" fmla="*/ 0 h 1152"/>
                      <a:gd name="T131" fmla="*/ 1152 w 1152"/>
                      <a:gd name="T132" fmla="*/ 1152 h 115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52" h="1152">
                        <a:moveTo>
                          <a:pt x="576" y="0"/>
                        </a:moveTo>
                        <a:lnTo>
                          <a:pt x="605" y="0"/>
                        </a:lnTo>
                        <a:lnTo>
                          <a:pt x="635" y="2"/>
                        </a:lnTo>
                        <a:lnTo>
                          <a:pt x="663" y="7"/>
                        </a:lnTo>
                        <a:lnTo>
                          <a:pt x="691" y="11"/>
                        </a:lnTo>
                        <a:lnTo>
                          <a:pt x="720" y="18"/>
                        </a:lnTo>
                        <a:lnTo>
                          <a:pt x="747" y="26"/>
                        </a:lnTo>
                        <a:lnTo>
                          <a:pt x="774" y="35"/>
                        </a:lnTo>
                        <a:lnTo>
                          <a:pt x="800" y="45"/>
                        </a:lnTo>
                        <a:lnTo>
                          <a:pt x="825" y="57"/>
                        </a:lnTo>
                        <a:lnTo>
                          <a:pt x="851" y="70"/>
                        </a:lnTo>
                        <a:lnTo>
                          <a:pt x="874" y="83"/>
                        </a:lnTo>
                        <a:lnTo>
                          <a:pt x="897" y="98"/>
                        </a:lnTo>
                        <a:lnTo>
                          <a:pt x="920" y="115"/>
                        </a:lnTo>
                        <a:lnTo>
                          <a:pt x="942" y="132"/>
                        </a:lnTo>
                        <a:lnTo>
                          <a:pt x="963" y="149"/>
                        </a:lnTo>
                        <a:lnTo>
                          <a:pt x="984" y="169"/>
                        </a:lnTo>
                        <a:lnTo>
                          <a:pt x="1002" y="189"/>
                        </a:lnTo>
                        <a:lnTo>
                          <a:pt x="1021" y="209"/>
                        </a:lnTo>
                        <a:lnTo>
                          <a:pt x="1037" y="231"/>
                        </a:lnTo>
                        <a:lnTo>
                          <a:pt x="1053" y="254"/>
                        </a:lnTo>
                        <a:lnTo>
                          <a:pt x="1069" y="278"/>
                        </a:lnTo>
                        <a:lnTo>
                          <a:pt x="1083" y="302"/>
                        </a:lnTo>
                        <a:lnTo>
                          <a:pt x="1095" y="326"/>
                        </a:lnTo>
                        <a:lnTo>
                          <a:pt x="1107" y="352"/>
                        </a:lnTo>
                        <a:lnTo>
                          <a:pt x="1117" y="378"/>
                        </a:lnTo>
                        <a:lnTo>
                          <a:pt x="1126" y="404"/>
                        </a:lnTo>
                        <a:lnTo>
                          <a:pt x="1134" y="432"/>
                        </a:lnTo>
                        <a:lnTo>
                          <a:pt x="1140" y="460"/>
                        </a:lnTo>
                        <a:lnTo>
                          <a:pt x="1145" y="488"/>
                        </a:lnTo>
                        <a:lnTo>
                          <a:pt x="1149" y="517"/>
                        </a:lnTo>
                        <a:lnTo>
                          <a:pt x="1151" y="546"/>
                        </a:lnTo>
                        <a:lnTo>
                          <a:pt x="1152" y="576"/>
                        </a:lnTo>
                        <a:lnTo>
                          <a:pt x="1151" y="605"/>
                        </a:lnTo>
                        <a:lnTo>
                          <a:pt x="1149" y="634"/>
                        </a:lnTo>
                        <a:lnTo>
                          <a:pt x="1145" y="664"/>
                        </a:lnTo>
                        <a:lnTo>
                          <a:pt x="1140" y="691"/>
                        </a:lnTo>
                        <a:lnTo>
                          <a:pt x="1134" y="719"/>
                        </a:lnTo>
                        <a:lnTo>
                          <a:pt x="1126" y="747"/>
                        </a:lnTo>
                        <a:lnTo>
                          <a:pt x="1117" y="774"/>
                        </a:lnTo>
                        <a:lnTo>
                          <a:pt x="1107" y="800"/>
                        </a:lnTo>
                        <a:lnTo>
                          <a:pt x="1095" y="825"/>
                        </a:lnTo>
                        <a:lnTo>
                          <a:pt x="1083" y="850"/>
                        </a:lnTo>
                        <a:lnTo>
                          <a:pt x="1069" y="874"/>
                        </a:lnTo>
                        <a:lnTo>
                          <a:pt x="1053" y="897"/>
                        </a:lnTo>
                        <a:lnTo>
                          <a:pt x="1037" y="920"/>
                        </a:lnTo>
                        <a:lnTo>
                          <a:pt x="1021" y="942"/>
                        </a:lnTo>
                        <a:lnTo>
                          <a:pt x="1002" y="962"/>
                        </a:lnTo>
                        <a:lnTo>
                          <a:pt x="984" y="983"/>
                        </a:lnTo>
                        <a:lnTo>
                          <a:pt x="963" y="1002"/>
                        </a:lnTo>
                        <a:lnTo>
                          <a:pt x="942" y="1020"/>
                        </a:lnTo>
                        <a:lnTo>
                          <a:pt x="920" y="1037"/>
                        </a:lnTo>
                        <a:lnTo>
                          <a:pt x="897" y="1053"/>
                        </a:lnTo>
                        <a:lnTo>
                          <a:pt x="874" y="1068"/>
                        </a:lnTo>
                        <a:lnTo>
                          <a:pt x="851" y="1082"/>
                        </a:lnTo>
                        <a:lnTo>
                          <a:pt x="825" y="1094"/>
                        </a:lnTo>
                        <a:lnTo>
                          <a:pt x="800" y="1106"/>
                        </a:lnTo>
                        <a:lnTo>
                          <a:pt x="774" y="1117"/>
                        </a:lnTo>
                        <a:lnTo>
                          <a:pt x="747" y="1126"/>
                        </a:lnTo>
                        <a:lnTo>
                          <a:pt x="720" y="1134"/>
                        </a:lnTo>
                        <a:lnTo>
                          <a:pt x="691" y="1140"/>
                        </a:lnTo>
                        <a:lnTo>
                          <a:pt x="663" y="1145"/>
                        </a:lnTo>
                        <a:lnTo>
                          <a:pt x="635" y="1149"/>
                        </a:lnTo>
                        <a:lnTo>
                          <a:pt x="605" y="1151"/>
                        </a:lnTo>
                        <a:lnTo>
                          <a:pt x="576" y="1152"/>
                        </a:lnTo>
                        <a:lnTo>
                          <a:pt x="546" y="1151"/>
                        </a:lnTo>
                        <a:lnTo>
                          <a:pt x="517" y="1149"/>
                        </a:lnTo>
                        <a:lnTo>
                          <a:pt x="489" y="1145"/>
                        </a:lnTo>
                        <a:lnTo>
                          <a:pt x="460" y="1140"/>
                        </a:lnTo>
                        <a:lnTo>
                          <a:pt x="432" y="1134"/>
                        </a:lnTo>
                        <a:lnTo>
                          <a:pt x="405" y="1126"/>
                        </a:lnTo>
                        <a:lnTo>
                          <a:pt x="378" y="1117"/>
                        </a:lnTo>
                        <a:lnTo>
                          <a:pt x="352" y="1106"/>
                        </a:lnTo>
                        <a:lnTo>
                          <a:pt x="326" y="1094"/>
                        </a:lnTo>
                        <a:lnTo>
                          <a:pt x="302" y="1082"/>
                        </a:lnTo>
                        <a:lnTo>
                          <a:pt x="277" y="1068"/>
                        </a:lnTo>
                        <a:lnTo>
                          <a:pt x="254" y="1053"/>
                        </a:lnTo>
                        <a:lnTo>
                          <a:pt x="231" y="1037"/>
                        </a:lnTo>
                        <a:lnTo>
                          <a:pt x="210" y="1020"/>
                        </a:lnTo>
                        <a:lnTo>
                          <a:pt x="189" y="1002"/>
                        </a:lnTo>
                        <a:lnTo>
                          <a:pt x="169" y="983"/>
                        </a:lnTo>
                        <a:lnTo>
                          <a:pt x="150" y="962"/>
                        </a:lnTo>
                        <a:lnTo>
                          <a:pt x="132" y="942"/>
                        </a:lnTo>
                        <a:lnTo>
                          <a:pt x="115" y="920"/>
                        </a:lnTo>
                        <a:lnTo>
                          <a:pt x="98" y="897"/>
                        </a:lnTo>
                        <a:lnTo>
                          <a:pt x="83" y="874"/>
                        </a:lnTo>
                        <a:lnTo>
                          <a:pt x="70" y="850"/>
                        </a:lnTo>
                        <a:lnTo>
                          <a:pt x="57" y="825"/>
                        </a:lnTo>
                        <a:lnTo>
                          <a:pt x="45" y="800"/>
                        </a:lnTo>
                        <a:lnTo>
                          <a:pt x="35" y="774"/>
                        </a:lnTo>
                        <a:lnTo>
                          <a:pt x="26" y="747"/>
                        </a:lnTo>
                        <a:lnTo>
                          <a:pt x="18" y="719"/>
                        </a:lnTo>
                        <a:lnTo>
                          <a:pt x="11" y="691"/>
                        </a:lnTo>
                        <a:lnTo>
                          <a:pt x="7" y="664"/>
                        </a:lnTo>
                        <a:lnTo>
                          <a:pt x="2" y="634"/>
                        </a:lnTo>
                        <a:lnTo>
                          <a:pt x="0" y="605"/>
                        </a:lnTo>
                        <a:lnTo>
                          <a:pt x="0" y="576"/>
                        </a:lnTo>
                        <a:lnTo>
                          <a:pt x="0" y="546"/>
                        </a:lnTo>
                        <a:lnTo>
                          <a:pt x="2" y="517"/>
                        </a:lnTo>
                        <a:lnTo>
                          <a:pt x="7" y="488"/>
                        </a:lnTo>
                        <a:lnTo>
                          <a:pt x="11" y="460"/>
                        </a:lnTo>
                        <a:lnTo>
                          <a:pt x="18" y="432"/>
                        </a:lnTo>
                        <a:lnTo>
                          <a:pt x="26" y="404"/>
                        </a:lnTo>
                        <a:lnTo>
                          <a:pt x="35" y="378"/>
                        </a:lnTo>
                        <a:lnTo>
                          <a:pt x="45" y="352"/>
                        </a:lnTo>
                        <a:lnTo>
                          <a:pt x="57" y="326"/>
                        </a:lnTo>
                        <a:lnTo>
                          <a:pt x="70" y="302"/>
                        </a:lnTo>
                        <a:lnTo>
                          <a:pt x="83" y="278"/>
                        </a:lnTo>
                        <a:lnTo>
                          <a:pt x="98" y="254"/>
                        </a:lnTo>
                        <a:lnTo>
                          <a:pt x="115" y="231"/>
                        </a:lnTo>
                        <a:lnTo>
                          <a:pt x="132" y="209"/>
                        </a:lnTo>
                        <a:lnTo>
                          <a:pt x="150" y="189"/>
                        </a:lnTo>
                        <a:lnTo>
                          <a:pt x="169" y="169"/>
                        </a:lnTo>
                        <a:lnTo>
                          <a:pt x="189" y="149"/>
                        </a:lnTo>
                        <a:lnTo>
                          <a:pt x="210" y="132"/>
                        </a:lnTo>
                        <a:lnTo>
                          <a:pt x="231" y="115"/>
                        </a:lnTo>
                        <a:lnTo>
                          <a:pt x="254" y="98"/>
                        </a:lnTo>
                        <a:lnTo>
                          <a:pt x="277" y="83"/>
                        </a:lnTo>
                        <a:lnTo>
                          <a:pt x="302" y="70"/>
                        </a:lnTo>
                        <a:lnTo>
                          <a:pt x="326" y="57"/>
                        </a:lnTo>
                        <a:lnTo>
                          <a:pt x="352" y="45"/>
                        </a:lnTo>
                        <a:lnTo>
                          <a:pt x="378" y="35"/>
                        </a:lnTo>
                        <a:lnTo>
                          <a:pt x="405" y="26"/>
                        </a:lnTo>
                        <a:lnTo>
                          <a:pt x="432" y="18"/>
                        </a:lnTo>
                        <a:lnTo>
                          <a:pt x="460" y="11"/>
                        </a:lnTo>
                        <a:lnTo>
                          <a:pt x="489" y="7"/>
                        </a:lnTo>
                        <a:lnTo>
                          <a:pt x="517" y="2"/>
                        </a:lnTo>
                        <a:lnTo>
                          <a:pt x="546" y="0"/>
                        </a:lnTo>
                        <a:lnTo>
                          <a:pt x="576" y="0"/>
                        </a:lnTo>
                        <a:close/>
                      </a:path>
                    </a:pathLst>
                  </a:custGeom>
                  <a:solidFill>
                    <a:srgbClr val="DC2B19"/>
                  </a:solidFill>
                  <a:ln>
                    <a:noFill/>
                  </a:ln>
                </p:spPr>
                <p:txBody>
                  <a:bodyPr/>
                  <a:lstStyle/>
                  <a:p>
                    <a:pPr>
                      <a:defRPr/>
                    </a:pPr>
                    <a:endParaRPr lang="en-US" sz="1050">
                      <a:latin typeface="+mj-lt"/>
                    </a:endParaRPr>
                  </a:p>
                </p:txBody>
              </p:sp>
              <p:sp>
                <p:nvSpPr>
                  <p:cNvPr id="41719" name="Freeform 123">
                    <a:extLst>
                      <a:ext uri="{FF2B5EF4-FFF2-40B4-BE49-F238E27FC236}">
                        <a16:creationId xmlns="" xmlns:a16="http://schemas.microsoft.com/office/drawing/2014/main" id="{08B965C0-A94E-0184-86CD-7644DE9D7110}"/>
                      </a:ext>
                    </a:extLst>
                  </p:cNvPr>
                  <p:cNvSpPr>
                    <a:spLocks/>
                  </p:cNvSpPr>
                  <p:nvPr/>
                </p:nvSpPr>
                <p:spPr bwMode="auto">
                  <a:xfrm>
                    <a:off x="5198" y="1336"/>
                    <a:ext cx="22" cy="23"/>
                  </a:xfrm>
                  <a:custGeom>
                    <a:avLst/>
                    <a:gdLst>
                      <a:gd name="T0" fmla="*/ 0 w 654"/>
                      <a:gd name="T1" fmla="*/ 0 h 653"/>
                      <a:gd name="T2" fmla="*/ 0 w 654"/>
                      <a:gd name="T3" fmla="*/ 0 h 653"/>
                      <a:gd name="T4" fmla="*/ 0 w 654"/>
                      <a:gd name="T5" fmla="*/ 0 h 653"/>
                      <a:gd name="T6" fmla="*/ 0 w 654"/>
                      <a:gd name="T7" fmla="*/ 0 h 653"/>
                      <a:gd name="T8" fmla="*/ 0 w 654"/>
                      <a:gd name="T9" fmla="*/ 0 h 653"/>
                      <a:gd name="T10" fmla="*/ 0 w 654"/>
                      <a:gd name="T11" fmla="*/ 0 h 653"/>
                      <a:gd name="T12" fmla="*/ 0 w 654"/>
                      <a:gd name="T13" fmla="*/ 0 h 653"/>
                      <a:gd name="T14" fmla="*/ 0 w 654"/>
                      <a:gd name="T15" fmla="*/ 0 h 653"/>
                      <a:gd name="T16" fmla="*/ 0 w 654"/>
                      <a:gd name="T17" fmla="*/ 0 h 653"/>
                      <a:gd name="T18" fmla="*/ 0 w 654"/>
                      <a:gd name="T19" fmla="*/ 0 h 653"/>
                      <a:gd name="T20" fmla="*/ 0 w 654"/>
                      <a:gd name="T21" fmla="*/ 0 h 653"/>
                      <a:gd name="T22" fmla="*/ 0 w 654"/>
                      <a:gd name="T23" fmla="*/ 0 h 653"/>
                      <a:gd name="T24" fmla="*/ 0 w 654"/>
                      <a:gd name="T25" fmla="*/ 0 h 653"/>
                      <a:gd name="T26" fmla="*/ 0 w 654"/>
                      <a:gd name="T27" fmla="*/ 0 h 653"/>
                      <a:gd name="T28" fmla="*/ 0 w 654"/>
                      <a:gd name="T29" fmla="*/ 0 h 653"/>
                      <a:gd name="T30" fmla="*/ 0 w 654"/>
                      <a:gd name="T31" fmla="*/ 0 h 653"/>
                      <a:gd name="T32" fmla="*/ 0 w 654"/>
                      <a:gd name="T33" fmla="*/ 0 h 653"/>
                      <a:gd name="T34" fmla="*/ 0 w 654"/>
                      <a:gd name="T35" fmla="*/ 0 h 653"/>
                      <a:gd name="T36" fmla="*/ 0 w 654"/>
                      <a:gd name="T37" fmla="*/ 0 h 653"/>
                      <a:gd name="T38" fmla="*/ 0 w 654"/>
                      <a:gd name="T39" fmla="*/ 0 h 653"/>
                      <a:gd name="T40" fmla="*/ 0 w 654"/>
                      <a:gd name="T41" fmla="*/ 0 h 653"/>
                      <a:gd name="T42" fmla="*/ 0 w 654"/>
                      <a:gd name="T43" fmla="*/ 0 h 653"/>
                      <a:gd name="T44" fmla="*/ 0 w 654"/>
                      <a:gd name="T45" fmla="*/ 0 h 653"/>
                      <a:gd name="T46" fmla="*/ 0 w 654"/>
                      <a:gd name="T47" fmla="*/ 0 h 653"/>
                      <a:gd name="T48" fmla="*/ 0 w 654"/>
                      <a:gd name="T49" fmla="*/ 0 h 653"/>
                      <a:gd name="T50" fmla="*/ 0 w 654"/>
                      <a:gd name="T51" fmla="*/ 0 h 653"/>
                      <a:gd name="T52" fmla="*/ 0 w 654"/>
                      <a:gd name="T53" fmla="*/ 0 h 653"/>
                      <a:gd name="T54" fmla="*/ 0 w 654"/>
                      <a:gd name="T55" fmla="*/ 0 h 653"/>
                      <a:gd name="T56" fmla="*/ 0 w 654"/>
                      <a:gd name="T57" fmla="*/ 0 h 653"/>
                      <a:gd name="T58" fmla="*/ 0 w 654"/>
                      <a:gd name="T59" fmla="*/ 0 h 653"/>
                      <a:gd name="T60" fmla="*/ 0 w 654"/>
                      <a:gd name="T61" fmla="*/ 0 h 653"/>
                      <a:gd name="T62" fmla="*/ 0 w 654"/>
                      <a:gd name="T63" fmla="*/ 0 h 653"/>
                      <a:gd name="T64" fmla="*/ 0 w 654"/>
                      <a:gd name="T65" fmla="*/ 0 h 653"/>
                      <a:gd name="T66" fmla="*/ 0 w 654"/>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3"/>
                      <a:gd name="T104" fmla="*/ 654 w 654"/>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3">
                        <a:moveTo>
                          <a:pt x="654" y="653"/>
                        </a:moveTo>
                        <a:lnTo>
                          <a:pt x="654" y="653"/>
                        </a:lnTo>
                        <a:lnTo>
                          <a:pt x="653" y="619"/>
                        </a:lnTo>
                        <a:lnTo>
                          <a:pt x="650" y="586"/>
                        </a:lnTo>
                        <a:lnTo>
                          <a:pt x="646" y="553"/>
                        </a:lnTo>
                        <a:lnTo>
                          <a:pt x="640" y="522"/>
                        </a:lnTo>
                        <a:lnTo>
                          <a:pt x="633" y="490"/>
                        </a:lnTo>
                        <a:lnTo>
                          <a:pt x="624" y="459"/>
                        </a:lnTo>
                        <a:lnTo>
                          <a:pt x="614" y="428"/>
                        </a:lnTo>
                        <a:lnTo>
                          <a:pt x="602" y="399"/>
                        </a:lnTo>
                        <a:lnTo>
                          <a:pt x="588" y="370"/>
                        </a:lnTo>
                        <a:lnTo>
                          <a:pt x="574" y="342"/>
                        </a:lnTo>
                        <a:lnTo>
                          <a:pt x="558" y="315"/>
                        </a:lnTo>
                        <a:lnTo>
                          <a:pt x="542" y="287"/>
                        </a:lnTo>
                        <a:lnTo>
                          <a:pt x="523" y="262"/>
                        </a:lnTo>
                        <a:lnTo>
                          <a:pt x="503" y="237"/>
                        </a:lnTo>
                        <a:lnTo>
                          <a:pt x="484" y="213"/>
                        </a:lnTo>
                        <a:lnTo>
                          <a:pt x="462" y="192"/>
                        </a:lnTo>
                        <a:lnTo>
                          <a:pt x="439" y="170"/>
                        </a:lnTo>
                        <a:lnTo>
                          <a:pt x="415" y="149"/>
                        </a:lnTo>
                        <a:lnTo>
                          <a:pt x="391" y="129"/>
                        </a:lnTo>
                        <a:lnTo>
                          <a:pt x="365" y="111"/>
                        </a:lnTo>
                        <a:lnTo>
                          <a:pt x="339" y="95"/>
                        </a:lnTo>
                        <a:lnTo>
                          <a:pt x="312" y="78"/>
                        </a:lnTo>
                        <a:lnTo>
                          <a:pt x="283" y="64"/>
                        </a:lnTo>
                        <a:lnTo>
                          <a:pt x="254" y="51"/>
                        </a:lnTo>
                        <a:lnTo>
                          <a:pt x="224" y="39"/>
                        </a:lnTo>
                        <a:lnTo>
                          <a:pt x="194" y="29"/>
                        </a:lnTo>
                        <a:lnTo>
                          <a:pt x="163" y="20"/>
                        </a:lnTo>
                        <a:lnTo>
                          <a:pt x="132" y="13"/>
                        </a:lnTo>
                        <a:lnTo>
                          <a:pt x="99" y="7"/>
                        </a:lnTo>
                        <a:lnTo>
                          <a:pt x="66" y="3"/>
                        </a:lnTo>
                        <a:lnTo>
                          <a:pt x="34" y="1"/>
                        </a:lnTo>
                        <a:lnTo>
                          <a:pt x="0" y="0"/>
                        </a:lnTo>
                        <a:lnTo>
                          <a:pt x="0" y="154"/>
                        </a:lnTo>
                        <a:lnTo>
                          <a:pt x="26" y="154"/>
                        </a:lnTo>
                        <a:lnTo>
                          <a:pt x="51" y="157"/>
                        </a:lnTo>
                        <a:lnTo>
                          <a:pt x="76" y="160"/>
                        </a:lnTo>
                        <a:lnTo>
                          <a:pt x="100" y="164"/>
                        </a:lnTo>
                        <a:lnTo>
                          <a:pt x="124" y="170"/>
                        </a:lnTo>
                        <a:lnTo>
                          <a:pt x="148" y="176"/>
                        </a:lnTo>
                        <a:lnTo>
                          <a:pt x="171" y="185"/>
                        </a:lnTo>
                        <a:lnTo>
                          <a:pt x="194" y="194"/>
                        </a:lnTo>
                        <a:lnTo>
                          <a:pt x="216" y="203"/>
                        </a:lnTo>
                        <a:lnTo>
                          <a:pt x="237" y="214"/>
                        </a:lnTo>
                        <a:lnTo>
                          <a:pt x="258" y="226"/>
                        </a:lnTo>
                        <a:lnTo>
                          <a:pt x="279" y="239"/>
                        </a:lnTo>
                        <a:lnTo>
                          <a:pt x="297" y="254"/>
                        </a:lnTo>
                        <a:lnTo>
                          <a:pt x="317" y="268"/>
                        </a:lnTo>
                        <a:lnTo>
                          <a:pt x="334" y="284"/>
                        </a:lnTo>
                        <a:lnTo>
                          <a:pt x="352" y="300"/>
                        </a:lnTo>
                        <a:lnTo>
                          <a:pt x="369" y="318"/>
                        </a:lnTo>
                        <a:lnTo>
                          <a:pt x="385" y="336"/>
                        </a:lnTo>
                        <a:lnTo>
                          <a:pt x="400" y="355"/>
                        </a:lnTo>
                        <a:lnTo>
                          <a:pt x="413" y="375"/>
                        </a:lnTo>
                        <a:lnTo>
                          <a:pt x="426" y="395"/>
                        </a:lnTo>
                        <a:lnTo>
                          <a:pt x="438" y="416"/>
                        </a:lnTo>
                        <a:lnTo>
                          <a:pt x="449" y="437"/>
                        </a:lnTo>
                        <a:lnTo>
                          <a:pt x="460" y="460"/>
                        </a:lnTo>
                        <a:lnTo>
                          <a:pt x="469" y="481"/>
                        </a:lnTo>
                        <a:lnTo>
                          <a:pt x="476" y="505"/>
                        </a:lnTo>
                        <a:lnTo>
                          <a:pt x="483" y="528"/>
                        </a:lnTo>
                        <a:lnTo>
                          <a:pt x="488" y="552"/>
                        </a:lnTo>
                        <a:lnTo>
                          <a:pt x="493" y="576"/>
                        </a:lnTo>
                        <a:lnTo>
                          <a:pt x="496" y="601"/>
                        </a:lnTo>
                        <a:lnTo>
                          <a:pt x="498" y="627"/>
                        </a:lnTo>
                        <a:lnTo>
                          <a:pt x="498" y="653"/>
                        </a:lnTo>
                        <a:lnTo>
                          <a:pt x="654" y="653"/>
                        </a:lnTo>
                        <a:close/>
                      </a:path>
                    </a:pathLst>
                  </a:custGeom>
                  <a:solidFill>
                    <a:srgbClr val="EF2B2F"/>
                  </a:solidFill>
                  <a:ln>
                    <a:noFill/>
                  </a:ln>
                </p:spPr>
                <p:txBody>
                  <a:bodyPr/>
                  <a:lstStyle/>
                  <a:p>
                    <a:pPr>
                      <a:defRPr/>
                    </a:pPr>
                    <a:endParaRPr lang="en-US" sz="1050">
                      <a:latin typeface="+mj-lt"/>
                    </a:endParaRPr>
                  </a:p>
                </p:txBody>
              </p:sp>
              <p:sp>
                <p:nvSpPr>
                  <p:cNvPr id="41720" name="Freeform 124">
                    <a:extLst>
                      <a:ext uri="{FF2B5EF4-FFF2-40B4-BE49-F238E27FC236}">
                        <a16:creationId xmlns="" xmlns:a16="http://schemas.microsoft.com/office/drawing/2014/main" id="{3C057384-2D86-B5A7-BC73-5D73F22CDA2B}"/>
                      </a:ext>
                    </a:extLst>
                  </p:cNvPr>
                  <p:cNvSpPr>
                    <a:spLocks/>
                  </p:cNvSpPr>
                  <p:nvPr/>
                </p:nvSpPr>
                <p:spPr bwMode="auto">
                  <a:xfrm>
                    <a:off x="5198" y="1358"/>
                    <a:ext cx="22" cy="25"/>
                  </a:xfrm>
                  <a:custGeom>
                    <a:avLst/>
                    <a:gdLst>
                      <a:gd name="T0" fmla="*/ 0 w 654"/>
                      <a:gd name="T1" fmla="*/ 0 h 653"/>
                      <a:gd name="T2" fmla="*/ 0 w 654"/>
                      <a:gd name="T3" fmla="*/ 0 h 653"/>
                      <a:gd name="T4" fmla="*/ 0 w 654"/>
                      <a:gd name="T5" fmla="*/ 0 h 653"/>
                      <a:gd name="T6" fmla="*/ 0 w 654"/>
                      <a:gd name="T7" fmla="*/ 0 h 653"/>
                      <a:gd name="T8" fmla="*/ 0 w 654"/>
                      <a:gd name="T9" fmla="*/ 0 h 653"/>
                      <a:gd name="T10" fmla="*/ 0 w 654"/>
                      <a:gd name="T11" fmla="*/ 0 h 653"/>
                      <a:gd name="T12" fmla="*/ 0 w 654"/>
                      <a:gd name="T13" fmla="*/ 0 h 653"/>
                      <a:gd name="T14" fmla="*/ 0 w 654"/>
                      <a:gd name="T15" fmla="*/ 0 h 653"/>
                      <a:gd name="T16" fmla="*/ 0 w 654"/>
                      <a:gd name="T17" fmla="*/ 0 h 653"/>
                      <a:gd name="T18" fmla="*/ 0 w 654"/>
                      <a:gd name="T19" fmla="*/ 0 h 653"/>
                      <a:gd name="T20" fmla="*/ 0 w 654"/>
                      <a:gd name="T21" fmla="*/ 0 h 653"/>
                      <a:gd name="T22" fmla="*/ 0 w 654"/>
                      <a:gd name="T23" fmla="*/ 0 h 653"/>
                      <a:gd name="T24" fmla="*/ 0 w 654"/>
                      <a:gd name="T25" fmla="*/ 0 h 653"/>
                      <a:gd name="T26" fmla="*/ 0 w 654"/>
                      <a:gd name="T27" fmla="*/ 0 h 653"/>
                      <a:gd name="T28" fmla="*/ 0 w 654"/>
                      <a:gd name="T29" fmla="*/ 0 h 653"/>
                      <a:gd name="T30" fmla="*/ 0 w 654"/>
                      <a:gd name="T31" fmla="*/ 0 h 653"/>
                      <a:gd name="T32" fmla="*/ 0 w 654"/>
                      <a:gd name="T33" fmla="*/ 0 h 653"/>
                      <a:gd name="T34" fmla="*/ 0 w 654"/>
                      <a:gd name="T35" fmla="*/ 0 h 653"/>
                      <a:gd name="T36" fmla="*/ 0 w 654"/>
                      <a:gd name="T37" fmla="*/ 0 h 653"/>
                      <a:gd name="T38" fmla="*/ 0 w 654"/>
                      <a:gd name="T39" fmla="*/ 0 h 653"/>
                      <a:gd name="T40" fmla="*/ 0 w 654"/>
                      <a:gd name="T41" fmla="*/ 0 h 653"/>
                      <a:gd name="T42" fmla="*/ 0 w 654"/>
                      <a:gd name="T43" fmla="*/ 0 h 653"/>
                      <a:gd name="T44" fmla="*/ 0 w 654"/>
                      <a:gd name="T45" fmla="*/ 0 h 653"/>
                      <a:gd name="T46" fmla="*/ 0 w 654"/>
                      <a:gd name="T47" fmla="*/ 0 h 653"/>
                      <a:gd name="T48" fmla="*/ 0 w 654"/>
                      <a:gd name="T49" fmla="*/ 0 h 653"/>
                      <a:gd name="T50" fmla="*/ 0 w 654"/>
                      <a:gd name="T51" fmla="*/ 0 h 653"/>
                      <a:gd name="T52" fmla="*/ 0 w 654"/>
                      <a:gd name="T53" fmla="*/ 0 h 653"/>
                      <a:gd name="T54" fmla="*/ 0 w 654"/>
                      <a:gd name="T55" fmla="*/ 0 h 653"/>
                      <a:gd name="T56" fmla="*/ 0 w 654"/>
                      <a:gd name="T57" fmla="*/ 0 h 653"/>
                      <a:gd name="T58" fmla="*/ 0 w 654"/>
                      <a:gd name="T59" fmla="*/ 0 h 653"/>
                      <a:gd name="T60" fmla="*/ 0 w 654"/>
                      <a:gd name="T61" fmla="*/ 0 h 653"/>
                      <a:gd name="T62" fmla="*/ 0 w 654"/>
                      <a:gd name="T63" fmla="*/ 0 h 653"/>
                      <a:gd name="T64" fmla="*/ 0 w 654"/>
                      <a:gd name="T65" fmla="*/ 0 h 653"/>
                      <a:gd name="T66" fmla="*/ 0 w 654"/>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3"/>
                      <a:gd name="T104" fmla="*/ 654 w 654"/>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3">
                        <a:moveTo>
                          <a:pt x="0" y="653"/>
                        </a:moveTo>
                        <a:lnTo>
                          <a:pt x="0" y="653"/>
                        </a:lnTo>
                        <a:lnTo>
                          <a:pt x="34" y="652"/>
                        </a:lnTo>
                        <a:lnTo>
                          <a:pt x="66" y="650"/>
                        </a:lnTo>
                        <a:lnTo>
                          <a:pt x="99" y="646"/>
                        </a:lnTo>
                        <a:lnTo>
                          <a:pt x="132" y="639"/>
                        </a:lnTo>
                        <a:lnTo>
                          <a:pt x="162" y="633"/>
                        </a:lnTo>
                        <a:lnTo>
                          <a:pt x="194" y="624"/>
                        </a:lnTo>
                        <a:lnTo>
                          <a:pt x="224" y="613"/>
                        </a:lnTo>
                        <a:lnTo>
                          <a:pt x="254" y="601"/>
                        </a:lnTo>
                        <a:lnTo>
                          <a:pt x="283" y="588"/>
                        </a:lnTo>
                        <a:lnTo>
                          <a:pt x="312" y="574"/>
                        </a:lnTo>
                        <a:lnTo>
                          <a:pt x="339" y="559"/>
                        </a:lnTo>
                        <a:lnTo>
                          <a:pt x="365" y="541"/>
                        </a:lnTo>
                        <a:lnTo>
                          <a:pt x="391" y="523"/>
                        </a:lnTo>
                        <a:lnTo>
                          <a:pt x="415" y="504"/>
                        </a:lnTo>
                        <a:lnTo>
                          <a:pt x="439" y="483"/>
                        </a:lnTo>
                        <a:lnTo>
                          <a:pt x="462" y="462"/>
                        </a:lnTo>
                        <a:lnTo>
                          <a:pt x="484" y="439"/>
                        </a:lnTo>
                        <a:lnTo>
                          <a:pt x="503" y="415"/>
                        </a:lnTo>
                        <a:lnTo>
                          <a:pt x="523" y="391"/>
                        </a:lnTo>
                        <a:lnTo>
                          <a:pt x="542" y="365"/>
                        </a:lnTo>
                        <a:lnTo>
                          <a:pt x="558" y="338"/>
                        </a:lnTo>
                        <a:lnTo>
                          <a:pt x="574" y="311"/>
                        </a:lnTo>
                        <a:lnTo>
                          <a:pt x="588" y="283"/>
                        </a:lnTo>
                        <a:lnTo>
                          <a:pt x="602" y="253"/>
                        </a:lnTo>
                        <a:lnTo>
                          <a:pt x="614" y="224"/>
                        </a:lnTo>
                        <a:lnTo>
                          <a:pt x="624" y="193"/>
                        </a:lnTo>
                        <a:lnTo>
                          <a:pt x="633" y="163"/>
                        </a:lnTo>
                        <a:lnTo>
                          <a:pt x="640" y="131"/>
                        </a:lnTo>
                        <a:lnTo>
                          <a:pt x="646" y="99"/>
                        </a:lnTo>
                        <a:lnTo>
                          <a:pt x="650" y="66"/>
                        </a:lnTo>
                        <a:lnTo>
                          <a:pt x="653" y="33"/>
                        </a:lnTo>
                        <a:lnTo>
                          <a:pt x="654" y="0"/>
                        </a:lnTo>
                        <a:lnTo>
                          <a:pt x="498" y="0"/>
                        </a:lnTo>
                        <a:lnTo>
                          <a:pt x="498" y="26"/>
                        </a:lnTo>
                        <a:lnTo>
                          <a:pt x="496" y="51"/>
                        </a:lnTo>
                        <a:lnTo>
                          <a:pt x="493" y="76"/>
                        </a:lnTo>
                        <a:lnTo>
                          <a:pt x="488" y="100"/>
                        </a:lnTo>
                        <a:lnTo>
                          <a:pt x="483" y="124"/>
                        </a:lnTo>
                        <a:lnTo>
                          <a:pt x="476" y="148"/>
                        </a:lnTo>
                        <a:lnTo>
                          <a:pt x="469" y="171"/>
                        </a:lnTo>
                        <a:lnTo>
                          <a:pt x="460" y="193"/>
                        </a:lnTo>
                        <a:lnTo>
                          <a:pt x="449" y="215"/>
                        </a:lnTo>
                        <a:lnTo>
                          <a:pt x="438" y="237"/>
                        </a:lnTo>
                        <a:lnTo>
                          <a:pt x="426" y="258"/>
                        </a:lnTo>
                        <a:lnTo>
                          <a:pt x="413" y="279"/>
                        </a:lnTo>
                        <a:lnTo>
                          <a:pt x="399" y="298"/>
                        </a:lnTo>
                        <a:lnTo>
                          <a:pt x="385" y="317"/>
                        </a:lnTo>
                        <a:lnTo>
                          <a:pt x="369" y="334"/>
                        </a:lnTo>
                        <a:lnTo>
                          <a:pt x="352" y="352"/>
                        </a:lnTo>
                        <a:lnTo>
                          <a:pt x="334" y="369"/>
                        </a:lnTo>
                        <a:lnTo>
                          <a:pt x="317" y="384"/>
                        </a:lnTo>
                        <a:lnTo>
                          <a:pt x="297" y="399"/>
                        </a:lnTo>
                        <a:lnTo>
                          <a:pt x="279" y="413"/>
                        </a:lnTo>
                        <a:lnTo>
                          <a:pt x="258" y="426"/>
                        </a:lnTo>
                        <a:lnTo>
                          <a:pt x="237" y="438"/>
                        </a:lnTo>
                        <a:lnTo>
                          <a:pt x="216" y="450"/>
                        </a:lnTo>
                        <a:lnTo>
                          <a:pt x="194" y="459"/>
                        </a:lnTo>
                        <a:lnTo>
                          <a:pt x="171" y="468"/>
                        </a:lnTo>
                        <a:lnTo>
                          <a:pt x="148" y="476"/>
                        </a:lnTo>
                        <a:lnTo>
                          <a:pt x="124" y="482"/>
                        </a:lnTo>
                        <a:lnTo>
                          <a:pt x="100" y="488"/>
                        </a:lnTo>
                        <a:lnTo>
                          <a:pt x="76" y="492"/>
                        </a:lnTo>
                        <a:lnTo>
                          <a:pt x="51" y="495"/>
                        </a:lnTo>
                        <a:lnTo>
                          <a:pt x="26" y="498"/>
                        </a:lnTo>
                        <a:lnTo>
                          <a:pt x="0" y="499"/>
                        </a:lnTo>
                        <a:lnTo>
                          <a:pt x="0" y="653"/>
                        </a:lnTo>
                        <a:close/>
                      </a:path>
                    </a:pathLst>
                  </a:custGeom>
                  <a:solidFill>
                    <a:srgbClr val="EF2B2F"/>
                  </a:solidFill>
                  <a:ln>
                    <a:noFill/>
                  </a:ln>
                </p:spPr>
                <p:txBody>
                  <a:bodyPr/>
                  <a:lstStyle/>
                  <a:p>
                    <a:pPr>
                      <a:defRPr/>
                    </a:pPr>
                    <a:endParaRPr lang="en-US" sz="1050">
                      <a:latin typeface="+mj-lt"/>
                    </a:endParaRPr>
                  </a:p>
                </p:txBody>
              </p:sp>
              <p:sp>
                <p:nvSpPr>
                  <p:cNvPr id="41721" name="Freeform 125">
                    <a:extLst>
                      <a:ext uri="{FF2B5EF4-FFF2-40B4-BE49-F238E27FC236}">
                        <a16:creationId xmlns="" xmlns:a16="http://schemas.microsoft.com/office/drawing/2014/main" id="{6305FB96-8922-9B66-C2AE-7D335BEF71F4}"/>
                      </a:ext>
                    </a:extLst>
                  </p:cNvPr>
                  <p:cNvSpPr>
                    <a:spLocks/>
                  </p:cNvSpPr>
                  <p:nvPr/>
                </p:nvSpPr>
                <p:spPr bwMode="auto">
                  <a:xfrm>
                    <a:off x="5175" y="1358"/>
                    <a:ext cx="23" cy="25"/>
                  </a:xfrm>
                  <a:custGeom>
                    <a:avLst/>
                    <a:gdLst>
                      <a:gd name="T0" fmla="*/ 0 w 653"/>
                      <a:gd name="T1" fmla="*/ 0 h 653"/>
                      <a:gd name="T2" fmla="*/ 0 w 653"/>
                      <a:gd name="T3" fmla="*/ 0 h 653"/>
                      <a:gd name="T4" fmla="*/ 0 w 653"/>
                      <a:gd name="T5" fmla="*/ 0 h 653"/>
                      <a:gd name="T6" fmla="*/ 0 w 653"/>
                      <a:gd name="T7" fmla="*/ 0 h 653"/>
                      <a:gd name="T8" fmla="*/ 0 w 653"/>
                      <a:gd name="T9" fmla="*/ 0 h 653"/>
                      <a:gd name="T10" fmla="*/ 0 w 653"/>
                      <a:gd name="T11" fmla="*/ 0 h 653"/>
                      <a:gd name="T12" fmla="*/ 0 w 653"/>
                      <a:gd name="T13" fmla="*/ 0 h 653"/>
                      <a:gd name="T14" fmla="*/ 0 w 653"/>
                      <a:gd name="T15" fmla="*/ 0 h 653"/>
                      <a:gd name="T16" fmla="*/ 0 w 653"/>
                      <a:gd name="T17" fmla="*/ 0 h 653"/>
                      <a:gd name="T18" fmla="*/ 0 w 653"/>
                      <a:gd name="T19" fmla="*/ 0 h 653"/>
                      <a:gd name="T20" fmla="*/ 0 w 653"/>
                      <a:gd name="T21" fmla="*/ 0 h 653"/>
                      <a:gd name="T22" fmla="*/ 0 w 653"/>
                      <a:gd name="T23" fmla="*/ 0 h 653"/>
                      <a:gd name="T24" fmla="*/ 0 w 653"/>
                      <a:gd name="T25" fmla="*/ 0 h 653"/>
                      <a:gd name="T26" fmla="*/ 0 w 653"/>
                      <a:gd name="T27" fmla="*/ 0 h 653"/>
                      <a:gd name="T28" fmla="*/ 0 w 653"/>
                      <a:gd name="T29" fmla="*/ 0 h 653"/>
                      <a:gd name="T30" fmla="*/ 0 w 653"/>
                      <a:gd name="T31" fmla="*/ 0 h 653"/>
                      <a:gd name="T32" fmla="*/ 0 w 653"/>
                      <a:gd name="T33" fmla="*/ 0 h 653"/>
                      <a:gd name="T34" fmla="*/ 0 w 653"/>
                      <a:gd name="T35" fmla="*/ 0 h 653"/>
                      <a:gd name="T36" fmla="*/ 0 w 653"/>
                      <a:gd name="T37" fmla="*/ 0 h 653"/>
                      <a:gd name="T38" fmla="*/ 0 w 653"/>
                      <a:gd name="T39" fmla="*/ 0 h 653"/>
                      <a:gd name="T40" fmla="*/ 0 w 653"/>
                      <a:gd name="T41" fmla="*/ 0 h 653"/>
                      <a:gd name="T42" fmla="*/ 0 w 653"/>
                      <a:gd name="T43" fmla="*/ 0 h 653"/>
                      <a:gd name="T44" fmla="*/ 0 w 653"/>
                      <a:gd name="T45" fmla="*/ 0 h 653"/>
                      <a:gd name="T46" fmla="*/ 0 w 653"/>
                      <a:gd name="T47" fmla="*/ 0 h 653"/>
                      <a:gd name="T48" fmla="*/ 0 w 653"/>
                      <a:gd name="T49" fmla="*/ 0 h 653"/>
                      <a:gd name="T50" fmla="*/ 0 w 653"/>
                      <a:gd name="T51" fmla="*/ 0 h 653"/>
                      <a:gd name="T52" fmla="*/ 0 w 653"/>
                      <a:gd name="T53" fmla="*/ 0 h 653"/>
                      <a:gd name="T54" fmla="*/ 0 w 653"/>
                      <a:gd name="T55" fmla="*/ 0 h 653"/>
                      <a:gd name="T56" fmla="*/ 0 w 653"/>
                      <a:gd name="T57" fmla="*/ 0 h 653"/>
                      <a:gd name="T58" fmla="*/ 0 w 653"/>
                      <a:gd name="T59" fmla="*/ 0 h 653"/>
                      <a:gd name="T60" fmla="*/ 0 w 653"/>
                      <a:gd name="T61" fmla="*/ 0 h 653"/>
                      <a:gd name="T62" fmla="*/ 0 w 653"/>
                      <a:gd name="T63" fmla="*/ 0 h 653"/>
                      <a:gd name="T64" fmla="*/ 0 w 653"/>
                      <a:gd name="T65" fmla="*/ 0 h 653"/>
                      <a:gd name="T66" fmla="*/ 0 w 653"/>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3"/>
                      <a:gd name="T103" fmla="*/ 0 h 653"/>
                      <a:gd name="T104" fmla="*/ 653 w 653"/>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3" h="653">
                        <a:moveTo>
                          <a:pt x="0" y="0"/>
                        </a:moveTo>
                        <a:lnTo>
                          <a:pt x="0" y="0"/>
                        </a:lnTo>
                        <a:lnTo>
                          <a:pt x="1" y="33"/>
                        </a:lnTo>
                        <a:lnTo>
                          <a:pt x="3" y="66"/>
                        </a:lnTo>
                        <a:lnTo>
                          <a:pt x="6" y="99"/>
                        </a:lnTo>
                        <a:lnTo>
                          <a:pt x="13" y="131"/>
                        </a:lnTo>
                        <a:lnTo>
                          <a:pt x="21" y="163"/>
                        </a:lnTo>
                        <a:lnTo>
                          <a:pt x="29" y="193"/>
                        </a:lnTo>
                        <a:lnTo>
                          <a:pt x="39" y="224"/>
                        </a:lnTo>
                        <a:lnTo>
                          <a:pt x="51" y="253"/>
                        </a:lnTo>
                        <a:lnTo>
                          <a:pt x="64" y="283"/>
                        </a:lnTo>
                        <a:lnTo>
                          <a:pt x="78" y="311"/>
                        </a:lnTo>
                        <a:lnTo>
                          <a:pt x="95" y="338"/>
                        </a:lnTo>
                        <a:lnTo>
                          <a:pt x="111" y="365"/>
                        </a:lnTo>
                        <a:lnTo>
                          <a:pt x="130" y="391"/>
                        </a:lnTo>
                        <a:lnTo>
                          <a:pt x="149" y="415"/>
                        </a:lnTo>
                        <a:lnTo>
                          <a:pt x="170" y="439"/>
                        </a:lnTo>
                        <a:lnTo>
                          <a:pt x="191" y="462"/>
                        </a:lnTo>
                        <a:lnTo>
                          <a:pt x="213" y="483"/>
                        </a:lnTo>
                        <a:lnTo>
                          <a:pt x="237" y="504"/>
                        </a:lnTo>
                        <a:lnTo>
                          <a:pt x="263" y="523"/>
                        </a:lnTo>
                        <a:lnTo>
                          <a:pt x="288" y="541"/>
                        </a:lnTo>
                        <a:lnTo>
                          <a:pt x="315" y="559"/>
                        </a:lnTo>
                        <a:lnTo>
                          <a:pt x="342" y="574"/>
                        </a:lnTo>
                        <a:lnTo>
                          <a:pt x="370" y="588"/>
                        </a:lnTo>
                        <a:lnTo>
                          <a:pt x="399" y="601"/>
                        </a:lnTo>
                        <a:lnTo>
                          <a:pt x="428" y="613"/>
                        </a:lnTo>
                        <a:lnTo>
                          <a:pt x="459" y="624"/>
                        </a:lnTo>
                        <a:lnTo>
                          <a:pt x="490" y="633"/>
                        </a:lnTo>
                        <a:lnTo>
                          <a:pt x="522" y="639"/>
                        </a:lnTo>
                        <a:lnTo>
                          <a:pt x="554" y="646"/>
                        </a:lnTo>
                        <a:lnTo>
                          <a:pt x="586" y="650"/>
                        </a:lnTo>
                        <a:lnTo>
                          <a:pt x="620" y="652"/>
                        </a:lnTo>
                        <a:lnTo>
                          <a:pt x="653" y="653"/>
                        </a:lnTo>
                        <a:lnTo>
                          <a:pt x="653" y="499"/>
                        </a:lnTo>
                        <a:lnTo>
                          <a:pt x="627" y="498"/>
                        </a:lnTo>
                        <a:lnTo>
                          <a:pt x="602" y="495"/>
                        </a:lnTo>
                        <a:lnTo>
                          <a:pt x="576" y="492"/>
                        </a:lnTo>
                        <a:lnTo>
                          <a:pt x="553" y="488"/>
                        </a:lnTo>
                        <a:lnTo>
                          <a:pt x="529" y="482"/>
                        </a:lnTo>
                        <a:lnTo>
                          <a:pt x="505" y="476"/>
                        </a:lnTo>
                        <a:lnTo>
                          <a:pt x="482" y="468"/>
                        </a:lnTo>
                        <a:lnTo>
                          <a:pt x="460" y="459"/>
                        </a:lnTo>
                        <a:lnTo>
                          <a:pt x="437" y="450"/>
                        </a:lnTo>
                        <a:lnTo>
                          <a:pt x="416" y="438"/>
                        </a:lnTo>
                        <a:lnTo>
                          <a:pt x="394" y="426"/>
                        </a:lnTo>
                        <a:lnTo>
                          <a:pt x="375" y="413"/>
                        </a:lnTo>
                        <a:lnTo>
                          <a:pt x="355" y="399"/>
                        </a:lnTo>
                        <a:lnTo>
                          <a:pt x="337" y="384"/>
                        </a:lnTo>
                        <a:lnTo>
                          <a:pt x="318" y="369"/>
                        </a:lnTo>
                        <a:lnTo>
                          <a:pt x="301" y="352"/>
                        </a:lnTo>
                        <a:lnTo>
                          <a:pt x="284" y="334"/>
                        </a:lnTo>
                        <a:lnTo>
                          <a:pt x="268" y="317"/>
                        </a:lnTo>
                        <a:lnTo>
                          <a:pt x="254" y="298"/>
                        </a:lnTo>
                        <a:lnTo>
                          <a:pt x="240" y="279"/>
                        </a:lnTo>
                        <a:lnTo>
                          <a:pt x="227" y="258"/>
                        </a:lnTo>
                        <a:lnTo>
                          <a:pt x="215" y="237"/>
                        </a:lnTo>
                        <a:lnTo>
                          <a:pt x="204" y="215"/>
                        </a:lnTo>
                        <a:lnTo>
                          <a:pt x="194" y="193"/>
                        </a:lnTo>
                        <a:lnTo>
                          <a:pt x="185" y="171"/>
                        </a:lnTo>
                        <a:lnTo>
                          <a:pt x="176" y="148"/>
                        </a:lnTo>
                        <a:lnTo>
                          <a:pt x="170" y="125"/>
                        </a:lnTo>
                        <a:lnTo>
                          <a:pt x="164" y="100"/>
                        </a:lnTo>
                        <a:lnTo>
                          <a:pt x="160" y="76"/>
                        </a:lnTo>
                        <a:lnTo>
                          <a:pt x="157" y="51"/>
                        </a:lnTo>
                        <a:lnTo>
                          <a:pt x="155" y="26"/>
                        </a:lnTo>
                        <a:lnTo>
                          <a:pt x="155" y="0"/>
                        </a:lnTo>
                        <a:lnTo>
                          <a:pt x="0" y="0"/>
                        </a:lnTo>
                        <a:close/>
                      </a:path>
                    </a:pathLst>
                  </a:custGeom>
                  <a:solidFill>
                    <a:srgbClr val="EF2B2F"/>
                  </a:solidFill>
                  <a:ln>
                    <a:noFill/>
                  </a:ln>
                </p:spPr>
                <p:txBody>
                  <a:bodyPr/>
                  <a:lstStyle/>
                  <a:p>
                    <a:pPr>
                      <a:defRPr/>
                    </a:pPr>
                    <a:endParaRPr lang="en-US" sz="1050">
                      <a:latin typeface="+mj-lt"/>
                    </a:endParaRPr>
                  </a:p>
                </p:txBody>
              </p:sp>
              <p:sp>
                <p:nvSpPr>
                  <p:cNvPr id="41722" name="Freeform 126">
                    <a:extLst>
                      <a:ext uri="{FF2B5EF4-FFF2-40B4-BE49-F238E27FC236}">
                        <a16:creationId xmlns="" xmlns:a16="http://schemas.microsoft.com/office/drawing/2014/main" id="{FF5241D7-8D0D-D84B-ED4E-6E0533CE134C}"/>
                      </a:ext>
                    </a:extLst>
                  </p:cNvPr>
                  <p:cNvSpPr>
                    <a:spLocks/>
                  </p:cNvSpPr>
                  <p:nvPr/>
                </p:nvSpPr>
                <p:spPr bwMode="auto">
                  <a:xfrm>
                    <a:off x="5175" y="1336"/>
                    <a:ext cx="23" cy="23"/>
                  </a:xfrm>
                  <a:custGeom>
                    <a:avLst/>
                    <a:gdLst>
                      <a:gd name="T0" fmla="*/ 0 w 653"/>
                      <a:gd name="T1" fmla="*/ 0 h 653"/>
                      <a:gd name="T2" fmla="*/ 0 w 653"/>
                      <a:gd name="T3" fmla="*/ 0 h 653"/>
                      <a:gd name="T4" fmla="*/ 0 w 653"/>
                      <a:gd name="T5" fmla="*/ 0 h 653"/>
                      <a:gd name="T6" fmla="*/ 0 w 653"/>
                      <a:gd name="T7" fmla="*/ 0 h 653"/>
                      <a:gd name="T8" fmla="*/ 0 w 653"/>
                      <a:gd name="T9" fmla="*/ 0 h 653"/>
                      <a:gd name="T10" fmla="*/ 0 w 653"/>
                      <a:gd name="T11" fmla="*/ 0 h 653"/>
                      <a:gd name="T12" fmla="*/ 0 w 653"/>
                      <a:gd name="T13" fmla="*/ 0 h 653"/>
                      <a:gd name="T14" fmla="*/ 0 w 653"/>
                      <a:gd name="T15" fmla="*/ 0 h 653"/>
                      <a:gd name="T16" fmla="*/ 0 w 653"/>
                      <a:gd name="T17" fmla="*/ 0 h 653"/>
                      <a:gd name="T18" fmla="*/ 0 w 653"/>
                      <a:gd name="T19" fmla="*/ 0 h 653"/>
                      <a:gd name="T20" fmla="*/ 0 w 653"/>
                      <a:gd name="T21" fmla="*/ 0 h 653"/>
                      <a:gd name="T22" fmla="*/ 0 w 653"/>
                      <a:gd name="T23" fmla="*/ 0 h 653"/>
                      <a:gd name="T24" fmla="*/ 0 w 653"/>
                      <a:gd name="T25" fmla="*/ 0 h 653"/>
                      <a:gd name="T26" fmla="*/ 0 w 653"/>
                      <a:gd name="T27" fmla="*/ 0 h 653"/>
                      <a:gd name="T28" fmla="*/ 0 w 653"/>
                      <a:gd name="T29" fmla="*/ 0 h 653"/>
                      <a:gd name="T30" fmla="*/ 0 w 653"/>
                      <a:gd name="T31" fmla="*/ 0 h 653"/>
                      <a:gd name="T32" fmla="*/ 0 w 653"/>
                      <a:gd name="T33" fmla="*/ 0 h 653"/>
                      <a:gd name="T34" fmla="*/ 0 w 653"/>
                      <a:gd name="T35" fmla="*/ 0 h 653"/>
                      <a:gd name="T36" fmla="*/ 0 w 653"/>
                      <a:gd name="T37" fmla="*/ 0 h 653"/>
                      <a:gd name="T38" fmla="*/ 0 w 653"/>
                      <a:gd name="T39" fmla="*/ 0 h 653"/>
                      <a:gd name="T40" fmla="*/ 0 w 653"/>
                      <a:gd name="T41" fmla="*/ 0 h 653"/>
                      <a:gd name="T42" fmla="*/ 0 w 653"/>
                      <a:gd name="T43" fmla="*/ 0 h 653"/>
                      <a:gd name="T44" fmla="*/ 0 w 653"/>
                      <a:gd name="T45" fmla="*/ 0 h 653"/>
                      <a:gd name="T46" fmla="*/ 0 w 653"/>
                      <a:gd name="T47" fmla="*/ 0 h 653"/>
                      <a:gd name="T48" fmla="*/ 0 w 653"/>
                      <a:gd name="T49" fmla="*/ 0 h 653"/>
                      <a:gd name="T50" fmla="*/ 0 w 653"/>
                      <a:gd name="T51" fmla="*/ 0 h 653"/>
                      <a:gd name="T52" fmla="*/ 0 w 653"/>
                      <a:gd name="T53" fmla="*/ 0 h 653"/>
                      <a:gd name="T54" fmla="*/ 0 w 653"/>
                      <a:gd name="T55" fmla="*/ 0 h 653"/>
                      <a:gd name="T56" fmla="*/ 0 w 653"/>
                      <a:gd name="T57" fmla="*/ 0 h 653"/>
                      <a:gd name="T58" fmla="*/ 0 w 653"/>
                      <a:gd name="T59" fmla="*/ 0 h 653"/>
                      <a:gd name="T60" fmla="*/ 0 w 653"/>
                      <a:gd name="T61" fmla="*/ 0 h 653"/>
                      <a:gd name="T62" fmla="*/ 0 w 653"/>
                      <a:gd name="T63" fmla="*/ 0 h 653"/>
                      <a:gd name="T64" fmla="*/ 0 w 653"/>
                      <a:gd name="T65" fmla="*/ 0 h 653"/>
                      <a:gd name="T66" fmla="*/ 0 w 653"/>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3"/>
                      <a:gd name="T103" fmla="*/ 0 h 653"/>
                      <a:gd name="T104" fmla="*/ 653 w 653"/>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3" h="653">
                        <a:moveTo>
                          <a:pt x="653" y="0"/>
                        </a:moveTo>
                        <a:lnTo>
                          <a:pt x="653" y="0"/>
                        </a:lnTo>
                        <a:lnTo>
                          <a:pt x="619" y="1"/>
                        </a:lnTo>
                        <a:lnTo>
                          <a:pt x="586" y="3"/>
                        </a:lnTo>
                        <a:lnTo>
                          <a:pt x="554" y="7"/>
                        </a:lnTo>
                        <a:lnTo>
                          <a:pt x="522" y="13"/>
                        </a:lnTo>
                        <a:lnTo>
                          <a:pt x="490" y="20"/>
                        </a:lnTo>
                        <a:lnTo>
                          <a:pt x="459" y="29"/>
                        </a:lnTo>
                        <a:lnTo>
                          <a:pt x="428" y="39"/>
                        </a:lnTo>
                        <a:lnTo>
                          <a:pt x="399" y="51"/>
                        </a:lnTo>
                        <a:lnTo>
                          <a:pt x="370" y="64"/>
                        </a:lnTo>
                        <a:lnTo>
                          <a:pt x="342" y="78"/>
                        </a:lnTo>
                        <a:lnTo>
                          <a:pt x="315" y="95"/>
                        </a:lnTo>
                        <a:lnTo>
                          <a:pt x="288" y="111"/>
                        </a:lnTo>
                        <a:lnTo>
                          <a:pt x="263" y="129"/>
                        </a:lnTo>
                        <a:lnTo>
                          <a:pt x="237" y="149"/>
                        </a:lnTo>
                        <a:lnTo>
                          <a:pt x="213" y="170"/>
                        </a:lnTo>
                        <a:lnTo>
                          <a:pt x="191" y="192"/>
                        </a:lnTo>
                        <a:lnTo>
                          <a:pt x="170" y="213"/>
                        </a:lnTo>
                        <a:lnTo>
                          <a:pt x="149" y="237"/>
                        </a:lnTo>
                        <a:lnTo>
                          <a:pt x="130" y="262"/>
                        </a:lnTo>
                        <a:lnTo>
                          <a:pt x="111" y="287"/>
                        </a:lnTo>
                        <a:lnTo>
                          <a:pt x="95" y="315"/>
                        </a:lnTo>
                        <a:lnTo>
                          <a:pt x="78" y="342"/>
                        </a:lnTo>
                        <a:lnTo>
                          <a:pt x="64" y="370"/>
                        </a:lnTo>
                        <a:lnTo>
                          <a:pt x="51" y="399"/>
                        </a:lnTo>
                        <a:lnTo>
                          <a:pt x="39" y="428"/>
                        </a:lnTo>
                        <a:lnTo>
                          <a:pt x="29" y="459"/>
                        </a:lnTo>
                        <a:lnTo>
                          <a:pt x="21" y="490"/>
                        </a:lnTo>
                        <a:lnTo>
                          <a:pt x="13" y="522"/>
                        </a:lnTo>
                        <a:lnTo>
                          <a:pt x="6" y="553"/>
                        </a:lnTo>
                        <a:lnTo>
                          <a:pt x="3" y="586"/>
                        </a:lnTo>
                        <a:lnTo>
                          <a:pt x="1" y="620"/>
                        </a:lnTo>
                        <a:lnTo>
                          <a:pt x="0" y="653"/>
                        </a:lnTo>
                        <a:lnTo>
                          <a:pt x="155" y="653"/>
                        </a:lnTo>
                        <a:lnTo>
                          <a:pt x="155" y="626"/>
                        </a:lnTo>
                        <a:lnTo>
                          <a:pt x="157" y="601"/>
                        </a:lnTo>
                        <a:lnTo>
                          <a:pt x="160" y="576"/>
                        </a:lnTo>
                        <a:lnTo>
                          <a:pt x="164" y="552"/>
                        </a:lnTo>
                        <a:lnTo>
                          <a:pt x="170" y="528"/>
                        </a:lnTo>
                        <a:lnTo>
                          <a:pt x="176" y="505"/>
                        </a:lnTo>
                        <a:lnTo>
                          <a:pt x="185" y="481"/>
                        </a:lnTo>
                        <a:lnTo>
                          <a:pt x="194" y="460"/>
                        </a:lnTo>
                        <a:lnTo>
                          <a:pt x="204" y="437"/>
                        </a:lnTo>
                        <a:lnTo>
                          <a:pt x="215" y="416"/>
                        </a:lnTo>
                        <a:lnTo>
                          <a:pt x="227" y="395"/>
                        </a:lnTo>
                        <a:lnTo>
                          <a:pt x="240" y="375"/>
                        </a:lnTo>
                        <a:lnTo>
                          <a:pt x="254" y="355"/>
                        </a:lnTo>
                        <a:lnTo>
                          <a:pt x="268" y="336"/>
                        </a:lnTo>
                        <a:lnTo>
                          <a:pt x="284" y="318"/>
                        </a:lnTo>
                        <a:lnTo>
                          <a:pt x="301" y="300"/>
                        </a:lnTo>
                        <a:lnTo>
                          <a:pt x="318" y="284"/>
                        </a:lnTo>
                        <a:lnTo>
                          <a:pt x="337" y="268"/>
                        </a:lnTo>
                        <a:lnTo>
                          <a:pt x="355" y="254"/>
                        </a:lnTo>
                        <a:lnTo>
                          <a:pt x="375" y="239"/>
                        </a:lnTo>
                        <a:lnTo>
                          <a:pt x="394" y="226"/>
                        </a:lnTo>
                        <a:lnTo>
                          <a:pt x="416" y="214"/>
                        </a:lnTo>
                        <a:lnTo>
                          <a:pt x="437" y="203"/>
                        </a:lnTo>
                        <a:lnTo>
                          <a:pt x="460" y="194"/>
                        </a:lnTo>
                        <a:lnTo>
                          <a:pt x="482" y="185"/>
                        </a:lnTo>
                        <a:lnTo>
                          <a:pt x="505" y="176"/>
                        </a:lnTo>
                        <a:lnTo>
                          <a:pt x="529" y="170"/>
                        </a:lnTo>
                        <a:lnTo>
                          <a:pt x="553" y="164"/>
                        </a:lnTo>
                        <a:lnTo>
                          <a:pt x="576" y="160"/>
                        </a:lnTo>
                        <a:lnTo>
                          <a:pt x="602" y="157"/>
                        </a:lnTo>
                        <a:lnTo>
                          <a:pt x="628" y="154"/>
                        </a:lnTo>
                        <a:lnTo>
                          <a:pt x="653" y="154"/>
                        </a:lnTo>
                        <a:lnTo>
                          <a:pt x="653" y="0"/>
                        </a:lnTo>
                        <a:close/>
                      </a:path>
                    </a:pathLst>
                  </a:custGeom>
                  <a:solidFill>
                    <a:srgbClr val="EF2B2F"/>
                  </a:solidFill>
                  <a:ln>
                    <a:noFill/>
                  </a:ln>
                </p:spPr>
                <p:txBody>
                  <a:bodyPr/>
                  <a:lstStyle/>
                  <a:p>
                    <a:pPr>
                      <a:defRPr/>
                    </a:pPr>
                    <a:endParaRPr lang="en-US" sz="1050">
                      <a:latin typeface="+mj-lt"/>
                    </a:endParaRPr>
                  </a:p>
                </p:txBody>
              </p:sp>
              <p:sp>
                <p:nvSpPr>
                  <p:cNvPr id="41723" name="Freeform 127">
                    <a:extLst>
                      <a:ext uri="{FF2B5EF4-FFF2-40B4-BE49-F238E27FC236}">
                        <a16:creationId xmlns="" xmlns:a16="http://schemas.microsoft.com/office/drawing/2014/main" id="{99957A1B-6267-C7DF-CC4E-EC5E7F61DFE1}"/>
                      </a:ext>
                    </a:extLst>
                  </p:cNvPr>
                  <p:cNvSpPr>
                    <a:spLocks/>
                  </p:cNvSpPr>
                  <p:nvPr/>
                </p:nvSpPr>
                <p:spPr bwMode="auto">
                  <a:xfrm>
                    <a:off x="5428" y="1474"/>
                    <a:ext cx="38" cy="44"/>
                  </a:xfrm>
                  <a:custGeom>
                    <a:avLst/>
                    <a:gdLst>
                      <a:gd name="T0" fmla="*/ 0 w 1152"/>
                      <a:gd name="T1" fmla="*/ 0 h 1152"/>
                      <a:gd name="T2" fmla="*/ 0 w 1152"/>
                      <a:gd name="T3" fmla="*/ 0 h 1152"/>
                      <a:gd name="T4" fmla="*/ 0 w 1152"/>
                      <a:gd name="T5" fmla="*/ 0 h 1152"/>
                      <a:gd name="T6" fmla="*/ 0 w 1152"/>
                      <a:gd name="T7" fmla="*/ 0 h 1152"/>
                      <a:gd name="T8" fmla="*/ 0 w 1152"/>
                      <a:gd name="T9" fmla="*/ 0 h 1152"/>
                      <a:gd name="T10" fmla="*/ 0 w 1152"/>
                      <a:gd name="T11" fmla="*/ 0 h 1152"/>
                      <a:gd name="T12" fmla="*/ 0 w 1152"/>
                      <a:gd name="T13" fmla="*/ 0 h 1152"/>
                      <a:gd name="T14" fmla="*/ 0 w 1152"/>
                      <a:gd name="T15" fmla="*/ 0 h 1152"/>
                      <a:gd name="T16" fmla="*/ 0 w 1152"/>
                      <a:gd name="T17" fmla="*/ 0 h 1152"/>
                      <a:gd name="T18" fmla="*/ 0 w 1152"/>
                      <a:gd name="T19" fmla="*/ 0 h 1152"/>
                      <a:gd name="T20" fmla="*/ 0 w 1152"/>
                      <a:gd name="T21" fmla="*/ 0 h 1152"/>
                      <a:gd name="T22" fmla="*/ 0 w 1152"/>
                      <a:gd name="T23" fmla="*/ 0 h 1152"/>
                      <a:gd name="T24" fmla="*/ 0 w 1152"/>
                      <a:gd name="T25" fmla="*/ 0 h 1152"/>
                      <a:gd name="T26" fmla="*/ 0 w 1152"/>
                      <a:gd name="T27" fmla="*/ 0 h 1152"/>
                      <a:gd name="T28" fmla="*/ 0 w 1152"/>
                      <a:gd name="T29" fmla="*/ 0 h 1152"/>
                      <a:gd name="T30" fmla="*/ 0 w 1152"/>
                      <a:gd name="T31" fmla="*/ 0 h 1152"/>
                      <a:gd name="T32" fmla="*/ 0 w 1152"/>
                      <a:gd name="T33" fmla="*/ 0 h 1152"/>
                      <a:gd name="T34" fmla="*/ 0 w 1152"/>
                      <a:gd name="T35" fmla="*/ 0 h 1152"/>
                      <a:gd name="T36" fmla="*/ 0 w 1152"/>
                      <a:gd name="T37" fmla="*/ 0 h 1152"/>
                      <a:gd name="T38" fmla="*/ 0 w 1152"/>
                      <a:gd name="T39" fmla="*/ 0 h 1152"/>
                      <a:gd name="T40" fmla="*/ 0 w 1152"/>
                      <a:gd name="T41" fmla="*/ 0 h 1152"/>
                      <a:gd name="T42" fmla="*/ 0 w 1152"/>
                      <a:gd name="T43" fmla="*/ 0 h 1152"/>
                      <a:gd name="T44" fmla="*/ 0 w 1152"/>
                      <a:gd name="T45" fmla="*/ 0 h 1152"/>
                      <a:gd name="T46" fmla="*/ 0 w 1152"/>
                      <a:gd name="T47" fmla="*/ 0 h 1152"/>
                      <a:gd name="T48" fmla="*/ 0 w 1152"/>
                      <a:gd name="T49" fmla="*/ 0 h 1152"/>
                      <a:gd name="T50" fmla="*/ 0 w 1152"/>
                      <a:gd name="T51" fmla="*/ 0 h 1152"/>
                      <a:gd name="T52" fmla="*/ 0 w 1152"/>
                      <a:gd name="T53" fmla="*/ 0 h 1152"/>
                      <a:gd name="T54" fmla="*/ 0 w 1152"/>
                      <a:gd name="T55" fmla="*/ 0 h 1152"/>
                      <a:gd name="T56" fmla="*/ 0 w 1152"/>
                      <a:gd name="T57" fmla="*/ 0 h 1152"/>
                      <a:gd name="T58" fmla="*/ 0 w 1152"/>
                      <a:gd name="T59" fmla="*/ 0 h 1152"/>
                      <a:gd name="T60" fmla="*/ 0 w 1152"/>
                      <a:gd name="T61" fmla="*/ 0 h 1152"/>
                      <a:gd name="T62" fmla="*/ 0 w 1152"/>
                      <a:gd name="T63" fmla="*/ 0 h 1152"/>
                      <a:gd name="T64" fmla="*/ 0 w 1152"/>
                      <a:gd name="T65" fmla="*/ 0 h 1152"/>
                      <a:gd name="T66" fmla="*/ 0 w 1152"/>
                      <a:gd name="T67" fmla="*/ 0 h 1152"/>
                      <a:gd name="T68" fmla="*/ 0 w 1152"/>
                      <a:gd name="T69" fmla="*/ 0 h 1152"/>
                      <a:gd name="T70" fmla="*/ 0 w 1152"/>
                      <a:gd name="T71" fmla="*/ 0 h 1152"/>
                      <a:gd name="T72" fmla="*/ 0 w 1152"/>
                      <a:gd name="T73" fmla="*/ 0 h 1152"/>
                      <a:gd name="T74" fmla="*/ 0 w 1152"/>
                      <a:gd name="T75" fmla="*/ 0 h 1152"/>
                      <a:gd name="T76" fmla="*/ 0 w 1152"/>
                      <a:gd name="T77" fmla="*/ 0 h 1152"/>
                      <a:gd name="T78" fmla="*/ 0 w 1152"/>
                      <a:gd name="T79" fmla="*/ 0 h 1152"/>
                      <a:gd name="T80" fmla="*/ 0 w 1152"/>
                      <a:gd name="T81" fmla="*/ 0 h 1152"/>
                      <a:gd name="T82" fmla="*/ 0 w 1152"/>
                      <a:gd name="T83" fmla="*/ 0 h 1152"/>
                      <a:gd name="T84" fmla="*/ 0 w 1152"/>
                      <a:gd name="T85" fmla="*/ 0 h 11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52"/>
                      <a:gd name="T130" fmla="*/ 0 h 1152"/>
                      <a:gd name="T131" fmla="*/ 1152 w 1152"/>
                      <a:gd name="T132" fmla="*/ 1152 h 115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52" h="1152">
                        <a:moveTo>
                          <a:pt x="575" y="0"/>
                        </a:moveTo>
                        <a:lnTo>
                          <a:pt x="605" y="1"/>
                        </a:lnTo>
                        <a:lnTo>
                          <a:pt x="634" y="3"/>
                        </a:lnTo>
                        <a:lnTo>
                          <a:pt x="662" y="6"/>
                        </a:lnTo>
                        <a:lnTo>
                          <a:pt x="691" y="12"/>
                        </a:lnTo>
                        <a:lnTo>
                          <a:pt x="719" y="18"/>
                        </a:lnTo>
                        <a:lnTo>
                          <a:pt x="746" y="26"/>
                        </a:lnTo>
                        <a:lnTo>
                          <a:pt x="772" y="35"/>
                        </a:lnTo>
                        <a:lnTo>
                          <a:pt x="800" y="45"/>
                        </a:lnTo>
                        <a:lnTo>
                          <a:pt x="825" y="56"/>
                        </a:lnTo>
                        <a:lnTo>
                          <a:pt x="850" y="69"/>
                        </a:lnTo>
                        <a:lnTo>
                          <a:pt x="874" y="84"/>
                        </a:lnTo>
                        <a:lnTo>
                          <a:pt x="897" y="99"/>
                        </a:lnTo>
                        <a:lnTo>
                          <a:pt x="920" y="114"/>
                        </a:lnTo>
                        <a:lnTo>
                          <a:pt x="941" y="132"/>
                        </a:lnTo>
                        <a:lnTo>
                          <a:pt x="962" y="150"/>
                        </a:lnTo>
                        <a:lnTo>
                          <a:pt x="982" y="169"/>
                        </a:lnTo>
                        <a:lnTo>
                          <a:pt x="1001" y="189"/>
                        </a:lnTo>
                        <a:lnTo>
                          <a:pt x="1020" y="210"/>
                        </a:lnTo>
                        <a:lnTo>
                          <a:pt x="1036" y="232"/>
                        </a:lnTo>
                        <a:lnTo>
                          <a:pt x="1053" y="254"/>
                        </a:lnTo>
                        <a:lnTo>
                          <a:pt x="1068" y="278"/>
                        </a:lnTo>
                        <a:lnTo>
                          <a:pt x="1082" y="302"/>
                        </a:lnTo>
                        <a:lnTo>
                          <a:pt x="1094" y="327"/>
                        </a:lnTo>
                        <a:lnTo>
                          <a:pt x="1106" y="352"/>
                        </a:lnTo>
                        <a:lnTo>
                          <a:pt x="1116" y="378"/>
                        </a:lnTo>
                        <a:lnTo>
                          <a:pt x="1126" y="405"/>
                        </a:lnTo>
                        <a:lnTo>
                          <a:pt x="1133" y="432"/>
                        </a:lnTo>
                        <a:lnTo>
                          <a:pt x="1140" y="460"/>
                        </a:lnTo>
                        <a:lnTo>
                          <a:pt x="1144" y="488"/>
                        </a:lnTo>
                        <a:lnTo>
                          <a:pt x="1149" y="517"/>
                        </a:lnTo>
                        <a:lnTo>
                          <a:pt x="1151" y="547"/>
                        </a:lnTo>
                        <a:lnTo>
                          <a:pt x="1152" y="576"/>
                        </a:lnTo>
                        <a:lnTo>
                          <a:pt x="1151" y="606"/>
                        </a:lnTo>
                        <a:lnTo>
                          <a:pt x="1149" y="635"/>
                        </a:lnTo>
                        <a:lnTo>
                          <a:pt x="1144" y="663"/>
                        </a:lnTo>
                        <a:lnTo>
                          <a:pt x="1140" y="692"/>
                        </a:lnTo>
                        <a:lnTo>
                          <a:pt x="1133" y="719"/>
                        </a:lnTo>
                        <a:lnTo>
                          <a:pt x="1126" y="747"/>
                        </a:lnTo>
                        <a:lnTo>
                          <a:pt x="1116" y="774"/>
                        </a:lnTo>
                        <a:lnTo>
                          <a:pt x="1106" y="800"/>
                        </a:lnTo>
                        <a:lnTo>
                          <a:pt x="1094" y="825"/>
                        </a:lnTo>
                        <a:lnTo>
                          <a:pt x="1082" y="850"/>
                        </a:lnTo>
                        <a:lnTo>
                          <a:pt x="1068" y="874"/>
                        </a:lnTo>
                        <a:lnTo>
                          <a:pt x="1053" y="898"/>
                        </a:lnTo>
                        <a:lnTo>
                          <a:pt x="1036" y="921"/>
                        </a:lnTo>
                        <a:lnTo>
                          <a:pt x="1020" y="941"/>
                        </a:lnTo>
                        <a:lnTo>
                          <a:pt x="1001" y="963"/>
                        </a:lnTo>
                        <a:lnTo>
                          <a:pt x="982" y="983"/>
                        </a:lnTo>
                        <a:lnTo>
                          <a:pt x="962" y="1002"/>
                        </a:lnTo>
                        <a:lnTo>
                          <a:pt x="941" y="1020"/>
                        </a:lnTo>
                        <a:lnTo>
                          <a:pt x="920" y="1037"/>
                        </a:lnTo>
                        <a:lnTo>
                          <a:pt x="897" y="1054"/>
                        </a:lnTo>
                        <a:lnTo>
                          <a:pt x="874" y="1068"/>
                        </a:lnTo>
                        <a:lnTo>
                          <a:pt x="850" y="1082"/>
                        </a:lnTo>
                        <a:lnTo>
                          <a:pt x="825" y="1095"/>
                        </a:lnTo>
                        <a:lnTo>
                          <a:pt x="800" y="1106"/>
                        </a:lnTo>
                        <a:lnTo>
                          <a:pt x="772" y="1117"/>
                        </a:lnTo>
                        <a:lnTo>
                          <a:pt x="746" y="1126"/>
                        </a:lnTo>
                        <a:lnTo>
                          <a:pt x="719" y="1133"/>
                        </a:lnTo>
                        <a:lnTo>
                          <a:pt x="691" y="1140"/>
                        </a:lnTo>
                        <a:lnTo>
                          <a:pt x="662" y="1145"/>
                        </a:lnTo>
                        <a:lnTo>
                          <a:pt x="634" y="1148"/>
                        </a:lnTo>
                        <a:lnTo>
                          <a:pt x="605" y="1151"/>
                        </a:lnTo>
                        <a:lnTo>
                          <a:pt x="575" y="1152"/>
                        </a:lnTo>
                        <a:lnTo>
                          <a:pt x="546" y="1151"/>
                        </a:lnTo>
                        <a:lnTo>
                          <a:pt x="516" y="1148"/>
                        </a:lnTo>
                        <a:lnTo>
                          <a:pt x="488" y="1145"/>
                        </a:lnTo>
                        <a:lnTo>
                          <a:pt x="460" y="1140"/>
                        </a:lnTo>
                        <a:lnTo>
                          <a:pt x="431" y="1133"/>
                        </a:lnTo>
                        <a:lnTo>
                          <a:pt x="404" y="1126"/>
                        </a:lnTo>
                        <a:lnTo>
                          <a:pt x="378" y="1117"/>
                        </a:lnTo>
                        <a:lnTo>
                          <a:pt x="352" y="1106"/>
                        </a:lnTo>
                        <a:lnTo>
                          <a:pt x="326" y="1095"/>
                        </a:lnTo>
                        <a:lnTo>
                          <a:pt x="302" y="1082"/>
                        </a:lnTo>
                        <a:lnTo>
                          <a:pt x="276" y="1068"/>
                        </a:lnTo>
                        <a:lnTo>
                          <a:pt x="254" y="1054"/>
                        </a:lnTo>
                        <a:lnTo>
                          <a:pt x="231" y="1037"/>
                        </a:lnTo>
                        <a:lnTo>
                          <a:pt x="209" y="1020"/>
                        </a:lnTo>
                        <a:lnTo>
                          <a:pt x="188" y="1002"/>
                        </a:lnTo>
                        <a:lnTo>
                          <a:pt x="169" y="983"/>
                        </a:lnTo>
                        <a:lnTo>
                          <a:pt x="149" y="963"/>
                        </a:lnTo>
                        <a:lnTo>
                          <a:pt x="132" y="941"/>
                        </a:lnTo>
                        <a:lnTo>
                          <a:pt x="114" y="921"/>
                        </a:lnTo>
                        <a:lnTo>
                          <a:pt x="98" y="898"/>
                        </a:lnTo>
                        <a:lnTo>
                          <a:pt x="82" y="874"/>
                        </a:lnTo>
                        <a:lnTo>
                          <a:pt x="69" y="850"/>
                        </a:lnTo>
                        <a:lnTo>
                          <a:pt x="56" y="825"/>
                        </a:lnTo>
                        <a:lnTo>
                          <a:pt x="44" y="800"/>
                        </a:lnTo>
                        <a:lnTo>
                          <a:pt x="34" y="774"/>
                        </a:lnTo>
                        <a:lnTo>
                          <a:pt x="25" y="747"/>
                        </a:lnTo>
                        <a:lnTo>
                          <a:pt x="17" y="719"/>
                        </a:lnTo>
                        <a:lnTo>
                          <a:pt x="11" y="692"/>
                        </a:lnTo>
                        <a:lnTo>
                          <a:pt x="6" y="663"/>
                        </a:lnTo>
                        <a:lnTo>
                          <a:pt x="2" y="635"/>
                        </a:lnTo>
                        <a:lnTo>
                          <a:pt x="0" y="606"/>
                        </a:lnTo>
                        <a:lnTo>
                          <a:pt x="0" y="576"/>
                        </a:lnTo>
                        <a:lnTo>
                          <a:pt x="0" y="547"/>
                        </a:lnTo>
                        <a:lnTo>
                          <a:pt x="2" y="517"/>
                        </a:lnTo>
                        <a:lnTo>
                          <a:pt x="6" y="488"/>
                        </a:lnTo>
                        <a:lnTo>
                          <a:pt x="11" y="460"/>
                        </a:lnTo>
                        <a:lnTo>
                          <a:pt x="17" y="432"/>
                        </a:lnTo>
                        <a:lnTo>
                          <a:pt x="25" y="405"/>
                        </a:lnTo>
                        <a:lnTo>
                          <a:pt x="34" y="378"/>
                        </a:lnTo>
                        <a:lnTo>
                          <a:pt x="44" y="352"/>
                        </a:lnTo>
                        <a:lnTo>
                          <a:pt x="56" y="327"/>
                        </a:lnTo>
                        <a:lnTo>
                          <a:pt x="69" y="302"/>
                        </a:lnTo>
                        <a:lnTo>
                          <a:pt x="82" y="278"/>
                        </a:lnTo>
                        <a:lnTo>
                          <a:pt x="98" y="254"/>
                        </a:lnTo>
                        <a:lnTo>
                          <a:pt x="114" y="232"/>
                        </a:lnTo>
                        <a:lnTo>
                          <a:pt x="132" y="210"/>
                        </a:lnTo>
                        <a:lnTo>
                          <a:pt x="149" y="189"/>
                        </a:lnTo>
                        <a:lnTo>
                          <a:pt x="169" y="169"/>
                        </a:lnTo>
                        <a:lnTo>
                          <a:pt x="188" y="150"/>
                        </a:lnTo>
                        <a:lnTo>
                          <a:pt x="209" y="132"/>
                        </a:lnTo>
                        <a:lnTo>
                          <a:pt x="231" y="114"/>
                        </a:lnTo>
                        <a:lnTo>
                          <a:pt x="254" y="99"/>
                        </a:lnTo>
                        <a:lnTo>
                          <a:pt x="276" y="84"/>
                        </a:lnTo>
                        <a:lnTo>
                          <a:pt x="302" y="69"/>
                        </a:lnTo>
                        <a:lnTo>
                          <a:pt x="326" y="56"/>
                        </a:lnTo>
                        <a:lnTo>
                          <a:pt x="352" y="45"/>
                        </a:lnTo>
                        <a:lnTo>
                          <a:pt x="378" y="35"/>
                        </a:lnTo>
                        <a:lnTo>
                          <a:pt x="404" y="26"/>
                        </a:lnTo>
                        <a:lnTo>
                          <a:pt x="431" y="18"/>
                        </a:lnTo>
                        <a:lnTo>
                          <a:pt x="460" y="12"/>
                        </a:lnTo>
                        <a:lnTo>
                          <a:pt x="488" y="6"/>
                        </a:lnTo>
                        <a:lnTo>
                          <a:pt x="516" y="3"/>
                        </a:lnTo>
                        <a:lnTo>
                          <a:pt x="546" y="1"/>
                        </a:lnTo>
                        <a:lnTo>
                          <a:pt x="575" y="0"/>
                        </a:lnTo>
                        <a:close/>
                      </a:path>
                    </a:pathLst>
                  </a:custGeom>
                  <a:solidFill>
                    <a:srgbClr val="DC2B19"/>
                  </a:solidFill>
                  <a:ln>
                    <a:noFill/>
                  </a:ln>
                </p:spPr>
                <p:txBody>
                  <a:bodyPr/>
                  <a:lstStyle/>
                  <a:p>
                    <a:pPr>
                      <a:defRPr/>
                    </a:pPr>
                    <a:endParaRPr lang="en-US" sz="1050">
                      <a:latin typeface="+mj-lt"/>
                    </a:endParaRPr>
                  </a:p>
                </p:txBody>
              </p:sp>
              <p:sp>
                <p:nvSpPr>
                  <p:cNvPr id="41724" name="Freeform 128">
                    <a:extLst>
                      <a:ext uri="{FF2B5EF4-FFF2-40B4-BE49-F238E27FC236}">
                        <a16:creationId xmlns="" xmlns:a16="http://schemas.microsoft.com/office/drawing/2014/main" id="{3D391F59-0B80-904E-4CAC-FD38A6BC9447}"/>
                      </a:ext>
                    </a:extLst>
                  </p:cNvPr>
                  <p:cNvSpPr>
                    <a:spLocks/>
                  </p:cNvSpPr>
                  <p:nvPr/>
                </p:nvSpPr>
                <p:spPr bwMode="auto">
                  <a:xfrm>
                    <a:off x="5446" y="1470"/>
                    <a:ext cx="22" cy="25"/>
                  </a:xfrm>
                  <a:custGeom>
                    <a:avLst/>
                    <a:gdLst>
                      <a:gd name="T0" fmla="*/ 0 w 654"/>
                      <a:gd name="T1" fmla="*/ 0 h 654"/>
                      <a:gd name="T2" fmla="*/ 0 w 654"/>
                      <a:gd name="T3" fmla="*/ 0 h 654"/>
                      <a:gd name="T4" fmla="*/ 0 w 654"/>
                      <a:gd name="T5" fmla="*/ 0 h 654"/>
                      <a:gd name="T6" fmla="*/ 0 w 654"/>
                      <a:gd name="T7" fmla="*/ 0 h 654"/>
                      <a:gd name="T8" fmla="*/ 0 w 654"/>
                      <a:gd name="T9" fmla="*/ 0 h 654"/>
                      <a:gd name="T10" fmla="*/ 0 w 654"/>
                      <a:gd name="T11" fmla="*/ 0 h 654"/>
                      <a:gd name="T12" fmla="*/ 0 w 654"/>
                      <a:gd name="T13" fmla="*/ 0 h 654"/>
                      <a:gd name="T14" fmla="*/ 0 w 654"/>
                      <a:gd name="T15" fmla="*/ 0 h 654"/>
                      <a:gd name="T16" fmla="*/ 0 w 654"/>
                      <a:gd name="T17" fmla="*/ 0 h 654"/>
                      <a:gd name="T18" fmla="*/ 0 w 654"/>
                      <a:gd name="T19" fmla="*/ 0 h 654"/>
                      <a:gd name="T20" fmla="*/ 0 w 654"/>
                      <a:gd name="T21" fmla="*/ 0 h 654"/>
                      <a:gd name="T22" fmla="*/ 0 w 654"/>
                      <a:gd name="T23" fmla="*/ 0 h 654"/>
                      <a:gd name="T24" fmla="*/ 0 w 654"/>
                      <a:gd name="T25" fmla="*/ 0 h 654"/>
                      <a:gd name="T26" fmla="*/ 0 w 654"/>
                      <a:gd name="T27" fmla="*/ 0 h 654"/>
                      <a:gd name="T28" fmla="*/ 0 w 654"/>
                      <a:gd name="T29" fmla="*/ 0 h 654"/>
                      <a:gd name="T30" fmla="*/ 0 w 654"/>
                      <a:gd name="T31" fmla="*/ 0 h 654"/>
                      <a:gd name="T32" fmla="*/ 0 w 654"/>
                      <a:gd name="T33" fmla="*/ 0 h 654"/>
                      <a:gd name="T34" fmla="*/ 0 w 654"/>
                      <a:gd name="T35" fmla="*/ 0 h 654"/>
                      <a:gd name="T36" fmla="*/ 0 w 654"/>
                      <a:gd name="T37" fmla="*/ 0 h 654"/>
                      <a:gd name="T38" fmla="*/ 0 w 654"/>
                      <a:gd name="T39" fmla="*/ 0 h 654"/>
                      <a:gd name="T40" fmla="*/ 0 w 654"/>
                      <a:gd name="T41" fmla="*/ 0 h 654"/>
                      <a:gd name="T42" fmla="*/ 0 w 654"/>
                      <a:gd name="T43" fmla="*/ 0 h 654"/>
                      <a:gd name="T44" fmla="*/ 0 w 654"/>
                      <a:gd name="T45" fmla="*/ 0 h 654"/>
                      <a:gd name="T46" fmla="*/ 0 w 654"/>
                      <a:gd name="T47" fmla="*/ 0 h 654"/>
                      <a:gd name="T48" fmla="*/ 0 w 654"/>
                      <a:gd name="T49" fmla="*/ 0 h 654"/>
                      <a:gd name="T50" fmla="*/ 0 w 654"/>
                      <a:gd name="T51" fmla="*/ 0 h 654"/>
                      <a:gd name="T52" fmla="*/ 0 w 654"/>
                      <a:gd name="T53" fmla="*/ 0 h 654"/>
                      <a:gd name="T54" fmla="*/ 0 w 654"/>
                      <a:gd name="T55" fmla="*/ 0 h 654"/>
                      <a:gd name="T56" fmla="*/ 0 w 654"/>
                      <a:gd name="T57" fmla="*/ 0 h 654"/>
                      <a:gd name="T58" fmla="*/ 0 w 654"/>
                      <a:gd name="T59" fmla="*/ 0 h 654"/>
                      <a:gd name="T60" fmla="*/ 0 w 654"/>
                      <a:gd name="T61" fmla="*/ 0 h 654"/>
                      <a:gd name="T62" fmla="*/ 0 w 654"/>
                      <a:gd name="T63" fmla="*/ 0 h 654"/>
                      <a:gd name="T64" fmla="*/ 0 w 654"/>
                      <a:gd name="T65" fmla="*/ 0 h 654"/>
                      <a:gd name="T66" fmla="*/ 0 w 654"/>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4"/>
                      <a:gd name="T104" fmla="*/ 654 w 654"/>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4">
                        <a:moveTo>
                          <a:pt x="654" y="654"/>
                        </a:moveTo>
                        <a:lnTo>
                          <a:pt x="654" y="654"/>
                        </a:lnTo>
                        <a:lnTo>
                          <a:pt x="653" y="620"/>
                        </a:lnTo>
                        <a:lnTo>
                          <a:pt x="650" y="588"/>
                        </a:lnTo>
                        <a:lnTo>
                          <a:pt x="647" y="555"/>
                        </a:lnTo>
                        <a:lnTo>
                          <a:pt x="640" y="522"/>
                        </a:lnTo>
                        <a:lnTo>
                          <a:pt x="632" y="491"/>
                        </a:lnTo>
                        <a:lnTo>
                          <a:pt x="625" y="460"/>
                        </a:lnTo>
                        <a:lnTo>
                          <a:pt x="614" y="430"/>
                        </a:lnTo>
                        <a:lnTo>
                          <a:pt x="602" y="399"/>
                        </a:lnTo>
                        <a:lnTo>
                          <a:pt x="589" y="371"/>
                        </a:lnTo>
                        <a:lnTo>
                          <a:pt x="575" y="343"/>
                        </a:lnTo>
                        <a:lnTo>
                          <a:pt x="558" y="315"/>
                        </a:lnTo>
                        <a:lnTo>
                          <a:pt x="542" y="289"/>
                        </a:lnTo>
                        <a:lnTo>
                          <a:pt x="523" y="263"/>
                        </a:lnTo>
                        <a:lnTo>
                          <a:pt x="504" y="238"/>
                        </a:lnTo>
                        <a:lnTo>
                          <a:pt x="484" y="215"/>
                        </a:lnTo>
                        <a:lnTo>
                          <a:pt x="462" y="192"/>
                        </a:lnTo>
                        <a:lnTo>
                          <a:pt x="440" y="170"/>
                        </a:lnTo>
                        <a:lnTo>
                          <a:pt x="416" y="150"/>
                        </a:lnTo>
                        <a:lnTo>
                          <a:pt x="390" y="131"/>
                        </a:lnTo>
                        <a:lnTo>
                          <a:pt x="365" y="113"/>
                        </a:lnTo>
                        <a:lnTo>
                          <a:pt x="339" y="95"/>
                        </a:lnTo>
                        <a:lnTo>
                          <a:pt x="312" y="80"/>
                        </a:lnTo>
                        <a:lnTo>
                          <a:pt x="284" y="65"/>
                        </a:lnTo>
                        <a:lnTo>
                          <a:pt x="254" y="52"/>
                        </a:lnTo>
                        <a:lnTo>
                          <a:pt x="225" y="41"/>
                        </a:lnTo>
                        <a:lnTo>
                          <a:pt x="194" y="30"/>
                        </a:lnTo>
                        <a:lnTo>
                          <a:pt x="164" y="21"/>
                        </a:lnTo>
                        <a:lnTo>
                          <a:pt x="132" y="13"/>
                        </a:lnTo>
                        <a:lnTo>
                          <a:pt x="99" y="8"/>
                        </a:lnTo>
                        <a:lnTo>
                          <a:pt x="67" y="4"/>
                        </a:lnTo>
                        <a:lnTo>
                          <a:pt x="34" y="1"/>
                        </a:lnTo>
                        <a:lnTo>
                          <a:pt x="0" y="0"/>
                        </a:lnTo>
                        <a:lnTo>
                          <a:pt x="0" y="155"/>
                        </a:lnTo>
                        <a:lnTo>
                          <a:pt x="26" y="156"/>
                        </a:lnTo>
                        <a:lnTo>
                          <a:pt x="51" y="157"/>
                        </a:lnTo>
                        <a:lnTo>
                          <a:pt x="76" y="161"/>
                        </a:lnTo>
                        <a:lnTo>
                          <a:pt x="100" y="165"/>
                        </a:lnTo>
                        <a:lnTo>
                          <a:pt x="124" y="170"/>
                        </a:lnTo>
                        <a:lnTo>
                          <a:pt x="148" y="178"/>
                        </a:lnTo>
                        <a:lnTo>
                          <a:pt x="171" y="186"/>
                        </a:lnTo>
                        <a:lnTo>
                          <a:pt x="194" y="194"/>
                        </a:lnTo>
                        <a:lnTo>
                          <a:pt x="216" y="204"/>
                        </a:lnTo>
                        <a:lnTo>
                          <a:pt x="238" y="215"/>
                        </a:lnTo>
                        <a:lnTo>
                          <a:pt x="259" y="227"/>
                        </a:lnTo>
                        <a:lnTo>
                          <a:pt x="278" y="240"/>
                        </a:lnTo>
                        <a:lnTo>
                          <a:pt x="298" y="254"/>
                        </a:lnTo>
                        <a:lnTo>
                          <a:pt x="317" y="270"/>
                        </a:lnTo>
                        <a:lnTo>
                          <a:pt x="335" y="285"/>
                        </a:lnTo>
                        <a:lnTo>
                          <a:pt x="352" y="301"/>
                        </a:lnTo>
                        <a:lnTo>
                          <a:pt x="369" y="319"/>
                        </a:lnTo>
                        <a:lnTo>
                          <a:pt x="385" y="337"/>
                        </a:lnTo>
                        <a:lnTo>
                          <a:pt x="400" y="356"/>
                        </a:lnTo>
                        <a:lnTo>
                          <a:pt x="413" y="375"/>
                        </a:lnTo>
                        <a:lnTo>
                          <a:pt x="426" y="396"/>
                        </a:lnTo>
                        <a:lnTo>
                          <a:pt x="438" y="417"/>
                        </a:lnTo>
                        <a:lnTo>
                          <a:pt x="449" y="438"/>
                        </a:lnTo>
                        <a:lnTo>
                          <a:pt x="460" y="460"/>
                        </a:lnTo>
                        <a:lnTo>
                          <a:pt x="469" y="483"/>
                        </a:lnTo>
                        <a:lnTo>
                          <a:pt x="477" y="506"/>
                        </a:lnTo>
                        <a:lnTo>
                          <a:pt x="483" y="530"/>
                        </a:lnTo>
                        <a:lnTo>
                          <a:pt x="489" y="554"/>
                        </a:lnTo>
                        <a:lnTo>
                          <a:pt x="493" y="578"/>
                        </a:lnTo>
                        <a:lnTo>
                          <a:pt x="496" y="603"/>
                        </a:lnTo>
                        <a:lnTo>
                          <a:pt x="498" y="628"/>
                        </a:lnTo>
                        <a:lnTo>
                          <a:pt x="498" y="654"/>
                        </a:lnTo>
                        <a:lnTo>
                          <a:pt x="654" y="654"/>
                        </a:lnTo>
                        <a:close/>
                      </a:path>
                    </a:pathLst>
                  </a:custGeom>
                  <a:solidFill>
                    <a:srgbClr val="EF2B2F"/>
                  </a:solidFill>
                  <a:ln>
                    <a:noFill/>
                  </a:ln>
                </p:spPr>
                <p:txBody>
                  <a:bodyPr/>
                  <a:lstStyle/>
                  <a:p>
                    <a:pPr>
                      <a:defRPr/>
                    </a:pPr>
                    <a:endParaRPr lang="en-US" sz="1050">
                      <a:latin typeface="+mj-lt"/>
                    </a:endParaRPr>
                  </a:p>
                </p:txBody>
              </p:sp>
              <p:sp>
                <p:nvSpPr>
                  <p:cNvPr id="41725" name="Freeform 129">
                    <a:extLst>
                      <a:ext uri="{FF2B5EF4-FFF2-40B4-BE49-F238E27FC236}">
                        <a16:creationId xmlns="" xmlns:a16="http://schemas.microsoft.com/office/drawing/2014/main" id="{29FEDC4F-A04F-C657-59A0-468B214718E6}"/>
                      </a:ext>
                    </a:extLst>
                  </p:cNvPr>
                  <p:cNvSpPr>
                    <a:spLocks/>
                  </p:cNvSpPr>
                  <p:nvPr/>
                </p:nvSpPr>
                <p:spPr bwMode="auto">
                  <a:xfrm>
                    <a:off x="5446" y="1495"/>
                    <a:ext cx="22" cy="25"/>
                  </a:xfrm>
                  <a:custGeom>
                    <a:avLst/>
                    <a:gdLst>
                      <a:gd name="T0" fmla="*/ 0 w 654"/>
                      <a:gd name="T1" fmla="*/ 0 h 653"/>
                      <a:gd name="T2" fmla="*/ 0 w 654"/>
                      <a:gd name="T3" fmla="*/ 0 h 653"/>
                      <a:gd name="T4" fmla="*/ 0 w 654"/>
                      <a:gd name="T5" fmla="*/ 0 h 653"/>
                      <a:gd name="T6" fmla="*/ 0 w 654"/>
                      <a:gd name="T7" fmla="*/ 0 h 653"/>
                      <a:gd name="T8" fmla="*/ 0 w 654"/>
                      <a:gd name="T9" fmla="*/ 0 h 653"/>
                      <a:gd name="T10" fmla="*/ 0 w 654"/>
                      <a:gd name="T11" fmla="*/ 0 h 653"/>
                      <a:gd name="T12" fmla="*/ 0 w 654"/>
                      <a:gd name="T13" fmla="*/ 0 h 653"/>
                      <a:gd name="T14" fmla="*/ 0 w 654"/>
                      <a:gd name="T15" fmla="*/ 0 h 653"/>
                      <a:gd name="T16" fmla="*/ 0 w 654"/>
                      <a:gd name="T17" fmla="*/ 0 h 653"/>
                      <a:gd name="T18" fmla="*/ 0 w 654"/>
                      <a:gd name="T19" fmla="*/ 0 h 653"/>
                      <a:gd name="T20" fmla="*/ 0 w 654"/>
                      <a:gd name="T21" fmla="*/ 0 h 653"/>
                      <a:gd name="T22" fmla="*/ 0 w 654"/>
                      <a:gd name="T23" fmla="*/ 0 h 653"/>
                      <a:gd name="T24" fmla="*/ 0 w 654"/>
                      <a:gd name="T25" fmla="*/ 0 h 653"/>
                      <a:gd name="T26" fmla="*/ 0 w 654"/>
                      <a:gd name="T27" fmla="*/ 0 h 653"/>
                      <a:gd name="T28" fmla="*/ 0 w 654"/>
                      <a:gd name="T29" fmla="*/ 0 h 653"/>
                      <a:gd name="T30" fmla="*/ 0 w 654"/>
                      <a:gd name="T31" fmla="*/ 0 h 653"/>
                      <a:gd name="T32" fmla="*/ 0 w 654"/>
                      <a:gd name="T33" fmla="*/ 0 h 653"/>
                      <a:gd name="T34" fmla="*/ 0 w 654"/>
                      <a:gd name="T35" fmla="*/ 0 h 653"/>
                      <a:gd name="T36" fmla="*/ 0 w 654"/>
                      <a:gd name="T37" fmla="*/ 0 h 653"/>
                      <a:gd name="T38" fmla="*/ 0 w 654"/>
                      <a:gd name="T39" fmla="*/ 0 h 653"/>
                      <a:gd name="T40" fmla="*/ 0 w 654"/>
                      <a:gd name="T41" fmla="*/ 0 h 653"/>
                      <a:gd name="T42" fmla="*/ 0 w 654"/>
                      <a:gd name="T43" fmla="*/ 0 h 653"/>
                      <a:gd name="T44" fmla="*/ 0 w 654"/>
                      <a:gd name="T45" fmla="*/ 0 h 653"/>
                      <a:gd name="T46" fmla="*/ 0 w 654"/>
                      <a:gd name="T47" fmla="*/ 0 h 653"/>
                      <a:gd name="T48" fmla="*/ 0 w 654"/>
                      <a:gd name="T49" fmla="*/ 0 h 653"/>
                      <a:gd name="T50" fmla="*/ 0 w 654"/>
                      <a:gd name="T51" fmla="*/ 0 h 653"/>
                      <a:gd name="T52" fmla="*/ 0 w 654"/>
                      <a:gd name="T53" fmla="*/ 0 h 653"/>
                      <a:gd name="T54" fmla="*/ 0 w 654"/>
                      <a:gd name="T55" fmla="*/ 0 h 653"/>
                      <a:gd name="T56" fmla="*/ 0 w 654"/>
                      <a:gd name="T57" fmla="*/ 0 h 653"/>
                      <a:gd name="T58" fmla="*/ 0 w 654"/>
                      <a:gd name="T59" fmla="*/ 0 h 653"/>
                      <a:gd name="T60" fmla="*/ 0 w 654"/>
                      <a:gd name="T61" fmla="*/ 0 h 653"/>
                      <a:gd name="T62" fmla="*/ 0 w 654"/>
                      <a:gd name="T63" fmla="*/ 0 h 653"/>
                      <a:gd name="T64" fmla="*/ 0 w 654"/>
                      <a:gd name="T65" fmla="*/ 0 h 653"/>
                      <a:gd name="T66" fmla="*/ 0 w 654"/>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3"/>
                      <a:gd name="T104" fmla="*/ 654 w 654"/>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3">
                        <a:moveTo>
                          <a:pt x="0" y="653"/>
                        </a:moveTo>
                        <a:lnTo>
                          <a:pt x="0" y="653"/>
                        </a:lnTo>
                        <a:lnTo>
                          <a:pt x="34" y="652"/>
                        </a:lnTo>
                        <a:lnTo>
                          <a:pt x="67" y="650"/>
                        </a:lnTo>
                        <a:lnTo>
                          <a:pt x="99" y="645"/>
                        </a:lnTo>
                        <a:lnTo>
                          <a:pt x="132" y="640"/>
                        </a:lnTo>
                        <a:lnTo>
                          <a:pt x="163" y="632"/>
                        </a:lnTo>
                        <a:lnTo>
                          <a:pt x="194" y="624"/>
                        </a:lnTo>
                        <a:lnTo>
                          <a:pt x="225" y="614"/>
                        </a:lnTo>
                        <a:lnTo>
                          <a:pt x="254" y="602"/>
                        </a:lnTo>
                        <a:lnTo>
                          <a:pt x="284" y="589"/>
                        </a:lnTo>
                        <a:lnTo>
                          <a:pt x="312" y="574"/>
                        </a:lnTo>
                        <a:lnTo>
                          <a:pt x="339" y="558"/>
                        </a:lnTo>
                        <a:lnTo>
                          <a:pt x="365" y="542"/>
                        </a:lnTo>
                        <a:lnTo>
                          <a:pt x="390" y="523"/>
                        </a:lnTo>
                        <a:lnTo>
                          <a:pt x="416" y="504"/>
                        </a:lnTo>
                        <a:lnTo>
                          <a:pt x="440" y="483"/>
                        </a:lnTo>
                        <a:lnTo>
                          <a:pt x="462" y="461"/>
                        </a:lnTo>
                        <a:lnTo>
                          <a:pt x="484" y="438"/>
                        </a:lnTo>
                        <a:lnTo>
                          <a:pt x="504" y="415"/>
                        </a:lnTo>
                        <a:lnTo>
                          <a:pt x="523" y="390"/>
                        </a:lnTo>
                        <a:lnTo>
                          <a:pt x="542" y="365"/>
                        </a:lnTo>
                        <a:lnTo>
                          <a:pt x="558" y="338"/>
                        </a:lnTo>
                        <a:lnTo>
                          <a:pt x="575" y="311"/>
                        </a:lnTo>
                        <a:lnTo>
                          <a:pt x="589" y="283"/>
                        </a:lnTo>
                        <a:lnTo>
                          <a:pt x="602" y="254"/>
                        </a:lnTo>
                        <a:lnTo>
                          <a:pt x="614" y="225"/>
                        </a:lnTo>
                        <a:lnTo>
                          <a:pt x="625" y="194"/>
                        </a:lnTo>
                        <a:lnTo>
                          <a:pt x="632" y="163"/>
                        </a:lnTo>
                        <a:lnTo>
                          <a:pt x="640" y="131"/>
                        </a:lnTo>
                        <a:lnTo>
                          <a:pt x="647" y="99"/>
                        </a:lnTo>
                        <a:lnTo>
                          <a:pt x="650" y="67"/>
                        </a:lnTo>
                        <a:lnTo>
                          <a:pt x="653" y="33"/>
                        </a:lnTo>
                        <a:lnTo>
                          <a:pt x="654" y="0"/>
                        </a:lnTo>
                        <a:lnTo>
                          <a:pt x="498" y="0"/>
                        </a:lnTo>
                        <a:lnTo>
                          <a:pt x="498" y="25"/>
                        </a:lnTo>
                        <a:lnTo>
                          <a:pt x="496" y="51"/>
                        </a:lnTo>
                        <a:lnTo>
                          <a:pt x="493" y="75"/>
                        </a:lnTo>
                        <a:lnTo>
                          <a:pt x="489" y="101"/>
                        </a:lnTo>
                        <a:lnTo>
                          <a:pt x="483" y="124"/>
                        </a:lnTo>
                        <a:lnTo>
                          <a:pt x="477" y="147"/>
                        </a:lnTo>
                        <a:lnTo>
                          <a:pt x="469" y="171"/>
                        </a:lnTo>
                        <a:lnTo>
                          <a:pt x="460" y="193"/>
                        </a:lnTo>
                        <a:lnTo>
                          <a:pt x="449" y="216"/>
                        </a:lnTo>
                        <a:lnTo>
                          <a:pt x="438" y="237"/>
                        </a:lnTo>
                        <a:lnTo>
                          <a:pt x="426" y="257"/>
                        </a:lnTo>
                        <a:lnTo>
                          <a:pt x="413" y="278"/>
                        </a:lnTo>
                        <a:lnTo>
                          <a:pt x="400" y="298"/>
                        </a:lnTo>
                        <a:lnTo>
                          <a:pt x="385" y="316"/>
                        </a:lnTo>
                        <a:lnTo>
                          <a:pt x="369" y="335"/>
                        </a:lnTo>
                        <a:lnTo>
                          <a:pt x="352" y="352"/>
                        </a:lnTo>
                        <a:lnTo>
                          <a:pt x="335" y="369"/>
                        </a:lnTo>
                        <a:lnTo>
                          <a:pt x="317" y="384"/>
                        </a:lnTo>
                        <a:lnTo>
                          <a:pt x="298" y="399"/>
                        </a:lnTo>
                        <a:lnTo>
                          <a:pt x="278" y="413"/>
                        </a:lnTo>
                        <a:lnTo>
                          <a:pt x="259" y="426"/>
                        </a:lnTo>
                        <a:lnTo>
                          <a:pt x="238" y="438"/>
                        </a:lnTo>
                        <a:lnTo>
                          <a:pt x="216" y="449"/>
                        </a:lnTo>
                        <a:lnTo>
                          <a:pt x="194" y="459"/>
                        </a:lnTo>
                        <a:lnTo>
                          <a:pt x="171" y="468"/>
                        </a:lnTo>
                        <a:lnTo>
                          <a:pt x="148" y="475"/>
                        </a:lnTo>
                        <a:lnTo>
                          <a:pt x="124" y="483"/>
                        </a:lnTo>
                        <a:lnTo>
                          <a:pt x="100" y="488"/>
                        </a:lnTo>
                        <a:lnTo>
                          <a:pt x="76" y="493"/>
                        </a:lnTo>
                        <a:lnTo>
                          <a:pt x="51" y="496"/>
                        </a:lnTo>
                        <a:lnTo>
                          <a:pt x="26" y="498"/>
                        </a:lnTo>
                        <a:lnTo>
                          <a:pt x="0" y="498"/>
                        </a:lnTo>
                        <a:lnTo>
                          <a:pt x="0" y="653"/>
                        </a:lnTo>
                        <a:close/>
                      </a:path>
                    </a:pathLst>
                  </a:custGeom>
                  <a:solidFill>
                    <a:srgbClr val="EF2B2F"/>
                  </a:solidFill>
                  <a:ln>
                    <a:noFill/>
                  </a:ln>
                </p:spPr>
                <p:txBody>
                  <a:bodyPr/>
                  <a:lstStyle/>
                  <a:p>
                    <a:pPr>
                      <a:defRPr/>
                    </a:pPr>
                    <a:endParaRPr lang="en-US" sz="1050">
                      <a:latin typeface="+mj-lt"/>
                    </a:endParaRPr>
                  </a:p>
                </p:txBody>
              </p:sp>
              <p:sp>
                <p:nvSpPr>
                  <p:cNvPr id="41726" name="Freeform 130">
                    <a:extLst>
                      <a:ext uri="{FF2B5EF4-FFF2-40B4-BE49-F238E27FC236}">
                        <a16:creationId xmlns="" xmlns:a16="http://schemas.microsoft.com/office/drawing/2014/main" id="{11629B27-05CB-D28B-5CBB-BB19D254927C}"/>
                      </a:ext>
                    </a:extLst>
                  </p:cNvPr>
                  <p:cNvSpPr>
                    <a:spLocks/>
                  </p:cNvSpPr>
                  <p:nvPr/>
                </p:nvSpPr>
                <p:spPr bwMode="auto">
                  <a:xfrm>
                    <a:off x="5423" y="1495"/>
                    <a:ext cx="23" cy="25"/>
                  </a:xfrm>
                  <a:custGeom>
                    <a:avLst/>
                    <a:gdLst>
                      <a:gd name="T0" fmla="*/ 0 w 654"/>
                      <a:gd name="T1" fmla="*/ 0 h 653"/>
                      <a:gd name="T2" fmla="*/ 0 w 654"/>
                      <a:gd name="T3" fmla="*/ 0 h 653"/>
                      <a:gd name="T4" fmla="*/ 0 w 654"/>
                      <a:gd name="T5" fmla="*/ 0 h 653"/>
                      <a:gd name="T6" fmla="*/ 0 w 654"/>
                      <a:gd name="T7" fmla="*/ 0 h 653"/>
                      <a:gd name="T8" fmla="*/ 0 w 654"/>
                      <a:gd name="T9" fmla="*/ 0 h 653"/>
                      <a:gd name="T10" fmla="*/ 0 w 654"/>
                      <a:gd name="T11" fmla="*/ 0 h 653"/>
                      <a:gd name="T12" fmla="*/ 0 w 654"/>
                      <a:gd name="T13" fmla="*/ 0 h 653"/>
                      <a:gd name="T14" fmla="*/ 0 w 654"/>
                      <a:gd name="T15" fmla="*/ 0 h 653"/>
                      <a:gd name="T16" fmla="*/ 0 w 654"/>
                      <a:gd name="T17" fmla="*/ 0 h 653"/>
                      <a:gd name="T18" fmla="*/ 0 w 654"/>
                      <a:gd name="T19" fmla="*/ 0 h 653"/>
                      <a:gd name="T20" fmla="*/ 0 w 654"/>
                      <a:gd name="T21" fmla="*/ 0 h 653"/>
                      <a:gd name="T22" fmla="*/ 0 w 654"/>
                      <a:gd name="T23" fmla="*/ 0 h 653"/>
                      <a:gd name="T24" fmla="*/ 0 w 654"/>
                      <a:gd name="T25" fmla="*/ 0 h 653"/>
                      <a:gd name="T26" fmla="*/ 0 w 654"/>
                      <a:gd name="T27" fmla="*/ 0 h 653"/>
                      <a:gd name="T28" fmla="*/ 0 w 654"/>
                      <a:gd name="T29" fmla="*/ 0 h 653"/>
                      <a:gd name="T30" fmla="*/ 0 w 654"/>
                      <a:gd name="T31" fmla="*/ 0 h 653"/>
                      <a:gd name="T32" fmla="*/ 0 w 654"/>
                      <a:gd name="T33" fmla="*/ 0 h 653"/>
                      <a:gd name="T34" fmla="*/ 0 w 654"/>
                      <a:gd name="T35" fmla="*/ 0 h 653"/>
                      <a:gd name="T36" fmla="*/ 0 w 654"/>
                      <a:gd name="T37" fmla="*/ 0 h 653"/>
                      <a:gd name="T38" fmla="*/ 0 w 654"/>
                      <a:gd name="T39" fmla="*/ 0 h 653"/>
                      <a:gd name="T40" fmla="*/ 0 w 654"/>
                      <a:gd name="T41" fmla="*/ 0 h 653"/>
                      <a:gd name="T42" fmla="*/ 0 w 654"/>
                      <a:gd name="T43" fmla="*/ 0 h 653"/>
                      <a:gd name="T44" fmla="*/ 0 w 654"/>
                      <a:gd name="T45" fmla="*/ 0 h 653"/>
                      <a:gd name="T46" fmla="*/ 0 w 654"/>
                      <a:gd name="T47" fmla="*/ 0 h 653"/>
                      <a:gd name="T48" fmla="*/ 0 w 654"/>
                      <a:gd name="T49" fmla="*/ 0 h 653"/>
                      <a:gd name="T50" fmla="*/ 0 w 654"/>
                      <a:gd name="T51" fmla="*/ 0 h 653"/>
                      <a:gd name="T52" fmla="*/ 0 w 654"/>
                      <a:gd name="T53" fmla="*/ 0 h 653"/>
                      <a:gd name="T54" fmla="*/ 0 w 654"/>
                      <a:gd name="T55" fmla="*/ 0 h 653"/>
                      <a:gd name="T56" fmla="*/ 0 w 654"/>
                      <a:gd name="T57" fmla="*/ 0 h 653"/>
                      <a:gd name="T58" fmla="*/ 0 w 654"/>
                      <a:gd name="T59" fmla="*/ 0 h 653"/>
                      <a:gd name="T60" fmla="*/ 0 w 654"/>
                      <a:gd name="T61" fmla="*/ 0 h 653"/>
                      <a:gd name="T62" fmla="*/ 0 w 654"/>
                      <a:gd name="T63" fmla="*/ 0 h 653"/>
                      <a:gd name="T64" fmla="*/ 0 w 654"/>
                      <a:gd name="T65" fmla="*/ 0 h 653"/>
                      <a:gd name="T66" fmla="*/ 0 w 654"/>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3"/>
                      <a:gd name="T104" fmla="*/ 654 w 654"/>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3">
                        <a:moveTo>
                          <a:pt x="0" y="0"/>
                        </a:moveTo>
                        <a:lnTo>
                          <a:pt x="0" y="0"/>
                        </a:lnTo>
                        <a:lnTo>
                          <a:pt x="1" y="33"/>
                        </a:lnTo>
                        <a:lnTo>
                          <a:pt x="4" y="67"/>
                        </a:lnTo>
                        <a:lnTo>
                          <a:pt x="8" y="99"/>
                        </a:lnTo>
                        <a:lnTo>
                          <a:pt x="14" y="131"/>
                        </a:lnTo>
                        <a:lnTo>
                          <a:pt x="22" y="163"/>
                        </a:lnTo>
                        <a:lnTo>
                          <a:pt x="31" y="194"/>
                        </a:lnTo>
                        <a:lnTo>
                          <a:pt x="40" y="225"/>
                        </a:lnTo>
                        <a:lnTo>
                          <a:pt x="52" y="254"/>
                        </a:lnTo>
                        <a:lnTo>
                          <a:pt x="66" y="283"/>
                        </a:lnTo>
                        <a:lnTo>
                          <a:pt x="80" y="311"/>
                        </a:lnTo>
                        <a:lnTo>
                          <a:pt x="96" y="338"/>
                        </a:lnTo>
                        <a:lnTo>
                          <a:pt x="112" y="365"/>
                        </a:lnTo>
                        <a:lnTo>
                          <a:pt x="131" y="390"/>
                        </a:lnTo>
                        <a:lnTo>
                          <a:pt x="151" y="415"/>
                        </a:lnTo>
                        <a:lnTo>
                          <a:pt x="171" y="438"/>
                        </a:lnTo>
                        <a:lnTo>
                          <a:pt x="192" y="461"/>
                        </a:lnTo>
                        <a:lnTo>
                          <a:pt x="215" y="483"/>
                        </a:lnTo>
                        <a:lnTo>
                          <a:pt x="239" y="504"/>
                        </a:lnTo>
                        <a:lnTo>
                          <a:pt x="264" y="523"/>
                        </a:lnTo>
                        <a:lnTo>
                          <a:pt x="289" y="542"/>
                        </a:lnTo>
                        <a:lnTo>
                          <a:pt x="315" y="558"/>
                        </a:lnTo>
                        <a:lnTo>
                          <a:pt x="344" y="575"/>
                        </a:lnTo>
                        <a:lnTo>
                          <a:pt x="371" y="589"/>
                        </a:lnTo>
                        <a:lnTo>
                          <a:pt x="400" y="602"/>
                        </a:lnTo>
                        <a:lnTo>
                          <a:pt x="430" y="614"/>
                        </a:lnTo>
                        <a:lnTo>
                          <a:pt x="460" y="624"/>
                        </a:lnTo>
                        <a:lnTo>
                          <a:pt x="492" y="632"/>
                        </a:lnTo>
                        <a:lnTo>
                          <a:pt x="523" y="640"/>
                        </a:lnTo>
                        <a:lnTo>
                          <a:pt x="555" y="645"/>
                        </a:lnTo>
                        <a:lnTo>
                          <a:pt x="588" y="650"/>
                        </a:lnTo>
                        <a:lnTo>
                          <a:pt x="621" y="652"/>
                        </a:lnTo>
                        <a:lnTo>
                          <a:pt x="654" y="653"/>
                        </a:lnTo>
                        <a:lnTo>
                          <a:pt x="654" y="498"/>
                        </a:lnTo>
                        <a:lnTo>
                          <a:pt x="628" y="498"/>
                        </a:lnTo>
                        <a:lnTo>
                          <a:pt x="603" y="496"/>
                        </a:lnTo>
                        <a:lnTo>
                          <a:pt x="578" y="493"/>
                        </a:lnTo>
                        <a:lnTo>
                          <a:pt x="554" y="488"/>
                        </a:lnTo>
                        <a:lnTo>
                          <a:pt x="530" y="483"/>
                        </a:lnTo>
                        <a:lnTo>
                          <a:pt x="506" y="475"/>
                        </a:lnTo>
                        <a:lnTo>
                          <a:pt x="483" y="468"/>
                        </a:lnTo>
                        <a:lnTo>
                          <a:pt x="461" y="459"/>
                        </a:lnTo>
                        <a:lnTo>
                          <a:pt x="438" y="449"/>
                        </a:lnTo>
                        <a:lnTo>
                          <a:pt x="417" y="438"/>
                        </a:lnTo>
                        <a:lnTo>
                          <a:pt x="396" y="426"/>
                        </a:lnTo>
                        <a:lnTo>
                          <a:pt x="376" y="413"/>
                        </a:lnTo>
                        <a:lnTo>
                          <a:pt x="357" y="399"/>
                        </a:lnTo>
                        <a:lnTo>
                          <a:pt x="338" y="384"/>
                        </a:lnTo>
                        <a:lnTo>
                          <a:pt x="320" y="369"/>
                        </a:lnTo>
                        <a:lnTo>
                          <a:pt x="302" y="352"/>
                        </a:lnTo>
                        <a:lnTo>
                          <a:pt x="286" y="335"/>
                        </a:lnTo>
                        <a:lnTo>
                          <a:pt x="269" y="316"/>
                        </a:lnTo>
                        <a:lnTo>
                          <a:pt x="254" y="298"/>
                        </a:lnTo>
                        <a:lnTo>
                          <a:pt x="241" y="278"/>
                        </a:lnTo>
                        <a:lnTo>
                          <a:pt x="228" y="257"/>
                        </a:lnTo>
                        <a:lnTo>
                          <a:pt x="216" y="237"/>
                        </a:lnTo>
                        <a:lnTo>
                          <a:pt x="205" y="216"/>
                        </a:lnTo>
                        <a:lnTo>
                          <a:pt x="195" y="193"/>
                        </a:lnTo>
                        <a:lnTo>
                          <a:pt x="185" y="171"/>
                        </a:lnTo>
                        <a:lnTo>
                          <a:pt x="178" y="147"/>
                        </a:lnTo>
                        <a:lnTo>
                          <a:pt x="171" y="124"/>
                        </a:lnTo>
                        <a:lnTo>
                          <a:pt x="166" y="101"/>
                        </a:lnTo>
                        <a:lnTo>
                          <a:pt x="161" y="75"/>
                        </a:lnTo>
                        <a:lnTo>
                          <a:pt x="158" y="51"/>
                        </a:lnTo>
                        <a:lnTo>
                          <a:pt x="156" y="25"/>
                        </a:lnTo>
                        <a:lnTo>
                          <a:pt x="156" y="0"/>
                        </a:lnTo>
                        <a:lnTo>
                          <a:pt x="0" y="0"/>
                        </a:lnTo>
                        <a:close/>
                      </a:path>
                    </a:pathLst>
                  </a:custGeom>
                  <a:solidFill>
                    <a:srgbClr val="EF2B2F"/>
                  </a:solidFill>
                  <a:ln>
                    <a:noFill/>
                  </a:ln>
                </p:spPr>
                <p:txBody>
                  <a:bodyPr/>
                  <a:lstStyle/>
                  <a:p>
                    <a:pPr>
                      <a:defRPr/>
                    </a:pPr>
                    <a:endParaRPr lang="en-US" sz="1050">
                      <a:latin typeface="+mj-lt"/>
                    </a:endParaRPr>
                  </a:p>
                </p:txBody>
              </p:sp>
              <p:sp>
                <p:nvSpPr>
                  <p:cNvPr id="41727" name="Freeform 131">
                    <a:extLst>
                      <a:ext uri="{FF2B5EF4-FFF2-40B4-BE49-F238E27FC236}">
                        <a16:creationId xmlns="" xmlns:a16="http://schemas.microsoft.com/office/drawing/2014/main" id="{61832530-C1A4-3B6D-520A-CB21741A9EF6}"/>
                      </a:ext>
                    </a:extLst>
                  </p:cNvPr>
                  <p:cNvSpPr>
                    <a:spLocks/>
                  </p:cNvSpPr>
                  <p:nvPr/>
                </p:nvSpPr>
                <p:spPr bwMode="auto">
                  <a:xfrm>
                    <a:off x="5423" y="1470"/>
                    <a:ext cx="23" cy="25"/>
                  </a:xfrm>
                  <a:custGeom>
                    <a:avLst/>
                    <a:gdLst>
                      <a:gd name="T0" fmla="*/ 0 w 654"/>
                      <a:gd name="T1" fmla="*/ 0 h 654"/>
                      <a:gd name="T2" fmla="*/ 0 w 654"/>
                      <a:gd name="T3" fmla="*/ 0 h 654"/>
                      <a:gd name="T4" fmla="*/ 0 w 654"/>
                      <a:gd name="T5" fmla="*/ 0 h 654"/>
                      <a:gd name="T6" fmla="*/ 0 w 654"/>
                      <a:gd name="T7" fmla="*/ 0 h 654"/>
                      <a:gd name="T8" fmla="*/ 0 w 654"/>
                      <a:gd name="T9" fmla="*/ 0 h 654"/>
                      <a:gd name="T10" fmla="*/ 0 w 654"/>
                      <a:gd name="T11" fmla="*/ 0 h 654"/>
                      <a:gd name="T12" fmla="*/ 0 w 654"/>
                      <a:gd name="T13" fmla="*/ 0 h 654"/>
                      <a:gd name="T14" fmla="*/ 0 w 654"/>
                      <a:gd name="T15" fmla="*/ 0 h 654"/>
                      <a:gd name="T16" fmla="*/ 0 w 654"/>
                      <a:gd name="T17" fmla="*/ 0 h 654"/>
                      <a:gd name="T18" fmla="*/ 0 w 654"/>
                      <a:gd name="T19" fmla="*/ 0 h 654"/>
                      <a:gd name="T20" fmla="*/ 0 w 654"/>
                      <a:gd name="T21" fmla="*/ 0 h 654"/>
                      <a:gd name="T22" fmla="*/ 0 w 654"/>
                      <a:gd name="T23" fmla="*/ 0 h 654"/>
                      <a:gd name="T24" fmla="*/ 0 w 654"/>
                      <a:gd name="T25" fmla="*/ 0 h 654"/>
                      <a:gd name="T26" fmla="*/ 0 w 654"/>
                      <a:gd name="T27" fmla="*/ 0 h 654"/>
                      <a:gd name="T28" fmla="*/ 0 w 654"/>
                      <a:gd name="T29" fmla="*/ 0 h 654"/>
                      <a:gd name="T30" fmla="*/ 0 w 654"/>
                      <a:gd name="T31" fmla="*/ 0 h 654"/>
                      <a:gd name="T32" fmla="*/ 0 w 654"/>
                      <a:gd name="T33" fmla="*/ 0 h 654"/>
                      <a:gd name="T34" fmla="*/ 0 w 654"/>
                      <a:gd name="T35" fmla="*/ 0 h 654"/>
                      <a:gd name="T36" fmla="*/ 0 w 654"/>
                      <a:gd name="T37" fmla="*/ 0 h 654"/>
                      <a:gd name="T38" fmla="*/ 0 w 654"/>
                      <a:gd name="T39" fmla="*/ 0 h 654"/>
                      <a:gd name="T40" fmla="*/ 0 w 654"/>
                      <a:gd name="T41" fmla="*/ 0 h 654"/>
                      <a:gd name="T42" fmla="*/ 0 w 654"/>
                      <a:gd name="T43" fmla="*/ 0 h 654"/>
                      <a:gd name="T44" fmla="*/ 0 w 654"/>
                      <a:gd name="T45" fmla="*/ 0 h 654"/>
                      <a:gd name="T46" fmla="*/ 0 w 654"/>
                      <a:gd name="T47" fmla="*/ 0 h 654"/>
                      <a:gd name="T48" fmla="*/ 0 w 654"/>
                      <a:gd name="T49" fmla="*/ 0 h 654"/>
                      <a:gd name="T50" fmla="*/ 0 w 654"/>
                      <a:gd name="T51" fmla="*/ 0 h 654"/>
                      <a:gd name="T52" fmla="*/ 0 w 654"/>
                      <a:gd name="T53" fmla="*/ 0 h 654"/>
                      <a:gd name="T54" fmla="*/ 0 w 654"/>
                      <a:gd name="T55" fmla="*/ 0 h 654"/>
                      <a:gd name="T56" fmla="*/ 0 w 654"/>
                      <a:gd name="T57" fmla="*/ 0 h 654"/>
                      <a:gd name="T58" fmla="*/ 0 w 654"/>
                      <a:gd name="T59" fmla="*/ 0 h 654"/>
                      <a:gd name="T60" fmla="*/ 0 w 654"/>
                      <a:gd name="T61" fmla="*/ 0 h 654"/>
                      <a:gd name="T62" fmla="*/ 0 w 654"/>
                      <a:gd name="T63" fmla="*/ 0 h 654"/>
                      <a:gd name="T64" fmla="*/ 0 w 654"/>
                      <a:gd name="T65" fmla="*/ 0 h 654"/>
                      <a:gd name="T66" fmla="*/ 0 w 654"/>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4"/>
                      <a:gd name="T104" fmla="*/ 654 w 654"/>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4">
                        <a:moveTo>
                          <a:pt x="654" y="0"/>
                        </a:moveTo>
                        <a:lnTo>
                          <a:pt x="654" y="0"/>
                        </a:lnTo>
                        <a:lnTo>
                          <a:pt x="620" y="1"/>
                        </a:lnTo>
                        <a:lnTo>
                          <a:pt x="588" y="4"/>
                        </a:lnTo>
                        <a:lnTo>
                          <a:pt x="555" y="8"/>
                        </a:lnTo>
                        <a:lnTo>
                          <a:pt x="523" y="13"/>
                        </a:lnTo>
                        <a:lnTo>
                          <a:pt x="492" y="21"/>
                        </a:lnTo>
                        <a:lnTo>
                          <a:pt x="460" y="30"/>
                        </a:lnTo>
                        <a:lnTo>
                          <a:pt x="430" y="41"/>
                        </a:lnTo>
                        <a:lnTo>
                          <a:pt x="400" y="52"/>
                        </a:lnTo>
                        <a:lnTo>
                          <a:pt x="371" y="65"/>
                        </a:lnTo>
                        <a:lnTo>
                          <a:pt x="344" y="80"/>
                        </a:lnTo>
                        <a:lnTo>
                          <a:pt x="315" y="95"/>
                        </a:lnTo>
                        <a:lnTo>
                          <a:pt x="289" y="113"/>
                        </a:lnTo>
                        <a:lnTo>
                          <a:pt x="264" y="130"/>
                        </a:lnTo>
                        <a:lnTo>
                          <a:pt x="239" y="150"/>
                        </a:lnTo>
                        <a:lnTo>
                          <a:pt x="215" y="170"/>
                        </a:lnTo>
                        <a:lnTo>
                          <a:pt x="192" y="192"/>
                        </a:lnTo>
                        <a:lnTo>
                          <a:pt x="171" y="215"/>
                        </a:lnTo>
                        <a:lnTo>
                          <a:pt x="151" y="238"/>
                        </a:lnTo>
                        <a:lnTo>
                          <a:pt x="131" y="263"/>
                        </a:lnTo>
                        <a:lnTo>
                          <a:pt x="112" y="289"/>
                        </a:lnTo>
                        <a:lnTo>
                          <a:pt x="96" y="315"/>
                        </a:lnTo>
                        <a:lnTo>
                          <a:pt x="80" y="343"/>
                        </a:lnTo>
                        <a:lnTo>
                          <a:pt x="66" y="371"/>
                        </a:lnTo>
                        <a:lnTo>
                          <a:pt x="52" y="399"/>
                        </a:lnTo>
                        <a:lnTo>
                          <a:pt x="40" y="430"/>
                        </a:lnTo>
                        <a:lnTo>
                          <a:pt x="31" y="460"/>
                        </a:lnTo>
                        <a:lnTo>
                          <a:pt x="22" y="491"/>
                        </a:lnTo>
                        <a:lnTo>
                          <a:pt x="14" y="522"/>
                        </a:lnTo>
                        <a:lnTo>
                          <a:pt x="8" y="555"/>
                        </a:lnTo>
                        <a:lnTo>
                          <a:pt x="4" y="588"/>
                        </a:lnTo>
                        <a:lnTo>
                          <a:pt x="1" y="620"/>
                        </a:lnTo>
                        <a:lnTo>
                          <a:pt x="0" y="654"/>
                        </a:lnTo>
                        <a:lnTo>
                          <a:pt x="156" y="654"/>
                        </a:lnTo>
                        <a:lnTo>
                          <a:pt x="156" y="628"/>
                        </a:lnTo>
                        <a:lnTo>
                          <a:pt x="158" y="603"/>
                        </a:lnTo>
                        <a:lnTo>
                          <a:pt x="161" y="578"/>
                        </a:lnTo>
                        <a:lnTo>
                          <a:pt x="166" y="554"/>
                        </a:lnTo>
                        <a:lnTo>
                          <a:pt x="171" y="529"/>
                        </a:lnTo>
                        <a:lnTo>
                          <a:pt x="178" y="506"/>
                        </a:lnTo>
                        <a:lnTo>
                          <a:pt x="185" y="483"/>
                        </a:lnTo>
                        <a:lnTo>
                          <a:pt x="195" y="460"/>
                        </a:lnTo>
                        <a:lnTo>
                          <a:pt x="205" y="438"/>
                        </a:lnTo>
                        <a:lnTo>
                          <a:pt x="216" y="417"/>
                        </a:lnTo>
                        <a:lnTo>
                          <a:pt x="228" y="396"/>
                        </a:lnTo>
                        <a:lnTo>
                          <a:pt x="241" y="375"/>
                        </a:lnTo>
                        <a:lnTo>
                          <a:pt x="254" y="356"/>
                        </a:lnTo>
                        <a:lnTo>
                          <a:pt x="269" y="337"/>
                        </a:lnTo>
                        <a:lnTo>
                          <a:pt x="286" y="319"/>
                        </a:lnTo>
                        <a:lnTo>
                          <a:pt x="302" y="301"/>
                        </a:lnTo>
                        <a:lnTo>
                          <a:pt x="320" y="285"/>
                        </a:lnTo>
                        <a:lnTo>
                          <a:pt x="338" y="270"/>
                        </a:lnTo>
                        <a:lnTo>
                          <a:pt x="357" y="254"/>
                        </a:lnTo>
                        <a:lnTo>
                          <a:pt x="376" y="240"/>
                        </a:lnTo>
                        <a:lnTo>
                          <a:pt x="396" y="227"/>
                        </a:lnTo>
                        <a:lnTo>
                          <a:pt x="417" y="215"/>
                        </a:lnTo>
                        <a:lnTo>
                          <a:pt x="438" y="204"/>
                        </a:lnTo>
                        <a:lnTo>
                          <a:pt x="461" y="194"/>
                        </a:lnTo>
                        <a:lnTo>
                          <a:pt x="483" y="186"/>
                        </a:lnTo>
                        <a:lnTo>
                          <a:pt x="506" y="178"/>
                        </a:lnTo>
                        <a:lnTo>
                          <a:pt x="530" y="170"/>
                        </a:lnTo>
                        <a:lnTo>
                          <a:pt x="554" y="165"/>
                        </a:lnTo>
                        <a:lnTo>
                          <a:pt x="578" y="161"/>
                        </a:lnTo>
                        <a:lnTo>
                          <a:pt x="603" y="157"/>
                        </a:lnTo>
                        <a:lnTo>
                          <a:pt x="629" y="156"/>
                        </a:lnTo>
                        <a:lnTo>
                          <a:pt x="654" y="155"/>
                        </a:lnTo>
                        <a:lnTo>
                          <a:pt x="654" y="0"/>
                        </a:lnTo>
                        <a:close/>
                      </a:path>
                    </a:pathLst>
                  </a:custGeom>
                  <a:solidFill>
                    <a:srgbClr val="EF2B2F"/>
                  </a:solidFill>
                  <a:ln>
                    <a:noFill/>
                  </a:ln>
                </p:spPr>
                <p:txBody>
                  <a:bodyPr/>
                  <a:lstStyle/>
                  <a:p>
                    <a:pPr>
                      <a:defRPr/>
                    </a:pPr>
                    <a:endParaRPr lang="en-US" sz="1050">
                      <a:latin typeface="+mj-lt"/>
                    </a:endParaRPr>
                  </a:p>
                </p:txBody>
              </p:sp>
              <p:sp>
                <p:nvSpPr>
                  <p:cNvPr id="41728" name="Freeform 132">
                    <a:extLst>
                      <a:ext uri="{FF2B5EF4-FFF2-40B4-BE49-F238E27FC236}">
                        <a16:creationId xmlns="" xmlns:a16="http://schemas.microsoft.com/office/drawing/2014/main" id="{315838C3-7619-CC77-E18A-F60377225D5B}"/>
                      </a:ext>
                    </a:extLst>
                  </p:cNvPr>
                  <p:cNvSpPr>
                    <a:spLocks/>
                  </p:cNvSpPr>
                  <p:nvPr/>
                </p:nvSpPr>
                <p:spPr bwMode="auto">
                  <a:xfrm>
                    <a:off x="5453" y="1383"/>
                    <a:ext cx="21" cy="25"/>
                  </a:xfrm>
                  <a:custGeom>
                    <a:avLst/>
                    <a:gdLst>
                      <a:gd name="T0" fmla="*/ 0 w 653"/>
                      <a:gd name="T1" fmla="*/ 0 h 653"/>
                      <a:gd name="T2" fmla="*/ 0 w 653"/>
                      <a:gd name="T3" fmla="*/ 0 h 653"/>
                      <a:gd name="T4" fmla="*/ 0 w 653"/>
                      <a:gd name="T5" fmla="*/ 0 h 653"/>
                      <a:gd name="T6" fmla="*/ 0 w 653"/>
                      <a:gd name="T7" fmla="*/ 0 h 653"/>
                      <a:gd name="T8" fmla="*/ 0 w 653"/>
                      <a:gd name="T9" fmla="*/ 0 h 653"/>
                      <a:gd name="T10" fmla="*/ 0 w 653"/>
                      <a:gd name="T11" fmla="*/ 0 h 653"/>
                      <a:gd name="T12" fmla="*/ 0 w 653"/>
                      <a:gd name="T13" fmla="*/ 0 h 653"/>
                      <a:gd name="T14" fmla="*/ 0 w 653"/>
                      <a:gd name="T15" fmla="*/ 0 h 653"/>
                      <a:gd name="T16" fmla="*/ 0 w 653"/>
                      <a:gd name="T17" fmla="*/ 0 h 653"/>
                      <a:gd name="T18" fmla="*/ 0 w 653"/>
                      <a:gd name="T19" fmla="*/ 0 h 653"/>
                      <a:gd name="T20" fmla="*/ 0 w 653"/>
                      <a:gd name="T21" fmla="*/ 0 h 653"/>
                      <a:gd name="T22" fmla="*/ 0 w 653"/>
                      <a:gd name="T23" fmla="*/ 0 h 653"/>
                      <a:gd name="T24" fmla="*/ 0 w 653"/>
                      <a:gd name="T25" fmla="*/ 0 h 653"/>
                      <a:gd name="T26" fmla="*/ 0 w 653"/>
                      <a:gd name="T27" fmla="*/ 0 h 653"/>
                      <a:gd name="T28" fmla="*/ 0 w 653"/>
                      <a:gd name="T29" fmla="*/ 0 h 653"/>
                      <a:gd name="T30" fmla="*/ 0 w 653"/>
                      <a:gd name="T31" fmla="*/ 0 h 653"/>
                      <a:gd name="T32" fmla="*/ 0 w 653"/>
                      <a:gd name="T33" fmla="*/ 0 h 653"/>
                      <a:gd name="T34" fmla="*/ 0 w 653"/>
                      <a:gd name="T35" fmla="*/ 0 h 653"/>
                      <a:gd name="T36" fmla="*/ 0 w 653"/>
                      <a:gd name="T37" fmla="*/ 0 h 653"/>
                      <a:gd name="T38" fmla="*/ 0 w 653"/>
                      <a:gd name="T39" fmla="*/ 0 h 653"/>
                      <a:gd name="T40" fmla="*/ 0 w 653"/>
                      <a:gd name="T41" fmla="*/ 0 h 653"/>
                      <a:gd name="T42" fmla="*/ 0 w 653"/>
                      <a:gd name="T43" fmla="*/ 0 h 653"/>
                      <a:gd name="T44" fmla="*/ 0 w 653"/>
                      <a:gd name="T45" fmla="*/ 0 h 653"/>
                      <a:gd name="T46" fmla="*/ 0 w 653"/>
                      <a:gd name="T47" fmla="*/ 0 h 653"/>
                      <a:gd name="T48" fmla="*/ 0 w 653"/>
                      <a:gd name="T49" fmla="*/ 0 h 653"/>
                      <a:gd name="T50" fmla="*/ 0 w 653"/>
                      <a:gd name="T51" fmla="*/ 0 h 653"/>
                      <a:gd name="T52" fmla="*/ 0 w 653"/>
                      <a:gd name="T53" fmla="*/ 0 h 653"/>
                      <a:gd name="T54" fmla="*/ 0 w 653"/>
                      <a:gd name="T55" fmla="*/ 0 h 653"/>
                      <a:gd name="T56" fmla="*/ 0 w 653"/>
                      <a:gd name="T57" fmla="*/ 0 h 653"/>
                      <a:gd name="T58" fmla="*/ 0 w 653"/>
                      <a:gd name="T59" fmla="*/ 0 h 653"/>
                      <a:gd name="T60" fmla="*/ 0 w 653"/>
                      <a:gd name="T61" fmla="*/ 0 h 653"/>
                      <a:gd name="T62" fmla="*/ 0 w 653"/>
                      <a:gd name="T63" fmla="*/ 0 h 653"/>
                      <a:gd name="T64" fmla="*/ 0 w 653"/>
                      <a:gd name="T65" fmla="*/ 0 h 653"/>
                      <a:gd name="T66" fmla="*/ 0 w 653"/>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3"/>
                      <a:gd name="T103" fmla="*/ 0 h 653"/>
                      <a:gd name="T104" fmla="*/ 653 w 653"/>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3" h="653">
                        <a:moveTo>
                          <a:pt x="653" y="653"/>
                        </a:moveTo>
                        <a:lnTo>
                          <a:pt x="653" y="653"/>
                        </a:lnTo>
                        <a:lnTo>
                          <a:pt x="652" y="619"/>
                        </a:lnTo>
                        <a:lnTo>
                          <a:pt x="649" y="586"/>
                        </a:lnTo>
                        <a:lnTo>
                          <a:pt x="645" y="553"/>
                        </a:lnTo>
                        <a:lnTo>
                          <a:pt x="640" y="522"/>
                        </a:lnTo>
                        <a:lnTo>
                          <a:pt x="632" y="490"/>
                        </a:lnTo>
                        <a:lnTo>
                          <a:pt x="623" y="459"/>
                        </a:lnTo>
                        <a:lnTo>
                          <a:pt x="613" y="428"/>
                        </a:lnTo>
                        <a:lnTo>
                          <a:pt x="601" y="399"/>
                        </a:lnTo>
                        <a:lnTo>
                          <a:pt x="588" y="370"/>
                        </a:lnTo>
                        <a:lnTo>
                          <a:pt x="573" y="342"/>
                        </a:lnTo>
                        <a:lnTo>
                          <a:pt x="558" y="315"/>
                        </a:lnTo>
                        <a:lnTo>
                          <a:pt x="541" y="287"/>
                        </a:lnTo>
                        <a:lnTo>
                          <a:pt x="523" y="262"/>
                        </a:lnTo>
                        <a:lnTo>
                          <a:pt x="503" y="237"/>
                        </a:lnTo>
                        <a:lnTo>
                          <a:pt x="483" y="213"/>
                        </a:lnTo>
                        <a:lnTo>
                          <a:pt x="461" y="192"/>
                        </a:lnTo>
                        <a:lnTo>
                          <a:pt x="438" y="170"/>
                        </a:lnTo>
                        <a:lnTo>
                          <a:pt x="415" y="149"/>
                        </a:lnTo>
                        <a:lnTo>
                          <a:pt x="390" y="129"/>
                        </a:lnTo>
                        <a:lnTo>
                          <a:pt x="365" y="111"/>
                        </a:lnTo>
                        <a:lnTo>
                          <a:pt x="338" y="95"/>
                        </a:lnTo>
                        <a:lnTo>
                          <a:pt x="310" y="78"/>
                        </a:lnTo>
                        <a:lnTo>
                          <a:pt x="282" y="64"/>
                        </a:lnTo>
                        <a:lnTo>
                          <a:pt x="254" y="51"/>
                        </a:lnTo>
                        <a:lnTo>
                          <a:pt x="224" y="39"/>
                        </a:lnTo>
                        <a:lnTo>
                          <a:pt x="194" y="29"/>
                        </a:lnTo>
                        <a:lnTo>
                          <a:pt x="162" y="20"/>
                        </a:lnTo>
                        <a:lnTo>
                          <a:pt x="130" y="13"/>
                        </a:lnTo>
                        <a:lnTo>
                          <a:pt x="99" y="7"/>
                        </a:lnTo>
                        <a:lnTo>
                          <a:pt x="66" y="3"/>
                        </a:lnTo>
                        <a:lnTo>
                          <a:pt x="32" y="1"/>
                        </a:lnTo>
                        <a:lnTo>
                          <a:pt x="0" y="0"/>
                        </a:lnTo>
                        <a:lnTo>
                          <a:pt x="0" y="155"/>
                        </a:lnTo>
                        <a:lnTo>
                          <a:pt x="25" y="155"/>
                        </a:lnTo>
                        <a:lnTo>
                          <a:pt x="51" y="157"/>
                        </a:lnTo>
                        <a:lnTo>
                          <a:pt x="75" y="160"/>
                        </a:lnTo>
                        <a:lnTo>
                          <a:pt x="100" y="164"/>
                        </a:lnTo>
                        <a:lnTo>
                          <a:pt x="124" y="170"/>
                        </a:lnTo>
                        <a:lnTo>
                          <a:pt x="147" y="176"/>
                        </a:lnTo>
                        <a:lnTo>
                          <a:pt x="171" y="185"/>
                        </a:lnTo>
                        <a:lnTo>
                          <a:pt x="193" y="194"/>
                        </a:lnTo>
                        <a:lnTo>
                          <a:pt x="215" y="204"/>
                        </a:lnTo>
                        <a:lnTo>
                          <a:pt x="236" y="214"/>
                        </a:lnTo>
                        <a:lnTo>
                          <a:pt x="257" y="226"/>
                        </a:lnTo>
                        <a:lnTo>
                          <a:pt x="278" y="240"/>
                        </a:lnTo>
                        <a:lnTo>
                          <a:pt x="297" y="254"/>
                        </a:lnTo>
                        <a:lnTo>
                          <a:pt x="316" y="268"/>
                        </a:lnTo>
                        <a:lnTo>
                          <a:pt x="334" y="284"/>
                        </a:lnTo>
                        <a:lnTo>
                          <a:pt x="352" y="301"/>
                        </a:lnTo>
                        <a:lnTo>
                          <a:pt x="368" y="318"/>
                        </a:lnTo>
                        <a:lnTo>
                          <a:pt x="383" y="337"/>
                        </a:lnTo>
                        <a:lnTo>
                          <a:pt x="399" y="355"/>
                        </a:lnTo>
                        <a:lnTo>
                          <a:pt x="413" y="375"/>
                        </a:lnTo>
                        <a:lnTo>
                          <a:pt x="426" y="395"/>
                        </a:lnTo>
                        <a:lnTo>
                          <a:pt x="438" y="416"/>
                        </a:lnTo>
                        <a:lnTo>
                          <a:pt x="449" y="437"/>
                        </a:lnTo>
                        <a:lnTo>
                          <a:pt x="459" y="460"/>
                        </a:lnTo>
                        <a:lnTo>
                          <a:pt x="467" y="481"/>
                        </a:lnTo>
                        <a:lnTo>
                          <a:pt x="476" y="504"/>
                        </a:lnTo>
                        <a:lnTo>
                          <a:pt x="483" y="528"/>
                        </a:lnTo>
                        <a:lnTo>
                          <a:pt x="488" y="552"/>
                        </a:lnTo>
                        <a:lnTo>
                          <a:pt x="492" y="576"/>
                        </a:lnTo>
                        <a:lnTo>
                          <a:pt x="496" y="601"/>
                        </a:lnTo>
                        <a:lnTo>
                          <a:pt x="498" y="628"/>
                        </a:lnTo>
                        <a:lnTo>
                          <a:pt x="498" y="653"/>
                        </a:lnTo>
                        <a:lnTo>
                          <a:pt x="653" y="653"/>
                        </a:lnTo>
                        <a:close/>
                      </a:path>
                    </a:pathLst>
                  </a:custGeom>
                  <a:solidFill>
                    <a:srgbClr val="EF2B2F"/>
                  </a:solidFill>
                  <a:ln>
                    <a:noFill/>
                  </a:ln>
                </p:spPr>
                <p:txBody>
                  <a:bodyPr/>
                  <a:lstStyle/>
                  <a:p>
                    <a:pPr>
                      <a:defRPr/>
                    </a:pPr>
                    <a:endParaRPr lang="en-US" sz="1050">
                      <a:latin typeface="+mj-lt"/>
                    </a:endParaRPr>
                  </a:p>
                </p:txBody>
              </p:sp>
              <p:sp>
                <p:nvSpPr>
                  <p:cNvPr id="41729" name="Freeform 133">
                    <a:extLst>
                      <a:ext uri="{FF2B5EF4-FFF2-40B4-BE49-F238E27FC236}">
                        <a16:creationId xmlns="" xmlns:a16="http://schemas.microsoft.com/office/drawing/2014/main" id="{92EA5C84-5F04-27CE-936D-3F78A5F15280}"/>
                      </a:ext>
                    </a:extLst>
                  </p:cNvPr>
                  <p:cNvSpPr>
                    <a:spLocks/>
                  </p:cNvSpPr>
                  <p:nvPr/>
                </p:nvSpPr>
                <p:spPr bwMode="auto">
                  <a:xfrm>
                    <a:off x="5453" y="1408"/>
                    <a:ext cx="21" cy="25"/>
                  </a:xfrm>
                  <a:custGeom>
                    <a:avLst/>
                    <a:gdLst>
                      <a:gd name="T0" fmla="*/ 0 w 653"/>
                      <a:gd name="T1" fmla="*/ 0 h 653"/>
                      <a:gd name="T2" fmla="*/ 0 w 653"/>
                      <a:gd name="T3" fmla="*/ 0 h 653"/>
                      <a:gd name="T4" fmla="*/ 0 w 653"/>
                      <a:gd name="T5" fmla="*/ 0 h 653"/>
                      <a:gd name="T6" fmla="*/ 0 w 653"/>
                      <a:gd name="T7" fmla="*/ 0 h 653"/>
                      <a:gd name="T8" fmla="*/ 0 w 653"/>
                      <a:gd name="T9" fmla="*/ 0 h 653"/>
                      <a:gd name="T10" fmla="*/ 0 w 653"/>
                      <a:gd name="T11" fmla="*/ 0 h 653"/>
                      <a:gd name="T12" fmla="*/ 0 w 653"/>
                      <a:gd name="T13" fmla="*/ 0 h 653"/>
                      <a:gd name="T14" fmla="*/ 0 w 653"/>
                      <a:gd name="T15" fmla="*/ 0 h 653"/>
                      <a:gd name="T16" fmla="*/ 0 w 653"/>
                      <a:gd name="T17" fmla="*/ 0 h 653"/>
                      <a:gd name="T18" fmla="*/ 0 w 653"/>
                      <a:gd name="T19" fmla="*/ 0 h 653"/>
                      <a:gd name="T20" fmla="*/ 0 w 653"/>
                      <a:gd name="T21" fmla="*/ 0 h 653"/>
                      <a:gd name="T22" fmla="*/ 0 w 653"/>
                      <a:gd name="T23" fmla="*/ 0 h 653"/>
                      <a:gd name="T24" fmla="*/ 0 w 653"/>
                      <a:gd name="T25" fmla="*/ 0 h 653"/>
                      <a:gd name="T26" fmla="*/ 0 w 653"/>
                      <a:gd name="T27" fmla="*/ 0 h 653"/>
                      <a:gd name="T28" fmla="*/ 0 w 653"/>
                      <a:gd name="T29" fmla="*/ 0 h 653"/>
                      <a:gd name="T30" fmla="*/ 0 w 653"/>
                      <a:gd name="T31" fmla="*/ 0 h 653"/>
                      <a:gd name="T32" fmla="*/ 0 w 653"/>
                      <a:gd name="T33" fmla="*/ 0 h 653"/>
                      <a:gd name="T34" fmla="*/ 0 w 653"/>
                      <a:gd name="T35" fmla="*/ 0 h 653"/>
                      <a:gd name="T36" fmla="*/ 0 w 653"/>
                      <a:gd name="T37" fmla="*/ 0 h 653"/>
                      <a:gd name="T38" fmla="*/ 0 w 653"/>
                      <a:gd name="T39" fmla="*/ 0 h 653"/>
                      <a:gd name="T40" fmla="*/ 0 w 653"/>
                      <a:gd name="T41" fmla="*/ 0 h 653"/>
                      <a:gd name="T42" fmla="*/ 0 w 653"/>
                      <a:gd name="T43" fmla="*/ 0 h 653"/>
                      <a:gd name="T44" fmla="*/ 0 w 653"/>
                      <a:gd name="T45" fmla="*/ 0 h 653"/>
                      <a:gd name="T46" fmla="*/ 0 w 653"/>
                      <a:gd name="T47" fmla="*/ 0 h 653"/>
                      <a:gd name="T48" fmla="*/ 0 w 653"/>
                      <a:gd name="T49" fmla="*/ 0 h 653"/>
                      <a:gd name="T50" fmla="*/ 0 w 653"/>
                      <a:gd name="T51" fmla="*/ 0 h 653"/>
                      <a:gd name="T52" fmla="*/ 0 w 653"/>
                      <a:gd name="T53" fmla="*/ 0 h 653"/>
                      <a:gd name="T54" fmla="*/ 0 w 653"/>
                      <a:gd name="T55" fmla="*/ 0 h 653"/>
                      <a:gd name="T56" fmla="*/ 0 w 653"/>
                      <a:gd name="T57" fmla="*/ 0 h 653"/>
                      <a:gd name="T58" fmla="*/ 0 w 653"/>
                      <a:gd name="T59" fmla="*/ 0 h 653"/>
                      <a:gd name="T60" fmla="*/ 0 w 653"/>
                      <a:gd name="T61" fmla="*/ 0 h 653"/>
                      <a:gd name="T62" fmla="*/ 0 w 653"/>
                      <a:gd name="T63" fmla="*/ 0 h 653"/>
                      <a:gd name="T64" fmla="*/ 0 w 653"/>
                      <a:gd name="T65" fmla="*/ 0 h 653"/>
                      <a:gd name="T66" fmla="*/ 0 w 653"/>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3"/>
                      <a:gd name="T103" fmla="*/ 0 h 653"/>
                      <a:gd name="T104" fmla="*/ 653 w 653"/>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3" h="653">
                        <a:moveTo>
                          <a:pt x="0" y="653"/>
                        </a:moveTo>
                        <a:lnTo>
                          <a:pt x="0" y="653"/>
                        </a:lnTo>
                        <a:lnTo>
                          <a:pt x="32" y="652"/>
                        </a:lnTo>
                        <a:lnTo>
                          <a:pt x="66" y="649"/>
                        </a:lnTo>
                        <a:lnTo>
                          <a:pt x="99" y="646"/>
                        </a:lnTo>
                        <a:lnTo>
                          <a:pt x="130" y="639"/>
                        </a:lnTo>
                        <a:lnTo>
                          <a:pt x="162" y="633"/>
                        </a:lnTo>
                        <a:lnTo>
                          <a:pt x="194" y="624"/>
                        </a:lnTo>
                        <a:lnTo>
                          <a:pt x="224" y="613"/>
                        </a:lnTo>
                        <a:lnTo>
                          <a:pt x="254" y="601"/>
                        </a:lnTo>
                        <a:lnTo>
                          <a:pt x="282" y="588"/>
                        </a:lnTo>
                        <a:lnTo>
                          <a:pt x="310" y="574"/>
                        </a:lnTo>
                        <a:lnTo>
                          <a:pt x="338" y="559"/>
                        </a:lnTo>
                        <a:lnTo>
                          <a:pt x="365" y="541"/>
                        </a:lnTo>
                        <a:lnTo>
                          <a:pt x="390" y="523"/>
                        </a:lnTo>
                        <a:lnTo>
                          <a:pt x="415" y="503"/>
                        </a:lnTo>
                        <a:lnTo>
                          <a:pt x="438" y="483"/>
                        </a:lnTo>
                        <a:lnTo>
                          <a:pt x="461" y="462"/>
                        </a:lnTo>
                        <a:lnTo>
                          <a:pt x="483" y="439"/>
                        </a:lnTo>
                        <a:lnTo>
                          <a:pt x="503" y="415"/>
                        </a:lnTo>
                        <a:lnTo>
                          <a:pt x="523" y="391"/>
                        </a:lnTo>
                        <a:lnTo>
                          <a:pt x="541" y="365"/>
                        </a:lnTo>
                        <a:lnTo>
                          <a:pt x="558" y="339"/>
                        </a:lnTo>
                        <a:lnTo>
                          <a:pt x="573" y="311"/>
                        </a:lnTo>
                        <a:lnTo>
                          <a:pt x="588" y="283"/>
                        </a:lnTo>
                        <a:lnTo>
                          <a:pt x="601" y="254"/>
                        </a:lnTo>
                        <a:lnTo>
                          <a:pt x="613" y="224"/>
                        </a:lnTo>
                        <a:lnTo>
                          <a:pt x="623" y="194"/>
                        </a:lnTo>
                        <a:lnTo>
                          <a:pt x="632" y="163"/>
                        </a:lnTo>
                        <a:lnTo>
                          <a:pt x="640" y="131"/>
                        </a:lnTo>
                        <a:lnTo>
                          <a:pt x="645" y="99"/>
                        </a:lnTo>
                        <a:lnTo>
                          <a:pt x="649" y="66"/>
                        </a:lnTo>
                        <a:lnTo>
                          <a:pt x="652" y="33"/>
                        </a:lnTo>
                        <a:lnTo>
                          <a:pt x="653" y="0"/>
                        </a:lnTo>
                        <a:lnTo>
                          <a:pt x="498" y="0"/>
                        </a:lnTo>
                        <a:lnTo>
                          <a:pt x="498" y="26"/>
                        </a:lnTo>
                        <a:lnTo>
                          <a:pt x="496" y="51"/>
                        </a:lnTo>
                        <a:lnTo>
                          <a:pt x="492" y="76"/>
                        </a:lnTo>
                        <a:lnTo>
                          <a:pt x="488" y="100"/>
                        </a:lnTo>
                        <a:lnTo>
                          <a:pt x="483" y="124"/>
                        </a:lnTo>
                        <a:lnTo>
                          <a:pt x="476" y="148"/>
                        </a:lnTo>
                        <a:lnTo>
                          <a:pt x="467" y="171"/>
                        </a:lnTo>
                        <a:lnTo>
                          <a:pt x="459" y="194"/>
                        </a:lnTo>
                        <a:lnTo>
                          <a:pt x="449" y="215"/>
                        </a:lnTo>
                        <a:lnTo>
                          <a:pt x="438" y="237"/>
                        </a:lnTo>
                        <a:lnTo>
                          <a:pt x="426" y="258"/>
                        </a:lnTo>
                        <a:lnTo>
                          <a:pt x="413" y="279"/>
                        </a:lnTo>
                        <a:lnTo>
                          <a:pt x="399" y="298"/>
                        </a:lnTo>
                        <a:lnTo>
                          <a:pt x="383" y="317"/>
                        </a:lnTo>
                        <a:lnTo>
                          <a:pt x="368" y="334"/>
                        </a:lnTo>
                        <a:lnTo>
                          <a:pt x="352" y="352"/>
                        </a:lnTo>
                        <a:lnTo>
                          <a:pt x="334" y="369"/>
                        </a:lnTo>
                        <a:lnTo>
                          <a:pt x="316" y="384"/>
                        </a:lnTo>
                        <a:lnTo>
                          <a:pt x="297" y="400"/>
                        </a:lnTo>
                        <a:lnTo>
                          <a:pt x="278" y="413"/>
                        </a:lnTo>
                        <a:lnTo>
                          <a:pt x="257" y="426"/>
                        </a:lnTo>
                        <a:lnTo>
                          <a:pt x="236" y="438"/>
                        </a:lnTo>
                        <a:lnTo>
                          <a:pt x="215" y="449"/>
                        </a:lnTo>
                        <a:lnTo>
                          <a:pt x="193" y="459"/>
                        </a:lnTo>
                        <a:lnTo>
                          <a:pt x="171" y="468"/>
                        </a:lnTo>
                        <a:lnTo>
                          <a:pt x="147" y="476"/>
                        </a:lnTo>
                        <a:lnTo>
                          <a:pt x="124" y="482"/>
                        </a:lnTo>
                        <a:lnTo>
                          <a:pt x="100" y="488"/>
                        </a:lnTo>
                        <a:lnTo>
                          <a:pt x="75" y="492"/>
                        </a:lnTo>
                        <a:lnTo>
                          <a:pt x="51" y="495"/>
                        </a:lnTo>
                        <a:lnTo>
                          <a:pt x="26" y="498"/>
                        </a:lnTo>
                        <a:lnTo>
                          <a:pt x="0" y="498"/>
                        </a:lnTo>
                        <a:lnTo>
                          <a:pt x="0" y="653"/>
                        </a:lnTo>
                        <a:close/>
                      </a:path>
                    </a:pathLst>
                  </a:custGeom>
                  <a:solidFill>
                    <a:srgbClr val="EF2B2F"/>
                  </a:solidFill>
                  <a:ln>
                    <a:noFill/>
                  </a:ln>
                </p:spPr>
                <p:txBody>
                  <a:bodyPr/>
                  <a:lstStyle/>
                  <a:p>
                    <a:pPr>
                      <a:defRPr/>
                    </a:pPr>
                    <a:endParaRPr lang="en-US" sz="1050">
                      <a:latin typeface="+mj-lt"/>
                    </a:endParaRPr>
                  </a:p>
                </p:txBody>
              </p:sp>
              <p:sp>
                <p:nvSpPr>
                  <p:cNvPr id="41730" name="Freeform 134">
                    <a:extLst>
                      <a:ext uri="{FF2B5EF4-FFF2-40B4-BE49-F238E27FC236}">
                        <a16:creationId xmlns="" xmlns:a16="http://schemas.microsoft.com/office/drawing/2014/main" id="{ABB9AED0-B45D-93B1-95AD-EBC5D7B61D4E}"/>
                      </a:ext>
                    </a:extLst>
                  </p:cNvPr>
                  <p:cNvSpPr>
                    <a:spLocks/>
                  </p:cNvSpPr>
                  <p:nvPr/>
                </p:nvSpPr>
                <p:spPr bwMode="auto">
                  <a:xfrm>
                    <a:off x="5429" y="1408"/>
                    <a:ext cx="22" cy="25"/>
                  </a:xfrm>
                  <a:custGeom>
                    <a:avLst/>
                    <a:gdLst>
                      <a:gd name="T0" fmla="*/ 0 w 654"/>
                      <a:gd name="T1" fmla="*/ 0 h 653"/>
                      <a:gd name="T2" fmla="*/ 0 w 654"/>
                      <a:gd name="T3" fmla="*/ 0 h 653"/>
                      <a:gd name="T4" fmla="*/ 0 w 654"/>
                      <a:gd name="T5" fmla="*/ 0 h 653"/>
                      <a:gd name="T6" fmla="*/ 0 w 654"/>
                      <a:gd name="T7" fmla="*/ 0 h 653"/>
                      <a:gd name="T8" fmla="*/ 0 w 654"/>
                      <a:gd name="T9" fmla="*/ 0 h 653"/>
                      <a:gd name="T10" fmla="*/ 0 w 654"/>
                      <a:gd name="T11" fmla="*/ 0 h 653"/>
                      <a:gd name="T12" fmla="*/ 0 w 654"/>
                      <a:gd name="T13" fmla="*/ 0 h 653"/>
                      <a:gd name="T14" fmla="*/ 0 w 654"/>
                      <a:gd name="T15" fmla="*/ 0 h 653"/>
                      <a:gd name="T16" fmla="*/ 0 w 654"/>
                      <a:gd name="T17" fmla="*/ 0 h 653"/>
                      <a:gd name="T18" fmla="*/ 0 w 654"/>
                      <a:gd name="T19" fmla="*/ 0 h 653"/>
                      <a:gd name="T20" fmla="*/ 0 w 654"/>
                      <a:gd name="T21" fmla="*/ 0 h 653"/>
                      <a:gd name="T22" fmla="*/ 0 w 654"/>
                      <a:gd name="T23" fmla="*/ 0 h 653"/>
                      <a:gd name="T24" fmla="*/ 0 w 654"/>
                      <a:gd name="T25" fmla="*/ 0 h 653"/>
                      <a:gd name="T26" fmla="*/ 0 w 654"/>
                      <a:gd name="T27" fmla="*/ 0 h 653"/>
                      <a:gd name="T28" fmla="*/ 0 w 654"/>
                      <a:gd name="T29" fmla="*/ 0 h 653"/>
                      <a:gd name="T30" fmla="*/ 0 w 654"/>
                      <a:gd name="T31" fmla="*/ 0 h 653"/>
                      <a:gd name="T32" fmla="*/ 0 w 654"/>
                      <a:gd name="T33" fmla="*/ 0 h 653"/>
                      <a:gd name="T34" fmla="*/ 0 w 654"/>
                      <a:gd name="T35" fmla="*/ 0 h 653"/>
                      <a:gd name="T36" fmla="*/ 0 w 654"/>
                      <a:gd name="T37" fmla="*/ 0 h 653"/>
                      <a:gd name="T38" fmla="*/ 0 w 654"/>
                      <a:gd name="T39" fmla="*/ 0 h 653"/>
                      <a:gd name="T40" fmla="*/ 0 w 654"/>
                      <a:gd name="T41" fmla="*/ 0 h 653"/>
                      <a:gd name="T42" fmla="*/ 0 w 654"/>
                      <a:gd name="T43" fmla="*/ 0 h 653"/>
                      <a:gd name="T44" fmla="*/ 0 w 654"/>
                      <a:gd name="T45" fmla="*/ 0 h 653"/>
                      <a:gd name="T46" fmla="*/ 0 w 654"/>
                      <a:gd name="T47" fmla="*/ 0 h 653"/>
                      <a:gd name="T48" fmla="*/ 0 w 654"/>
                      <a:gd name="T49" fmla="*/ 0 h 653"/>
                      <a:gd name="T50" fmla="*/ 0 w 654"/>
                      <a:gd name="T51" fmla="*/ 0 h 653"/>
                      <a:gd name="T52" fmla="*/ 0 w 654"/>
                      <a:gd name="T53" fmla="*/ 0 h 653"/>
                      <a:gd name="T54" fmla="*/ 0 w 654"/>
                      <a:gd name="T55" fmla="*/ 0 h 653"/>
                      <a:gd name="T56" fmla="*/ 0 w 654"/>
                      <a:gd name="T57" fmla="*/ 0 h 653"/>
                      <a:gd name="T58" fmla="*/ 0 w 654"/>
                      <a:gd name="T59" fmla="*/ 0 h 653"/>
                      <a:gd name="T60" fmla="*/ 0 w 654"/>
                      <a:gd name="T61" fmla="*/ 0 h 653"/>
                      <a:gd name="T62" fmla="*/ 0 w 654"/>
                      <a:gd name="T63" fmla="*/ 0 h 653"/>
                      <a:gd name="T64" fmla="*/ 0 w 654"/>
                      <a:gd name="T65" fmla="*/ 0 h 653"/>
                      <a:gd name="T66" fmla="*/ 0 w 654"/>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3"/>
                      <a:gd name="T104" fmla="*/ 654 w 654"/>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3">
                        <a:moveTo>
                          <a:pt x="0" y="0"/>
                        </a:moveTo>
                        <a:lnTo>
                          <a:pt x="0" y="0"/>
                        </a:lnTo>
                        <a:lnTo>
                          <a:pt x="1" y="33"/>
                        </a:lnTo>
                        <a:lnTo>
                          <a:pt x="3" y="66"/>
                        </a:lnTo>
                        <a:lnTo>
                          <a:pt x="7" y="99"/>
                        </a:lnTo>
                        <a:lnTo>
                          <a:pt x="14" y="131"/>
                        </a:lnTo>
                        <a:lnTo>
                          <a:pt x="20" y="163"/>
                        </a:lnTo>
                        <a:lnTo>
                          <a:pt x="29" y="194"/>
                        </a:lnTo>
                        <a:lnTo>
                          <a:pt x="40" y="224"/>
                        </a:lnTo>
                        <a:lnTo>
                          <a:pt x="52" y="254"/>
                        </a:lnTo>
                        <a:lnTo>
                          <a:pt x="65" y="283"/>
                        </a:lnTo>
                        <a:lnTo>
                          <a:pt x="79" y="311"/>
                        </a:lnTo>
                        <a:lnTo>
                          <a:pt x="94" y="339"/>
                        </a:lnTo>
                        <a:lnTo>
                          <a:pt x="112" y="365"/>
                        </a:lnTo>
                        <a:lnTo>
                          <a:pt x="130" y="391"/>
                        </a:lnTo>
                        <a:lnTo>
                          <a:pt x="149" y="415"/>
                        </a:lnTo>
                        <a:lnTo>
                          <a:pt x="170" y="439"/>
                        </a:lnTo>
                        <a:lnTo>
                          <a:pt x="191" y="462"/>
                        </a:lnTo>
                        <a:lnTo>
                          <a:pt x="214" y="483"/>
                        </a:lnTo>
                        <a:lnTo>
                          <a:pt x="238" y="503"/>
                        </a:lnTo>
                        <a:lnTo>
                          <a:pt x="262" y="523"/>
                        </a:lnTo>
                        <a:lnTo>
                          <a:pt x="288" y="541"/>
                        </a:lnTo>
                        <a:lnTo>
                          <a:pt x="315" y="559"/>
                        </a:lnTo>
                        <a:lnTo>
                          <a:pt x="342" y="574"/>
                        </a:lnTo>
                        <a:lnTo>
                          <a:pt x="370" y="588"/>
                        </a:lnTo>
                        <a:lnTo>
                          <a:pt x="400" y="601"/>
                        </a:lnTo>
                        <a:lnTo>
                          <a:pt x="429" y="613"/>
                        </a:lnTo>
                        <a:lnTo>
                          <a:pt x="460" y="624"/>
                        </a:lnTo>
                        <a:lnTo>
                          <a:pt x="490" y="633"/>
                        </a:lnTo>
                        <a:lnTo>
                          <a:pt x="522" y="639"/>
                        </a:lnTo>
                        <a:lnTo>
                          <a:pt x="554" y="646"/>
                        </a:lnTo>
                        <a:lnTo>
                          <a:pt x="587" y="649"/>
                        </a:lnTo>
                        <a:lnTo>
                          <a:pt x="620" y="652"/>
                        </a:lnTo>
                        <a:lnTo>
                          <a:pt x="654" y="653"/>
                        </a:lnTo>
                        <a:lnTo>
                          <a:pt x="654" y="498"/>
                        </a:lnTo>
                        <a:lnTo>
                          <a:pt x="627" y="498"/>
                        </a:lnTo>
                        <a:lnTo>
                          <a:pt x="602" y="495"/>
                        </a:lnTo>
                        <a:lnTo>
                          <a:pt x="577" y="492"/>
                        </a:lnTo>
                        <a:lnTo>
                          <a:pt x="553" y="488"/>
                        </a:lnTo>
                        <a:lnTo>
                          <a:pt x="528" y="482"/>
                        </a:lnTo>
                        <a:lnTo>
                          <a:pt x="505" y="476"/>
                        </a:lnTo>
                        <a:lnTo>
                          <a:pt x="482" y="468"/>
                        </a:lnTo>
                        <a:lnTo>
                          <a:pt x="460" y="459"/>
                        </a:lnTo>
                        <a:lnTo>
                          <a:pt x="438" y="449"/>
                        </a:lnTo>
                        <a:lnTo>
                          <a:pt x="416" y="438"/>
                        </a:lnTo>
                        <a:lnTo>
                          <a:pt x="395" y="426"/>
                        </a:lnTo>
                        <a:lnTo>
                          <a:pt x="375" y="413"/>
                        </a:lnTo>
                        <a:lnTo>
                          <a:pt x="355" y="398"/>
                        </a:lnTo>
                        <a:lnTo>
                          <a:pt x="336" y="384"/>
                        </a:lnTo>
                        <a:lnTo>
                          <a:pt x="318" y="369"/>
                        </a:lnTo>
                        <a:lnTo>
                          <a:pt x="302" y="352"/>
                        </a:lnTo>
                        <a:lnTo>
                          <a:pt x="284" y="334"/>
                        </a:lnTo>
                        <a:lnTo>
                          <a:pt x="269" y="317"/>
                        </a:lnTo>
                        <a:lnTo>
                          <a:pt x="254" y="298"/>
                        </a:lnTo>
                        <a:lnTo>
                          <a:pt x="240" y="279"/>
                        </a:lnTo>
                        <a:lnTo>
                          <a:pt x="226" y="258"/>
                        </a:lnTo>
                        <a:lnTo>
                          <a:pt x="214" y="237"/>
                        </a:lnTo>
                        <a:lnTo>
                          <a:pt x="203" y="215"/>
                        </a:lnTo>
                        <a:lnTo>
                          <a:pt x="194" y="194"/>
                        </a:lnTo>
                        <a:lnTo>
                          <a:pt x="185" y="171"/>
                        </a:lnTo>
                        <a:lnTo>
                          <a:pt x="177" y="148"/>
                        </a:lnTo>
                        <a:lnTo>
                          <a:pt x="171" y="125"/>
                        </a:lnTo>
                        <a:lnTo>
                          <a:pt x="164" y="100"/>
                        </a:lnTo>
                        <a:lnTo>
                          <a:pt x="161" y="76"/>
                        </a:lnTo>
                        <a:lnTo>
                          <a:pt x="158" y="51"/>
                        </a:lnTo>
                        <a:lnTo>
                          <a:pt x="155" y="26"/>
                        </a:lnTo>
                        <a:lnTo>
                          <a:pt x="154" y="0"/>
                        </a:lnTo>
                        <a:lnTo>
                          <a:pt x="0" y="0"/>
                        </a:lnTo>
                        <a:close/>
                      </a:path>
                    </a:pathLst>
                  </a:custGeom>
                  <a:solidFill>
                    <a:srgbClr val="EF2B2F"/>
                  </a:solidFill>
                  <a:ln>
                    <a:noFill/>
                  </a:ln>
                </p:spPr>
                <p:txBody>
                  <a:bodyPr/>
                  <a:lstStyle/>
                  <a:p>
                    <a:pPr>
                      <a:defRPr/>
                    </a:pPr>
                    <a:endParaRPr lang="en-US" sz="1050">
                      <a:latin typeface="+mj-lt"/>
                    </a:endParaRPr>
                  </a:p>
                </p:txBody>
              </p:sp>
              <p:sp>
                <p:nvSpPr>
                  <p:cNvPr id="41731" name="Freeform 135">
                    <a:extLst>
                      <a:ext uri="{FF2B5EF4-FFF2-40B4-BE49-F238E27FC236}">
                        <a16:creationId xmlns="" xmlns:a16="http://schemas.microsoft.com/office/drawing/2014/main" id="{3F870E53-5C9A-63B1-5529-A6B2E5C3C3EB}"/>
                      </a:ext>
                    </a:extLst>
                  </p:cNvPr>
                  <p:cNvSpPr>
                    <a:spLocks/>
                  </p:cNvSpPr>
                  <p:nvPr/>
                </p:nvSpPr>
                <p:spPr bwMode="auto">
                  <a:xfrm>
                    <a:off x="5429" y="1383"/>
                    <a:ext cx="22" cy="25"/>
                  </a:xfrm>
                  <a:custGeom>
                    <a:avLst/>
                    <a:gdLst>
                      <a:gd name="T0" fmla="*/ 0 w 654"/>
                      <a:gd name="T1" fmla="*/ 0 h 653"/>
                      <a:gd name="T2" fmla="*/ 0 w 654"/>
                      <a:gd name="T3" fmla="*/ 0 h 653"/>
                      <a:gd name="T4" fmla="*/ 0 w 654"/>
                      <a:gd name="T5" fmla="*/ 0 h 653"/>
                      <a:gd name="T6" fmla="*/ 0 w 654"/>
                      <a:gd name="T7" fmla="*/ 0 h 653"/>
                      <a:gd name="T8" fmla="*/ 0 w 654"/>
                      <a:gd name="T9" fmla="*/ 0 h 653"/>
                      <a:gd name="T10" fmla="*/ 0 w 654"/>
                      <a:gd name="T11" fmla="*/ 0 h 653"/>
                      <a:gd name="T12" fmla="*/ 0 w 654"/>
                      <a:gd name="T13" fmla="*/ 0 h 653"/>
                      <a:gd name="T14" fmla="*/ 0 w 654"/>
                      <a:gd name="T15" fmla="*/ 0 h 653"/>
                      <a:gd name="T16" fmla="*/ 0 w 654"/>
                      <a:gd name="T17" fmla="*/ 0 h 653"/>
                      <a:gd name="T18" fmla="*/ 0 w 654"/>
                      <a:gd name="T19" fmla="*/ 0 h 653"/>
                      <a:gd name="T20" fmla="*/ 0 w 654"/>
                      <a:gd name="T21" fmla="*/ 0 h 653"/>
                      <a:gd name="T22" fmla="*/ 0 w 654"/>
                      <a:gd name="T23" fmla="*/ 0 h 653"/>
                      <a:gd name="T24" fmla="*/ 0 w 654"/>
                      <a:gd name="T25" fmla="*/ 0 h 653"/>
                      <a:gd name="T26" fmla="*/ 0 w 654"/>
                      <a:gd name="T27" fmla="*/ 0 h 653"/>
                      <a:gd name="T28" fmla="*/ 0 w 654"/>
                      <a:gd name="T29" fmla="*/ 0 h 653"/>
                      <a:gd name="T30" fmla="*/ 0 w 654"/>
                      <a:gd name="T31" fmla="*/ 0 h 653"/>
                      <a:gd name="T32" fmla="*/ 0 w 654"/>
                      <a:gd name="T33" fmla="*/ 0 h 653"/>
                      <a:gd name="T34" fmla="*/ 0 w 654"/>
                      <a:gd name="T35" fmla="*/ 0 h 653"/>
                      <a:gd name="T36" fmla="*/ 0 w 654"/>
                      <a:gd name="T37" fmla="*/ 0 h 653"/>
                      <a:gd name="T38" fmla="*/ 0 w 654"/>
                      <a:gd name="T39" fmla="*/ 0 h 653"/>
                      <a:gd name="T40" fmla="*/ 0 w 654"/>
                      <a:gd name="T41" fmla="*/ 0 h 653"/>
                      <a:gd name="T42" fmla="*/ 0 w 654"/>
                      <a:gd name="T43" fmla="*/ 0 h 653"/>
                      <a:gd name="T44" fmla="*/ 0 w 654"/>
                      <a:gd name="T45" fmla="*/ 0 h 653"/>
                      <a:gd name="T46" fmla="*/ 0 w 654"/>
                      <a:gd name="T47" fmla="*/ 0 h 653"/>
                      <a:gd name="T48" fmla="*/ 0 w 654"/>
                      <a:gd name="T49" fmla="*/ 0 h 653"/>
                      <a:gd name="T50" fmla="*/ 0 w 654"/>
                      <a:gd name="T51" fmla="*/ 0 h 653"/>
                      <a:gd name="T52" fmla="*/ 0 w 654"/>
                      <a:gd name="T53" fmla="*/ 0 h 653"/>
                      <a:gd name="T54" fmla="*/ 0 w 654"/>
                      <a:gd name="T55" fmla="*/ 0 h 653"/>
                      <a:gd name="T56" fmla="*/ 0 w 654"/>
                      <a:gd name="T57" fmla="*/ 0 h 653"/>
                      <a:gd name="T58" fmla="*/ 0 w 654"/>
                      <a:gd name="T59" fmla="*/ 0 h 653"/>
                      <a:gd name="T60" fmla="*/ 0 w 654"/>
                      <a:gd name="T61" fmla="*/ 0 h 653"/>
                      <a:gd name="T62" fmla="*/ 0 w 654"/>
                      <a:gd name="T63" fmla="*/ 0 h 653"/>
                      <a:gd name="T64" fmla="*/ 0 w 654"/>
                      <a:gd name="T65" fmla="*/ 0 h 653"/>
                      <a:gd name="T66" fmla="*/ 0 w 654"/>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3"/>
                      <a:gd name="T104" fmla="*/ 654 w 654"/>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3">
                        <a:moveTo>
                          <a:pt x="654" y="0"/>
                        </a:moveTo>
                        <a:lnTo>
                          <a:pt x="654" y="0"/>
                        </a:lnTo>
                        <a:lnTo>
                          <a:pt x="620" y="1"/>
                        </a:lnTo>
                        <a:lnTo>
                          <a:pt x="587" y="3"/>
                        </a:lnTo>
                        <a:lnTo>
                          <a:pt x="554" y="7"/>
                        </a:lnTo>
                        <a:lnTo>
                          <a:pt x="522" y="13"/>
                        </a:lnTo>
                        <a:lnTo>
                          <a:pt x="490" y="20"/>
                        </a:lnTo>
                        <a:lnTo>
                          <a:pt x="460" y="29"/>
                        </a:lnTo>
                        <a:lnTo>
                          <a:pt x="429" y="39"/>
                        </a:lnTo>
                        <a:lnTo>
                          <a:pt x="400" y="51"/>
                        </a:lnTo>
                        <a:lnTo>
                          <a:pt x="370" y="64"/>
                        </a:lnTo>
                        <a:lnTo>
                          <a:pt x="342" y="78"/>
                        </a:lnTo>
                        <a:lnTo>
                          <a:pt x="315" y="95"/>
                        </a:lnTo>
                        <a:lnTo>
                          <a:pt x="288" y="111"/>
                        </a:lnTo>
                        <a:lnTo>
                          <a:pt x="262" y="129"/>
                        </a:lnTo>
                        <a:lnTo>
                          <a:pt x="238" y="149"/>
                        </a:lnTo>
                        <a:lnTo>
                          <a:pt x="214" y="170"/>
                        </a:lnTo>
                        <a:lnTo>
                          <a:pt x="191" y="192"/>
                        </a:lnTo>
                        <a:lnTo>
                          <a:pt x="170" y="213"/>
                        </a:lnTo>
                        <a:lnTo>
                          <a:pt x="149" y="237"/>
                        </a:lnTo>
                        <a:lnTo>
                          <a:pt x="130" y="262"/>
                        </a:lnTo>
                        <a:lnTo>
                          <a:pt x="112" y="287"/>
                        </a:lnTo>
                        <a:lnTo>
                          <a:pt x="94" y="315"/>
                        </a:lnTo>
                        <a:lnTo>
                          <a:pt x="79" y="342"/>
                        </a:lnTo>
                        <a:lnTo>
                          <a:pt x="65" y="370"/>
                        </a:lnTo>
                        <a:lnTo>
                          <a:pt x="52" y="399"/>
                        </a:lnTo>
                        <a:lnTo>
                          <a:pt x="40" y="428"/>
                        </a:lnTo>
                        <a:lnTo>
                          <a:pt x="29" y="459"/>
                        </a:lnTo>
                        <a:lnTo>
                          <a:pt x="20" y="490"/>
                        </a:lnTo>
                        <a:lnTo>
                          <a:pt x="14" y="522"/>
                        </a:lnTo>
                        <a:lnTo>
                          <a:pt x="7" y="553"/>
                        </a:lnTo>
                        <a:lnTo>
                          <a:pt x="3" y="586"/>
                        </a:lnTo>
                        <a:lnTo>
                          <a:pt x="1" y="620"/>
                        </a:lnTo>
                        <a:lnTo>
                          <a:pt x="0" y="653"/>
                        </a:lnTo>
                        <a:lnTo>
                          <a:pt x="154" y="653"/>
                        </a:lnTo>
                        <a:lnTo>
                          <a:pt x="155" y="626"/>
                        </a:lnTo>
                        <a:lnTo>
                          <a:pt x="158" y="601"/>
                        </a:lnTo>
                        <a:lnTo>
                          <a:pt x="161" y="576"/>
                        </a:lnTo>
                        <a:lnTo>
                          <a:pt x="164" y="552"/>
                        </a:lnTo>
                        <a:lnTo>
                          <a:pt x="171" y="528"/>
                        </a:lnTo>
                        <a:lnTo>
                          <a:pt x="177" y="504"/>
                        </a:lnTo>
                        <a:lnTo>
                          <a:pt x="185" y="481"/>
                        </a:lnTo>
                        <a:lnTo>
                          <a:pt x="194" y="460"/>
                        </a:lnTo>
                        <a:lnTo>
                          <a:pt x="203" y="437"/>
                        </a:lnTo>
                        <a:lnTo>
                          <a:pt x="214" y="416"/>
                        </a:lnTo>
                        <a:lnTo>
                          <a:pt x="226" y="395"/>
                        </a:lnTo>
                        <a:lnTo>
                          <a:pt x="240" y="375"/>
                        </a:lnTo>
                        <a:lnTo>
                          <a:pt x="254" y="355"/>
                        </a:lnTo>
                        <a:lnTo>
                          <a:pt x="269" y="337"/>
                        </a:lnTo>
                        <a:lnTo>
                          <a:pt x="284" y="318"/>
                        </a:lnTo>
                        <a:lnTo>
                          <a:pt x="302" y="301"/>
                        </a:lnTo>
                        <a:lnTo>
                          <a:pt x="318" y="284"/>
                        </a:lnTo>
                        <a:lnTo>
                          <a:pt x="336" y="268"/>
                        </a:lnTo>
                        <a:lnTo>
                          <a:pt x="355" y="254"/>
                        </a:lnTo>
                        <a:lnTo>
                          <a:pt x="375" y="240"/>
                        </a:lnTo>
                        <a:lnTo>
                          <a:pt x="395" y="226"/>
                        </a:lnTo>
                        <a:lnTo>
                          <a:pt x="416" y="214"/>
                        </a:lnTo>
                        <a:lnTo>
                          <a:pt x="438" y="204"/>
                        </a:lnTo>
                        <a:lnTo>
                          <a:pt x="460" y="194"/>
                        </a:lnTo>
                        <a:lnTo>
                          <a:pt x="482" y="185"/>
                        </a:lnTo>
                        <a:lnTo>
                          <a:pt x="505" y="176"/>
                        </a:lnTo>
                        <a:lnTo>
                          <a:pt x="529" y="170"/>
                        </a:lnTo>
                        <a:lnTo>
                          <a:pt x="553" y="164"/>
                        </a:lnTo>
                        <a:lnTo>
                          <a:pt x="577" y="160"/>
                        </a:lnTo>
                        <a:lnTo>
                          <a:pt x="602" y="157"/>
                        </a:lnTo>
                        <a:lnTo>
                          <a:pt x="627" y="155"/>
                        </a:lnTo>
                        <a:lnTo>
                          <a:pt x="654" y="155"/>
                        </a:lnTo>
                        <a:lnTo>
                          <a:pt x="654" y="0"/>
                        </a:lnTo>
                        <a:close/>
                      </a:path>
                    </a:pathLst>
                  </a:custGeom>
                  <a:solidFill>
                    <a:srgbClr val="EF2B2F"/>
                  </a:solidFill>
                  <a:ln>
                    <a:noFill/>
                  </a:ln>
                </p:spPr>
                <p:txBody>
                  <a:bodyPr/>
                  <a:lstStyle/>
                  <a:p>
                    <a:pPr>
                      <a:defRPr/>
                    </a:pPr>
                    <a:endParaRPr lang="en-US" sz="1050">
                      <a:latin typeface="+mj-lt"/>
                    </a:endParaRPr>
                  </a:p>
                </p:txBody>
              </p:sp>
              <p:sp>
                <p:nvSpPr>
                  <p:cNvPr id="41732" name="Freeform 136">
                    <a:extLst>
                      <a:ext uri="{FF2B5EF4-FFF2-40B4-BE49-F238E27FC236}">
                        <a16:creationId xmlns="" xmlns:a16="http://schemas.microsoft.com/office/drawing/2014/main" id="{B73AF3C5-26CC-EBA1-32B9-D548E46CF49C}"/>
                      </a:ext>
                    </a:extLst>
                  </p:cNvPr>
                  <p:cNvSpPr>
                    <a:spLocks/>
                  </p:cNvSpPr>
                  <p:nvPr/>
                </p:nvSpPr>
                <p:spPr bwMode="auto">
                  <a:xfrm>
                    <a:off x="5423" y="1257"/>
                    <a:ext cx="39" cy="44"/>
                  </a:xfrm>
                  <a:custGeom>
                    <a:avLst/>
                    <a:gdLst>
                      <a:gd name="T0" fmla="*/ 0 w 1152"/>
                      <a:gd name="T1" fmla="*/ 0 h 1152"/>
                      <a:gd name="T2" fmla="*/ 0 w 1152"/>
                      <a:gd name="T3" fmla="*/ 0 h 1152"/>
                      <a:gd name="T4" fmla="*/ 0 w 1152"/>
                      <a:gd name="T5" fmla="*/ 0 h 1152"/>
                      <a:gd name="T6" fmla="*/ 0 w 1152"/>
                      <a:gd name="T7" fmla="*/ 0 h 1152"/>
                      <a:gd name="T8" fmla="*/ 0 w 1152"/>
                      <a:gd name="T9" fmla="*/ 0 h 1152"/>
                      <a:gd name="T10" fmla="*/ 0 w 1152"/>
                      <a:gd name="T11" fmla="*/ 0 h 1152"/>
                      <a:gd name="T12" fmla="*/ 0 w 1152"/>
                      <a:gd name="T13" fmla="*/ 0 h 1152"/>
                      <a:gd name="T14" fmla="*/ 0 w 1152"/>
                      <a:gd name="T15" fmla="*/ 0 h 1152"/>
                      <a:gd name="T16" fmla="*/ 0 w 1152"/>
                      <a:gd name="T17" fmla="*/ 0 h 1152"/>
                      <a:gd name="T18" fmla="*/ 0 w 1152"/>
                      <a:gd name="T19" fmla="*/ 0 h 1152"/>
                      <a:gd name="T20" fmla="*/ 0 w 1152"/>
                      <a:gd name="T21" fmla="*/ 0 h 1152"/>
                      <a:gd name="T22" fmla="*/ 0 w 1152"/>
                      <a:gd name="T23" fmla="*/ 0 h 1152"/>
                      <a:gd name="T24" fmla="*/ 0 w 1152"/>
                      <a:gd name="T25" fmla="*/ 0 h 1152"/>
                      <a:gd name="T26" fmla="*/ 0 w 1152"/>
                      <a:gd name="T27" fmla="*/ 0 h 1152"/>
                      <a:gd name="T28" fmla="*/ 0 w 1152"/>
                      <a:gd name="T29" fmla="*/ 0 h 1152"/>
                      <a:gd name="T30" fmla="*/ 0 w 1152"/>
                      <a:gd name="T31" fmla="*/ 0 h 1152"/>
                      <a:gd name="T32" fmla="*/ 0 w 1152"/>
                      <a:gd name="T33" fmla="*/ 0 h 1152"/>
                      <a:gd name="T34" fmla="*/ 0 w 1152"/>
                      <a:gd name="T35" fmla="*/ 0 h 1152"/>
                      <a:gd name="T36" fmla="*/ 0 w 1152"/>
                      <a:gd name="T37" fmla="*/ 0 h 1152"/>
                      <a:gd name="T38" fmla="*/ 0 w 1152"/>
                      <a:gd name="T39" fmla="*/ 0 h 1152"/>
                      <a:gd name="T40" fmla="*/ 0 w 1152"/>
                      <a:gd name="T41" fmla="*/ 0 h 1152"/>
                      <a:gd name="T42" fmla="*/ 0 w 1152"/>
                      <a:gd name="T43" fmla="*/ 0 h 1152"/>
                      <a:gd name="T44" fmla="*/ 0 w 1152"/>
                      <a:gd name="T45" fmla="*/ 0 h 1152"/>
                      <a:gd name="T46" fmla="*/ 0 w 1152"/>
                      <a:gd name="T47" fmla="*/ 0 h 1152"/>
                      <a:gd name="T48" fmla="*/ 0 w 1152"/>
                      <a:gd name="T49" fmla="*/ 0 h 1152"/>
                      <a:gd name="T50" fmla="*/ 0 w 1152"/>
                      <a:gd name="T51" fmla="*/ 0 h 1152"/>
                      <a:gd name="T52" fmla="*/ 0 w 1152"/>
                      <a:gd name="T53" fmla="*/ 0 h 1152"/>
                      <a:gd name="T54" fmla="*/ 0 w 1152"/>
                      <a:gd name="T55" fmla="*/ 0 h 1152"/>
                      <a:gd name="T56" fmla="*/ 0 w 1152"/>
                      <a:gd name="T57" fmla="*/ 0 h 1152"/>
                      <a:gd name="T58" fmla="*/ 0 w 1152"/>
                      <a:gd name="T59" fmla="*/ 0 h 1152"/>
                      <a:gd name="T60" fmla="*/ 0 w 1152"/>
                      <a:gd name="T61" fmla="*/ 0 h 1152"/>
                      <a:gd name="T62" fmla="*/ 0 w 1152"/>
                      <a:gd name="T63" fmla="*/ 0 h 1152"/>
                      <a:gd name="T64" fmla="*/ 0 w 1152"/>
                      <a:gd name="T65" fmla="*/ 0 h 1152"/>
                      <a:gd name="T66" fmla="*/ 0 w 1152"/>
                      <a:gd name="T67" fmla="*/ 0 h 1152"/>
                      <a:gd name="T68" fmla="*/ 0 w 1152"/>
                      <a:gd name="T69" fmla="*/ 0 h 1152"/>
                      <a:gd name="T70" fmla="*/ 0 w 1152"/>
                      <a:gd name="T71" fmla="*/ 0 h 1152"/>
                      <a:gd name="T72" fmla="*/ 0 w 1152"/>
                      <a:gd name="T73" fmla="*/ 0 h 1152"/>
                      <a:gd name="T74" fmla="*/ 0 w 1152"/>
                      <a:gd name="T75" fmla="*/ 0 h 1152"/>
                      <a:gd name="T76" fmla="*/ 0 w 1152"/>
                      <a:gd name="T77" fmla="*/ 0 h 1152"/>
                      <a:gd name="T78" fmla="*/ 0 w 1152"/>
                      <a:gd name="T79" fmla="*/ 0 h 1152"/>
                      <a:gd name="T80" fmla="*/ 0 w 1152"/>
                      <a:gd name="T81" fmla="*/ 0 h 1152"/>
                      <a:gd name="T82" fmla="*/ 0 w 1152"/>
                      <a:gd name="T83" fmla="*/ 0 h 1152"/>
                      <a:gd name="T84" fmla="*/ 0 w 1152"/>
                      <a:gd name="T85" fmla="*/ 0 h 11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52"/>
                      <a:gd name="T130" fmla="*/ 0 h 1152"/>
                      <a:gd name="T131" fmla="*/ 1152 w 1152"/>
                      <a:gd name="T132" fmla="*/ 1152 h 115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52" h="1152">
                        <a:moveTo>
                          <a:pt x="575" y="0"/>
                        </a:moveTo>
                        <a:lnTo>
                          <a:pt x="605" y="1"/>
                        </a:lnTo>
                        <a:lnTo>
                          <a:pt x="634" y="3"/>
                        </a:lnTo>
                        <a:lnTo>
                          <a:pt x="664" y="6"/>
                        </a:lnTo>
                        <a:lnTo>
                          <a:pt x="692" y="12"/>
                        </a:lnTo>
                        <a:lnTo>
                          <a:pt x="719" y="18"/>
                        </a:lnTo>
                        <a:lnTo>
                          <a:pt x="746" y="26"/>
                        </a:lnTo>
                        <a:lnTo>
                          <a:pt x="774" y="35"/>
                        </a:lnTo>
                        <a:lnTo>
                          <a:pt x="800" y="46"/>
                        </a:lnTo>
                        <a:lnTo>
                          <a:pt x="825" y="57"/>
                        </a:lnTo>
                        <a:lnTo>
                          <a:pt x="850" y="70"/>
                        </a:lnTo>
                        <a:lnTo>
                          <a:pt x="874" y="84"/>
                        </a:lnTo>
                        <a:lnTo>
                          <a:pt x="897" y="99"/>
                        </a:lnTo>
                        <a:lnTo>
                          <a:pt x="920" y="114"/>
                        </a:lnTo>
                        <a:lnTo>
                          <a:pt x="942" y="132"/>
                        </a:lnTo>
                        <a:lnTo>
                          <a:pt x="962" y="150"/>
                        </a:lnTo>
                        <a:lnTo>
                          <a:pt x="983" y="169"/>
                        </a:lnTo>
                        <a:lnTo>
                          <a:pt x="1002" y="190"/>
                        </a:lnTo>
                        <a:lnTo>
                          <a:pt x="1020" y="210"/>
                        </a:lnTo>
                        <a:lnTo>
                          <a:pt x="1038" y="232"/>
                        </a:lnTo>
                        <a:lnTo>
                          <a:pt x="1053" y="255"/>
                        </a:lnTo>
                        <a:lnTo>
                          <a:pt x="1068" y="278"/>
                        </a:lnTo>
                        <a:lnTo>
                          <a:pt x="1082" y="302"/>
                        </a:lnTo>
                        <a:lnTo>
                          <a:pt x="1094" y="327"/>
                        </a:lnTo>
                        <a:lnTo>
                          <a:pt x="1106" y="352"/>
                        </a:lnTo>
                        <a:lnTo>
                          <a:pt x="1117" y="378"/>
                        </a:lnTo>
                        <a:lnTo>
                          <a:pt x="1126" y="405"/>
                        </a:lnTo>
                        <a:lnTo>
                          <a:pt x="1133" y="433"/>
                        </a:lnTo>
                        <a:lnTo>
                          <a:pt x="1140" y="460"/>
                        </a:lnTo>
                        <a:lnTo>
                          <a:pt x="1145" y="488"/>
                        </a:lnTo>
                        <a:lnTo>
                          <a:pt x="1149" y="518"/>
                        </a:lnTo>
                        <a:lnTo>
                          <a:pt x="1151" y="547"/>
                        </a:lnTo>
                        <a:lnTo>
                          <a:pt x="1152" y="576"/>
                        </a:lnTo>
                        <a:lnTo>
                          <a:pt x="1151" y="606"/>
                        </a:lnTo>
                        <a:lnTo>
                          <a:pt x="1149" y="635"/>
                        </a:lnTo>
                        <a:lnTo>
                          <a:pt x="1145" y="664"/>
                        </a:lnTo>
                        <a:lnTo>
                          <a:pt x="1140" y="692"/>
                        </a:lnTo>
                        <a:lnTo>
                          <a:pt x="1133" y="720"/>
                        </a:lnTo>
                        <a:lnTo>
                          <a:pt x="1126" y="748"/>
                        </a:lnTo>
                        <a:lnTo>
                          <a:pt x="1117" y="774"/>
                        </a:lnTo>
                        <a:lnTo>
                          <a:pt x="1106" y="800"/>
                        </a:lnTo>
                        <a:lnTo>
                          <a:pt x="1094" y="826"/>
                        </a:lnTo>
                        <a:lnTo>
                          <a:pt x="1082" y="850"/>
                        </a:lnTo>
                        <a:lnTo>
                          <a:pt x="1068" y="874"/>
                        </a:lnTo>
                        <a:lnTo>
                          <a:pt x="1053" y="898"/>
                        </a:lnTo>
                        <a:lnTo>
                          <a:pt x="1038" y="921"/>
                        </a:lnTo>
                        <a:lnTo>
                          <a:pt x="1020" y="943"/>
                        </a:lnTo>
                        <a:lnTo>
                          <a:pt x="1002" y="963"/>
                        </a:lnTo>
                        <a:lnTo>
                          <a:pt x="983" y="983"/>
                        </a:lnTo>
                        <a:lnTo>
                          <a:pt x="962" y="1003"/>
                        </a:lnTo>
                        <a:lnTo>
                          <a:pt x="942" y="1020"/>
                        </a:lnTo>
                        <a:lnTo>
                          <a:pt x="920" y="1037"/>
                        </a:lnTo>
                        <a:lnTo>
                          <a:pt x="897" y="1054"/>
                        </a:lnTo>
                        <a:lnTo>
                          <a:pt x="874" y="1068"/>
                        </a:lnTo>
                        <a:lnTo>
                          <a:pt x="850" y="1082"/>
                        </a:lnTo>
                        <a:lnTo>
                          <a:pt x="825" y="1095"/>
                        </a:lnTo>
                        <a:lnTo>
                          <a:pt x="800" y="1106"/>
                        </a:lnTo>
                        <a:lnTo>
                          <a:pt x="774" y="1117"/>
                        </a:lnTo>
                        <a:lnTo>
                          <a:pt x="746" y="1126"/>
                        </a:lnTo>
                        <a:lnTo>
                          <a:pt x="719" y="1133"/>
                        </a:lnTo>
                        <a:lnTo>
                          <a:pt x="692" y="1140"/>
                        </a:lnTo>
                        <a:lnTo>
                          <a:pt x="664" y="1145"/>
                        </a:lnTo>
                        <a:lnTo>
                          <a:pt x="634" y="1149"/>
                        </a:lnTo>
                        <a:lnTo>
                          <a:pt x="605" y="1151"/>
                        </a:lnTo>
                        <a:lnTo>
                          <a:pt x="575" y="1152"/>
                        </a:lnTo>
                        <a:lnTo>
                          <a:pt x="546" y="1151"/>
                        </a:lnTo>
                        <a:lnTo>
                          <a:pt x="516" y="1149"/>
                        </a:lnTo>
                        <a:lnTo>
                          <a:pt x="488" y="1145"/>
                        </a:lnTo>
                        <a:lnTo>
                          <a:pt x="460" y="1140"/>
                        </a:lnTo>
                        <a:lnTo>
                          <a:pt x="431" y="1133"/>
                        </a:lnTo>
                        <a:lnTo>
                          <a:pt x="404" y="1126"/>
                        </a:lnTo>
                        <a:lnTo>
                          <a:pt x="378" y="1117"/>
                        </a:lnTo>
                        <a:lnTo>
                          <a:pt x="352" y="1106"/>
                        </a:lnTo>
                        <a:lnTo>
                          <a:pt x="326" y="1095"/>
                        </a:lnTo>
                        <a:lnTo>
                          <a:pt x="302" y="1082"/>
                        </a:lnTo>
                        <a:lnTo>
                          <a:pt x="278" y="1068"/>
                        </a:lnTo>
                        <a:lnTo>
                          <a:pt x="254" y="1054"/>
                        </a:lnTo>
                        <a:lnTo>
                          <a:pt x="231" y="1037"/>
                        </a:lnTo>
                        <a:lnTo>
                          <a:pt x="209" y="1020"/>
                        </a:lnTo>
                        <a:lnTo>
                          <a:pt x="188" y="1003"/>
                        </a:lnTo>
                        <a:lnTo>
                          <a:pt x="169" y="983"/>
                        </a:lnTo>
                        <a:lnTo>
                          <a:pt x="149" y="963"/>
                        </a:lnTo>
                        <a:lnTo>
                          <a:pt x="132" y="943"/>
                        </a:lnTo>
                        <a:lnTo>
                          <a:pt x="114" y="921"/>
                        </a:lnTo>
                        <a:lnTo>
                          <a:pt x="98" y="898"/>
                        </a:lnTo>
                        <a:lnTo>
                          <a:pt x="83" y="874"/>
                        </a:lnTo>
                        <a:lnTo>
                          <a:pt x="70" y="850"/>
                        </a:lnTo>
                        <a:lnTo>
                          <a:pt x="56" y="826"/>
                        </a:lnTo>
                        <a:lnTo>
                          <a:pt x="44" y="800"/>
                        </a:lnTo>
                        <a:lnTo>
                          <a:pt x="35" y="774"/>
                        </a:lnTo>
                        <a:lnTo>
                          <a:pt x="26" y="748"/>
                        </a:lnTo>
                        <a:lnTo>
                          <a:pt x="18" y="720"/>
                        </a:lnTo>
                        <a:lnTo>
                          <a:pt x="12" y="692"/>
                        </a:lnTo>
                        <a:lnTo>
                          <a:pt x="6" y="664"/>
                        </a:lnTo>
                        <a:lnTo>
                          <a:pt x="3" y="635"/>
                        </a:lnTo>
                        <a:lnTo>
                          <a:pt x="1" y="606"/>
                        </a:lnTo>
                        <a:lnTo>
                          <a:pt x="0" y="576"/>
                        </a:lnTo>
                        <a:lnTo>
                          <a:pt x="1" y="547"/>
                        </a:lnTo>
                        <a:lnTo>
                          <a:pt x="3" y="518"/>
                        </a:lnTo>
                        <a:lnTo>
                          <a:pt x="6" y="488"/>
                        </a:lnTo>
                        <a:lnTo>
                          <a:pt x="12" y="460"/>
                        </a:lnTo>
                        <a:lnTo>
                          <a:pt x="18" y="433"/>
                        </a:lnTo>
                        <a:lnTo>
                          <a:pt x="26" y="405"/>
                        </a:lnTo>
                        <a:lnTo>
                          <a:pt x="35" y="378"/>
                        </a:lnTo>
                        <a:lnTo>
                          <a:pt x="44" y="352"/>
                        </a:lnTo>
                        <a:lnTo>
                          <a:pt x="56" y="327"/>
                        </a:lnTo>
                        <a:lnTo>
                          <a:pt x="70" y="302"/>
                        </a:lnTo>
                        <a:lnTo>
                          <a:pt x="83" y="278"/>
                        </a:lnTo>
                        <a:lnTo>
                          <a:pt x="98" y="255"/>
                        </a:lnTo>
                        <a:lnTo>
                          <a:pt x="114" y="232"/>
                        </a:lnTo>
                        <a:lnTo>
                          <a:pt x="132" y="210"/>
                        </a:lnTo>
                        <a:lnTo>
                          <a:pt x="149" y="190"/>
                        </a:lnTo>
                        <a:lnTo>
                          <a:pt x="169" y="169"/>
                        </a:lnTo>
                        <a:lnTo>
                          <a:pt x="188" y="150"/>
                        </a:lnTo>
                        <a:lnTo>
                          <a:pt x="209" y="132"/>
                        </a:lnTo>
                        <a:lnTo>
                          <a:pt x="231" y="114"/>
                        </a:lnTo>
                        <a:lnTo>
                          <a:pt x="254" y="99"/>
                        </a:lnTo>
                        <a:lnTo>
                          <a:pt x="278" y="84"/>
                        </a:lnTo>
                        <a:lnTo>
                          <a:pt x="302" y="70"/>
                        </a:lnTo>
                        <a:lnTo>
                          <a:pt x="326" y="57"/>
                        </a:lnTo>
                        <a:lnTo>
                          <a:pt x="352" y="46"/>
                        </a:lnTo>
                        <a:lnTo>
                          <a:pt x="378" y="35"/>
                        </a:lnTo>
                        <a:lnTo>
                          <a:pt x="404" y="26"/>
                        </a:lnTo>
                        <a:lnTo>
                          <a:pt x="431" y="18"/>
                        </a:lnTo>
                        <a:lnTo>
                          <a:pt x="460" y="12"/>
                        </a:lnTo>
                        <a:lnTo>
                          <a:pt x="488" y="6"/>
                        </a:lnTo>
                        <a:lnTo>
                          <a:pt x="516" y="3"/>
                        </a:lnTo>
                        <a:lnTo>
                          <a:pt x="546" y="1"/>
                        </a:lnTo>
                        <a:lnTo>
                          <a:pt x="575" y="0"/>
                        </a:lnTo>
                        <a:close/>
                      </a:path>
                    </a:pathLst>
                  </a:custGeom>
                  <a:solidFill>
                    <a:srgbClr val="DC2B19"/>
                  </a:solidFill>
                  <a:ln>
                    <a:noFill/>
                  </a:ln>
                </p:spPr>
                <p:txBody>
                  <a:bodyPr/>
                  <a:lstStyle/>
                  <a:p>
                    <a:pPr>
                      <a:defRPr/>
                    </a:pPr>
                    <a:endParaRPr lang="en-US" sz="1050">
                      <a:latin typeface="+mj-lt"/>
                    </a:endParaRPr>
                  </a:p>
                </p:txBody>
              </p:sp>
              <p:sp>
                <p:nvSpPr>
                  <p:cNvPr id="41733" name="Freeform 137">
                    <a:extLst>
                      <a:ext uri="{FF2B5EF4-FFF2-40B4-BE49-F238E27FC236}">
                        <a16:creationId xmlns="" xmlns:a16="http://schemas.microsoft.com/office/drawing/2014/main" id="{73F4A7BF-0904-C512-ED52-FE195896CE98}"/>
                      </a:ext>
                    </a:extLst>
                  </p:cNvPr>
                  <p:cNvSpPr>
                    <a:spLocks/>
                  </p:cNvSpPr>
                  <p:nvPr/>
                </p:nvSpPr>
                <p:spPr bwMode="auto">
                  <a:xfrm>
                    <a:off x="5445" y="1257"/>
                    <a:ext cx="21" cy="23"/>
                  </a:xfrm>
                  <a:custGeom>
                    <a:avLst/>
                    <a:gdLst>
                      <a:gd name="T0" fmla="*/ 0 w 654"/>
                      <a:gd name="T1" fmla="*/ 0 h 653"/>
                      <a:gd name="T2" fmla="*/ 0 w 654"/>
                      <a:gd name="T3" fmla="*/ 0 h 653"/>
                      <a:gd name="T4" fmla="*/ 0 w 654"/>
                      <a:gd name="T5" fmla="*/ 0 h 653"/>
                      <a:gd name="T6" fmla="*/ 0 w 654"/>
                      <a:gd name="T7" fmla="*/ 0 h 653"/>
                      <a:gd name="T8" fmla="*/ 0 w 654"/>
                      <a:gd name="T9" fmla="*/ 0 h 653"/>
                      <a:gd name="T10" fmla="*/ 0 w 654"/>
                      <a:gd name="T11" fmla="*/ 0 h 653"/>
                      <a:gd name="T12" fmla="*/ 0 w 654"/>
                      <a:gd name="T13" fmla="*/ 0 h 653"/>
                      <a:gd name="T14" fmla="*/ 0 w 654"/>
                      <a:gd name="T15" fmla="*/ 0 h 653"/>
                      <a:gd name="T16" fmla="*/ 0 w 654"/>
                      <a:gd name="T17" fmla="*/ 0 h 653"/>
                      <a:gd name="T18" fmla="*/ 0 w 654"/>
                      <a:gd name="T19" fmla="*/ 0 h 653"/>
                      <a:gd name="T20" fmla="*/ 0 w 654"/>
                      <a:gd name="T21" fmla="*/ 0 h 653"/>
                      <a:gd name="T22" fmla="*/ 0 w 654"/>
                      <a:gd name="T23" fmla="*/ 0 h 653"/>
                      <a:gd name="T24" fmla="*/ 0 w 654"/>
                      <a:gd name="T25" fmla="*/ 0 h 653"/>
                      <a:gd name="T26" fmla="*/ 0 w 654"/>
                      <a:gd name="T27" fmla="*/ 0 h 653"/>
                      <a:gd name="T28" fmla="*/ 0 w 654"/>
                      <a:gd name="T29" fmla="*/ 0 h 653"/>
                      <a:gd name="T30" fmla="*/ 0 w 654"/>
                      <a:gd name="T31" fmla="*/ 0 h 653"/>
                      <a:gd name="T32" fmla="*/ 0 w 654"/>
                      <a:gd name="T33" fmla="*/ 0 h 653"/>
                      <a:gd name="T34" fmla="*/ 0 w 654"/>
                      <a:gd name="T35" fmla="*/ 0 h 653"/>
                      <a:gd name="T36" fmla="*/ 0 w 654"/>
                      <a:gd name="T37" fmla="*/ 0 h 653"/>
                      <a:gd name="T38" fmla="*/ 0 w 654"/>
                      <a:gd name="T39" fmla="*/ 0 h 653"/>
                      <a:gd name="T40" fmla="*/ 0 w 654"/>
                      <a:gd name="T41" fmla="*/ 0 h 653"/>
                      <a:gd name="T42" fmla="*/ 0 w 654"/>
                      <a:gd name="T43" fmla="*/ 0 h 653"/>
                      <a:gd name="T44" fmla="*/ 0 w 654"/>
                      <a:gd name="T45" fmla="*/ 0 h 653"/>
                      <a:gd name="T46" fmla="*/ 0 w 654"/>
                      <a:gd name="T47" fmla="*/ 0 h 653"/>
                      <a:gd name="T48" fmla="*/ 0 w 654"/>
                      <a:gd name="T49" fmla="*/ 0 h 653"/>
                      <a:gd name="T50" fmla="*/ 0 w 654"/>
                      <a:gd name="T51" fmla="*/ 0 h 653"/>
                      <a:gd name="T52" fmla="*/ 0 w 654"/>
                      <a:gd name="T53" fmla="*/ 0 h 653"/>
                      <a:gd name="T54" fmla="*/ 0 w 654"/>
                      <a:gd name="T55" fmla="*/ 0 h 653"/>
                      <a:gd name="T56" fmla="*/ 0 w 654"/>
                      <a:gd name="T57" fmla="*/ 0 h 653"/>
                      <a:gd name="T58" fmla="*/ 0 w 654"/>
                      <a:gd name="T59" fmla="*/ 0 h 653"/>
                      <a:gd name="T60" fmla="*/ 0 w 654"/>
                      <a:gd name="T61" fmla="*/ 0 h 653"/>
                      <a:gd name="T62" fmla="*/ 0 w 654"/>
                      <a:gd name="T63" fmla="*/ 0 h 653"/>
                      <a:gd name="T64" fmla="*/ 0 w 654"/>
                      <a:gd name="T65" fmla="*/ 0 h 653"/>
                      <a:gd name="T66" fmla="*/ 0 w 654"/>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3"/>
                      <a:gd name="T104" fmla="*/ 654 w 654"/>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3">
                        <a:moveTo>
                          <a:pt x="654" y="653"/>
                        </a:moveTo>
                        <a:lnTo>
                          <a:pt x="654" y="653"/>
                        </a:lnTo>
                        <a:lnTo>
                          <a:pt x="653" y="620"/>
                        </a:lnTo>
                        <a:lnTo>
                          <a:pt x="651" y="587"/>
                        </a:lnTo>
                        <a:lnTo>
                          <a:pt x="647" y="554"/>
                        </a:lnTo>
                        <a:lnTo>
                          <a:pt x="640" y="522"/>
                        </a:lnTo>
                        <a:lnTo>
                          <a:pt x="634" y="490"/>
                        </a:lnTo>
                        <a:lnTo>
                          <a:pt x="625" y="459"/>
                        </a:lnTo>
                        <a:lnTo>
                          <a:pt x="614" y="429"/>
                        </a:lnTo>
                        <a:lnTo>
                          <a:pt x="602" y="400"/>
                        </a:lnTo>
                        <a:lnTo>
                          <a:pt x="589" y="370"/>
                        </a:lnTo>
                        <a:lnTo>
                          <a:pt x="575" y="342"/>
                        </a:lnTo>
                        <a:lnTo>
                          <a:pt x="560" y="315"/>
                        </a:lnTo>
                        <a:lnTo>
                          <a:pt x="542" y="288"/>
                        </a:lnTo>
                        <a:lnTo>
                          <a:pt x="524" y="262"/>
                        </a:lnTo>
                        <a:lnTo>
                          <a:pt x="505" y="238"/>
                        </a:lnTo>
                        <a:lnTo>
                          <a:pt x="484" y="214"/>
                        </a:lnTo>
                        <a:lnTo>
                          <a:pt x="463" y="191"/>
                        </a:lnTo>
                        <a:lnTo>
                          <a:pt x="440" y="170"/>
                        </a:lnTo>
                        <a:lnTo>
                          <a:pt x="416" y="149"/>
                        </a:lnTo>
                        <a:lnTo>
                          <a:pt x="392" y="130"/>
                        </a:lnTo>
                        <a:lnTo>
                          <a:pt x="366" y="112"/>
                        </a:lnTo>
                        <a:lnTo>
                          <a:pt x="339" y="94"/>
                        </a:lnTo>
                        <a:lnTo>
                          <a:pt x="312" y="79"/>
                        </a:lnTo>
                        <a:lnTo>
                          <a:pt x="284" y="65"/>
                        </a:lnTo>
                        <a:lnTo>
                          <a:pt x="254" y="52"/>
                        </a:lnTo>
                        <a:lnTo>
                          <a:pt x="225" y="40"/>
                        </a:lnTo>
                        <a:lnTo>
                          <a:pt x="194" y="29"/>
                        </a:lnTo>
                        <a:lnTo>
                          <a:pt x="164" y="20"/>
                        </a:lnTo>
                        <a:lnTo>
                          <a:pt x="132" y="13"/>
                        </a:lnTo>
                        <a:lnTo>
                          <a:pt x="100" y="7"/>
                        </a:lnTo>
                        <a:lnTo>
                          <a:pt x="67" y="3"/>
                        </a:lnTo>
                        <a:lnTo>
                          <a:pt x="34" y="1"/>
                        </a:lnTo>
                        <a:lnTo>
                          <a:pt x="0" y="0"/>
                        </a:lnTo>
                        <a:lnTo>
                          <a:pt x="0" y="154"/>
                        </a:lnTo>
                        <a:lnTo>
                          <a:pt x="27" y="155"/>
                        </a:lnTo>
                        <a:lnTo>
                          <a:pt x="52" y="156"/>
                        </a:lnTo>
                        <a:lnTo>
                          <a:pt x="77" y="161"/>
                        </a:lnTo>
                        <a:lnTo>
                          <a:pt x="101" y="164"/>
                        </a:lnTo>
                        <a:lnTo>
                          <a:pt x="125" y="171"/>
                        </a:lnTo>
                        <a:lnTo>
                          <a:pt x="149" y="177"/>
                        </a:lnTo>
                        <a:lnTo>
                          <a:pt x="171" y="185"/>
                        </a:lnTo>
                        <a:lnTo>
                          <a:pt x="194" y="194"/>
                        </a:lnTo>
                        <a:lnTo>
                          <a:pt x="216" y="203"/>
                        </a:lnTo>
                        <a:lnTo>
                          <a:pt x="238" y="214"/>
                        </a:lnTo>
                        <a:lnTo>
                          <a:pt x="259" y="227"/>
                        </a:lnTo>
                        <a:lnTo>
                          <a:pt x="279" y="240"/>
                        </a:lnTo>
                        <a:lnTo>
                          <a:pt x="299" y="253"/>
                        </a:lnTo>
                        <a:lnTo>
                          <a:pt x="318" y="269"/>
                        </a:lnTo>
                        <a:lnTo>
                          <a:pt x="335" y="284"/>
                        </a:lnTo>
                        <a:lnTo>
                          <a:pt x="352" y="301"/>
                        </a:lnTo>
                        <a:lnTo>
                          <a:pt x="370" y="318"/>
                        </a:lnTo>
                        <a:lnTo>
                          <a:pt x="385" y="336"/>
                        </a:lnTo>
                        <a:lnTo>
                          <a:pt x="400" y="355"/>
                        </a:lnTo>
                        <a:lnTo>
                          <a:pt x="413" y="374"/>
                        </a:lnTo>
                        <a:lnTo>
                          <a:pt x="427" y="395"/>
                        </a:lnTo>
                        <a:lnTo>
                          <a:pt x="440" y="416"/>
                        </a:lnTo>
                        <a:lnTo>
                          <a:pt x="451" y="438"/>
                        </a:lnTo>
                        <a:lnTo>
                          <a:pt x="460" y="459"/>
                        </a:lnTo>
                        <a:lnTo>
                          <a:pt x="469" y="482"/>
                        </a:lnTo>
                        <a:lnTo>
                          <a:pt x="477" y="505"/>
                        </a:lnTo>
                        <a:lnTo>
                          <a:pt x="483" y="529"/>
                        </a:lnTo>
                        <a:lnTo>
                          <a:pt x="490" y="553"/>
                        </a:lnTo>
                        <a:lnTo>
                          <a:pt x="493" y="577"/>
                        </a:lnTo>
                        <a:lnTo>
                          <a:pt x="496" y="602"/>
                        </a:lnTo>
                        <a:lnTo>
                          <a:pt x="499" y="627"/>
                        </a:lnTo>
                        <a:lnTo>
                          <a:pt x="500" y="653"/>
                        </a:lnTo>
                        <a:lnTo>
                          <a:pt x="654" y="653"/>
                        </a:lnTo>
                        <a:close/>
                      </a:path>
                    </a:pathLst>
                  </a:custGeom>
                  <a:solidFill>
                    <a:srgbClr val="EF2B2F"/>
                  </a:solidFill>
                  <a:ln>
                    <a:noFill/>
                  </a:ln>
                </p:spPr>
                <p:txBody>
                  <a:bodyPr/>
                  <a:lstStyle/>
                  <a:p>
                    <a:pPr>
                      <a:defRPr/>
                    </a:pPr>
                    <a:endParaRPr lang="en-US" sz="1050">
                      <a:latin typeface="+mj-lt"/>
                    </a:endParaRPr>
                  </a:p>
                </p:txBody>
              </p:sp>
              <p:sp>
                <p:nvSpPr>
                  <p:cNvPr id="41734" name="Freeform 138">
                    <a:extLst>
                      <a:ext uri="{FF2B5EF4-FFF2-40B4-BE49-F238E27FC236}">
                        <a16:creationId xmlns="" xmlns:a16="http://schemas.microsoft.com/office/drawing/2014/main" id="{FDD630F4-E6CD-6846-8DC8-9DD5D171DD2D}"/>
                      </a:ext>
                    </a:extLst>
                  </p:cNvPr>
                  <p:cNvSpPr>
                    <a:spLocks/>
                  </p:cNvSpPr>
                  <p:nvPr/>
                </p:nvSpPr>
                <p:spPr bwMode="auto">
                  <a:xfrm>
                    <a:off x="5445" y="1279"/>
                    <a:ext cx="21" cy="25"/>
                  </a:xfrm>
                  <a:custGeom>
                    <a:avLst/>
                    <a:gdLst>
                      <a:gd name="T0" fmla="*/ 0 w 654"/>
                      <a:gd name="T1" fmla="*/ 0 h 653"/>
                      <a:gd name="T2" fmla="*/ 0 w 654"/>
                      <a:gd name="T3" fmla="*/ 0 h 653"/>
                      <a:gd name="T4" fmla="*/ 0 w 654"/>
                      <a:gd name="T5" fmla="*/ 0 h 653"/>
                      <a:gd name="T6" fmla="*/ 0 w 654"/>
                      <a:gd name="T7" fmla="*/ 0 h 653"/>
                      <a:gd name="T8" fmla="*/ 0 w 654"/>
                      <a:gd name="T9" fmla="*/ 0 h 653"/>
                      <a:gd name="T10" fmla="*/ 0 w 654"/>
                      <a:gd name="T11" fmla="*/ 0 h 653"/>
                      <a:gd name="T12" fmla="*/ 0 w 654"/>
                      <a:gd name="T13" fmla="*/ 0 h 653"/>
                      <a:gd name="T14" fmla="*/ 0 w 654"/>
                      <a:gd name="T15" fmla="*/ 0 h 653"/>
                      <a:gd name="T16" fmla="*/ 0 w 654"/>
                      <a:gd name="T17" fmla="*/ 0 h 653"/>
                      <a:gd name="T18" fmla="*/ 0 w 654"/>
                      <a:gd name="T19" fmla="*/ 0 h 653"/>
                      <a:gd name="T20" fmla="*/ 0 w 654"/>
                      <a:gd name="T21" fmla="*/ 0 h 653"/>
                      <a:gd name="T22" fmla="*/ 0 w 654"/>
                      <a:gd name="T23" fmla="*/ 0 h 653"/>
                      <a:gd name="T24" fmla="*/ 0 w 654"/>
                      <a:gd name="T25" fmla="*/ 0 h 653"/>
                      <a:gd name="T26" fmla="*/ 0 w 654"/>
                      <a:gd name="T27" fmla="*/ 0 h 653"/>
                      <a:gd name="T28" fmla="*/ 0 w 654"/>
                      <a:gd name="T29" fmla="*/ 0 h 653"/>
                      <a:gd name="T30" fmla="*/ 0 w 654"/>
                      <a:gd name="T31" fmla="*/ 0 h 653"/>
                      <a:gd name="T32" fmla="*/ 0 w 654"/>
                      <a:gd name="T33" fmla="*/ 0 h 653"/>
                      <a:gd name="T34" fmla="*/ 0 w 654"/>
                      <a:gd name="T35" fmla="*/ 0 h 653"/>
                      <a:gd name="T36" fmla="*/ 0 w 654"/>
                      <a:gd name="T37" fmla="*/ 0 h 653"/>
                      <a:gd name="T38" fmla="*/ 0 w 654"/>
                      <a:gd name="T39" fmla="*/ 0 h 653"/>
                      <a:gd name="T40" fmla="*/ 0 w 654"/>
                      <a:gd name="T41" fmla="*/ 0 h 653"/>
                      <a:gd name="T42" fmla="*/ 0 w 654"/>
                      <a:gd name="T43" fmla="*/ 0 h 653"/>
                      <a:gd name="T44" fmla="*/ 0 w 654"/>
                      <a:gd name="T45" fmla="*/ 0 h 653"/>
                      <a:gd name="T46" fmla="*/ 0 w 654"/>
                      <a:gd name="T47" fmla="*/ 0 h 653"/>
                      <a:gd name="T48" fmla="*/ 0 w 654"/>
                      <a:gd name="T49" fmla="*/ 0 h 653"/>
                      <a:gd name="T50" fmla="*/ 0 w 654"/>
                      <a:gd name="T51" fmla="*/ 0 h 653"/>
                      <a:gd name="T52" fmla="*/ 0 w 654"/>
                      <a:gd name="T53" fmla="*/ 0 h 653"/>
                      <a:gd name="T54" fmla="*/ 0 w 654"/>
                      <a:gd name="T55" fmla="*/ 0 h 653"/>
                      <a:gd name="T56" fmla="*/ 0 w 654"/>
                      <a:gd name="T57" fmla="*/ 0 h 653"/>
                      <a:gd name="T58" fmla="*/ 0 w 654"/>
                      <a:gd name="T59" fmla="*/ 0 h 653"/>
                      <a:gd name="T60" fmla="*/ 0 w 654"/>
                      <a:gd name="T61" fmla="*/ 0 h 653"/>
                      <a:gd name="T62" fmla="*/ 0 w 654"/>
                      <a:gd name="T63" fmla="*/ 0 h 653"/>
                      <a:gd name="T64" fmla="*/ 0 w 654"/>
                      <a:gd name="T65" fmla="*/ 0 h 653"/>
                      <a:gd name="T66" fmla="*/ 0 w 654"/>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3"/>
                      <a:gd name="T104" fmla="*/ 654 w 654"/>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3">
                        <a:moveTo>
                          <a:pt x="0" y="653"/>
                        </a:moveTo>
                        <a:lnTo>
                          <a:pt x="0" y="653"/>
                        </a:lnTo>
                        <a:lnTo>
                          <a:pt x="34" y="652"/>
                        </a:lnTo>
                        <a:lnTo>
                          <a:pt x="67" y="650"/>
                        </a:lnTo>
                        <a:lnTo>
                          <a:pt x="100" y="646"/>
                        </a:lnTo>
                        <a:lnTo>
                          <a:pt x="132" y="640"/>
                        </a:lnTo>
                        <a:lnTo>
                          <a:pt x="164" y="633"/>
                        </a:lnTo>
                        <a:lnTo>
                          <a:pt x="194" y="624"/>
                        </a:lnTo>
                        <a:lnTo>
                          <a:pt x="225" y="614"/>
                        </a:lnTo>
                        <a:lnTo>
                          <a:pt x="254" y="602"/>
                        </a:lnTo>
                        <a:lnTo>
                          <a:pt x="284" y="589"/>
                        </a:lnTo>
                        <a:lnTo>
                          <a:pt x="312" y="574"/>
                        </a:lnTo>
                        <a:lnTo>
                          <a:pt x="339" y="558"/>
                        </a:lnTo>
                        <a:lnTo>
                          <a:pt x="366" y="542"/>
                        </a:lnTo>
                        <a:lnTo>
                          <a:pt x="392" y="524"/>
                        </a:lnTo>
                        <a:lnTo>
                          <a:pt x="416" y="504"/>
                        </a:lnTo>
                        <a:lnTo>
                          <a:pt x="440" y="483"/>
                        </a:lnTo>
                        <a:lnTo>
                          <a:pt x="463" y="461"/>
                        </a:lnTo>
                        <a:lnTo>
                          <a:pt x="484" y="440"/>
                        </a:lnTo>
                        <a:lnTo>
                          <a:pt x="505" y="416"/>
                        </a:lnTo>
                        <a:lnTo>
                          <a:pt x="524" y="391"/>
                        </a:lnTo>
                        <a:lnTo>
                          <a:pt x="542" y="366"/>
                        </a:lnTo>
                        <a:lnTo>
                          <a:pt x="560" y="338"/>
                        </a:lnTo>
                        <a:lnTo>
                          <a:pt x="575" y="311"/>
                        </a:lnTo>
                        <a:lnTo>
                          <a:pt x="589" y="283"/>
                        </a:lnTo>
                        <a:lnTo>
                          <a:pt x="602" y="254"/>
                        </a:lnTo>
                        <a:lnTo>
                          <a:pt x="614" y="225"/>
                        </a:lnTo>
                        <a:lnTo>
                          <a:pt x="625" y="194"/>
                        </a:lnTo>
                        <a:lnTo>
                          <a:pt x="634" y="163"/>
                        </a:lnTo>
                        <a:lnTo>
                          <a:pt x="640" y="131"/>
                        </a:lnTo>
                        <a:lnTo>
                          <a:pt x="647" y="100"/>
                        </a:lnTo>
                        <a:lnTo>
                          <a:pt x="651" y="67"/>
                        </a:lnTo>
                        <a:lnTo>
                          <a:pt x="653" y="34"/>
                        </a:lnTo>
                        <a:lnTo>
                          <a:pt x="654" y="0"/>
                        </a:lnTo>
                        <a:lnTo>
                          <a:pt x="500" y="0"/>
                        </a:lnTo>
                        <a:lnTo>
                          <a:pt x="499" y="26"/>
                        </a:lnTo>
                        <a:lnTo>
                          <a:pt x="496" y="52"/>
                        </a:lnTo>
                        <a:lnTo>
                          <a:pt x="493" y="77"/>
                        </a:lnTo>
                        <a:lnTo>
                          <a:pt x="490" y="101"/>
                        </a:lnTo>
                        <a:lnTo>
                          <a:pt x="483" y="125"/>
                        </a:lnTo>
                        <a:lnTo>
                          <a:pt x="477" y="149"/>
                        </a:lnTo>
                        <a:lnTo>
                          <a:pt x="469" y="172"/>
                        </a:lnTo>
                        <a:lnTo>
                          <a:pt x="460" y="193"/>
                        </a:lnTo>
                        <a:lnTo>
                          <a:pt x="451" y="216"/>
                        </a:lnTo>
                        <a:lnTo>
                          <a:pt x="440" y="237"/>
                        </a:lnTo>
                        <a:lnTo>
                          <a:pt x="427" y="258"/>
                        </a:lnTo>
                        <a:lnTo>
                          <a:pt x="413" y="278"/>
                        </a:lnTo>
                        <a:lnTo>
                          <a:pt x="400" y="298"/>
                        </a:lnTo>
                        <a:lnTo>
                          <a:pt x="385" y="316"/>
                        </a:lnTo>
                        <a:lnTo>
                          <a:pt x="370" y="335"/>
                        </a:lnTo>
                        <a:lnTo>
                          <a:pt x="352" y="352"/>
                        </a:lnTo>
                        <a:lnTo>
                          <a:pt x="335" y="369"/>
                        </a:lnTo>
                        <a:lnTo>
                          <a:pt x="318" y="384"/>
                        </a:lnTo>
                        <a:lnTo>
                          <a:pt x="299" y="399"/>
                        </a:lnTo>
                        <a:lnTo>
                          <a:pt x="279" y="413"/>
                        </a:lnTo>
                        <a:lnTo>
                          <a:pt x="259" y="427"/>
                        </a:lnTo>
                        <a:lnTo>
                          <a:pt x="238" y="439"/>
                        </a:lnTo>
                        <a:lnTo>
                          <a:pt x="216" y="449"/>
                        </a:lnTo>
                        <a:lnTo>
                          <a:pt x="194" y="459"/>
                        </a:lnTo>
                        <a:lnTo>
                          <a:pt x="171" y="468"/>
                        </a:lnTo>
                        <a:lnTo>
                          <a:pt x="149" y="476"/>
                        </a:lnTo>
                        <a:lnTo>
                          <a:pt x="126" y="483"/>
                        </a:lnTo>
                        <a:lnTo>
                          <a:pt x="101" y="489"/>
                        </a:lnTo>
                        <a:lnTo>
                          <a:pt x="77" y="493"/>
                        </a:lnTo>
                        <a:lnTo>
                          <a:pt x="52" y="496"/>
                        </a:lnTo>
                        <a:lnTo>
                          <a:pt x="27" y="498"/>
                        </a:lnTo>
                        <a:lnTo>
                          <a:pt x="0" y="498"/>
                        </a:lnTo>
                        <a:lnTo>
                          <a:pt x="0" y="653"/>
                        </a:lnTo>
                        <a:close/>
                      </a:path>
                    </a:pathLst>
                  </a:custGeom>
                  <a:solidFill>
                    <a:srgbClr val="EF2B2F"/>
                  </a:solidFill>
                  <a:ln>
                    <a:noFill/>
                  </a:ln>
                </p:spPr>
                <p:txBody>
                  <a:bodyPr/>
                  <a:lstStyle/>
                  <a:p>
                    <a:pPr>
                      <a:defRPr/>
                    </a:pPr>
                    <a:endParaRPr lang="en-US" sz="1050">
                      <a:latin typeface="+mj-lt"/>
                    </a:endParaRPr>
                  </a:p>
                </p:txBody>
              </p:sp>
              <p:sp>
                <p:nvSpPr>
                  <p:cNvPr id="41735" name="Freeform 139">
                    <a:extLst>
                      <a:ext uri="{FF2B5EF4-FFF2-40B4-BE49-F238E27FC236}">
                        <a16:creationId xmlns="" xmlns:a16="http://schemas.microsoft.com/office/drawing/2014/main" id="{6E43F82C-17D8-209B-D515-DAAF607609B5}"/>
                      </a:ext>
                    </a:extLst>
                  </p:cNvPr>
                  <p:cNvSpPr>
                    <a:spLocks/>
                  </p:cNvSpPr>
                  <p:nvPr/>
                </p:nvSpPr>
                <p:spPr bwMode="auto">
                  <a:xfrm>
                    <a:off x="5421" y="1279"/>
                    <a:ext cx="22" cy="25"/>
                  </a:xfrm>
                  <a:custGeom>
                    <a:avLst/>
                    <a:gdLst>
                      <a:gd name="T0" fmla="*/ 0 w 653"/>
                      <a:gd name="T1" fmla="*/ 0 h 653"/>
                      <a:gd name="T2" fmla="*/ 0 w 653"/>
                      <a:gd name="T3" fmla="*/ 0 h 653"/>
                      <a:gd name="T4" fmla="*/ 0 w 653"/>
                      <a:gd name="T5" fmla="*/ 0 h 653"/>
                      <a:gd name="T6" fmla="*/ 0 w 653"/>
                      <a:gd name="T7" fmla="*/ 0 h 653"/>
                      <a:gd name="T8" fmla="*/ 0 w 653"/>
                      <a:gd name="T9" fmla="*/ 0 h 653"/>
                      <a:gd name="T10" fmla="*/ 0 w 653"/>
                      <a:gd name="T11" fmla="*/ 0 h 653"/>
                      <a:gd name="T12" fmla="*/ 0 w 653"/>
                      <a:gd name="T13" fmla="*/ 0 h 653"/>
                      <a:gd name="T14" fmla="*/ 0 w 653"/>
                      <a:gd name="T15" fmla="*/ 0 h 653"/>
                      <a:gd name="T16" fmla="*/ 0 w 653"/>
                      <a:gd name="T17" fmla="*/ 0 h 653"/>
                      <a:gd name="T18" fmla="*/ 0 w 653"/>
                      <a:gd name="T19" fmla="*/ 0 h 653"/>
                      <a:gd name="T20" fmla="*/ 0 w 653"/>
                      <a:gd name="T21" fmla="*/ 0 h 653"/>
                      <a:gd name="T22" fmla="*/ 0 w 653"/>
                      <a:gd name="T23" fmla="*/ 0 h 653"/>
                      <a:gd name="T24" fmla="*/ 0 w 653"/>
                      <a:gd name="T25" fmla="*/ 0 h 653"/>
                      <a:gd name="T26" fmla="*/ 0 w 653"/>
                      <a:gd name="T27" fmla="*/ 0 h 653"/>
                      <a:gd name="T28" fmla="*/ 0 w 653"/>
                      <a:gd name="T29" fmla="*/ 0 h 653"/>
                      <a:gd name="T30" fmla="*/ 0 w 653"/>
                      <a:gd name="T31" fmla="*/ 0 h 653"/>
                      <a:gd name="T32" fmla="*/ 0 w 653"/>
                      <a:gd name="T33" fmla="*/ 0 h 653"/>
                      <a:gd name="T34" fmla="*/ 0 w 653"/>
                      <a:gd name="T35" fmla="*/ 0 h 653"/>
                      <a:gd name="T36" fmla="*/ 0 w 653"/>
                      <a:gd name="T37" fmla="*/ 0 h 653"/>
                      <a:gd name="T38" fmla="*/ 0 w 653"/>
                      <a:gd name="T39" fmla="*/ 0 h 653"/>
                      <a:gd name="T40" fmla="*/ 0 w 653"/>
                      <a:gd name="T41" fmla="*/ 0 h 653"/>
                      <a:gd name="T42" fmla="*/ 0 w 653"/>
                      <a:gd name="T43" fmla="*/ 0 h 653"/>
                      <a:gd name="T44" fmla="*/ 0 w 653"/>
                      <a:gd name="T45" fmla="*/ 0 h 653"/>
                      <a:gd name="T46" fmla="*/ 0 w 653"/>
                      <a:gd name="T47" fmla="*/ 0 h 653"/>
                      <a:gd name="T48" fmla="*/ 0 w 653"/>
                      <a:gd name="T49" fmla="*/ 0 h 653"/>
                      <a:gd name="T50" fmla="*/ 0 w 653"/>
                      <a:gd name="T51" fmla="*/ 0 h 653"/>
                      <a:gd name="T52" fmla="*/ 0 w 653"/>
                      <a:gd name="T53" fmla="*/ 0 h 653"/>
                      <a:gd name="T54" fmla="*/ 0 w 653"/>
                      <a:gd name="T55" fmla="*/ 0 h 653"/>
                      <a:gd name="T56" fmla="*/ 0 w 653"/>
                      <a:gd name="T57" fmla="*/ 0 h 653"/>
                      <a:gd name="T58" fmla="*/ 0 w 653"/>
                      <a:gd name="T59" fmla="*/ 0 h 653"/>
                      <a:gd name="T60" fmla="*/ 0 w 653"/>
                      <a:gd name="T61" fmla="*/ 0 h 653"/>
                      <a:gd name="T62" fmla="*/ 0 w 653"/>
                      <a:gd name="T63" fmla="*/ 0 h 653"/>
                      <a:gd name="T64" fmla="*/ 0 w 653"/>
                      <a:gd name="T65" fmla="*/ 0 h 653"/>
                      <a:gd name="T66" fmla="*/ 0 w 653"/>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3"/>
                      <a:gd name="T103" fmla="*/ 0 h 653"/>
                      <a:gd name="T104" fmla="*/ 653 w 653"/>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3" h="653">
                        <a:moveTo>
                          <a:pt x="0" y="0"/>
                        </a:moveTo>
                        <a:lnTo>
                          <a:pt x="0" y="0"/>
                        </a:lnTo>
                        <a:lnTo>
                          <a:pt x="1" y="33"/>
                        </a:lnTo>
                        <a:lnTo>
                          <a:pt x="4" y="67"/>
                        </a:lnTo>
                        <a:lnTo>
                          <a:pt x="8" y="100"/>
                        </a:lnTo>
                        <a:lnTo>
                          <a:pt x="13" y="131"/>
                        </a:lnTo>
                        <a:lnTo>
                          <a:pt x="21" y="163"/>
                        </a:lnTo>
                        <a:lnTo>
                          <a:pt x="30" y="194"/>
                        </a:lnTo>
                        <a:lnTo>
                          <a:pt x="40" y="225"/>
                        </a:lnTo>
                        <a:lnTo>
                          <a:pt x="52" y="254"/>
                        </a:lnTo>
                        <a:lnTo>
                          <a:pt x="65" y="283"/>
                        </a:lnTo>
                        <a:lnTo>
                          <a:pt x="80" y="311"/>
                        </a:lnTo>
                        <a:lnTo>
                          <a:pt x="95" y="338"/>
                        </a:lnTo>
                        <a:lnTo>
                          <a:pt x="112" y="366"/>
                        </a:lnTo>
                        <a:lnTo>
                          <a:pt x="130" y="391"/>
                        </a:lnTo>
                        <a:lnTo>
                          <a:pt x="150" y="416"/>
                        </a:lnTo>
                        <a:lnTo>
                          <a:pt x="170" y="440"/>
                        </a:lnTo>
                        <a:lnTo>
                          <a:pt x="192" y="461"/>
                        </a:lnTo>
                        <a:lnTo>
                          <a:pt x="214" y="483"/>
                        </a:lnTo>
                        <a:lnTo>
                          <a:pt x="238" y="504"/>
                        </a:lnTo>
                        <a:lnTo>
                          <a:pt x="263" y="524"/>
                        </a:lnTo>
                        <a:lnTo>
                          <a:pt x="288" y="542"/>
                        </a:lnTo>
                        <a:lnTo>
                          <a:pt x="315" y="558"/>
                        </a:lnTo>
                        <a:lnTo>
                          <a:pt x="343" y="574"/>
                        </a:lnTo>
                        <a:lnTo>
                          <a:pt x="371" y="589"/>
                        </a:lnTo>
                        <a:lnTo>
                          <a:pt x="399" y="602"/>
                        </a:lnTo>
                        <a:lnTo>
                          <a:pt x="429" y="614"/>
                        </a:lnTo>
                        <a:lnTo>
                          <a:pt x="459" y="624"/>
                        </a:lnTo>
                        <a:lnTo>
                          <a:pt x="491" y="633"/>
                        </a:lnTo>
                        <a:lnTo>
                          <a:pt x="523" y="640"/>
                        </a:lnTo>
                        <a:lnTo>
                          <a:pt x="554" y="646"/>
                        </a:lnTo>
                        <a:lnTo>
                          <a:pt x="587" y="650"/>
                        </a:lnTo>
                        <a:lnTo>
                          <a:pt x="621" y="652"/>
                        </a:lnTo>
                        <a:lnTo>
                          <a:pt x="653" y="653"/>
                        </a:lnTo>
                        <a:lnTo>
                          <a:pt x="653" y="498"/>
                        </a:lnTo>
                        <a:lnTo>
                          <a:pt x="627" y="498"/>
                        </a:lnTo>
                        <a:lnTo>
                          <a:pt x="602" y="496"/>
                        </a:lnTo>
                        <a:lnTo>
                          <a:pt x="578" y="493"/>
                        </a:lnTo>
                        <a:lnTo>
                          <a:pt x="553" y="489"/>
                        </a:lnTo>
                        <a:lnTo>
                          <a:pt x="529" y="483"/>
                        </a:lnTo>
                        <a:lnTo>
                          <a:pt x="505" y="476"/>
                        </a:lnTo>
                        <a:lnTo>
                          <a:pt x="482" y="468"/>
                        </a:lnTo>
                        <a:lnTo>
                          <a:pt x="460" y="459"/>
                        </a:lnTo>
                        <a:lnTo>
                          <a:pt x="437" y="449"/>
                        </a:lnTo>
                        <a:lnTo>
                          <a:pt x="417" y="439"/>
                        </a:lnTo>
                        <a:lnTo>
                          <a:pt x="395" y="427"/>
                        </a:lnTo>
                        <a:lnTo>
                          <a:pt x="375" y="413"/>
                        </a:lnTo>
                        <a:lnTo>
                          <a:pt x="356" y="399"/>
                        </a:lnTo>
                        <a:lnTo>
                          <a:pt x="337" y="384"/>
                        </a:lnTo>
                        <a:lnTo>
                          <a:pt x="319" y="369"/>
                        </a:lnTo>
                        <a:lnTo>
                          <a:pt x="301" y="352"/>
                        </a:lnTo>
                        <a:lnTo>
                          <a:pt x="285" y="335"/>
                        </a:lnTo>
                        <a:lnTo>
                          <a:pt x="269" y="316"/>
                        </a:lnTo>
                        <a:lnTo>
                          <a:pt x="254" y="298"/>
                        </a:lnTo>
                        <a:lnTo>
                          <a:pt x="240" y="278"/>
                        </a:lnTo>
                        <a:lnTo>
                          <a:pt x="227" y="258"/>
                        </a:lnTo>
                        <a:lnTo>
                          <a:pt x="215" y="237"/>
                        </a:lnTo>
                        <a:lnTo>
                          <a:pt x="204" y="216"/>
                        </a:lnTo>
                        <a:lnTo>
                          <a:pt x="194" y="193"/>
                        </a:lnTo>
                        <a:lnTo>
                          <a:pt x="186" y="172"/>
                        </a:lnTo>
                        <a:lnTo>
                          <a:pt x="177" y="149"/>
                        </a:lnTo>
                        <a:lnTo>
                          <a:pt x="170" y="125"/>
                        </a:lnTo>
                        <a:lnTo>
                          <a:pt x="165" y="101"/>
                        </a:lnTo>
                        <a:lnTo>
                          <a:pt x="161" y="77"/>
                        </a:lnTo>
                        <a:lnTo>
                          <a:pt x="157" y="52"/>
                        </a:lnTo>
                        <a:lnTo>
                          <a:pt x="155" y="27"/>
                        </a:lnTo>
                        <a:lnTo>
                          <a:pt x="155" y="0"/>
                        </a:lnTo>
                        <a:lnTo>
                          <a:pt x="0" y="0"/>
                        </a:lnTo>
                        <a:close/>
                      </a:path>
                    </a:pathLst>
                  </a:custGeom>
                  <a:solidFill>
                    <a:srgbClr val="EF2B2F"/>
                  </a:solidFill>
                  <a:ln>
                    <a:noFill/>
                  </a:ln>
                </p:spPr>
                <p:txBody>
                  <a:bodyPr/>
                  <a:lstStyle/>
                  <a:p>
                    <a:pPr>
                      <a:defRPr/>
                    </a:pPr>
                    <a:endParaRPr lang="en-US" sz="1050">
                      <a:latin typeface="+mj-lt"/>
                    </a:endParaRPr>
                  </a:p>
                </p:txBody>
              </p:sp>
              <p:sp>
                <p:nvSpPr>
                  <p:cNvPr id="41736" name="Freeform 140">
                    <a:extLst>
                      <a:ext uri="{FF2B5EF4-FFF2-40B4-BE49-F238E27FC236}">
                        <a16:creationId xmlns="" xmlns:a16="http://schemas.microsoft.com/office/drawing/2014/main" id="{E1543A91-0162-F860-E38D-9361E6AC6A64}"/>
                      </a:ext>
                    </a:extLst>
                  </p:cNvPr>
                  <p:cNvSpPr>
                    <a:spLocks/>
                  </p:cNvSpPr>
                  <p:nvPr/>
                </p:nvSpPr>
                <p:spPr bwMode="auto">
                  <a:xfrm>
                    <a:off x="5421" y="1257"/>
                    <a:ext cx="22" cy="23"/>
                  </a:xfrm>
                  <a:custGeom>
                    <a:avLst/>
                    <a:gdLst>
                      <a:gd name="T0" fmla="*/ 0 w 653"/>
                      <a:gd name="T1" fmla="*/ 0 h 653"/>
                      <a:gd name="T2" fmla="*/ 0 w 653"/>
                      <a:gd name="T3" fmla="*/ 0 h 653"/>
                      <a:gd name="T4" fmla="*/ 0 w 653"/>
                      <a:gd name="T5" fmla="*/ 0 h 653"/>
                      <a:gd name="T6" fmla="*/ 0 w 653"/>
                      <a:gd name="T7" fmla="*/ 0 h 653"/>
                      <a:gd name="T8" fmla="*/ 0 w 653"/>
                      <a:gd name="T9" fmla="*/ 0 h 653"/>
                      <a:gd name="T10" fmla="*/ 0 w 653"/>
                      <a:gd name="T11" fmla="*/ 0 h 653"/>
                      <a:gd name="T12" fmla="*/ 0 w 653"/>
                      <a:gd name="T13" fmla="*/ 0 h 653"/>
                      <a:gd name="T14" fmla="*/ 0 w 653"/>
                      <a:gd name="T15" fmla="*/ 0 h 653"/>
                      <a:gd name="T16" fmla="*/ 0 w 653"/>
                      <a:gd name="T17" fmla="*/ 0 h 653"/>
                      <a:gd name="T18" fmla="*/ 0 w 653"/>
                      <a:gd name="T19" fmla="*/ 0 h 653"/>
                      <a:gd name="T20" fmla="*/ 0 w 653"/>
                      <a:gd name="T21" fmla="*/ 0 h 653"/>
                      <a:gd name="T22" fmla="*/ 0 w 653"/>
                      <a:gd name="T23" fmla="*/ 0 h 653"/>
                      <a:gd name="T24" fmla="*/ 0 w 653"/>
                      <a:gd name="T25" fmla="*/ 0 h 653"/>
                      <a:gd name="T26" fmla="*/ 0 w 653"/>
                      <a:gd name="T27" fmla="*/ 0 h 653"/>
                      <a:gd name="T28" fmla="*/ 0 w 653"/>
                      <a:gd name="T29" fmla="*/ 0 h 653"/>
                      <a:gd name="T30" fmla="*/ 0 w 653"/>
                      <a:gd name="T31" fmla="*/ 0 h 653"/>
                      <a:gd name="T32" fmla="*/ 0 w 653"/>
                      <a:gd name="T33" fmla="*/ 0 h 653"/>
                      <a:gd name="T34" fmla="*/ 0 w 653"/>
                      <a:gd name="T35" fmla="*/ 0 h 653"/>
                      <a:gd name="T36" fmla="*/ 0 w 653"/>
                      <a:gd name="T37" fmla="*/ 0 h 653"/>
                      <a:gd name="T38" fmla="*/ 0 w 653"/>
                      <a:gd name="T39" fmla="*/ 0 h 653"/>
                      <a:gd name="T40" fmla="*/ 0 w 653"/>
                      <a:gd name="T41" fmla="*/ 0 h 653"/>
                      <a:gd name="T42" fmla="*/ 0 w 653"/>
                      <a:gd name="T43" fmla="*/ 0 h 653"/>
                      <a:gd name="T44" fmla="*/ 0 w 653"/>
                      <a:gd name="T45" fmla="*/ 0 h 653"/>
                      <a:gd name="T46" fmla="*/ 0 w 653"/>
                      <a:gd name="T47" fmla="*/ 0 h 653"/>
                      <a:gd name="T48" fmla="*/ 0 w 653"/>
                      <a:gd name="T49" fmla="*/ 0 h 653"/>
                      <a:gd name="T50" fmla="*/ 0 w 653"/>
                      <a:gd name="T51" fmla="*/ 0 h 653"/>
                      <a:gd name="T52" fmla="*/ 0 w 653"/>
                      <a:gd name="T53" fmla="*/ 0 h 653"/>
                      <a:gd name="T54" fmla="*/ 0 w 653"/>
                      <a:gd name="T55" fmla="*/ 0 h 653"/>
                      <a:gd name="T56" fmla="*/ 0 w 653"/>
                      <a:gd name="T57" fmla="*/ 0 h 653"/>
                      <a:gd name="T58" fmla="*/ 0 w 653"/>
                      <a:gd name="T59" fmla="*/ 0 h 653"/>
                      <a:gd name="T60" fmla="*/ 0 w 653"/>
                      <a:gd name="T61" fmla="*/ 0 h 653"/>
                      <a:gd name="T62" fmla="*/ 0 w 653"/>
                      <a:gd name="T63" fmla="*/ 0 h 653"/>
                      <a:gd name="T64" fmla="*/ 0 w 653"/>
                      <a:gd name="T65" fmla="*/ 0 h 653"/>
                      <a:gd name="T66" fmla="*/ 0 w 653"/>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3"/>
                      <a:gd name="T103" fmla="*/ 0 h 653"/>
                      <a:gd name="T104" fmla="*/ 653 w 653"/>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3" h="653">
                        <a:moveTo>
                          <a:pt x="653" y="0"/>
                        </a:moveTo>
                        <a:lnTo>
                          <a:pt x="653" y="0"/>
                        </a:lnTo>
                        <a:lnTo>
                          <a:pt x="621" y="1"/>
                        </a:lnTo>
                        <a:lnTo>
                          <a:pt x="587" y="3"/>
                        </a:lnTo>
                        <a:lnTo>
                          <a:pt x="554" y="7"/>
                        </a:lnTo>
                        <a:lnTo>
                          <a:pt x="523" y="13"/>
                        </a:lnTo>
                        <a:lnTo>
                          <a:pt x="491" y="20"/>
                        </a:lnTo>
                        <a:lnTo>
                          <a:pt x="459" y="29"/>
                        </a:lnTo>
                        <a:lnTo>
                          <a:pt x="429" y="40"/>
                        </a:lnTo>
                        <a:lnTo>
                          <a:pt x="399" y="52"/>
                        </a:lnTo>
                        <a:lnTo>
                          <a:pt x="371" y="65"/>
                        </a:lnTo>
                        <a:lnTo>
                          <a:pt x="343" y="79"/>
                        </a:lnTo>
                        <a:lnTo>
                          <a:pt x="315" y="94"/>
                        </a:lnTo>
                        <a:lnTo>
                          <a:pt x="288" y="112"/>
                        </a:lnTo>
                        <a:lnTo>
                          <a:pt x="263" y="130"/>
                        </a:lnTo>
                        <a:lnTo>
                          <a:pt x="238" y="149"/>
                        </a:lnTo>
                        <a:lnTo>
                          <a:pt x="214" y="170"/>
                        </a:lnTo>
                        <a:lnTo>
                          <a:pt x="192" y="191"/>
                        </a:lnTo>
                        <a:lnTo>
                          <a:pt x="170" y="214"/>
                        </a:lnTo>
                        <a:lnTo>
                          <a:pt x="150" y="238"/>
                        </a:lnTo>
                        <a:lnTo>
                          <a:pt x="130" y="262"/>
                        </a:lnTo>
                        <a:lnTo>
                          <a:pt x="112" y="288"/>
                        </a:lnTo>
                        <a:lnTo>
                          <a:pt x="95" y="315"/>
                        </a:lnTo>
                        <a:lnTo>
                          <a:pt x="80" y="342"/>
                        </a:lnTo>
                        <a:lnTo>
                          <a:pt x="65" y="370"/>
                        </a:lnTo>
                        <a:lnTo>
                          <a:pt x="52" y="400"/>
                        </a:lnTo>
                        <a:lnTo>
                          <a:pt x="40" y="429"/>
                        </a:lnTo>
                        <a:lnTo>
                          <a:pt x="30" y="459"/>
                        </a:lnTo>
                        <a:lnTo>
                          <a:pt x="21" y="490"/>
                        </a:lnTo>
                        <a:lnTo>
                          <a:pt x="13" y="522"/>
                        </a:lnTo>
                        <a:lnTo>
                          <a:pt x="8" y="554"/>
                        </a:lnTo>
                        <a:lnTo>
                          <a:pt x="4" y="587"/>
                        </a:lnTo>
                        <a:lnTo>
                          <a:pt x="1" y="620"/>
                        </a:lnTo>
                        <a:lnTo>
                          <a:pt x="0" y="653"/>
                        </a:lnTo>
                        <a:lnTo>
                          <a:pt x="155" y="653"/>
                        </a:lnTo>
                        <a:lnTo>
                          <a:pt x="155" y="627"/>
                        </a:lnTo>
                        <a:lnTo>
                          <a:pt x="157" y="602"/>
                        </a:lnTo>
                        <a:lnTo>
                          <a:pt x="161" y="577"/>
                        </a:lnTo>
                        <a:lnTo>
                          <a:pt x="165" y="553"/>
                        </a:lnTo>
                        <a:lnTo>
                          <a:pt x="170" y="528"/>
                        </a:lnTo>
                        <a:lnTo>
                          <a:pt x="177" y="505"/>
                        </a:lnTo>
                        <a:lnTo>
                          <a:pt x="186" y="482"/>
                        </a:lnTo>
                        <a:lnTo>
                          <a:pt x="194" y="459"/>
                        </a:lnTo>
                        <a:lnTo>
                          <a:pt x="204" y="438"/>
                        </a:lnTo>
                        <a:lnTo>
                          <a:pt x="215" y="416"/>
                        </a:lnTo>
                        <a:lnTo>
                          <a:pt x="227" y="395"/>
                        </a:lnTo>
                        <a:lnTo>
                          <a:pt x="240" y="374"/>
                        </a:lnTo>
                        <a:lnTo>
                          <a:pt x="254" y="355"/>
                        </a:lnTo>
                        <a:lnTo>
                          <a:pt x="269" y="336"/>
                        </a:lnTo>
                        <a:lnTo>
                          <a:pt x="285" y="318"/>
                        </a:lnTo>
                        <a:lnTo>
                          <a:pt x="301" y="301"/>
                        </a:lnTo>
                        <a:lnTo>
                          <a:pt x="319" y="284"/>
                        </a:lnTo>
                        <a:lnTo>
                          <a:pt x="337" y="269"/>
                        </a:lnTo>
                        <a:lnTo>
                          <a:pt x="356" y="253"/>
                        </a:lnTo>
                        <a:lnTo>
                          <a:pt x="375" y="240"/>
                        </a:lnTo>
                        <a:lnTo>
                          <a:pt x="395" y="227"/>
                        </a:lnTo>
                        <a:lnTo>
                          <a:pt x="417" y="214"/>
                        </a:lnTo>
                        <a:lnTo>
                          <a:pt x="437" y="203"/>
                        </a:lnTo>
                        <a:lnTo>
                          <a:pt x="460" y="194"/>
                        </a:lnTo>
                        <a:lnTo>
                          <a:pt x="482" y="185"/>
                        </a:lnTo>
                        <a:lnTo>
                          <a:pt x="505" y="177"/>
                        </a:lnTo>
                        <a:lnTo>
                          <a:pt x="529" y="171"/>
                        </a:lnTo>
                        <a:lnTo>
                          <a:pt x="553" y="164"/>
                        </a:lnTo>
                        <a:lnTo>
                          <a:pt x="578" y="161"/>
                        </a:lnTo>
                        <a:lnTo>
                          <a:pt x="602" y="156"/>
                        </a:lnTo>
                        <a:lnTo>
                          <a:pt x="628" y="155"/>
                        </a:lnTo>
                        <a:lnTo>
                          <a:pt x="653" y="154"/>
                        </a:lnTo>
                        <a:lnTo>
                          <a:pt x="653" y="0"/>
                        </a:lnTo>
                        <a:close/>
                      </a:path>
                    </a:pathLst>
                  </a:custGeom>
                  <a:solidFill>
                    <a:srgbClr val="EF2B2F"/>
                  </a:solidFill>
                  <a:ln>
                    <a:noFill/>
                  </a:ln>
                </p:spPr>
                <p:txBody>
                  <a:bodyPr/>
                  <a:lstStyle/>
                  <a:p>
                    <a:pPr>
                      <a:defRPr/>
                    </a:pPr>
                    <a:endParaRPr lang="en-US" sz="1050">
                      <a:latin typeface="+mj-lt"/>
                    </a:endParaRPr>
                  </a:p>
                </p:txBody>
              </p:sp>
              <p:sp>
                <p:nvSpPr>
                  <p:cNvPr id="41737" name="Freeform 141">
                    <a:extLst>
                      <a:ext uri="{FF2B5EF4-FFF2-40B4-BE49-F238E27FC236}">
                        <a16:creationId xmlns="" xmlns:a16="http://schemas.microsoft.com/office/drawing/2014/main" id="{AC571536-35D4-CBF4-8A9C-3BADD2CB7272}"/>
                      </a:ext>
                    </a:extLst>
                  </p:cNvPr>
                  <p:cNvSpPr>
                    <a:spLocks/>
                  </p:cNvSpPr>
                  <p:nvPr/>
                </p:nvSpPr>
                <p:spPr bwMode="auto">
                  <a:xfrm>
                    <a:off x="5457" y="1296"/>
                    <a:ext cx="22" cy="25"/>
                  </a:xfrm>
                  <a:custGeom>
                    <a:avLst/>
                    <a:gdLst>
                      <a:gd name="T0" fmla="*/ 0 w 653"/>
                      <a:gd name="T1" fmla="*/ 0 h 654"/>
                      <a:gd name="T2" fmla="*/ 0 w 653"/>
                      <a:gd name="T3" fmla="*/ 0 h 654"/>
                      <a:gd name="T4" fmla="*/ 0 w 653"/>
                      <a:gd name="T5" fmla="*/ 0 h 654"/>
                      <a:gd name="T6" fmla="*/ 0 w 653"/>
                      <a:gd name="T7" fmla="*/ 0 h 654"/>
                      <a:gd name="T8" fmla="*/ 0 w 653"/>
                      <a:gd name="T9" fmla="*/ 0 h 654"/>
                      <a:gd name="T10" fmla="*/ 0 w 653"/>
                      <a:gd name="T11" fmla="*/ 0 h 654"/>
                      <a:gd name="T12" fmla="*/ 0 w 653"/>
                      <a:gd name="T13" fmla="*/ 0 h 654"/>
                      <a:gd name="T14" fmla="*/ 0 w 653"/>
                      <a:gd name="T15" fmla="*/ 0 h 654"/>
                      <a:gd name="T16" fmla="*/ 0 w 653"/>
                      <a:gd name="T17" fmla="*/ 0 h 654"/>
                      <a:gd name="T18" fmla="*/ 0 w 653"/>
                      <a:gd name="T19" fmla="*/ 0 h 654"/>
                      <a:gd name="T20" fmla="*/ 0 w 653"/>
                      <a:gd name="T21" fmla="*/ 0 h 654"/>
                      <a:gd name="T22" fmla="*/ 0 w 653"/>
                      <a:gd name="T23" fmla="*/ 0 h 654"/>
                      <a:gd name="T24" fmla="*/ 0 w 653"/>
                      <a:gd name="T25" fmla="*/ 0 h 654"/>
                      <a:gd name="T26" fmla="*/ 0 w 653"/>
                      <a:gd name="T27" fmla="*/ 0 h 654"/>
                      <a:gd name="T28" fmla="*/ 0 w 653"/>
                      <a:gd name="T29" fmla="*/ 0 h 654"/>
                      <a:gd name="T30" fmla="*/ 0 w 653"/>
                      <a:gd name="T31" fmla="*/ 0 h 654"/>
                      <a:gd name="T32" fmla="*/ 0 w 653"/>
                      <a:gd name="T33" fmla="*/ 0 h 654"/>
                      <a:gd name="T34" fmla="*/ 0 w 653"/>
                      <a:gd name="T35" fmla="*/ 0 h 654"/>
                      <a:gd name="T36" fmla="*/ 0 w 653"/>
                      <a:gd name="T37" fmla="*/ 0 h 654"/>
                      <a:gd name="T38" fmla="*/ 0 w 653"/>
                      <a:gd name="T39" fmla="*/ 0 h 654"/>
                      <a:gd name="T40" fmla="*/ 0 w 653"/>
                      <a:gd name="T41" fmla="*/ 0 h 654"/>
                      <a:gd name="T42" fmla="*/ 0 w 653"/>
                      <a:gd name="T43" fmla="*/ 0 h 654"/>
                      <a:gd name="T44" fmla="*/ 0 w 653"/>
                      <a:gd name="T45" fmla="*/ 0 h 654"/>
                      <a:gd name="T46" fmla="*/ 0 w 653"/>
                      <a:gd name="T47" fmla="*/ 0 h 654"/>
                      <a:gd name="T48" fmla="*/ 0 w 653"/>
                      <a:gd name="T49" fmla="*/ 0 h 654"/>
                      <a:gd name="T50" fmla="*/ 0 w 653"/>
                      <a:gd name="T51" fmla="*/ 0 h 654"/>
                      <a:gd name="T52" fmla="*/ 0 w 653"/>
                      <a:gd name="T53" fmla="*/ 0 h 654"/>
                      <a:gd name="T54" fmla="*/ 0 w 653"/>
                      <a:gd name="T55" fmla="*/ 0 h 654"/>
                      <a:gd name="T56" fmla="*/ 0 w 653"/>
                      <a:gd name="T57" fmla="*/ 0 h 654"/>
                      <a:gd name="T58" fmla="*/ 0 w 653"/>
                      <a:gd name="T59" fmla="*/ 0 h 654"/>
                      <a:gd name="T60" fmla="*/ 0 w 653"/>
                      <a:gd name="T61" fmla="*/ 0 h 654"/>
                      <a:gd name="T62" fmla="*/ 0 w 653"/>
                      <a:gd name="T63" fmla="*/ 0 h 654"/>
                      <a:gd name="T64" fmla="*/ 0 w 653"/>
                      <a:gd name="T65" fmla="*/ 0 h 654"/>
                      <a:gd name="T66" fmla="*/ 0 w 653"/>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3"/>
                      <a:gd name="T103" fmla="*/ 0 h 654"/>
                      <a:gd name="T104" fmla="*/ 653 w 653"/>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3" h="654">
                        <a:moveTo>
                          <a:pt x="653" y="654"/>
                        </a:moveTo>
                        <a:lnTo>
                          <a:pt x="653" y="654"/>
                        </a:lnTo>
                        <a:lnTo>
                          <a:pt x="652" y="620"/>
                        </a:lnTo>
                        <a:lnTo>
                          <a:pt x="650" y="587"/>
                        </a:lnTo>
                        <a:lnTo>
                          <a:pt x="646" y="555"/>
                        </a:lnTo>
                        <a:lnTo>
                          <a:pt x="640" y="522"/>
                        </a:lnTo>
                        <a:lnTo>
                          <a:pt x="632" y="490"/>
                        </a:lnTo>
                        <a:lnTo>
                          <a:pt x="624" y="460"/>
                        </a:lnTo>
                        <a:lnTo>
                          <a:pt x="614" y="429"/>
                        </a:lnTo>
                        <a:lnTo>
                          <a:pt x="602" y="400"/>
                        </a:lnTo>
                        <a:lnTo>
                          <a:pt x="589" y="370"/>
                        </a:lnTo>
                        <a:lnTo>
                          <a:pt x="574" y="342"/>
                        </a:lnTo>
                        <a:lnTo>
                          <a:pt x="558" y="315"/>
                        </a:lnTo>
                        <a:lnTo>
                          <a:pt x="542" y="289"/>
                        </a:lnTo>
                        <a:lnTo>
                          <a:pt x="523" y="264"/>
                        </a:lnTo>
                        <a:lnTo>
                          <a:pt x="504" y="239"/>
                        </a:lnTo>
                        <a:lnTo>
                          <a:pt x="483" y="215"/>
                        </a:lnTo>
                        <a:lnTo>
                          <a:pt x="461" y="192"/>
                        </a:lnTo>
                        <a:lnTo>
                          <a:pt x="438" y="171"/>
                        </a:lnTo>
                        <a:lnTo>
                          <a:pt x="416" y="150"/>
                        </a:lnTo>
                        <a:lnTo>
                          <a:pt x="390" y="131"/>
                        </a:lnTo>
                        <a:lnTo>
                          <a:pt x="364" y="112"/>
                        </a:lnTo>
                        <a:lnTo>
                          <a:pt x="338" y="96"/>
                        </a:lnTo>
                        <a:lnTo>
                          <a:pt x="311" y="79"/>
                        </a:lnTo>
                        <a:lnTo>
                          <a:pt x="283" y="65"/>
                        </a:lnTo>
                        <a:lnTo>
                          <a:pt x="254" y="52"/>
                        </a:lnTo>
                        <a:lnTo>
                          <a:pt x="224" y="40"/>
                        </a:lnTo>
                        <a:lnTo>
                          <a:pt x="194" y="29"/>
                        </a:lnTo>
                        <a:lnTo>
                          <a:pt x="163" y="22"/>
                        </a:lnTo>
                        <a:lnTo>
                          <a:pt x="131" y="14"/>
                        </a:lnTo>
                        <a:lnTo>
                          <a:pt x="98" y="7"/>
                        </a:lnTo>
                        <a:lnTo>
                          <a:pt x="66" y="4"/>
                        </a:lnTo>
                        <a:lnTo>
                          <a:pt x="33" y="1"/>
                        </a:lnTo>
                        <a:lnTo>
                          <a:pt x="0" y="0"/>
                        </a:lnTo>
                        <a:lnTo>
                          <a:pt x="0" y="156"/>
                        </a:lnTo>
                        <a:lnTo>
                          <a:pt x="25" y="156"/>
                        </a:lnTo>
                        <a:lnTo>
                          <a:pt x="51" y="158"/>
                        </a:lnTo>
                        <a:lnTo>
                          <a:pt x="75" y="161"/>
                        </a:lnTo>
                        <a:lnTo>
                          <a:pt x="101" y="166"/>
                        </a:lnTo>
                        <a:lnTo>
                          <a:pt x="124" y="171"/>
                        </a:lnTo>
                        <a:lnTo>
                          <a:pt x="147" y="177"/>
                        </a:lnTo>
                        <a:lnTo>
                          <a:pt x="170" y="185"/>
                        </a:lnTo>
                        <a:lnTo>
                          <a:pt x="193" y="194"/>
                        </a:lnTo>
                        <a:lnTo>
                          <a:pt x="215" y="205"/>
                        </a:lnTo>
                        <a:lnTo>
                          <a:pt x="237" y="216"/>
                        </a:lnTo>
                        <a:lnTo>
                          <a:pt x="257" y="228"/>
                        </a:lnTo>
                        <a:lnTo>
                          <a:pt x="278" y="241"/>
                        </a:lnTo>
                        <a:lnTo>
                          <a:pt x="298" y="254"/>
                        </a:lnTo>
                        <a:lnTo>
                          <a:pt x="316" y="269"/>
                        </a:lnTo>
                        <a:lnTo>
                          <a:pt x="335" y="285"/>
                        </a:lnTo>
                        <a:lnTo>
                          <a:pt x="352" y="302"/>
                        </a:lnTo>
                        <a:lnTo>
                          <a:pt x="369" y="319"/>
                        </a:lnTo>
                        <a:lnTo>
                          <a:pt x="384" y="337"/>
                        </a:lnTo>
                        <a:lnTo>
                          <a:pt x="399" y="356"/>
                        </a:lnTo>
                        <a:lnTo>
                          <a:pt x="413" y="376"/>
                        </a:lnTo>
                        <a:lnTo>
                          <a:pt x="426" y="395"/>
                        </a:lnTo>
                        <a:lnTo>
                          <a:pt x="438" y="416"/>
                        </a:lnTo>
                        <a:lnTo>
                          <a:pt x="449" y="438"/>
                        </a:lnTo>
                        <a:lnTo>
                          <a:pt x="459" y="460"/>
                        </a:lnTo>
                        <a:lnTo>
                          <a:pt x="468" y="483"/>
                        </a:lnTo>
                        <a:lnTo>
                          <a:pt x="476" y="506"/>
                        </a:lnTo>
                        <a:lnTo>
                          <a:pt x="483" y="530"/>
                        </a:lnTo>
                        <a:lnTo>
                          <a:pt x="489" y="553"/>
                        </a:lnTo>
                        <a:lnTo>
                          <a:pt x="493" y="577"/>
                        </a:lnTo>
                        <a:lnTo>
                          <a:pt x="496" y="603"/>
                        </a:lnTo>
                        <a:lnTo>
                          <a:pt x="497" y="628"/>
                        </a:lnTo>
                        <a:lnTo>
                          <a:pt x="498" y="654"/>
                        </a:lnTo>
                        <a:lnTo>
                          <a:pt x="653" y="654"/>
                        </a:lnTo>
                        <a:close/>
                      </a:path>
                    </a:pathLst>
                  </a:custGeom>
                  <a:solidFill>
                    <a:srgbClr val="EF2B2F"/>
                  </a:solidFill>
                  <a:ln>
                    <a:noFill/>
                  </a:ln>
                </p:spPr>
                <p:txBody>
                  <a:bodyPr/>
                  <a:lstStyle/>
                  <a:p>
                    <a:pPr>
                      <a:defRPr/>
                    </a:pPr>
                    <a:endParaRPr lang="en-US" sz="1050">
                      <a:latin typeface="+mj-lt"/>
                    </a:endParaRPr>
                  </a:p>
                </p:txBody>
              </p:sp>
              <p:sp>
                <p:nvSpPr>
                  <p:cNvPr id="41738" name="Freeform 142">
                    <a:extLst>
                      <a:ext uri="{FF2B5EF4-FFF2-40B4-BE49-F238E27FC236}">
                        <a16:creationId xmlns="" xmlns:a16="http://schemas.microsoft.com/office/drawing/2014/main" id="{5B339F65-98D1-1E0E-AF49-E51CE7834025}"/>
                      </a:ext>
                    </a:extLst>
                  </p:cNvPr>
                  <p:cNvSpPr>
                    <a:spLocks/>
                  </p:cNvSpPr>
                  <p:nvPr/>
                </p:nvSpPr>
                <p:spPr bwMode="auto">
                  <a:xfrm>
                    <a:off x="5457" y="1323"/>
                    <a:ext cx="22" cy="23"/>
                  </a:xfrm>
                  <a:custGeom>
                    <a:avLst/>
                    <a:gdLst>
                      <a:gd name="T0" fmla="*/ 0 w 653"/>
                      <a:gd name="T1" fmla="*/ 0 h 653"/>
                      <a:gd name="T2" fmla="*/ 0 w 653"/>
                      <a:gd name="T3" fmla="*/ 0 h 653"/>
                      <a:gd name="T4" fmla="*/ 0 w 653"/>
                      <a:gd name="T5" fmla="*/ 0 h 653"/>
                      <a:gd name="T6" fmla="*/ 0 w 653"/>
                      <a:gd name="T7" fmla="*/ 0 h 653"/>
                      <a:gd name="T8" fmla="*/ 0 w 653"/>
                      <a:gd name="T9" fmla="*/ 0 h 653"/>
                      <a:gd name="T10" fmla="*/ 0 w 653"/>
                      <a:gd name="T11" fmla="*/ 0 h 653"/>
                      <a:gd name="T12" fmla="*/ 0 w 653"/>
                      <a:gd name="T13" fmla="*/ 0 h 653"/>
                      <a:gd name="T14" fmla="*/ 0 w 653"/>
                      <a:gd name="T15" fmla="*/ 0 h 653"/>
                      <a:gd name="T16" fmla="*/ 0 w 653"/>
                      <a:gd name="T17" fmla="*/ 0 h 653"/>
                      <a:gd name="T18" fmla="*/ 0 w 653"/>
                      <a:gd name="T19" fmla="*/ 0 h 653"/>
                      <a:gd name="T20" fmla="*/ 0 w 653"/>
                      <a:gd name="T21" fmla="*/ 0 h 653"/>
                      <a:gd name="T22" fmla="*/ 0 w 653"/>
                      <a:gd name="T23" fmla="*/ 0 h 653"/>
                      <a:gd name="T24" fmla="*/ 0 w 653"/>
                      <a:gd name="T25" fmla="*/ 0 h 653"/>
                      <a:gd name="T26" fmla="*/ 0 w 653"/>
                      <a:gd name="T27" fmla="*/ 0 h 653"/>
                      <a:gd name="T28" fmla="*/ 0 w 653"/>
                      <a:gd name="T29" fmla="*/ 0 h 653"/>
                      <a:gd name="T30" fmla="*/ 0 w 653"/>
                      <a:gd name="T31" fmla="*/ 0 h 653"/>
                      <a:gd name="T32" fmla="*/ 0 w 653"/>
                      <a:gd name="T33" fmla="*/ 0 h 653"/>
                      <a:gd name="T34" fmla="*/ 0 w 653"/>
                      <a:gd name="T35" fmla="*/ 0 h 653"/>
                      <a:gd name="T36" fmla="*/ 0 w 653"/>
                      <a:gd name="T37" fmla="*/ 0 h 653"/>
                      <a:gd name="T38" fmla="*/ 0 w 653"/>
                      <a:gd name="T39" fmla="*/ 0 h 653"/>
                      <a:gd name="T40" fmla="*/ 0 w 653"/>
                      <a:gd name="T41" fmla="*/ 0 h 653"/>
                      <a:gd name="T42" fmla="*/ 0 w 653"/>
                      <a:gd name="T43" fmla="*/ 0 h 653"/>
                      <a:gd name="T44" fmla="*/ 0 w 653"/>
                      <a:gd name="T45" fmla="*/ 0 h 653"/>
                      <a:gd name="T46" fmla="*/ 0 w 653"/>
                      <a:gd name="T47" fmla="*/ 0 h 653"/>
                      <a:gd name="T48" fmla="*/ 0 w 653"/>
                      <a:gd name="T49" fmla="*/ 0 h 653"/>
                      <a:gd name="T50" fmla="*/ 0 w 653"/>
                      <a:gd name="T51" fmla="*/ 0 h 653"/>
                      <a:gd name="T52" fmla="*/ 0 w 653"/>
                      <a:gd name="T53" fmla="*/ 0 h 653"/>
                      <a:gd name="T54" fmla="*/ 0 w 653"/>
                      <a:gd name="T55" fmla="*/ 0 h 653"/>
                      <a:gd name="T56" fmla="*/ 0 w 653"/>
                      <a:gd name="T57" fmla="*/ 0 h 653"/>
                      <a:gd name="T58" fmla="*/ 0 w 653"/>
                      <a:gd name="T59" fmla="*/ 0 h 653"/>
                      <a:gd name="T60" fmla="*/ 0 w 653"/>
                      <a:gd name="T61" fmla="*/ 0 h 653"/>
                      <a:gd name="T62" fmla="*/ 0 w 653"/>
                      <a:gd name="T63" fmla="*/ 0 h 653"/>
                      <a:gd name="T64" fmla="*/ 0 w 653"/>
                      <a:gd name="T65" fmla="*/ 0 h 653"/>
                      <a:gd name="T66" fmla="*/ 0 w 653"/>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3"/>
                      <a:gd name="T103" fmla="*/ 0 h 653"/>
                      <a:gd name="T104" fmla="*/ 653 w 653"/>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3" h="653">
                        <a:moveTo>
                          <a:pt x="0" y="653"/>
                        </a:moveTo>
                        <a:lnTo>
                          <a:pt x="0" y="653"/>
                        </a:lnTo>
                        <a:lnTo>
                          <a:pt x="33" y="653"/>
                        </a:lnTo>
                        <a:lnTo>
                          <a:pt x="66" y="649"/>
                        </a:lnTo>
                        <a:lnTo>
                          <a:pt x="98" y="646"/>
                        </a:lnTo>
                        <a:lnTo>
                          <a:pt x="131" y="639"/>
                        </a:lnTo>
                        <a:lnTo>
                          <a:pt x="163" y="632"/>
                        </a:lnTo>
                        <a:lnTo>
                          <a:pt x="194" y="623"/>
                        </a:lnTo>
                        <a:lnTo>
                          <a:pt x="224" y="613"/>
                        </a:lnTo>
                        <a:lnTo>
                          <a:pt x="254" y="601"/>
                        </a:lnTo>
                        <a:lnTo>
                          <a:pt x="283" y="588"/>
                        </a:lnTo>
                        <a:lnTo>
                          <a:pt x="311" y="574"/>
                        </a:lnTo>
                        <a:lnTo>
                          <a:pt x="338" y="558"/>
                        </a:lnTo>
                        <a:lnTo>
                          <a:pt x="364" y="541"/>
                        </a:lnTo>
                        <a:lnTo>
                          <a:pt x="390" y="523"/>
                        </a:lnTo>
                        <a:lnTo>
                          <a:pt x="416" y="503"/>
                        </a:lnTo>
                        <a:lnTo>
                          <a:pt x="438" y="483"/>
                        </a:lnTo>
                        <a:lnTo>
                          <a:pt x="461" y="462"/>
                        </a:lnTo>
                        <a:lnTo>
                          <a:pt x="483" y="439"/>
                        </a:lnTo>
                        <a:lnTo>
                          <a:pt x="504" y="415"/>
                        </a:lnTo>
                        <a:lnTo>
                          <a:pt x="523" y="390"/>
                        </a:lnTo>
                        <a:lnTo>
                          <a:pt x="542" y="365"/>
                        </a:lnTo>
                        <a:lnTo>
                          <a:pt x="558" y="339"/>
                        </a:lnTo>
                        <a:lnTo>
                          <a:pt x="574" y="310"/>
                        </a:lnTo>
                        <a:lnTo>
                          <a:pt x="589" y="283"/>
                        </a:lnTo>
                        <a:lnTo>
                          <a:pt x="602" y="254"/>
                        </a:lnTo>
                        <a:lnTo>
                          <a:pt x="614" y="224"/>
                        </a:lnTo>
                        <a:lnTo>
                          <a:pt x="624" y="194"/>
                        </a:lnTo>
                        <a:lnTo>
                          <a:pt x="632" y="163"/>
                        </a:lnTo>
                        <a:lnTo>
                          <a:pt x="640" y="131"/>
                        </a:lnTo>
                        <a:lnTo>
                          <a:pt x="646" y="99"/>
                        </a:lnTo>
                        <a:lnTo>
                          <a:pt x="650" y="66"/>
                        </a:lnTo>
                        <a:lnTo>
                          <a:pt x="652" y="34"/>
                        </a:lnTo>
                        <a:lnTo>
                          <a:pt x="653" y="0"/>
                        </a:lnTo>
                        <a:lnTo>
                          <a:pt x="498" y="0"/>
                        </a:lnTo>
                        <a:lnTo>
                          <a:pt x="497" y="25"/>
                        </a:lnTo>
                        <a:lnTo>
                          <a:pt x="496" y="51"/>
                        </a:lnTo>
                        <a:lnTo>
                          <a:pt x="493" y="76"/>
                        </a:lnTo>
                        <a:lnTo>
                          <a:pt x="489" y="100"/>
                        </a:lnTo>
                        <a:lnTo>
                          <a:pt x="483" y="124"/>
                        </a:lnTo>
                        <a:lnTo>
                          <a:pt x="476" y="148"/>
                        </a:lnTo>
                        <a:lnTo>
                          <a:pt x="468" y="171"/>
                        </a:lnTo>
                        <a:lnTo>
                          <a:pt x="459" y="193"/>
                        </a:lnTo>
                        <a:lnTo>
                          <a:pt x="449" y="216"/>
                        </a:lnTo>
                        <a:lnTo>
                          <a:pt x="438" y="237"/>
                        </a:lnTo>
                        <a:lnTo>
                          <a:pt x="426" y="258"/>
                        </a:lnTo>
                        <a:lnTo>
                          <a:pt x="413" y="278"/>
                        </a:lnTo>
                        <a:lnTo>
                          <a:pt x="399" y="297"/>
                        </a:lnTo>
                        <a:lnTo>
                          <a:pt x="384" y="316"/>
                        </a:lnTo>
                        <a:lnTo>
                          <a:pt x="369" y="334"/>
                        </a:lnTo>
                        <a:lnTo>
                          <a:pt x="352" y="352"/>
                        </a:lnTo>
                        <a:lnTo>
                          <a:pt x="335" y="368"/>
                        </a:lnTo>
                        <a:lnTo>
                          <a:pt x="316" y="384"/>
                        </a:lnTo>
                        <a:lnTo>
                          <a:pt x="298" y="400"/>
                        </a:lnTo>
                        <a:lnTo>
                          <a:pt x="278" y="413"/>
                        </a:lnTo>
                        <a:lnTo>
                          <a:pt x="257" y="426"/>
                        </a:lnTo>
                        <a:lnTo>
                          <a:pt x="237" y="438"/>
                        </a:lnTo>
                        <a:lnTo>
                          <a:pt x="215" y="449"/>
                        </a:lnTo>
                        <a:lnTo>
                          <a:pt x="193" y="459"/>
                        </a:lnTo>
                        <a:lnTo>
                          <a:pt x="170" y="468"/>
                        </a:lnTo>
                        <a:lnTo>
                          <a:pt x="147" y="476"/>
                        </a:lnTo>
                        <a:lnTo>
                          <a:pt x="124" y="483"/>
                        </a:lnTo>
                        <a:lnTo>
                          <a:pt x="101" y="488"/>
                        </a:lnTo>
                        <a:lnTo>
                          <a:pt x="75" y="492"/>
                        </a:lnTo>
                        <a:lnTo>
                          <a:pt x="51" y="496"/>
                        </a:lnTo>
                        <a:lnTo>
                          <a:pt x="25" y="498"/>
                        </a:lnTo>
                        <a:lnTo>
                          <a:pt x="0" y="498"/>
                        </a:lnTo>
                        <a:lnTo>
                          <a:pt x="0" y="653"/>
                        </a:lnTo>
                        <a:close/>
                      </a:path>
                    </a:pathLst>
                  </a:custGeom>
                  <a:solidFill>
                    <a:srgbClr val="EF2B2F"/>
                  </a:solidFill>
                  <a:ln>
                    <a:noFill/>
                  </a:ln>
                </p:spPr>
                <p:txBody>
                  <a:bodyPr/>
                  <a:lstStyle/>
                  <a:p>
                    <a:pPr>
                      <a:defRPr/>
                    </a:pPr>
                    <a:endParaRPr lang="en-US" sz="1050">
                      <a:latin typeface="+mj-lt"/>
                    </a:endParaRPr>
                  </a:p>
                </p:txBody>
              </p:sp>
              <p:sp>
                <p:nvSpPr>
                  <p:cNvPr id="41739" name="Freeform 143">
                    <a:extLst>
                      <a:ext uri="{FF2B5EF4-FFF2-40B4-BE49-F238E27FC236}">
                        <a16:creationId xmlns="" xmlns:a16="http://schemas.microsoft.com/office/drawing/2014/main" id="{EF132B62-9E9B-A32B-A9B3-E16FF246DC91}"/>
                      </a:ext>
                    </a:extLst>
                  </p:cNvPr>
                  <p:cNvSpPr>
                    <a:spLocks/>
                  </p:cNvSpPr>
                  <p:nvPr/>
                </p:nvSpPr>
                <p:spPr bwMode="auto">
                  <a:xfrm>
                    <a:off x="5436" y="1323"/>
                    <a:ext cx="21" cy="23"/>
                  </a:xfrm>
                  <a:custGeom>
                    <a:avLst/>
                    <a:gdLst>
                      <a:gd name="T0" fmla="*/ 0 w 654"/>
                      <a:gd name="T1" fmla="*/ 0 h 653"/>
                      <a:gd name="T2" fmla="*/ 0 w 654"/>
                      <a:gd name="T3" fmla="*/ 0 h 653"/>
                      <a:gd name="T4" fmla="*/ 0 w 654"/>
                      <a:gd name="T5" fmla="*/ 0 h 653"/>
                      <a:gd name="T6" fmla="*/ 0 w 654"/>
                      <a:gd name="T7" fmla="*/ 0 h 653"/>
                      <a:gd name="T8" fmla="*/ 0 w 654"/>
                      <a:gd name="T9" fmla="*/ 0 h 653"/>
                      <a:gd name="T10" fmla="*/ 0 w 654"/>
                      <a:gd name="T11" fmla="*/ 0 h 653"/>
                      <a:gd name="T12" fmla="*/ 0 w 654"/>
                      <a:gd name="T13" fmla="*/ 0 h 653"/>
                      <a:gd name="T14" fmla="*/ 0 w 654"/>
                      <a:gd name="T15" fmla="*/ 0 h 653"/>
                      <a:gd name="T16" fmla="*/ 0 w 654"/>
                      <a:gd name="T17" fmla="*/ 0 h 653"/>
                      <a:gd name="T18" fmla="*/ 0 w 654"/>
                      <a:gd name="T19" fmla="*/ 0 h 653"/>
                      <a:gd name="T20" fmla="*/ 0 w 654"/>
                      <a:gd name="T21" fmla="*/ 0 h 653"/>
                      <a:gd name="T22" fmla="*/ 0 w 654"/>
                      <a:gd name="T23" fmla="*/ 0 h 653"/>
                      <a:gd name="T24" fmla="*/ 0 w 654"/>
                      <a:gd name="T25" fmla="*/ 0 h 653"/>
                      <a:gd name="T26" fmla="*/ 0 w 654"/>
                      <a:gd name="T27" fmla="*/ 0 h 653"/>
                      <a:gd name="T28" fmla="*/ 0 w 654"/>
                      <a:gd name="T29" fmla="*/ 0 h 653"/>
                      <a:gd name="T30" fmla="*/ 0 w 654"/>
                      <a:gd name="T31" fmla="*/ 0 h 653"/>
                      <a:gd name="T32" fmla="*/ 0 w 654"/>
                      <a:gd name="T33" fmla="*/ 0 h 653"/>
                      <a:gd name="T34" fmla="*/ 0 w 654"/>
                      <a:gd name="T35" fmla="*/ 0 h 653"/>
                      <a:gd name="T36" fmla="*/ 0 w 654"/>
                      <a:gd name="T37" fmla="*/ 0 h 653"/>
                      <a:gd name="T38" fmla="*/ 0 w 654"/>
                      <a:gd name="T39" fmla="*/ 0 h 653"/>
                      <a:gd name="T40" fmla="*/ 0 w 654"/>
                      <a:gd name="T41" fmla="*/ 0 h 653"/>
                      <a:gd name="T42" fmla="*/ 0 w 654"/>
                      <a:gd name="T43" fmla="*/ 0 h 653"/>
                      <a:gd name="T44" fmla="*/ 0 w 654"/>
                      <a:gd name="T45" fmla="*/ 0 h 653"/>
                      <a:gd name="T46" fmla="*/ 0 w 654"/>
                      <a:gd name="T47" fmla="*/ 0 h 653"/>
                      <a:gd name="T48" fmla="*/ 0 w 654"/>
                      <a:gd name="T49" fmla="*/ 0 h 653"/>
                      <a:gd name="T50" fmla="*/ 0 w 654"/>
                      <a:gd name="T51" fmla="*/ 0 h 653"/>
                      <a:gd name="T52" fmla="*/ 0 w 654"/>
                      <a:gd name="T53" fmla="*/ 0 h 653"/>
                      <a:gd name="T54" fmla="*/ 0 w 654"/>
                      <a:gd name="T55" fmla="*/ 0 h 653"/>
                      <a:gd name="T56" fmla="*/ 0 w 654"/>
                      <a:gd name="T57" fmla="*/ 0 h 653"/>
                      <a:gd name="T58" fmla="*/ 0 w 654"/>
                      <a:gd name="T59" fmla="*/ 0 h 653"/>
                      <a:gd name="T60" fmla="*/ 0 w 654"/>
                      <a:gd name="T61" fmla="*/ 0 h 653"/>
                      <a:gd name="T62" fmla="*/ 0 w 654"/>
                      <a:gd name="T63" fmla="*/ 0 h 653"/>
                      <a:gd name="T64" fmla="*/ 0 w 654"/>
                      <a:gd name="T65" fmla="*/ 0 h 653"/>
                      <a:gd name="T66" fmla="*/ 0 w 654"/>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3"/>
                      <a:gd name="T104" fmla="*/ 654 w 654"/>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3">
                        <a:moveTo>
                          <a:pt x="0" y="0"/>
                        </a:moveTo>
                        <a:lnTo>
                          <a:pt x="0" y="0"/>
                        </a:lnTo>
                        <a:lnTo>
                          <a:pt x="1" y="32"/>
                        </a:lnTo>
                        <a:lnTo>
                          <a:pt x="3" y="66"/>
                        </a:lnTo>
                        <a:lnTo>
                          <a:pt x="8" y="99"/>
                        </a:lnTo>
                        <a:lnTo>
                          <a:pt x="13" y="131"/>
                        </a:lnTo>
                        <a:lnTo>
                          <a:pt x="21" y="162"/>
                        </a:lnTo>
                        <a:lnTo>
                          <a:pt x="30" y="194"/>
                        </a:lnTo>
                        <a:lnTo>
                          <a:pt x="40" y="224"/>
                        </a:lnTo>
                        <a:lnTo>
                          <a:pt x="51" y="254"/>
                        </a:lnTo>
                        <a:lnTo>
                          <a:pt x="64" y="283"/>
                        </a:lnTo>
                        <a:lnTo>
                          <a:pt x="79" y="310"/>
                        </a:lnTo>
                        <a:lnTo>
                          <a:pt x="95" y="339"/>
                        </a:lnTo>
                        <a:lnTo>
                          <a:pt x="112" y="365"/>
                        </a:lnTo>
                        <a:lnTo>
                          <a:pt x="130" y="390"/>
                        </a:lnTo>
                        <a:lnTo>
                          <a:pt x="149" y="415"/>
                        </a:lnTo>
                        <a:lnTo>
                          <a:pt x="170" y="439"/>
                        </a:lnTo>
                        <a:lnTo>
                          <a:pt x="192" y="462"/>
                        </a:lnTo>
                        <a:lnTo>
                          <a:pt x="215" y="483"/>
                        </a:lnTo>
                        <a:lnTo>
                          <a:pt x="238" y="503"/>
                        </a:lnTo>
                        <a:lnTo>
                          <a:pt x="263" y="523"/>
                        </a:lnTo>
                        <a:lnTo>
                          <a:pt x="289" y="541"/>
                        </a:lnTo>
                        <a:lnTo>
                          <a:pt x="315" y="558"/>
                        </a:lnTo>
                        <a:lnTo>
                          <a:pt x="342" y="574"/>
                        </a:lnTo>
                        <a:lnTo>
                          <a:pt x="371" y="588"/>
                        </a:lnTo>
                        <a:lnTo>
                          <a:pt x="399" y="601"/>
                        </a:lnTo>
                        <a:lnTo>
                          <a:pt x="430" y="613"/>
                        </a:lnTo>
                        <a:lnTo>
                          <a:pt x="460" y="623"/>
                        </a:lnTo>
                        <a:lnTo>
                          <a:pt x="491" y="632"/>
                        </a:lnTo>
                        <a:lnTo>
                          <a:pt x="522" y="639"/>
                        </a:lnTo>
                        <a:lnTo>
                          <a:pt x="555" y="646"/>
                        </a:lnTo>
                        <a:lnTo>
                          <a:pt x="588" y="649"/>
                        </a:lnTo>
                        <a:lnTo>
                          <a:pt x="620" y="653"/>
                        </a:lnTo>
                        <a:lnTo>
                          <a:pt x="654" y="653"/>
                        </a:lnTo>
                        <a:lnTo>
                          <a:pt x="654" y="498"/>
                        </a:lnTo>
                        <a:lnTo>
                          <a:pt x="628" y="498"/>
                        </a:lnTo>
                        <a:lnTo>
                          <a:pt x="603" y="496"/>
                        </a:lnTo>
                        <a:lnTo>
                          <a:pt x="578" y="492"/>
                        </a:lnTo>
                        <a:lnTo>
                          <a:pt x="553" y="488"/>
                        </a:lnTo>
                        <a:lnTo>
                          <a:pt x="529" y="483"/>
                        </a:lnTo>
                        <a:lnTo>
                          <a:pt x="506" y="476"/>
                        </a:lnTo>
                        <a:lnTo>
                          <a:pt x="483" y="468"/>
                        </a:lnTo>
                        <a:lnTo>
                          <a:pt x="460" y="459"/>
                        </a:lnTo>
                        <a:lnTo>
                          <a:pt x="438" y="449"/>
                        </a:lnTo>
                        <a:lnTo>
                          <a:pt x="417" y="438"/>
                        </a:lnTo>
                        <a:lnTo>
                          <a:pt x="396" y="426"/>
                        </a:lnTo>
                        <a:lnTo>
                          <a:pt x="375" y="413"/>
                        </a:lnTo>
                        <a:lnTo>
                          <a:pt x="356" y="400"/>
                        </a:lnTo>
                        <a:lnTo>
                          <a:pt x="337" y="384"/>
                        </a:lnTo>
                        <a:lnTo>
                          <a:pt x="318" y="368"/>
                        </a:lnTo>
                        <a:lnTo>
                          <a:pt x="301" y="352"/>
                        </a:lnTo>
                        <a:lnTo>
                          <a:pt x="285" y="334"/>
                        </a:lnTo>
                        <a:lnTo>
                          <a:pt x="269" y="316"/>
                        </a:lnTo>
                        <a:lnTo>
                          <a:pt x="254" y="297"/>
                        </a:lnTo>
                        <a:lnTo>
                          <a:pt x="240" y="278"/>
                        </a:lnTo>
                        <a:lnTo>
                          <a:pt x="227" y="258"/>
                        </a:lnTo>
                        <a:lnTo>
                          <a:pt x="216" y="237"/>
                        </a:lnTo>
                        <a:lnTo>
                          <a:pt x="204" y="216"/>
                        </a:lnTo>
                        <a:lnTo>
                          <a:pt x="194" y="193"/>
                        </a:lnTo>
                        <a:lnTo>
                          <a:pt x="185" y="171"/>
                        </a:lnTo>
                        <a:lnTo>
                          <a:pt x="178" y="148"/>
                        </a:lnTo>
                        <a:lnTo>
                          <a:pt x="170" y="124"/>
                        </a:lnTo>
                        <a:lnTo>
                          <a:pt x="165" y="100"/>
                        </a:lnTo>
                        <a:lnTo>
                          <a:pt x="161" y="76"/>
                        </a:lnTo>
                        <a:lnTo>
                          <a:pt x="157" y="51"/>
                        </a:lnTo>
                        <a:lnTo>
                          <a:pt x="156" y="26"/>
                        </a:lnTo>
                        <a:lnTo>
                          <a:pt x="155" y="0"/>
                        </a:lnTo>
                        <a:lnTo>
                          <a:pt x="0" y="0"/>
                        </a:lnTo>
                        <a:close/>
                      </a:path>
                    </a:pathLst>
                  </a:custGeom>
                  <a:solidFill>
                    <a:srgbClr val="EF2B2F"/>
                  </a:solidFill>
                  <a:ln>
                    <a:noFill/>
                  </a:ln>
                </p:spPr>
                <p:txBody>
                  <a:bodyPr/>
                  <a:lstStyle/>
                  <a:p>
                    <a:pPr>
                      <a:defRPr/>
                    </a:pPr>
                    <a:endParaRPr lang="en-US" sz="1050">
                      <a:latin typeface="+mj-lt"/>
                    </a:endParaRPr>
                  </a:p>
                </p:txBody>
              </p:sp>
              <p:sp>
                <p:nvSpPr>
                  <p:cNvPr id="41740" name="Freeform 144">
                    <a:extLst>
                      <a:ext uri="{FF2B5EF4-FFF2-40B4-BE49-F238E27FC236}">
                        <a16:creationId xmlns="" xmlns:a16="http://schemas.microsoft.com/office/drawing/2014/main" id="{787AA86A-FADC-FC7B-D6EA-B60F581532BD}"/>
                      </a:ext>
                    </a:extLst>
                  </p:cNvPr>
                  <p:cNvSpPr>
                    <a:spLocks/>
                  </p:cNvSpPr>
                  <p:nvPr/>
                </p:nvSpPr>
                <p:spPr bwMode="auto">
                  <a:xfrm>
                    <a:off x="5436" y="1296"/>
                    <a:ext cx="21" cy="25"/>
                  </a:xfrm>
                  <a:custGeom>
                    <a:avLst/>
                    <a:gdLst>
                      <a:gd name="T0" fmla="*/ 0 w 654"/>
                      <a:gd name="T1" fmla="*/ 0 h 654"/>
                      <a:gd name="T2" fmla="*/ 0 w 654"/>
                      <a:gd name="T3" fmla="*/ 0 h 654"/>
                      <a:gd name="T4" fmla="*/ 0 w 654"/>
                      <a:gd name="T5" fmla="*/ 0 h 654"/>
                      <a:gd name="T6" fmla="*/ 0 w 654"/>
                      <a:gd name="T7" fmla="*/ 0 h 654"/>
                      <a:gd name="T8" fmla="*/ 0 w 654"/>
                      <a:gd name="T9" fmla="*/ 0 h 654"/>
                      <a:gd name="T10" fmla="*/ 0 w 654"/>
                      <a:gd name="T11" fmla="*/ 0 h 654"/>
                      <a:gd name="T12" fmla="*/ 0 w 654"/>
                      <a:gd name="T13" fmla="*/ 0 h 654"/>
                      <a:gd name="T14" fmla="*/ 0 w 654"/>
                      <a:gd name="T15" fmla="*/ 0 h 654"/>
                      <a:gd name="T16" fmla="*/ 0 w 654"/>
                      <a:gd name="T17" fmla="*/ 0 h 654"/>
                      <a:gd name="T18" fmla="*/ 0 w 654"/>
                      <a:gd name="T19" fmla="*/ 0 h 654"/>
                      <a:gd name="T20" fmla="*/ 0 w 654"/>
                      <a:gd name="T21" fmla="*/ 0 h 654"/>
                      <a:gd name="T22" fmla="*/ 0 w 654"/>
                      <a:gd name="T23" fmla="*/ 0 h 654"/>
                      <a:gd name="T24" fmla="*/ 0 w 654"/>
                      <a:gd name="T25" fmla="*/ 0 h 654"/>
                      <a:gd name="T26" fmla="*/ 0 w 654"/>
                      <a:gd name="T27" fmla="*/ 0 h 654"/>
                      <a:gd name="T28" fmla="*/ 0 w 654"/>
                      <a:gd name="T29" fmla="*/ 0 h 654"/>
                      <a:gd name="T30" fmla="*/ 0 w 654"/>
                      <a:gd name="T31" fmla="*/ 0 h 654"/>
                      <a:gd name="T32" fmla="*/ 0 w 654"/>
                      <a:gd name="T33" fmla="*/ 0 h 654"/>
                      <a:gd name="T34" fmla="*/ 0 w 654"/>
                      <a:gd name="T35" fmla="*/ 0 h 654"/>
                      <a:gd name="T36" fmla="*/ 0 w 654"/>
                      <a:gd name="T37" fmla="*/ 0 h 654"/>
                      <a:gd name="T38" fmla="*/ 0 w 654"/>
                      <a:gd name="T39" fmla="*/ 0 h 654"/>
                      <a:gd name="T40" fmla="*/ 0 w 654"/>
                      <a:gd name="T41" fmla="*/ 0 h 654"/>
                      <a:gd name="T42" fmla="*/ 0 w 654"/>
                      <a:gd name="T43" fmla="*/ 0 h 654"/>
                      <a:gd name="T44" fmla="*/ 0 w 654"/>
                      <a:gd name="T45" fmla="*/ 0 h 654"/>
                      <a:gd name="T46" fmla="*/ 0 w 654"/>
                      <a:gd name="T47" fmla="*/ 0 h 654"/>
                      <a:gd name="T48" fmla="*/ 0 w 654"/>
                      <a:gd name="T49" fmla="*/ 0 h 654"/>
                      <a:gd name="T50" fmla="*/ 0 w 654"/>
                      <a:gd name="T51" fmla="*/ 0 h 654"/>
                      <a:gd name="T52" fmla="*/ 0 w 654"/>
                      <a:gd name="T53" fmla="*/ 0 h 654"/>
                      <a:gd name="T54" fmla="*/ 0 w 654"/>
                      <a:gd name="T55" fmla="*/ 0 h 654"/>
                      <a:gd name="T56" fmla="*/ 0 w 654"/>
                      <a:gd name="T57" fmla="*/ 0 h 654"/>
                      <a:gd name="T58" fmla="*/ 0 w 654"/>
                      <a:gd name="T59" fmla="*/ 0 h 654"/>
                      <a:gd name="T60" fmla="*/ 0 w 654"/>
                      <a:gd name="T61" fmla="*/ 0 h 654"/>
                      <a:gd name="T62" fmla="*/ 0 w 654"/>
                      <a:gd name="T63" fmla="*/ 0 h 654"/>
                      <a:gd name="T64" fmla="*/ 0 w 654"/>
                      <a:gd name="T65" fmla="*/ 0 h 654"/>
                      <a:gd name="T66" fmla="*/ 0 w 654"/>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4"/>
                      <a:gd name="T104" fmla="*/ 654 w 654"/>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4">
                        <a:moveTo>
                          <a:pt x="654" y="0"/>
                        </a:moveTo>
                        <a:lnTo>
                          <a:pt x="654" y="0"/>
                        </a:lnTo>
                        <a:lnTo>
                          <a:pt x="620" y="1"/>
                        </a:lnTo>
                        <a:lnTo>
                          <a:pt x="588" y="4"/>
                        </a:lnTo>
                        <a:lnTo>
                          <a:pt x="555" y="7"/>
                        </a:lnTo>
                        <a:lnTo>
                          <a:pt x="522" y="14"/>
                        </a:lnTo>
                        <a:lnTo>
                          <a:pt x="491" y="22"/>
                        </a:lnTo>
                        <a:lnTo>
                          <a:pt x="460" y="29"/>
                        </a:lnTo>
                        <a:lnTo>
                          <a:pt x="430" y="40"/>
                        </a:lnTo>
                        <a:lnTo>
                          <a:pt x="399" y="52"/>
                        </a:lnTo>
                        <a:lnTo>
                          <a:pt x="371" y="65"/>
                        </a:lnTo>
                        <a:lnTo>
                          <a:pt x="342" y="79"/>
                        </a:lnTo>
                        <a:lnTo>
                          <a:pt x="315" y="96"/>
                        </a:lnTo>
                        <a:lnTo>
                          <a:pt x="289" y="112"/>
                        </a:lnTo>
                        <a:lnTo>
                          <a:pt x="263" y="131"/>
                        </a:lnTo>
                        <a:lnTo>
                          <a:pt x="238" y="150"/>
                        </a:lnTo>
                        <a:lnTo>
                          <a:pt x="215" y="171"/>
                        </a:lnTo>
                        <a:lnTo>
                          <a:pt x="192" y="192"/>
                        </a:lnTo>
                        <a:lnTo>
                          <a:pt x="170" y="215"/>
                        </a:lnTo>
                        <a:lnTo>
                          <a:pt x="149" y="239"/>
                        </a:lnTo>
                        <a:lnTo>
                          <a:pt x="131" y="264"/>
                        </a:lnTo>
                        <a:lnTo>
                          <a:pt x="112" y="289"/>
                        </a:lnTo>
                        <a:lnTo>
                          <a:pt x="95" y="315"/>
                        </a:lnTo>
                        <a:lnTo>
                          <a:pt x="80" y="342"/>
                        </a:lnTo>
                        <a:lnTo>
                          <a:pt x="64" y="370"/>
                        </a:lnTo>
                        <a:lnTo>
                          <a:pt x="51" y="400"/>
                        </a:lnTo>
                        <a:lnTo>
                          <a:pt x="40" y="429"/>
                        </a:lnTo>
                        <a:lnTo>
                          <a:pt x="30" y="460"/>
                        </a:lnTo>
                        <a:lnTo>
                          <a:pt x="21" y="491"/>
                        </a:lnTo>
                        <a:lnTo>
                          <a:pt x="13" y="522"/>
                        </a:lnTo>
                        <a:lnTo>
                          <a:pt x="8" y="555"/>
                        </a:lnTo>
                        <a:lnTo>
                          <a:pt x="3" y="587"/>
                        </a:lnTo>
                        <a:lnTo>
                          <a:pt x="1" y="620"/>
                        </a:lnTo>
                        <a:lnTo>
                          <a:pt x="0" y="654"/>
                        </a:lnTo>
                        <a:lnTo>
                          <a:pt x="155" y="654"/>
                        </a:lnTo>
                        <a:lnTo>
                          <a:pt x="156" y="628"/>
                        </a:lnTo>
                        <a:lnTo>
                          <a:pt x="157" y="603"/>
                        </a:lnTo>
                        <a:lnTo>
                          <a:pt x="161" y="577"/>
                        </a:lnTo>
                        <a:lnTo>
                          <a:pt x="165" y="553"/>
                        </a:lnTo>
                        <a:lnTo>
                          <a:pt x="170" y="530"/>
                        </a:lnTo>
                        <a:lnTo>
                          <a:pt x="178" y="506"/>
                        </a:lnTo>
                        <a:lnTo>
                          <a:pt x="185" y="483"/>
                        </a:lnTo>
                        <a:lnTo>
                          <a:pt x="194" y="460"/>
                        </a:lnTo>
                        <a:lnTo>
                          <a:pt x="204" y="438"/>
                        </a:lnTo>
                        <a:lnTo>
                          <a:pt x="215" y="416"/>
                        </a:lnTo>
                        <a:lnTo>
                          <a:pt x="227" y="395"/>
                        </a:lnTo>
                        <a:lnTo>
                          <a:pt x="240" y="376"/>
                        </a:lnTo>
                        <a:lnTo>
                          <a:pt x="254" y="356"/>
                        </a:lnTo>
                        <a:lnTo>
                          <a:pt x="269" y="337"/>
                        </a:lnTo>
                        <a:lnTo>
                          <a:pt x="285" y="319"/>
                        </a:lnTo>
                        <a:lnTo>
                          <a:pt x="301" y="302"/>
                        </a:lnTo>
                        <a:lnTo>
                          <a:pt x="318" y="285"/>
                        </a:lnTo>
                        <a:lnTo>
                          <a:pt x="337" y="269"/>
                        </a:lnTo>
                        <a:lnTo>
                          <a:pt x="356" y="254"/>
                        </a:lnTo>
                        <a:lnTo>
                          <a:pt x="375" y="241"/>
                        </a:lnTo>
                        <a:lnTo>
                          <a:pt x="396" y="228"/>
                        </a:lnTo>
                        <a:lnTo>
                          <a:pt x="417" y="216"/>
                        </a:lnTo>
                        <a:lnTo>
                          <a:pt x="438" y="205"/>
                        </a:lnTo>
                        <a:lnTo>
                          <a:pt x="460" y="194"/>
                        </a:lnTo>
                        <a:lnTo>
                          <a:pt x="483" y="185"/>
                        </a:lnTo>
                        <a:lnTo>
                          <a:pt x="506" y="177"/>
                        </a:lnTo>
                        <a:lnTo>
                          <a:pt x="530" y="171"/>
                        </a:lnTo>
                        <a:lnTo>
                          <a:pt x="553" y="166"/>
                        </a:lnTo>
                        <a:lnTo>
                          <a:pt x="578" y="161"/>
                        </a:lnTo>
                        <a:lnTo>
                          <a:pt x="603" y="158"/>
                        </a:lnTo>
                        <a:lnTo>
                          <a:pt x="628" y="156"/>
                        </a:lnTo>
                        <a:lnTo>
                          <a:pt x="654" y="156"/>
                        </a:lnTo>
                        <a:lnTo>
                          <a:pt x="654" y="0"/>
                        </a:lnTo>
                        <a:close/>
                      </a:path>
                    </a:pathLst>
                  </a:custGeom>
                  <a:solidFill>
                    <a:srgbClr val="EF2B2F"/>
                  </a:solidFill>
                  <a:ln>
                    <a:noFill/>
                  </a:ln>
                </p:spPr>
                <p:txBody>
                  <a:bodyPr/>
                  <a:lstStyle/>
                  <a:p>
                    <a:pPr>
                      <a:defRPr/>
                    </a:pPr>
                    <a:endParaRPr lang="en-US" sz="1050">
                      <a:latin typeface="+mj-lt"/>
                    </a:endParaRPr>
                  </a:p>
                </p:txBody>
              </p:sp>
              <p:sp>
                <p:nvSpPr>
                  <p:cNvPr id="41741" name="Freeform 145">
                    <a:extLst>
                      <a:ext uri="{FF2B5EF4-FFF2-40B4-BE49-F238E27FC236}">
                        <a16:creationId xmlns="" xmlns:a16="http://schemas.microsoft.com/office/drawing/2014/main" id="{4BAAFE3E-5F88-1EDC-849F-D8AB5B480256}"/>
                      </a:ext>
                    </a:extLst>
                  </p:cNvPr>
                  <p:cNvSpPr>
                    <a:spLocks/>
                  </p:cNvSpPr>
                  <p:nvPr/>
                </p:nvSpPr>
                <p:spPr bwMode="auto">
                  <a:xfrm>
                    <a:off x="5456" y="1428"/>
                    <a:ext cx="22" cy="25"/>
                  </a:xfrm>
                  <a:custGeom>
                    <a:avLst/>
                    <a:gdLst>
                      <a:gd name="T0" fmla="*/ 0 w 654"/>
                      <a:gd name="T1" fmla="*/ 0 h 653"/>
                      <a:gd name="T2" fmla="*/ 0 w 654"/>
                      <a:gd name="T3" fmla="*/ 0 h 653"/>
                      <a:gd name="T4" fmla="*/ 0 w 654"/>
                      <a:gd name="T5" fmla="*/ 0 h 653"/>
                      <a:gd name="T6" fmla="*/ 0 w 654"/>
                      <a:gd name="T7" fmla="*/ 0 h 653"/>
                      <a:gd name="T8" fmla="*/ 0 w 654"/>
                      <a:gd name="T9" fmla="*/ 0 h 653"/>
                      <a:gd name="T10" fmla="*/ 0 w 654"/>
                      <a:gd name="T11" fmla="*/ 0 h 653"/>
                      <a:gd name="T12" fmla="*/ 0 w 654"/>
                      <a:gd name="T13" fmla="*/ 0 h 653"/>
                      <a:gd name="T14" fmla="*/ 0 w 654"/>
                      <a:gd name="T15" fmla="*/ 0 h 653"/>
                      <a:gd name="T16" fmla="*/ 0 w 654"/>
                      <a:gd name="T17" fmla="*/ 0 h 653"/>
                      <a:gd name="T18" fmla="*/ 0 w 654"/>
                      <a:gd name="T19" fmla="*/ 0 h 653"/>
                      <a:gd name="T20" fmla="*/ 0 w 654"/>
                      <a:gd name="T21" fmla="*/ 0 h 653"/>
                      <a:gd name="T22" fmla="*/ 0 w 654"/>
                      <a:gd name="T23" fmla="*/ 0 h 653"/>
                      <a:gd name="T24" fmla="*/ 0 w 654"/>
                      <a:gd name="T25" fmla="*/ 0 h 653"/>
                      <a:gd name="T26" fmla="*/ 0 w 654"/>
                      <a:gd name="T27" fmla="*/ 0 h 653"/>
                      <a:gd name="T28" fmla="*/ 0 w 654"/>
                      <a:gd name="T29" fmla="*/ 0 h 653"/>
                      <a:gd name="T30" fmla="*/ 0 w 654"/>
                      <a:gd name="T31" fmla="*/ 0 h 653"/>
                      <a:gd name="T32" fmla="*/ 0 w 654"/>
                      <a:gd name="T33" fmla="*/ 0 h 653"/>
                      <a:gd name="T34" fmla="*/ 0 w 654"/>
                      <a:gd name="T35" fmla="*/ 0 h 653"/>
                      <a:gd name="T36" fmla="*/ 0 w 654"/>
                      <a:gd name="T37" fmla="*/ 0 h 653"/>
                      <a:gd name="T38" fmla="*/ 0 w 654"/>
                      <a:gd name="T39" fmla="*/ 0 h 653"/>
                      <a:gd name="T40" fmla="*/ 0 w 654"/>
                      <a:gd name="T41" fmla="*/ 0 h 653"/>
                      <a:gd name="T42" fmla="*/ 0 w 654"/>
                      <a:gd name="T43" fmla="*/ 0 h 653"/>
                      <a:gd name="T44" fmla="*/ 0 w 654"/>
                      <a:gd name="T45" fmla="*/ 0 h 653"/>
                      <a:gd name="T46" fmla="*/ 0 w 654"/>
                      <a:gd name="T47" fmla="*/ 0 h 653"/>
                      <a:gd name="T48" fmla="*/ 0 w 654"/>
                      <a:gd name="T49" fmla="*/ 0 h 653"/>
                      <a:gd name="T50" fmla="*/ 0 w 654"/>
                      <a:gd name="T51" fmla="*/ 0 h 653"/>
                      <a:gd name="T52" fmla="*/ 0 w 654"/>
                      <a:gd name="T53" fmla="*/ 0 h 653"/>
                      <a:gd name="T54" fmla="*/ 0 w 654"/>
                      <a:gd name="T55" fmla="*/ 0 h 653"/>
                      <a:gd name="T56" fmla="*/ 0 w 654"/>
                      <a:gd name="T57" fmla="*/ 0 h 653"/>
                      <a:gd name="T58" fmla="*/ 0 w 654"/>
                      <a:gd name="T59" fmla="*/ 0 h 653"/>
                      <a:gd name="T60" fmla="*/ 0 w 654"/>
                      <a:gd name="T61" fmla="*/ 0 h 653"/>
                      <a:gd name="T62" fmla="*/ 0 w 654"/>
                      <a:gd name="T63" fmla="*/ 0 h 653"/>
                      <a:gd name="T64" fmla="*/ 0 w 654"/>
                      <a:gd name="T65" fmla="*/ 0 h 653"/>
                      <a:gd name="T66" fmla="*/ 0 w 654"/>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3"/>
                      <a:gd name="T104" fmla="*/ 654 w 654"/>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3">
                        <a:moveTo>
                          <a:pt x="654" y="653"/>
                        </a:moveTo>
                        <a:lnTo>
                          <a:pt x="654" y="653"/>
                        </a:lnTo>
                        <a:lnTo>
                          <a:pt x="653" y="620"/>
                        </a:lnTo>
                        <a:lnTo>
                          <a:pt x="651" y="587"/>
                        </a:lnTo>
                        <a:lnTo>
                          <a:pt x="647" y="554"/>
                        </a:lnTo>
                        <a:lnTo>
                          <a:pt x="640" y="522"/>
                        </a:lnTo>
                        <a:lnTo>
                          <a:pt x="634" y="491"/>
                        </a:lnTo>
                        <a:lnTo>
                          <a:pt x="625" y="459"/>
                        </a:lnTo>
                        <a:lnTo>
                          <a:pt x="614" y="429"/>
                        </a:lnTo>
                        <a:lnTo>
                          <a:pt x="602" y="399"/>
                        </a:lnTo>
                        <a:lnTo>
                          <a:pt x="589" y="371"/>
                        </a:lnTo>
                        <a:lnTo>
                          <a:pt x="575" y="343"/>
                        </a:lnTo>
                        <a:lnTo>
                          <a:pt x="559" y="315"/>
                        </a:lnTo>
                        <a:lnTo>
                          <a:pt x="542" y="288"/>
                        </a:lnTo>
                        <a:lnTo>
                          <a:pt x="524" y="263"/>
                        </a:lnTo>
                        <a:lnTo>
                          <a:pt x="505" y="238"/>
                        </a:lnTo>
                        <a:lnTo>
                          <a:pt x="484" y="214"/>
                        </a:lnTo>
                        <a:lnTo>
                          <a:pt x="462" y="192"/>
                        </a:lnTo>
                        <a:lnTo>
                          <a:pt x="440" y="170"/>
                        </a:lnTo>
                        <a:lnTo>
                          <a:pt x="416" y="150"/>
                        </a:lnTo>
                        <a:lnTo>
                          <a:pt x="392" y="130"/>
                        </a:lnTo>
                        <a:lnTo>
                          <a:pt x="365" y="112"/>
                        </a:lnTo>
                        <a:lnTo>
                          <a:pt x="339" y="95"/>
                        </a:lnTo>
                        <a:lnTo>
                          <a:pt x="312" y="79"/>
                        </a:lnTo>
                        <a:lnTo>
                          <a:pt x="284" y="65"/>
                        </a:lnTo>
                        <a:lnTo>
                          <a:pt x="254" y="52"/>
                        </a:lnTo>
                        <a:lnTo>
                          <a:pt x="225" y="40"/>
                        </a:lnTo>
                        <a:lnTo>
                          <a:pt x="194" y="30"/>
                        </a:lnTo>
                        <a:lnTo>
                          <a:pt x="164" y="21"/>
                        </a:lnTo>
                        <a:lnTo>
                          <a:pt x="132" y="13"/>
                        </a:lnTo>
                        <a:lnTo>
                          <a:pt x="99" y="8"/>
                        </a:lnTo>
                        <a:lnTo>
                          <a:pt x="67" y="4"/>
                        </a:lnTo>
                        <a:lnTo>
                          <a:pt x="34" y="1"/>
                        </a:lnTo>
                        <a:lnTo>
                          <a:pt x="0" y="0"/>
                        </a:lnTo>
                        <a:lnTo>
                          <a:pt x="0" y="155"/>
                        </a:lnTo>
                        <a:lnTo>
                          <a:pt x="26" y="155"/>
                        </a:lnTo>
                        <a:lnTo>
                          <a:pt x="51" y="157"/>
                        </a:lnTo>
                        <a:lnTo>
                          <a:pt x="77" y="161"/>
                        </a:lnTo>
                        <a:lnTo>
                          <a:pt x="101" y="165"/>
                        </a:lnTo>
                        <a:lnTo>
                          <a:pt x="125" y="170"/>
                        </a:lnTo>
                        <a:lnTo>
                          <a:pt x="148" y="177"/>
                        </a:lnTo>
                        <a:lnTo>
                          <a:pt x="171" y="186"/>
                        </a:lnTo>
                        <a:lnTo>
                          <a:pt x="194" y="194"/>
                        </a:lnTo>
                        <a:lnTo>
                          <a:pt x="216" y="204"/>
                        </a:lnTo>
                        <a:lnTo>
                          <a:pt x="238" y="215"/>
                        </a:lnTo>
                        <a:lnTo>
                          <a:pt x="259" y="227"/>
                        </a:lnTo>
                        <a:lnTo>
                          <a:pt x="279" y="240"/>
                        </a:lnTo>
                        <a:lnTo>
                          <a:pt x="299" y="254"/>
                        </a:lnTo>
                        <a:lnTo>
                          <a:pt x="317" y="268"/>
                        </a:lnTo>
                        <a:lnTo>
                          <a:pt x="336" y="285"/>
                        </a:lnTo>
                        <a:lnTo>
                          <a:pt x="352" y="301"/>
                        </a:lnTo>
                        <a:lnTo>
                          <a:pt x="370" y="319"/>
                        </a:lnTo>
                        <a:lnTo>
                          <a:pt x="385" y="337"/>
                        </a:lnTo>
                        <a:lnTo>
                          <a:pt x="400" y="356"/>
                        </a:lnTo>
                        <a:lnTo>
                          <a:pt x="413" y="375"/>
                        </a:lnTo>
                        <a:lnTo>
                          <a:pt x="426" y="396"/>
                        </a:lnTo>
                        <a:lnTo>
                          <a:pt x="440" y="417"/>
                        </a:lnTo>
                        <a:lnTo>
                          <a:pt x="450" y="437"/>
                        </a:lnTo>
                        <a:lnTo>
                          <a:pt x="460" y="460"/>
                        </a:lnTo>
                        <a:lnTo>
                          <a:pt x="469" y="482"/>
                        </a:lnTo>
                        <a:lnTo>
                          <a:pt x="477" y="505"/>
                        </a:lnTo>
                        <a:lnTo>
                          <a:pt x="483" y="529"/>
                        </a:lnTo>
                        <a:lnTo>
                          <a:pt x="490" y="553"/>
                        </a:lnTo>
                        <a:lnTo>
                          <a:pt x="493" y="578"/>
                        </a:lnTo>
                        <a:lnTo>
                          <a:pt x="496" y="602"/>
                        </a:lnTo>
                        <a:lnTo>
                          <a:pt x="498" y="628"/>
                        </a:lnTo>
                        <a:lnTo>
                          <a:pt x="500" y="653"/>
                        </a:lnTo>
                        <a:lnTo>
                          <a:pt x="654" y="653"/>
                        </a:lnTo>
                        <a:close/>
                      </a:path>
                    </a:pathLst>
                  </a:custGeom>
                  <a:solidFill>
                    <a:srgbClr val="EF2B2F"/>
                  </a:solidFill>
                  <a:ln>
                    <a:noFill/>
                  </a:ln>
                </p:spPr>
                <p:txBody>
                  <a:bodyPr/>
                  <a:lstStyle/>
                  <a:p>
                    <a:pPr>
                      <a:defRPr/>
                    </a:pPr>
                    <a:endParaRPr lang="en-US" sz="1050">
                      <a:latin typeface="+mj-lt"/>
                    </a:endParaRPr>
                  </a:p>
                </p:txBody>
              </p:sp>
              <p:sp>
                <p:nvSpPr>
                  <p:cNvPr id="41742" name="Freeform 146">
                    <a:extLst>
                      <a:ext uri="{FF2B5EF4-FFF2-40B4-BE49-F238E27FC236}">
                        <a16:creationId xmlns="" xmlns:a16="http://schemas.microsoft.com/office/drawing/2014/main" id="{99B68FC4-D9D1-A285-7204-85A23C7E294D}"/>
                      </a:ext>
                    </a:extLst>
                  </p:cNvPr>
                  <p:cNvSpPr>
                    <a:spLocks/>
                  </p:cNvSpPr>
                  <p:nvPr/>
                </p:nvSpPr>
                <p:spPr bwMode="auto">
                  <a:xfrm>
                    <a:off x="5456" y="1454"/>
                    <a:ext cx="22" cy="25"/>
                  </a:xfrm>
                  <a:custGeom>
                    <a:avLst/>
                    <a:gdLst>
                      <a:gd name="T0" fmla="*/ 0 w 654"/>
                      <a:gd name="T1" fmla="*/ 0 h 654"/>
                      <a:gd name="T2" fmla="*/ 0 w 654"/>
                      <a:gd name="T3" fmla="*/ 0 h 654"/>
                      <a:gd name="T4" fmla="*/ 0 w 654"/>
                      <a:gd name="T5" fmla="*/ 0 h 654"/>
                      <a:gd name="T6" fmla="*/ 0 w 654"/>
                      <a:gd name="T7" fmla="*/ 0 h 654"/>
                      <a:gd name="T8" fmla="*/ 0 w 654"/>
                      <a:gd name="T9" fmla="*/ 0 h 654"/>
                      <a:gd name="T10" fmla="*/ 0 w 654"/>
                      <a:gd name="T11" fmla="*/ 0 h 654"/>
                      <a:gd name="T12" fmla="*/ 0 w 654"/>
                      <a:gd name="T13" fmla="*/ 0 h 654"/>
                      <a:gd name="T14" fmla="*/ 0 w 654"/>
                      <a:gd name="T15" fmla="*/ 0 h 654"/>
                      <a:gd name="T16" fmla="*/ 0 w 654"/>
                      <a:gd name="T17" fmla="*/ 0 h 654"/>
                      <a:gd name="T18" fmla="*/ 0 w 654"/>
                      <a:gd name="T19" fmla="*/ 0 h 654"/>
                      <a:gd name="T20" fmla="*/ 0 w 654"/>
                      <a:gd name="T21" fmla="*/ 0 h 654"/>
                      <a:gd name="T22" fmla="*/ 0 w 654"/>
                      <a:gd name="T23" fmla="*/ 0 h 654"/>
                      <a:gd name="T24" fmla="*/ 0 w 654"/>
                      <a:gd name="T25" fmla="*/ 0 h 654"/>
                      <a:gd name="T26" fmla="*/ 0 w 654"/>
                      <a:gd name="T27" fmla="*/ 0 h 654"/>
                      <a:gd name="T28" fmla="*/ 0 w 654"/>
                      <a:gd name="T29" fmla="*/ 0 h 654"/>
                      <a:gd name="T30" fmla="*/ 0 w 654"/>
                      <a:gd name="T31" fmla="*/ 0 h 654"/>
                      <a:gd name="T32" fmla="*/ 0 w 654"/>
                      <a:gd name="T33" fmla="*/ 0 h 654"/>
                      <a:gd name="T34" fmla="*/ 0 w 654"/>
                      <a:gd name="T35" fmla="*/ 0 h 654"/>
                      <a:gd name="T36" fmla="*/ 0 w 654"/>
                      <a:gd name="T37" fmla="*/ 0 h 654"/>
                      <a:gd name="T38" fmla="*/ 0 w 654"/>
                      <a:gd name="T39" fmla="*/ 0 h 654"/>
                      <a:gd name="T40" fmla="*/ 0 w 654"/>
                      <a:gd name="T41" fmla="*/ 0 h 654"/>
                      <a:gd name="T42" fmla="*/ 0 w 654"/>
                      <a:gd name="T43" fmla="*/ 0 h 654"/>
                      <a:gd name="T44" fmla="*/ 0 w 654"/>
                      <a:gd name="T45" fmla="*/ 0 h 654"/>
                      <a:gd name="T46" fmla="*/ 0 w 654"/>
                      <a:gd name="T47" fmla="*/ 0 h 654"/>
                      <a:gd name="T48" fmla="*/ 0 w 654"/>
                      <a:gd name="T49" fmla="*/ 0 h 654"/>
                      <a:gd name="T50" fmla="*/ 0 w 654"/>
                      <a:gd name="T51" fmla="*/ 0 h 654"/>
                      <a:gd name="T52" fmla="*/ 0 w 654"/>
                      <a:gd name="T53" fmla="*/ 0 h 654"/>
                      <a:gd name="T54" fmla="*/ 0 w 654"/>
                      <a:gd name="T55" fmla="*/ 0 h 654"/>
                      <a:gd name="T56" fmla="*/ 0 w 654"/>
                      <a:gd name="T57" fmla="*/ 0 h 654"/>
                      <a:gd name="T58" fmla="*/ 0 w 654"/>
                      <a:gd name="T59" fmla="*/ 0 h 654"/>
                      <a:gd name="T60" fmla="*/ 0 w 654"/>
                      <a:gd name="T61" fmla="*/ 0 h 654"/>
                      <a:gd name="T62" fmla="*/ 0 w 654"/>
                      <a:gd name="T63" fmla="*/ 0 h 654"/>
                      <a:gd name="T64" fmla="*/ 0 w 654"/>
                      <a:gd name="T65" fmla="*/ 0 h 654"/>
                      <a:gd name="T66" fmla="*/ 0 w 654"/>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4"/>
                      <a:gd name="T104" fmla="*/ 654 w 654"/>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4">
                        <a:moveTo>
                          <a:pt x="0" y="654"/>
                        </a:moveTo>
                        <a:lnTo>
                          <a:pt x="0" y="654"/>
                        </a:lnTo>
                        <a:lnTo>
                          <a:pt x="34" y="653"/>
                        </a:lnTo>
                        <a:lnTo>
                          <a:pt x="67" y="651"/>
                        </a:lnTo>
                        <a:lnTo>
                          <a:pt x="99" y="646"/>
                        </a:lnTo>
                        <a:lnTo>
                          <a:pt x="132" y="640"/>
                        </a:lnTo>
                        <a:lnTo>
                          <a:pt x="164" y="633"/>
                        </a:lnTo>
                        <a:lnTo>
                          <a:pt x="194" y="625"/>
                        </a:lnTo>
                        <a:lnTo>
                          <a:pt x="225" y="614"/>
                        </a:lnTo>
                        <a:lnTo>
                          <a:pt x="254" y="602"/>
                        </a:lnTo>
                        <a:lnTo>
                          <a:pt x="284" y="589"/>
                        </a:lnTo>
                        <a:lnTo>
                          <a:pt x="312" y="575"/>
                        </a:lnTo>
                        <a:lnTo>
                          <a:pt x="339" y="559"/>
                        </a:lnTo>
                        <a:lnTo>
                          <a:pt x="365" y="542"/>
                        </a:lnTo>
                        <a:lnTo>
                          <a:pt x="392" y="523"/>
                        </a:lnTo>
                        <a:lnTo>
                          <a:pt x="416" y="505"/>
                        </a:lnTo>
                        <a:lnTo>
                          <a:pt x="440" y="484"/>
                        </a:lnTo>
                        <a:lnTo>
                          <a:pt x="462" y="462"/>
                        </a:lnTo>
                        <a:lnTo>
                          <a:pt x="484" y="439"/>
                        </a:lnTo>
                        <a:lnTo>
                          <a:pt x="505" y="415"/>
                        </a:lnTo>
                        <a:lnTo>
                          <a:pt x="525" y="391"/>
                        </a:lnTo>
                        <a:lnTo>
                          <a:pt x="542" y="365"/>
                        </a:lnTo>
                        <a:lnTo>
                          <a:pt x="559" y="339"/>
                        </a:lnTo>
                        <a:lnTo>
                          <a:pt x="575" y="312"/>
                        </a:lnTo>
                        <a:lnTo>
                          <a:pt x="589" y="284"/>
                        </a:lnTo>
                        <a:lnTo>
                          <a:pt x="602" y="254"/>
                        </a:lnTo>
                        <a:lnTo>
                          <a:pt x="614" y="225"/>
                        </a:lnTo>
                        <a:lnTo>
                          <a:pt x="625" y="194"/>
                        </a:lnTo>
                        <a:lnTo>
                          <a:pt x="634" y="164"/>
                        </a:lnTo>
                        <a:lnTo>
                          <a:pt x="640" y="132"/>
                        </a:lnTo>
                        <a:lnTo>
                          <a:pt x="647" y="99"/>
                        </a:lnTo>
                        <a:lnTo>
                          <a:pt x="651" y="67"/>
                        </a:lnTo>
                        <a:lnTo>
                          <a:pt x="653" y="34"/>
                        </a:lnTo>
                        <a:lnTo>
                          <a:pt x="654" y="0"/>
                        </a:lnTo>
                        <a:lnTo>
                          <a:pt x="500" y="0"/>
                        </a:lnTo>
                        <a:lnTo>
                          <a:pt x="498" y="26"/>
                        </a:lnTo>
                        <a:lnTo>
                          <a:pt x="496" y="51"/>
                        </a:lnTo>
                        <a:lnTo>
                          <a:pt x="493" y="76"/>
                        </a:lnTo>
                        <a:lnTo>
                          <a:pt x="490" y="100"/>
                        </a:lnTo>
                        <a:lnTo>
                          <a:pt x="483" y="124"/>
                        </a:lnTo>
                        <a:lnTo>
                          <a:pt x="477" y="148"/>
                        </a:lnTo>
                        <a:lnTo>
                          <a:pt x="469" y="171"/>
                        </a:lnTo>
                        <a:lnTo>
                          <a:pt x="460" y="194"/>
                        </a:lnTo>
                        <a:lnTo>
                          <a:pt x="450" y="216"/>
                        </a:lnTo>
                        <a:lnTo>
                          <a:pt x="440" y="238"/>
                        </a:lnTo>
                        <a:lnTo>
                          <a:pt x="426" y="258"/>
                        </a:lnTo>
                        <a:lnTo>
                          <a:pt x="413" y="279"/>
                        </a:lnTo>
                        <a:lnTo>
                          <a:pt x="400" y="299"/>
                        </a:lnTo>
                        <a:lnTo>
                          <a:pt x="385" y="317"/>
                        </a:lnTo>
                        <a:lnTo>
                          <a:pt x="370" y="335"/>
                        </a:lnTo>
                        <a:lnTo>
                          <a:pt x="352" y="352"/>
                        </a:lnTo>
                        <a:lnTo>
                          <a:pt x="336" y="370"/>
                        </a:lnTo>
                        <a:lnTo>
                          <a:pt x="317" y="385"/>
                        </a:lnTo>
                        <a:lnTo>
                          <a:pt x="299" y="400"/>
                        </a:lnTo>
                        <a:lnTo>
                          <a:pt x="279" y="413"/>
                        </a:lnTo>
                        <a:lnTo>
                          <a:pt x="259" y="426"/>
                        </a:lnTo>
                        <a:lnTo>
                          <a:pt x="238" y="439"/>
                        </a:lnTo>
                        <a:lnTo>
                          <a:pt x="216" y="450"/>
                        </a:lnTo>
                        <a:lnTo>
                          <a:pt x="194" y="460"/>
                        </a:lnTo>
                        <a:lnTo>
                          <a:pt x="171" y="469"/>
                        </a:lnTo>
                        <a:lnTo>
                          <a:pt x="148" y="476"/>
                        </a:lnTo>
                        <a:lnTo>
                          <a:pt x="126" y="483"/>
                        </a:lnTo>
                        <a:lnTo>
                          <a:pt x="101" y="488"/>
                        </a:lnTo>
                        <a:lnTo>
                          <a:pt x="77" y="493"/>
                        </a:lnTo>
                        <a:lnTo>
                          <a:pt x="51" y="496"/>
                        </a:lnTo>
                        <a:lnTo>
                          <a:pt x="26" y="498"/>
                        </a:lnTo>
                        <a:lnTo>
                          <a:pt x="0" y="499"/>
                        </a:lnTo>
                        <a:lnTo>
                          <a:pt x="0" y="654"/>
                        </a:lnTo>
                        <a:close/>
                      </a:path>
                    </a:pathLst>
                  </a:custGeom>
                  <a:solidFill>
                    <a:srgbClr val="EF2B2F"/>
                  </a:solidFill>
                  <a:ln>
                    <a:noFill/>
                  </a:ln>
                </p:spPr>
                <p:txBody>
                  <a:bodyPr/>
                  <a:lstStyle/>
                  <a:p>
                    <a:pPr>
                      <a:defRPr/>
                    </a:pPr>
                    <a:endParaRPr lang="en-US" sz="1050">
                      <a:latin typeface="+mj-lt"/>
                    </a:endParaRPr>
                  </a:p>
                </p:txBody>
              </p:sp>
              <p:sp>
                <p:nvSpPr>
                  <p:cNvPr id="41743" name="Freeform 147">
                    <a:extLst>
                      <a:ext uri="{FF2B5EF4-FFF2-40B4-BE49-F238E27FC236}">
                        <a16:creationId xmlns="" xmlns:a16="http://schemas.microsoft.com/office/drawing/2014/main" id="{2C2F6A82-DB53-194F-14AD-FA2AD9CCB20F}"/>
                      </a:ext>
                    </a:extLst>
                  </p:cNvPr>
                  <p:cNvSpPr>
                    <a:spLocks/>
                  </p:cNvSpPr>
                  <p:nvPr/>
                </p:nvSpPr>
                <p:spPr bwMode="auto">
                  <a:xfrm>
                    <a:off x="5436" y="1454"/>
                    <a:ext cx="21" cy="25"/>
                  </a:xfrm>
                  <a:custGeom>
                    <a:avLst/>
                    <a:gdLst>
                      <a:gd name="T0" fmla="*/ 0 w 653"/>
                      <a:gd name="T1" fmla="*/ 0 h 654"/>
                      <a:gd name="T2" fmla="*/ 0 w 653"/>
                      <a:gd name="T3" fmla="*/ 0 h 654"/>
                      <a:gd name="T4" fmla="*/ 0 w 653"/>
                      <a:gd name="T5" fmla="*/ 0 h 654"/>
                      <a:gd name="T6" fmla="*/ 0 w 653"/>
                      <a:gd name="T7" fmla="*/ 0 h 654"/>
                      <a:gd name="T8" fmla="*/ 0 w 653"/>
                      <a:gd name="T9" fmla="*/ 0 h 654"/>
                      <a:gd name="T10" fmla="*/ 0 w 653"/>
                      <a:gd name="T11" fmla="*/ 0 h 654"/>
                      <a:gd name="T12" fmla="*/ 0 w 653"/>
                      <a:gd name="T13" fmla="*/ 0 h 654"/>
                      <a:gd name="T14" fmla="*/ 0 w 653"/>
                      <a:gd name="T15" fmla="*/ 0 h 654"/>
                      <a:gd name="T16" fmla="*/ 0 w 653"/>
                      <a:gd name="T17" fmla="*/ 0 h 654"/>
                      <a:gd name="T18" fmla="*/ 0 w 653"/>
                      <a:gd name="T19" fmla="*/ 0 h 654"/>
                      <a:gd name="T20" fmla="*/ 0 w 653"/>
                      <a:gd name="T21" fmla="*/ 0 h 654"/>
                      <a:gd name="T22" fmla="*/ 0 w 653"/>
                      <a:gd name="T23" fmla="*/ 0 h 654"/>
                      <a:gd name="T24" fmla="*/ 0 w 653"/>
                      <a:gd name="T25" fmla="*/ 0 h 654"/>
                      <a:gd name="T26" fmla="*/ 0 w 653"/>
                      <a:gd name="T27" fmla="*/ 0 h 654"/>
                      <a:gd name="T28" fmla="*/ 0 w 653"/>
                      <a:gd name="T29" fmla="*/ 0 h 654"/>
                      <a:gd name="T30" fmla="*/ 0 w 653"/>
                      <a:gd name="T31" fmla="*/ 0 h 654"/>
                      <a:gd name="T32" fmla="*/ 0 w 653"/>
                      <a:gd name="T33" fmla="*/ 0 h 654"/>
                      <a:gd name="T34" fmla="*/ 0 w 653"/>
                      <a:gd name="T35" fmla="*/ 0 h 654"/>
                      <a:gd name="T36" fmla="*/ 0 w 653"/>
                      <a:gd name="T37" fmla="*/ 0 h 654"/>
                      <a:gd name="T38" fmla="*/ 0 w 653"/>
                      <a:gd name="T39" fmla="*/ 0 h 654"/>
                      <a:gd name="T40" fmla="*/ 0 w 653"/>
                      <a:gd name="T41" fmla="*/ 0 h 654"/>
                      <a:gd name="T42" fmla="*/ 0 w 653"/>
                      <a:gd name="T43" fmla="*/ 0 h 654"/>
                      <a:gd name="T44" fmla="*/ 0 w 653"/>
                      <a:gd name="T45" fmla="*/ 0 h 654"/>
                      <a:gd name="T46" fmla="*/ 0 w 653"/>
                      <a:gd name="T47" fmla="*/ 0 h 654"/>
                      <a:gd name="T48" fmla="*/ 0 w 653"/>
                      <a:gd name="T49" fmla="*/ 0 h 654"/>
                      <a:gd name="T50" fmla="*/ 0 w 653"/>
                      <a:gd name="T51" fmla="*/ 0 h 654"/>
                      <a:gd name="T52" fmla="*/ 0 w 653"/>
                      <a:gd name="T53" fmla="*/ 0 h 654"/>
                      <a:gd name="T54" fmla="*/ 0 w 653"/>
                      <a:gd name="T55" fmla="*/ 0 h 654"/>
                      <a:gd name="T56" fmla="*/ 0 w 653"/>
                      <a:gd name="T57" fmla="*/ 0 h 654"/>
                      <a:gd name="T58" fmla="*/ 0 w 653"/>
                      <a:gd name="T59" fmla="*/ 0 h 654"/>
                      <a:gd name="T60" fmla="*/ 0 w 653"/>
                      <a:gd name="T61" fmla="*/ 0 h 654"/>
                      <a:gd name="T62" fmla="*/ 0 w 653"/>
                      <a:gd name="T63" fmla="*/ 0 h 654"/>
                      <a:gd name="T64" fmla="*/ 0 w 653"/>
                      <a:gd name="T65" fmla="*/ 0 h 654"/>
                      <a:gd name="T66" fmla="*/ 0 w 653"/>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3"/>
                      <a:gd name="T103" fmla="*/ 0 h 654"/>
                      <a:gd name="T104" fmla="*/ 653 w 653"/>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3" h="654">
                        <a:moveTo>
                          <a:pt x="0" y="0"/>
                        </a:moveTo>
                        <a:lnTo>
                          <a:pt x="0" y="0"/>
                        </a:lnTo>
                        <a:lnTo>
                          <a:pt x="1" y="34"/>
                        </a:lnTo>
                        <a:lnTo>
                          <a:pt x="4" y="67"/>
                        </a:lnTo>
                        <a:lnTo>
                          <a:pt x="8" y="99"/>
                        </a:lnTo>
                        <a:lnTo>
                          <a:pt x="13" y="132"/>
                        </a:lnTo>
                        <a:lnTo>
                          <a:pt x="21" y="164"/>
                        </a:lnTo>
                        <a:lnTo>
                          <a:pt x="30" y="194"/>
                        </a:lnTo>
                        <a:lnTo>
                          <a:pt x="40" y="225"/>
                        </a:lnTo>
                        <a:lnTo>
                          <a:pt x="51" y="254"/>
                        </a:lnTo>
                        <a:lnTo>
                          <a:pt x="65" y="284"/>
                        </a:lnTo>
                        <a:lnTo>
                          <a:pt x="79" y="312"/>
                        </a:lnTo>
                        <a:lnTo>
                          <a:pt x="95" y="339"/>
                        </a:lnTo>
                        <a:lnTo>
                          <a:pt x="111" y="365"/>
                        </a:lnTo>
                        <a:lnTo>
                          <a:pt x="130" y="391"/>
                        </a:lnTo>
                        <a:lnTo>
                          <a:pt x="150" y="415"/>
                        </a:lnTo>
                        <a:lnTo>
                          <a:pt x="170" y="439"/>
                        </a:lnTo>
                        <a:lnTo>
                          <a:pt x="192" y="462"/>
                        </a:lnTo>
                        <a:lnTo>
                          <a:pt x="214" y="484"/>
                        </a:lnTo>
                        <a:lnTo>
                          <a:pt x="238" y="505"/>
                        </a:lnTo>
                        <a:lnTo>
                          <a:pt x="263" y="523"/>
                        </a:lnTo>
                        <a:lnTo>
                          <a:pt x="288" y="542"/>
                        </a:lnTo>
                        <a:lnTo>
                          <a:pt x="315" y="559"/>
                        </a:lnTo>
                        <a:lnTo>
                          <a:pt x="343" y="575"/>
                        </a:lnTo>
                        <a:lnTo>
                          <a:pt x="371" y="589"/>
                        </a:lnTo>
                        <a:lnTo>
                          <a:pt x="399" y="602"/>
                        </a:lnTo>
                        <a:lnTo>
                          <a:pt x="429" y="614"/>
                        </a:lnTo>
                        <a:lnTo>
                          <a:pt x="459" y="625"/>
                        </a:lnTo>
                        <a:lnTo>
                          <a:pt x="491" y="633"/>
                        </a:lnTo>
                        <a:lnTo>
                          <a:pt x="522" y="640"/>
                        </a:lnTo>
                        <a:lnTo>
                          <a:pt x="554" y="646"/>
                        </a:lnTo>
                        <a:lnTo>
                          <a:pt x="587" y="651"/>
                        </a:lnTo>
                        <a:lnTo>
                          <a:pt x="621" y="653"/>
                        </a:lnTo>
                        <a:lnTo>
                          <a:pt x="653" y="654"/>
                        </a:lnTo>
                        <a:lnTo>
                          <a:pt x="653" y="499"/>
                        </a:lnTo>
                        <a:lnTo>
                          <a:pt x="627" y="498"/>
                        </a:lnTo>
                        <a:lnTo>
                          <a:pt x="602" y="496"/>
                        </a:lnTo>
                        <a:lnTo>
                          <a:pt x="577" y="493"/>
                        </a:lnTo>
                        <a:lnTo>
                          <a:pt x="553" y="488"/>
                        </a:lnTo>
                        <a:lnTo>
                          <a:pt x="529" y="483"/>
                        </a:lnTo>
                        <a:lnTo>
                          <a:pt x="505" y="476"/>
                        </a:lnTo>
                        <a:lnTo>
                          <a:pt x="482" y="469"/>
                        </a:lnTo>
                        <a:lnTo>
                          <a:pt x="460" y="460"/>
                        </a:lnTo>
                        <a:lnTo>
                          <a:pt x="437" y="450"/>
                        </a:lnTo>
                        <a:lnTo>
                          <a:pt x="417" y="438"/>
                        </a:lnTo>
                        <a:lnTo>
                          <a:pt x="395" y="426"/>
                        </a:lnTo>
                        <a:lnTo>
                          <a:pt x="375" y="413"/>
                        </a:lnTo>
                        <a:lnTo>
                          <a:pt x="356" y="400"/>
                        </a:lnTo>
                        <a:lnTo>
                          <a:pt x="337" y="385"/>
                        </a:lnTo>
                        <a:lnTo>
                          <a:pt x="319" y="370"/>
                        </a:lnTo>
                        <a:lnTo>
                          <a:pt x="301" y="352"/>
                        </a:lnTo>
                        <a:lnTo>
                          <a:pt x="285" y="335"/>
                        </a:lnTo>
                        <a:lnTo>
                          <a:pt x="268" y="317"/>
                        </a:lnTo>
                        <a:lnTo>
                          <a:pt x="254" y="299"/>
                        </a:lnTo>
                        <a:lnTo>
                          <a:pt x="240" y="279"/>
                        </a:lnTo>
                        <a:lnTo>
                          <a:pt x="227" y="258"/>
                        </a:lnTo>
                        <a:lnTo>
                          <a:pt x="215" y="238"/>
                        </a:lnTo>
                        <a:lnTo>
                          <a:pt x="204" y="216"/>
                        </a:lnTo>
                        <a:lnTo>
                          <a:pt x="194" y="194"/>
                        </a:lnTo>
                        <a:lnTo>
                          <a:pt x="186" y="171"/>
                        </a:lnTo>
                        <a:lnTo>
                          <a:pt x="177" y="148"/>
                        </a:lnTo>
                        <a:lnTo>
                          <a:pt x="170" y="125"/>
                        </a:lnTo>
                        <a:lnTo>
                          <a:pt x="165" y="100"/>
                        </a:lnTo>
                        <a:lnTo>
                          <a:pt x="161" y="76"/>
                        </a:lnTo>
                        <a:lnTo>
                          <a:pt x="157" y="51"/>
                        </a:lnTo>
                        <a:lnTo>
                          <a:pt x="155" y="26"/>
                        </a:lnTo>
                        <a:lnTo>
                          <a:pt x="155" y="0"/>
                        </a:lnTo>
                        <a:lnTo>
                          <a:pt x="0" y="0"/>
                        </a:lnTo>
                        <a:close/>
                      </a:path>
                    </a:pathLst>
                  </a:custGeom>
                  <a:solidFill>
                    <a:srgbClr val="EF2B2F"/>
                  </a:solidFill>
                  <a:ln>
                    <a:noFill/>
                  </a:ln>
                </p:spPr>
                <p:txBody>
                  <a:bodyPr/>
                  <a:lstStyle/>
                  <a:p>
                    <a:pPr>
                      <a:defRPr/>
                    </a:pPr>
                    <a:endParaRPr lang="en-US" sz="1050">
                      <a:latin typeface="+mj-lt"/>
                    </a:endParaRPr>
                  </a:p>
                </p:txBody>
              </p:sp>
              <p:sp>
                <p:nvSpPr>
                  <p:cNvPr id="41744" name="Freeform 148">
                    <a:extLst>
                      <a:ext uri="{FF2B5EF4-FFF2-40B4-BE49-F238E27FC236}">
                        <a16:creationId xmlns="" xmlns:a16="http://schemas.microsoft.com/office/drawing/2014/main" id="{E9449F60-3545-03F4-0415-35E447E9FAE3}"/>
                      </a:ext>
                    </a:extLst>
                  </p:cNvPr>
                  <p:cNvSpPr>
                    <a:spLocks/>
                  </p:cNvSpPr>
                  <p:nvPr/>
                </p:nvSpPr>
                <p:spPr bwMode="auto">
                  <a:xfrm>
                    <a:off x="5436" y="1428"/>
                    <a:ext cx="21" cy="25"/>
                  </a:xfrm>
                  <a:custGeom>
                    <a:avLst/>
                    <a:gdLst>
                      <a:gd name="T0" fmla="*/ 0 w 653"/>
                      <a:gd name="T1" fmla="*/ 0 h 653"/>
                      <a:gd name="T2" fmla="*/ 0 w 653"/>
                      <a:gd name="T3" fmla="*/ 0 h 653"/>
                      <a:gd name="T4" fmla="*/ 0 w 653"/>
                      <a:gd name="T5" fmla="*/ 0 h 653"/>
                      <a:gd name="T6" fmla="*/ 0 w 653"/>
                      <a:gd name="T7" fmla="*/ 0 h 653"/>
                      <a:gd name="T8" fmla="*/ 0 w 653"/>
                      <a:gd name="T9" fmla="*/ 0 h 653"/>
                      <a:gd name="T10" fmla="*/ 0 w 653"/>
                      <a:gd name="T11" fmla="*/ 0 h 653"/>
                      <a:gd name="T12" fmla="*/ 0 w 653"/>
                      <a:gd name="T13" fmla="*/ 0 h 653"/>
                      <a:gd name="T14" fmla="*/ 0 w 653"/>
                      <a:gd name="T15" fmla="*/ 0 h 653"/>
                      <a:gd name="T16" fmla="*/ 0 w 653"/>
                      <a:gd name="T17" fmla="*/ 0 h 653"/>
                      <a:gd name="T18" fmla="*/ 0 w 653"/>
                      <a:gd name="T19" fmla="*/ 0 h 653"/>
                      <a:gd name="T20" fmla="*/ 0 w 653"/>
                      <a:gd name="T21" fmla="*/ 0 h 653"/>
                      <a:gd name="T22" fmla="*/ 0 w 653"/>
                      <a:gd name="T23" fmla="*/ 0 h 653"/>
                      <a:gd name="T24" fmla="*/ 0 w 653"/>
                      <a:gd name="T25" fmla="*/ 0 h 653"/>
                      <a:gd name="T26" fmla="*/ 0 w 653"/>
                      <a:gd name="T27" fmla="*/ 0 h 653"/>
                      <a:gd name="T28" fmla="*/ 0 w 653"/>
                      <a:gd name="T29" fmla="*/ 0 h 653"/>
                      <a:gd name="T30" fmla="*/ 0 w 653"/>
                      <a:gd name="T31" fmla="*/ 0 h 653"/>
                      <a:gd name="T32" fmla="*/ 0 w 653"/>
                      <a:gd name="T33" fmla="*/ 0 h 653"/>
                      <a:gd name="T34" fmla="*/ 0 w 653"/>
                      <a:gd name="T35" fmla="*/ 0 h 653"/>
                      <a:gd name="T36" fmla="*/ 0 w 653"/>
                      <a:gd name="T37" fmla="*/ 0 h 653"/>
                      <a:gd name="T38" fmla="*/ 0 w 653"/>
                      <a:gd name="T39" fmla="*/ 0 h 653"/>
                      <a:gd name="T40" fmla="*/ 0 w 653"/>
                      <a:gd name="T41" fmla="*/ 0 h 653"/>
                      <a:gd name="T42" fmla="*/ 0 w 653"/>
                      <a:gd name="T43" fmla="*/ 0 h 653"/>
                      <a:gd name="T44" fmla="*/ 0 w 653"/>
                      <a:gd name="T45" fmla="*/ 0 h 653"/>
                      <a:gd name="T46" fmla="*/ 0 w 653"/>
                      <a:gd name="T47" fmla="*/ 0 h 653"/>
                      <a:gd name="T48" fmla="*/ 0 w 653"/>
                      <a:gd name="T49" fmla="*/ 0 h 653"/>
                      <a:gd name="T50" fmla="*/ 0 w 653"/>
                      <a:gd name="T51" fmla="*/ 0 h 653"/>
                      <a:gd name="T52" fmla="*/ 0 w 653"/>
                      <a:gd name="T53" fmla="*/ 0 h 653"/>
                      <a:gd name="T54" fmla="*/ 0 w 653"/>
                      <a:gd name="T55" fmla="*/ 0 h 653"/>
                      <a:gd name="T56" fmla="*/ 0 w 653"/>
                      <a:gd name="T57" fmla="*/ 0 h 653"/>
                      <a:gd name="T58" fmla="*/ 0 w 653"/>
                      <a:gd name="T59" fmla="*/ 0 h 653"/>
                      <a:gd name="T60" fmla="*/ 0 w 653"/>
                      <a:gd name="T61" fmla="*/ 0 h 653"/>
                      <a:gd name="T62" fmla="*/ 0 w 653"/>
                      <a:gd name="T63" fmla="*/ 0 h 653"/>
                      <a:gd name="T64" fmla="*/ 0 w 653"/>
                      <a:gd name="T65" fmla="*/ 0 h 653"/>
                      <a:gd name="T66" fmla="*/ 0 w 653"/>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3"/>
                      <a:gd name="T103" fmla="*/ 0 h 653"/>
                      <a:gd name="T104" fmla="*/ 653 w 653"/>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3" h="653">
                        <a:moveTo>
                          <a:pt x="653" y="0"/>
                        </a:moveTo>
                        <a:lnTo>
                          <a:pt x="653" y="0"/>
                        </a:lnTo>
                        <a:lnTo>
                          <a:pt x="619" y="1"/>
                        </a:lnTo>
                        <a:lnTo>
                          <a:pt x="587" y="4"/>
                        </a:lnTo>
                        <a:lnTo>
                          <a:pt x="554" y="8"/>
                        </a:lnTo>
                        <a:lnTo>
                          <a:pt x="522" y="13"/>
                        </a:lnTo>
                        <a:lnTo>
                          <a:pt x="491" y="21"/>
                        </a:lnTo>
                        <a:lnTo>
                          <a:pt x="459" y="30"/>
                        </a:lnTo>
                        <a:lnTo>
                          <a:pt x="429" y="40"/>
                        </a:lnTo>
                        <a:lnTo>
                          <a:pt x="399" y="52"/>
                        </a:lnTo>
                        <a:lnTo>
                          <a:pt x="371" y="65"/>
                        </a:lnTo>
                        <a:lnTo>
                          <a:pt x="343" y="79"/>
                        </a:lnTo>
                        <a:lnTo>
                          <a:pt x="315" y="95"/>
                        </a:lnTo>
                        <a:lnTo>
                          <a:pt x="288" y="112"/>
                        </a:lnTo>
                        <a:lnTo>
                          <a:pt x="263" y="130"/>
                        </a:lnTo>
                        <a:lnTo>
                          <a:pt x="238" y="150"/>
                        </a:lnTo>
                        <a:lnTo>
                          <a:pt x="214" y="170"/>
                        </a:lnTo>
                        <a:lnTo>
                          <a:pt x="192" y="192"/>
                        </a:lnTo>
                        <a:lnTo>
                          <a:pt x="170" y="214"/>
                        </a:lnTo>
                        <a:lnTo>
                          <a:pt x="150" y="238"/>
                        </a:lnTo>
                        <a:lnTo>
                          <a:pt x="130" y="263"/>
                        </a:lnTo>
                        <a:lnTo>
                          <a:pt x="111" y="288"/>
                        </a:lnTo>
                        <a:lnTo>
                          <a:pt x="95" y="315"/>
                        </a:lnTo>
                        <a:lnTo>
                          <a:pt x="79" y="343"/>
                        </a:lnTo>
                        <a:lnTo>
                          <a:pt x="65" y="371"/>
                        </a:lnTo>
                        <a:lnTo>
                          <a:pt x="51" y="399"/>
                        </a:lnTo>
                        <a:lnTo>
                          <a:pt x="40" y="429"/>
                        </a:lnTo>
                        <a:lnTo>
                          <a:pt x="30" y="459"/>
                        </a:lnTo>
                        <a:lnTo>
                          <a:pt x="21" y="491"/>
                        </a:lnTo>
                        <a:lnTo>
                          <a:pt x="13" y="522"/>
                        </a:lnTo>
                        <a:lnTo>
                          <a:pt x="8" y="554"/>
                        </a:lnTo>
                        <a:lnTo>
                          <a:pt x="4" y="587"/>
                        </a:lnTo>
                        <a:lnTo>
                          <a:pt x="1" y="620"/>
                        </a:lnTo>
                        <a:lnTo>
                          <a:pt x="0" y="653"/>
                        </a:lnTo>
                        <a:lnTo>
                          <a:pt x="155" y="653"/>
                        </a:lnTo>
                        <a:lnTo>
                          <a:pt x="155" y="627"/>
                        </a:lnTo>
                        <a:lnTo>
                          <a:pt x="157" y="602"/>
                        </a:lnTo>
                        <a:lnTo>
                          <a:pt x="161" y="578"/>
                        </a:lnTo>
                        <a:lnTo>
                          <a:pt x="165" y="553"/>
                        </a:lnTo>
                        <a:lnTo>
                          <a:pt x="170" y="529"/>
                        </a:lnTo>
                        <a:lnTo>
                          <a:pt x="177" y="505"/>
                        </a:lnTo>
                        <a:lnTo>
                          <a:pt x="186" y="482"/>
                        </a:lnTo>
                        <a:lnTo>
                          <a:pt x="194" y="460"/>
                        </a:lnTo>
                        <a:lnTo>
                          <a:pt x="204" y="437"/>
                        </a:lnTo>
                        <a:lnTo>
                          <a:pt x="215" y="417"/>
                        </a:lnTo>
                        <a:lnTo>
                          <a:pt x="227" y="396"/>
                        </a:lnTo>
                        <a:lnTo>
                          <a:pt x="240" y="375"/>
                        </a:lnTo>
                        <a:lnTo>
                          <a:pt x="254" y="356"/>
                        </a:lnTo>
                        <a:lnTo>
                          <a:pt x="268" y="337"/>
                        </a:lnTo>
                        <a:lnTo>
                          <a:pt x="285" y="319"/>
                        </a:lnTo>
                        <a:lnTo>
                          <a:pt x="301" y="301"/>
                        </a:lnTo>
                        <a:lnTo>
                          <a:pt x="319" y="285"/>
                        </a:lnTo>
                        <a:lnTo>
                          <a:pt x="337" y="268"/>
                        </a:lnTo>
                        <a:lnTo>
                          <a:pt x="356" y="254"/>
                        </a:lnTo>
                        <a:lnTo>
                          <a:pt x="375" y="240"/>
                        </a:lnTo>
                        <a:lnTo>
                          <a:pt x="395" y="227"/>
                        </a:lnTo>
                        <a:lnTo>
                          <a:pt x="417" y="215"/>
                        </a:lnTo>
                        <a:lnTo>
                          <a:pt x="437" y="204"/>
                        </a:lnTo>
                        <a:lnTo>
                          <a:pt x="460" y="194"/>
                        </a:lnTo>
                        <a:lnTo>
                          <a:pt x="482" y="186"/>
                        </a:lnTo>
                        <a:lnTo>
                          <a:pt x="505" y="177"/>
                        </a:lnTo>
                        <a:lnTo>
                          <a:pt x="529" y="170"/>
                        </a:lnTo>
                        <a:lnTo>
                          <a:pt x="553" y="165"/>
                        </a:lnTo>
                        <a:lnTo>
                          <a:pt x="577" y="161"/>
                        </a:lnTo>
                        <a:lnTo>
                          <a:pt x="602" y="157"/>
                        </a:lnTo>
                        <a:lnTo>
                          <a:pt x="628" y="155"/>
                        </a:lnTo>
                        <a:lnTo>
                          <a:pt x="653" y="155"/>
                        </a:lnTo>
                        <a:lnTo>
                          <a:pt x="653" y="0"/>
                        </a:lnTo>
                        <a:close/>
                      </a:path>
                    </a:pathLst>
                  </a:custGeom>
                  <a:solidFill>
                    <a:srgbClr val="EF2B2F"/>
                  </a:solidFill>
                  <a:ln>
                    <a:noFill/>
                  </a:ln>
                </p:spPr>
                <p:txBody>
                  <a:bodyPr/>
                  <a:lstStyle/>
                  <a:p>
                    <a:pPr>
                      <a:defRPr/>
                    </a:pPr>
                    <a:endParaRPr lang="en-US" sz="1050">
                      <a:latin typeface="+mj-lt"/>
                    </a:endParaRPr>
                  </a:p>
                </p:txBody>
              </p:sp>
              <p:sp>
                <p:nvSpPr>
                  <p:cNvPr id="41745" name="Freeform 149">
                    <a:extLst>
                      <a:ext uri="{FF2B5EF4-FFF2-40B4-BE49-F238E27FC236}">
                        <a16:creationId xmlns="" xmlns:a16="http://schemas.microsoft.com/office/drawing/2014/main" id="{FC7A2549-786C-F632-1A58-0A691C658CC4}"/>
                      </a:ext>
                    </a:extLst>
                  </p:cNvPr>
                  <p:cNvSpPr>
                    <a:spLocks/>
                  </p:cNvSpPr>
                  <p:nvPr/>
                </p:nvSpPr>
                <p:spPr bwMode="auto">
                  <a:xfrm>
                    <a:off x="5184" y="1375"/>
                    <a:ext cx="23" cy="25"/>
                  </a:xfrm>
                  <a:custGeom>
                    <a:avLst/>
                    <a:gdLst>
                      <a:gd name="T0" fmla="*/ 0 w 654"/>
                      <a:gd name="T1" fmla="*/ 0 h 653"/>
                      <a:gd name="T2" fmla="*/ 0 w 654"/>
                      <a:gd name="T3" fmla="*/ 0 h 653"/>
                      <a:gd name="T4" fmla="*/ 0 w 654"/>
                      <a:gd name="T5" fmla="*/ 0 h 653"/>
                      <a:gd name="T6" fmla="*/ 0 w 654"/>
                      <a:gd name="T7" fmla="*/ 0 h 653"/>
                      <a:gd name="T8" fmla="*/ 0 w 654"/>
                      <a:gd name="T9" fmla="*/ 0 h 653"/>
                      <a:gd name="T10" fmla="*/ 0 w 654"/>
                      <a:gd name="T11" fmla="*/ 0 h 653"/>
                      <a:gd name="T12" fmla="*/ 0 w 654"/>
                      <a:gd name="T13" fmla="*/ 0 h 653"/>
                      <a:gd name="T14" fmla="*/ 0 w 654"/>
                      <a:gd name="T15" fmla="*/ 0 h 653"/>
                      <a:gd name="T16" fmla="*/ 0 w 654"/>
                      <a:gd name="T17" fmla="*/ 0 h 653"/>
                      <a:gd name="T18" fmla="*/ 0 w 654"/>
                      <a:gd name="T19" fmla="*/ 0 h 653"/>
                      <a:gd name="T20" fmla="*/ 0 w 654"/>
                      <a:gd name="T21" fmla="*/ 0 h 653"/>
                      <a:gd name="T22" fmla="*/ 0 w 654"/>
                      <a:gd name="T23" fmla="*/ 0 h 653"/>
                      <a:gd name="T24" fmla="*/ 0 w 654"/>
                      <a:gd name="T25" fmla="*/ 0 h 653"/>
                      <a:gd name="T26" fmla="*/ 0 w 654"/>
                      <a:gd name="T27" fmla="*/ 0 h 653"/>
                      <a:gd name="T28" fmla="*/ 0 w 654"/>
                      <a:gd name="T29" fmla="*/ 0 h 653"/>
                      <a:gd name="T30" fmla="*/ 0 w 654"/>
                      <a:gd name="T31" fmla="*/ 0 h 653"/>
                      <a:gd name="T32" fmla="*/ 0 w 654"/>
                      <a:gd name="T33" fmla="*/ 0 h 653"/>
                      <a:gd name="T34" fmla="*/ 0 w 654"/>
                      <a:gd name="T35" fmla="*/ 0 h 653"/>
                      <a:gd name="T36" fmla="*/ 0 w 654"/>
                      <a:gd name="T37" fmla="*/ 0 h 653"/>
                      <a:gd name="T38" fmla="*/ 0 w 654"/>
                      <a:gd name="T39" fmla="*/ 0 h 653"/>
                      <a:gd name="T40" fmla="*/ 0 w 654"/>
                      <a:gd name="T41" fmla="*/ 0 h 653"/>
                      <a:gd name="T42" fmla="*/ 0 w 654"/>
                      <a:gd name="T43" fmla="*/ 0 h 653"/>
                      <a:gd name="T44" fmla="*/ 0 w 654"/>
                      <a:gd name="T45" fmla="*/ 0 h 653"/>
                      <a:gd name="T46" fmla="*/ 0 w 654"/>
                      <a:gd name="T47" fmla="*/ 0 h 653"/>
                      <a:gd name="T48" fmla="*/ 0 w 654"/>
                      <a:gd name="T49" fmla="*/ 0 h 653"/>
                      <a:gd name="T50" fmla="*/ 0 w 654"/>
                      <a:gd name="T51" fmla="*/ 0 h 653"/>
                      <a:gd name="T52" fmla="*/ 0 w 654"/>
                      <a:gd name="T53" fmla="*/ 0 h 653"/>
                      <a:gd name="T54" fmla="*/ 0 w 654"/>
                      <a:gd name="T55" fmla="*/ 0 h 653"/>
                      <a:gd name="T56" fmla="*/ 0 w 654"/>
                      <a:gd name="T57" fmla="*/ 0 h 653"/>
                      <a:gd name="T58" fmla="*/ 0 w 654"/>
                      <a:gd name="T59" fmla="*/ 0 h 653"/>
                      <a:gd name="T60" fmla="*/ 0 w 654"/>
                      <a:gd name="T61" fmla="*/ 0 h 653"/>
                      <a:gd name="T62" fmla="*/ 0 w 654"/>
                      <a:gd name="T63" fmla="*/ 0 h 653"/>
                      <a:gd name="T64" fmla="*/ 0 w 654"/>
                      <a:gd name="T65" fmla="*/ 0 h 653"/>
                      <a:gd name="T66" fmla="*/ 0 w 654"/>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3"/>
                      <a:gd name="T104" fmla="*/ 654 w 654"/>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3">
                        <a:moveTo>
                          <a:pt x="654" y="653"/>
                        </a:moveTo>
                        <a:lnTo>
                          <a:pt x="654" y="653"/>
                        </a:lnTo>
                        <a:lnTo>
                          <a:pt x="653" y="620"/>
                        </a:lnTo>
                        <a:lnTo>
                          <a:pt x="649" y="586"/>
                        </a:lnTo>
                        <a:lnTo>
                          <a:pt x="646" y="553"/>
                        </a:lnTo>
                        <a:lnTo>
                          <a:pt x="640" y="522"/>
                        </a:lnTo>
                        <a:lnTo>
                          <a:pt x="632" y="490"/>
                        </a:lnTo>
                        <a:lnTo>
                          <a:pt x="623" y="459"/>
                        </a:lnTo>
                        <a:lnTo>
                          <a:pt x="613" y="428"/>
                        </a:lnTo>
                        <a:lnTo>
                          <a:pt x="601" y="399"/>
                        </a:lnTo>
                        <a:lnTo>
                          <a:pt x="588" y="370"/>
                        </a:lnTo>
                        <a:lnTo>
                          <a:pt x="574" y="342"/>
                        </a:lnTo>
                        <a:lnTo>
                          <a:pt x="558" y="315"/>
                        </a:lnTo>
                        <a:lnTo>
                          <a:pt x="542" y="287"/>
                        </a:lnTo>
                        <a:lnTo>
                          <a:pt x="523" y="262"/>
                        </a:lnTo>
                        <a:lnTo>
                          <a:pt x="503" y="237"/>
                        </a:lnTo>
                        <a:lnTo>
                          <a:pt x="483" y="214"/>
                        </a:lnTo>
                        <a:lnTo>
                          <a:pt x="462" y="192"/>
                        </a:lnTo>
                        <a:lnTo>
                          <a:pt x="439" y="170"/>
                        </a:lnTo>
                        <a:lnTo>
                          <a:pt x="415" y="149"/>
                        </a:lnTo>
                        <a:lnTo>
                          <a:pt x="390" y="129"/>
                        </a:lnTo>
                        <a:lnTo>
                          <a:pt x="365" y="111"/>
                        </a:lnTo>
                        <a:lnTo>
                          <a:pt x="338" y="95"/>
                        </a:lnTo>
                        <a:lnTo>
                          <a:pt x="310" y="79"/>
                        </a:lnTo>
                        <a:lnTo>
                          <a:pt x="282" y="64"/>
                        </a:lnTo>
                        <a:lnTo>
                          <a:pt x="254" y="51"/>
                        </a:lnTo>
                        <a:lnTo>
                          <a:pt x="224" y="39"/>
                        </a:lnTo>
                        <a:lnTo>
                          <a:pt x="194" y="29"/>
                        </a:lnTo>
                        <a:lnTo>
                          <a:pt x="162" y="20"/>
                        </a:lnTo>
                        <a:lnTo>
                          <a:pt x="131" y="13"/>
                        </a:lnTo>
                        <a:lnTo>
                          <a:pt x="99" y="7"/>
                        </a:lnTo>
                        <a:lnTo>
                          <a:pt x="66" y="3"/>
                        </a:lnTo>
                        <a:lnTo>
                          <a:pt x="34" y="1"/>
                        </a:lnTo>
                        <a:lnTo>
                          <a:pt x="0" y="0"/>
                        </a:lnTo>
                        <a:lnTo>
                          <a:pt x="0" y="154"/>
                        </a:lnTo>
                        <a:lnTo>
                          <a:pt x="25" y="154"/>
                        </a:lnTo>
                        <a:lnTo>
                          <a:pt x="51" y="157"/>
                        </a:lnTo>
                        <a:lnTo>
                          <a:pt x="76" y="160"/>
                        </a:lnTo>
                        <a:lnTo>
                          <a:pt x="100" y="164"/>
                        </a:lnTo>
                        <a:lnTo>
                          <a:pt x="124" y="170"/>
                        </a:lnTo>
                        <a:lnTo>
                          <a:pt x="148" y="176"/>
                        </a:lnTo>
                        <a:lnTo>
                          <a:pt x="171" y="185"/>
                        </a:lnTo>
                        <a:lnTo>
                          <a:pt x="193" y="194"/>
                        </a:lnTo>
                        <a:lnTo>
                          <a:pt x="216" y="204"/>
                        </a:lnTo>
                        <a:lnTo>
                          <a:pt x="237" y="214"/>
                        </a:lnTo>
                        <a:lnTo>
                          <a:pt x="258" y="226"/>
                        </a:lnTo>
                        <a:lnTo>
                          <a:pt x="278" y="239"/>
                        </a:lnTo>
                        <a:lnTo>
                          <a:pt x="297" y="254"/>
                        </a:lnTo>
                        <a:lnTo>
                          <a:pt x="316" y="269"/>
                        </a:lnTo>
                        <a:lnTo>
                          <a:pt x="334" y="284"/>
                        </a:lnTo>
                        <a:lnTo>
                          <a:pt x="352" y="300"/>
                        </a:lnTo>
                        <a:lnTo>
                          <a:pt x="368" y="318"/>
                        </a:lnTo>
                        <a:lnTo>
                          <a:pt x="385" y="336"/>
                        </a:lnTo>
                        <a:lnTo>
                          <a:pt x="399" y="355"/>
                        </a:lnTo>
                        <a:lnTo>
                          <a:pt x="413" y="375"/>
                        </a:lnTo>
                        <a:lnTo>
                          <a:pt x="426" y="395"/>
                        </a:lnTo>
                        <a:lnTo>
                          <a:pt x="438" y="416"/>
                        </a:lnTo>
                        <a:lnTo>
                          <a:pt x="449" y="437"/>
                        </a:lnTo>
                        <a:lnTo>
                          <a:pt x="459" y="460"/>
                        </a:lnTo>
                        <a:lnTo>
                          <a:pt x="467" y="481"/>
                        </a:lnTo>
                        <a:lnTo>
                          <a:pt x="476" y="505"/>
                        </a:lnTo>
                        <a:lnTo>
                          <a:pt x="483" y="528"/>
                        </a:lnTo>
                        <a:lnTo>
                          <a:pt x="488" y="552"/>
                        </a:lnTo>
                        <a:lnTo>
                          <a:pt x="492" y="577"/>
                        </a:lnTo>
                        <a:lnTo>
                          <a:pt x="496" y="602"/>
                        </a:lnTo>
                        <a:lnTo>
                          <a:pt x="498" y="627"/>
                        </a:lnTo>
                        <a:lnTo>
                          <a:pt x="498" y="653"/>
                        </a:lnTo>
                        <a:lnTo>
                          <a:pt x="654" y="653"/>
                        </a:lnTo>
                        <a:close/>
                      </a:path>
                    </a:pathLst>
                  </a:custGeom>
                  <a:solidFill>
                    <a:srgbClr val="EF2B2F"/>
                  </a:solidFill>
                  <a:ln>
                    <a:noFill/>
                  </a:ln>
                </p:spPr>
                <p:txBody>
                  <a:bodyPr/>
                  <a:lstStyle/>
                  <a:p>
                    <a:pPr>
                      <a:defRPr/>
                    </a:pPr>
                    <a:endParaRPr lang="en-US" sz="1050">
                      <a:latin typeface="+mj-lt"/>
                    </a:endParaRPr>
                  </a:p>
                </p:txBody>
              </p:sp>
              <p:sp>
                <p:nvSpPr>
                  <p:cNvPr id="41746" name="Freeform 150">
                    <a:extLst>
                      <a:ext uri="{FF2B5EF4-FFF2-40B4-BE49-F238E27FC236}">
                        <a16:creationId xmlns="" xmlns:a16="http://schemas.microsoft.com/office/drawing/2014/main" id="{C6BA332B-201F-79A3-9A21-B18A626EB341}"/>
                      </a:ext>
                    </a:extLst>
                  </p:cNvPr>
                  <p:cNvSpPr>
                    <a:spLocks/>
                  </p:cNvSpPr>
                  <p:nvPr/>
                </p:nvSpPr>
                <p:spPr bwMode="auto">
                  <a:xfrm>
                    <a:off x="5184" y="1401"/>
                    <a:ext cx="23" cy="25"/>
                  </a:xfrm>
                  <a:custGeom>
                    <a:avLst/>
                    <a:gdLst>
                      <a:gd name="T0" fmla="*/ 0 w 654"/>
                      <a:gd name="T1" fmla="*/ 0 h 653"/>
                      <a:gd name="T2" fmla="*/ 0 w 654"/>
                      <a:gd name="T3" fmla="*/ 0 h 653"/>
                      <a:gd name="T4" fmla="*/ 0 w 654"/>
                      <a:gd name="T5" fmla="*/ 0 h 653"/>
                      <a:gd name="T6" fmla="*/ 0 w 654"/>
                      <a:gd name="T7" fmla="*/ 0 h 653"/>
                      <a:gd name="T8" fmla="*/ 0 w 654"/>
                      <a:gd name="T9" fmla="*/ 0 h 653"/>
                      <a:gd name="T10" fmla="*/ 0 w 654"/>
                      <a:gd name="T11" fmla="*/ 0 h 653"/>
                      <a:gd name="T12" fmla="*/ 0 w 654"/>
                      <a:gd name="T13" fmla="*/ 0 h 653"/>
                      <a:gd name="T14" fmla="*/ 0 w 654"/>
                      <a:gd name="T15" fmla="*/ 0 h 653"/>
                      <a:gd name="T16" fmla="*/ 0 w 654"/>
                      <a:gd name="T17" fmla="*/ 0 h 653"/>
                      <a:gd name="T18" fmla="*/ 0 w 654"/>
                      <a:gd name="T19" fmla="*/ 0 h 653"/>
                      <a:gd name="T20" fmla="*/ 0 w 654"/>
                      <a:gd name="T21" fmla="*/ 0 h 653"/>
                      <a:gd name="T22" fmla="*/ 0 w 654"/>
                      <a:gd name="T23" fmla="*/ 0 h 653"/>
                      <a:gd name="T24" fmla="*/ 0 w 654"/>
                      <a:gd name="T25" fmla="*/ 0 h 653"/>
                      <a:gd name="T26" fmla="*/ 0 w 654"/>
                      <a:gd name="T27" fmla="*/ 0 h 653"/>
                      <a:gd name="T28" fmla="*/ 0 w 654"/>
                      <a:gd name="T29" fmla="*/ 0 h 653"/>
                      <a:gd name="T30" fmla="*/ 0 w 654"/>
                      <a:gd name="T31" fmla="*/ 0 h 653"/>
                      <a:gd name="T32" fmla="*/ 0 w 654"/>
                      <a:gd name="T33" fmla="*/ 0 h 653"/>
                      <a:gd name="T34" fmla="*/ 0 w 654"/>
                      <a:gd name="T35" fmla="*/ 0 h 653"/>
                      <a:gd name="T36" fmla="*/ 0 w 654"/>
                      <a:gd name="T37" fmla="*/ 0 h 653"/>
                      <a:gd name="T38" fmla="*/ 0 w 654"/>
                      <a:gd name="T39" fmla="*/ 0 h 653"/>
                      <a:gd name="T40" fmla="*/ 0 w 654"/>
                      <a:gd name="T41" fmla="*/ 0 h 653"/>
                      <a:gd name="T42" fmla="*/ 0 w 654"/>
                      <a:gd name="T43" fmla="*/ 0 h 653"/>
                      <a:gd name="T44" fmla="*/ 0 w 654"/>
                      <a:gd name="T45" fmla="*/ 0 h 653"/>
                      <a:gd name="T46" fmla="*/ 0 w 654"/>
                      <a:gd name="T47" fmla="*/ 0 h 653"/>
                      <a:gd name="T48" fmla="*/ 0 w 654"/>
                      <a:gd name="T49" fmla="*/ 0 h 653"/>
                      <a:gd name="T50" fmla="*/ 0 w 654"/>
                      <a:gd name="T51" fmla="*/ 0 h 653"/>
                      <a:gd name="T52" fmla="*/ 0 w 654"/>
                      <a:gd name="T53" fmla="*/ 0 h 653"/>
                      <a:gd name="T54" fmla="*/ 0 w 654"/>
                      <a:gd name="T55" fmla="*/ 0 h 653"/>
                      <a:gd name="T56" fmla="*/ 0 w 654"/>
                      <a:gd name="T57" fmla="*/ 0 h 653"/>
                      <a:gd name="T58" fmla="*/ 0 w 654"/>
                      <a:gd name="T59" fmla="*/ 0 h 653"/>
                      <a:gd name="T60" fmla="*/ 0 w 654"/>
                      <a:gd name="T61" fmla="*/ 0 h 653"/>
                      <a:gd name="T62" fmla="*/ 0 w 654"/>
                      <a:gd name="T63" fmla="*/ 0 h 653"/>
                      <a:gd name="T64" fmla="*/ 0 w 654"/>
                      <a:gd name="T65" fmla="*/ 0 h 653"/>
                      <a:gd name="T66" fmla="*/ 0 w 654"/>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3"/>
                      <a:gd name="T104" fmla="*/ 654 w 654"/>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3">
                        <a:moveTo>
                          <a:pt x="0" y="653"/>
                        </a:moveTo>
                        <a:lnTo>
                          <a:pt x="0" y="653"/>
                        </a:lnTo>
                        <a:lnTo>
                          <a:pt x="32" y="652"/>
                        </a:lnTo>
                        <a:lnTo>
                          <a:pt x="66" y="650"/>
                        </a:lnTo>
                        <a:lnTo>
                          <a:pt x="99" y="646"/>
                        </a:lnTo>
                        <a:lnTo>
                          <a:pt x="131" y="639"/>
                        </a:lnTo>
                        <a:lnTo>
                          <a:pt x="162" y="633"/>
                        </a:lnTo>
                        <a:lnTo>
                          <a:pt x="194" y="624"/>
                        </a:lnTo>
                        <a:lnTo>
                          <a:pt x="224" y="613"/>
                        </a:lnTo>
                        <a:lnTo>
                          <a:pt x="254" y="601"/>
                        </a:lnTo>
                        <a:lnTo>
                          <a:pt x="282" y="588"/>
                        </a:lnTo>
                        <a:lnTo>
                          <a:pt x="310" y="574"/>
                        </a:lnTo>
                        <a:lnTo>
                          <a:pt x="338" y="559"/>
                        </a:lnTo>
                        <a:lnTo>
                          <a:pt x="365" y="541"/>
                        </a:lnTo>
                        <a:lnTo>
                          <a:pt x="390" y="523"/>
                        </a:lnTo>
                        <a:lnTo>
                          <a:pt x="415" y="504"/>
                        </a:lnTo>
                        <a:lnTo>
                          <a:pt x="439" y="483"/>
                        </a:lnTo>
                        <a:lnTo>
                          <a:pt x="462" y="462"/>
                        </a:lnTo>
                        <a:lnTo>
                          <a:pt x="483" y="439"/>
                        </a:lnTo>
                        <a:lnTo>
                          <a:pt x="503" y="415"/>
                        </a:lnTo>
                        <a:lnTo>
                          <a:pt x="523" y="391"/>
                        </a:lnTo>
                        <a:lnTo>
                          <a:pt x="542" y="365"/>
                        </a:lnTo>
                        <a:lnTo>
                          <a:pt x="558" y="338"/>
                        </a:lnTo>
                        <a:lnTo>
                          <a:pt x="574" y="311"/>
                        </a:lnTo>
                        <a:lnTo>
                          <a:pt x="588" y="283"/>
                        </a:lnTo>
                        <a:lnTo>
                          <a:pt x="601" y="253"/>
                        </a:lnTo>
                        <a:lnTo>
                          <a:pt x="613" y="224"/>
                        </a:lnTo>
                        <a:lnTo>
                          <a:pt x="623" y="194"/>
                        </a:lnTo>
                        <a:lnTo>
                          <a:pt x="632" y="163"/>
                        </a:lnTo>
                        <a:lnTo>
                          <a:pt x="640" y="131"/>
                        </a:lnTo>
                        <a:lnTo>
                          <a:pt x="646" y="99"/>
                        </a:lnTo>
                        <a:lnTo>
                          <a:pt x="649" y="66"/>
                        </a:lnTo>
                        <a:lnTo>
                          <a:pt x="653" y="33"/>
                        </a:lnTo>
                        <a:lnTo>
                          <a:pt x="654" y="0"/>
                        </a:lnTo>
                        <a:lnTo>
                          <a:pt x="498" y="0"/>
                        </a:lnTo>
                        <a:lnTo>
                          <a:pt x="498" y="26"/>
                        </a:lnTo>
                        <a:lnTo>
                          <a:pt x="496" y="51"/>
                        </a:lnTo>
                        <a:lnTo>
                          <a:pt x="492" y="76"/>
                        </a:lnTo>
                        <a:lnTo>
                          <a:pt x="488" y="100"/>
                        </a:lnTo>
                        <a:lnTo>
                          <a:pt x="483" y="124"/>
                        </a:lnTo>
                        <a:lnTo>
                          <a:pt x="476" y="148"/>
                        </a:lnTo>
                        <a:lnTo>
                          <a:pt x="467" y="171"/>
                        </a:lnTo>
                        <a:lnTo>
                          <a:pt x="459" y="194"/>
                        </a:lnTo>
                        <a:lnTo>
                          <a:pt x="449" y="215"/>
                        </a:lnTo>
                        <a:lnTo>
                          <a:pt x="438" y="237"/>
                        </a:lnTo>
                        <a:lnTo>
                          <a:pt x="426" y="258"/>
                        </a:lnTo>
                        <a:lnTo>
                          <a:pt x="413" y="279"/>
                        </a:lnTo>
                        <a:lnTo>
                          <a:pt x="399" y="298"/>
                        </a:lnTo>
                        <a:lnTo>
                          <a:pt x="385" y="317"/>
                        </a:lnTo>
                        <a:lnTo>
                          <a:pt x="368" y="335"/>
                        </a:lnTo>
                        <a:lnTo>
                          <a:pt x="352" y="352"/>
                        </a:lnTo>
                        <a:lnTo>
                          <a:pt x="334" y="369"/>
                        </a:lnTo>
                        <a:lnTo>
                          <a:pt x="316" y="384"/>
                        </a:lnTo>
                        <a:lnTo>
                          <a:pt x="297" y="399"/>
                        </a:lnTo>
                        <a:lnTo>
                          <a:pt x="278" y="413"/>
                        </a:lnTo>
                        <a:lnTo>
                          <a:pt x="258" y="427"/>
                        </a:lnTo>
                        <a:lnTo>
                          <a:pt x="237" y="439"/>
                        </a:lnTo>
                        <a:lnTo>
                          <a:pt x="216" y="450"/>
                        </a:lnTo>
                        <a:lnTo>
                          <a:pt x="193" y="459"/>
                        </a:lnTo>
                        <a:lnTo>
                          <a:pt x="171" y="468"/>
                        </a:lnTo>
                        <a:lnTo>
                          <a:pt x="148" y="476"/>
                        </a:lnTo>
                        <a:lnTo>
                          <a:pt x="124" y="482"/>
                        </a:lnTo>
                        <a:lnTo>
                          <a:pt x="100" y="489"/>
                        </a:lnTo>
                        <a:lnTo>
                          <a:pt x="76" y="492"/>
                        </a:lnTo>
                        <a:lnTo>
                          <a:pt x="51" y="495"/>
                        </a:lnTo>
                        <a:lnTo>
                          <a:pt x="26" y="498"/>
                        </a:lnTo>
                        <a:lnTo>
                          <a:pt x="0" y="499"/>
                        </a:lnTo>
                        <a:lnTo>
                          <a:pt x="0" y="653"/>
                        </a:lnTo>
                        <a:close/>
                      </a:path>
                    </a:pathLst>
                  </a:custGeom>
                  <a:solidFill>
                    <a:srgbClr val="EF2B2F"/>
                  </a:solidFill>
                  <a:ln>
                    <a:noFill/>
                  </a:ln>
                </p:spPr>
                <p:txBody>
                  <a:bodyPr/>
                  <a:lstStyle/>
                  <a:p>
                    <a:pPr>
                      <a:defRPr/>
                    </a:pPr>
                    <a:endParaRPr lang="en-US" sz="1050">
                      <a:latin typeface="+mj-lt"/>
                    </a:endParaRPr>
                  </a:p>
                </p:txBody>
              </p:sp>
              <p:sp>
                <p:nvSpPr>
                  <p:cNvPr id="41747" name="Freeform 151">
                    <a:extLst>
                      <a:ext uri="{FF2B5EF4-FFF2-40B4-BE49-F238E27FC236}">
                        <a16:creationId xmlns="" xmlns:a16="http://schemas.microsoft.com/office/drawing/2014/main" id="{507AEF1D-51BA-49D3-BA64-084DA95461D5}"/>
                      </a:ext>
                    </a:extLst>
                  </p:cNvPr>
                  <p:cNvSpPr>
                    <a:spLocks/>
                  </p:cNvSpPr>
                  <p:nvPr/>
                </p:nvSpPr>
                <p:spPr bwMode="auto">
                  <a:xfrm>
                    <a:off x="5164" y="1401"/>
                    <a:ext cx="21" cy="25"/>
                  </a:xfrm>
                  <a:custGeom>
                    <a:avLst/>
                    <a:gdLst>
                      <a:gd name="T0" fmla="*/ 0 w 654"/>
                      <a:gd name="T1" fmla="*/ 0 h 653"/>
                      <a:gd name="T2" fmla="*/ 0 w 654"/>
                      <a:gd name="T3" fmla="*/ 0 h 653"/>
                      <a:gd name="T4" fmla="*/ 0 w 654"/>
                      <a:gd name="T5" fmla="*/ 0 h 653"/>
                      <a:gd name="T6" fmla="*/ 0 w 654"/>
                      <a:gd name="T7" fmla="*/ 0 h 653"/>
                      <a:gd name="T8" fmla="*/ 0 w 654"/>
                      <a:gd name="T9" fmla="*/ 0 h 653"/>
                      <a:gd name="T10" fmla="*/ 0 w 654"/>
                      <a:gd name="T11" fmla="*/ 0 h 653"/>
                      <a:gd name="T12" fmla="*/ 0 w 654"/>
                      <a:gd name="T13" fmla="*/ 0 h 653"/>
                      <a:gd name="T14" fmla="*/ 0 w 654"/>
                      <a:gd name="T15" fmla="*/ 0 h 653"/>
                      <a:gd name="T16" fmla="*/ 0 w 654"/>
                      <a:gd name="T17" fmla="*/ 0 h 653"/>
                      <a:gd name="T18" fmla="*/ 0 w 654"/>
                      <a:gd name="T19" fmla="*/ 0 h 653"/>
                      <a:gd name="T20" fmla="*/ 0 w 654"/>
                      <a:gd name="T21" fmla="*/ 0 h 653"/>
                      <a:gd name="T22" fmla="*/ 0 w 654"/>
                      <a:gd name="T23" fmla="*/ 0 h 653"/>
                      <a:gd name="T24" fmla="*/ 0 w 654"/>
                      <a:gd name="T25" fmla="*/ 0 h 653"/>
                      <a:gd name="T26" fmla="*/ 0 w 654"/>
                      <a:gd name="T27" fmla="*/ 0 h 653"/>
                      <a:gd name="T28" fmla="*/ 0 w 654"/>
                      <a:gd name="T29" fmla="*/ 0 h 653"/>
                      <a:gd name="T30" fmla="*/ 0 w 654"/>
                      <a:gd name="T31" fmla="*/ 0 h 653"/>
                      <a:gd name="T32" fmla="*/ 0 w 654"/>
                      <a:gd name="T33" fmla="*/ 0 h 653"/>
                      <a:gd name="T34" fmla="*/ 0 w 654"/>
                      <a:gd name="T35" fmla="*/ 0 h 653"/>
                      <a:gd name="T36" fmla="*/ 0 w 654"/>
                      <a:gd name="T37" fmla="*/ 0 h 653"/>
                      <a:gd name="T38" fmla="*/ 0 w 654"/>
                      <a:gd name="T39" fmla="*/ 0 h 653"/>
                      <a:gd name="T40" fmla="*/ 0 w 654"/>
                      <a:gd name="T41" fmla="*/ 0 h 653"/>
                      <a:gd name="T42" fmla="*/ 0 w 654"/>
                      <a:gd name="T43" fmla="*/ 0 h 653"/>
                      <a:gd name="T44" fmla="*/ 0 w 654"/>
                      <a:gd name="T45" fmla="*/ 0 h 653"/>
                      <a:gd name="T46" fmla="*/ 0 w 654"/>
                      <a:gd name="T47" fmla="*/ 0 h 653"/>
                      <a:gd name="T48" fmla="*/ 0 w 654"/>
                      <a:gd name="T49" fmla="*/ 0 h 653"/>
                      <a:gd name="T50" fmla="*/ 0 w 654"/>
                      <a:gd name="T51" fmla="*/ 0 h 653"/>
                      <a:gd name="T52" fmla="*/ 0 w 654"/>
                      <a:gd name="T53" fmla="*/ 0 h 653"/>
                      <a:gd name="T54" fmla="*/ 0 w 654"/>
                      <a:gd name="T55" fmla="*/ 0 h 653"/>
                      <a:gd name="T56" fmla="*/ 0 w 654"/>
                      <a:gd name="T57" fmla="*/ 0 h 653"/>
                      <a:gd name="T58" fmla="*/ 0 w 654"/>
                      <a:gd name="T59" fmla="*/ 0 h 653"/>
                      <a:gd name="T60" fmla="*/ 0 w 654"/>
                      <a:gd name="T61" fmla="*/ 0 h 653"/>
                      <a:gd name="T62" fmla="*/ 0 w 654"/>
                      <a:gd name="T63" fmla="*/ 0 h 653"/>
                      <a:gd name="T64" fmla="*/ 0 w 654"/>
                      <a:gd name="T65" fmla="*/ 0 h 653"/>
                      <a:gd name="T66" fmla="*/ 0 w 654"/>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3"/>
                      <a:gd name="T104" fmla="*/ 654 w 654"/>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3">
                        <a:moveTo>
                          <a:pt x="0" y="0"/>
                        </a:moveTo>
                        <a:lnTo>
                          <a:pt x="0" y="0"/>
                        </a:lnTo>
                        <a:lnTo>
                          <a:pt x="1" y="33"/>
                        </a:lnTo>
                        <a:lnTo>
                          <a:pt x="4" y="66"/>
                        </a:lnTo>
                        <a:lnTo>
                          <a:pt x="7" y="99"/>
                        </a:lnTo>
                        <a:lnTo>
                          <a:pt x="14" y="131"/>
                        </a:lnTo>
                        <a:lnTo>
                          <a:pt x="20" y="163"/>
                        </a:lnTo>
                        <a:lnTo>
                          <a:pt x="29" y="194"/>
                        </a:lnTo>
                        <a:lnTo>
                          <a:pt x="40" y="224"/>
                        </a:lnTo>
                        <a:lnTo>
                          <a:pt x="52" y="253"/>
                        </a:lnTo>
                        <a:lnTo>
                          <a:pt x="65" y="283"/>
                        </a:lnTo>
                        <a:lnTo>
                          <a:pt x="79" y="311"/>
                        </a:lnTo>
                        <a:lnTo>
                          <a:pt x="96" y="338"/>
                        </a:lnTo>
                        <a:lnTo>
                          <a:pt x="112" y="365"/>
                        </a:lnTo>
                        <a:lnTo>
                          <a:pt x="130" y="391"/>
                        </a:lnTo>
                        <a:lnTo>
                          <a:pt x="150" y="415"/>
                        </a:lnTo>
                        <a:lnTo>
                          <a:pt x="170" y="439"/>
                        </a:lnTo>
                        <a:lnTo>
                          <a:pt x="192" y="462"/>
                        </a:lnTo>
                        <a:lnTo>
                          <a:pt x="214" y="483"/>
                        </a:lnTo>
                        <a:lnTo>
                          <a:pt x="238" y="504"/>
                        </a:lnTo>
                        <a:lnTo>
                          <a:pt x="262" y="523"/>
                        </a:lnTo>
                        <a:lnTo>
                          <a:pt x="289" y="541"/>
                        </a:lnTo>
                        <a:lnTo>
                          <a:pt x="315" y="559"/>
                        </a:lnTo>
                        <a:lnTo>
                          <a:pt x="342" y="574"/>
                        </a:lnTo>
                        <a:lnTo>
                          <a:pt x="370" y="588"/>
                        </a:lnTo>
                        <a:lnTo>
                          <a:pt x="400" y="601"/>
                        </a:lnTo>
                        <a:lnTo>
                          <a:pt x="429" y="613"/>
                        </a:lnTo>
                        <a:lnTo>
                          <a:pt x="460" y="624"/>
                        </a:lnTo>
                        <a:lnTo>
                          <a:pt x="491" y="633"/>
                        </a:lnTo>
                        <a:lnTo>
                          <a:pt x="522" y="639"/>
                        </a:lnTo>
                        <a:lnTo>
                          <a:pt x="555" y="646"/>
                        </a:lnTo>
                        <a:lnTo>
                          <a:pt x="587" y="650"/>
                        </a:lnTo>
                        <a:lnTo>
                          <a:pt x="620" y="652"/>
                        </a:lnTo>
                        <a:lnTo>
                          <a:pt x="654" y="653"/>
                        </a:lnTo>
                        <a:lnTo>
                          <a:pt x="654" y="499"/>
                        </a:lnTo>
                        <a:lnTo>
                          <a:pt x="628" y="498"/>
                        </a:lnTo>
                        <a:lnTo>
                          <a:pt x="602" y="495"/>
                        </a:lnTo>
                        <a:lnTo>
                          <a:pt x="577" y="492"/>
                        </a:lnTo>
                        <a:lnTo>
                          <a:pt x="553" y="489"/>
                        </a:lnTo>
                        <a:lnTo>
                          <a:pt x="529" y="482"/>
                        </a:lnTo>
                        <a:lnTo>
                          <a:pt x="505" y="476"/>
                        </a:lnTo>
                        <a:lnTo>
                          <a:pt x="483" y="468"/>
                        </a:lnTo>
                        <a:lnTo>
                          <a:pt x="460" y="459"/>
                        </a:lnTo>
                        <a:lnTo>
                          <a:pt x="438" y="450"/>
                        </a:lnTo>
                        <a:lnTo>
                          <a:pt x="416" y="439"/>
                        </a:lnTo>
                        <a:lnTo>
                          <a:pt x="395" y="427"/>
                        </a:lnTo>
                        <a:lnTo>
                          <a:pt x="376" y="413"/>
                        </a:lnTo>
                        <a:lnTo>
                          <a:pt x="356" y="399"/>
                        </a:lnTo>
                        <a:lnTo>
                          <a:pt x="336" y="384"/>
                        </a:lnTo>
                        <a:lnTo>
                          <a:pt x="319" y="369"/>
                        </a:lnTo>
                        <a:lnTo>
                          <a:pt x="302" y="352"/>
                        </a:lnTo>
                        <a:lnTo>
                          <a:pt x="285" y="335"/>
                        </a:lnTo>
                        <a:lnTo>
                          <a:pt x="269" y="317"/>
                        </a:lnTo>
                        <a:lnTo>
                          <a:pt x="255" y="298"/>
                        </a:lnTo>
                        <a:lnTo>
                          <a:pt x="241" y="279"/>
                        </a:lnTo>
                        <a:lnTo>
                          <a:pt x="227" y="258"/>
                        </a:lnTo>
                        <a:lnTo>
                          <a:pt x="215" y="237"/>
                        </a:lnTo>
                        <a:lnTo>
                          <a:pt x="205" y="215"/>
                        </a:lnTo>
                        <a:lnTo>
                          <a:pt x="194" y="194"/>
                        </a:lnTo>
                        <a:lnTo>
                          <a:pt x="185" y="171"/>
                        </a:lnTo>
                        <a:lnTo>
                          <a:pt x="177" y="148"/>
                        </a:lnTo>
                        <a:lnTo>
                          <a:pt x="171" y="125"/>
                        </a:lnTo>
                        <a:lnTo>
                          <a:pt x="165" y="100"/>
                        </a:lnTo>
                        <a:lnTo>
                          <a:pt x="161" y="76"/>
                        </a:lnTo>
                        <a:lnTo>
                          <a:pt x="158" y="51"/>
                        </a:lnTo>
                        <a:lnTo>
                          <a:pt x="156" y="26"/>
                        </a:lnTo>
                        <a:lnTo>
                          <a:pt x="156" y="0"/>
                        </a:lnTo>
                        <a:lnTo>
                          <a:pt x="0" y="0"/>
                        </a:lnTo>
                        <a:close/>
                      </a:path>
                    </a:pathLst>
                  </a:custGeom>
                  <a:solidFill>
                    <a:srgbClr val="EF2B2F"/>
                  </a:solidFill>
                  <a:ln>
                    <a:noFill/>
                  </a:ln>
                </p:spPr>
                <p:txBody>
                  <a:bodyPr/>
                  <a:lstStyle/>
                  <a:p>
                    <a:pPr>
                      <a:defRPr/>
                    </a:pPr>
                    <a:endParaRPr lang="en-US" sz="1050">
                      <a:latin typeface="+mj-lt"/>
                    </a:endParaRPr>
                  </a:p>
                </p:txBody>
              </p:sp>
              <p:sp>
                <p:nvSpPr>
                  <p:cNvPr id="41748" name="Freeform 152">
                    <a:extLst>
                      <a:ext uri="{FF2B5EF4-FFF2-40B4-BE49-F238E27FC236}">
                        <a16:creationId xmlns="" xmlns:a16="http://schemas.microsoft.com/office/drawing/2014/main" id="{40E20FB7-7E5E-282F-34E5-CADCCB8BAF9B}"/>
                      </a:ext>
                    </a:extLst>
                  </p:cNvPr>
                  <p:cNvSpPr>
                    <a:spLocks/>
                  </p:cNvSpPr>
                  <p:nvPr/>
                </p:nvSpPr>
                <p:spPr bwMode="auto">
                  <a:xfrm>
                    <a:off x="5164" y="1375"/>
                    <a:ext cx="21" cy="25"/>
                  </a:xfrm>
                  <a:custGeom>
                    <a:avLst/>
                    <a:gdLst>
                      <a:gd name="T0" fmla="*/ 0 w 654"/>
                      <a:gd name="T1" fmla="*/ 0 h 653"/>
                      <a:gd name="T2" fmla="*/ 0 w 654"/>
                      <a:gd name="T3" fmla="*/ 0 h 653"/>
                      <a:gd name="T4" fmla="*/ 0 w 654"/>
                      <a:gd name="T5" fmla="*/ 0 h 653"/>
                      <a:gd name="T6" fmla="*/ 0 w 654"/>
                      <a:gd name="T7" fmla="*/ 0 h 653"/>
                      <a:gd name="T8" fmla="*/ 0 w 654"/>
                      <a:gd name="T9" fmla="*/ 0 h 653"/>
                      <a:gd name="T10" fmla="*/ 0 w 654"/>
                      <a:gd name="T11" fmla="*/ 0 h 653"/>
                      <a:gd name="T12" fmla="*/ 0 w 654"/>
                      <a:gd name="T13" fmla="*/ 0 h 653"/>
                      <a:gd name="T14" fmla="*/ 0 w 654"/>
                      <a:gd name="T15" fmla="*/ 0 h 653"/>
                      <a:gd name="T16" fmla="*/ 0 w 654"/>
                      <a:gd name="T17" fmla="*/ 0 h 653"/>
                      <a:gd name="T18" fmla="*/ 0 w 654"/>
                      <a:gd name="T19" fmla="*/ 0 h 653"/>
                      <a:gd name="T20" fmla="*/ 0 w 654"/>
                      <a:gd name="T21" fmla="*/ 0 h 653"/>
                      <a:gd name="T22" fmla="*/ 0 w 654"/>
                      <a:gd name="T23" fmla="*/ 0 h 653"/>
                      <a:gd name="T24" fmla="*/ 0 w 654"/>
                      <a:gd name="T25" fmla="*/ 0 h 653"/>
                      <a:gd name="T26" fmla="*/ 0 w 654"/>
                      <a:gd name="T27" fmla="*/ 0 h 653"/>
                      <a:gd name="T28" fmla="*/ 0 w 654"/>
                      <a:gd name="T29" fmla="*/ 0 h 653"/>
                      <a:gd name="T30" fmla="*/ 0 w 654"/>
                      <a:gd name="T31" fmla="*/ 0 h 653"/>
                      <a:gd name="T32" fmla="*/ 0 w 654"/>
                      <a:gd name="T33" fmla="*/ 0 h 653"/>
                      <a:gd name="T34" fmla="*/ 0 w 654"/>
                      <a:gd name="T35" fmla="*/ 0 h 653"/>
                      <a:gd name="T36" fmla="*/ 0 w 654"/>
                      <a:gd name="T37" fmla="*/ 0 h 653"/>
                      <a:gd name="T38" fmla="*/ 0 w 654"/>
                      <a:gd name="T39" fmla="*/ 0 h 653"/>
                      <a:gd name="T40" fmla="*/ 0 w 654"/>
                      <a:gd name="T41" fmla="*/ 0 h 653"/>
                      <a:gd name="T42" fmla="*/ 0 w 654"/>
                      <a:gd name="T43" fmla="*/ 0 h 653"/>
                      <a:gd name="T44" fmla="*/ 0 w 654"/>
                      <a:gd name="T45" fmla="*/ 0 h 653"/>
                      <a:gd name="T46" fmla="*/ 0 w 654"/>
                      <a:gd name="T47" fmla="*/ 0 h 653"/>
                      <a:gd name="T48" fmla="*/ 0 w 654"/>
                      <a:gd name="T49" fmla="*/ 0 h 653"/>
                      <a:gd name="T50" fmla="*/ 0 w 654"/>
                      <a:gd name="T51" fmla="*/ 0 h 653"/>
                      <a:gd name="T52" fmla="*/ 0 w 654"/>
                      <a:gd name="T53" fmla="*/ 0 h 653"/>
                      <a:gd name="T54" fmla="*/ 0 w 654"/>
                      <a:gd name="T55" fmla="*/ 0 h 653"/>
                      <a:gd name="T56" fmla="*/ 0 w 654"/>
                      <a:gd name="T57" fmla="*/ 0 h 653"/>
                      <a:gd name="T58" fmla="*/ 0 w 654"/>
                      <a:gd name="T59" fmla="*/ 0 h 653"/>
                      <a:gd name="T60" fmla="*/ 0 w 654"/>
                      <a:gd name="T61" fmla="*/ 0 h 653"/>
                      <a:gd name="T62" fmla="*/ 0 w 654"/>
                      <a:gd name="T63" fmla="*/ 0 h 653"/>
                      <a:gd name="T64" fmla="*/ 0 w 654"/>
                      <a:gd name="T65" fmla="*/ 0 h 653"/>
                      <a:gd name="T66" fmla="*/ 0 w 654"/>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4"/>
                      <a:gd name="T103" fmla="*/ 0 h 653"/>
                      <a:gd name="T104" fmla="*/ 654 w 654"/>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4" h="653">
                        <a:moveTo>
                          <a:pt x="654" y="0"/>
                        </a:moveTo>
                        <a:lnTo>
                          <a:pt x="654" y="0"/>
                        </a:lnTo>
                        <a:lnTo>
                          <a:pt x="620" y="1"/>
                        </a:lnTo>
                        <a:lnTo>
                          <a:pt x="587" y="3"/>
                        </a:lnTo>
                        <a:lnTo>
                          <a:pt x="555" y="7"/>
                        </a:lnTo>
                        <a:lnTo>
                          <a:pt x="522" y="13"/>
                        </a:lnTo>
                        <a:lnTo>
                          <a:pt x="490" y="20"/>
                        </a:lnTo>
                        <a:lnTo>
                          <a:pt x="460" y="29"/>
                        </a:lnTo>
                        <a:lnTo>
                          <a:pt x="429" y="39"/>
                        </a:lnTo>
                        <a:lnTo>
                          <a:pt x="400" y="51"/>
                        </a:lnTo>
                        <a:lnTo>
                          <a:pt x="370" y="64"/>
                        </a:lnTo>
                        <a:lnTo>
                          <a:pt x="342" y="79"/>
                        </a:lnTo>
                        <a:lnTo>
                          <a:pt x="315" y="95"/>
                        </a:lnTo>
                        <a:lnTo>
                          <a:pt x="289" y="111"/>
                        </a:lnTo>
                        <a:lnTo>
                          <a:pt x="262" y="129"/>
                        </a:lnTo>
                        <a:lnTo>
                          <a:pt x="238" y="149"/>
                        </a:lnTo>
                        <a:lnTo>
                          <a:pt x="214" y="170"/>
                        </a:lnTo>
                        <a:lnTo>
                          <a:pt x="192" y="192"/>
                        </a:lnTo>
                        <a:lnTo>
                          <a:pt x="170" y="214"/>
                        </a:lnTo>
                        <a:lnTo>
                          <a:pt x="150" y="237"/>
                        </a:lnTo>
                        <a:lnTo>
                          <a:pt x="130" y="262"/>
                        </a:lnTo>
                        <a:lnTo>
                          <a:pt x="112" y="287"/>
                        </a:lnTo>
                        <a:lnTo>
                          <a:pt x="96" y="315"/>
                        </a:lnTo>
                        <a:lnTo>
                          <a:pt x="79" y="342"/>
                        </a:lnTo>
                        <a:lnTo>
                          <a:pt x="65" y="370"/>
                        </a:lnTo>
                        <a:lnTo>
                          <a:pt x="52" y="399"/>
                        </a:lnTo>
                        <a:lnTo>
                          <a:pt x="40" y="428"/>
                        </a:lnTo>
                        <a:lnTo>
                          <a:pt x="29" y="459"/>
                        </a:lnTo>
                        <a:lnTo>
                          <a:pt x="20" y="490"/>
                        </a:lnTo>
                        <a:lnTo>
                          <a:pt x="14" y="522"/>
                        </a:lnTo>
                        <a:lnTo>
                          <a:pt x="7" y="553"/>
                        </a:lnTo>
                        <a:lnTo>
                          <a:pt x="4" y="586"/>
                        </a:lnTo>
                        <a:lnTo>
                          <a:pt x="1" y="620"/>
                        </a:lnTo>
                        <a:lnTo>
                          <a:pt x="0" y="653"/>
                        </a:lnTo>
                        <a:lnTo>
                          <a:pt x="156" y="653"/>
                        </a:lnTo>
                        <a:lnTo>
                          <a:pt x="156" y="626"/>
                        </a:lnTo>
                        <a:lnTo>
                          <a:pt x="158" y="601"/>
                        </a:lnTo>
                        <a:lnTo>
                          <a:pt x="161" y="577"/>
                        </a:lnTo>
                        <a:lnTo>
                          <a:pt x="165" y="552"/>
                        </a:lnTo>
                        <a:lnTo>
                          <a:pt x="171" y="528"/>
                        </a:lnTo>
                        <a:lnTo>
                          <a:pt x="177" y="505"/>
                        </a:lnTo>
                        <a:lnTo>
                          <a:pt x="185" y="481"/>
                        </a:lnTo>
                        <a:lnTo>
                          <a:pt x="194" y="460"/>
                        </a:lnTo>
                        <a:lnTo>
                          <a:pt x="205" y="437"/>
                        </a:lnTo>
                        <a:lnTo>
                          <a:pt x="215" y="416"/>
                        </a:lnTo>
                        <a:lnTo>
                          <a:pt x="227" y="395"/>
                        </a:lnTo>
                        <a:lnTo>
                          <a:pt x="241" y="375"/>
                        </a:lnTo>
                        <a:lnTo>
                          <a:pt x="254" y="355"/>
                        </a:lnTo>
                        <a:lnTo>
                          <a:pt x="269" y="336"/>
                        </a:lnTo>
                        <a:lnTo>
                          <a:pt x="285" y="318"/>
                        </a:lnTo>
                        <a:lnTo>
                          <a:pt x="302" y="300"/>
                        </a:lnTo>
                        <a:lnTo>
                          <a:pt x="319" y="284"/>
                        </a:lnTo>
                        <a:lnTo>
                          <a:pt x="336" y="269"/>
                        </a:lnTo>
                        <a:lnTo>
                          <a:pt x="356" y="254"/>
                        </a:lnTo>
                        <a:lnTo>
                          <a:pt x="376" y="239"/>
                        </a:lnTo>
                        <a:lnTo>
                          <a:pt x="395" y="226"/>
                        </a:lnTo>
                        <a:lnTo>
                          <a:pt x="416" y="214"/>
                        </a:lnTo>
                        <a:lnTo>
                          <a:pt x="438" y="204"/>
                        </a:lnTo>
                        <a:lnTo>
                          <a:pt x="460" y="194"/>
                        </a:lnTo>
                        <a:lnTo>
                          <a:pt x="483" y="185"/>
                        </a:lnTo>
                        <a:lnTo>
                          <a:pt x="505" y="176"/>
                        </a:lnTo>
                        <a:lnTo>
                          <a:pt x="529" y="170"/>
                        </a:lnTo>
                        <a:lnTo>
                          <a:pt x="553" y="164"/>
                        </a:lnTo>
                        <a:lnTo>
                          <a:pt x="577" y="160"/>
                        </a:lnTo>
                        <a:lnTo>
                          <a:pt x="602" y="157"/>
                        </a:lnTo>
                        <a:lnTo>
                          <a:pt x="628" y="154"/>
                        </a:lnTo>
                        <a:lnTo>
                          <a:pt x="654" y="154"/>
                        </a:lnTo>
                        <a:lnTo>
                          <a:pt x="654" y="0"/>
                        </a:lnTo>
                        <a:close/>
                      </a:path>
                    </a:pathLst>
                  </a:custGeom>
                  <a:solidFill>
                    <a:srgbClr val="EF2B2F"/>
                  </a:solidFill>
                  <a:ln>
                    <a:noFill/>
                  </a:ln>
                </p:spPr>
                <p:txBody>
                  <a:bodyPr/>
                  <a:lstStyle/>
                  <a:p>
                    <a:pPr>
                      <a:defRPr/>
                    </a:pPr>
                    <a:endParaRPr lang="en-US" sz="1050">
                      <a:latin typeface="+mj-lt"/>
                    </a:endParaRPr>
                  </a:p>
                </p:txBody>
              </p:sp>
              <p:sp>
                <p:nvSpPr>
                  <p:cNvPr id="41749" name="Freeform 153">
                    <a:extLst>
                      <a:ext uri="{FF2B5EF4-FFF2-40B4-BE49-F238E27FC236}">
                        <a16:creationId xmlns="" xmlns:a16="http://schemas.microsoft.com/office/drawing/2014/main" id="{F0C5BDCC-0A52-DFCF-0239-000E7C725F2A}"/>
                      </a:ext>
                    </a:extLst>
                  </p:cNvPr>
                  <p:cNvSpPr>
                    <a:spLocks/>
                  </p:cNvSpPr>
                  <p:nvPr/>
                </p:nvSpPr>
                <p:spPr bwMode="auto">
                  <a:xfrm>
                    <a:off x="5428" y="1342"/>
                    <a:ext cx="39" cy="44"/>
                  </a:xfrm>
                  <a:custGeom>
                    <a:avLst/>
                    <a:gdLst>
                      <a:gd name="T0" fmla="*/ 0 w 1152"/>
                      <a:gd name="T1" fmla="*/ 0 h 1152"/>
                      <a:gd name="T2" fmla="*/ 0 w 1152"/>
                      <a:gd name="T3" fmla="*/ 0 h 1152"/>
                      <a:gd name="T4" fmla="*/ 0 w 1152"/>
                      <a:gd name="T5" fmla="*/ 0 h 1152"/>
                      <a:gd name="T6" fmla="*/ 0 w 1152"/>
                      <a:gd name="T7" fmla="*/ 0 h 1152"/>
                      <a:gd name="T8" fmla="*/ 0 w 1152"/>
                      <a:gd name="T9" fmla="*/ 0 h 1152"/>
                      <a:gd name="T10" fmla="*/ 0 w 1152"/>
                      <a:gd name="T11" fmla="*/ 0 h 1152"/>
                      <a:gd name="T12" fmla="*/ 0 w 1152"/>
                      <a:gd name="T13" fmla="*/ 0 h 1152"/>
                      <a:gd name="T14" fmla="*/ 0 w 1152"/>
                      <a:gd name="T15" fmla="*/ 0 h 1152"/>
                      <a:gd name="T16" fmla="*/ 0 w 1152"/>
                      <a:gd name="T17" fmla="*/ 0 h 1152"/>
                      <a:gd name="T18" fmla="*/ 0 w 1152"/>
                      <a:gd name="T19" fmla="*/ 0 h 1152"/>
                      <a:gd name="T20" fmla="*/ 0 w 1152"/>
                      <a:gd name="T21" fmla="*/ 0 h 1152"/>
                      <a:gd name="T22" fmla="*/ 0 w 1152"/>
                      <a:gd name="T23" fmla="*/ 0 h 1152"/>
                      <a:gd name="T24" fmla="*/ 0 w 1152"/>
                      <a:gd name="T25" fmla="*/ 0 h 1152"/>
                      <a:gd name="T26" fmla="*/ 0 w 1152"/>
                      <a:gd name="T27" fmla="*/ 0 h 1152"/>
                      <a:gd name="T28" fmla="*/ 0 w 1152"/>
                      <a:gd name="T29" fmla="*/ 0 h 1152"/>
                      <a:gd name="T30" fmla="*/ 0 w 1152"/>
                      <a:gd name="T31" fmla="*/ 0 h 1152"/>
                      <a:gd name="T32" fmla="*/ 0 w 1152"/>
                      <a:gd name="T33" fmla="*/ 0 h 1152"/>
                      <a:gd name="T34" fmla="*/ 0 w 1152"/>
                      <a:gd name="T35" fmla="*/ 0 h 1152"/>
                      <a:gd name="T36" fmla="*/ 0 w 1152"/>
                      <a:gd name="T37" fmla="*/ 0 h 1152"/>
                      <a:gd name="T38" fmla="*/ 0 w 1152"/>
                      <a:gd name="T39" fmla="*/ 0 h 1152"/>
                      <a:gd name="T40" fmla="*/ 0 w 1152"/>
                      <a:gd name="T41" fmla="*/ 0 h 1152"/>
                      <a:gd name="T42" fmla="*/ 0 w 1152"/>
                      <a:gd name="T43" fmla="*/ 0 h 1152"/>
                      <a:gd name="T44" fmla="*/ 0 w 1152"/>
                      <a:gd name="T45" fmla="*/ 0 h 1152"/>
                      <a:gd name="T46" fmla="*/ 0 w 1152"/>
                      <a:gd name="T47" fmla="*/ 0 h 1152"/>
                      <a:gd name="T48" fmla="*/ 0 w 1152"/>
                      <a:gd name="T49" fmla="*/ 0 h 1152"/>
                      <a:gd name="T50" fmla="*/ 0 w 1152"/>
                      <a:gd name="T51" fmla="*/ 0 h 1152"/>
                      <a:gd name="T52" fmla="*/ 0 w 1152"/>
                      <a:gd name="T53" fmla="*/ 0 h 1152"/>
                      <a:gd name="T54" fmla="*/ 0 w 1152"/>
                      <a:gd name="T55" fmla="*/ 0 h 1152"/>
                      <a:gd name="T56" fmla="*/ 0 w 1152"/>
                      <a:gd name="T57" fmla="*/ 0 h 1152"/>
                      <a:gd name="T58" fmla="*/ 0 w 1152"/>
                      <a:gd name="T59" fmla="*/ 0 h 1152"/>
                      <a:gd name="T60" fmla="*/ 0 w 1152"/>
                      <a:gd name="T61" fmla="*/ 0 h 1152"/>
                      <a:gd name="T62" fmla="*/ 0 w 1152"/>
                      <a:gd name="T63" fmla="*/ 0 h 1152"/>
                      <a:gd name="T64" fmla="*/ 0 w 1152"/>
                      <a:gd name="T65" fmla="*/ 0 h 1152"/>
                      <a:gd name="T66" fmla="*/ 0 w 1152"/>
                      <a:gd name="T67" fmla="*/ 0 h 1152"/>
                      <a:gd name="T68" fmla="*/ 0 w 1152"/>
                      <a:gd name="T69" fmla="*/ 0 h 1152"/>
                      <a:gd name="T70" fmla="*/ 0 w 1152"/>
                      <a:gd name="T71" fmla="*/ 0 h 1152"/>
                      <a:gd name="T72" fmla="*/ 0 w 1152"/>
                      <a:gd name="T73" fmla="*/ 0 h 1152"/>
                      <a:gd name="T74" fmla="*/ 0 w 1152"/>
                      <a:gd name="T75" fmla="*/ 0 h 1152"/>
                      <a:gd name="T76" fmla="*/ 0 w 1152"/>
                      <a:gd name="T77" fmla="*/ 0 h 1152"/>
                      <a:gd name="T78" fmla="*/ 0 w 1152"/>
                      <a:gd name="T79" fmla="*/ 0 h 1152"/>
                      <a:gd name="T80" fmla="*/ 0 w 1152"/>
                      <a:gd name="T81" fmla="*/ 0 h 1152"/>
                      <a:gd name="T82" fmla="*/ 0 w 1152"/>
                      <a:gd name="T83" fmla="*/ 0 h 1152"/>
                      <a:gd name="T84" fmla="*/ 0 w 1152"/>
                      <a:gd name="T85" fmla="*/ 0 h 11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52"/>
                      <a:gd name="T130" fmla="*/ 0 h 1152"/>
                      <a:gd name="T131" fmla="*/ 1152 w 1152"/>
                      <a:gd name="T132" fmla="*/ 1152 h 115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52" h="1152">
                        <a:moveTo>
                          <a:pt x="577" y="0"/>
                        </a:moveTo>
                        <a:lnTo>
                          <a:pt x="606" y="1"/>
                        </a:lnTo>
                        <a:lnTo>
                          <a:pt x="634" y="4"/>
                        </a:lnTo>
                        <a:lnTo>
                          <a:pt x="664" y="8"/>
                        </a:lnTo>
                        <a:lnTo>
                          <a:pt x="692" y="12"/>
                        </a:lnTo>
                        <a:lnTo>
                          <a:pt x="719" y="19"/>
                        </a:lnTo>
                        <a:lnTo>
                          <a:pt x="747" y="26"/>
                        </a:lnTo>
                        <a:lnTo>
                          <a:pt x="774" y="36"/>
                        </a:lnTo>
                        <a:lnTo>
                          <a:pt x="800" y="46"/>
                        </a:lnTo>
                        <a:lnTo>
                          <a:pt x="825" y="58"/>
                        </a:lnTo>
                        <a:lnTo>
                          <a:pt x="850" y="70"/>
                        </a:lnTo>
                        <a:lnTo>
                          <a:pt x="874" y="84"/>
                        </a:lnTo>
                        <a:lnTo>
                          <a:pt x="898" y="99"/>
                        </a:lnTo>
                        <a:lnTo>
                          <a:pt x="920" y="116"/>
                        </a:lnTo>
                        <a:lnTo>
                          <a:pt x="942" y="132"/>
                        </a:lnTo>
                        <a:lnTo>
                          <a:pt x="963" y="151"/>
                        </a:lnTo>
                        <a:lnTo>
                          <a:pt x="983" y="169"/>
                        </a:lnTo>
                        <a:lnTo>
                          <a:pt x="1002" y="190"/>
                        </a:lnTo>
                        <a:lnTo>
                          <a:pt x="1020" y="211"/>
                        </a:lnTo>
                        <a:lnTo>
                          <a:pt x="1038" y="232"/>
                        </a:lnTo>
                        <a:lnTo>
                          <a:pt x="1054" y="255"/>
                        </a:lnTo>
                        <a:lnTo>
                          <a:pt x="1068" y="278"/>
                        </a:lnTo>
                        <a:lnTo>
                          <a:pt x="1082" y="302"/>
                        </a:lnTo>
                        <a:lnTo>
                          <a:pt x="1095" y="327"/>
                        </a:lnTo>
                        <a:lnTo>
                          <a:pt x="1106" y="353"/>
                        </a:lnTo>
                        <a:lnTo>
                          <a:pt x="1117" y="380"/>
                        </a:lnTo>
                        <a:lnTo>
                          <a:pt x="1126" y="406"/>
                        </a:lnTo>
                        <a:lnTo>
                          <a:pt x="1134" y="433"/>
                        </a:lnTo>
                        <a:lnTo>
                          <a:pt x="1140" y="461"/>
                        </a:lnTo>
                        <a:lnTo>
                          <a:pt x="1146" y="490"/>
                        </a:lnTo>
                        <a:lnTo>
                          <a:pt x="1149" y="518"/>
                        </a:lnTo>
                        <a:lnTo>
                          <a:pt x="1151" y="547"/>
                        </a:lnTo>
                        <a:lnTo>
                          <a:pt x="1152" y="577"/>
                        </a:lnTo>
                        <a:lnTo>
                          <a:pt x="1151" y="606"/>
                        </a:lnTo>
                        <a:lnTo>
                          <a:pt x="1149" y="636"/>
                        </a:lnTo>
                        <a:lnTo>
                          <a:pt x="1146" y="664"/>
                        </a:lnTo>
                        <a:lnTo>
                          <a:pt x="1140" y="692"/>
                        </a:lnTo>
                        <a:lnTo>
                          <a:pt x="1134" y="721"/>
                        </a:lnTo>
                        <a:lnTo>
                          <a:pt x="1126" y="748"/>
                        </a:lnTo>
                        <a:lnTo>
                          <a:pt x="1117" y="774"/>
                        </a:lnTo>
                        <a:lnTo>
                          <a:pt x="1106" y="800"/>
                        </a:lnTo>
                        <a:lnTo>
                          <a:pt x="1095" y="826"/>
                        </a:lnTo>
                        <a:lnTo>
                          <a:pt x="1082" y="850"/>
                        </a:lnTo>
                        <a:lnTo>
                          <a:pt x="1068" y="875"/>
                        </a:lnTo>
                        <a:lnTo>
                          <a:pt x="1054" y="898"/>
                        </a:lnTo>
                        <a:lnTo>
                          <a:pt x="1038" y="921"/>
                        </a:lnTo>
                        <a:lnTo>
                          <a:pt x="1020" y="943"/>
                        </a:lnTo>
                        <a:lnTo>
                          <a:pt x="1002" y="964"/>
                        </a:lnTo>
                        <a:lnTo>
                          <a:pt x="983" y="983"/>
                        </a:lnTo>
                        <a:lnTo>
                          <a:pt x="963" y="1003"/>
                        </a:lnTo>
                        <a:lnTo>
                          <a:pt x="942" y="1020"/>
                        </a:lnTo>
                        <a:lnTo>
                          <a:pt x="920" y="1038"/>
                        </a:lnTo>
                        <a:lnTo>
                          <a:pt x="898" y="1054"/>
                        </a:lnTo>
                        <a:lnTo>
                          <a:pt x="874" y="1069"/>
                        </a:lnTo>
                        <a:lnTo>
                          <a:pt x="850" y="1082"/>
                        </a:lnTo>
                        <a:lnTo>
                          <a:pt x="825" y="1096"/>
                        </a:lnTo>
                        <a:lnTo>
                          <a:pt x="800" y="1108"/>
                        </a:lnTo>
                        <a:lnTo>
                          <a:pt x="774" y="1117"/>
                        </a:lnTo>
                        <a:lnTo>
                          <a:pt x="747" y="1127"/>
                        </a:lnTo>
                        <a:lnTo>
                          <a:pt x="719" y="1135"/>
                        </a:lnTo>
                        <a:lnTo>
                          <a:pt x="692" y="1141"/>
                        </a:lnTo>
                        <a:lnTo>
                          <a:pt x="664" y="1146"/>
                        </a:lnTo>
                        <a:lnTo>
                          <a:pt x="634" y="1150"/>
                        </a:lnTo>
                        <a:lnTo>
                          <a:pt x="606" y="1152"/>
                        </a:lnTo>
                        <a:lnTo>
                          <a:pt x="577" y="1152"/>
                        </a:lnTo>
                        <a:lnTo>
                          <a:pt x="546" y="1152"/>
                        </a:lnTo>
                        <a:lnTo>
                          <a:pt x="518" y="1150"/>
                        </a:lnTo>
                        <a:lnTo>
                          <a:pt x="488" y="1146"/>
                        </a:lnTo>
                        <a:lnTo>
                          <a:pt x="460" y="1141"/>
                        </a:lnTo>
                        <a:lnTo>
                          <a:pt x="433" y="1135"/>
                        </a:lnTo>
                        <a:lnTo>
                          <a:pt x="405" y="1127"/>
                        </a:lnTo>
                        <a:lnTo>
                          <a:pt x="378" y="1117"/>
                        </a:lnTo>
                        <a:lnTo>
                          <a:pt x="352" y="1108"/>
                        </a:lnTo>
                        <a:lnTo>
                          <a:pt x="327" y="1096"/>
                        </a:lnTo>
                        <a:lnTo>
                          <a:pt x="302" y="1082"/>
                        </a:lnTo>
                        <a:lnTo>
                          <a:pt x="278" y="1069"/>
                        </a:lnTo>
                        <a:lnTo>
                          <a:pt x="254" y="1054"/>
                        </a:lnTo>
                        <a:lnTo>
                          <a:pt x="232" y="1038"/>
                        </a:lnTo>
                        <a:lnTo>
                          <a:pt x="210" y="1020"/>
                        </a:lnTo>
                        <a:lnTo>
                          <a:pt x="190" y="1003"/>
                        </a:lnTo>
                        <a:lnTo>
                          <a:pt x="169" y="983"/>
                        </a:lnTo>
                        <a:lnTo>
                          <a:pt x="150" y="964"/>
                        </a:lnTo>
                        <a:lnTo>
                          <a:pt x="132" y="943"/>
                        </a:lnTo>
                        <a:lnTo>
                          <a:pt x="114" y="921"/>
                        </a:lnTo>
                        <a:lnTo>
                          <a:pt x="99" y="898"/>
                        </a:lnTo>
                        <a:lnTo>
                          <a:pt x="84" y="875"/>
                        </a:lnTo>
                        <a:lnTo>
                          <a:pt x="70" y="850"/>
                        </a:lnTo>
                        <a:lnTo>
                          <a:pt x="57" y="826"/>
                        </a:lnTo>
                        <a:lnTo>
                          <a:pt x="46" y="800"/>
                        </a:lnTo>
                        <a:lnTo>
                          <a:pt x="35" y="774"/>
                        </a:lnTo>
                        <a:lnTo>
                          <a:pt x="26" y="748"/>
                        </a:lnTo>
                        <a:lnTo>
                          <a:pt x="18" y="721"/>
                        </a:lnTo>
                        <a:lnTo>
                          <a:pt x="12" y="692"/>
                        </a:lnTo>
                        <a:lnTo>
                          <a:pt x="6" y="664"/>
                        </a:lnTo>
                        <a:lnTo>
                          <a:pt x="3" y="636"/>
                        </a:lnTo>
                        <a:lnTo>
                          <a:pt x="1" y="606"/>
                        </a:lnTo>
                        <a:lnTo>
                          <a:pt x="0" y="577"/>
                        </a:lnTo>
                        <a:lnTo>
                          <a:pt x="1" y="547"/>
                        </a:lnTo>
                        <a:lnTo>
                          <a:pt x="3" y="518"/>
                        </a:lnTo>
                        <a:lnTo>
                          <a:pt x="6" y="490"/>
                        </a:lnTo>
                        <a:lnTo>
                          <a:pt x="12" y="461"/>
                        </a:lnTo>
                        <a:lnTo>
                          <a:pt x="18" y="433"/>
                        </a:lnTo>
                        <a:lnTo>
                          <a:pt x="26" y="406"/>
                        </a:lnTo>
                        <a:lnTo>
                          <a:pt x="35" y="380"/>
                        </a:lnTo>
                        <a:lnTo>
                          <a:pt x="46" y="353"/>
                        </a:lnTo>
                        <a:lnTo>
                          <a:pt x="57" y="327"/>
                        </a:lnTo>
                        <a:lnTo>
                          <a:pt x="70" y="302"/>
                        </a:lnTo>
                        <a:lnTo>
                          <a:pt x="84" y="278"/>
                        </a:lnTo>
                        <a:lnTo>
                          <a:pt x="99" y="255"/>
                        </a:lnTo>
                        <a:lnTo>
                          <a:pt x="114" y="232"/>
                        </a:lnTo>
                        <a:lnTo>
                          <a:pt x="132" y="211"/>
                        </a:lnTo>
                        <a:lnTo>
                          <a:pt x="150" y="190"/>
                        </a:lnTo>
                        <a:lnTo>
                          <a:pt x="169" y="169"/>
                        </a:lnTo>
                        <a:lnTo>
                          <a:pt x="190" y="151"/>
                        </a:lnTo>
                        <a:lnTo>
                          <a:pt x="210" y="132"/>
                        </a:lnTo>
                        <a:lnTo>
                          <a:pt x="232" y="116"/>
                        </a:lnTo>
                        <a:lnTo>
                          <a:pt x="254" y="99"/>
                        </a:lnTo>
                        <a:lnTo>
                          <a:pt x="278" y="84"/>
                        </a:lnTo>
                        <a:lnTo>
                          <a:pt x="302" y="70"/>
                        </a:lnTo>
                        <a:lnTo>
                          <a:pt x="327" y="58"/>
                        </a:lnTo>
                        <a:lnTo>
                          <a:pt x="352" y="46"/>
                        </a:lnTo>
                        <a:lnTo>
                          <a:pt x="378" y="36"/>
                        </a:lnTo>
                        <a:lnTo>
                          <a:pt x="405" y="26"/>
                        </a:lnTo>
                        <a:lnTo>
                          <a:pt x="433" y="19"/>
                        </a:lnTo>
                        <a:lnTo>
                          <a:pt x="460" y="12"/>
                        </a:lnTo>
                        <a:lnTo>
                          <a:pt x="488" y="8"/>
                        </a:lnTo>
                        <a:lnTo>
                          <a:pt x="518" y="4"/>
                        </a:lnTo>
                        <a:lnTo>
                          <a:pt x="546" y="1"/>
                        </a:lnTo>
                        <a:lnTo>
                          <a:pt x="577" y="0"/>
                        </a:lnTo>
                        <a:close/>
                      </a:path>
                    </a:pathLst>
                  </a:custGeom>
                  <a:solidFill>
                    <a:srgbClr val="DC2B19"/>
                  </a:solidFill>
                  <a:ln>
                    <a:noFill/>
                  </a:ln>
                </p:spPr>
                <p:txBody>
                  <a:bodyPr/>
                  <a:lstStyle/>
                  <a:p>
                    <a:pPr>
                      <a:defRPr/>
                    </a:pPr>
                    <a:endParaRPr lang="en-US" sz="1050">
                      <a:latin typeface="+mj-lt"/>
                    </a:endParaRPr>
                  </a:p>
                </p:txBody>
              </p:sp>
              <p:sp>
                <p:nvSpPr>
                  <p:cNvPr id="41750" name="Freeform 154">
                    <a:extLst>
                      <a:ext uri="{FF2B5EF4-FFF2-40B4-BE49-F238E27FC236}">
                        <a16:creationId xmlns="" xmlns:a16="http://schemas.microsoft.com/office/drawing/2014/main" id="{AF8C0581-C051-91A4-E375-E3B7C5CB9E46}"/>
                      </a:ext>
                    </a:extLst>
                  </p:cNvPr>
                  <p:cNvSpPr>
                    <a:spLocks/>
                  </p:cNvSpPr>
                  <p:nvPr/>
                </p:nvSpPr>
                <p:spPr bwMode="auto">
                  <a:xfrm>
                    <a:off x="5448" y="1339"/>
                    <a:ext cx="22" cy="25"/>
                  </a:xfrm>
                  <a:custGeom>
                    <a:avLst/>
                    <a:gdLst>
                      <a:gd name="T0" fmla="*/ 0 w 652"/>
                      <a:gd name="T1" fmla="*/ 0 h 654"/>
                      <a:gd name="T2" fmla="*/ 0 w 652"/>
                      <a:gd name="T3" fmla="*/ 0 h 654"/>
                      <a:gd name="T4" fmla="*/ 0 w 652"/>
                      <a:gd name="T5" fmla="*/ 0 h 654"/>
                      <a:gd name="T6" fmla="*/ 0 w 652"/>
                      <a:gd name="T7" fmla="*/ 0 h 654"/>
                      <a:gd name="T8" fmla="*/ 0 w 652"/>
                      <a:gd name="T9" fmla="*/ 0 h 654"/>
                      <a:gd name="T10" fmla="*/ 0 w 652"/>
                      <a:gd name="T11" fmla="*/ 0 h 654"/>
                      <a:gd name="T12" fmla="*/ 0 w 652"/>
                      <a:gd name="T13" fmla="*/ 0 h 654"/>
                      <a:gd name="T14" fmla="*/ 0 w 652"/>
                      <a:gd name="T15" fmla="*/ 0 h 654"/>
                      <a:gd name="T16" fmla="*/ 0 w 652"/>
                      <a:gd name="T17" fmla="*/ 0 h 654"/>
                      <a:gd name="T18" fmla="*/ 0 w 652"/>
                      <a:gd name="T19" fmla="*/ 0 h 654"/>
                      <a:gd name="T20" fmla="*/ 0 w 652"/>
                      <a:gd name="T21" fmla="*/ 0 h 654"/>
                      <a:gd name="T22" fmla="*/ 0 w 652"/>
                      <a:gd name="T23" fmla="*/ 0 h 654"/>
                      <a:gd name="T24" fmla="*/ 0 w 652"/>
                      <a:gd name="T25" fmla="*/ 0 h 654"/>
                      <a:gd name="T26" fmla="*/ 0 w 652"/>
                      <a:gd name="T27" fmla="*/ 0 h 654"/>
                      <a:gd name="T28" fmla="*/ 0 w 652"/>
                      <a:gd name="T29" fmla="*/ 0 h 654"/>
                      <a:gd name="T30" fmla="*/ 0 w 652"/>
                      <a:gd name="T31" fmla="*/ 0 h 654"/>
                      <a:gd name="T32" fmla="*/ 0 w 652"/>
                      <a:gd name="T33" fmla="*/ 0 h 654"/>
                      <a:gd name="T34" fmla="*/ 0 w 652"/>
                      <a:gd name="T35" fmla="*/ 0 h 654"/>
                      <a:gd name="T36" fmla="*/ 0 w 652"/>
                      <a:gd name="T37" fmla="*/ 0 h 654"/>
                      <a:gd name="T38" fmla="*/ 0 w 652"/>
                      <a:gd name="T39" fmla="*/ 0 h 654"/>
                      <a:gd name="T40" fmla="*/ 0 w 652"/>
                      <a:gd name="T41" fmla="*/ 0 h 654"/>
                      <a:gd name="T42" fmla="*/ 0 w 652"/>
                      <a:gd name="T43" fmla="*/ 0 h 654"/>
                      <a:gd name="T44" fmla="*/ 0 w 652"/>
                      <a:gd name="T45" fmla="*/ 0 h 654"/>
                      <a:gd name="T46" fmla="*/ 0 w 652"/>
                      <a:gd name="T47" fmla="*/ 0 h 654"/>
                      <a:gd name="T48" fmla="*/ 0 w 652"/>
                      <a:gd name="T49" fmla="*/ 0 h 654"/>
                      <a:gd name="T50" fmla="*/ 0 w 652"/>
                      <a:gd name="T51" fmla="*/ 0 h 654"/>
                      <a:gd name="T52" fmla="*/ 0 w 652"/>
                      <a:gd name="T53" fmla="*/ 0 h 654"/>
                      <a:gd name="T54" fmla="*/ 0 w 652"/>
                      <a:gd name="T55" fmla="*/ 0 h 654"/>
                      <a:gd name="T56" fmla="*/ 0 w 652"/>
                      <a:gd name="T57" fmla="*/ 0 h 654"/>
                      <a:gd name="T58" fmla="*/ 0 w 652"/>
                      <a:gd name="T59" fmla="*/ 0 h 654"/>
                      <a:gd name="T60" fmla="*/ 0 w 652"/>
                      <a:gd name="T61" fmla="*/ 0 h 654"/>
                      <a:gd name="T62" fmla="*/ 0 w 652"/>
                      <a:gd name="T63" fmla="*/ 0 h 654"/>
                      <a:gd name="T64" fmla="*/ 0 w 652"/>
                      <a:gd name="T65" fmla="*/ 0 h 654"/>
                      <a:gd name="T66" fmla="*/ 0 w 652"/>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2"/>
                      <a:gd name="T103" fmla="*/ 0 h 654"/>
                      <a:gd name="T104" fmla="*/ 652 w 652"/>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2" h="654">
                        <a:moveTo>
                          <a:pt x="652" y="654"/>
                        </a:moveTo>
                        <a:lnTo>
                          <a:pt x="652" y="654"/>
                        </a:lnTo>
                        <a:lnTo>
                          <a:pt x="651" y="620"/>
                        </a:lnTo>
                        <a:lnTo>
                          <a:pt x="649" y="587"/>
                        </a:lnTo>
                        <a:lnTo>
                          <a:pt x="645" y="555"/>
                        </a:lnTo>
                        <a:lnTo>
                          <a:pt x="639" y="522"/>
                        </a:lnTo>
                        <a:lnTo>
                          <a:pt x="632" y="490"/>
                        </a:lnTo>
                        <a:lnTo>
                          <a:pt x="623" y="460"/>
                        </a:lnTo>
                        <a:lnTo>
                          <a:pt x="613" y="429"/>
                        </a:lnTo>
                        <a:lnTo>
                          <a:pt x="601" y="400"/>
                        </a:lnTo>
                        <a:lnTo>
                          <a:pt x="588" y="370"/>
                        </a:lnTo>
                        <a:lnTo>
                          <a:pt x="573" y="342"/>
                        </a:lnTo>
                        <a:lnTo>
                          <a:pt x="558" y="315"/>
                        </a:lnTo>
                        <a:lnTo>
                          <a:pt x="541" y="289"/>
                        </a:lnTo>
                        <a:lnTo>
                          <a:pt x="523" y="264"/>
                        </a:lnTo>
                        <a:lnTo>
                          <a:pt x="503" y="239"/>
                        </a:lnTo>
                        <a:lnTo>
                          <a:pt x="482" y="215"/>
                        </a:lnTo>
                        <a:lnTo>
                          <a:pt x="461" y="192"/>
                        </a:lnTo>
                        <a:lnTo>
                          <a:pt x="438" y="170"/>
                        </a:lnTo>
                        <a:lnTo>
                          <a:pt x="415" y="150"/>
                        </a:lnTo>
                        <a:lnTo>
                          <a:pt x="390" y="131"/>
                        </a:lnTo>
                        <a:lnTo>
                          <a:pt x="364" y="112"/>
                        </a:lnTo>
                        <a:lnTo>
                          <a:pt x="337" y="96"/>
                        </a:lnTo>
                        <a:lnTo>
                          <a:pt x="310" y="79"/>
                        </a:lnTo>
                        <a:lnTo>
                          <a:pt x="282" y="65"/>
                        </a:lnTo>
                        <a:lnTo>
                          <a:pt x="254" y="52"/>
                        </a:lnTo>
                        <a:lnTo>
                          <a:pt x="223" y="40"/>
                        </a:lnTo>
                        <a:lnTo>
                          <a:pt x="194" y="29"/>
                        </a:lnTo>
                        <a:lnTo>
                          <a:pt x="162" y="21"/>
                        </a:lnTo>
                        <a:lnTo>
                          <a:pt x="130" y="14"/>
                        </a:lnTo>
                        <a:lnTo>
                          <a:pt x="98" y="8"/>
                        </a:lnTo>
                        <a:lnTo>
                          <a:pt x="65" y="4"/>
                        </a:lnTo>
                        <a:lnTo>
                          <a:pt x="32" y="1"/>
                        </a:lnTo>
                        <a:lnTo>
                          <a:pt x="0" y="0"/>
                        </a:lnTo>
                        <a:lnTo>
                          <a:pt x="0" y="156"/>
                        </a:lnTo>
                        <a:lnTo>
                          <a:pt x="25" y="156"/>
                        </a:lnTo>
                        <a:lnTo>
                          <a:pt x="51" y="158"/>
                        </a:lnTo>
                        <a:lnTo>
                          <a:pt x="75" y="161"/>
                        </a:lnTo>
                        <a:lnTo>
                          <a:pt x="100" y="166"/>
                        </a:lnTo>
                        <a:lnTo>
                          <a:pt x="124" y="171"/>
                        </a:lnTo>
                        <a:lnTo>
                          <a:pt x="147" y="178"/>
                        </a:lnTo>
                        <a:lnTo>
                          <a:pt x="170" y="185"/>
                        </a:lnTo>
                        <a:lnTo>
                          <a:pt x="192" y="194"/>
                        </a:lnTo>
                        <a:lnTo>
                          <a:pt x="214" y="205"/>
                        </a:lnTo>
                        <a:lnTo>
                          <a:pt x="236" y="216"/>
                        </a:lnTo>
                        <a:lnTo>
                          <a:pt x="257" y="228"/>
                        </a:lnTo>
                        <a:lnTo>
                          <a:pt x="277" y="241"/>
                        </a:lnTo>
                        <a:lnTo>
                          <a:pt x="297" y="254"/>
                        </a:lnTo>
                        <a:lnTo>
                          <a:pt x="316" y="269"/>
                        </a:lnTo>
                        <a:lnTo>
                          <a:pt x="334" y="285"/>
                        </a:lnTo>
                        <a:lnTo>
                          <a:pt x="352" y="302"/>
                        </a:lnTo>
                        <a:lnTo>
                          <a:pt x="368" y="319"/>
                        </a:lnTo>
                        <a:lnTo>
                          <a:pt x="383" y="337"/>
                        </a:lnTo>
                        <a:lnTo>
                          <a:pt x="398" y="356"/>
                        </a:lnTo>
                        <a:lnTo>
                          <a:pt x="413" y="376"/>
                        </a:lnTo>
                        <a:lnTo>
                          <a:pt x="426" y="396"/>
                        </a:lnTo>
                        <a:lnTo>
                          <a:pt x="438" y="416"/>
                        </a:lnTo>
                        <a:lnTo>
                          <a:pt x="449" y="438"/>
                        </a:lnTo>
                        <a:lnTo>
                          <a:pt x="458" y="460"/>
                        </a:lnTo>
                        <a:lnTo>
                          <a:pt x="467" y="483"/>
                        </a:lnTo>
                        <a:lnTo>
                          <a:pt x="475" y="506"/>
                        </a:lnTo>
                        <a:lnTo>
                          <a:pt x="482" y="530"/>
                        </a:lnTo>
                        <a:lnTo>
                          <a:pt x="488" y="554"/>
                        </a:lnTo>
                        <a:lnTo>
                          <a:pt x="492" y="578"/>
                        </a:lnTo>
                        <a:lnTo>
                          <a:pt x="496" y="603"/>
                        </a:lnTo>
                        <a:lnTo>
                          <a:pt x="498" y="628"/>
                        </a:lnTo>
                        <a:lnTo>
                          <a:pt x="498" y="654"/>
                        </a:lnTo>
                        <a:lnTo>
                          <a:pt x="652" y="654"/>
                        </a:lnTo>
                        <a:close/>
                      </a:path>
                    </a:pathLst>
                  </a:custGeom>
                  <a:solidFill>
                    <a:srgbClr val="EF2B2F"/>
                  </a:solidFill>
                  <a:ln>
                    <a:noFill/>
                  </a:ln>
                </p:spPr>
                <p:txBody>
                  <a:bodyPr/>
                  <a:lstStyle/>
                  <a:p>
                    <a:pPr>
                      <a:defRPr/>
                    </a:pPr>
                    <a:endParaRPr lang="en-US" sz="1050">
                      <a:latin typeface="+mj-lt"/>
                    </a:endParaRPr>
                  </a:p>
                </p:txBody>
              </p:sp>
              <p:sp>
                <p:nvSpPr>
                  <p:cNvPr id="41751" name="Freeform 155">
                    <a:extLst>
                      <a:ext uri="{FF2B5EF4-FFF2-40B4-BE49-F238E27FC236}">
                        <a16:creationId xmlns="" xmlns:a16="http://schemas.microsoft.com/office/drawing/2014/main" id="{B800B015-DFD5-7D97-DB21-D4DA0C94F6BD}"/>
                      </a:ext>
                    </a:extLst>
                  </p:cNvPr>
                  <p:cNvSpPr>
                    <a:spLocks/>
                  </p:cNvSpPr>
                  <p:nvPr/>
                </p:nvSpPr>
                <p:spPr bwMode="auto">
                  <a:xfrm>
                    <a:off x="5448" y="1364"/>
                    <a:ext cx="22" cy="25"/>
                  </a:xfrm>
                  <a:custGeom>
                    <a:avLst/>
                    <a:gdLst>
                      <a:gd name="T0" fmla="*/ 0 w 652"/>
                      <a:gd name="T1" fmla="*/ 0 h 653"/>
                      <a:gd name="T2" fmla="*/ 0 w 652"/>
                      <a:gd name="T3" fmla="*/ 0 h 653"/>
                      <a:gd name="T4" fmla="*/ 0 w 652"/>
                      <a:gd name="T5" fmla="*/ 0 h 653"/>
                      <a:gd name="T6" fmla="*/ 0 w 652"/>
                      <a:gd name="T7" fmla="*/ 0 h 653"/>
                      <a:gd name="T8" fmla="*/ 0 w 652"/>
                      <a:gd name="T9" fmla="*/ 0 h 653"/>
                      <a:gd name="T10" fmla="*/ 0 w 652"/>
                      <a:gd name="T11" fmla="*/ 0 h 653"/>
                      <a:gd name="T12" fmla="*/ 0 w 652"/>
                      <a:gd name="T13" fmla="*/ 0 h 653"/>
                      <a:gd name="T14" fmla="*/ 0 w 652"/>
                      <a:gd name="T15" fmla="*/ 0 h 653"/>
                      <a:gd name="T16" fmla="*/ 0 w 652"/>
                      <a:gd name="T17" fmla="*/ 0 h 653"/>
                      <a:gd name="T18" fmla="*/ 0 w 652"/>
                      <a:gd name="T19" fmla="*/ 0 h 653"/>
                      <a:gd name="T20" fmla="*/ 0 w 652"/>
                      <a:gd name="T21" fmla="*/ 0 h 653"/>
                      <a:gd name="T22" fmla="*/ 0 w 652"/>
                      <a:gd name="T23" fmla="*/ 0 h 653"/>
                      <a:gd name="T24" fmla="*/ 0 w 652"/>
                      <a:gd name="T25" fmla="*/ 0 h 653"/>
                      <a:gd name="T26" fmla="*/ 0 w 652"/>
                      <a:gd name="T27" fmla="*/ 0 h 653"/>
                      <a:gd name="T28" fmla="*/ 0 w 652"/>
                      <a:gd name="T29" fmla="*/ 0 h 653"/>
                      <a:gd name="T30" fmla="*/ 0 w 652"/>
                      <a:gd name="T31" fmla="*/ 0 h 653"/>
                      <a:gd name="T32" fmla="*/ 0 w 652"/>
                      <a:gd name="T33" fmla="*/ 0 h 653"/>
                      <a:gd name="T34" fmla="*/ 0 w 652"/>
                      <a:gd name="T35" fmla="*/ 0 h 653"/>
                      <a:gd name="T36" fmla="*/ 0 w 652"/>
                      <a:gd name="T37" fmla="*/ 0 h 653"/>
                      <a:gd name="T38" fmla="*/ 0 w 652"/>
                      <a:gd name="T39" fmla="*/ 0 h 653"/>
                      <a:gd name="T40" fmla="*/ 0 w 652"/>
                      <a:gd name="T41" fmla="*/ 0 h 653"/>
                      <a:gd name="T42" fmla="*/ 0 w 652"/>
                      <a:gd name="T43" fmla="*/ 0 h 653"/>
                      <a:gd name="T44" fmla="*/ 0 w 652"/>
                      <a:gd name="T45" fmla="*/ 0 h 653"/>
                      <a:gd name="T46" fmla="*/ 0 w 652"/>
                      <a:gd name="T47" fmla="*/ 0 h 653"/>
                      <a:gd name="T48" fmla="*/ 0 w 652"/>
                      <a:gd name="T49" fmla="*/ 0 h 653"/>
                      <a:gd name="T50" fmla="*/ 0 w 652"/>
                      <a:gd name="T51" fmla="*/ 0 h 653"/>
                      <a:gd name="T52" fmla="*/ 0 w 652"/>
                      <a:gd name="T53" fmla="*/ 0 h 653"/>
                      <a:gd name="T54" fmla="*/ 0 w 652"/>
                      <a:gd name="T55" fmla="*/ 0 h 653"/>
                      <a:gd name="T56" fmla="*/ 0 w 652"/>
                      <a:gd name="T57" fmla="*/ 0 h 653"/>
                      <a:gd name="T58" fmla="*/ 0 w 652"/>
                      <a:gd name="T59" fmla="*/ 0 h 653"/>
                      <a:gd name="T60" fmla="*/ 0 w 652"/>
                      <a:gd name="T61" fmla="*/ 0 h 653"/>
                      <a:gd name="T62" fmla="*/ 0 w 652"/>
                      <a:gd name="T63" fmla="*/ 0 h 653"/>
                      <a:gd name="T64" fmla="*/ 0 w 652"/>
                      <a:gd name="T65" fmla="*/ 0 h 653"/>
                      <a:gd name="T66" fmla="*/ 0 w 652"/>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2"/>
                      <a:gd name="T103" fmla="*/ 0 h 653"/>
                      <a:gd name="T104" fmla="*/ 652 w 652"/>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2" h="653">
                        <a:moveTo>
                          <a:pt x="0" y="653"/>
                        </a:moveTo>
                        <a:lnTo>
                          <a:pt x="0" y="653"/>
                        </a:lnTo>
                        <a:lnTo>
                          <a:pt x="32" y="653"/>
                        </a:lnTo>
                        <a:lnTo>
                          <a:pt x="65" y="649"/>
                        </a:lnTo>
                        <a:lnTo>
                          <a:pt x="98" y="646"/>
                        </a:lnTo>
                        <a:lnTo>
                          <a:pt x="130" y="640"/>
                        </a:lnTo>
                        <a:lnTo>
                          <a:pt x="162" y="632"/>
                        </a:lnTo>
                        <a:lnTo>
                          <a:pt x="194" y="623"/>
                        </a:lnTo>
                        <a:lnTo>
                          <a:pt x="223" y="613"/>
                        </a:lnTo>
                        <a:lnTo>
                          <a:pt x="254" y="601"/>
                        </a:lnTo>
                        <a:lnTo>
                          <a:pt x="282" y="588"/>
                        </a:lnTo>
                        <a:lnTo>
                          <a:pt x="310" y="574"/>
                        </a:lnTo>
                        <a:lnTo>
                          <a:pt x="337" y="558"/>
                        </a:lnTo>
                        <a:lnTo>
                          <a:pt x="364" y="541"/>
                        </a:lnTo>
                        <a:lnTo>
                          <a:pt x="390" y="523"/>
                        </a:lnTo>
                        <a:lnTo>
                          <a:pt x="415" y="503"/>
                        </a:lnTo>
                        <a:lnTo>
                          <a:pt x="438" y="483"/>
                        </a:lnTo>
                        <a:lnTo>
                          <a:pt x="461" y="462"/>
                        </a:lnTo>
                        <a:lnTo>
                          <a:pt x="482" y="439"/>
                        </a:lnTo>
                        <a:lnTo>
                          <a:pt x="503" y="415"/>
                        </a:lnTo>
                        <a:lnTo>
                          <a:pt x="523" y="390"/>
                        </a:lnTo>
                        <a:lnTo>
                          <a:pt x="541" y="365"/>
                        </a:lnTo>
                        <a:lnTo>
                          <a:pt x="558" y="338"/>
                        </a:lnTo>
                        <a:lnTo>
                          <a:pt x="573" y="310"/>
                        </a:lnTo>
                        <a:lnTo>
                          <a:pt x="588" y="282"/>
                        </a:lnTo>
                        <a:lnTo>
                          <a:pt x="601" y="254"/>
                        </a:lnTo>
                        <a:lnTo>
                          <a:pt x="613" y="224"/>
                        </a:lnTo>
                        <a:lnTo>
                          <a:pt x="623" y="194"/>
                        </a:lnTo>
                        <a:lnTo>
                          <a:pt x="632" y="162"/>
                        </a:lnTo>
                        <a:lnTo>
                          <a:pt x="639" y="131"/>
                        </a:lnTo>
                        <a:lnTo>
                          <a:pt x="645" y="99"/>
                        </a:lnTo>
                        <a:lnTo>
                          <a:pt x="649" y="66"/>
                        </a:lnTo>
                        <a:lnTo>
                          <a:pt x="651" y="34"/>
                        </a:lnTo>
                        <a:lnTo>
                          <a:pt x="652" y="0"/>
                        </a:lnTo>
                        <a:lnTo>
                          <a:pt x="498" y="0"/>
                        </a:lnTo>
                        <a:lnTo>
                          <a:pt x="498" y="25"/>
                        </a:lnTo>
                        <a:lnTo>
                          <a:pt x="496" y="51"/>
                        </a:lnTo>
                        <a:lnTo>
                          <a:pt x="492" y="76"/>
                        </a:lnTo>
                        <a:lnTo>
                          <a:pt x="488" y="100"/>
                        </a:lnTo>
                        <a:lnTo>
                          <a:pt x="482" y="124"/>
                        </a:lnTo>
                        <a:lnTo>
                          <a:pt x="475" y="148"/>
                        </a:lnTo>
                        <a:lnTo>
                          <a:pt x="467" y="171"/>
                        </a:lnTo>
                        <a:lnTo>
                          <a:pt x="458" y="193"/>
                        </a:lnTo>
                        <a:lnTo>
                          <a:pt x="449" y="216"/>
                        </a:lnTo>
                        <a:lnTo>
                          <a:pt x="438" y="236"/>
                        </a:lnTo>
                        <a:lnTo>
                          <a:pt x="426" y="258"/>
                        </a:lnTo>
                        <a:lnTo>
                          <a:pt x="413" y="278"/>
                        </a:lnTo>
                        <a:lnTo>
                          <a:pt x="398" y="297"/>
                        </a:lnTo>
                        <a:lnTo>
                          <a:pt x="383" y="316"/>
                        </a:lnTo>
                        <a:lnTo>
                          <a:pt x="368" y="334"/>
                        </a:lnTo>
                        <a:lnTo>
                          <a:pt x="352" y="352"/>
                        </a:lnTo>
                        <a:lnTo>
                          <a:pt x="334" y="368"/>
                        </a:lnTo>
                        <a:lnTo>
                          <a:pt x="316" y="385"/>
                        </a:lnTo>
                        <a:lnTo>
                          <a:pt x="297" y="399"/>
                        </a:lnTo>
                        <a:lnTo>
                          <a:pt x="277" y="413"/>
                        </a:lnTo>
                        <a:lnTo>
                          <a:pt x="257" y="426"/>
                        </a:lnTo>
                        <a:lnTo>
                          <a:pt x="236" y="438"/>
                        </a:lnTo>
                        <a:lnTo>
                          <a:pt x="214" y="449"/>
                        </a:lnTo>
                        <a:lnTo>
                          <a:pt x="192" y="459"/>
                        </a:lnTo>
                        <a:lnTo>
                          <a:pt x="170" y="468"/>
                        </a:lnTo>
                        <a:lnTo>
                          <a:pt x="147" y="476"/>
                        </a:lnTo>
                        <a:lnTo>
                          <a:pt x="124" y="483"/>
                        </a:lnTo>
                        <a:lnTo>
                          <a:pt x="100" y="488"/>
                        </a:lnTo>
                        <a:lnTo>
                          <a:pt x="75" y="492"/>
                        </a:lnTo>
                        <a:lnTo>
                          <a:pt x="51" y="496"/>
                        </a:lnTo>
                        <a:lnTo>
                          <a:pt x="25" y="498"/>
                        </a:lnTo>
                        <a:lnTo>
                          <a:pt x="0" y="498"/>
                        </a:lnTo>
                        <a:lnTo>
                          <a:pt x="0" y="653"/>
                        </a:lnTo>
                        <a:close/>
                      </a:path>
                    </a:pathLst>
                  </a:custGeom>
                  <a:solidFill>
                    <a:srgbClr val="EF2B2F"/>
                  </a:solidFill>
                  <a:ln>
                    <a:noFill/>
                  </a:ln>
                </p:spPr>
                <p:txBody>
                  <a:bodyPr/>
                  <a:lstStyle/>
                  <a:p>
                    <a:pPr>
                      <a:defRPr/>
                    </a:pPr>
                    <a:endParaRPr lang="en-US" sz="1050">
                      <a:latin typeface="+mj-lt"/>
                    </a:endParaRPr>
                  </a:p>
                </p:txBody>
              </p:sp>
              <p:sp>
                <p:nvSpPr>
                  <p:cNvPr id="41752" name="Freeform 156">
                    <a:extLst>
                      <a:ext uri="{FF2B5EF4-FFF2-40B4-BE49-F238E27FC236}">
                        <a16:creationId xmlns="" xmlns:a16="http://schemas.microsoft.com/office/drawing/2014/main" id="{9071CA52-365E-525B-9A64-8DC0E91ABBF4}"/>
                      </a:ext>
                    </a:extLst>
                  </p:cNvPr>
                  <p:cNvSpPr>
                    <a:spLocks/>
                  </p:cNvSpPr>
                  <p:nvPr/>
                </p:nvSpPr>
                <p:spPr bwMode="auto">
                  <a:xfrm>
                    <a:off x="5428" y="1364"/>
                    <a:ext cx="21" cy="25"/>
                  </a:xfrm>
                  <a:custGeom>
                    <a:avLst/>
                    <a:gdLst>
                      <a:gd name="T0" fmla="*/ 0 w 655"/>
                      <a:gd name="T1" fmla="*/ 0 h 653"/>
                      <a:gd name="T2" fmla="*/ 0 w 655"/>
                      <a:gd name="T3" fmla="*/ 0 h 653"/>
                      <a:gd name="T4" fmla="*/ 0 w 655"/>
                      <a:gd name="T5" fmla="*/ 0 h 653"/>
                      <a:gd name="T6" fmla="*/ 0 w 655"/>
                      <a:gd name="T7" fmla="*/ 0 h 653"/>
                      <a:gd name="T8" fmla="*/ 0 w 655"/>
                      <a:gd name="T9" fmla="*/ 0 h 653"/>
                      <a:gd name="T10" fmla="*/ 0 w 655"/>
                      <a:gd name="T11" fmla="*/ 0 h 653"/>
                      <a:gd name="T12" fmla="*/ 0 w 655"/>
                      <a:gd name="T13" fmla="*/ 0 h 653"/>
                      <a:gd name="T14" fmla="*/ 0 w 655"/>
                      <a:gd name="T15" fmla="*/ 0 h 653"/>
                      <a:gd name="T16" fmla="*/ 0 w 655"/>
                      <a:gd name="T17" fmla="*/ 0 h 653"/>
                      <a:gd name="T18" fmla="*/ 0 w 655"/>
                      <a:gd name="T19" fmla="*/ 0 h 653"/>
                      <a:gd name="T20" fmla="*/ 0 w 655"/>
                      <a:gd name="T21" fmla="*/ 0 h 653"/>
                      <a:gd name="T22" fmla="*/ 0 w 655"/>
                      <a:gd name="T23" fmla="*/ 0 h 653"/>
                      <a:gd name="T24" fmla="*/ 0 w 655"/>
                      <a:gd name="T25" fmla="*/ 0 h 653"/>
                      <a:gd name="T26" fmla="*/ 0 w 655"/>
                      <a:gd name="T27" fmla="*/ 0 h 653"/>
                      <a:gd name="T28" fmla="*/ 0 w 655"/>
                      <a:gd name="T29" fmla="*/ 0 h 653"/>
                      <a:gd name="T30" fmla="*/ 0 w 655"/>
                      <a:gd name="T31" fmla="*/ 0 h 653"/>
                      <a:gd name="T32" fmla="*/ 0 w 655"/>
                      <a:gd name="T33" fmla="*/ 0 h 653"/>
                      <a:gd name="T34" fmla="*/ 0 w 655"/>
                      <a:gd name="T35" fmla="*/ 0 h 653"/>
                      <a:gd name="T36" fmla="*/ 0 w 655"/>
                      <a:gd name="T37" fmla="*/ 0 h 653"/>
                      <a:gd name="T38" fmla="*/ 0 w 655"/>
                      <a:gd name="T39" fmla="*/ 0 h 653"/>
                      <a:gd name="T40" fmla="*/ 0 w 655"/>
                      <a:gd name="T41" fmla="*/ 0 h 653"/>
                      <a:gd name="T42" fmla="*/ 0 w 655"/>
                      <a:gd name="T43" fmla="*/ 0 h 653"/>
                      <a:gd name="T44" fmla="*/ 0 w 655"/>
                      <a:gd name="T45" fmla="*/ 0 h 653"/>
                      <a:gd name="T46" fmla="*/ 0 w 655"/>
                      <a:gd name="T47" fmla="*/ 0 h 653"/>
                      <a:gd name="T48" fmla="*/ 0 w 655"/>
                      <a:gd name="T49" fmla="*/ 0 h 653"/>
                      <a:gd name="T50" fmla="*/ 0 w 655"/>
                      <a:gd name="T51" fmla="*/ 0 h 653"/>
                      <a:gd name="T52" fmla="*/ 0 w 655"/>
                      <a:gd name="T53" fmla="*/ 0 h 653"/>
                      <a:gd name="T54" fmla="*/ 0 w 655"/>
                      <a:gd name="T55" fmla="*/ 0 h 653"/>
                      <a:gd name="T56" fmla="*/ 0 w 655"/>
                      <a:gd name="T57" fmla="*/ 0 h 653"/>
                      <a:gd name="T58" fmla="*/ 0 w 655"/>
                      <a:gd name="T59" fmla="*/ 0 h 653"/>
                      <a:gd name="T60" fmla="*/ 0 w 655"/>
                      <a:gd name="T61" fmla="*/ 0 h 653"/>
                      <a:gd name="T62" fmla="*/ 0 w 655"/>
                      <a:gd name="T63" fmla="*/ 0 h 653"/>
                      <a:gd name="T64" fmla="*/ 0 w 655"/>
                      <a:gd name="T65" fmla="*/ 0 h 653"/>
                      <a:gd name="T66" fmla="*/ 0 w 655"/>
                      <a:gd name="T67" fmla="*/ 0 h 6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5"/>
                      <a:gd name="T103" fmla="*/ 0 h 653"/>
                      <a:gd name="T104" fmla="*/ 655 w 655"/>
                      <a:gd name="T105" fmla="*/ 653 h 6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5" h="653">
                        <a:moveTo>
                          <a:pt x="0" y="0"/>
                        </a:moveTo>
                        <a:lnTo>
                          <a:pt x="0" y="0"/>
                        </a:lnTo>
                        <a:lnTo>
                          <a:pt x="2" y="32"/>
                        </a:lnTo>
                        <a:lnTo>
                          <a:pt x="4" y="66"/>
                        </a:lnTo>
                        <a:lnTo>
                          <a:pt x="8" y="99"/>
                        </a:lnTo>
                        <a:lnTo>
                          <a:pt x="14" y="131"/>
                        </a:lnTo>
                        <a:lnTo>
                          <a:pt x="21" y="162"/>
                        </a:lnTo>
                        <a:lnTo>
                          <a:pt x="30" y="194"/>
                        </a:lnTo>
                        <a:lnTo>
                          <a:pt x="41" y="224"/>
                        </a:lnTo>
                        <a:lnTo>
                          <a:pt x="52" y="254"/>
                        </a:lnTo>
                        <a:lnTo>
                          <a:pt x="65" y="282"/>
                        </a:lnTo>
                        <a:lnTo>
                          <a:pt x="80" y="310"/>
                        </a:lnTo>
                        <a:lnTo>
                          <a:pt x="95" y="338"/>
                        </a:lnTo>
                        <a:lnTo>
                          <a:pt x="113" y="365"/>
                        </a:lnTo>
                        <a:lnTo>
                          <a:pt x="130" y="390"/>
                        </a:lnTo>
                        <a:lnTo>
                          <a:pt x="150" y="415"/>
                        </a:lnTo>
                        <a:lnTo>
                          <a:pt x="170" y="439"/>
                        </a:lnTo>
                        <a:lnTo>
                          <a:pt x="192" y="462"/>
                        </a:lnTo>
                        <a:lnTo>
                          <a:pt x="215" y="483"/>
                        </a:lnTo>
                        <a:lnTo>
                          <a:pt x="238" y="503"/>
                        </a:lnTo>
                        <a:lnTo>
                          <a:pt x="263" y="523"/>
                        </a:lnTo>
                        <a:lnTo>
                          <a:pt x="289" y="541"/>
                        </a:lnTo>
                        <a:lnTo>
                          <a:pt x="315" y="558"/>
                        </a:lnTo>
                        <a:lnTo>
                          <a:pt x="343" y="574"/>
                        </a:lnTo>
                        <a:lnTo>
                          <a:pt x="371" y="588"/>
                        </a:lnTo>
                        <a:lnTo>
                          <a:pt x="399" y="601"/>
                        </a:lnTo>
                        <a:lnTo>
                          <a:pt x="430" y="613"/>
                        </a:lnTo>
                        <a:lnTo>
                          <a:pt x="460" y="623"/>
                        </a:lnTo>
                        <a:lnTo>
                          <a:pt x="491" y="632"/>
                        </a:lnTo>
                        <a:lnTo>
                          <a:pt x="523" y="640"/>
                        </a:lnTo>
                        <a:lnTo>
                          <a:pt x="555" y="646"/>
                        </a:lnTo>
                        <a:lnTo>
                          <a:pt x="588" y="649"/>
                        </a:lnTo>
                        <a:lnTo>
                          <a:pt x="621" y="653"/>
                        </a:lnTo>
                        <a:lnTo>
                          <a:pt x="655" y="653"/>
                        </a:lnTo>
                        <a:lnTo>
                          <a:pt x="655" y="498"/>
                        </a:lnTo>
                        <a:lnTo>
                          <a:pt x="628" y="498"/>
                        </a:lnTo>
                        <a:lnTo>
                          <a:pt x="603" y="496"/>
                        </a:lnTo>
                        <a:lnTo>
                          <a:pt x="578" y="492"/>
                        </a:lnTo>
                        <a:lnTo>
                          <a:pt x="553" y="488"/>
                        </a:lnTo>
                        <a:lnTo>
                          <a:pt x="529" y="483"/>
                        </a:lnTo>
                        <a:lnTo>
                          <a:pt x="506" y="476"/>
                        </a:lnTo>
                        <a:lnTo>
                          <a:pt x="483" y="468"/>
                        </a:lnTo>
                        <a:lnTo>
                          <a:pt x="460" y="459"/>
                        </a:lnTo>
                        <a:lnTo>
                          <a:pt x="439" y="449"/>
                        </a:lnTo>
                        <a:lnTo>
                          <a:pt x="417" y="438"/>
                        </a:lnTo>
                        <a:lnTo>
                          <a:pt x="396" y="426"/>
                        </a:lnTo>
                        <a:lnTo>
                          <a:pt x="375" y="413"/>
                        </a:lnTo>
                        <a:lnTo>
                          <a:pt x="356" y="399"/>
                        </a:lnTo>
                        <a:lnTo>
                          <a:pt x="337" y="385"/>
                        </a:lnTo>
                        <a:lnTo>
                          <a:pt x="319" y="368"/>
                        </a:lnTo>
                        <a:lnTo>
                          <a:pt x="302" y="352"/>
                        </a:lnTo>
                        <a:lnTo>
                          <a:pt x="285" y="334"/>
                        </a:lnTo>
                        <a:lnTo>
                          <a:pt x="270" y="316"/>
                        </a:lnTo>
                        <a:lnTo>
                          <a:pt x="254" y="297"/>
                        </a:lnTo>
                        <a:lnTo>
                          <a:pt x="241" y="278"/>
                        </a:lnTo>
                        <a:lnTo>
                          <a:pt x="227" y="258"/>
                        </a:lnTo>
                        <a:lnTo>
                          <a:pt x="216" y="236"/>
                        </a:lnTo>
                        <a:lnTo>
                          <a:pt x="204" y="216"/>
                        </a:lnTo>
                        <a:lnTo>
                          <a:pt x="194" y="194"/>
                        </a:lnTo>
                        <a:lnTo>
                          <a:pt x="186" y="171"/>
                        </a:lnTo>
                        <a:lnTo>
                          <a:pt x="178" y="148"/>
                        </a:lnTo>
                        <a:lnTo>
                          <a:pt x="172" y="124"/>
                        </a:lnTo>
                        <a:lnTo>
                          <a:pt x="165" y="100"/>
                        </a:lnTo>
                        <a:lnTo>
                          <a:pt x="162" y="76"/>
                        </a:lnTo>
                        <a:lnTo>
                          <a:pt x="157" y="51"/>
                        </a:lnTo>
                        <a:lnTo>
                          <a:pt x="156" y="26"/>
                        </a:lnTo>
                        <a:lnTo>
                          <a:pt x="155" y="0"/>
                        </a:lnTo>
                        <a:lnTo>
                          <a:pt x="0" y="0"/>
                        </a:lnTo>
                        <a:close/>
                      </a:path>
                    </a:pathLst>
                  </a:custGeom>
                  <a:solidFill>
                    <a:srgbClr val="EF2B2F"/>
                  </a:solidFill>
                  <a:ln>
                    <a:noFill/>
                  </a:ln>
                </p:spPr>
                <p:txBody>
                  <a:bodyPr/>
                  <a:lstStyle/>
                  <a:p>
                    <a:pPr>
                      <a:defRPr/>
                    </a:pPr>
                    <a:endParaRPr lang="en-US" sz="1050">
                      <a:latin typeface="+mj-lt"/>
                    </a:endParaRPr>
                  </a:p>
                </p:txBody>
              </p:sp>
              <p:sp>
                <p:nvSpPr>
                  <p:cNvPr id="41753" name="Freeform 157">
                    <a:extLst>
                      <a:ext uri="{FF2B5EF4-FFF2-40B4-BE49-F238E27FC236}">
                        <a16:creationId xmlns="" xmlns:a16="http://schemas.microsoft.com/office/drawing/2014/main" id="{EE1F7495-2197-1E24-0350-70569887E3C6}"/>
                      </a:ext>
                    </a:extLst>
                  </p:cNvPr>
                  <p:cNvSpPr>
                    <a:spLocks/>
                  </p:cNvSpPr>
                  <p:nvPr/>
                </p:nvSpPr>
                <p:spPr bwMode="auto">
                  <a:xfrm>
                    <a:off x="5428" y="1339"/>
                    <a:ext cx="21" cy="25"/>
                  </a:xfrm>
                  <a:custGeom>
                    <a:avLst/>
                    <a:gdLst>
                      <a:gd name="T0" fmla="*/ 0 w 655"/>
                      <a:gd name="T1" fmla="*/ 0 h 654"/>
                      <a:gd name="T2" fmla="*/ 0 w 655"/>
                      <a:gd name="T3" fmla="*/ 0 h 654"/>
                      <a:gd name="T4" fmla="*/ 0 w 655"/>
                      <a:gd name="T5" fmla="*/ 0 h 654"/>
                      <a:gd name="T6" fmla="*/ 0 w 655"/>
                      <a:gd name="T7" fmla="*/ 0 h 654"/>
                      <a:gd name="T8" fmla="*/ 0 w 655"/>
                      <a:gd name="T9" fmla="*/ 0 h 654"/>
                      <a:gd name="T10" fmla="*/ 0 w 655"/>
                      <a:gd name="T11" fmla="*/ 0 h 654"/>
                      <a:gd name="T12" fmla="*/ 0 w 655"/>
                      <a:gd name="T13" fmla="*/ 0 h 654"/>
                      <a:gd name="T14" fmla="*/ 0 w 655"/>
                      <a:gd name="T15" fmla="*/ 0 h 654"/>
                      <a:gd name="T16" fmla="*/ 0 w 655"/>
                      <a:gd name="T17" fmla="*/ 0 h 654"/>
                      <a:gd name="T18" fmla="*/ 0 w 655"/>
                      <a:gd name="T19" fmla="*/ 0 h 654"/>
                      <a:gd name="T20" fmla="*/ 0 w 655"/>
                      <a:gd name="T21" fmla="*/ 0 h 654"/>
                      <a:gd name="T22" fmla="*/ 0 w 655"/>
                      <a:gd name="T23" fmla="*/ 0 h 654"/>
                      <a:gd name="T24" fmla="*/ 0 w 655"/>
                      <a:gd name="T25" fmla="*/ 0 h 654"/>
                      <a:gd name="T26" fmla="*/ 0 w 655"/>
                      <a:gd name="T27" fmla="*/ 0 h 654"/>
                      <a:gd name="T28" fmla="*/ 0 w 655"/>
                      <a:gd name="T29" fmla="*/ 0 h 654"/>
                      <a:gd name="T30" fmla="*/ 0 w 655"/>
                      <a:gd name="T31" fmla="*/ 0 h 654"/>
                      <a:gd name="T32" fmla="*/ 0 w 655"/>
                      <a:gd name="T33" fmla="*/ 0 h 654"/>
                      <a:gd name="T34" fmla="*/ 0 w 655"/>
                      <a:gd name="T35" fmla="*/ 0 h 654"/>
                      <a:gd name="T36" fmla="*/ 0 w 655"/>
                      <a:gd name="T37" fmla="*/ 0 h 654"/>
                      <a:gd name="T38" fmla="*/ 0 w 655"/>
                      <a:gd name="T39" fmla="*/ 0 h 654"/>
                      <a:gd name="T40" fmla="*/ 0 w 655"/>
                      <a:gd name="T41" fmla="*/ 0 h 654"/>
                      <a:gd name="T42" fmla="*/ 0 w 655"/>
                      <a:gd name="T43" fmla="*/ 0 h 654"/>
                      <a:gd name="T44" fmla="*/ 0 w 655"/>
                      <a:gd name="T45" fmla="*/ 0 h 654"/>
                      <a:gd name="T46" fmla="*/ 0 w 655"/>
                      <a:gd name="T47" fmla="*/ 0 h 654"/>
                      <a:gd name="T48" fmla="*/ 0 w 655"/>
                      <a:gd name="T49" fmla="*/ 0 h 654"/>
                      <a:gd name="T50" fmla="*/ 0 w 655"/>
                      <a:gd name="T51" fmla="*/ 0 h 654"/>
                      <a:gd name="T52" fmla="*/ 0 w 655"/>
                      <a:gd name="T53" fmla="*/ 0 h 654"/>
                      <a:gd name="T54" fmla="*/ 0 w 655"/>
                      <a:gd name="T55" fmla="*/ 0 h 654"/>
                      <a:gd name="T56" fmla="*/ 0 w 655"/>
                      <a:gd name="T57" fmla="*/ 0 h 654"/>
                      <a:gd name="T58" fmla="*/ 0 w 655"/>
                      <a:gd name="T59" fmla="*/ 0 h 654"/>
                      <a:gd name="T60" fmla="*/ 0 w 655"/>
                      <a:gd name="T61" fmla="*/ 0 h 654"/>
                      <a:gd name="T62" fmla="*/ 0 w 655"/>
                      <a:gd name="T63" fmla="*/ 0 h 654"/>
                      <a:gd name="T64" fmla="*/ 0 w 655"/>
                      <a:gd name="T65" fmla="*/ 0 h 654"/>
                      <a:gd name="T66" fmla="*/ 0 w 655"/>
                      <a:gd name="T67" fmla="*/ 0 h 6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55"/>
                      <a:gd name="T103" fmla="*/ 0 h 654"/>
                      <a:gd name="T104" fmla="*/ 655 w 655"/>
                      <a:gd name="T105" fmla="*/ 654 h 6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55" h="654">
                        <a:moveTo>
                          <a:pt x="655" y="0"/>
                        </a:moveTo>
                        <a:lnTo>
                          <a:pt x="655" y="0"/>
                        </a:lnTo>
                        <a:lnTo>
                          <a:pt x="621" y="1"/>
                        </a:lnTo>
                        <a:lnTo>
                          <a:pt x="588" y="4"/>
                        </a:lnTo>
                        <a:lnTo>
                          <a:pt x="555" y="8"/>
                        </a:lnTo>
                        <a:lnTo>
                          <a:pt x="523" y="14"/>
                        </a:lnTo>
                        <a:lnTo>
                          <a:pt x="491" y="21"/>
                        </a:lnTo>
                        <a:lnTo>
                          <a:pt x="460" y="29"/>
                        </a:lnTo>
                        <a:lnTo>
                          <a:pt x="430" y="40"/>
                        </a:lnTo>
                        <a:lnTo>
                          <a:pt x="399" y="52"/>
                        </a:lnTo>
                        <a:lnTo>
                          <a:pt x="371" y="65"/>
                        </a:lnTo>
                        <a:lnTo>
                          <a:pt x="343" y="79"/>
                        </a:lnTo>
                        <a:lnTo>
                          <a:pt x="315" y="96"/>
                        </a:lnTo>
                        <a:lnTo>
                          <a:pt x="289" y="112"/>
                        </a:lnTo>
                        <a:lnTo>
                          <a:pt x="263" y="131"/>
                        </a:lnTo>
                        <a:lnTo>
                          <a:pt x="238" y="150"/>
                        </a:lnTo>
                        <a:lnTo>
                          <a:pt x="215" y="170"/>
                        </a:lnTo>
                        <a:lnTo>
                          <a:pt x="192" y="192"/>
                        </a:lnTo>
                        <a:lnTo>
                          <a:pt x="170" y="215"/>
                        </a:lnTo>
                        <a:lnTo>
                          <a:pt x="150" y="239"/>
                        </a:lnTo>
                        <a:lnTo>
                          <a:pt x="130" y="264"/>
                        </a:lnTo>
                        <a:lnTo>
                          <a:pt x="113" y="289"/>
                        </a:lnTo>
                        <a:lnTo>
                          <a:pt x="95" y="315"/>
                        </a:lnTo>
                        <a:lnTo>
                          <a:pt x="80" y="342"/>
                        </a:lnTo>
                        <a:lnTo>
                          <a:pt x="65" y="370"/>
                        </a:lnTo>
                        <a:lnTo>
                          <a:pt x="52" y="400"/>
                        </a:lnTo>
                        <a:lnTo>
                          <a:pt x="41" y="429"/>
                        </a:lnTo>
                        <a:lnTo>
                          <a:pt x="30" y="460"/>
                        </a:lnTo>
                        <a:lnTo>
                          <a:pt x="21" y="491"/>
                        </a:lnTo>
                        <a:lnTo>
                          <a:pt x="14" y="522"/>
                        </a:lnTo>
                        <a:lnTo>
                          <a:pt x="8" y="555"/>
                        </a:lnTo>
                        <a:lnTo>
                          <a:pt x="4" y="587"/>
                        </a:lnTo>
                        <a:lnTo>
                          <a:pt x="2" y="620"/>
                        </a:lnTo>
                        <a:lnTo>
                          <a:pt x="0" y="654"/>
                        </a:lnTo>
                        <a:lnTo>
                          <a:pt x="155" y="654"/>
                        </a:lnTo>
                        <a:lnTo>
                          <a:pt x="156" y="628"/>
                        </a:lnTo>
                        <a:lnTo>
                          <a:pt x="157" y="603"/>
                        </a:lnTo>
                        <a:lnTo>
                          <a:pt x="162" y="578"/>
                        </a:lnTo>
                        <a:lnTo>
                          <a:pt x="165" y="554"/>
                        </a:lnTo>
                        <a:lnTo>
                          <a:pt x="172" y="530"/>
                        </a:lnTo>
                        <a:lnTo>
                          <a:pt x="178" y="506"/>
                        </a:lnTo>
                        <a:lnTo>
                          <a:pt x="186" y="483"/>
                        </a:lnTo>
                        <a:lnTo>
                          <a:pt x="194" y="460"/>
                        </a:lnTo>
                        <a:lnTo>
                          <a:pt x="204" y="438"/>
                        </a:lnTo>
                        <a:lnTo>
                          <a:pt x="215" y="416"/>
                        </a:lnTo>
                        <a:lnTo>
                          <a:pt x="227" y="396"/>
                        </a:lnTo>
                        <a:lnTo>
                          <a:pt x="241" y="376"/>
                        </a:lnTo>
                        <a:lnTo>
                          <a:pt x="254" y="356"/>
                        </a:lnTo>
                        <a:lnTo>
                          <a:pt x="270" y="337"/>
                        </a:lnTo>
                        <a:lnTo>
                          <a:pt x="285" y="319"/>
                        </a:lnTo>
                        <a:lnTo>
                          <a:pt x="302" y="302"/>
                        </a:lnTo>
                        <a:lnTo>
                          <a:pt x="319" y="285"/>
                        </a:lnTo>
                        <a:lnTo>
                          <a:pt x="337" y="269"/>
                        </a:lnTo>
                        <a:lnTo>
                          <a:pt x="356" y="254"/>
                        </a:lnTo>
                        <a:lnTo>
                          <a:pt x="375" y="241"/>
                        </a:lnTo>
                        <a:lnTo>
                          <a:pt x="396" y="228"/>
                        </a:lnTo>
                        <a:lnTo>
                          <a:pt x="417" y="216"/>
                        </a:lnTo>
                        <a:lnTo>
                          <a:pt x="439" y="205"/>
                        </a:lnTo>
                        <a:lnTo>
                          <a:pt x="460" y="194"/>
                        </a:lnTo>
                        <a:lnTo>
                          <a:pt x="483" y="185"/>
                        </a:lnTo>
                        <a:lnTo>
                          <a:pt x="506" y="178"/>
                        </a:lnTo>
                        <a:lnTo>
                          <a:pt x="530" y="171"/>
                        </a:lnTo>
                        <a:lnTo>
                          <a:pt x="553" y="166"/>
                        </a:lnTo>
                        <a:lnTo>
                          <a:pt x="578" y="161"/>
                        </a:lnTo>
                        <a:lnTo>
                          <a:pt x="603" y="158"/>
                        </a:lnTo>
                        <a:lnTo>
                          <a:pt x="628" y="156"/>
                        </a:lnTo>
                        <a:lnTo>
                          <a:pt x="655" y="156"/>
                        </a:lnTo>
                        <a:lnTo>
                          <a:pt x="655" y="0"/>
                        </a:lnTo>
                        <a:close/>
                      </a:path>
                    </a:pathLst>
                  </a:custGeom>
                  <a:solidFill>
                    <a:srgbClr val="EF2B2F"/>
                  </a:solidFill>
                  <a:ln>
                    <a:noFill/>
                  </a:ln>
                </p:spPr>
                <p:txBody>
                  <a:bodyPr/>
                  <a:lstStyle/>
                  <a:p>
                    <a:pPr>
                      <a:defRPr/>
                    </a:pPr>
                    <a:endParaRPr lang="en-US" sz="1050">
                      <a:latin typeface="+mj-lt"/>
                    </a:endParaRPr>
                  </a:p>
                </p:txBody>
              </p:sp>
            </p:grpSp>
            <p:sp>
              <p:nvSpPr>
                <p:cNvPr id="40970" name="Text Box 158">
                  <a:extLst>
                    <a:ext uri="{FF2B5EF4-FFF2-40B4-BE49-F238E27FC236}">
                      <a16:creationId xmlns="" xmlns:a16="http://schemas.microsoft.com/office/drawing/2014/main" id="{BA278B14-91B7-DC43-BC0C-653274969E31}"/>
                    </a:ext>
                  </a:extLst>
                </p:cNvPr>
                <p:cNvSpPr txBox="1">
                  <a:spLocks noChangeArrowheads="1"/>
                </p:cNvSpPr>
                <p:nvPr/>
              </p:nvSpPr>
              <p:spPr bwMode="auto">
                <a:xfrm>
                  <a:off x="4680" y="3620"/>
                  <a:ext cx="422" cy="180"/>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80000"/>
                    </a:lnSpc>
                    <a:spcBef>
                      <a:spcPct val="50000"/>
                    </a:spcBef>
                    <a:defRPr/>
                  </a:pPr>
                  <a:r>
                    <a:rPr lang="en-US" altLang="en-US" sz="525" b="1">
                      <a:solidFill>
                        <a:srgbClr val="000066"/>
                      </a:solidFill>
                      <a:latin typeface="+mj-lt"/>
                    </a:rPr>
                    <a:t>X-over point</a:t>
                  </a:r>
                </a:p>
              </p:txBody>
            </p:sp>
            <p:sp>
              <p:nvSpPr>
                <p:cNvPr id="40971" name="Freeform 159">
                  <a:extLst>
                    <a:ext uri="{FF2B5EF4-FFF2-40B4-BE49-F238E27FC236}">
                      <a16:creationId xmlns="" xmlns:a16="http://schemas.microsoft.com/office/drawing/2014/main" id="{51DC7EFE-E330-51AF-51D0-EAACF7642478}"/>
                    </a:ext>
                  </a:extLst>
                </p:cNvPr>
                <p:cNvSpPr>
                  <a:spLocks/>
                </p:cNvSpPr>
                <p:nvPr/>
              </p:nvSpPr>
              <p:spPr bwMode="auto">
                <a:xfrm>
                  <a:off x="4128" y="3390"/>
                  <a:ext cx="610" cy="569"/>
                </a:xfrm>
                <a:custGeom>
                  <a:avLst/>
                  <a:gdLst>
                    <a:gd name="T0" fmla="*/ 0 w 15420"/>
                    <a:gd name="T1" fmla="*/ 0 h 15418"/>
                    <a:gd name="T2" fmla="*/ 0 w 15420"/>
                    <a:gd name="T3" fmla="*/ 0 h 15418"/>
                    <a:gd name="T4" fmla="*/ 0 w 15420"/>
                    <a:gd name="T5" fmla="*/ 0 h 15418"/>
                    <a:gd name="T6" fmla="*/ 0 w 15420"/>
                    <a:gd name="T7" fmla="*/ 0 h 15418"/>
                    <a:gd name="T8" fmla="*/ 0 w 15420"/>
                    <a:gd name="T9" fmla="*/ 0 h 15418"/>
                    <a:gd name="T10" fmla="*/ 0 w 15420"/>
                    <a:gd name="T11" fmla="*/ 0 h 15418"/>
                    <a:gd name="T12" fmla="*/ 0 w 15420"/>
                    <a:gd name="T13" fmla="*/ 0 h 15418"/>
                    <a:gd name="T14" fmla="*/ 0 w 15420"/>
                    <a:gd name="T15" fmla="*/ 0 h 15418"/>
                    <a:gd name="T16" fmla="*/ 0 w 15420"/>
                    <a:gd name="T17" fmla="*/ 0 h 15418"/>
                    <a:gd name="T18" fmla="*/ 0 w 15420"/>
                    <a:gd name="T19" fmla="*/ 0 h 15418"/>
                    <a:gd name="T20" fmla="*/ 0 w 15420"/>
                    <a:gd name="T21" fmla="*/ 0 h 15418"/>
                    <a:gd name="T22" fmla="*/ 0 w 15420"/>
                    <a:gd name="T23" fmla="*/ 0 h 15418"/>
                    <a:gd name="T24" fmla="*/ 0 w 15420"/>
                    <a:gd name="T25" fmla="*/ 0 h 15418"/>
                    <a:gd name="T26" fmla="*/ 0 w 15420"/>
                    <a:gd name="T27" fmla="*/ 0 h 15418"/>
                    <a:gd name="T28" fmla="*/ 0 w 15420"/>
                    <a:gd name="T29" fmla="*/ 0 h 15418"/>
                    <a:gd name="T30" fmla="*/ 0 w 15420"/>
                    <a:gd name="T31" fmla="*/ 0 h 15418"/>
                    <a:gd name="T32" fmla="*/ 0 w 15420"/>
                    <a:gd name="T33" fmla="*/ 0 h 15418"/>
                    <a:gd name="T34" fmla="*/ 0 w 15420"/>
                    <a:gd name="T35" fmla="*/ 0 h 15418"/>
                    <a:gd name="T36" fmla="*/ 0 w 15420"/>
                    <a:gd name="T37" fmla="*/ 0 h 15418"/>
                    <a:gd name="T38" fmla="*/ 0 w 15420"/>
                    <a:gd name="T39" fmla="*/ 0 h 15418"/>
                    <a:gd name="T40" fmla="*/ 0 w 15420"/>
                    <a:gd name="T41" fmla="*/ 0 h 15418"/>
                    <a:gd name="T42" fmla="*/ 0 w 15420"/>
                    <a:gd name="T43" fmla="*/ 0 h 15418"/>
                    <a:gd name="T44" fmla="*/ 0 w 15420"/>
                    <a:gd name="T45" fmla="*/ 0 h 15418"/>
                    <a:gd name="T46" fmla="*/ 0 w 15420"/>
                    <a:gd name="T47" fmla="*/ 0 h 15418"/>
                    <a:gd name="T48" fmla="*/ 0 w 15420"/>
                    <a:gd name="T49" fmla="*/ 0 h 15418"/>
                    <a:gd name="T50" fmla="*/ 0 w 15420"/>
                    <a:gd name="T51" fmla="*/ 0 h 15418"/>
                    <a:gd name="T52" fmla="*/ 0 w 15420"/>
                    <a:gd name="T53" fmla="*/ 0 h 15418"/>
                    <a:gd name="T54" fmla="*/ 0 w 15420"/>
                    <a:gd name="T55" fmla="*/ 0 h 15418"/>
                    <a:gd name="T56" fmla="*/ 0 w 15420"/>
                    <a:gd name="T57" fmla="*/ 0 h 15418"/>
                    <a:gd name="T58" fmla="*/ 0 w 15420"/>
                    <a:gd name="T59" fmla="*/ 0 h 15418"/>
                    <a:gd name="T60" fmla="*/ 0 w 15420"/>
                    <a:gd name="T61" fmla="*/ 0 h 15418"/>
                    <a:gd name="T62" fmla="*/ 0 w 15420"/>
                    <a:gd name="T63" fmla="*/ 0 h 15418"/>
                    <a:gd name="T64" fmla="*/ 0 w 15420"/>
                    <a:gd name="T65" fmla="*/ 0 h 15418"/>
                    <a:gd name="T66" fmla="*/ 0 w 15420"/>
                    <a:gd name="T67" fmla="*/ 0 h 15418"/>
                    <a:gd name="T68" fmla="*/ 0 w 15420"/>
                    <a:gd name="T69" fmla="*/ 0 h 15418"/>
                    <a:gd name="T70" fmla="*/ 0 w 15420"/>
                    <a:gd name="T71" fmla="*/ 0 h 15418"/>
                    <a:gd name="T72" fmla="*/ 0 w 15420"/>
                    <a:gd name="T73" fmla="*/ 0 h 15418"/>
                    <a:gd name="T74" fmla="*/ 0 w 15420"/>
                    <a:gd name="T75" fmla="*/ 0 h 15418"/>
                    <a:gd name="T76" fmla="*/ 0 w 15420"/>
                    <a:gd name="T77" fmla="*/ 0 h 15418"/>
                    <a:gd name="T78" fmla="*/ 0 w 15420"/>
                    <a:gd name="T79" fmla="*/ 0 h 15418"/>
                    <a:gd name="T80" fmla="*/ 0 w 15420"/>
                    <a:gd name="T81" fmla="*/ 0 h 15418"/>
                    <a:gd name="T82" fmla="*/ 0 w 15420"/>
                    <a:gd name="T83" fmla="*/ 0 h 15418"/>
                    <a:gd name="T84" fmla="*/ 0 w 15420"/>
                    <a:gd name="T85" fmla="*/ 0 h 1541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420"/>
                    <a:gd name="T130" fmla="*/ 0 h 15418"/>
                    <a:gd name="T131" fmla="*/ 15420 w 15420"/>
                    <a:gd name="T132" fmla="*/ 15418 h 1541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420" h="15418">
                      <a:moveTo>
                        <a:pt x="7710" y="0"/>
                      </a:moveTo>
                      <a:lnTo>
                        <a:pt x="8106" y="11"/>
                      </a:lnTo>
                      <a:lnTo>
                        <a:pt x="8496" y="40"/>
                      </a:lnTo>
                      <a:lnTo>
                        <a:pt x="8882" y="89"/>
                      </a:lnTo>
                      <a:lnTo>
                        <a:pt x="9261" y="157"/>
                      </a:lnTo>
                      <a:lnTo>
                        <a:pt x="9633" y="244"/>
                      </a:lnTo>
                      <a:lnTo>
                        <a:pt x="9998" y="348"/>
                      </a:lnTo>
                      <a:lnTo>
                        <a:pt x="10357" y="470"/>
                      </a:lnTo>
                      <a:lnTo>
                        <a:pt x="10706" y="608"/>
                      </a:lnTo>
                      <a:lnTo>
                        <a:pt x="11048" y="762"/>
                      </a:lnTo>
                      <a:lnTo>
                        <a:pt x="11380" y="933"/>
                      </a:lnTo>
                      <a:lnTo>
                        <a:pt x="11703" y="1119"/>
                      </a:lnTo>
                      <a:lnTo>
                        <a:pt x="12016" y="1320"/>
                      </a:lnTo>
                      <a:lnTo>
                        <a:pt x="12318" y="1534"/>
                      </a:lnTo>
                      <a:lnTo>
                        <a:pt x="12609" y="1764"/>
                      </a:lnTo>
                      <a:lnTo>
                        <a:pt x="12890" y="2007"/>
                      </a:lnTo>
                      <a:lnTo>
                        <a:pt x="13157" y="2262"/>
                      </a:lnTo>
                      <a:lnTo>
                        <a:pt x="13414" y="2530"/>
                      </a:lnTo>
                      <a:lnTo>
                        <a:pt x="13656" y="2810"/>
                      </a:lnTo>
                      <a:lnTo>
                        <a:pt x="13885" y="3101"/>
                      </a:lnTo>
                      <a:lnTo>
                        <a:pt x="14101" y="3403"/>
                      </a:lnTo>
                      <a:lnTo>
                        <a:pt x="14301" y="3717"/>
                      </a:lnTo>
                      <a:lnTo>
                        <a:pt x="14488" y="4040"/>
                      </a:lnTo>
                      <a:lnTo>
                        <a:pt x="14659" y="4372"/>
                      </a:lnTo>
                      <a:lnTo>
                        <a:pt x="14813" y="4712"/>
                      </a:lnTo>
                      <a:lnTo>
                        <a:pt x="14951" y="5063"/>
                      </a:lnTo>
                      <a:lnTo>
                        <a:pt x="15073" y="5420"/>
                      </a:lnTo>
                      <a:lnTo>
                        <a:pt x="15177" y="5786"/>
                      </a:lnTo>
                      <a:lnTo>
                        <a:pt x="15263" y="6159"/>
                      </a:lnTo>
                      <a:lnTo>
                        <a:pt x="15331" y="6538"/>
                      </a:lnTo>
                      <a:lnTo>
                        <a:pt x="15381" y="6922"/>
                      </a:lnTo>
                      <a:lnTo>
                        <a:pt x="15410" y="7313"/>
                      </a:lnTo>
                      <a:lnTo>
                        <a:pt x="15420" y="7709"/>
                      </a:lnTo>
                      <a:lnTo>
                        <a:pt x="15410" y="8104"/>
                      </a:lnTo>
                      <a:lnTo>
                        <a:pt x="15381" y="8495"/>
                      </a:lnTo>
                      <a:lnTo>
                        <a:pt x="15331" y="8880"/>
                      </a:lnTo>
                      <a:lnTo>
                        <a:pt x="15263" y="9259"/>
                      </a:lnTo>
                      <a:lnTo>
                        <a:pt x="15177" y="9631"/>
                      </a:lnTo>
                      <a:lnTo>
                        <a:pt x="15073" y="9997"/>
                      </a:lnTo>
                      <a:lnTo>
                        <a:pt x="14951" y="10354"/>
                      </a:lnTo>
                      <a:lnTo>
                        <a:pt x="14813" y="10704"/>
                      </a:lnTo>
                      <a:lnTo>
                        <a:pt x="14659" y="11046"/>
                      </a:lnTo>
                      <a:lnTo>
                        <a:pt x="14488" y="11378"/>
                      </a:lnTo>
                      <a:lnTo>
                        <a:pt x="14301" y="11701"/>
                      </a:lnTo>
                      <a:lnTo>
                        <a:pt x="14101" y="12014"/>
                      </a:lnTo>
                      <a:lnTo>
                        <a:pt x="13885" y="12317"/>
                      </a:lnTo>
                      <a:lnTo>
                        <a:pt x="13656" y="12608"/>
                      </a:lnTo>
                      <a:lnTo>
                        <a:pt x="13414" y="12887"/>
                      </a:lnTo>
                      <a:lnTo>
                        <a:pt x="13157" y="13156"/>
                      </a:lnTo>
                      <a:lnTo>
                        <a:pt x="12890" y="13411"/>
                      </a:lnTo>
                      <a:lnTo>
                        <a:pt x="12609" y="13653"/>
                      </a:lnTo>
                      <a:lnTo>
                        <a:pt x="12318" y="13883"/>
                      </a:lnTo>
                      <a:lnTo>
                        <a:pt x="12016" y="14098"/>
                      </a:lnTo>
                      <a:lnTo>
                        <a:pt x="11703" y="14298"/>
                      </a:lnTo>
                      <a:lnTo>
                        <a:pt x="11380" y="14485"/>
                      </a:lnTo>
                      <a:lnTo>
                        <a:pt x="11048" y="14655"/>
                      </a:lnTo>
                      <a:lnTo>
                        <a:pt x="10706" y="14810"/>
                      </a:lnTo>
                      <a:lnTo>
                        <a:pt x="10357" y="14948"/>
                      </a:lnTo>
                      <a:lnTo>
                        <a:pt x="9998" y="15070"/>
                      </a:lnTo>
                      <a:lnTo>
                        <a:pt x="9633" y="15174"/>
                      </a:lnTo>
                      <a:lnTo>
                        <a:pt x="9261" y="15260"/>
                      </a:lnTo>
                      <a:lnTo>
                        <a:pt x="8882" y="15328"/>
                      </a:lnTo>
                      <a:lnTo>
                        <a:pt x="8496" y="15377"/>
                      </a:lnTo>
                      <a:lnTo>
                        <a:pt x="8106" y="15407"/>
                      </a:lnTo>
                      <a:lnTo>
                        <a:pt x="7710" y="15418"/>
                      </a:lnTo>
                      <a:lnTo>
                        <a:pt x="7315" y="15407"/>
                      </a:lnTo>
                      <a:lnTo>
                        <a:pt x="6924" y="15377"/>
                      </a:lnTo>
                      <a:lnTo>
                        <a:pt x="6539" y="15328"/>
                      </a:lnTo>
                      <a:lnTo>
                        <a:pt x="6160" y="15260"/>
                      </a:lnTo>
                      <a:lnTo>
                        <a:pt x="5787" y="15174"/>
                      </a:lnTo>
                      <a:lnTo>
                        <a:pt x="5421" y="15070"/>
                      </a:lnTo>
                      <a:lnTo>
                        <a:pt x="5064" y="14948"/>
                      </a:lnTo>
                      <a:lnTo>
                        <a:pt x="4713" y="14810"/>
                      </a:lnTo>
                      <a:lnTo>
                        <a:pt x="4373" y="14655"/>
                      </a:lnTo>
                      <a:lnTo>
                        <a:pt x="4040" y="14485"/>
                      </a:lnTo>
                      <a:lnTo>
                        <a:pt x="3717" y="14298"/>
                      </a:lnTo>
                      <a:lnTo>
                        <a:pt x="3404" y="14098"/>
                      </a:lnTo>
                      <a:lnTo>
                        <a:pt x="3102" y="13883"/>
                      </a:lnTo>
                      <a:lnTo>
                        <a:pt x="2810" y="13653"/>
                      </a:lnTo>
                      <a:lnTo>
                        <a:pt x="2531" y="13411"/>
                      </a:lnTo>
                      <a:lnTo>
                        <a:pt x="2262" y="13156"/>
                      </a:lnTo>
                      <a:lnTo>
                        <a:pt x="2007" y="12887"/>
                      </a:lnTo>
                      <a:lnTo>
                        <a:pt x="1765" y="12608"/>
                      </a:lnTo>
                      <a:lnTo>
                        <a:pt x="1535" y="12317"/>
                      </a:lnTo>
                      <a:lnTo>
                        <a:pt x="1320" y="12014"/>
                      </a:lnTo>
                      <a:lnTo>
                        <a:pt x="1118" y="11701"/>
                      </a:lnTo>
                      <a:lnTo>
                        <a:pt x="933" y="11378"/>
                      </a:lnTo>
                      <a:lnTo>
                        <a:pt x="762" y="11046"/>
                      </a:lnTo>
                      <a:lnTo>
                        <a:pt x="608" y="10704"/>
                      </a:lnTo>
                      <a:lnTo>
                        <a:pt x="470" y="10354"/>
                      </a:lnTo>
                      <a:lnTo>
                        <a:pt x="348" y="9997"/>
                      </a:lnTo>
                      <a:lnTo>
                        <a:pt x="244" y="9631"/>
                      </a:lnTo>
                      <a:lnTo>
                        <a:pt x="157" y="9259"/>
                      </a:lnTo>
                      <a:lnTo>
                        <a:pt x="89" y="8880"/>
                      </a:lnTo>
                      <a:lnTo>
                        <a:pt x="40" y="8495"/>
                      </a:lnTo>
                      <a:lnTo>
                        <a:pt x="11" y="8104"/>
                      </a:lnTo>
                      <a:lnTo>
                        <a:pt x="0" y="7709"/>
                      </a:lnTo>
                      <a:lnTo>
                        <a:pt x="11" y="7313"/>
                      </a:lnTo>
                      <a:lnTo>
                        <a:pt x="40" y="6922"/>
                      </a:lnTo>
                      <a:lnTo>
                        <a:pt x="89" y="6538"/>
                      </a:lnTo>
                      <a:lnTo>
                        <a:pt x="157" y="6159"/>
                      </a:lnTo>
                      <a:lnTo>
                        <a:pt x="244" y="5786"/>
                      </a:lnTo>
                      <a:lnTo>
                        <a:pt x="348" y="5420"/>
                      </a:lnTo>
                      <a:lnTo>
                        <a:pt x="470" y="5063"/>
                      </a:lnTo>
                      <a:lnTo>
                        <a:pt x="608" y="4712"/>
                      </a:lnTo>
                      <a:lnTo>
                        <a:pt x="762" y="4372"/>
                      </a:lnTo>
                      <a:lnTo>
                        <a:pt x="933" y="4040"/>
                      </a:lnTo>
                      <a:lnTo>
                        <a:pt x="1118" y="3717"/>
                      </a:lnTo>
                      <a:lnTo>
                        <a:pt x="1320" y="3403"/>
                      </a:lnTo>
                      <a:lnTo>
                        <a:pt x="1535" y="3101"/>
                      </a:lnTo>
                      <a:lnTo>
                        <a:pt x="1765" y="2810"/>
                      </a:lnTo>
                      <a:lnTo>
                        <a:pt x="2007" y="2530"/>
                      </a:lnTo>
                      <a:lnTo>
                        <a:pt x="2262" y="2262"/>
                      </a:lnTo>
                      <a:lnTo>
                        <a:pt x="2531" y="2007"/>
                      </a:lnTo>
                      <a:lnTo>
                        <a:pt x="2810" y="1764"/>
                      </a:lnTo>
                      <a:lnTo>
                        <a:pt x="3102" y="1534"/>
                      </a:lnTo>
                      <a:lnTo>
                        <a:pt x="3404" y="1320"/>
                      </a:lnTo>
                      <a:lnTo>
                        <a:pt x="3717" y="1119"/>
                      </a:lnTo>
                      <a:lnTo>
                        <a:pt x="4040" y="933"/>
                      </a:lnTo>
                      <a:lnTo>
                        <a:pt x="4373" y="762"/>
                      </a:lnTo>
                      <a:lnTo>
                        <a:pt x="4713" y="608"/>
                      </a:lnTo>
                      <a:lnTo>
                        <a:pt x="5064" y="470"/>
                      </a:lnTo>
                      <a:lnTo>
                        <a:pt x="5421" y="348"/>
                      </a:lnTo>
                      <a:lnTo>
                        <a:pt x="5787" y="244"/>
                      </a:lnTo>
                      <a:lnTo>
                        <a:pt x="6160" y="157"/>
                      </a:lnTo>
                      <a:lnTo>
                        <a:pt x="6539" y="89"/>
                      </a:lnTo>
                      <a:lnTo>
                        <a:pt x="6924" y="40"/>
                      </a:lnTo>
                      <a:lnTo>
                        <a:pt x="7315" y="11"/>
                      </a:lnTo>
                      <a:lnTo>
                        <a:pt x="7710" y="0"/>
                      </a:lnTo>
                      <a:close/>
                    </a:path>
                  </a:pathLst>
                </a:custGeom>
                <a:solidFill>
                  <a:srgbClr val="FFFFFF"/>
                </a:solidFill>
                <a:ln>
                  <a:noFill/>
                </a:ln>
              </p:spPr>
              <p:txBody>
                <a:bodyPr/>
                <a:lstStyle/>
                <a:p>
                  <a:pPr>
                    <a:defRPr/>
                  </a:pPr>
                  <a:endParaRPr lang="en-US" sz="1050">
                    <a:latin typeface="+mj-lt"/>
                  </a:endParaRPr>
                </a:p>
              </p:txBody>
            </p:sp>
            <p:sp>
              <p:nvSpPr>
                <p:cNvPr id="40972" name="Freeform 160">
                  <a:extLst>
                    <a:ext uri="{FF2B5EF4-FFF2-40B4-BE49-F238E27FC236}">
                      <a16:creationId xmlns="" xmlns:a16="http://schemas.microsoft.com/office/drawing/2014/main" id="{BDFEF308-49EF-585D-3F1D-4EFC4593A318}"/>
                    </a:ext>
                  </a:extLst>
                </p:cNvPr>
                <p:cNvSpPr>
                  <a:spLocks/>
                </p:cNvSpPr>
                <p:nvPr/>
              </p:nvSpPr>
              <p:spPr bwMode="auto">
                <a:xfrm>
                  <a:off x="4128" y="3390"/>
                  <a:ext cx="610" cy="569"/>
                </a:xfrm>
                <a:custGeom>
                  <a:avLst/>
                  <a:gdLst>
                    <a:gd name="T0" fmla="*/ 0 w 15420"/>
                    <a:gd name="T1" fmla="*/ 0 h 15418"/>
                    <a:gd name="T2" fmla="*/ 0 w 15420"/>
                    <a:gd name="T3" fmla="*/ 0 h 15418"/>
                    <a:gd name="T4" fmla="*/ 0 w 15420"/>
                    <a:gd name="T5" fmla="*/ 0 h 15418"/>
                    <a:gd name="T6" fmla="*/ 0 w 15420"/>
                    <a:gd name="T7" fmla="*/ 0 h 15418"/>
                    <a:gd name="T8" fmla="*/ 0 w 15420"/>
                    <a:gd name="T9" fmla="*/ 0 h 15418"/>
                    <a:gd name="T10" fmla="*/ 0 w 15420"/>
                    <a:gd name="T11" fmla="*/ 0 h 15418"/>
                    <a:gd name="T12" fmla="*/ 0 w 15420"/>
                    <a:gd name="T13" fmla="*/ 0 h 15418"/>
                    <a:gd name="T14" fmla="*/ 0 w 15420"/>
                    <a:gd name="T15" fmla="*/ 0 h 15418"/>
                    <a:gd name="T16" fmla="*/ 0 w 15420"/>
                    <a:gd name="T17" fmla="*/ 0 h 15418"/>
                    <a:gd name="T18" fmla="*/ 0 w 15420"/>
                    <a:gd name="T19" fmla="*/ 0 h 15418"/>
                    <a:gd name="T20" fmla="*/ 0 w 15420"/>
                    <a:gd name="T21" fmla="*/ 0 h 15418"/>
                    <a:gd name="T22" fmla="*/ 0 w 15420"/>
                    <a:gd name="T23" fmla="*/ 0 h 15418"/>
                    <a:gd name="T24" fmla="*/ 0 w 15420"/>
                    <a:gd name="T25" fmla="*/ 0 h 15418"/>
                    <a:gd name="T26" fmla="*/ 0 w 15420"/>
                    <a:gd name="T27" fmla="*/ 0 h 15418"/>
                    <a:gd name="T28" fmla="*/ 0 w 15420"/>
                    <a:gd name="T29" fmla="*/ 0 h 15418"/>
                    <a:gd name="T30" fmla="*/ 0 w 15420"/>
                    <a:gd name="T31" fmla="*/ 0 h 15418"/>
                    <a:gd name="T32" fmla="*/ 0 w 15420"/>
                    <a:gd name="T33" fmla="*/ 0 h 15418"/>
                    <a:gd name="T34" fmla="*/ 0 w 15420"/>
                    <a:gd name="T35" fmla="*/ 0 h 15418"/>
                    <a:gd name="T36" fmla="*/ 0 w 15420"/>
                    <a:gd name="T37" fmla="*/ 0 h 15418"/>
                    <a:gd name="T38" fmla="*/ 0 w 15420"/>
                    <a:gd name="T39" fmla="*/ 0 h 15418"/>
                    <a:gd name="T40" fmla="*/ 0 w 15420"/>
                    <a:gd name="T41" fmla="*/ 0 h 15418"/>
                    <a:gd name="T42" fmla="*/ 0 w 15420"/>
                    <a:gd name="T43" fmla="*/ 0 h 15418"/>
                    <a:gd name="T44" fmla="*/ 0 w 15420"/>
                    <a:gd name="T45" fmla="*/ 0 h 15418"/>
                    <a:gd name="T46" fmla="*/ 0 w 15420"/>
                    <a:gd name="T47" fmla="*/ 0 h 15418"/>
                    <a:gd name="T48" fmla="*/ 0 w 15420"/>
                    <a:gd name="T49" fmla="*/ 0 h 15418"/>
                    <a:gd name="T50" fmla="*/ 0 w 15420"/>
                    <a:gd name="T51" fmla="*/ 0 h 15418"/>
                    <a:gd name="T52" fmla="*/ 0 w 15420"/>
                    <a:gd name="T53" fmla="*/ 0 h 15418"/>
                    <a:gd name="T54" fmla="*/ 0 w 15420"/>
                    <a:gd name="T55" fmla="*/ 0 h 15418"/>
                    <a:gd name="T56" fmla="*/ 0 w 15420"/>
                    <a:gd name="T57" fmla="*/ 0 h 15418"/>
                    <a:gd name="T58" fmla="*/ 0 w 15420"/>
                    <a:gd name="T59" fmla="*/ 0 h 15418"/>
                    <a:gd name="T60" fmla="*/ 0 w 15420"/>
                    <a:gd name="T61" fmla="*/ 0 h 15418"/>
                    <a:gd name="T62" fmla="*/ 0 w 15420"/>
                    <a:gd name="T63" fmla="*/ 0 h 15418"/>
                    <a:gd name="T64" fmla="*/ 0 w 15420"/>
                    <a:gd name="T65" fmla="*/ 0 h 15418"/>
                    <a:gd name="T66" fmla="*/ 0 w 15420"/>
                    <a:gd name="T67" fmla="*/ 0 h 15418"/>
                    <a:gd name="T68" fmla="*/ 0 w 15420"/>
                    <a:gd name="T69" fmla="*/ 0 h 15418"/>
                    <a:gd name="T70" fmla="*/ 0 w 15420"/>
                    <a:gd name="T71" fmla="*/ 0 h 15418"/>
                    <a:gd name="T72" fmla="*/ 0 w 15420"/>
                    <a:gd name="T73" fmla="*/ 0 h 15418"/>
                    <a:gd name="T74" fmla="*/ 0 w 15420"/>
                    <a:gd name="T75" fmla="*/ 0 h 15418"/>
                    <a:gd name="T76" fmla="*/ 0 w 15420"/>
                    <a:gd name="T77" fmla="*/ 0 h 15418"/>
                    <a:gd name="T78" fmla="*/ 0 w 15420"/>
                    <a:gd name="T79" fmla="*/ 0 h 15418"/>
                    <a:gd name="T80" fmla="*/ 0 w 15420"/>
                    <a:gd name="T81" fmla="*/ 0 h 15418"/>
                    <a:gd name="T82" fmla="*/ 0 w 15420"/>
                    <a:gd name="T83" fmla="*/ 0 h 15418"/>
                    <a:gd name="T84" fmla="*/ 0 w 15420"/>
                    <a:gd name="T85" fmla="*/ 0 h 1541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420"/>
                    <a:gd name="T130" fmla="*/ 0 h 15418"/>
                    <a:gd name="T131" fmla="*/ 15420 w 15420"/>
                    <a:gd name="T132" fmla="*/ 15418 h 1541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420" h="15418">
                      <a:moveTo>
                        <a:pt x="7710" y="0"/>
                      </a:moveTo>
                      <a:lnTo>
                        <a:pt x="8106" y="11"/>
                      </a:lnTo>
                      <a:lnTo>
                        <a:pt x="8496" y="40"/>
                      </a:lnTo>
                      <a:lnTo>
                        <a:pt x="8882" y="89"/>
                      </a:lnTo>
                      <a:lnTo>
                        <a:pt x="9261" y="157"/>
                      </a:lnTo>
                      <a:lnTo>
                        <a:pt x="9633" y="244"/>
                      </a:lnTo>
                      <a:lnTo>
                        <a:pt x="9998" y="348"/>
                      </a:lnTo>
                      <a:lnTo>
                        <a:pt x="10357" y="470"/>
                      </a:lnTo>
                      <a:lnTo>
                        <a:pt x="10706" y="608"/>
                      </a:lnTo>
                      <a:lnTo>
                        <a:pt x="11048" y="762"/>
                      </a:lnTo>
                      <a:lnTo>
                        <a:pt x="11380" y="933"/>
                      </a:lnTo>
                      <a:lnTo>
                        <a:pt x="11703" y="1119"/>
                      </a:lnTo>
                      <a:lnTo>
                        <a:pt x="12016" y="1320"/>
                      </a:lnTo>
                      <a:lnTo>
                        <a:pt x="12318" y="1534"/>
                      </a:lnTo>
                      <a:lnTo>
                        <a:pt x="12609" y="1764"/>
                      </a:lnTo>
                      <a:lnTo>
                        <a:pt x="12890" y="2007"/>
                      </a:lnTo>
                      <a:lnTo>
                        <a:pt x="13157" y="2262"/>
                      </a:lnTo>
                      <a:lnTo>
                        <a:pt x="13414" y="2530"/>
                      </a:lnTo>
                      <a:lnTo>
                        <a:pt x="13656" y="2810"/>
                      </a:lnTo>
                      <a:lnTo>
                        <a:pt x="13885" y="3101"/>
                      </a:lnTo>
                      <a:lnTo>
                        <a:pt x="14101" y="3403"/>
                      </a:lnTo>
                      <a:lnTo>
                        <a:pt x="14301" y="3717"/>
                      </a:lnTo>
                      <a:lnTo>
                        <a:pt x="14488" y="4040"/>
                      </a:lnTo>
                      <a:lnTo>
                        <a:pt x="14659" y="4372"/>
                      </a:lnTo>
                      <a:lnTo>
                        <a:pt x="14813" y="4712"/>
                      </a:lnTo>
                      <a:lnTo>
                        <a:pt x="14951" y="5063"/>
                      </a:lnTo>
                      <a:lnTo>
                        <a:pt x="15073" y="5420"/>
                      </a:lnTo>
                      <a:lnTo>
                        <a:pt x="15177" y="5786"/>
                      </a:lnTo>
                      <a:lnTo>
                        <a:pt x="15263" y="6159"/>
                      </a:lnTo>
                      <a:lnTo>
                        <a:pt x="15331" y="6538"/>
                      </a:lnTo>
                      <a:lnTo>
                        <a:pt x="15381" y="6922"/>
                      </a:lnTo>
                      <a:lnTo>
                        <a:pt x="15410" y="7313"/>
                      </a:lnTo>
                      <a:lnTo>
                        <a:pt x="15420" y="7709"/>
                      </a:lnTo>
                      <a:lnTo>
                        <a:pt x="15410" y="8104"/>
                      </a:lnTo>
                      <a:lnTo>
                        <a:pt x="15381" y="8495"/>
                      </a:lnTo>
                      <a:lnTo>
                        <a:pt x="15331" y="8880"/>
                      </a:lnTo>
                      <a:lnTo>
                        <a:pt x="15263" y="9259"/>
                      </a:lnTo>
                      <a:lnTo>
                        <a:pt x="15177" y="9631"/>
                      </a:lnTo>
                      <a:lnTo>
                        <a:pt x="15073" y="9997"/>
                      </a:lnTo>
                      <a:lnTo>
                        <a:pt x="14951" y="10354"/>
                      </a:lnTo>
                      <a:lnTo>
                        <a:pt x="14813" y="10704"/>
                      </a:lnTo>
                      <a:lnTo>
                        <a:pt x="14659" y="11046"/>
                      </a:lnTo>
                      <a:lnTo>
                        <a:pt x="14488" y="11378"/>
                      </a:lnTo>
                      <a:lnTo>
                        <a:pt x="14301" y="11701"/>
                      </a:lnTo>
                      <a:lnTo>
                        <a:pt x="14101" y="12014"/>
                      </a:lnTo>
                      <a:lnTo>
                        <a:pt x="13885" y="12317"/>
                      </a:lnTo>
                      <a:lnTo>
                        <a:pt x="13656" y="12608"/>
                      </a:lnTo>
                      <a:lnTo>
                        <a:pt x="13414" y="12887"/>
                      </a:lnTo>
                      <a:lnTo>
                        <a:pt x="13157" y="13156"/>
                      </a:lnTo>
                      <a:lnTo>
                        <a:pt x="12890" y="13411"/>
                      </a:lnTo>
                      <a:lnTo>
                        <a:pt x="12609" y="13653"/>
                      </a:lnTo>
                      <a:lnTo>
                        <a:pt x="12318" y="13883"/>
                      </a:lnTo>
                      <a:lnTo>
                        <a:pt x="12016" y="14098"/>
                      </a:lnTo>
                      <a:lnTo>
                        <a:pt x="11703" y="14298"/>
                      </a:lnTo>
                      <a:lnTo>
                        <a:pt x="11380" y="14485"/>
                      </a:lnTo>
                      <a:lnTo>
                        <a:pt x="11048" y="14655"/>
                      </a:lnTo>
                      <a:lnTo>
                        <a:pt x="10706" y="14810"/>
                      </a:lnTo>
                      <a:lnTo>
                        <a:pt x="10357" y="14948"/>
                      </a:lnTo>
                      <a:lnTo>
                        <a:pt x="9998" y="15070"/>
                      </a:lnTo>
                      <a:lnTo>
                        <a:pt x="9633" y="15174"/>
                      </a:lnTo>
                      <a:lnTo>
                        <a:pt x="9261" y="15260"/>
                      </a:lnTo>
                      <a:lnTo>
                        <a:pt x="8882" y="15328"/>
                      </a:lnTo>
                      <a:lnTo>
                        <a:pt x="8496" y="15377"/>
                      </a:lnTo>
                      <a:lnTo>
                        <a:pt x="8106" y="15407"/>
                      </a:lnTo>
                      <a:lnTo>
                        <a:pt x="7710" y="15418"/>
                      </a:lnTo>
                      <a:lnTo>
                        <a:pt x="7315" y="15407"/>
                      </a:lnTo>
                      <a:lnTo>
                        <a:pt x="6924" y="15377"/>
                      </a:lnTo>
                      <a:lnTo>
                        <a:pt x="6539" y="15328"/>
                      </a:lnTo>
                      <a:lnTo>
                        <a:pt x="6160" y="15260"/>
                      </a:lnTo>
                      <a:lnTo>
                        <a:pt x="5787" y="15174"/>
                      </a:lnTo>
                      <a:lnTo>
                        <a:pt x="5421" y="15070"/>
                      </a:lnTo>
                      <a:lnTo>
                        <a:pt x="5064" y="14948"/>
                      </a:lnTo>
                      <a:lnTo>
                        <a:pt x="4713" y="14810"/>
                      </a:lnTo>
                      <a:lnTo>
                        <a:pt x="4373" y="14655"/>
                      </a:lnTo>
                      <a:lnTo>
                        <a:pt x="4040" y="14485"/>
                      </a:lnTo>
                      <a:lnTo>
                        <a:pt x="3717" y="14298"/>
                      </a:lnTo>
                      <a:lnTo>
                        <a:pt x="3404" y="14098"/>
                      </a:lnTo>
                      <a:lnTo>
                        <a:pt x="3102" y="13883"/>
                      </a:lnTo>
                      <a:lnTo>
                        <a:pt x="2810" y="13653"/>
                      </a:lnTo>
                      <a:lnTo>
                        <a:pt x="2531" y="13411"/>
                      </a:lnTo>
                      <a:lnTo>
                        <a:pt x="2262" y="13156"/>
                      </a:lnTo>
                      <a:lnTo>
                        <a:pt x="2007" y="12887"/>
                      </a:lnTo>
                      <a:lnTo>
                        <a:pt x="1765" y="12608"/>
                      </a:lnTo>
                      <a:lnTo>
                        <a:pt x="1535" y="12317"/>
                      </a:lnTo>
                      <a:lnTo>
                        <a:pt x="1320" y="12014"/>
                      </a:lnTo>
                      <a:lnTo>
                        <a:pt x="1118" y="11701"/>
                      </a:lnTo>
                      <a:lnTo>
                        <a:pt x="933" y="11378"/>
                      </a:lnTo>
                      <a:lnTo>
                        <a:pt x="762" y="11046"/>
                      </a:lnTo>
                      <a:lnTo>
                        <a:pt x="608" y="10704"/>
                      </a:lnTo>
                      <a:lnTo>
                        <a:pt x="470" y="10354"/>
                      </a:lnTo>
                      <a:lnTo>
                        <a:pt x="348" y="9997"/>
                      </a:lnTo>
                      <a:lnTo>
                        <a:pt x="244" y="9631"/>
                      </a:lnTo>
                      <a:lnTo>
                        <a:pt x="157" y="9259"/>
                      </a:lnTo>
                      <a:lnTo>
                        <a:pt x="89" y="8880"/>
                      </a:lnTo>
                      <a:lnTo>
                        <a:pt x="40" y="8495"/>
                      </a:lnTo>
                      <a:lnTo>
                        <a:pt x="11" y="8104"/>
                      </a:lnTo>
                      <a:lnTo>
                        <a:pt x="0" y="7709"/>
                      </a:lnTo>
                      <a:lnTo>
                        <a:pt x="11" y="7313"/>
                      </a:lnTo>
                      <a:lnTo>
                        <a:pt x="40" y="6922"/>
                      </a:lnTo>
                      <a:lnTo>
                        <a:pt x="89" y="6538"/>
                      </a:lnTo>
                      <a:lnTo>
                        <a:pt x="157" y="6159"/>
                      </a:lnTo>
                      <a:lnTo>
                        <a:pt x="244" y="5786"/>
                      </a:lnTo>
                      <a:lnTo>
                        <a:pt x="348" y="5420"/>
                      </a:lnTo>
                      <a:lnTo>
                        <a:pt x="470" y="5063"/>
                      </a:lnTo>
                      <a:lnTo>
                        <a:pt x="608" y="4712"/>
                      </a:lnTo>
                      <a:lnTo>
                        <a:pt x="762" y="4372"/>
                      </a:lnTo>
                      <a:lnTo>
                        <a:pt x="933" y="4040"/>
                      </a:lnTo>
                      <a:lnTo>
                        <a:pt x="1118" y="3717"/>
                      </a:lnTo>
                      <a:lnTo>
                        <a:pt x="1320" y="3403"/>
                      </a:lnTo>
                      <a:lnTo>
                        <a:pt x="1535" y="3101"/>
                      </a:lnTo>
                      <a:lnTo>
                        <a:pt x="1765" y="2810"/>
                      </a:lnTo>
                      <a:lnTo>
                        <a:pt x="2007" y="2530"/>
                      </a:lnTo>
                      <a:lnTo>
                        <a:pt x="2262" y="2262"/>
                      </a:lnTo>
                      <a:lnTo>
                        <a:pt x="2531" y="2007"/>
                      </a:lnTo>
                      <a:lnTo>
                        <a:pt x="2810" y="1764"/>
                      </a:lnTo>
                      <a:lnTo>
                        <a:pt x="3102" y="1534"/>
                      </a:lnTo>
                      <a:lnTo>
                        <a:pt x="3404" y="1320"/>
                      </a:lnTo>
                      <a:lnTo>
                        <a:pt x="3717" y="1119"/>
                      </a:lnTo>
                      <a:lnTo>
                        <a:pt x="4040" y="933"/>
                      </a:lnTo>
                      <a:lnTo>
                        <a:pt x="4373" y="762"/>
                      </a:lnTo>
                      <a:lnTo>
                        <a:pt x="4713" y="608"/>
                      </a:lnTo>
                      <a:lnTo>
                        <a:pt x="5064" y="470"/>
                      </a:lnTo>
                      <a:lnTo>
                        <a:pt x="5421" y="348"/>
                      </a:lnTo>
                      <a:lnTo>
                        <a:pt x="5787" y="244"/>
                      </a:lnTo>
                      <a:lnTo>
                        <a:pt x="6160" y="157"/>
                      </a:lnTo>
                      <a:lnTo>
                        <a:pt x="6539" y="89"/>
                      </a:lnTo>
                      <a:lnTo>
                        <a:pt x="6924" y="40"/>
                      </a:lnTo>
                      <a:lnTo>
                        <a:pt x="7315" y="11"/>
                      </a:lnTo>
                      <a:lnTo>
                        <a:pt x="7710" y="0"/>
                      </a:lnTo>
                    </a:path>
                  </a:pathLst>
                </a:custGeom>
                <a:noFill/>
                <a:ln w="3175">
                  <a:solidFill>
                    <a:srgbClr val="1F1A17"/>
                  </a:solidFill>
                  <a:round/>
                  <a:headEnd/>
                  <a:tailEnd/>
                </a:ln>
              </p:spPr>
              <p:txBody>
                <a:bodyPr/>
                <a:lstStyle/>
                <a:p>
                  <a:pPr>
                    <a:defRPr/>
                  </a:pPr>
                  <a:endParaRPr lang="en-US" sz="1050">
                    <a:latin typeface="+mj-lt"/>
                  </a:endParaRPr>
                </a:p>
              </p:txBody>
            </p:sp>
            <p:sp>
              <p:nvSpPr>
                <p:cNvPr id="40973" name="Freeform 161">
                  <a:extLst>
                    <a:ext uri="{FF2B5EF4-FFF2-40B4-BE49-F238E27FC236}">
                      <a16:creationId xmlns="" xmlns:a16="http://schemas.microsoft.com/office/drawing/2014/main" id="{FF023197-305A-3ACB-4A62-688E7B58F9EC}"/>
                    </a:ext>
                  </a:extLst>
                </p:cNvPr>
                <p:cNvSpPr>
                  <a:spLocks/>
                </p:cNvSpPr>
                <p:nvPr/>
              </p:nvSpPr>
              <p:spPr bwMode="auto">
                <a:xfrm>
                  <a:off x="4226" y="3519"/>
                  <a:ext cx="44" cy="42"/>
                </a:xfrm>
                <a:custGeom>
                  <a:avLst/>
                  <a:gdLst>
                    <a:gd name="T0" fmla="*/ 0 w 1127"/>
                    <a:gd name="T1" fmla="*/ 0 h 1127"/>
                    <a:gd name="T2" fmla="*/ 0 w 1127"/>
                    <a:gd name="T3" fmla="*/ 0 h 1127"/>
                    <a:gd name="T4" fmla="*/ 0 w 1127"/>
                    <a:gd name="T5" fmla="*/ 0 h 1127"/>
                    <a:gd name="T6" fmla="*/ 0 w 1127"/>
                    <a:gd name="T7" fmla="*/ 0 h 1127"/>
                    <a:gd name="T8" fmla="*/ 0 w 1127"/>
                    <a:gd name="T9" fmla="*/ 0 h 1127"/>
                    <a:gd name="T10" fmla="*/ 0 w 1127"/>
                    <a:gd name="T11" fmla="*/ 0 h 1127"/>
                    <a:gd name="T12" fmla="*/ 0 w 1127"/>
                    <a:gd name="T13" fmla="*/ 0 h 1127"/>
                    <a:gd name="T14" fmla="*/ 0 w 1127"/>
                    <a:gd name="T15" fmla="*/ 0 h 1127"/>
                    <a:gd name="T16" fmla="*/ 0 w 1127"/>
                    <a:gd name="T17" fmla="*/ 0 h 1127"/>
                    <a:gd name="T18" fmla="*/ 0 w 1127"/>
                    <a:gd name="T19" fmla="*/ 0 h 1127"/>
                    <a:gd name="T20" fmla="*/ 0 w 1127"/>
                    <a:gd name="T21" fmla="*/ 0 h 1127"/>
                    <a:gd name="T22" fmla="*/ 0 w 1127"/>
                    <a:gd name="T23" fmla="*/ 0 h 1127"/>
                    <a:gd name="T24" fmla="*/ 0 w 1127"/>
                    <a:gd name="T25" fmla="*/ 0 h 1127"/>
                    <a:gd name="T26" fmla="*/ 0 w 1127"/>
                    <a:gd name="T27" fmla="*/ 0 h 1127"/>
                    <a:gd name="T28" fmla="*/ 0 w 1127"/>
                    <a:gd name="T29" fmla="*/ 0 h 1127"/>
                    <a:gd name="T30" fmla="*/ 0 w 1127"/>
                    <a:gd name="T31" fmla="*/ 0 h 1127"/>
                    <a:gd name="T32" fmla="*/ 0 w 1127"/>
                    <a:gd name="T33" fmla="*/ 0 h 1127"/>
                    <a:gd name="T34" fmla="*/ 0 w 1127"/>
                    <a:gd name="T35" fmla="*/ 0 h 1127"/>
                    <a:gd name="T36" fmla="*/ 0 w 1127"/>
                    <a:gd name="T37" fmla="*/ 0 h 1127"/>
                    <a:gd name="T38" fmla="*/ 0 w 1127"/>
                    <a:gd name="T39" fmla="*/ 0 h 1127"/>
                    <a:gd name="T40" fmla="*/ 0 w 1127"/>
                    <a:gd name="T41" fmla="*/ 0 h 1127"/>
                    <a:gd name="T42" fmla="*/ 0 w 1127"/>
                    <a:gd name="T43" fmla="*/ 0 h 1127"/>
                    <a:gd name="T44" fmla="*/ 0 w 1127"/>
                    <a:gd name="T45" fmla="*/ 0 h 1127"/>
                    <a:gd name="T46" fmla="*/ 0 w 1127"/>
                    <a:gd name="T47" fmla="*/ 0 h 1127"/>
                    <a:gd name="T48" fmla="*/ 0 w 1127"/>
                    <a:gd name="T49" fmla="*/ 0 h 1127"/>
                    <a:gd name="T50" fmla="*/ 0 w 1127"/>
                    <a:gd name="T51" fmla="*/ 0 h 1127"/>
                    <a:gd name="T52" fmla="*/ 0 w 1127"/>
                    <a:gd name="T53" fmla="*/ 0 h 1127"/>
                    <a:gd name="T54" fmla="*/ 0 w 1127"/>
                    <a:gd name="T55" fmla="*/ 0 h 1127"/>
                    <a:gd name="T56" fmla="*/ 0 w 1127"/>
                    <a:gd name="T57" fmla="*/ 0 h 1127"/>
                    <a:gd name="T58" fmla="*/ 0 w 1127"/>
                    <a:gd name="T59" fmla="*/ 0 h 1127"/>
                    <a:gd name="T60" fmla="*/ 0 w 1127"/>
                    <a:gd name="T61" fmla="*/ 0 h 1127"/>
                    <a:gd name="T62" fmla="*/ 0 w 1127"/>
                    <a:gd name="T63" fmla="*/ 0 h 1127"/>
                    <a:gd name="T64" fmla="*/ 0 w 1127"/>
                    <a:gd name="T65" fmla="*/ 0 h 1127"/>
                    <a:gd name="T66" fmla="*/ 0 w 1127"/>
                    <a:gd name="T67" fmla="*/ 0 h 1127"/>
                    <a:gd name="T68" fmla="*/ 0 w 1127"/>
                    <a:gd name="T69" fmla="*/ 0 h 1127"/>
                    <a:gd name="T70" fmla="*/ 0 w 1127"/>
                    <a:gd name="T71" fmla="*/ 0 h 1127"/>
                    <a:gd name="T72" fmla="*/ 0 w 1127"/>
                    <a:gd name="T73" fmla="*/ 0 h 1127"/>
                    <a:gd name="T74" fmla="*/ 0 w 1127"/>
                    <a:gd name="T75" fmla="*/ 0 h 1127"/>
                    <a:gd name="T76" fmla="*/ 0 w 1127"/>
                    <a:gd name="T77" fmla="*/ 0 h 1127"/>
                    <a:gd name="T78" fmla="*/ 0 w 1127"/>
                    <a:gd name="T79" fmla="*/ 0 h 1127"/>
                    <a:gd name="T80" fmla="*/ 0 w 1127"/>
                    <a:gd name="T81" fmla="*/ 0 h 1127"/>
                    <a:gd name="T82" fmla="*/ 0 w 1127"/>
                    <a:gd name="T83" fmla="*/ 0 h 1127"/>
                    <a:gd name="T84" fmla="*/ 0 w 1127"/>
                    <a:gd name="T85" fmla="*/ 0 h 112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27"/>
                    <a:gd name="T130" fmla="*/ 0 h 1127"/>
                    <a:gd name="T131" fmla="*/ 1127 w 1127"/>
                    <a:gd name="T132" fmla="*/ 1127 h 112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27" h="1127">
                      <a:moveTo>
                        <a:pt x="563" y="0"/>
                      </a:moveTo>
                      <a:lnTo>
                        <a:pt x="592" y="1"/>
                      </a:lnTo>
                      <a:lnTo>
                        <a:pt x="621" y="3"/>
                      </a:lnTo>
                      <a:lnTo>
                        <a:pt x="648" y="7"/>
                      </a:lnTo>
                      <a:lnTo>
                        <a:pt x="677" y="12"/>
                      </a:lnTo>
                      <a:lnTo>
                        <a:pt x="704" y="19"/>
                      </a:lnTo>
                      <a:lnTo>
                        <a:pt x="730" y="26"/>
                      </a:lnTo>
                      <a:lnTo>
                        <a:pt x="757" y="35"/>
                      </a:lnTo>
                      <a:lnTo>
                        <a:pt x="782" y="45"/>
                      </a:lnTo>
                      <a:lnTo>
                        <a:pt x="807" y="56"/>
                      </a:lnTo>
                      <a:lnTo>
                        <a:pt x="831" y="69"/>
                      </a:lnTo>
                      <a:lnTo>
                        <a:pt x="855" y="82"/>
                      </a:lnTo>
                      <a:lnTo>
                        <a:pt x="877" y="96"/>
                      </a:lnTo>
                      <a:lnTo>
                        <a:pt x="900" y="113"/>
                      </a:lnTo>
                      <a:lnTo>
                        <a:pt x="921" y="129"/>
                      </a:lnTo>
                      <a:lnTo>
                        <a:pt x="942" y="147"/>
                      </a:lnTo>
                      <a:lnTo>
                        <a:pt x="962" y="165"/>
                      </a:lnTo>
                      <a:lnTo>
                        <a:pt x="980" y="185"/>
                      </a:lnTo>
                      <a:lnTo>
                        <a:pt x="998" y="206"/>
                      </a:lnTo>
                      <a:lnTo>
                        <a:pt x="1014" y="227"/>
                      </a:lnTo>
                      <a:lnTo>
                        <a:pt x="1030" y="249"/>
                      </a:lnTo>
                      <a:lnTo>
                        <a:pt x="1045" y="272"/>
                      </a:lnTo>
                      <a:lnTo>
                        <a:pt x="1058" y="296"/>
                      </a:lnTo>
                      <a:lnTo>
                        <a:pt x="1071" y="320"/>
                      </a:lnTo>
                      <a:lnTo>
                        <a:pt x="1082" y="345"/>
                      </a:lnTo>
                      <a:lnTo>
                        <a:pt x="1092" y="370"/>
                      </a:lnTo>
                      <a:lnTo>
                        <a:pt x="1101" y="397"/>
                      </a:lnTo>
                      <a:lnTo>
                        <a:pt x="1108" y="423"/>
                      </a:lnTo>
                      <a:lnTo>
                        <a:pt x="1115" y="450"/>
                      </a:lnTo>
                      <a:lnTo>
                        <a:pt x="1121" y="478"/>
                      </a:lnTo>
                      <a:lnTo>
                        <a:pt x="1124" y="506"/>
                      </a:lnTo>
                      <a:lnTo>
                        <a:pt x="1126" y="535"/>
                      </a:lnTo>
                      <a:lnTo>
                        <a:pt x="1127" y="563"/>
                      </a:lnTo>
                      <a:lnTo>
                        <a:pt x="1126" y="593"/>
                      </a:lnTo>
                      <a:lnTo>
                        <a:pt x="1124" y="621"/>
                      </a:lnTo>
                      <a:lnTo>
                        <a:pt x="1121" y="650"/>
                      </a:lnTo>
                      <a:lnTo>
                        <a:pt x="1115" y="677"/>
                      </a:lnTo>
                      <a:lnTo>
                        <a:pt x="1108" y="704"/>
                      </a:lnTo>
                      <a:lnTo>
                        <a:pt x="1101" y="731"/>
                      </a:lnTo>
                      <a:lnTo>
                        <a:pt x="1092" y="757"/>
                      </a:lnTo>
                      <a:lnTo>
                        <a:pt x="1082" y="782"/>
                      </a:lnTo>
                      <a:lnTo>
                        <a:pt x="1071" y="807"/>
                      </a:lnTo>
                      <a:lnTo>
                        <a:pt x="1058" y="832"/>
                      </a:lnTo>
                      <a:lnTo>
                        <a:pt x="1045" y="856"/>
                      </a:lnTo>
                      <a:lnTo>
                        <a:pt x="1030" y="879"/>
                      </a:lnTo>
                      <a:lnTo>
                        <a:pt x="1014" y="901"/>
                      </a:lnTo>
                      <a:lnTo>
                        <a:pt x="998" y="921"/>
                      </a:lnTo>
                      <a:lnTo>
                        <a:pt x="980" y="942"/>
                      </a:lnTo>
                      <a:lnTo>
                        <a:pt x="962" y="962"/>
                      </a:lnTo>
                      <a:lnTo>
                        <a:pt x="942" y="981"/>
                      </a:lnTo>
                      <a:lnTo>
                        <a:pt x="921" y="998"/>
                      </a:lnTo>
                      <a:lnTo>
                        <a:pt x="900" y="1014"/>
                      </a:lnTo>
                      <a:lnTo>
                        <a:pt x="877" y="1031"/>
                      </a:lnTo>
                      <a:lnTo>
                        <a:pt x="855" y="1045"/>
                      </a:lnTo>
                      <a:lnTo>
                        <a:pt x="831" y="1058"/>
                      </a:lnTo>
                      <a:lnTo>
                        <a:pt x="807" y="1071"/>
                      </a:lnTo>
                      <a:lnTo>
                        <a:pt x="782" y="1082"/>
                      </a:lnTo>
                      <a:lnTo>
                        <a:pt x="757" y="1092"/>
                      </a:lnTo>
                      <a:lnTo>
                        <a:pt x="730" y="1101"/>
                      </a:lnTo>
                      <a:lnTo>
                        <a:pt x="704" y="1109"/>
                      </a:lnTo>
                      <a:lnTo>
                        <a:pt x="677" y="1115"/>
                      </a:lnTo>
                      <a:lnTo>
                        <a:pt x="648" y="1121"/>
                      </a:lnTo>
                      <a:lnTo>
                        <a:pt x="621" y="1124"/>
                      </a:lnTo>
                      <a:lnTo>
                        <a:pt x="592" y="1126"/>
                      </a:lnTo>
                      <a:lnTo>
                        <a:pt x="563" y="1127"/>
                      </a:lnTo>
                      <a:lnTo>
                        <a:pt x="534" y="1126"/>
                      </a:lnTo>
                      <a:lnTo>
                        <a:pt x="506" y="1124"/>
                      </a:lnTo>
                      <a:lnTo>
                        <a:pt x="477" y="1121"/>
                      </a:lnTo>
                      <a:lnTo>
                        <a:pt x="450" y="1115"/>
                      </a:lnTo>
                      <a:lnTo>
                        <a:pt x="423" y="1109"/>
                      </a:lnTo>
                      <a:lnTo>
                        <a:pt x="396" y="1101"/>
                      </a:lnTo>
                      <a:lnTo>
                        <a:pt x="370" y="1092"/>
                      </a:lnTo>
                      <a:lnTo>
                        <a:pt x="345" y="1082"/>
                      </a:lnTo>
                      <a:lnTo>
                        <a:pt x="320" y="1071"/>
                      </a:lnTo>
                      <a:lnTo>
                        <a:pt x="295" y="1058"/>
                      </a:lnTo>
                      <a:lnTo>
                        <a:pt x="271" y="1045"/>
                      </a:lnTo>
                      <a:lnTo>
                        <a:pt x="248" y="1031"/>
                      </a:lnTo>
                      <a:lnTo>
                        <a:pt x="226" y="1014"/>
                      </a:lnTo>
                      <a:lnTo>
                        <a:pt x="206" y="998"/>
                      </a:lnTo>
                      <a:lnTo>
                        <a:pt x="185" y="981"/>
                      </a:lnTo>
                      <a:lnTo>
                        <a:pt x="165" y="962"/>
                      </a:lnTo>
                      <a:lnTo>
                        <a:pt x="146" y="942"/>
                      </a:lnTo>
                      <a:lnTo>
                        <a:pt x="129" y="921"/>
                      </a:lnTo>
                      <a:lnTo>
                        <a:pt x="112" y="901"/>
                      </a:lnTo>
                      <a:lnTo>
                        <a:pt x="96" y="879"/>
                      </a:lnTo>
                      <a:lnTo>
                        <a:pt x="82" y="856"/>
                      </a:lnTo>
                      <a:lnTo>
                        <a:pt x="68" y="832"/>
                      </a:lnTo>
                      <a:lnTo>
                        <a:pt x="55" y="807"/>
                      </a:lnTo>
                      <a:lnTo>
                        <a:pt x="45" y="782"/>
                      </a:lnTo>
                      <a:lnTo>
                        <a:pt x="35" y="757"/>
                      </a:lnTo>
                      <a:lnTo>
                        <a:pt x="25" y="731"/>
                      </a:lnTo>
                      <a:lnTo>
                        <a:pt x="18" y="704"/>
                      </a:lnTo>
                      <a:lnTo>
                        <a:pt x="12" y="677"/>
                      </a:lnTo>
                      <a:lnTo>
                        <a:pt x="6" y="650"/>
                      </a:lnTo>
                      <a:lnTo>
                        <a:pt x="3" y="621"/>
                      </a:lnTo>
                      <a:lnTo>
                        <a:pt x="1" y="593"/>
                      </a:lnTo>
                      <a:lnTo>
                        <a:pt x="0" y="563"/>
                      </a:lnTo>
                      <a:lnTo>
                        <a:pt x="1" y="535"/>
                      </a:lnTo>
                      <a:lnTo>
                        <a:pt x="3" y="506"/>
                      </a:lnTo>
                      <a:lnTo>
                        <a:pt x="6" y="478"/>
                      </a:lnTo>
                      <a:lnTo>
                        <a:pt x="12" y="450"/>
                      </a:lnTo>
                      <a:lnTo>
                        <a:pt x="18" y="423"/>
                      </a:lnTo>
                      <a:lnTo>
                        <a:pt x="25" y="397"/>
                      </a:lnTo>
                      <a:lnTo>
                        <a:pt x="35" y="370"/>
                      </a:lnTo>
                      <a:lnTo>
                        <a:pt x="45" y="345"/>
                      </a:lnTo>
                      <a:lnTo>
                        <a:pt x="55" y="320"/>
                      </a:lnTo>
                      <a:lnTo>
                        <a:pt x="68" y="296"/>
                      </a:lnTo>
                      <a:lnTo>
                        <a:pt x="82" y="272"/>
                      </a:lnTo>
                      <a:lnTo>
                        <a:pt x="96" y="249"/>
                      </a:lnTo>
                      <a:lnTo>
                        <a:pt x="112" y="227"/>
                      </a:lnTo>
                      <a:lnTo>
                        <a:pt x="129" y="206"/>
                      </a:lnTo>
                      <a:lnTo>
                        <a:pt x="146" y="185"/>
                      </a:lnTo>
                      <a:lnTo>
                        <a:pt x="165" y="165"/>
                      </a:lnTo>
                      <a:lnTo>
                        <a:pt x="185" y="147"/>
                      </a:lnTo>
                      <a:lnTo>
                        <a:pt x="206" y="129"/>
                      </a:lnTo>
                      <a:lnTo>
                        <a:pt x="226" y="113"/>
                      </a:lnTo>
                      <a:lnTo>
                        <a:pt x="248" y="96"/>
                      </a:lnTo>
                      <a:lnTo>
                        <a:pt x="271" y="82"/>
                      </a:lnTo>
                      <a:lnTo>
                        <a:pt x="295" y="69"/>
                      </a:lnTo>
                      <a:lnTo>
                        <a:pt x="320" y="56"/>
                      </a:lnTo>
                      <a:lnTo>
                        <a:pt x="345" y="45"/>
                      </a:lnTo>
                      <a:lnTo>
                        <a:pt x="370" y="35"/>
                      </a:lnTo>
                      <a:lnTo>
                        <a:pt x="396" y="26"/>
                      </a:lnTo>
                      <a:lnTo>
                        <a:pt x="423" y="19"/>
                      </a:lnTo>
                      <a:lnTo>
                        <a:pt x="450" y="12"/>
                      </a:lnTo>
                      <a:lnTo>
                        <a:pt x="477" y="7"/>
                      </a:lnTo>
                      <a:lnTo>
                        <a:pt x="506" y="3"/>
                      </a:lnTo>
                      <a:lnTo>
                        <a:pt x="534" y="1"/>
                      </a:lnTo>
                      <a:lnTo>
                        <a:pt x="563" y="0"/>
                      </a:lnTo>
                      <a:close/>
                    </a:path>
                  </a:pathLst>
                </a:custGeom>
                <a:solidFill>
                  <a:srgbClr val="DC2B19"/>
                </a:solidFill>
                <a:ln>
                  <a:noFill/>
                </a:ln>
              </p:spPr>
              <p:txBody>
                <a:bodyPr/>
                <a:lstStyle/>
                <a:p>
                  <a:pPr>
                    <a:defRPr/>
                  </a:pPr>
                  <a:endParaRPr lang="en-US" sz="1050">
                    <a:latin typeface="+mj-lt"/>
                  </a:endParaRPr>
                </a:p>
              </p:txBody>
            </p:sp>
            <p:sp>
              <p:nvSpPr>
                <p:cNvPr id="40974" name="Freeform 162">
                  <a:extLst>
                    <a:ext uri="{FF2B5EF4-FFF2-40B4-BE49-F238E27FC236}">
                      <a16:creationId xmlns="" xmlns:a16="http://schemas.microsoft.com/office/drawing/2014/main" id="{82D41C0B-6F04-D28C-9A67-426C4923AE9F}"/>
                    </a:ext>
                  </a:extLst>
                </p:cNvPr>
                <p:cNvSpPr>
                  <a:spLocks/>
                </p:cNvSpPr>
                <p:nvPr/>
              </p:nvSpPr>
              <p:spPr bwMode="auto">
                <a:xfrm>
                  <a:off x="4253" y="3516"/>
                  <a:ext cx="20" cy="24"/>
                </a:xfrm>
                <a:custGeom>
                  <a:avLst/>
                  <a:gdLst>
                    <a:gd name="T0" fmla="*/ 0 w 629"/>
                    <a:gd name="T1" fmla="*/ 0 h 628"/>
                    <a:gd name="T2" fmla="*/ 0 w 629"/>
                    <a:gd name="T3" fmla="*/ 0 h 628"/>
                    <a:gd name="T4" fmla="*/ 0 w 629"/>
                    <a:gd name="T5" fmla="*/ 0 h 628"/>
                    <a:gd name="T6" fmla="*/ 0 w 629"/>
                    <a:gd name="T7" fmla="*/ 0 h 628"/>
                    <a:gd name="T8" fmla="*/ 0 w 629"/>
                    <a:gd name="T9" fmla="*/ 0 h 628"/>
                    <a:gd name="T10" fmla="*/ 0 w 629"/>
                    <a:gd name="T11" fmla="*/ 0 h 628"/>
                    <a:gd name="T12" fmla="*/ 0 w 629"/>
                    <a:gd name="T13" fmla="*/ 0 h 628"/>
                    <a:gd name="T14" fmla="*/ 0 w 629"/>
                    <a:gd name="T15" fmla="*/ 0 h 628"/>
                    <a:gd name="T16" fmla="*/ 0 w 629"/>
                    <a:gd name="T17" fmla="*/ 0 h 628"/>
                    <a:gd name="T18" fmla="*/ 0 w 629"/>
                    <a:gd name="T19" fmla="*/ 0 h 628"/>
                    <a:gd name="T20" fmla="*/ 0 w 629"/>
                    <a:gd name="T21" fmla="*/ 0 h 628"/>
                    <a:gd name="T22" fmla="*/ 0 w 629"/>
                    <a:gd name="T23" fmla="*/ 0 h 628"/>
                    <a:gd name="T24" fmla="*/ 0 w 629"/>
                    <a:gd name="T25" fmla="*/ 0 h 628"/>
                    <a:gd name="T26" fmla="*/ 0 w 629"/>
                    <a:gd name="T27" fmla="*/ 0 h 628"/>
                    <a:gd name="T28" fmla="*/ 0 w 629"/>
                    <a:gd name="T29" fmla="*/ 0 h 628"/>
                    <a:gd name="T30" fmla="*/ 0 w 629"/>
                    <a:gd name="T31" fmla="*/ 0 h 628"/>
                    <a:gd name="T32" fmla="*/ 0 w 629"/>
                    <a:gd name="T33" fmla="*/ 0 h 628"/>
                    <a:gd name="T34" fmla="*/ 0 w 629"/>
                    <a:gd name="T35" fmla="*/ 0 h 628"/>
                    <a:gd name="T36" fmla="*/ 0 w 629"/>
                    <a:gd name="T37" fmla="*/ 0 h 628"/>
                    <a:gd name="T38" fmla="*/ 0 w 629"/>
                    <a:gd name="T39" fmla="*/ 0 h 628"/>
                    <a:gd name="T40" fmla="*/ 0 w 629"/>
                    <a:gd name="T41" fmla="*/ 0 h 628"/>
                    <a:gd name="T42" fmla="*/ 0 w 629"/>
                    <a:gd name="T43" fmla="*/ 0 h 628"/>
                    <a:gd name="T44" fmla="*/ 0 w 629"/>
                    <a:gd name="T45" fmla="*/ 0 h 628"/>
                    <a:gd name="T46" fmla="*/ 0 w 629"/>
                    <a:gd name="T47" fmla="*/ 0 h 628"/>
                    <a:gd name="T48" fmla="*/ 0 w 629"/>
                    <a:gd name="T49" fmla="*/ 0 h 628"/>
                    <a:gd name="T50" fmla="*/ 0 w 629"/>
                    <a:gd name="T51" fmla="*/ 0 h 628"/>
                    <a:gd name="T52" fmla="*/ 0 w 629"/>
                    <a:gd name="T53" fmla="*/ 0 h 628"/>
                    <a:gd name="T54" fmla="*/ 0 w 629"/>
                    <a:gd name="T55" fmla="*/ 0 h 628"/>
                    <a:gd name="T56" fmla="*/ 0 w 629"/>
                    <a:gd name="T57" fmla="*/ 0 h 628"/>
                    <a:gd name="T58" fmla="*/ 0 w 629"/>
                    <a:gd name="T59" fmla="*/ 0 h 628"/>
                    <a:gd name="T60" fmla="*/ 0 w 629"/>
                    <a:gd name="T61" fmla="*/ 0 h 628"/>
                    <a:gd name="T62" fmla="*/ 0 w 629"/>
                    <a:gd name="T63" fmla="*/ 0 h 628"/>
                    <a:gd name="T64" fmla="*/ 0 w 629"/>
                    <a:gd name="T65" fmla="*/ 0 h 628"/>
                    <a:gd name="T66" fmla="*/ 0 w 629"/>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9"/>
                    <a:gd name="T103" fmla="*/ 0 h 628"/>
                    <a:gd name="T104" fmla="*/ 629 w 629"/>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9" h="628">
                      <a:moveTo>
                        <a:pt x="629" y="628"/>
                      </a:moveTo>
                      <a:lnTo>
                        <a:pt x="629" y="628"/>
                      </a:lnTo>
                      <a:lnTo>
                        <a:pt x="628" y="596"/>
                      </a:lnTo>
                      <a:lnTo>
                        <a:pt x="624" y="565"/>
                      </a:lnTo>
                      <a:lnTo>
                        <a:pt x="621" y="534"/>
                      </a:lnTo>
                      <a:lnTo>
                        <a:pt x="616" y="502"/>
                      </a:lnTo>
                      <a:lnTo>
                        <a:pt x="608" y="473"/>
                      </a:lnTo>
                      <a:lnTo>
                        <a:pt x="600" y="442"/>
                      </a:lnTo>
                      <a:lnTo>
                        <a:pt x="590" y="413"/>
                      </a:lnTo>
                      <a:lnTo>
                        <a:pt x="578" y="385"/>
                      </a:lnTo>
                      <a:lnTo>
                        <a:pt x="566" y="356"/>
                      </a:lnTo>
                      <a:lnTo>
                        <a:pt x="552" y="330"/>
                      </a:lnTo>
                      <a:lnTo>
                        <a:pt x="537" y="304"/>
                      </a:lnTo>
                      <a:lnTo>
                        <a:pt x="520" y="278"/>
                      </a:lnTo>
                      <a:lnTo>
                        <a:pt x="503" y="253"/>
                      </a:lnTo>
                      <a:lnTo>
                        <a:pt x="484" y="229"/>
                      </a:lnTo>
                      <a:lnTo>
                        <a:pt x="464" y="207"/>
                      </a:lnTo>
                      <a:lnTo>
                        <a:pt x="444" y="186"/>
                      </a:lnTo>
                      <a:lnTo>
                        <a:pt x="422" y="165"/>
                      </a:lnTo>
                      <a:lnTo>
                        <a:pt x="399" y="145"/>
                      </a:lnTo>
                      <a:lnTo>
                        <a:pt x="376" y="126"/>
                      </a:lnTo>
                      <a:lnTo>
                        <a:pt x="350" y="109"/>
                      </a:lnTo>
                      <a:lnTo>
                        <a:pt x="325" y="92"/>
                      </a:lnTo>
                      <a:lnTo>
                        <a:pt x="299" y="77"/>
                      </a:lnTo>
                      <a:lnTo>
                        <a:pt x="272" y="63"/>
                      </a:lnTo>
                      <a:lnTo>
                        <a:pt x="244" y="51"/>
                      </a:lnTo>
                      <a:lnTo>
                        <a:pt x="216" y="39"/>
                      </a:lnTo>
                      <a:lnTo>
                        <a:pt x="186" y="29"/>
                      </a:lnTo>
                      <a:lnTo>
                        <a:pt x="156" y="21"/>
                      </a:lnTo>
                      <a:lnTo>
                        <a:pt x="127" y="14"/>
                      </a:lnTo>
                      <a:lnTo>
                        <a:pt x="95" y="8"/>
                      </a:lnTo>
                      <a:lnTo>
                        <a:pt x="64" y="5"/>
                      </a:lnTo>
                      <a:lnTo>
                        <a:pt x="33" y="2"/>
                      </a:lnTo>
                      <a:lnTo>
                        <a:pt x="0" y="0"/>
                      </a:lnTo>
                      <a:lnTo>
                        <a:pt x="0" y="130"/>
                      </a:lnTo>
                      <a:lnTo>
                        <a:pt x="26" y="131"/>
                      </a:lnTo>
                      <a:lnTo>
                        <a:pt x="51" y="133"/>
                      </a:lnTo>
                      <a:lnTo>
                        <a:pt x="77" y="136"/>
                      </a:lnTo>
                      <a:lnTo>
                        <a:pt x="101" y="141"/>
                      </a:lnTo>
                      <a:lnTo>
                        <a:pt x="125" y="146"/>
                      </a:lnTo>
                      <a:lnTo>
                        <a:pt x="148" y="153"/>
                      </a:lnTo>
                      <a:lnTo>
                        <a:pt x="172" y="160"/>
                      </a:lnTo>
                      <a:lnTo>
                        <a:pt x="194" y="169"/>
                      </a:lnTo>
                      <a:lnTo>
                        <a:pt x="216" y="179"/>
                      </a:lnTo>
                      <a:lnTo>
                        <a:pt x="238" y="190"/>
                      </a:lnTo>
                      <a:lnTo>
                        <a:pt x="258" y="202"/>
                      </a:lnTo>
                      <a:lnTo>
                        <a:pt x="278" y="215"/>
                      </a:lnTo>
                      <a:lnTo>
                        <a:pt x="298" y="229"/>
                      </a:lnTo>
                      <a:lnTo>
                        <a:pt x="318" y="244"/>
                      </a:lnTo>
                      <a:lnTo>
                        <a:pt x="335" y="260"/>
                      </a:lnTo>
                      <a:lnTo>
                        <a:pt x="353" y="276"/>
                      </a:lnTo>
                      <a:lnTo>
                        <a:pt x="369" y="294"/>
                      </a:lnTo>
                      <a:lnTo>
                        <a:pt x="384" y="312"/>
                      </a:lnTo>
                      <a:lnTo>
                        <a:pt x="400" y="331"/>
                      </a:lnTo>
                      <a:lnTo>
                        <a:pt x="414" y="350"/>
                      </a:lnTo>
                      <a:lnTo>
                        <a:pt x="427" y="371"/>
                      </a:lnTo>
                      <a:lnTo>
                        <a:pt x="439" y="392"/>
                      </a:lnTo>
                      <a:lnTo>
                        <a:pt x="450" y="413"/>
                      </a:lnTo>
                      <a:lnTo>
                        <a:pt x="460" y="435"/>
                      </a:lnTo>
                      <a:lnTo>
                        <a:pt x="469" y="457"/>
                      </a:lnTo>
                      <a:lnTo>
                        <a:pt x="476" y="480"/>
                      </a:lnTo>
                      <a:lnTo>
                        <a:pt x="483" y="504"/>
                      </a:lnTo>
                      <a:lnTo>
                        <a:pt x="489" y="528"/>
                      </a:lnTo>
                      <a:lnTo>
                        <a:pt x="493" y="553"/>
                      </a:lnTo>
                      <a:lnTo>
                        <a:pt x="496" y="578"/>
                      </a:lnTo>
                      <a:lnTo>
                        <a:pt x="498" y="603"/>
                      </a:lnTo>
                      <a:lnTo>
                        <a:pt x="498" y="628"/>
                      </a:lnTo>
                      <a:lnTo>
                        <a:pt x="629" y="628"/>
                      </a:lnTo>
                      <a:close/>
                    </a:path>
                  </a:pathLst>
                </a:custGeom>
                <a:solidFill>
                  <a:srgbClr val="EF2B2F"/>
                </a:solidFill>
                <a:ln>
                  <a:noFill/>
                </a:ln>
              </p:spPr>
              <p:txBody>
                <a:bodyPr/>
                <a:lstStyle/>
                <a:p>
                  <a:pPr>
                    <a:defRPr/>
                  </a:pPr>
                  <a:endParaRPr lang="en-US" sz="1050">
                    <a:latin typeface="+mj-lt"/>
                  </a:endParaRPr>
                </a:p>
              </p:txBody>
            </p:sp>
            <p:sp>
              <p:nvSpPr>
                <p:cNvPr id="40975" name="Freeform 163">
                  <a:extLst>
                    <a:ext uri="{FF2B5EF4-FFF2-40B4-BE49-F238E27FC236}">
                      <a16:creationId xmlns="" xmlns:a16="http://schemas.microsoft.com/office/drawing/2014/main" id="{E386FDB9-986B-23DC-1BB3-3535DED62DCF}"/>
                    </a:ext>
                  </a:extLst>
                </p:cNvPr>
                <p:cNvSpPr>
                  <a:spLocks/>
                </p:cNvSpPr>
                <p:nvPr/>
              </p:nvSpPr>
              <p:spPr bwMode="auto">
                <a:xfrm>
                  <a:off x="4253" y="3540"/>
                  <a:ext cx="20" cy="23"/>
                </a:xfrm>
                <a:custGeom>
                  <a:avLst/>
                  <a:gdLst>
                    <a:gd name="T0" fmla="*/ 0 w 629"/>
                    <a:gd name="T1" fmla="*/ 0 h 629"/>
                    <a:gd name="T2" fmla="*/ 0 w 629"/>
                    <a:gd name="T3" fmla="*/ 0 h 629"/>
                    <a:gd name="T4" fmla="*/ 0 w 629"/>
                    <a:gd name="T5" fmla="*/ 0 h 629"/>
                    <a:gd name="T6" fmla="*/ 0 w 629"/>
                    <a:gd name="T7" fmla="*/ 0 h 629"/>
                    <a:gd name="T8" fmla="*/ 0 w 629"/>
                    <a:gd name="T9" fmla="*/ 0 h 629"/>
                    <a:gd name="T10" fmla="*/ 0 w 629"/>
                    <a:gd name="T11" fmla="*/ 0 h 629"/>
                    <a:gd name="T12" fmla="*/ 0 w 629"/>
                    <a:gd name="T13" fmla="*/ 0 h 629"/>
                    <a:gd name="T14" fmla="*/ 0 w 629"/>
                    <a:gd name="T15" fmla="*/ 0 h 629"/>
                    <a:gd name="T16" fmla="*/ 0 w 629"/>
                    <a:gd name="T17" fmla="*/ 0 h 629"/>
                    <a:gd name="T18" fmla="*/ 0 w 629"/>
                    <a:gd name="T19" fmla="*/ 0 h 629"/>
                    <a:gd name="T20" fmla="*/ 0 w 629"/>
                    <a:gd name="T21" fmla="*/ 0 h 629"/>
                    <a:gd name="T22" fmla="*/ 0 w 629"/>
                    <a:gd name="T23" fmla="*/ 0 h 629"/>
                    <a:gd name="T24" fmla="*/ 0 w 629"/>
                    <a:gd name="T25" fmla="*/ 0 h 629"/>
                    <a:gd name="T26" fmla="*/ 0 w 629"/>
                    <a:gd name="T27" fmla="*/ 0 h 629"/>
                    <a:gd name="T28" fmla="*/ 0 w 629"/>
                    <a:gd name="T29" fmla="*/ 0 h 629"/>
                    <a:gd name="T30" fmla="*/ 0 w 629"/>
                    <a:gd name="T31" fmla="*/ 0 h 629"/>
                    <a:gd name="T32" fmla="*/ 0 w 629"/>
                    <a:gd name="T33" fmla="*/ 0 h 629"/>
                    <a:gd name="T34" fmla="*/ 0 w 629"/>
                    <a:gd name="T35" fmla="*/ 0 h 629"/>
                    <a:gd name="T36" fmla="*/ 0 w 629"/>
                    <a:gd name="T37" fmla="*/ 0 h 629"/>
                    <a:gd name="T38" fmla="*/ 0 w 629"/>
                    <a:gd name="T39" fmla="*/ 0 h 629"/>
                    <a:gd name="T40" fmla="*/ 0 w 629"/>
                    <a:gd name="T41" fmla="*/ 0 h 629"/>
                    <a:gd name="T42" fmla="*/ 0 w 629"/>
                    <a:gd name="T43" fmla="*/ 0 h 629"/>
                    <a:gd name="T44" fmla="*/ 0 w 629"/>
                    <a:gd name="T45" fmla="*/ 0 h 629"/>
                    <a:gd name="T46" fmla="*/ 0 w 629"/>
                    <a:gd name="T47" fmla="*/ 0 h 629"/>
                    <a:gd name="T48" fmla="*/ 0 w 629"/>
                    <a:gd name="T49" fmla="*/ 0 h 629"/>
                    <a:gd name="T50" fmla="*/ 0 w 629"/>
                    <a:gd name="T51" fmla="*/ 0 h 629"/>
                    <a:gd name="T52" fmla="*/ 0 w 629"/>
                    <a:gd name="T53" fmla="*/ 0 h 629"/>
                    <a:gd name="T54" fmla="*/ 0 w 629"/>
                    <a:gd name="T55" fmla="*/ 0 h 629"/>
                    <a:gd name="T56" fmla="*/ 0 w 629"/>
                    <a:gd name="T57" fmla="*/ 0 h 629"/>
                    <a:gd name="T58" fmla="*/ 0 w 629"/>
                    <a:gd name="T59" fmla="*/ 0 h 629"/>
                    <a:gd name="T60" fmla="*/ 0 w 629"/>
                    <a:gd name="T61" fmla="*/ 0 h 629"/>
                    <a:gd name="T62" fmla="*/ 0 w 629"/>
                    <a:gd name="T63" fmla="*/ 0 h 629"/>
                    <a:gd name="T64" fmla="*/ 0 w 629"/>
                    <a:gd name="T65" fmla="*/ 0 h 629"/>
                    <a:gd name="T66" fmla="*/ 0 w 629"/>
                    <a:gd name="T67" fmla="*/ 0 h 6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9"/>
                    <a:gd name="T103" fmla="*/ 0 h 629"/>
                    <a:gd name="T104" fmla="*/ 629 w 629"/>
                    <a:gd name="T105" fmla="*/ 629 h 6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9" h="629">
                      <a:moveTo>
                        <a:pt x="0" y="629"/>
                      </a:moveTo>
                      <a:lnTo>
                        <a:pt x="0" y="629"/>
                      </a:lnTo>
                      <a:lnTo>
                        <a:pt x="32" y="628"/>
                      </a:lnTo>
                      <a:lnTo>
                        <a:pt x="64" y="625"/>
                      </a:lnTo>
                      <a:lnTo>
                        <a:pt x="95" y="621"/>
                      </a:lnTo>
                      <a:lnTo>
                        <a:pt x="127" y="616"/>
                      </a:lnTo>
                      <a:lnTo>
                        <a:pt x="156" y="608"/>
                      </a:lnTo>
                      <a:lnTo>
                        <a:pt x="186" y="600"/>
                      </a:lnTo>
                      <a:lnTo>
                        <a:pt x="216" y="591"/>
                      </a:lnTo>
                      <a:lnTo>
                        <a:pt x="244" y="579"/>
                      </a:lnTo>
                      <a:lnTo>
                        <a:pt x="272" y="567"/>
                      </a:lnTo>
                      <a:lnTo>
                        <a:pt x="299" y="552"/>
                      </a:lnTo>
                      <a:lnTo>
                        <a:pt x="325" y="537"/>
                      </a:lnTo>
                      <a:lnTo>
                        <a:pt x="350" y="521"/>
                      </a:lnTo>
                      <a:lnTo>
                        <a:pt x="376" y="503"/>
                      </a:lnTo>
                      <a:lnTo>
                        <a:pt x="400" y="484"/>
                      </a:lnTo>
                      <a:lnTo>
                        <a:pt x="422" y="465"/>
                      </a:lnTo>
                      <a:lnTo>
                        <a:pt x="444" y="444"/>
                      </a:lnTo>
                      <a:lnTo>
                        <a:pt x="464" y="422"/>
                      </a:lnTo>
                      <a:lnTo>
                        <a:pt x="484" y="400"/>
                      </a:lnTo>
                      <a:lnTo>
                        <a:pt x="503" y="376"/>
                      </a:lnTo>
                      <a:lnTo>
                        <a:pt x="520" y="352"/>
                      </a:lnTo>
                      <a:lnTo>
                        <a:pt x="537" y="326"/>
                      </a:lnTo>
                      <a:lnTo>
                        <a:pt x="552" y="299"/>
                      </a:lnTo>
                      <a:lnTo>
                        <a:pt x="566" y="273"/>
                      </a:lnTo>
                      <a:lnTo>
                        <a:pt x="578" y="244"/>
                      </a:lnTo>
                      <a:lnTo>
                        <a:pt x="590" y="216"/>
                      </a:lnTo>
                      <a:lnTo>
                        <a:pt x="600" y="187"/>
                      </a:lnTo>
                      <a:lnTo>
                        <a:pt x="608" y="157"/>
                      </a:lnTo>
                      <a:lnTo>
                        <a:pt x="616" y="127"/>
                      </a:lnTo>
                      <a:lnTo>
                        <a:pt x="621" y="95"/>
                      </a:lnTo>
                      <a:lnTo>
                        <a:pt x="624" y="65"/>
                      </a:lnTo>
                      <a:lnTo>
                        <a:pt x="628" y="33"/>
                      </a:lnTo>
                      <a:lnTo>
                        <a:pt x="629" y="0"/>
                      </a:lnTo>
                      <a:lnTo>
                        <a:pt x="498" y="0"/>
                      </a:lnTo>
                      <a:lnTo>
                        <a:pt x="498" y="26"/>
                      </a:lnTo>
                      <a:lnTo>
                        <a:pt x="496" y="52"/>
                      </a:lnTo>
                      <a:lnTo>
                        <a:pt x="493" y="77"/>
                      </a:lnTo>
                      <a:lnTo>
                        <a:pt x="489" y="101"/>
                      </a:lnTo>
                      <a:lnTo>
                        <a:pt x="483" y="125"/>
                      </a:lnTo>
                      <a:lnTo>
                        <a:pt x="476" y="149"/>
                      </a:lnTo>
                      <a:lnTo>
                        <a:pt x="469" y="172"/>
                      </a:lnTo>
                      <a:lnTo>
                        <a:pt x="460" y="194"/>
                      </a:lnTo>
                      <a:lnTo>
                        <a:pt x="450" y="216"/>
                      </a:lnTo>
                      <a:lnTo>
                        <a:pt x="439" y="238"/>
                      </a:lnTo>
                      <a:lnTo>
                        <a:pt x="427" y="259"/>
                      </a:lnTo>
                      <a:lnTo>
                        <a:pt x="414" y="280"/>
                      </a:lnTo>
                      <a:lnTo>
                        <a:pt x="400" y="298"/>
                      </a:lnTo>
                      <a:lnTo>
                        <a:pt x="384" y="318"/>
                      </a:lnTo>
                      <a:lnTo>
                        <a:pt x="369" y="335"/>
                      </a:lnTo>
                      <a:lnTo>
                        <a:pt x="353" y="353"/>
                      </a:lnTo>
                      <a:lnTo>
                        <a:pt x="335" y="369"/>
                      </a:lnTo>
                      <a:lnTo>
                        <a:pt x="316" y="386"/>
                      </a:lnTo>
                      <a:lnTo>
                        <a:pt x="298" y="400"/>
                      </a:lnTo>
                      <a:lnTo>
                        <a:pt x="278" y="414"/>
                      </a:lnTo>
                      <a:lnTo>
                        <a:pt x="258" y="427"/>
                      </a:lnTo>
                      <a:lnTo>
                        <a:pt x="238" y="439"/>
                      </a:lnTo>
                      <a:lnTo>
                        <a:pt x="216" y="450"/>
                      </a:lnTo>
                      <a:lnTo>
                        <a:pt x="194" y="460"/>
                      </a:lnTo>
                      <a:lnTo>
                        <a:pt x="172" y="469"/>
                      </a:lnTo>
                      <a:lnTo>
                        <a:pt x="148" y="477"/>
                      </a:lnTo>
                      <a:lnTo>
                        <a:pt x="125" y="483"/>
                      </a:lnTo>
                      <a:lnTo>
                        <a:pt x="101" y="489"/>
                      </a:lnTo>
                      <a:lnTo>
                        <a:pt x="77" y="493"/>
                      </a:lnTo>
                      <a:lnTo>
                        <a:pt x="51" y="496"/>
                      </a:lnTo>
                      <a:lnTo>
                        <a:pt x="26" y="499"/>
                      </a:lnTo>
                      <a:lnTo>
                        <a:pt x="0" y="500"/>
                      </a:lnTo>
                      <a:lnTo>
                        <a:pt x="0" y="629"/>
                      </a:lnTo>
                      <a:close/>
                    </a:path>
                  </a:pathLst>
                </a:custGeom>
                <a:solidFill>
                  <a:srgbClr val="EF2B2F"/>
                </a:solidFill>
                <a:ln>
                  <a:noFill/>
                </a:ln>
              </p:spPr>
              <p:txBody>
                <a:bodyPr/>
                <a:lstStyle/>
                <a:p>
                  <a:pPr>
                    <a:defRPr/>
                  </a:pPr>
                  <a:endParaRPr lang="en-US" sz="1050">
                    <a:latin typeface="+mj-lt"/>
                  </a:endParaRPr>
                </a:p>
              </p:txBody>
            </p:sp>
            <p:sp>
              <p:nvSpPr>
                <p:cNvPr id="40976" name="Freeform 164">
                  <a:extLst>
                    <a:ext uri="{FF2B5EF4-FFF2-40B4-BE49-F238E27FC236}">
                      <a16:creationId xmlns="" xmlns:a16="http://schemas.microsoft.com/office/drawing/2014/main" id="{0A1A9406-8CCE-D7F5-AFC7-E5D058BD015C}"/>
                    </a:ext>
                  </a:extLst>
                </p:cNvPr>
                <p:cNvSpPr>
                  <a:spLocks/>
                </p:cNvSpPr>
                <p:nvPr/>
              </p:nvSpPr>
              <p:spPr bwMode="auto">
                <a:xfrm>
                  <a:off x="4223" y="3540"/>
                  <a:ext cx="25" cy="23"/>
                </a:xfrm>
                <a:custGeom>
                  <a:avLst/>
                  <a:gdLst>
                    <a:gd name="T0" fmla="*/ 0 w 628"/>
                    <a:gd name="T1" fmla="*/ 0 h 629"/>
                    <a:gd name="T2" fmla="*/ 0 w 628"/>
                    <a:gd name="T3" fmla="*/ 0 h 629"/>
                    <a:gd name="T4" fmla="*/ 0 w 628"/>
                    <a:gd name="T5" fmla="*/ 0 h 629"/>
                    <a:gd name="T6" fmla="*/ 0 w 628"/>
                    <a:gd name="T7" fmla="*/ 0 h 629"/>
                    <a:gd name="T8" fmla="*/ 0 w 628"/>
                    <a:gd name="T9" fmla="*/ 0 h 629"/>
                    <a:gd name="T10" fmla="*/ 0 w 628"/>
                    <a:gd name="T11" fmla="*/ 0 h 629"/>
                    <a:gd name="T12" fmla="*/ 0 w 628"/>
                    <a:gd name="T13" fmla="*/ 0 h 629"/>
                    <a:gd name="T14" fmla="*/ 0 w 628"/>
                    <a:gd name="T15" fmla="*/ 0 h 629"/>
                    <a:gd name="T16" fmla="*/ 0 w 628"/>
                    <a:gd name="T17" fmla="*/ 0 h 629"/>
                    <a:gd name="T18" fmla="*/ 0 w 628"/>
                    <a:gd name="T19" fmla="*/ 0 h 629"/>
                    <a:gd name="T20" fmla="*/ 0 w 628"/>
                    <a:gd name="T21" fmla="*/ 0 h 629"/>
                    <a:gd name="T22" fmla="*/ 0 w 628"/>
                    <a:gd name="T23" fmla="*/ 0 h 629"/>
                    <a:gd name="T24" fmla="*/ 0 w 628"/>
                    <a:gd name="T25" fmla="*/ 0 h 629"/>
                    <a:gd name="T26" fmla="*/ 0 w 628"/>
                    <a:gd name="T27" fmla="*/ 0 h 629"/>
                    <a:gd name="T28" fmla="*/ 0 w 628"/>
                    <a:gd name="T29" fmla="*/ 0 h 629"/>
                    <a:gd name="T30" fmla="*/ 0 w 628"/>
                    <a:gd name="T31" fmla="*/ 0 h 629"/>
                    <a:gd name="T32" fmla="*/ 0 w 628"/>
                    <a:gd name="T33" fmla="*/ 0 h 629"/>
                    <a:gd name="T34" fmla="*/ 0 w 628"/>
                    <a:gd name="T35" fmla="*/ 0 h 629"/>
                    <a:gd name="T36" fmla="*/ 0 w 628"/>
                    <a:gd name="T37" fmla="*/ 0 h 629"/>
                    <a:gd name="T38" fmla="*/ 0 w 628"/>
                    <a:gd name="T39" fmla="*/ 0 h 629"/>
                    <a:gd name="T40" fmla="*/ 0 w 628"/>
                    <a:gd name="T41" fmla="*/ 0 h 629"/>
                    <a:gd name="T42" fmla="*/ 0 w 628"/>
                    <a:gd name="T43" fmla="*/ 0 h 629"/>
                    <a:gd name="T44" fmla="*/ 0 w 628"/>
                    <a:gd name="T45" fmla="*/ 0 h 629"/>
                    <a:gd name="T46" fmla="*/ 0 w 628"/>
                    <a:gd name="T47" fmla="*/ 0 h 629"/>
                    <a:gd name="T48" fmla="*/ 0 w 628"/>
                    <a:gd name="T49" fmla="*/ 0 h 629"/>
                    <a:gd name="T50" fmla="*/ 0 w 628"/>
                    <a:gd name="T51" fmla="*/ 0 h 629"/>
                    <a:gd name="T52" fmla="*/ 0 w 628"/>
                    <a:gd name="T53" fmla="*/ 0 h 629"/>
                    <a:gd name="T54" fmla="*/ 0 w 628"/>
                    <a:gd name="T55" fmla="*/ 0 h 629"/>
                    <a:gd name="T56" fmla="*/ 0 w 628"/>
                    <a:gd name="T57" fmla="*/ 0 h 629"/>
                    <a:gd name="T58" fmla="*/ 0 w 628"/>
                    <a:gd name="T59" fmla="*/ 0 h 629"/>
                    <a:gd name="T60" fmla="*/ 0 w 628"/>
                    <a:gd name="T61" fmla="*/ 0 h 629"/>
                    <a:gd name="T62" fmla="*/ 0 w 628"/>
                    <a:gd name="T63" fmla="*/ 0 h 629"/>
                    <a:gd name="T64" fmla="*/ 0 w 628"/>
                    <a:gd name="T65" fmla="*/ 0 h 629"/>
                    <a:gd name="T66" fmla="*/ 0 w 628"/>
                    <a:gd name="T67" fmla="*/ 0 h 6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9"/>
                    <a:gd name="T104" fmla="*/ 628 w 628"/>
                    <a:gd name="T105" fmla="*/ 629 h 6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9">
                      <a:moveTo>
                        <a:pt x="0" y="0"/>
                      </a:moveTo>
                      <a:lnTo>
                        <a:pt x="0" y="0"/>
                      </a:lnTo>
                      <a:lnTo>
                        <a:pt x="1" y="33"/>
                      </a:lnTo>
                      <a:lnTo>
                        <a:pt x="3" y="65"/>
                      </a:lnTo>
                      <a:lnTo>
                        <a:pt x="8" y="95"/>
                      </a:lnTo>
                      <a:lnTo>
                        <a:pt x="13" y="127"/>
                      </a:lnTo>
                      <a:lnTo>
                        <a:pt x="21" y="157"/>
                      </a:lnTo>
                      <a:lnTo>
                        <a:pt x="28" y="187"/>
                      </a:lnTo>
                      <a:lnTo>
                        <a:pt x="38" y="216"/>
                      </a:lnTo>
                      <a:lnTo>
                        <a:pt x="50" y="244"/>
                      </a:lnTo>
                      <a:lnTo>
                        <a:pt x="62" y="273"/>
                      </a:lnTo>
                      <a:lnTo>
                        <a:pt x="77" y="299"/>
                      </a:lnTo>
                      <a:lnTo>
                        <a:pt x="92" y="326"/>
                      </a:lnTo>
                      <a:lnTo>
                        <a:pt x="107" y="352"/>
                      </a:lnTo>
                      <a:lnTo>
                        <a:pt x="126" y="376"/>
                      </a:lnTo>
                      <a:lnTo>
                        <a:pt x="145" y="400"/>
                      </a:lnTo>
                      <a:lnTo>
                        <a:pt x="164" y="422"/>
                      </a:lnTo>
                      <a:lnTo>
                        <a:pt x="185" y="444"/>
                      </a:lnTo>
                      <a:lnTo>
                        <a:pt x="206" y="465"/>
                      </a:lnTo>
                      <a:lnTo>
                        <a:pt x="229" y="484"/>
                      </a:lnTo>
                      <a:lnTo>
                        <a:pt x="253" y="503"/>
                      </a:lnTo>
                      <a:lnTo>
                        <a:pt x="277" y="521"/>
                      </a:lnTo>
                      <a:lnTo>
                        <a:pt x="302" y="537"/>
                      </a:lnTo>
                      <a:lnTo>
                        <a:pt x="330" y="552"/>
                      </a:lnTo>
                      <a:lnTo>
                        <a:pt x="356" y="567"/>
                      </a:lnTo>
                      <a:lnTo>
                        <a:pt x="385" y="579"/>
                      </a:lnTo>
                      <a:lnTo>
                        <a:pt x="413" y="591"/>
                      </a:lnTo>
                      <a:lnTo>
                        <a:pt x="442" y="600"/>
                      </a:lnTo>
                      <a:lnTo>
                        <a:pt x="472" y="608"/>
                      </a:lnTo>
                      <a:lnTo>
                        <a:pt x="502" y="616"/>
                      </a:lnTo>
                      <a:lnTo>
                        <a:pt x="532" y="621"/>
                      </a:lnTo>
                      <a:lnTo>
                        <a:pt x="564" y="625"/>
                      </a:lnTo>
                      <a:lnTo>
                        <a:pt x="596" y="628"/>
                      </a:lnTo>
                      <a:lnTo>
                        <a:pt x="628" y="629"/>
                      </a:lnTo>
                      <a:lnTo>
                        <a:pt x="628" y="500"/>
                      </a:lnTo>
                      <a:lnTo>
                        <a:pt x="603" y="499"/>
                      </a:lnTo>
                      <a:lnTo>
                        <a:pt x="577" y="496"/>
                      </a:lnTo>
                      <a:lnTo>
                        <a:pt x="552" y="493"/>
                      </a:lnTo>
                      <a:lnTo>
                        <a:pt x="528" y="489"/>
                      </a:lnTo>
                      <a:lnTo>
                        <a:pt x="504" y="483"/>
                      </a:lnTo>
                      <a:lnTo>
                        <a:pt x="480" y="477"/>
                      </a:lnTo>
                      <a:lnTo>
                        <a:pt x="457" y="469"/>
                      </a:lnTo>
                      <a:lnTo>
                        <a:pt x="434" y="460"/>
                      </a:lnTo>
                      <a:lnTo>
                        <a:pt x="412" y="450"/>
                      </a:lnTo>
                      <a:lnTo>
                        <a:pt x="391" y="439"/>
                      </a:lnTo>
                      <a:lnTo>
                        <a:pt x="370" y="427"/>
                      </a:lnTo>
                      <a:lnTo>
                        <a:pt x="349" y="414"/>
                      </a:lnTo>
                      <a:lnTo>
                        <a:pt x="330" y="400"/>
                      </a:lnTo>
                      <a:lnTo>
                        <a:pt x="311" y="386"/>
                      </a:lnTo>
                      <a:lnTo>
                        <a:pt x="294" y="369"/>
                      </a:lnTo>
                      <a:lnTo>
                        <a:pt x="276" y="353"/>
                      </a:lnTo>
                      <a:lnTo>
                        <a:pt x="260" y="335"/>
                      </a:lnTo>
                      <a:lnTo>
                        <a:pt x="243" y="318"/>
                      </a:lnTo>
                      <a:lnTo>
                        <a:pt x="229" y="298"/>
                      </a:lnTo>
                      <a:lnTo>
                        <a:pt x="215" y="280"/>
                      </a:lnTo>
                      <a:lnTo>
                        <a:pt x="202" y="259"/>
                      </a:lnTo>
                      <a:lnTo>
                        <a:pt x="190" y="238"/>
                      </a:lnTo>
                      <a:lnTo>
                        <a:pt x="179" y="216"/>
                      </a:lnTo>
                      <a:lnTo>
                        <a:pt x="169" y="194"/>
                      </a:lnTo>
                      <a:lnTo>
                        <a:pt x="160" y="172"/>
                      </a:lnTo>
                      <a:lnTo>
                        <a:pt x="152" y="149"/>
                      </a:lnTo>
                      <a:lnTo>
                        <a:pt x="145" y="125"/>
                      </a:lnTo>
                      <a:lnTo>
                        <a:pt x="139" y="101"/>
                      </a:lnTo>
                      <a:lnTo>
                        <a:pt x="136" y="77"/>
                      </a:lnTo>
                      <a:lnTo>
                        <a:pt x="133" y="52"/>
                      </a:lnTo>
                      <a:lnTo>
                        <a:pt x="130" y="26"/>
                      </a:lnTo>
                      <a:lnTo>
                        <a:pt x="129" y="0"/>
                      </a:lnTo>
                      <a:lnTo>
                        <a:pt x="0" y="0"/>
                      </a:lnTo>
                      <a:close/>
                    </a:path>
                  </a:pathLst>
                </a:custGeom>
                <a:solidFill>
                  <a:srgbClr val="EF2B2F"/>
                </a:solidFill>
                <a:ln>
                  <a:noFill/>
                </a:ln>
              </p:spPr>
              <p:txBody>
                <a:bodyPr/>
                <a:lstStyle/>
                <a:p>
                  <a:pPr>
                    <a:defRPr/>
                  </a:pPr>
                  <a:endParaRPr lang="en-US" sz="1050">
                    <a:latin typeface="+mj-lt"/>
                  </a:endParaRPr>
                </a:p>
              </p:txBody>
            </p:sp>
            <p:sp>
              <p:nvSpPr>
                <p:cNvPr id="40977" name="Freeform 165">
                  <a:extLst>
                    <a:ext uri="{FF2B5EF4-FFF2-40B4-BE49-F238E27FC236}">
                      <a16:creationId xmlns="" xmlns:a16="http://schemas.microsoft.com/office/drawing/2014/main" id="{160E8A4C-94E2-17AB-5037-379DB9184D95}"/>
                    </a:ext>
                  </a:extLst>
                </p:cNvPr>
                <p:cNvSpPr>
                  <a:spLocks/>
                </p:cNvSpPr>
                <p:nvPr/>
              </p:nvSpPr>
              <p:spPr bwMode="auto">
                <a:xfrm>
                  <a:off x="4223" y="3516"/>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6" y="2"/>
                      </a:lnTo>
                      <a:lnTo>
                        <a:pt x="564" y="5"/>
                      </a:lnTo>
                      <a:lnTo>
                        <a:pt x="532" y="8"/>
                      </a:lnTo>
                      <a:lnTo>
                        <a:pt x="502" y="14"/>
                      </a:lnTo>
                      <a:lnTo>
                        <a:pt x="471" y="21"/>
                      </a:lnTo>
                      <a:lnTo>
                        <a:pt x="442" y="29"/>
                      </a:lnTo>
                      <a:lnTo>
                        <a:pt x="413" y="39"/>
                      </a:lnTo>
                      <a:lnTo>
                        <a:pt x="385" y="51"/>
                      </a:lnTo>
                      <a:lnTo>
                        <a:pt x="356" y="63"/>
                      </a:lnTo>
                      <a:lnTo>
                        <a:pt x="330" y="77"/>
                      </a:lnTo>
                      <a:lnTo>
                        <a:pt x="302" y="92"/>
                      </a:lnTo>
                      <a:lnTo>
                        <a:pt x="277" y="109"/>
                      </a:lnTo>
                      <a:lnTo>
                        <a:pt x="253" y="126"/>
                      </a:lnTo>
                      <a:lnTo>
                        <a:pt x="229" y="145"/>
                      </a:lnTo>
                      <a:lnTo>
                        <a:pt x="206" y="165"/>
                      </a:lnTo>
                      <a:lnTo>
                        <a:pt x="184" y="186"/>
                      </a:lnTo>
                      <a:lnTo>
                        <a:pt x="164" y="207"/>
                      </a:lnTo>
                      <a:lnTo>
                        <a:pt x="145" y="229"/>
                      </a:lnTo>
                      <a:lnTo>
                        <a:pt x="126" y="253"/>
                      </a:lnTo>
                      <a:lnTo>
                        <a:pt x="107" y="278"/>
                      </a:lnTo>
                      <a:lnTo>
                        <a:pt x="92" y="304"/>
                      </a:lnTo>
                      <a:lnTo>
                        <a:pt x="77" y="330"/>
                      </a:lnTo>
                      <a:lnTo>
                        <a:pt x="62" y="356"/>
                      </a:lnTo>
                      <a:lnTo>
                        <a:pt x="50" y="385"/>
                      </a:lnTo>
                      <a:lnTo>
                        <a:pt x="38" y="413"/>
                      </a:lnTo>
                      <a:lnTo>
                        <a:pt x="28" y="442"/>
                      </a:lnTo>
                      <a:lnTo>
                        <a:pt x="21" y="473"/>
                      </a:lnTo>
                      <a:lnTo>
                        <a:pt x="13" y="502"/>
                      </a:lnTo>
                      <a:lnTo>
                        <a:pt x="8" y="534"/>
                      </a:lnTo>
                      <a:lnTo>
                        <a:pt x="3" y="565"/>
                      </a:lnTo>
                      <a:lnTo>
                        <a:pt x="1" y="596"/>
                      </a:lnTo>
                      <a:lnTo>
                        <a:pt x="0" y="628"/>
                      </a:lnTo>
                      <a:lnTo>
                        <a:pt x="129" y="628"/>
                      </a:lnTo>
                      <a:lnTo>
                        <a:pt x="130" y="603"/>
                      </a:lnTo>
                      <a:lnTo>
                        <a:pt x="133" y="578"/>
                      </a:lnTo>
                      <a:lnTo>
                        <a:pt x="136" y="553"/>
                      </a:lnTo>
                      <a:lnTo>
                        <a:pt x="139" y="528"/>
                      </a:lnTo>
                      <a:lnTo>
                        <a:pt x="145" y="504"/>
                      </a:lnTo>
                      <a:lnTo>
                        <a:pt x="152" y="480"/>
                      </a:lnTo>
                      <a:lnTo>
                        <a:pt x="160" y="457"/>
                      </a:lnTo>
                      <a:lnTo>
                        <a:pt x="169" y="435"/>
                      </a:lnTo>
                      <a:lnTo>
                        <a:pt x="179" y="413"/>
                      </a:lnTo>
                      <a:lnTo>
                        <a:pt x="190" y="392"/>
                      </a:lnTo>
                      <a:lnTo>
                        <a:pt x="202" y="371"/>
                      </a:lnTo>
                      <a:lnTo>
                        <a:pt x="215" y="350"/>
                      </a:lnTo>
                      <a:lnTo>
                        <a:pt x="229" y="331"/>
                      </a:lnTo>
                      <a:lnTo>
                        <a:pt x="243" y="312"/>
                      </a:lnTo>
                      <a:lnTo>
                        <a:pt x="260" y="294"/>
                      </a:lnTo>
                      <a:lnTo>
                        <a:pt x="276" y="276"/>
                      </a:lnTo>
                      <a:lnTo>
                        <a:pt x="294" y="260"/>
                      </a:lnTo>
                      <a:lnTo>
                        <a:pt x="311" y="244"/>
                      </a:lnTo>
                      <a:lnTo>
                        <a:pt x="330" y="229"/>
                      </a:lnTo>
                      <a:lnTo>
                        <a:pt x="349" y="215"/>
                      </a:lnTo>
                      <a:lnTo>
                        <a:pt x="370" y="202"/>
                      </a:lnTo>
                      <a:lnTo>
                        <a:pt x="391" y="190"/>
                      </a:lnTo>
                      <a:lnTo>
                        <a:pt x="412" y="179"/>
                      </a:lnTo>
                      <a:lnTo>
                        <a:pt x="434" y="169"/>
                      </a:lnTo>
                      <a:lnTo>
                        <a:pt x="457" y="160"/>
                      </a:lnTo>
                      <a:lnTo>
                        <a:pt x="480" y="153"/>
                      </a:lnTo>
                      <a:lnTo>
                        <a:pt x="504" y="146"/>
                      </a:lnTo>
                      <a:lnTo>
                        <a:pt x="528" y="141"/>
                      </a:lnTo>
                      <a:lnTo>
                        <a:pt x="552" y="136"/>
                      </a:lnTo>
                      <a:lnTo>
                        <a:pt x="577" y="133"/>
                      </a:lnTo>
                      <a:lnTo>
                        <a:pt x="603" y="131"/>
                      </a:lnTo>
                      <a:lnTo>
                        <a:pt x="628" y="130"/>
                      </a:lnTo>
                      <a:lnTo>
                        <a:pt x="628" y="0"/>
                      </a:lnTo>
                      <a:close/>
                    </a:path>
                  </a:pathLst>
                </a:custGeom>
                <a:solidFill>
                  <a:srgbClr val="EF2B2F"/>
                </a:solidFill>
                <a:ln>
                  <a:noFill/>
                </a:ln>
              </p:spPr>
              <p:txBody>
                <a:bodyPr/>
                <a:lstStyle/>
                <a:p>
                  <a:pPr>
                    <a:defRPr/>
                  </a:pPr>
                  <a:endParaRPr lang="en-US" sz="1050">
                    <a:latin typeface="+mj-lt"/>
                  </a:endParaRPr>
                </a:p>
              </p:txBody>
            </p:sp>
            <p:sp>
              <p:nvSpPr>
                <p:cNvPr id="40978" name="Freeform 166">
                  <a:extLst>
                    <a:ext uri="{FF2B5EF4-FFF2-40B4-BE49-F238E27FC236}">
                      <a16:creationId xmlns="" xmlns:a16="http://schemas.microsoft.com/office/drawing/2014/main" id="{75DC9BFB-43A5-E5E7-34D8-D06D4AC0219A}"/>
                    </a:ext>
                  </a:extLst>
                </p:cNvPr>
                <p:cNvSpPr>
                  <a:spLocks/>
                </p:cNvSpPr>
                <p:nvPr/>
              </p:nvSpPr>
              <p:spPr bwMode="auto">
                <a:xfrm>
                  <a:off x="4225" y="3585"/>
                  <a:ext cx="44" cy="36"/>
                </a:xfrm>
                <a:custGeom>
                  <a:avLst/>
                  <a:gdLst>
                    <a:gd name="T0" fmla="*/ 0 w 1127"/>
                    <a:gd name="T1" fmla="*/ 0 h 1127"/>
                    <a:gd name="T2" fmla="*/ 0 w 1127"/>
                    <a:gd name="T3" fmla="*/ 0 h 1127"/>
                    <a:gd name="T4" fmla="*/ 0 w 1127"/>
                    <a:gd name="T5" fmla="*/ 0 h 1127"/>
                    <a:gd name="T6" fmla="*/ 0 w 1127"/>
                    <a:gd name="T7" fmla="*/ 0 h 1127"/>
                    <a:gd name="T8" fmla="*/ 0 w 1127"/>
                    <a:gd name="T9" fmla="*/ 0 h 1127"/>
                    <a:gd name="T10" fmla="*/ 0 w 1127"/>
                    <a:gd name="T11" fmla="*/ 0 h 1127"/>
                    <a:gd name="T12" fmla="*/ 0 w 1127"/>
                    <a:gd name="T13" fmla="*/ 0 h 1127"/>
                    <a:gd name="T14" fmla="*/ 0 w 1127"/>
                    <a:gd name="T15" fmla="*/ 0 h 1127"/>
                    <a:gd name="T16" fmla="*/ 0 w 1127"/>
                    <a:gd name="T17" fmla="*/ 0 h 1127"/>
                    <a:gd name="T18" fmla="*/ 0 w 1127"/>
                    <a:gd name="T19" fmla="*/ 0 h 1127"/>
                    <a:gd name="T20" fmla="*/ 0 w 1127"/>
                    <a:gd name="T21" fmla="*/ 0 h 1127"/>
                    <a:gd name="T22" fmla="*/ 0 w 1127"/>
                    <a:gd name="T23" fmla="*/ 0 h 1127"/>
                    <a:gd name="T24" fmla="*/ 0 w 1127"/>
                    <a:gd name="T25" fmla="*/ 0 h 1127"/>
                    <a:gd name="T26" fmla="*/ 0 w 1127"/>
                    <a:gd name="T27" fmla="*/ 0 h 1127"/>
                    <a:gd name="T28" fmla="*/ 0 w 1127"/>
                    <a:gd name="T29" fmla="*/ 0 h 1127"/>
                    <a:gd name="T30" fmla="*/ 0 w 1127"/>
                    <a:gd name="T31" fmla="*/ 0 h 1127"/>
                    <a:gd name="T32" fmla="*/ 0 w 1127"/>
                    <a:gd name="T33" fmla="*/ 0 h 1127"/>
                    <a:gd name="T34" fmla="*/ 0 w 1127"/>
                    <a:gd name="T35" fmla="*/ 0 h 1127"/>
                    <a:gd name="T36" fmla="*/ 0 w 1127"/>
                    <a:gd name="T37" fmla="*/ 0 h 1127"/>
                    <a:gd name="T38" fmla="*/ 0 w 1127"/>
                    <a:gd name="T39" fmla="*/ 0 h 1127"/>
                    <a:gd name="T40" fmla="*/ 0 w 1127"/>
                    <a:gd name="T41" fmla="*/ 0 h 1127"/>
                    <a:gd name="T42" fmla="*/ 0 w 1127"/>
                    <a:gd name="T43" fmla="*/ 0 h 1127"/>
                    <a:gd name="T44" fmla="*/ 0 w 1127"/>
                    <a:gd name="T45" fmla="*/ 0 h 1127"/>
                    <a:gd name="T46" fmla="*/ 0 w 1127"/>
                    <a:gd name="T47" fmla="*/ 0 h 1127"/>
                    <a:gd name="T48" fmla="*/ 0 w 1127"/>
                    <a:gd name="T49" fmla="*/ 0 h 1127"/>
                    <a:gd name="T50" fmla="*/ 0 w 1127"/>
                    <a:gd name="T51" fmla="*/ 0 h 1127"/>
                    <a:gd name="T52" fmla="*/ 0 w 1127"/>
                    <a:gd name="T53" fmla="*/ 0 h 1127"/>
                    <a:gd name="T54" fmla="*/ 0 w 1127"/>
                    <a:gd name="T55" fmla="*/ 0 h 1127"/>
                    <a:gd name="T56" fmla="*/ 0 w 1127"/>
                    <a:gd name="T57" fmla="*/ 0 h 1127"/>
                    <a:gd name="T58" fmla="*/ 0 w 1127"/>
                    <a:gd name="T59" fmla="*/ 0 h 1127"/>
                    <a:gd name="T60" fmla="*/ 0 w 1127"/>
                    <a:gd name="T61" fmla="*/ 0 h 1127"/>
                    <a:gd name="T62" fmla="*/ 0 w 1127"/>
                    <a:gd name="T63" fmla="*/ 0 h 1127"/>
                    <a:gd name="T64" fmla="*/ 0 w 1127"/>
                    <a:gd name="T65" fmla="*/ 0 h 1127"/>
                    <a:gd name="T66" fmla="*/ 0 w 1127"/>
                    <a:gd name="T67" fmla="*/ 0 h 1127"/>
                    <a:gd name="T68" fmla="*/ 0 w 1127"/>
                    <a:gd name="T69" fmla="*/ 0 h 1127"/>
                    <a:gd name="T70" fmla="*/ 0 w 1127"/>
                    <a:gd name="T71" fmla="*/ 0 h 1127"/>
                    <a:gd name="T72" fmla="*/ 0 w 1127"/>
                    <a:gd name="T73" fmla="*/ 0 h 1127"/>
                    <a:gd name="T74" fmla="*/ 0 w 1127"/>
                    <a:gd name="T75" fmla="*/ 0 h 1127"/>
                    <a:gd name="T76" fmla="*/ 0 w 1127"/>
                    <a:gd name="T77" fmla="*/ 0 h 1127"/>
                    <a:gd name="T78" fmla="*/ 0 w 1127"/>
                    <a:gd name="T79" fmla="*/ 0 h 1127"/>
                    <a:gd name="T80" fmla="*/ 0 w 1127"/>
                    <a:gd name="T81" fmla="*/ 0 h 1127"/>
                    <a:gd name="T82" fmla="*/ 0 w 1127"/>
                    <a:gd name="T83" fmla="*/ 0 h 1127"/>
                    <a:gd name="T84" fmla="*/ 0 w 1127"/>
                    <a:gd name="T85" fmla="*/ 0 h 112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27"/>
                    <a:gd name="T130" fmla="*/ 0 h 1127"/>
                    <a:gd name="T131" fmla="*/ 1127 w 1127"/>
                    <a:gd name="T132" fmla="*/ 1127 h 112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27" h="1127">
                      <a:moveTo>
                        <a:pt x="563" y="0"/>
                      </a:moveTo>
                      <a:lnTo>
                        <a:pt x="592" y="0"/>
                      </a:lnTo>
                      <a:lnTo>
                        <a:pt x="620" y="3"/>
                      </a:lnTo>
                      <a:lnTo>
                        <a:pt x="649" y="7"/>
                      </a:lnTo>
                      <a:lnTo>
                        <a:pt x="676" y="11"/>
                      </a:lnTo>
                      <a:lnTo>
                        <a:pt x="704" y="18"/>
                      </a:lnTo>
                      <a:lnTo>
                        <a:pt x="730" y="26"/>
                      </a:lnTo>
                      <a:lnTo>
                        <a:pt x="756" y="34"/>
                      </a:lnTo>
                      <a:lnTo>
                        <a:pt x="781" y="44"/>
                      </a:lnTo>
                      <a:lnTo>
                        <a:pt x="807" y="56"/>
                      </a:lnTo>
                      <a:lnTo>
                        <a:pt x="831" y="68"/>
                      </a:lnTo>
                      <a:lnTo>
                        <a:pt x="855" y="82"/>
                      </a:lnTo>
                      <a:lnTo>
                        <a:pt x="878" y="97"/>
                      </a:lnTo>
                      <a:lnTo>
                        <a:pt x="900" y="112"/>
                      </a:lnTo>
                      <a:lnTo>
                        <a:pt x="921" y="129"/>
                      </a:lnTo>
                      <a:lnTo>
                        <a:pt x="941" y="147"/>
                      </a:lnTo>
                      <a:lnTo>
                        <a:pt x="961" y="166"/>
                      </a:lnTo>
                      <a:lnTo>
                        <a:pt x="980" y="186"/>
                      </a:lnTo>
                      <a:lnTo>
                        <a:pt x="997" y="205"/>
                      </a:lnTo>
                      <a:lnTo>
                        <a:pt x="1014" y="227"/>
                      </a:lnTo>
                      <a:lnTo>
                        <a:pt x="1030" y="249"/>
                      </a:lnTo>
                      <a:lnTo>
                        <a:pt x="1044" y="272"/>
                      </a:lnTo>
                      <a:lnTo>
                        <a:pt x="1059" y="295"/>
                      </a:lnTo>
                      <a:lnTo>
                        <a:pt x="1071" y="319"/>
                      </a:lnTo>
                      <a:lnTo>
                        <a:pt x="1082" y="344"/>
                      </a:lnTo>
                      <a:lnTo>
                        <a:pt x="1091" y="370"/>
                      </a:lnTo>
                      <a:lnTo>
                        <a:pt x="1101" y="396"/>
                      </a:lnTo>
                      <a:lnTo>
                        <a:pt x="1109" y="423"/>
                      </a:lnTo>
                      <a:lnTo>
                        <a:pt x="1114" y="450"/>
                      </a:lnTo>
                      <a:lnTo>
                        <a:pt x="1120" y="478"/>
                      </a:lnTo>
                      <a:lnTo>
                        <a:pt x="1123" y="505"/>
                      </a:lnTo>
                      <a:lnTo>
                        <a:pt x="1125" y="534"/>
                      </a:lnTo>
                      <a:lnTo>
                        <a:pt x="1127" y="564"/>
                      </a:lnTo>
                      <a:lnTo>
                        <a:pt x="1125" y="592"/>
                      </a:lnTo>
                      <a:lnTo>
                        <a:pt x="1123" y="621"/>
                      </a:lnTo>
                      <a:lnTo>
                        <a:pt x="1120" y="649"/>
                      </a:lnTo>
                      <a:lnTo>
                        <a:pt x="1114" y="676"/>
                      </a:lnTo>
                      <a:lnTo>
                        <a:pt x="1109" y="704"/>
                      </a:lnTo>
                      <a:lnTo>
                        <a:pt x="1101" y="730"/>
                      </a:lnTo>
                      <a:lnTo>
                        <a:pt x="1091" y="756"/>
                      </a:lnTo>
                      <a:lnTo>
                        <a:pt x="1082" y="783"/>
                      </a:lnTo>
                      <a:lnTo>
                        <a:pt x="1071" y="807"/>
                      </a:lnTo>
                      <a:lnTo>
                        <a:pt x="1059" y="832"/>
                      </a:lnTo>
                      <a:lnTo>
                        <a:pt x="1044" y="855"/>
                      </a:lnTo>
                      <a:lnTo>
                        <a:pt x="1030" y="878"/>
                      </a:lnTo>
                      <a:lnTo>
                        <a:pt x="1014" y="900"/>
                      </a:lnTo>
                      <a:lnTo>
                        <a:pt x="997" y="921"/>
                      </a:lnTo>
                      <a:lnTo>
                        <a:pt x="980" y="942"/>
                      </a:lnTo>
                      <a:lnTo>
                        <a:pt x="961" y="961"/>
                      </a:lnTo>
                      <a:lnTo>
                        <a:pt x="941" y="980"/>
                      </a:lnTo>
                      <a:lnTo>
                        <a:pt x="921" y="997"/>
                      </a:lnTo>
                      <a:lnTo>
                        <a:pt x="900" y="1015"/>
                      </a:lnTo>
                      <a:lnTo>
                        <a:pt x="878" y="1030"/>
                      </a:lnTo>
                      <a:lnTo>
                        <a:pt x="855" y="1044"/>
                      </a:lnTo>
                      <a:lnTo>
                        <a:pt x="831" y="1059"/>
                      </a:lnTo>
                      <a:lnTo>
                        <a:pt x="807" y="1071"/>
                      </a:lnTo>
                      <a:lnTo>
                        <a:pt x="781" y="1082"/>
                      </a:lnTo>
                      <a:lnTo>
                        <a:pt x="756" y="1093"/>
                      </a:lnTo>
                      <a:lnTo>
                        <a:pt x="730" y="1101"/>
                      </a:lnTo>
                      <a:lnTo>
                        <a:pt x="704" y="1109"/>
                      </a:lnTo>
                      <a:lnTo>
                        <a:pt x="676" y="1115"/>
                      </a:lnTo>
                      <a:lnTo>
                        <a:pt x="649" y="1120"/>
                      </a:lnTo>
                      <a:lnTo>
                        <a:pt x="620" y="1123"/>
                      </a:lnTo>
                      <a:lnTo>
                        <a:pt x="592" y="1126"/>
                      </a:lnTo>
                      <a:lnTo>
                        <a:pt x="563" y="1127"/>
                      </a:lnTo>
                      <a:lnTo>
                        <a:pt x="534" y="1126"/>
                      </a:lnTo>
                      <a:lnTo>
                        <a:pt x="505" y="1123"/>
                      </a:lnTo>
                      <a:lnTo>
                        <a:pt x="478" y="1120"/>
                      </a:lnTo>
                      <a:lnTo>
                        <a:pt x="449" y="1115"/>
                      </a:lnTo>
                      <a:lnTo>
                        <a:pt x="422" y="1109"/>
                      </a:lnTo>
                      <a:lnTo>
                        <a:pt x="396" y="1101"/>
                      </a:lnTo>
                      <a:lnTo>
                        <a:pt x="369" y="1093"/>
                      </a:lnTo>
                      <a:lnTo>
                        <a:pt x="344" y="1082"/>
                      </a:lnTo>
                      <a:lnTo>
                        <a:pt x="319" y="1071"/>
                      </a:lnTo>
                      <a:lnTo>
                        <a:pt x="295" y="1059"/>
                      </a:lnTo>
                      <a:lnTo>
                        <a:pt x="271" y="1044"/>
                      </a:lnTo>
                      <a:lnTo>
                        <a:pt x="249" y="1030"/>
                      </a:lnTo>
                      <a:lnTo>
                        <a:pt x="226" y="1015"/>
                      </a:lnTo>
                      <a:lnTo>
                        <a:pt x="205" y="997"/>
                      </a:lnTo>
                      <a:lnTo>
                        <a:pt x="184" y="980"/>
                      </a:lnTo>
                      <a:lnTo>
                        <a:pt x="164" y="961"/>
                      </a:lnTo>
                      <a:lnTo>
                        <a:pt x="146" y="942"/>
                      </a:lnTo>
                      <a:lnTo>
                        <a:pt x="128" y="921"/>
                      </a:lnTo>
                      <a:lnTo>
                        <a:pt x="112" y="900"/>
                      </a:lnTo>
                      <a:lnTo>
                        <a:pt x="97" y="878"/>
                      </a:lnTo>
                      <a:lnTo>
                        <a:pt x="81" y="855"/>
                      </a:lnTo>
                      <a:lnTo>
                        <a:pt x="68" y="832"/>
                      </a:lnTo>
                      <a:lnTo>
                        <a:pt x="55" y="807"/>
                      </a:lnTo>
                      <a:lnTo>
                        <a:pt x="44" y="783"/>
                      </a:lnTo>
                      <a:lnTo>
                        <a:pt x="34" y="756"/>
                      </a:lnTo>
                      <a:lnTo>
                        <a:pt x="25" y="730"/>
                      </a:lnTo>
                      <a:lnTo>
                        <a:pt x="18" y="704"/>
                      </a:lnTo>
                      <a:lnTo>
                        <a:pt x="11" y="676"/>
                      </a:lnTo>
                      <a:lnTo>
                        <a:pt x="6" y="649"/>
                      </a:lnTo>
                      <a:lnTo>
                        <a:pt x="2" y="621"/>
                      </a:lnTo>
                      <a:lnTo>
                        <a:pt x="0" y="592"/>
                      </a:lnTo>
                      <a:lnTo>
                        <a:pt x="0" y="564"/>
                      </a:lnTo>
                      <a:lnTo>
                        <a:pt x="0" y="534"/>
                      </a:lnTo>
                      <a:lnTo>
                        <a:pt x="2" y="505"/>
                      </a:lnTo>
                      <a:lnTo>
                        <a:pt x="6" y="478"/>
                      </a:lnTo>
                      <a:lnTo>
                        <a:pt x="11" y="450"/>
                      </a:lnTo>
                      <a:lnTo>
                        <a:pt x="18" y="423"/>
                      </a:lnTo>
                      <a:lnTo>
                        <a:pt x="25" y="396"/>
                      </a:lnTo>
                      <a:lnTo>
                        <a:pt x="34" y="370"/>
                      </a:lnTo>
                      <a:lnTo>
                        <a:pt x="44" y="344"/>
                      </a:lnTo>
                      <a:lnTo>
                        <a:pt x="55" y="319"/>
                      </a:lnTo>
                      <a:lnTo>
                        <a:pt x="68" y="295"/>
                      </a:lnTo>
                      <a:lnTo>
                        <a:pt x="81" y="272"/>
                      </a:lnTo>
                      <a:lnTo>
                        <a:pt x="97" y="249"/>
                      </a:lnTo>
                      <a:lnTo>
                        <a:pt x="112" y="227"/>
                      </a:lnTo>
                      <a:lnTo>
                        <a:pt x="128" y="205"/>
                      </a:lnTo>
                      <a:lnTo>
                        <a:pt x="146" y="186"/>
                      </a:lnTo>
                      <a:lnTo>
                        <a:pt x="164" y="166"/>
                      </a:lnTo>
                      <a:lnTo>
                        <a:pt x="184" y="147"/>
                      </a:lnTo>
                      <a:lnTo>
                        <a:pt x="205" y="129"/>
                      </a:lnTo>
                      <a:lnTo>
                        <a:pt x="226" y="112"/>
                      </a:lnTo>
                      <a:lnTo>
                        <a:pt x="249" y="97"/>
                      </a:lnTo>
                      <a:lnTo>
                        <a:pt x="271" y="82"/>
                      </a:lnTo>
                      <a:lnTo>
                        <a:pt x="295" y="68"/>
                      </a:lnTo>
                      <a:lnTo>
                        <a:pt x="319" y="56"/>
                      </a:lnTo>
                      <a:lnTo>
                        <a:pt x="344" y="44"/>
                      </a:lnTo>
                      <a:lnTo>
                        <a:pt x="369" y="34"/>
                      </a:lnTo>
                      <a:lnTo>
                        <a:pt x="396" y="26"/>
                      </a:lnTo>
                      <a:lnTo>
                        <a:pt x="422" y="18"/>
                      </a:lnTo>
                      <a:lnTo>
                        <a:pt x="449" y="11"/>
                      </a:lnTo>
                      <a:lnTo>
                        <a:pt x="478" y="7"/>
                      </a:lnTo>
                      <a:lnTo>
                        <a:pt x="505" y="3"/>
                      </a:lnTo>
                      <a:lnTo>
                        <a:pt x="534" y="0"/>
                      </a:lnTo>
                      <a:lnTo>
                        <a:pt x="563" y="0"/>
                      </a:lnTo>
                      <a:close/>
                    </a:path>
                  </a:pathLst>
                </a:custGeom>
                <a:solidFill>
                  <a:srgbClr val="00A7D1"/>
                </a:solidFill>
                <a:ln>
                  <a:noFill/>
                </a:ln>
              </p:spPr>
              <p:txBody>
                <a:bodyPr/>
                <a:lstStyle/>
                <a:p>
                  <a:pPr>
                    <a:defRPr/>
                  </a:pPr>
                  <a:endParaRPr lang="en-US" sz="1050">
                    <a:latin typeface="+mj-lt"/>
                  </a:endParaRPr>
                </a:p>
              </p:txBody>
            </p:sp>
            <p:sp>
              <p:nvSpPr>
                <p:cNvPr id="40979" name="Freeform 167">
                  <a:extLst>
                    <a:ext uri="{FF2B5EF4-FFF2-40B4-BE49-F238E27FC236}">
                      <a16:creationId xmlns="" xmlns:a16="http://schemas.microsoft.com/office/drawing/2014/main" id="{831DB010-F287-2A7A-C14E-93F34D93A93E}"/>
                    </a:ext>
                  </a:extLst>
                </p:cNvPr>
                <p:cNvSpPr>
                  <a:spLocks/>
                </p:cNvSpPr>
                <p:nvPr/>
              </p:nvSpPr>
              <p:spPr bwMode="auto">
                <a:xfrm>
                  <a:off x="4247" y="3583"/>
                  <a:ext cx="23"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7" y="595"/>
                      </a:lnTo>
                      <a:lnTo>
                        <a:pt x="625" y="563"/>
                      </a:lnTo>
                      <a:lnTo>
                        <a:pt x="621" y="532"/>
                      </a:lnTo>
                      <a:lnTo>
                        <a:pt x="615" y="502"/>
                      </a:lnTo>
                      <a:lnTo>
                        <a:pt x="607" y="471"/>
                      </a:lnTo>
                      <a:lnTo>
                        <a:pt x="600" y="441"/>
                      </a:lnTo>
                      <a:lnTo>
                        <a:pt x="590" y="412"/>
                      </a:lnTo>
                      <a:lnTo>
                        <a:pt x="578" y="383"/>
                      </a:lnTo>
                      <a:lnTo>
                        <a:pt x="566" y="356"/>
                      </a:lnTo>
                      <a:lnTo>
                        <a:pt x="551" y="328"/>
                      </a:lnTo>
                      <a:lnTo>
                        <a:pt x="536" y="302"/>
                      </a:lnTo>
                      <a:lnTo>
                        <a:pt x="521" y="277"/>
                      </a:lnTo>
                      <a:lnTo>
                        <a:pt x="502" y="252"/>
                      </a:lnTo>
                      <a:lnTo>
                        <a:pt x="485" y="229"/>
                      </a:lnTo>
                      <a:lnTo>
                        <a:pt x="465" y="206"/>
                      </a:lnTo>
                      <a:lnTo>
                        <a:pt x="443" y="184"/>
                      </a:lnTo>
                      <a:lnTo>
                        <a:pt x="422" y="163"/>
                      </a:lnTo>
                      <a:lnTo>
                        <a:pt x="399" y="143"/>
                      </a:lnTo>
                      <a:lnTo>
                        <a:pt x="375" y="125"/>
                      </a:lnTo>
                      <a:lnTo>
                        <a:pt x="351" y="107"/>
                      </a:lnTo>
                      <a:lnTo>
                        <a:pt x="326" y="91"/>
                      </a:lnTo>
                      <a:lnTo>
                        <a:pt x="298" y="75"/>
                      </a:lnTo>
                      <a:lnTo>
                        <a:pt x="272" y="62"/>
                      </a:lnTo>
                      <a:lnTo>
                        <a:pt x="244" y="49"/>
                      </a:lnTo>
                      <a:lnTo>
                        <a:pt x="215" y="38"/>
                      </a:lnTo>
                      <a:lnTo>
                        <a:pt x="187" y="28"/>
                      </a:lnTo>
                      <a:lnTo>
                        <a:pt x="157" y="20"/>
                      </a:lnTo>
                      <a:lnTo>
                        <a:pt x="126" y="13"/>
                      </a:lnTo>
                      <a:lnTo>
                        <a:pt x="96" y="6"/>
                      </a:lnTo>
                      <a:lnTo>
                        <a:pt x="64" y="3"/>
                      </a:lnTo>
                      <a:lnTo>
                        <a:pt x="32" y="1"/>
                      </a:lnTo>
                      <a:lnTo>
                        <a:pt x="0" y="0"/>
                      </a:lnTo>
                      <a:lnTo>
                        <a:pt x="0" y="129"/>
                      </a:lnTo>
                      <a:lnTo>
                        <a:pt x="26" y="129"/>
                      </a:lnTo>
                      <a:lnTo>
                        <a:pt x="51" y="131"/>
                      </a:lnTo>
                      <a:lnTo>
                        <a:pt x="76" y="135"/>
                      </a:lnTo>
                      <a:lnTo>
                        <a:pt x="100" y="139"/>
                      </a:lnTo>
                      <a:lnTo>
                        <a:pt x="124" y="144"/>
                      </a:lnTo>
                      <a:lnTo>
                        <a:pt x="148" y="151"/>
                      </a:lnTo>
                      <a:lnTo>
                        <a:pt x="171" y="159"/>
                      </a:lnTo>
                      <a:lnTo>
                        <a:pt x="194" y="167"/>
                      </a:lnTo>
                      <a:lnTo>
                        <a:pt x="216" y="178"/>
                      </a:lnTo>
                      <a:lnTo>
                        <a:pt x="237" y="189"/>
                      </a:lnTo>
                      <a:lnTo>
                        <a:pt x="258" y="201"/>
                      </a:lnTo>
                      <a:lnTo>
                        <a:pt x="279" y="215"/>
                      </a:lnTo>
                      <a:lnTo>
                        <a:pt x="298" y="228"/>
                      </a:lnTo>
                      <a:lnTo>
                        <a:pt x="317" y="243"/>
                      </a:lnTo>
                      <a:lnTo>
                        <a:pt x="335" y="258"/>
                      </a:lnTo>
                      <a:lnTo>
                        <a:pt x="352" y="275"/>
                      </a:lnTo>
                      <a:lnTo>
                        <a:pt x="368" y="292"/>
                      </a:lnTo>
                      <a:lnTo>
                        <a:pt x="385" y="311"/>
                      </a:lnTo>
                      <a:lnTo>
                        <a:pt x="399" y="330"/>
                      </a:lnTo>
                      <a:lnTo>
                        <a:pt x="413" y="349"/>
                      </a:lnTo>
                      <a:lnTo>
                        <a:pt x="427" y="369"/>
                      </a:lnTo>
                      <a:lnTo>
                        <a:pt x="439" y="390"/>
                      </a:lnTo>
                      <a:lnTo>
                        <a:pt x="450" y="412"/>
                      </a:lnTo>
                      <a:lnTo>
                        <a:pt x="459" y="434"/>
                      </a:lnTo>
                      <a:lnTo>
                        <a:pt x="468" y="457"/>
                      </a:lnTo>
                      <a:lnTo>
                        <a:pt x="476" y="480"/>
                      </a:lnTo>
                      <a:lnTo>
                        <a:pt x="484" y="503"/>
                      </a:lnTo>
                      <a:lnTo>
                        <a:pt x="489" y="527"/>
                      </a:lnTo>
                      <a:lnTo>
                        <a:pt x="492" y="552"/>
                      </a:lnTo>
                      <a:lnTo>
                        <a:pt x="497" y="576"/>
                      </a:lnTo>
                      <a:lnTo>
                        <a:pt x="498" y="601"/>
                      </a:lnTo>
                      <a:lnTo>
                        <a:pt x="499" y="628"/>
                      </a:lnTo>
                      <a:lnTo>
                        <a:pt x="628" y="628"/>
                      </a:lnTo>
                      <a:close/>
                    </a:path>
                  </a:pathLst>
                </a:custGeom>
                <a:solidFill>
                  <a:srgbClr val="00A7D1"/>
                </a:solidFill>
                <a:ln>
                  <a:noFill/>
                </a:ln>
              </p:spPr>
              <p:txBody>
                <a:bodyPr/>
                <a:lstStyle/>
                <a:p>
                  <a:pPr>
                    <a:defRPr/>
                  </a:pPr>
                  <a:endParaRPr lang="en-US" sz="1050">
                    <a:latin typeface="+mj-lt"/>
                  </a:endParaRPr>
                </a:p>
              </p:txBody>
            </p:sp>
            <p:sp>
              <p:nvSpPr>
                <p:cNvPr id="40980" name="Freeform 168">
                  <a:extLst>
                    <a:ext uri="{FF2B5EF4-FFF2-40B4-BE49-F238E27FC236}">
                      <a16:creationId xmlns="" xmlns:a16="http://schemas.microsoft.com/office/drawing/2014/main" id="{BD4A3B70-AB25-4A1A-9A17-C550211200D5}"/>
                    </a:ext>
                  </a:extLst>
                </p:cNvPr>
                <p:cNvSpPr>
                  <a:spLocks/>
                </p:cNvSpPr>
                <p:nvPr/>
              </p:nvSpPr>
              <p:spPr bwMode="auto">
                <a:xfrm>
                  <a:off x="4247" y="3607"/>
                  <a:ext cx="23"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627"/>
                      </a:moveTo>
                      <a:lnTo>
                        <a:pt x="0" y="627"/>
                      </a:lnTo>
                      <a:lnTo>
                        <a:pt x="32" y="626"/>
                      </a:lnTo>
                      <a:lnTo>
                        <a:pt x="64" y="624"/>
                      </a:lnTo>
                      <a:lnTo>
                        <a:pt x="96" y="620"/>
                      </a:lnTo>
                      <a:lnTo>
                        <a:pt x="126" y="614"/>
                      </a:lnTo>
                      <a:lnTo>
                        <a:pt x="156" y="608"/>
                      </a:lnTo>
                      <a:lnTo>
                        <a:pt x="187" y="599"/>
                      </a:lnTo>
                      <a:lnTo>
                        <a:pt x="215" y="589"/>
                      </a:lnTo>
                      <a:lnTo>
                        <a:pt x="244" y="578"/>
                      </a:lnTo>
                      <a:lnTo>
                        <a:pt x="272" y="565"/>
                      </a:lnTo>
                      <a:lnTo>
                        <a:pt x="298" y="551"/>
                      </a:lnTo>
                      <a:lnTo>
                        <a:pt x="326" y="536"/>
                      </a:lnTo>
                      <a:lnTo>
                        <a:pt x="351" y="520"/>
                      </a:lnTo>
                      <a:lnTo>
                        <a:pt x="375" y="502"/>
                      </a:lnTo>
                      <a:lnTo>
                        <a:pt x="399" y="484"/>
                      </a:lnTo>
                      <a:lnTo>
                        <a:pt x="422" y="464"/>
                      </a:lnTo>
                      <a:lnTo>
                        <a:pt x="444" y="443"/>
                      </a:lnTo>
                      <a:lnTo>
                        <a:pt x="465" y="421"/>
                      </a:lnTo>
                      <a:lnTo>
                        <a:pt x="485" y="398"/>
                      </a:lnTo>
                      <a:lnTo>
                        <a:pt x="502" y="374"/>
                      </a:lnTo>
                      <a:lnTo>
                        <a:pt x="521" y="350"/>
                      </a:lnTo>
                      <a:lnTo>
                        <a:pt x="536" y="325"/>
                      </a:lnTo>
                      <a:lnTo>
                        <a:pt x="551" y="299"/>
                      </a:lnTo>
                      <a:lnTo>
                        <a:pt x="566" y="271"/>
                      </a:lnTo>
                      <a:lnTo>
                        <a:pt x="578" y="243"/>
                      </a:lnTo>
                      <a:lnTo>
                        <a:pt x="590" y="215"/>
                      </a:lnTo>
                      <a:lnTo>
                        <a:pt x="600" y="186"/>
                      </a:lnTo>
                      <a:lnTo>
                        <a:pt x="607" y="156"/>
                      </a:lnTo>
                      <a:lnTo>
                        <a:pt x="615" y="126"/>
                      </a:lnTo>
                      <a:lnTo>
                        <a:pt x="621" y="95"/>
                      </a:lnTo>
                      <a:lnTo>
                        <a:pt x="625" y="63"/>
                      </a:lnTo>
                      <a:lnTo>
                        <a:pt x="627" y="31"/>
                      </a:lnTo>
                      <a:lnTo>
                        <a:pt x="628" y="0"/>
                      </a:lnTo>
                      <a:lnTo>
                        <a:pt x="499" y="0"/>
                      </a:lnTo>
                      <a:lnTo>
                        <a:pt x="498" y="25"/>
                      </a:lnTo>
                      <a:lnTo>
                        <a:pt x="497" y="50"/>
                      </a:lnTo>
                      <a:lnTo>
                        <a:pt x="492" y="75"/>
                      </a:lnTo>
                      <a:lnTo>
                        <a:pt x="489" y="99"/>
                      </a:lnTo>
                      <a:lnTo>
                        <a:pt x="484" y="123"/>
                      </a:lnTo>
                      <a:lnTo>
                        <a:pt x="476" y="147"/>
                      </a:lnTo>
                      <a:lnTo>
                        <a:pt x="468" y="170"/>
                      </a:lnTo>
                      <a:lnTo>
                        <a:pt x="459" y="193"/>
                      </a:lnTo>
                      <a:lnTo>
                        <a:pt x="450" y="215"/>
                      </a:lnTo>
                      <a:lnTo>
                        <a:pt x="439" y="236"/>
                      </a:lnTo>
                      <a:lnTo>
                        <a:pt x="427" y="257"/>
                      </a:lnTo>
                      <a:lnTo>
                        <a:pt x="413" y="278"/>
                      </a:lnTo>
                      <a:lnTo>
                        <a:pt x="399" y="298"/>
                      </a:lnTo>
                      <a:lnTo>
                        <a:pt x="385" y="316"/>
                      </a:lnTo>
                      <a:lnTo>
                        <a:pt x="368" y="335"/>
                      </a:lnTo>
                      <a:lnTo>
                        <a:pt x="352" y="351"/>
                      </a:lnTo>
                      <a:lnTo>
                        <a:pt x="335" y="368"/>
                      </a:lnTo>
                      <a:lnTo>
                        <a:pt x="317" y="384"/>
                      </a:lnTo>
                      <a:lnTo>
                        <a:pt x="298" y="399"/>
                      </a:lnTo>
                      <a:lnTo>
                        <a:pt x="279" y="413"/>
                      </a:lnTo>
                      <a:lnTo>
                        <a:pt x="258" y="426"/>
                      </a:lnTo>
                      <a:lnTo>
                        <a:pt x="237" y="438"/>
                      </a:lnTo>
                      <a:lnTo>
                        <a:pt x="216" y="449"/>
                      </a:lnTo>
                      <a:lnTo>
                        <a:pt x="194" y="459"/>
                      </a:lnTo>
                      <a:lnTo>
                        <a:pt x="171" y="467"/>
                      </a:lnTo>
                      <a:lnTo>
                        <a:pt x="148" y="475"/>
                      </a:lnTo>
                      <a:lnTo>
                        <a:pt x="124" y="483"/>
                      </a:lnTo>
                      <a:lnTo>
                        <a:pt x="100" y="488"/>
                      </a:lnTo>
                      <a:lnTo>
                        <a:pt x="76" y="493"/>
                      </a:lnTo>
                      <a:lnTo>
                        <a:pt x="51" y="496"/>
                      </a:lnTo>
                      <a:lnTo>
                        <a:pt x="26" y="497"/>
                      </a:lnTo>
                      <a:lnTo>
                        <a:pt x="0" y="498"/>
                      </a:lnTo>
                      <a:lnTo>
                        <a:pt x="0" y="627"/>
                      </a:lnTo>
                      <a:close/>
                    </a:path>
                  </a:pathLst>
                </a:custGeom>
                <a:solidFill>
                  <a:srgbClr val="00A7D1"/>
                </a:solidFill>
                <a:ln>
                  <a:noFill/>
                </a:ln>
              </p:spPr>
              <p:txBody>
                <a:bodyPr/>
                <a:lstStyle/>
                <a:p>
                  <a:pPr>
                    <a:defRPr/>
                  </a:pPr>
                  <a:endParaRPr lang="en-US" sz="1050">
                    <a:latin typeface="+mj-lt"/>
                  </a:endParaRPr>
                </a:p>
              </p:txBody>
            </p:sp>
            <p:sp>
              <p:nvSpPr>
                <p:cNvPr id="40981" name="Freeform 169">
                  <a:extLst>
                    <a:ext uri="{FF2B5EF4-FFF2-40B4-BE49-F238E27FC236}">
                      <a16:creationId xmlns="" xmlns:a16="http://schemas.microsoft.com/office/drawing/2014/main" id="{98CDDC67-596E-AACA-F27C-8E928A4B9D4C}"/>
                    </a:ext>
                  </a:extLst>
                </p:cNvPr>
                <p:cNvSpPr>
                  <a:spLocks/>
                </p:cNvSpPr>
                <p:nvPr/>
              </p:nvSpPr>
              <p:spPr bwMode="auto">
                <a:xfrm>
                  <a:off x="4222" y="3607"/>
                  <a:ext cx="25"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0"/>
                      </a:moveTo>
                      <a:lnTo>
                        <a:pt x="0" y="0"/>
                      </a:lnTo>
                      <a:lnTo>
                        <a:pt x="0" y="31"/>
                      </a:lnTo>
                      <a:lnTo>
                        <a:pt x="4" y="63"/>
                      </a:lnTo>
                      <a:lnTo>
                        <a:pt x="7" y="95"/>
                      </a:lnTo>
                      <a:lnTo>
                        <a:pt x="13" y="126"/>
                      </a:lnTo>
                      <a:lnTo>
                        <a:pt x="20" y="156"/>
                      </a:lnTo>
                      <a:lnTo>
                        <a:pt x="28" y="186"/>
                      </a:lnTo>
                      <a:lnTo>
                        <a:pt x="39" y="215"/>
                      </a:lnTo>
                      <a:lnTo>
                        <a:pt x="50" y="243"/>
                      </a:lnTo>
                      <a:lnTo>
                        <a:pt x="62" y="271"/>
                      </a:lnTo>
                      <a:lnTo>
                        <a:pt x="76" y="299"/>
                      </a:lnTo>
                      <a:lnTo>
                        <a:pt x="91" y="325"/>
                      </a:lnTo>
                      <a:lnTo>
                        <a:pt x="108" y="350"/>
                      </a:lnTo>
                      <a:lnTo>
                        <a:pt x="125" y="374"/>
                      </a:lnTo>
                      <a:lnTo>
                        <a:pt x="144" y="398"/>
                      </a:lnTo>
                      <a:lnTo>
                        <a:pt x="164" y="421"/>
                      </a:lnTo>
                      <a:lnTo>
                        <a:pt x="185" y="443"/>
                      </a:lnTo>
                      <a:lnTo>
                        <a:pt x="206" y="464"/>
                      </a:lnTo>
                      <a:lnTo>
                        <a:pt x="228" y="484"/>
                      </a:lnTo>
                      <a:lnTo>
                        <a:pt x="252" y="502"/>
                      </a:lnTo>
                      <a:lnTo>
                        <a:pt x="278" y="520"/>
                      </a:lnTo>
                      <a:lnTo>
                        <a:pt x="303" y="536"/>
                      </a:lnTo>
                      <a:lnTo>
                        <a:pt x="329" y="551"/>
                      </a:lnTo>
                      <a:lnTo>
                        <a:pt x="357" y="565"/>
                      </a:lnTo>
                      <a:lnTo>
                        <a:pt x="384" y="578"/>
                      </a:lnTo>
                      <a:lnTo>
                        <a:pt x="412" y="589"/>
                      </a:lnTo>
                      <a:lnTo>
                        <a:pt x="442" y="599"/>
                      </a:lnTo>
                      <a:lnTo>
                        <a:pt x="472" y="608"/>
                      </a:lnTo>
                      <a:lnTo>
                        <a:pt x="502" y="614"/>
                      </a:lnTo>
                      <a:lnTo>
                        <a:pt x="533" y="620"/>
                      </a:lnTo>
                      <a:lnTo>
                        <a:pt x="564" y="624"/>
                      </a:lnTo>
                      <a:lnTo>
                        <a:pt x="597" y="626"/>
                      </a:lnTo>
                      <a:lnTo>
                        <a:pt x="628" y="627"/>
                      </a:lnTo>
                      <a:lnTo>
                        <a:pt x="628" y="498"/>
                      </a:lnTo>
                      <a:lnTo>
                        <a:pt x="602" y="497"/>
                      </a:lnTo>
                      <a:lnTo>
                        <a:pt x="577" y="496"/>
                      </a:lnTo>
                      <a:lnTo>
                        <a:pt x="552" y="493"/>
                      </a:lnTo>
                      <a:lnTo>
                        <a:pt x="528" y="488"/>
                      </a:lnTo>
                      <a:lnTo>
                        <a:pt x="503" y="483"/>
                      </a:lnTo>
                      <a:lnTo>
                        <a:pt x="480" y="475"/>
                      </a:lnTo>
                      <a:lnTo>
                        <a:pt x="456" y="467"/>
                      </a:lnTo>
                      <a:lnTo>
                        <a:pt x="434" y="459"/>
                      </a:lnTo>
                      <a:lnTo>
                        <a:pt x="412" y="449"/>
                      </a:lnTo>
                      <a:lnTo>
                        <a:pt x="391" y="438"/>
                      </a:lnTo>
                      <a:lnTo>
                        <a:pt x="370" y="426"/>
                      </a:lnTo>
                      <a:lnTo>
                        <a:pt x="350" y="413"/>
                      </a:lnTo>
                      <a:lnTo>
                        <a:pt x="330" y="399"/>
                      </a:lnTo>
                      <a:lnTo>
                        <a:pt x="312" y="384"/>
                      </a:lnTo>
                      <a:lnTo>
                        <a:pt x="293" y="368"/>
                      </a:lnTo>
                      <a:lnTo>
                        <a:pt x="275" y="351"/>
                      </a:lnTo>
                      <a:lnTo>
                        <a:pt x="259" y="335"/>
                      </a:lnTo>
                      <a:lnTo>
                        <a:pt x="244" y="316"/>
                      </a:lnTo>
                      <a:lnTo>
                        <a:pt x="228" y="298"/>
                      </a:lnTo>
                      <a:lnTo>
                        <a:pt x="214" y="278"/>
                      </a:lnTo>
                      <a:lnTo>
                        <a:pt x="201" y="257"/>
                      </a:lnTo>
                      <a:lnTo>
                        <a:pt x="189" y="236"/>
                      </a:lnTo>
                      <a:lnTo>
                        <a:pt x="178" y="215"/>
                      </a:lnTo>
                      <a:lnTo>
                        <a:pt x="168" y="193"/>
                      </a:lnTo>
                      <a:lnTo>
                        <a:pt x="159" y="170"/>
                      </a:lnTo>
                      <a:lnTo>
                        <a:pt x="152" y="147"/>
                      </a:lnTo>
                      <a:lnTo>
                        <a:pt x="145" y="124"/>
                      </a:lnTo>
                      <a:lnTo>
                        <a:pt x="140" y="99"/>
                      </a:lnTo>
                      <a:lnTo>
                        <a:pt x="135" y="75"/>
                      </a:lnTo>
                      <a:lnTo>
                        <a:pt x="132" y="50"/>
                      </a:lnTo>
                      <a:lnTo>
                        <a:pt x="130" y="25"/>
                      </a:lnTo>
                      <a:lnTo>
                        <a:pt x="130" y="0"/>
                      </a:lnTo>
                      <a:lnTo>
                        <a:pt x="0" y="0"/>
                      </a:lnTo>
                      <a:close/>
                    </a:path>
                  </a:pathLst>
                </a:custGeom>
                <a:solidFill>
                  <a:srgbClr val="00A7D1"/>
                </a:solidFill>
                <a:ln>
                  <a:noFill/>
                </a:ln>
              </p:spPr>
              <p:txBody>
                <a:bodyPr/>
                <a:lstStyle/>
                <a:p>
                  <a:pPr>
                    <a:defRPr/>
                  </a:pPr>
                  <a:endParaRPr lang="en-US" sz="1050">
                    <a:latin typeface="+mj-lt"/>
                  </a:endParaRPr>
                </a:p>
              </p:txBody>
            </p:sp>
            <p:sp>
              <p:nvSpPr>
                <p:cNvPr id="40982" name="Freeform 170">
                  <a:extLst>
                    <a:ext uri="{FF2B5EF4-FFF2-40B4-BE49-F238E27FC236}">
                      <a16:creationId xmlns="" xmlns:a16="http://schemas.microsoft.com/office/drawing/2014/main" id="{C4A14FBD-3F2A-2243-79E6-5C5230580B84}"/>
                    </a:ext>
                  </a:extLst>
                </p:cNvPr>
                <p:cNvSpPr>
                  <a:spLocks/>
                </p:cNvSpPr>
                <p:nvPr/>
              </p:nvSpPr>
              <p:spPr bwMode="auto">
                <a:xfrm>
                  <a:off x="4222" y="3583"/>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5" y="1"/>
                      </a:lnTo>
                      <a:lnTo>
                        <a:pt x="564" y="3"/>
                      </a:lnTo>
                      <a:lnTo>
                        <a:pt x="533" y="6"/>
                      </a:lnTo>
                      <a:lnTo>
                        <a:pt x="502" y="13"/>
                      </a:lnTo>
                      <a:lnTo>
                        <a:pt x="472" y="20"/>
                      </a:lnTo>
                      <a:lnTo>
                        <a:pt x="442" y="28"/>
                      </a:lnTo>
                      <a:lnTo>
                        <a:pt x="412" y="38"/>
                      </a:lnTo>
                      <a:lnTo>
                        <a:pt x="384" y="49"/>
                      </a:lnTo>
                      <a:lnTo>
                        <a:pt x="357" y="62"/>
                      </a:lnTo>
                      <a:lnTo>
                        <a:pt x="329" y="75"/>
                      </a:lnTo>
                      <a:lnTo>
                        <a:pt x="303" y="91"/>
                      </a:lnTo>
                      <a:lnTo>
                        <a:pt x="278" y="107"/>
                      </a:lnTo>
                      <a:lnTo>
                        <a:pt x="252" y="125"/>
                      </a:lnTo>
                      <a:lnTo>
                        <a:pt x="228" y="143"/>
                      </a:lnTo>
                      <a:lnTo>
                        <a:pt x="206" y="163"/>
                      </a:lnTo>
                      <a:lnTo>
                        <a:pt x="185" y="184"/>
                      </a:lnTo>
                      <a:lnTo>
                        <a:pt x="164" y="206"/>
                      </a:lnTo>
                      <a:lnTo>
                        <a:pt x="144" y="229"/>
                      </a:lnTo>
                      <a:lnTo>
                        <a:pt x="125" y="252"/>
                      </a:lnTo>
                      <a:lnTo>
                        <a:pt x="108" y="277"/>
                      </a:lnTo>
                      <a:lnTo>
                        <a:pt x="91" y="302"/>
                      </a:lnTo>
                      <a:lnTo>
                        <a:pt x="76" y="328"/>
                      </a:lnTo>
                      <a:lnTo>
                        <a:pt x="62" y="356"/>
                      </a:lnTo>
                      <a:lnTo>
                        <a:pt x="50" y="383"/>
                      </a:lnTo>
                      <a:lnTo>
                        <a:pt x="39" y="412"/>
                      </a:lnTo>
                      <a:lnTo>
                        <a:pt x="28" y="441"/>
                      </a:lnTo>
                      <a:lnTo>
                        <a:pt x="20" y="471"/>
                      </a:lnTo>
                      <a:lnTo>
                        <a:pt x="13" y="502"/>
                      </a:lnTo>
                      <a:lnTo>
                        <a:pt x="7" y="532"/>
                      </a:lnTo>
                      <a:lnTo>
                        <a:pt x="4" y="564"/>
                      </a:lnTo>
                      <a:lnTo>
                        <a:pt x="0" y="596"/>
                      </a:lnTo>
                      <a:lnTo>
                        <a:pt x="0" y="628"/>
                      </a:lnTo>
                      <a:lnTo>
                        <a:pt x="130" y="628"/>
                      </a:lnTo>
                      <a:lnTo>
                        <a:pt x="130" y="601"/>
                      </a:lnTo>
                      <a:lnTo>
                        <a:pt x="132" y="576"/>
                      </a:lnTo>
                      <a:lnTo>
                        <a:pt x="135" y="552"/>
                      </a:lnTo>
                      <a:lnTo>
                        <a:pt x="140" y="527"/>
                      </a:lnTo>
                      <a:lnTo>
                        <a:pt x="145" y="503"/>
                      </a:lnTo>
                      <a:lnTo>
                        <a:pt x="152" y="480"/>
                      </a:lnTo>
                      <a:lnTo>
                        <a:pt x="159" y="457"/>
                      </a:lnTo>
                      <a:lnTo>
                        <a:pt x="168" y="434"/>
                      </a:lnTo>
                      <a:lnTo>
                        <a:pt x="178" y="412"/>
                      </a:lnTo>
                      <a:lnTo>
                        <a:pt x="189" y="390"/>
                      </a:lnTo>
                      <a:lnTo>
                        <a:pt x="201" y="369"/>
                      </a:lnTo>
                      <a:lnTo>
                        <a:pt x="214" y="349"/>
                      </a:lnTo>
                      <a:lnTo>
                        <a:pt x="228" y="330"/>
                      </a:lnTo>
                      <a:lnTo>
                        <a:pt x="244" y="311"/>
                      </a:lnTo>
                      <a:lnTo>
                        <a:pt x="259" y="292"/>
                      </a:lnTo>
                      <a:lnTo>
                        <a:pt x="275" y="275"/>
                      </a:lnTo>
                      <a:lnTo>
                        <a:pt x="293" y="258"/>
                      </a:lnTo>
                      <a:lnTo>
                        <a:pt x="312" y="243"/>
                      </a:lnTo>
                      <a:lnTo>
                        <a:pt x="330" y="228"/>
                      </a:lnTo>
                      <a:lnTo>
                        <a:pt x="350" y="215"/>
                      </a:lnTo>
                      <a:lnTo>
                        <a:pt x="370" y="201"/>
                      </a:lnTo>
                      <a:lnTo>
                        <a:pt x="391" y="189"/>
                      </a:lnTo>
                      <a:lnTo>
                        <a:pt x="412" y="178"/>
                      </a:lnTo>
                      <a:lnTo>
                        <a:pt x="434" y="167"/>
                      </a:lnTo>
                      <a:lnTo>
                        <a:pt x="456" y="159"/>
                      </a:lnTo>
                      <a:lnTo>
                        <a:pt x="480" y="151"/>
                      </a:lnTo>
                      <a:lnTo>
                        <a:pt x="503" y="144"/>
                      </a:lnTo>
                      <a:lnTo>
                        <a:pt x="528" y="139"/>
                      </a:lnTo>
                      <a:lnTo>
                        <a:pt x="552" y="135"/>
                      </a:lnTo>
                      <a:lnTo>
                        <a:pt x="577" y="131"/>
                      </a:lnTo>
                      <a:lnTo>
                        <a:pt x="602" y="129"/>
                      </a:lnTo>
                      <a:lnTo>
                        <a:pt x="628" y="129"/>
                      </a:lnTo>
                      <a:lnTo>
                        <a:pt x="628" y="0"/>
                      </a:lnTo>
                      <a:close/>
                    </a:path>
                  </a:pathLst>
                </a:custGeom>
                <a:solidFill>
                  <a:srgbClr val="00A7D1"/>
                </a:solidFill>
                <a:ln>
                  <a:noFill/>
                </a:ln>
              </p:spPr>
              <p:txBody>
                <a:bodyPr/>
                <a:lstStyle/>
                <a:p>
                  <a:pPr>
                    <a:defRPr/>
                  </a:pPr>
                  <a:endParaRPr lang="en-US" sz="1050">
                    <a:latin typeface="+mj-lt"/>
                  </a:endParaRPr>
                </a:p>
              </p:txBody>
            </p:sp>
            <p:sp>
              <p:nvSpPr>
                <p:cNvPr id="40983" name="Freeform 171">
                  <a:extLst>
                    <a:ext uri="{FF2B5EF4-FFF2-40B4-BE49-F238E27FC236}">
                      <a16:creationId xmlns="" xmlns:a16="http://schemas.microsoft.com/office/drawing/2014/main" id="{9AF87DAF-62B8-7C03-5138-62515C4793CD}"/>
                    </a:ext>
                  </a:extLst>
                </p:cNvPr>
                <p:cNvSpPr>
                  <a:spLocks/>
                </p:cNvSpPr>
                <p:nvPr/>
              </p:nvSpPr>
              <p:spPr bwMode="auto">
                <a:xfrm>
                  <a:off x="4224" y="3734"/>
                  <a:ext cx="45" cy="42"/>
                </a:xfrm>
                <a:custGeom>
                  <a:avLst/>
                  <a:gdLst>
                    <a:gd name="T0" fmla="*/ 0 w 1126"/>
                    <a:gd name="T1" fmla="*/ 0 h 1126"/>
                    <a:gd name="T2" fmla="*/ 0 w 1126"/>
                    <a:gd name="T3" fmla="*/ 0 h 1126"/>
                    <a:gd name="T4" fmla="*/ 0 w 1126"/>
                    <a:gd name="T5" fmla="*/ 0 h 1126"/>
                    <a:gd name="T6" fmla="*/ 0 w 1126"/>
                    <a:gd name="T7" fmla="*/ 0 h 1126"/>
                    <a:gd name="T8" fmla="*/ 0 w 1126"/>
                    <a:gd name="T9" fmla="*/ 0 h 1126"/>
                    <a:gd name="T10" fmla="*/ 0 w 1126"/>
                    <a:gd name="T11" fmla="*/ 0 h 1126"/>
                    <a:gd name="T12" fmla="*/ 0 w 1126"/>
                    <a:gd name="T13" fmla="*/ 0 h 1126"/>
                    <a:gd name="T14" fmla="*/ 0 w 1126"/>
                    <a:gd name="T15" fmla="*/ 0 h 1126"/>
                    <a:gd name="T16" fmla="*/ 0 w 1126"/>
                    <a:gd name="T17" fmla="*/ 0 h 1126"/>
                    <a:gd name="T18" fmla="*/ 0 w 1126"/>
                    <a:gd name="T19" fmla="*/ 0 h 1126"/>
                    <a:gd name="T20" fmla="*/ 0 w 1126"/>
                    <a:gd name="T21" fmla="*/ 0 h 1126"/>
                    <a:gd name="T22" fmla="*/ 0 w 1126"/>
                    <a:gd name="T23" fmla="*/ 0 h 1126"/>
                    <a:gd name="T24" fmla="*/ 0 w 1126"/>
                    <a:gd name="T25" fmla="*/ 0 h 1126"/>
                    <a:gd name="T26" fmla="*/ 0 w 1126"/>
                    <a:gd name="T27" fmla="*/ 0 h 1126"/>
                    <a:gd name="T28" fmla="*/ 0 w 1126"/>
                    <a:gd name="T29" fmla="*/ 0 h 1126"/>
                    <a:gd name="T30" fmla="*/ 0 w 1126"/>
                    <a:gd name="T31" fmla="*/ 0 h 1126"/>
                    <a:gd name="T32" fmla="*/ 0 w 1126"/>
                    <a:gd name="T33" fmla="*/ 0 h 1126"/>
                    <a:gd name="T34" fmla="*/ 0 w 1126"/>
                    <a:gd name="T35" fmla="*/ 0 h 1126"/>
                    <a:gd name="T36" fmla="*/ 0 w 1126"/>
                    <a:gd name="T37" fmla="*/ 0 h 1126"/>
                    <a:gd name="T38" fmla="*/ 0 w 1126"/>
                    <a:gd name="T39" fmla="*/ 0 h 1126"/>
                    <a:gd name="T40" fmla="*/ 0 w 1126"/>
                    <a:gd name="T41" fmla="*/ 0 h 1126"/>
                    <a:gd name="T42" fmla="*/ 0 w 1126"/>
                    <a:gd name="T43" fmla="*/ 0 h 1126"/>
                    <a:gd name="T44" fmla="*/ 0 w 1126"/>
                    <a:gd name="T45" fmla="*/ 0 h 1126"/>
                    <a:gd name="T46" fmla="*/ 0 w 1126"/>
                    <a:gd name="T47" fmla="*/ 0 h 1126"/>
                    <a:gd name="T48" fmla="*/ 0 w 1126"/>
                    <a:gd name="T49" fmla="*/ 0 h 1126"/>
                    <a:gd name="T50" fmla="*/ 0 w 1126"/>
                    <a:gd name="T51" fmla="*/ 0 h 1126"/>
                    <a:gd name="T52" fmla="*/ 0 w 1126"/>
                    <a:gd name="T53" fmla="*/ 0 h 1126"/>
                    <a:gd name="T54" fmla="*/ 0 w 1126"/>
                    <a:gd name="T55" fmla="*/ 0 h 1126"/>
                    <a:gd name="T56" fmla="*/ 0 w 1126"/>
                    <a:gd name="T57" fmla="*/ 0 h 1126"/>
                    <a:gd name="T58" fmla="*/ 0 w 1126"/>
                    <a:gd name="T59" fmla="*/ 0 h 1126"/>
                    <a:gd name="T60" fmla="*/ 0 w 1126"/>
                    <a:gd name="T61" fmla="*/ 0 h 1126"/>
                    <a:gd name="T62" fmla="*/ 0 w 1126"/>
                    <a:gd name="T63" fmla="*/ 0 h 1126"/>
                    <a:gd name="T64" fmla="*/ 0 w 1126"/>
                    <a:gd name="T65" fmla="*/ 0 h 1126"/>
                    <a:gd name="T66" fmla="*/ 0 w 1126"/>
                    <a:gd name="T67" fmla="*/ 0 h 1126"/>
                    <a:gd name="T68" fmla="*/ 0 w 1126"/>
                    <a:gd name="T69" fmla="*/ 0 h 1126"/>
                    <a:gd name="T70" fmla="*/ 0 w 1126"/>
                    <a:gd name="T71" fmla="*/ 0 h 1126"/>
                    <a:gd name="T72" fmla="*/ 0 w 1126"/>
                    <a:gd name="T73" fmla="*/ 0 h 1126"/>
                    <a:gd name="T74" fmla="*/ 0 w 1126"/>
                    <a:gd name="T75" fmla="*/ 0 h 1126"/>
                    <a:gd name="T76" fmla="*/ 0 w 1126"/>
                    <a:gd name="T77" fmla="*/ 0 h 1126"/>
                    <a:gd name="T78" fmla="*/ 0 w 1126"/>
                    <a:gd name="T79" fmla="*/ 0 h 1126"/>
                    <a:gd name="T80" fmla="*/ 0 w 1126"/>
                    <a:gd name="T81" fmla="*/ 0 h 1126"/>
                    <a:gd name="T82" fmla="*/ 0 w 1126"/>
                    <a:gd name="T83" fmla="*/ 0 h 1126"/>
                    <a:gd name="T84" fmla="*/ 0 w 1126"/>
                    <a:gd name="T85" fmla="*/ 0 h 112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26"/>
                    <a:gd name="T130" fmla="*/ 0 h 1126"/>
                    <a:gd name="T131" fmla="*/ 1126 w 1126"/>
                    <a:gd name="T132" fmla="*/ 1126 h 112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26" h="1126">
                      <a:moveTo>
                        <a:pt x="563" y="0"/>
                      </a:moveTo>
                      <a:lnTo>
                        <a:pt x="591" y="1"/>
                      </a:lnTo>
                      <a:lnTo>
                        <a:pt x="620" y="3"/>
                      </a:lnTo>
                      <a:lnTo>
                        <a:pt x="648" y="6"/>
                      </a:lnTo>
                      <a:lnTo>
                        <a:pt x="676" y="11"/>
                      </a:lnTo>
                      <a:lnTo>
                        <a:pt x="703" y="17"/>
                      </a:lnTo>
                      <a:lnTo>
                        <a:pt x="729" y="25"/>
                      </a:lnTo>
                      <a:lnTo>
                        <a:pt x="756" y="34"/>
                      </a:lnTo>
                      <a:lnTo>
                        <a:pt x="782" y="43"/>
                      </a:lnTo>
                      <a:lnTo>
                        <a:pt x="806" y="55"/>
                      </a:lnTo>
                      <a:lnTo>
                        <a:pt x="831" y="67"/>
                      </a:lnTo>
                      <a:lnTo>
                        <a:pt x="854" y="82"/>
                      </a:lnTo>
                      <a:lnTo>
                        <a:pt x="877" y="96"/>
                      </a:lnTo>
                      <a:lnTo>
                        <a:pt x="899" y="111"/>
                      </a:lnTo>
                      <a:lnTo>
                        <a:pt x="921" y="129"/>
                      </a:lnTo>
                      <a:lnTo>
                        <a:pt x="941" y="146"/>
                      </a:lnTo>
                      <a:lnTo>
                        <a:pt x="960" y="165"/>
                      </a:lnTo>
                      <a:lnTo>
                        <a:pt x="979" y="185"/>
                      </a:lnTo>
                      <a:lnTo>
                        <a:pt x="997" y="204"/>
                      </a:lnTo>
                      <a:lnTo>
                        <a:pt x="1014" y="226"/>
                      </a:lnTo>
                      <a:lnTo>
                        <a:pt x="1030" y="248"/>
                      </a:lnTo>
                      <a:lnTo>
                        <a:pt x="1044" y="271"/>
                      </a:lnTo>
                      <a:lnTo>
                        <a:pt x="1058" y="294"/>
                      </a:lnTo>
                      <a:lnTo>
                        <a:pt x="1070" y="319"/>
                      </a:lnTo>
                      <a:lnTo>
                        <a:pt x="1081" y="344"/>
                      </a:lnTo>
                      <a:lnTo>
                        <a:pt x="1092" y="370"/>
                      </a:lnTo>
                      <a:lnTo>
                        <a:pt x="1101" y="396"/>
                      </a:lnTo>
                      <a:lnTo>
                        <a:pt x="1108" y="422"/>
                      </a:lnTo>
                      <a:lnTo>
                        <a:pt x="1114" y="450"/>
                      </a:lnTo>
                      <a:lnTo>
                        <a:pt x="1119" y="477"/>
                      </a:lnTo>
                      <a:lnTo>
                        <a:pt x="1123" y="506"/>
                      </a:lnTo>
                      <a:lnTo>
                        <a:pt x="1125" y="534"/>
                      </a:lnTo>
                      <a:lnTo>
                        <a:pt x="1126" y="563"/>
                      </a:lnTo>
                      <a:lnTo>
                        <a:pt x="1125" y="591"/>
                      </a:lnTo>
                      <a:lnTo>
                        <a:pt x="1123" y="621"/>
                      </a:lnTo>
                      <a:lnTo>
                        <a:pt x="1119" y="648"/>
                      </a:lnTo>
                      <a:lnTo>
                        <a:pt x="1114" y="676"/>
                      </a:lnTo>
                      <a:lnTo>
                        <a:pt x="1108" y="703"/>
                      </a:lnTo>
                      <a:lnTo>
                        <a:pt x="1101" y="730"/>
                      </a:lnTo>
                      <a:lnTo>
                        <a:pt x="1092" y="757"/>
                      </a:lnTo>
                      <a:lnTo>
                        <a:pt x="1081" y="782"/>
                      </a:lnTo>
                      <a:lnTo>
                        <a:pt x="1070" y="807"/>
                      </a:lnTo>
                      <a:lnTo>
                        <a:pt x="1058" y="831"/>
                      </a:lnTo>
                      <a:lnTo>
                        <a:pt x="1044" y="854"/>
                      </a:lnTo>
                      <a:lnTo>
                        <a:pt x="1030" y="877"/>
                      </a:lnTo>
                      <a:lnTo>
                        <a:pt x="1014" y="899"/>
                      </a:lnTo>
                      <a:lnTo>
                        <a:pt x="997" y="921"/>
                      </a:lnTo>
                      <a:lnTo>
                        <a:pt x="979" y="941"/>
                      </a:lnTo>
                      <a:lnTo>
                        <a:pt x="960" y="960"/>
                      </a:lnTo>
                      <a:lnTo>
                        <a:pt x="941" y="979"/>
                      </a:lnTo>
                      <a:lnTo>
                        <a:pt x="921" y="998"/>
                      </a:lnTo>
                      <a:lnTo>
                        <a:pt x="899" y="1014"/>
                      </a:lnTo>
                      <a:lnTo>
                        <a:pt x="877" y="1029"/>
                      </a:lnTo>
                      <a:lnTo>
                        <a:pt x="854" y="1045"/>
                      </a:lnTo>
                      <a:lnTo>
                        <a:pt x="831" y="1058"/>
                      </a:lnTo>
                      <a:lnTo>
                        <a:pt x="806" y="1070"/>
                      </a:lnTo>
                      <a:lnTo>
                        <a:pt x="782" y="1082"/>
                      </a:lnTo>
                      <a:lnTo>
                        <a:pt x="756" y="1092"/>
                      </a:lnTo>
                      <a:lnTo>
                        <a:pt x="729" y="1101"/>
                      </a:lnTo>
                      <a:lnTo>
                        <a:pt x="703" y="1108"/>
                      </a:lnTo>
                      <a:lnTo>
                        <a:pt x="676" y="1115"/>
                      </a:lnTo>
                      <a:lnTo>
                        <a:pt x="648" y="1119"/>
                      </a:lnTo>
                      <a:lnTo>
                        <a:pt x="620" y="1124"/>
                      </a:lnTo>
                      <a:lnTo>
                        <a:pt x="591" y="1126"/>
                      </a:lnTo>
                      <a:lnTo>
                        <a:pt x="563" y="1126"/>
                      </a:lnTo>
                      <a:lnTo>
                        <a:pt x="533" y="1126"/>
                      </a:lnTo>
                      <a:lnTo>
                        <a:pt x="505" y="1124"/>
                      </a:lnTo>
                      <a:lnTo>
                        <a:pt x="477" y="1119"/>
                      </a:lnTo>
                      <a:lnTo>
                        <a:pt x="449" y="1115"/>
                      </a:lnTo>
                      <a:lnTo>
                        <a:pt x="422" y="1108"/>
                      </a:lnTo>
                      <a:lnTo>
                        <a:pt x="395" y="1101"/>
                      </a:lnTo>
                      <a:lnTo>
                        <a:pt x="369" y="1092"/>
                      </a:lnTo>
                      <a:lnTo>
                        <a:pt x="344" y="1082"/>
                      </a:lnTo>
                      <a:lnTo>
                        <a:pt x="318" y="1070"/>
                      </a:lnTo>
                      <a:lnTo>
                        <a:pt x="294" y="1058"/>
                      </a:lnTo>
                      <a:lnTo>
                        <a:pt x="271" y="1045"/>
                      </a:lnTo>
                      <a:lnTo>
                        <a:pt x="248" y="1029"/>
                      </a:lnTo>
                      <a:lnTo>
                        <a:pt x="226" y="1014"/>
                      </a:lnTo>
                      <a:lnTo>
                        <a:pt x="204" y="998"/>
                      </a:lnTo>
                      <a:lnTo>
                        <a:pt x="184" y="979"/>
                      </a:lnTo>
                      <a:lnTo>
                        <a:pt x="165" y="960"/>
                      </a:lnTo>
                      <a:lnTo>
                        <a:pt x="146" y="941"/>
                      </a:lnTo>
                      <a:lnTo>
                        <a:pt x="128" y="921"/>
                      </a:lnTo>
                      <a:lnTo>
                        <a:pt x="111" y="899"/>
                      </a:lnTo>
                      <a:lnTo>
                        <a:pt x="96" y="877"/>
                      </a:lnTo>
                      <a:lnTo>
                        <a:pt x="81" y="854"/>
                      </a:lnTo>
                      <a:lnTo>
                        <a:pt x="67" y="831"/>
                      </a:lnTo>
                      <a:lnTo>
                        <a:pt x="55" y="807"/>
                      </a:lnTo>
                      <a:lnTo>
                        <a:pt x="43" y="782"/>
                      </a:lnTo>
                      <a:lnTo>
                        <a:pt x="33" y="757"/>
                      </a:lnTo>
                      <a:lnTo>
                        <a:pt x="25" y="730"/>
                      </a:lnTo>
                      <a:lnTo>
                        <a:pt x="17" y="703"/>
                      </a:lnTo>
                      <a:lnTo>
                        <a:pt x="10" y="676"/>
                      </a:lnTo>
                      <a:lnTo>
                        <a:pt x="6" y="648"/>
                      </a:lnTo>
                      <a:lnTo>
                        <a:pt x="2" y="621"/>
                      </a:lnTo>
                      <a:lnTo>
                        <a:pt x="0" y="591"/>
                      </a:lnTo>
                      <a:lnTo>
                        <a:pt x="0" y="563"/>
                      </a:lnTo>
                      <a:lnTo>
                        <a:pt x="0" y="534"/>
                      </a:lnTo>
                      <a:lnTo>
                        <a:pt x="2" y="506"/>
                      </a:lnTo>
                      <a:lnTo>
                        <a:pt x="6" y="477"/>
                      </a:lnTo>
                      <a:lnTo>
                        <a:pt x="10" y="450"/>
                      </a:lnTo>
                      <a:lnTo>
                        <a:pt x="17" y="422"/>
                      </a:lnTo>
                      <a:lnTo>
                        <a:pt x="25" y="396"/>
                      </a:lnTo>
                      <a:lnTo>
                        <a:pt x="33" y="370"/>
                      </a:lnTo>
                      <a:lnTo>
                        <a:pt x="43" y="344"/>
                      </a:lnTo>
                      <a:lnTo>
                        <a:pt x="55" y="319"/>
                      </a:lnTo>
                      <a:lnTo>
                        <a:pt x="67" y="294"/>
                      </a:lnTo>
                      <a:lnTo>
                        <a:pt x="81" y="271"/>
                      </a:lnTo>
                      <a:lnTo>
                        <a:pt x="96" y="248"/>
                      </a:lnTo>
                      <a:lnTo>
                        <a:pt x="111" y="226"/>
                      </a:lnTo>
                      <a:lnTo>
                        <a:pt x="128" y="204"/>
                      </a:lnTo>
                      <a:lnTo>
                        <a:pt x="146" y="185"/>
                      </a:lnTo>
                      <a:lnTo>
                        <a:pt x="165" y="165"/>
                      </a:lnTo>
                      <a:lnTo>
                        <a:pt x="184" y="146"/>
                      </a:lnTo>
                      <a:lnTo>
                        <a:pt x="204" y="129"/>
                      </a:lnTo>
                      <a:lnTo>
                        <a:pt x="226" y="111"/>
                      </a:lnTo>
                      <a:lnTo>
                        <a:pt x="248" y="96"/>
                      </a:lnTo>
                      <a:lnTo>
                        <a:pt x="271" y="82"/>
                      </a:lnTo>
                      <a:lnTo>
                        <a:pt x="294" y="67"/>
                      </a:lnTo>
                      <a:lnTo>
                        <a:pt x="318" y="55"/>
                      </a:lnTo>
                      <a:lnTo>
                        <a:pt x="344" y="43"/>
                      </a:lnTo>
                      <a:lnTo>
                        <a:pt x="369" y="34"/>
                      </a:lnTo>
                      <a:lnTo>
                        <a:pt x="395" y="25"/>
                      </a:lnTo>
                      <a:lnTo>
                        <a:pt x="422" y="17"/>
                      </a:lnTo>
                      <a:lnTo>
                        <a:pt x="449" y="11"/>
                      </a:lnTo>
                      <a:lnTo>
                        <a:pt x="477" y="6"/>
                      </a:lnTo>
                      <a:lnTo>
                        <a:pt x="505" y="3"/>
                      </a:lnTo>
                      <a:lnTo>
                        <a:pt x="533" y="1"/>
                      </a:lnTo>
                      <a:lnTo>
                        <a:pt x="563" y="0"/>
                      </a:lnTo>
                      <a:close/>
                    </a:path>
                  </a:pathLst>
                </a:custGeom>
                <a:solidFill>
                  <a:srgbClr val="DC2B19"/>
                </a:solidFill>
                <a:ln>
                  <a:noFill/>
                </a:ln>
              </p:spPr>
              <p:txBody>
                <a:bodyPr/>
                <a:lstStyle/>
                <a:p>
                  <a:pPr>
                    <a:defRPr/>
                  </a:pPr>
                  <a:endParaRPr lang="en-US" sz="1050">
                    <a:latin typeface="+mj-lt"/>
                  </a:endParaRPr>
                </a:p>
              </p:txBody>
            </p:sp>
            <p:sp>
              <p:nvSpPr>
                <p:cNvPr id="40984" name="Freeform 172">
                  <a:extLst>
                    <a:ext uri="{FF2B5EF4-FFF2-40B4-BE49-F238E27FC236}">
                      <a16:creationId xmlns="" xmlns:a16="http://schemas.microsoft.com/office/drawing/2014/main" id="{588C33C0-843C-09FB-6DD6-A3377069D85C}"/>
                    </a:ext>
                  </a:extLst>
                </p:cNvPr>
                <p:cNvSpPr>
                  <a:spLocks/>
                </p:cNvSpPr>
                <p:nvPr/>
              </p:nvSpPr>
              <p:spPr bwMode="auto">
                <a:xfrm>
                  <a:off x="4247" y="3732"/>
                  <a:ext cx="23"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7" y="596"/>
                      </a:lnTo>
                      <a:lnTo>
                        <a:pt x="624" y="564"/>
                      </a:lnTo>
                      <a:lnTo>
                        <a:pt x="620" y="532"/>
                      </a:lnTo>
                      <a:lnTo>
                        <a:pt x="614" y="502"/>
                      </a:lnTo>
                      <a:lnTo>
                        <a:pt x="608" y="471"/>
                      </a:lnTo>
                      <a:lnTo>
                        <a:pt x="599" y="441"/>
                      </a:lnTo>
                      <a:lnTo>
                        <a:pt x="589" y="412"/>
                      </a:lnTo>
                      <a:lnTo>
                        <a:pt x="578" y="383"/>
                      </a:lnTo>
                      <a:lnTo>
                        <a:pt x="565" y="356"/>
                      </a:lnTo>
                      <a:lnTo>
                        <a:pt x="551" y="329"/>
                      </a:lnTo>
                      <a:lnTo>
                        <a:pt x="537" y="302"/>
                      </a:lnTo>
                      <a:lnTo>
                        <a:pt x="520" y="277"/>
                      </a:lnTo>
                      <a:lnTo>
                        <a:pt x="503" y="253"/>
                      </a:lnTo>
                      <a:lnTo>
                        <a:pt x="484" y="229"/>
                      </a:lnTo>
                      <a:lnTo>
                        <a:pt x="464" y="206"/>
                      </a:lnTo>
                      <a:lnTo>
                        <a:pt x="444" y="184"/>
                      </a:lnTo>
                      <a:lnTo>
                        <a:pt x="422" y="163"/>
                      </a:lnTo>
                      <a:lnTo>
                        <a:pt x="399" y="143"/>
                      </a:lnTo>
                      <a:lnTo>
                        <a:pt x="374" y="125"/>
                      </a:lnTo>
                      <a:lnTo>
                        <a:pt x="350" y="107"/>
                      </a:lnTo>
                      <a:lnTo>
                        <a:pt x="325" y="91"/>
                      </a:lnTo>
                      <a:lnTo>
                        <a:pt x="299" y="77"/>
                      </a:lnTo>
                      <a:lnTo>
                        <a:pt x="271" y="62"/>
                      </a:lnTo>
                      <a:lnTo>
                        <a:pt x="243" y="49"/>
                      </a:lnTo>
                      <a:lnTo>
                        <a:pt x="216" y="38"/>
                      </a:lnTo>
                      <a:lnTo>
                        <a:pt x="186" y="28"/>
                      </a:lnTo>
                      <a:lnTo>
                        <a:pt x="156" y="20"/>
                      </a:lnTo>
                      <a:lnTo>
                        <a:pt x="126" y="13"/>
                      </a:lnTo>
                      <a:lnTo>
                        <a:pt x="95" y="8"/>
                      </a:lnTo>
                      <a:lnTo>
                        <a:pt x="63" y="3"/>
                      </a:lnTo>
                      <a:lnTo>
                        <a:pt x="32" y="1"/>
                      </a:lnTo>
                      <a:lnTo>
                        <a:pt x="0" y="0"/>
                      </a:lnTo>
                      <a:lnTo>
                        <a:pt x="0" y="129"/>
                      </a:lnTo>
                      <a:lnTo>
                        <a:pt x="25" y="129"/>
                      </a:lnTo>
                      <a:lnTo>
                        <a:pt x="50" y="131"/>
                      </a:lnTo>
                      <a:lnTo>
                        <a:pt x="75" y="135"/>
                      </a:lnTo>
                      <a:lnTo>
                        <a:pt x="99" y="139"/>
                      </a:lnTo>
                      <a:lnTo>
                        <a:pt x="124" y="145"/>
                      </a:lnTo>
                      <a:lnTo>
                        <a:pt x="148" y="151"/>
                      </a:lnTo>
                      <a:lnTo>
                        <a:pt x="171" y="160"/>
                      </a:lnTo>
                      <a:lnTo>
                        <a:pt x="194" y="169"/>
                      </a:lnTo>
                      <a:lnTo>
                        <a:pt x="216" y="179"/>
                      </a:lnTo>
                      <a:lnTo>
                        <a:pt x="236" y="189"/>
                      </a:lnTo>
                      <a:lnTo>
                        <a:pt x="257" y="202"/>
                      </a:lnTo>
                      <a:lnTo>
                        <a:pt x="278" y="215"/>
                      </a:lnTo>
                      <a:lnTo>
                        <a:pt x="298" y="228"/>
                      </a:lnTo>
                      <a:lnTo>
                        <a:pt x="316" y="243"/>
                      </a:lnTo>
                      <a:lnTo>
                        <a:pt x="335" y="258"/>
                      </a:lnTo>
                      <a:lnTo>
                        <a:pt x="351" y="276"/>
                      </a:lnTo>
                      <a:lnTo>
                        <a:pt x="369" y="292"/>
                      </a:lnTo>
                      <a:lnTo>
                        <a:pt x="384" y="311"/>
                      </a:lnTo>
                      <a:lnTo>
                        <a:pt x="400" y="330"/>
                      </a:lnTo>
                      <a:lnTo>
                        <a:pt x="413" y="349"/>
                      </a:lnTo>
                      <a:lnTo>
                        <a:pt x="426" y="370"/>
                      </a:lnTo>
                      <a:lnTo>
                        <a:pt x="438" y="391"/>
                      </a:lnTo>
                      <a:lnTo>
                        <a:pt x="449" y="412"/>
                      </a:lnTo>
                      <a:lnTo>
                        <a:pt x="459" y="434"/>
                      </a:lnTo>
                      <a:lnTo>
                        <a:pt x="468" y="457"/>
                      </a:lnTo>
                      <a:lnTo>
                        <a:pt x="476" y="480"/>
                      </a:lnTo>
                      <a:lnTo>
                        <a:pt x="483" y="504"/>
                      </a:lnTo>
                      <a:lnTo>
                        <a:pt x="488" y="527"/>
                      </a:lnTo>
                      <a:lnTo>
                        <a:pt x="493" y="552"/>
                      </a:lnTo>
                      <a:lnTo>
                        <a:pt x="496" y="577"/>
                      </a:lnTo>
                      <a:lnTo>
                        <a:pt x="498" y="602"/>
                      </a:lnTo>
                      <a:lnTo>
                        <a:pt x="498" y="628"/>
                      </a:lnTo>
                      <a:lnTo>
                        <a:pt x="628" y="628"/>
                      </a:lnTo>
                      <a:close/>
                    </a:path>
                  </a:pathLst>
                </a:custGeom>
                <a:solidFill>
                  <a:srgbClr val="EF2B2F"/>
                </a:solidFill>
                <a:ln>
                  <a:noFill/>
                </a:ln>
              </p:spPr>
              <p:txBody>
                <a:bodyPr/>
                <a:lstStyle/>
                <a:p>
                  <a:pPr>
                    <a:defRPr/>
                  </a:pPr>
                  <a:endParaRPr lang="en-US" sz="1050">
                    <a:latin typeface="+mj-lt"/>
                  </a:endParaRPr>
                </a:p>
              </p:txBody>
            </p:sp>
            <p:sp>
              <p:nvSpPr>
                <p:cNvPr id="40985" name="Freeform 173">
                  <a:extLst>
                    <a:ext uri="{FF2B5EF4-FFF2-40B4-BE49-F238E27FC236}">
                      <a16:creationId xmlns="" xmlns:a16="http://schemas.microsoft.com/office/drawing/2014/main" id="{E5461850-A343-DE6A-61CA-51E3CF764E02}"/>
                    </a:ext>
                  </a:extLst>
                </p:cNvPr>
                <p:cNvSpPr>
                  <a:spLocks/>
                </p:cNvSpPr>
                <p:nvPr/>
              </p:nvSpPr>
              <p:spPr bwMode="auto">
                <a:xfrm>
                  <a:off x="4247" y="3755"/>
                  <a:ext cx="23" cy="24"/>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627"/>
                      </a:moveTo>
                      <a:lnTo>
                        <a:pt x="0" y="627"/>
                      </a:lnTo>
                      <a:lnTo>
                        <a:pt x="32" y="626"/>
                      </a:lnTo>
                      <a:lnTo>
                        <a:pt x="63" y="624"/>
                      </a:lnTo>
                      <a:lnTo>
                        <a:pt x="95" y="621"/>
                      </a:lnTo>
                      <a:lnTo>
                        <a:pt x="126" y="614"/>
                      </a:lnTo>
                      <a:lnTo>
                        <a:pt x="156" y="608"/>
                      </a:lnTo>
                      <a:lnTo>
                        <a:pt x="186" y="599"/>
                      </a:lnTo>
                      <a:lnTo>
                        <a:pt x="216" y="589"/>
                      </a:lnTo>
                      <a:lnTo>
                        <a:pt x="243" y="578"/>
                      </a:lnTo>
                      <a:lnTo>
                        <a:pt x="271" y="565"/>
                      </a:lnTo>
                      <a:lnTo>
                        <a:pt x="299" y="552"/>
                      </a:lnTo>
                      <a:lnTo>
                        <a:pt x="325" y="536"/>
                      </a:lnTo>
                      <a:lnTo>
                        <a:pt x="350" y="520"/>
                      </a:lnTo>
                      <a:lnTo>
                        <a:pt x="374" y="503"/>
                      </a:lnTo>
                      <a:lnTo>
                        <a:pt x="399" y="484"/>
                      </a:lnTo>
                      <a:lnTo>
                        <a:pt x="422" y="464"/>
                      </a:lnTo>
                      <a:lnTo>
                        <a:pt x="444" y="443"/>
                      </a:lnTo>
                      <a:lnTo>
                        <a:pt x="464" y="421"/>
                      </a:lnTo>
                      <a:lnTo>
                        <a:pt x="484" y="398"/>
                      </a:lnTo>
                      <a:lnTo>
                        <a:pt x="503" y="375"/>
                      </a:lnTo>
                      <a:lnTo>
                        <a:pt x="520" y="350"/>
                      </a:lnTo>
                      <a:lnTo>
                        <a:pt x="537" y="325"/>
                      </a:lnTo>
                      <a:lnTo>
                        <a:pt x="551" y="299"/>
                      </a:lnTo>
                      <a:lnTo>
                        <a:pt x="565" y="271"/>
                      </a:lnTo>
                      <a:lnTo>
                        <a:pt x="578" y="244"/>
                      </a:lnTo>
                      <a:lnTo>
                        <a:pt x="589" y="215"/>
                      </a:lnTo>
                      <a:lnTo>
                        <a:pt x="599" y="186"/>
                      </a:lnTo>
                      <a:lnTo>
                        <a:pt x="608" y="156"/>
                      </a:lnTo>
                      <a:lnTo>
                        <a:pt x="614" y="126"/>
                      </a:lnTo>
                      <a:lnTo>
                        <a:pt x="620" y="95"/>
                      </a:lnTo>
                      <a:lnTo>
                        <a:pt x="624" y="63"/>
                      </a:lnTo>
                      <a:lnTo>
                        <a:pt x="627" y="31"/>
                      </a:lnTo>
                      <a:lnTo>
                        <a:pt x="628" y="0"/>
                      </a:lnTo>
                      <a:lnTo>
                        <a:pt x="498" y="0"/>
                      </a:lnTo>
                      <a:lnTo>
                        <a:pt x="498" y="25"/>
                      </a:lnTo>
                      <a:lnTo>
                        <a:pt x="496" y="51"/>
                      </a:lnTo>
                      <a:lnTo>
                        <a:pt x="493" y="75"/>
                      </a:lnTo>
                      <a:lnTo>
                        <a:pt x="488" y="100"/>
                      </a:lnTo>
                      <a:lnTo>
                        <a:pt x="483" y="125"/>
                      </a:lnTo>
                      <a:lnTo>
                        <a:pt x="476" y="148"/>
                      </a:lnTo>
                      <a:lnTo>
                        <a:pt x="468" y="171"/>
                      </a:lnTo>
                      <a:lnTo>
                        <a:pt x="459" y="194"/>
                      </a:lnTo>
                      <a:lnTo>
                        <a:pt x="449" y="215"/>
                      </a:lnTo>
                      <a:lnTo>
                        <a:pt x="438" y="237"/>
                      </a:lnTo>
                      <a:lnTo>
                        <a:pt x="426" y="258"/>
                      </a:lnTo>
                      <a:lnTo>
                        <a:pt x="413" y="278"/>
                      </a:lnTo>
                      <a:lnTo>
                        <a:pt x="400" y="298"/>
                      </a:lnTo>
                      <a:lnTo>
                        <a:pt x="384" y="316"/>
                      </a:lnTo>
                      <a:lnTo>
                        <a:pt x="369" y="335"/>
                      </a:lnTo>
                      <a:lnTo>
                        <a:pt x="351" y="352"/>
                      </a:lnTo>
                      <a:lnTo>
                        <a:pt x="335" y="369"/>
                      </a:lnTo>
                      <a:lnTo>
                        <a:pt x="316" y="384"/>
                      </a:lnTo>
                      <a:lnTo>
                        <a:pt x="298" y="400"/>
                      </a:lnTo>
                      <a:lnTo>
                        <a:pt x="278" y="413"/>
                      </a:lnTo>
                      <a:lnTo>
                        <a:pt x="257" y="426"/>
                      </a:lnTo>
                      <a:lnTo>
                        <a:pt x="236" y="438"/>
                      </a:lnTo>
                      <a:lnTo>
                        <a:pt x="216" y="449"/>
                      </a:lnTo>
                      <a:lnTo>
                        <a:pt x="194" y="460"/>
                      </a:lnTo>
                      <a:lnTo>
                        <a:pt x="171" y="469"/>
                      </a:lnTo>
                      <a:lnTo>
                        <a:pt x="148" y="476"/>
                      </a:lnTo>
                      <a:lnTo>
                        <a:pt x="125" y="483"/>
                      </a:lnTo>
                      <a:lnTo>
                        <a:pt x="99" y="488"/>
                      </a:lnTo>
                      <a:lnTo>
                        <a:pt x="75" y="493"/>
                      </a:lnTo>
                      <a:lnTo>
                        <a:pt x="51" y="496"/>
                      </a:lnTo>
                      <a:lnTo>
                        <a:pt x="25" y="498"/>
                      </a:lnTo>
                      <a:lnTo>
                        <a:pt x="0" y="498"/>
                      </a:lnTo>
                      <a:lnTo>
                        <a:pt x="0" y="627"/>
                      </a:lnTo>
                      <a:close/>
                    </a:path>
                  </a:pathLst>
                </a:custGeom>
                <a:solidFill>
                  <a:srgbClr val="EF2B2F"/>
                </a:solidFill>
                <a:ln>
                  <a:noFill/>
                </a:ln>
              </p:spPr>
              <p:txBody>
                <a:bodyPr/>
                <a:lstStyle/>
                <a:p>
                  <a:pPr>
                    <a:defRPr/>
                  </a:pPr>
                  <a:endParaRPr lang="en-US" sz="1050">
                    <a:latin typeface="+mj-lt"/>
                  </a:endParaRPr>
                </a:p>
              </p:txBody>
            </p:sp>
            <p:sp>
              <p:nvSpPr>
                <p:cNvPr id="40986" name="Freeform 174">
                  <a:extLst>
                    <a:ext uri="{FF2B5EF4-FFF2-40B4-BE49-F238E27FC236}">
                      <a16:creationId xmlns="" xmlns:a16="http://schemas.microsoft.com/office/drawing/2014/main" id="{7744D738-A7C7-55AF-F589-00D7956AF1F6}"/>
                    </a:ext>
                  </a:extLst>
                </p:cNvPr>
                <p:cNvSpPr>
                  <a:spLocks/>
                </p:cNvSpPr>
                <p:nvPr/>
              </p:nvSpPr>
              <p:spPr bwMode="auto">
                <a:xfrm>
                  <a:off x="4222" y="3755"/>
                  <a:ext cx="25" cy="24"/>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0"/>
                      </a:moveTo>
                      <a:lnTo>
                        <a:pt x="0" y="0"/>
                      </a:lnTo>
                      <a:lnTo>
                        <a:pt x="1" y="31"/>
                      </a:lnTo>
                      <a:lnTo>
                        <a:pt x="3" y="63"/>
                      </a:lnTo>
                      <a:lnTo>
                        <a:pt x="6" y="95"/>
                      </a:lnTo>
                      <a:lnTo>
                        <a:pt x="13" y="126"/>
                      </a:lnTo>
                      <a:lnTo>
                        <a:pt x="20" y="156"/>
                      </a:lnTo>
                      <a:lnTo>
                        <a:pt x="28" y="186"/>
                      </a:lnTo>
                      <a:lnTo>
                        <a:pt x="38" y="215"/>
                      </a:lnTo>
                      <a:lnTo>
                        <a:pt x="49" y="244"/>
                      </a:lnTo>
                      <a:lnTo>
                        <a:pt x="62" y="271"/>
                      </a:lnTo>
                      <a:lnTo>
                        <a:pt x="75" y="299"/>
                      </a:lnTo>
                      <a:lnTo>
                        <a:pt x="91" y="325"/>
                      </a:lnTo>
                      <a:lnTo>
                        <a:pt x="107" y="350"/>
                      </a:lnTo>
                      <a:lnTo>
                        <a:pt x="125" y="375"/>
                      </a:lnTo>
                      <a:lnTo>
                        <a:pt x="143" y="398"/>
                      </a:lnTo>
                      <a:lnTo>
                        <a:pt x="163" y="421"/>
                      </a:lnTo>
                      <a:lnTo>
                        <a:pt x="184" y="443"/>
                      </a:lnTo>
                      <a:lnTo>
                        <a:pt x="206" y="464"/>
                      </a:lnTo>
                      <a:lnTo>
                        <a:pt x="229" y="484"/>
                      </a:lnTo>
                      <a:lnTo>
                        <a:pt x="252" y="503"/>
                      </a:lnTo>
                      <a:lnTo>
                        <a:pt x="277" y="520"/>
                      </a:lnTo>
                      <a:lnTo>
                        <a:pt x="302" y="536"/>
                      </a:lnTo>
                      <a:lnTo>
                        <a:pt x="329" y="552"/>
                      </a:lnTo>
                      <a:lnTo>
                        <a:pt x="356" y="565"/>
                      </a:lnTo>
                      <a:lnTo>
                        <a:pt x="383" y="578"/>
                      </a:lnTo>
                      <a:lnTo>
                        <a:pt x="412" y="589"/>
                      </a:lnTo>
                      <a:lnTo>
                        <a:pt x="441" y="599"/>
                      </a:lnTo>
                      <a:lnTo>
                        <a:pt x="471" y="608"/>
                      </a:lnTo>
                      <a:lnTo>
                        <a:pt x="502" y="614"/>
                      </a:lnTo>
                      <a:lnTo>
                        <a:pt x="532" y="621"/>
                      </a:lnTo>
                      <a:lnTo>
                        <a:pt x="564" y="624"/>
                      </a:lnTo>
                      <a:lnTo>
                        <a:pt x="596" y="626"/>
                      </a:lnTo>
                      <a:lnTo>
                        <a:pt x="628" y="627"/>
                      </a:lnTo>
                      <a:lnTo>
                        <a:pt x="628" y="498"/>
                      </a:lnTo>
                      <a:lnTo>
                        <a:pt x="601" y="498"/>
                      </a:lnTo>
                      <a:lnTo>
                        <a:pt x="576" y="496"/>
                      </a:lnTo>
                      <a:lnTo>
                        <a:pt x="551" y="493"/>
                      </a:lnTo>
                      <a:lnTo>
                        <a:pt x="527" y="488"/>
                      </a:lnTo>
                      <a:lnTo>
                        <a:pt x="503" y="483"/>
                      </a:lnTo>
                      <a:lnTo>
                        <a:pt x="480" y="476"/>
                      </a:lnTo>
                      <a:lnTo>
                        <a:pt x="457" y="469"/>
                      </a:lnTo>
                      <a:lnTo>
                        <a:pt x="434" y="460"/>
                      </a:lnTo>
                      <a:lnTo>
                        <a:pt x="412" y="449"/>
                      </a:lnTo>
                      <a:lnTo>
                        <a:pt x="390" y="438"/>
                      </a:lnTo>
                      <a:lnTo>
                        <a:pt x="369" y="426"/>
                      </a:lnTo>
                      <a:lnTo>
                        <a:pt x="349" y="413"/>
                      </a:lnTo>
                      <a:lnTo>
                        <a:pt x="330" y="400"/>
                      </a:lnTo>
                      <a:lnTo>
                        <a:pt x="311" y="384"/>
                      </a:lnTo>
                      <a:lnTo>
                        <a:pt x="292" y="369"/>
                      </a:lnTo>
                      <a:lnTo>
                        <a:pt x="275" y="352"/>
                      </a:lnTo>
                      <a:lnTo>
                        <a:pt x="258" y="335"/>
                      </a:lnTo>
                      <a:lnTo>
                        <a:pt x="243" y="316"/>
                      </a:lnTo>
                      <a:lnTo>
                        <a:pt x="228" y="298"/>
                      </a:lnTo>
                      <a:lnTo>
                        <a:pt x="215" y="278"/>
                      </a:lnTo>
                      <a:lnTo>
                        <a:pt x="201" y="258"/>
                      </a:lnTo>
                      <a:lnTo>
                        <a:pt x="189" y="237"/>
                      </a:lnTo>
                      <a:lnTo>
                        <a:pt x="178" y="215"/>
                      </a:lnTo>
                      <a:lnTo>
                        <a:pt x="168" y="194"/>
                      </a:lnTo>
                      <a:lnTo>
                        <a:pt x="159" y="171"/>
                      </a:lnTo>
                      <a:lnTo>
                        <a:pt x="151" y="148"/>
                      </a:lnTo>
                      <a:lnTo>
                        <a:pt x="145" y="125"/>
                      </a:lnTo>
                      <a:lnTo>
                        <a:pt x="139" y="100"/>
                      </a:lnTo>
                      <a:lnTo>
                        <a:pt x="135" y="75"/>
                      </a:lnTo>
                      <a:lnTo>
                        <a:pt x="131" y="51"/>
                      </a:lnTo>
                      <a:lnTo>
                        <a:pt x="129" y="26"/>
                      </a:lnTo>
                      <a:lnTo>
                        <a:pt x="129" y="0"/>
                      </a:lnTo>
                      <a:lnTo>
                        <a:pt x="0" y="0"/>
                      </a:lnTo>
                      <a:close/>
                    </a:path>
                  </a:pathLst>
                </a:custGeom>
                <a:solidFill>
                  <a:srgbClr val="EF2B2F"/>
                </a:solidFill>
                <a:ln>
                  <a:noFill/>
                </a:ln>
              </p:spPr>
              <p:txBody>
                <a:bodyPr/>
                <a:lstStyle/>
                <a:p>
                  <a:pPr>
                    <a:defRPr/>
                  </a:pPr>
                  <a:endParaRPr lang="en-US" sz="1050">
                    <a:latin typeface="+mj-lt"/>
                  </a:endParaRPr>
                </a:p>
              </p:txBody>
            </p:sp>
            <p:sp>
              <p:nvSpPr>
                <p:cNvPr id="40987" name="Freeform 175">
                  <a:extLst>
                    <a:ext uri="{FF2B5EF4-FFF2-40B4-BE49-F238E27FC236}">
                      <a16:creationId xmlns="" xmlns:a16="http://schemas.microsoft.com/office/drawing/2014/main" id="{CD402218-7E98-EC45-EA01-D890BF6C399F}"/>
                    </a:ext>
                  </a:extLst>
                </p:cNvPr>
                <p:cNvSpPr>
                  <a:spLocks/>
                </p:cNvSpPr>
                <p:nvPr/>
              </p:nvSpPr>
              <p:spPr bwMode="auto">
                <a:xfrm>
                  <a:off x="4222" y="3732"/>
                  <a:ext cx="25"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5" y="1"/>
                      </a:lnTo>
                      <a:lnTo>
                        <a:pt x="563" y="3"/>
                      </a:lnTo>
                      <a:lnTo>
                        <a:pt x="532" y="8"/>
                      </a:lnTo>
                      <a:lnTo>
                        <a:pt x="502" y="13"/>
                      </a:lnTo>
                      <a:lnTo>
                        <a:pt x="471" y="20"/>
                      </a:lnTo>
                      <a:lnTo>
                        <a:pt x="441" y="28"/>
                      </a:lnTo>
                      <a:lnTo>
                        <a:pt x="412" y="38"/>
                      </a:lnTo>
                      <a:lnTo>
                        <a:pt x="383" y="49"/>
                      </a:lnTo>
                      <a:lnTo>
                        <a:pt x="356" y="62"/>
                      </a:lnTo>
                      <a:lnTo>
                        <a:pt x="329" y="77"/>
                      </a:lnTo>
                      <a:lnTo>
                        <a:pt x="302" y="91"/>
                      </a:lnTo>
                      <a:lnTo>
                        <a:pt x="277" y="107"/>
                      </a:lnTo>
                      <a:lnTo>
                        <a:pt x="252" y="125"/>
                      </a:lnTo>
                      <a:lnTo>
                        <a:pt x="229" y="143"/>
                      </a:lnTo>
                      <a:lnTo>
                        <a:pt x="206" y="163"/>
                      </a:lnTo>
                      <a:lnTo>
                        <a:pt x="184" y="184"/>
                      </a:lnTo>
                      <a:lnTo>
                        <a:pt x="163" y="206"/>
                      </a:lnTo>
                      <a:lnTo>
                        <a:pt x="143" y="229"/>
                      </a:lnTo>
                      <a:lnTo>
                        <a:pt x="125" y="253"/>
                      </a:lnTo>
                      <a:lnTo>
                        <a:pt x="107" y="277"/>
                      </a:lnTo>
                      <a:lnTo>
                        <a:pt x="91" y="302"/>
                      </a:lnTo>
                      <a:lnTo>
                        <a:pt x="75" y="329"/>
                      </a:lnTo>
                      <a:lnTo>
                        <a:pt x="62" y="356"/>
                      </a:lnTo>
                      <a:lnTo>
                        <a:pt x="49" y="383"/>
                      </a:lnTo>
                      <a:lnTo>
                        <a:pt x="38" y="412"/>
                      </a:lnTo>
                      <a:lnTo>
                        <a:pt x="28" y="441"/>
                      </a:lnTo>
                      <a:lnTo>
                        <a:pt x="20" y="471"/>
                      </a:lnTo>
                      <a:lnTo>
                        <a:pt x="13" y="502"/>
                      </a:lnTo>
                      <a:lnTo>
                        <a:pt x="6" y="532"/>
                      </a:lnTo>
                      <a:lnTo>
                        <a:pt x="3" y="564"/>
                      </a:lnTo>
                      <a:lnTo>
                        <a:pt x="1" y="596"/>
                      </a:lnTo>
                      <a:lnTo>
                        <a:pt x="0" y="628"/>
                      </a:lnTo>
                      <a:lnTo>
                        <a:pt x="129" y="628"/>
                      </a:lnTo>
                      <a:lnTo>
                        <a:pt x="129" y="601"/>
                      </a:lnTo>
                      <a:lnTo>
                        <a:pt x="131" y="576"/>
                      </a:lnTo>
                      <a:lnTo>
                        <a:pt x="135" y="552"/>
                      </a:lnTo>
                      <a:lnTo>
                        <a:pt x="139" y="527"/>
                      </a:lnTo>
                      <a:lnTo>
                        <a:pt x="145" y="503"/>
                      </a:lnTo>
                      <a:lnTo>
                        <a:pt x="151" y="480"/>
                      </a:lnTo>
                      <a:lnTo>
                        <a:pt x="159" y="457"/>
                      </a:lnTo>
                      <a:lnTo>
                        <a:pt x="168" y="434"/>
                      </a:lnTo>
                      <a:lnTo>
                        <a:pt x="178" y="412"/>
                      </a:lnTo>
                      <a:lnTo>
                        <a:pt x="189" y="391"/>
                      </a:lnTo>
                      <a:lnTo>
                        <a:pt x="201" y="370"/>
                      </a:lnTo>
                      <a:lnTo>
                        <a:pt x="215" y="349"/>
                      </a:lnTo>
                      <a:lnTo>
                        <a:pt x="228" y="330"/>
                      </a:lnTo>
                      <a:lnTo>
                        <a:pt x="243" y="311"/>
                      </a:lnTo>
                      <a:lnTo>
                        <a:pt x="258" y="292"/>
                      </a:lnTo>
                      <a:lnTo>
                        <a:pt x="275" y="276"/>
                      </a:lnTo>
                      <a:lnTo>
                        <a:pt x="292" y="258"/>
                      </a:lnTo>
                      <a:lnTo>
                        <a:pt x="311" y="243"/>
                      </a:lnTo>
                      <a:lnTo>
                        <a:pt x="330" y="228"/>
                      </a:lnTo>
                      <a:lnTo>
                        <a:pt x="349" y="215"/>
                      </a:lnTo>
                      <a:lnTo>
                        <a:pt x="369" y="202"/>
                      </a:lnTo>
                      <a:lnTo>
                        <a:pt x="390" y="189"/>
                      </a:lnTo>
                      <a:lnTo>
                        <a:pt x="412" y="179"/>
                      </a:lnTo>
                      <a:lnTo>
                        <a:pt x="434" y="169"/>
                      </a:lnTo>
                      <a:lnTo>
                        <a:pt x="457" y="160"/>
                      </a:lnTo>
                      <a:lnTo>
                        <a:pt x="480" y="151"/>
                      </a:lnTo>
                      <a:lnTo>
                        <a:pt x="503" y="145"/>
                      </a:lnTo>
                      <a:lnTo>
                        <a:pt x="527" y="139"/>
                      </a:lnTo>
                      <a:lnTo>
                        <a:pt x="551" y="135"/>
                      </a:lnTo>
                      <a:lnTo>
                        <a:pt x="576" y="131"/>
                      </a:lnTo>
                      <a:lnTo>
                        <a:pt x="601" y="129"/>
                      </a:lnTo>
                      <a:lnTo>
                        <a:pt x="628" y="129"/>
                      </a:lnTo>
                      <a:lnTo>
                        <a:pt x="628" y="0"/>
                      </a:lnTo>
                      <a:close/>
                    </a:path>
                  </a:pathLst>
                </a:custGeom>
                <a:solidFill>
                  <a:srgbClr val="EF2B2F"/>
                </a:solidFill>
                <a:ln>
                  <a:noFill/>
                </a:ln>
              </p:spPr>
              <p:txBody>
                <a:bodyPr/>
                <a:lstStyle/>
                <a:p>
                  <a:pPr>
                    <a:defRPr/>
                  </a:pPr>
                  <a:endParaRPr lang="en-US" sz="1050">
                    <a:latin typeface="+mj-lt"/>
                  </a:endParaRPr>
                </a:p>
              </p:txBody>
            </p:sp>
            <p:sp>
              <p:nvSpPr>
                <p:cNvPr id="40988" name="Freeform 176">
                  <a:extLst>
                    <a:ext uri="{FF2B5EF4-FFF2-40B4-BE49-F238E27FC236}">
                      <a16:creationId xmlns="" xmlns:a16="http://schemas.microsoft.com/office/drawing/2014/main" id="{4E1B027B-7C74-0CDE-5573-D14664253CEA}"/>
                    </a:ext>
                  </a:extLst>
                </p:cNvPr>
                <p:cNvSpPr>
                  <a:spLocks/>
                </p:cNvSpPr>
                <p:nvPr/>
              </p:nvSpPr>
              <p:spPr bwMode="auto">
                <a:xfrm>
                  <a:off x="4224" y="3801"/>
                  <a:ext cx="45" cy="36"/>
                </a:xfrm>
                <a:custGeom>
                  <a:avLst/>
                  <a:gdLst>
                    <a:gd name="T0" fmla="*/ 0 w 1126"/>
                    <a:gd name="T1" fmla="*/ 0 h 1126"/>
                    <a:gd name="T2" fmla="*/ 0 w 1126"/>
                    <a:gd name="T3" fmla="*/ 0 h 1126"/>
                    <a:gd name="T4" fmla="*/ 0 w 1126"/>
                    <a:gd name="T5" fmla="*/ 0 h 1126"/>
                    <a:gd name="T6" fmla="*/ 0 w 1126"/>
                    <a:gd name="T7" fmla="*/ 0 h 1126"/>
                    <a:gd name="T8" fmla="*/ 0 w 1126"/>
                    <a:gd name="T9" fmla="*/ 0 h 1126"/>
                    <a:gd name="T10" fmla="*/ 0 w 1126"/>
                    <a:gd name="T11" fmla="*/ 0 h 1126"/>
                    <a:gd name="T12" fmla="*/ 0 w 1126"/>
                    <a:gd name="T13" fmla="*/ 0 h 1126"/>
                    <a:gd name="T14" fmla="*/ 0 w 1126"/>
                    <a:gd name="T15" fmla="*/ 0 h 1126"/>
                    <a:gd name="T16" fmla="*/ 0 w 1126"/>
                    <a:gd name="T17" fmla="*/ 0 h 1126"/>
                    <a:gd name="T18" fmla="*/ 0 w 1126"/>
                    <a:gd name="T19" fmla="*/ 0 h 1126"/>
                    <a:gd name="T20" fmla="*/ 0 w 1126"/>
                    <a:gd name="T21" fmla="*/ 0 h 1126"/>
                    <a:gd name="T22" fmla="*/ 0 w 1126"/>
                    <a:gd name="T23" fmla="*/ 0 h 1126"/>
                    <a:gd name="T24" fmla="*/ 0 w 1126"/>
                    <a:gd name="T25" fmla="*/ 0 h 1126"/>
                    <a:gd name="T26" fmla="*/ 0 w 1126"/>
                    <a:gd name="T27" fmla="*/ 0 h 1126"/>
                    <a:gd name="T28" fmla="*/ 0 w 1126"/>
                    <a:gd name="T29" fmla="*/ 0 h 1126"/>
                    <a:gd name="T30" fmla="*/ 0 w 1126"/>
                    <a:gd name="T31" fmla="*/ 0 h 1126"/>
                    <a:gd name="T32" fmla="*/ 0 w 1126"/>
                    <a:gd name="T33" fmla="*/ 0 h 1126"/>
                    <a:gd name="T34" fmla="*/ 0 w 1126"/>
                    <a:gd name="T35" fmla="*/ 0 h 1126"/>
                    <a:gd name="T36" fmla="*/ 0 w 1126"/>
                    <a:gd name="T37" fmla="*/ 0 h 1126"/>
                    <a:gd name="T38" fmla="*/ 0 w 1126"/>
                    <a:gd name="T39" fmla="*/ 0 h 1126"/>
                    <a:gd name="T40" fmla="*/ 0 w 1126"/>
                    <a:gd name="T41" fmla="*/ 0 h 1126"/>
                    <a:gd name="T42" fmla="*/ 0 w 1126"/>
                    <a:gd name="T43" fmla="*/ 0 h 1126"/>
                    <a:gd name="T44" fmla="*/ 0 w 1126"/>
                    <a:gd name="T45" fmla="*/ 0 h 1126"/>
                    <a:gd name="T46" fmla="*/ 0 w 1126"/>
                    <a:gd name="T47" fmla="*/ 0 h 1126"/>
                    <a:gd name="T48" fmla="*/ 0 w 1126"/>
                    <a:gd name="T49" fmla="*/ 0 h 1126"/>
                    <a:gd name="T50" fmla="*/ 0 w 1126"/>
                    <a:gd name="T51" fmla="*/ 0 h 1126"/>
                    <a:gd name="T52" fmla="*/ 0 w 1126"/>
                    <a:gd name="T53" fmla="*/ 0 h 1126"/>
                    <a:gd name="T54" fmla="*/ 0 w 1126"/>
                    <a:gd name="T55" fmla="*/ 0 h 1126"/>
                    <a:gd name="T56" fmla="*/ 0 w 1126"/>
                    <a:gd name="T57" fmla="*/ 0 h 1126"/>
                    <a:gd name="T58" fmla="*/ 0 w 1126"/>
                    <a:gd name="T59" fmla="*/ 0 h 1126"/>
                    <a:gd name="T60" fmla="*/ 0 w 1126"/>
                    <a:gd name="T61" fmla="*/ 0 h 1126"/>
                    <a:gd name="T62" fmla="*/ 0 w 1126"/>
                    <a:gd name="T63" fmla="*/ 0 h 1126"/>
                    <a:gd name="T64" fmla="*/ 0 w 1126"/>
                    <a:gd name="T65" fmla="*/ 0 h 1126"/>
                    <a:gd name="T66" fmla="*/ 0 w 1126"/>
                    <a:gd name="T67" fmla="*/ 0 h 1126"/>
                    <a:gd name="T68" fmla="*/ 0 w 1126"/>
                    <a:gd name="T69" fmla="*/ 0 h 1126"/>
                    <a:gd name="T70" fmla="*/ 0 w 1126"/>
                    <a:gd name="T71" fmla="*/ 0 h 1126"/>
                    <a:gd name="T72" fmla="*/ 0 w 1126"/>
                    <a:gd name="T73" fmla="*/ 0 h 1126"/>
                    <a:gd name="T74" fmla="*/ 0 w 1126"/>
                    <a:gd name="T75" fmla="*/ 0 h 1126"/>
                    <a:gd name="T76" fmla="*/ 0 w 1126"/>
                    <a:gd name="T77" fmla="*/ 0 h 1126"/>
                    <a:gd name="T78" fmla="*/ 0 w 1126"/>
                    <a:gd name="T79" fmla="*/ 0 h 1126"/>
                    <a:gd name="T80" fmla="*/ 0 w 1126"/>
                    <a:gd name="T81" fmla="*/ 0 h 1126"/>
                    <a:gd name="T82" fmla="*/ 0 w 1126"/>
                    <a:gd name="T83" fmla="*/ 0 h 1126"/>
                    <a:gd name="T84" fmla="*/ 0 w 1126"/>
                    <a:gd name="T85" fmla="*/ 0 h 112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26"/>
                    <a:gd name="T130" fmla="*/ 0 h 1126"/>
                    <a:gd name="T131" fmla="*/ 1126 w 1126"/>
                    <a:gd name="T132" fmla="*/ 1126 h 112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26" h="1126">
                      <a:moveTo>
                        <a:pt x="563" y="0"/>
                      </a:moveTo>
                      <a:lnTo>
                        <a:pt x="592" y="1"/>
                      </a:lnTo>
                      <a:lnTo>
                        <a:pt x="620" y="3"/>
                      </a:lnTo>
                      <a:lnTo>
                        <a:pt x="649" y="6"/>
                      </a:lnTo>
                      <a:lnTo>
                        <a:pt x="676" y="12"/>
                      </a:lnTo>
                      <a:lnTo>
                        <a:pt x="703" y="19"/>
                      </a:lnTo>
                      <a:lnTo>
                        <a:pt x="731" y="26"/>
                      </a:lnTo>
                      <a:lnTo>
                        <a:pt x="757" y="35"/>
                      </a:lnTo>
                      <a:lnTo>
                        <a:pt x="782" y="45"/>
                      </a:lnTo>
                      <a:lnTo>
                        <a:pt x="808" y="56"/>
                      </a:lnTo>
                      <a:lnTo>
                        <a:pt x="832" y="69"/>
                      </a:lnTo>
                      <a:lnTo>
                        <a:pt x="855" y="82"/>
                      </a:lnTo>
                      <a:lnTo>
                        <a:pt x="878" y="96"/>
                      </a:lnTo>
                      <a:lnTo>
                        <a:pt x="900" y="113"/>
                      </a:lnTo>
                      <a:lnTo>
                        <a:pt x="921" y="129"/>
                      </a:lnTo>
                      <a:lnTo>
                        <a:pt x="941" y="147"/>
                      </a:lnTo>
                      <a:lnTo>
                        <a:pt x="961" y="165"/>
                      </a:lnTo>
                      <a:lnTo>
                        <a:pt x="980" y="185"/>
                      </a:lnTo>
                      <a:lnTo>
                        <a:pt x="998" y="206"/>
                      </a:lnTo>
                      <a:lnTo>
                        <a:pt x="1015" y="227"/>
                      </a:lnTo>
                      <a:lnTo>
                        <a:pt x="1030" y="249"/>
                      </a:lnTo>
                      <a:lnTo>
                        <a:pt x="1045" y="272"/>
                      </a:lnTo>
                      <a:lnTo>
                        <a:pt x="1058" y="296"/>
                      </a:lnTo>
                      <a:lnTo>
                        <a:pt x="1070" y="320"/>
                      </a:lnTo>
                      <a:lnTo>
                        <a:pt x="1083" y="345"/>
                      </a:lnTo>
                      <a:lnTo>
                        <a:pt x="1092" y="370"/>
                      </a:lnTo>
                      <a:lnTo>
                        <a:pt x="1101" y="396"/>
                      </a:lnTo>
                      <a:lnTo>
                        <a:pt x="1109" y="423"/>
                      </a:lnTo>
                      <a:lnTo>
                        <a:pt x="1115" y="450"/>
                      </a:lnTo>
                      <a:lnTo>
                        <a:pt x="1120" y="478"/>
                      </a:lnTo>
                      <a:lnTo>
                        <a:pt x="1124" y="506"/>
                      </a:lnTo>
                      <a:lnTo>
                        <a:pt x="1125" y="535"/>
                      </a:lnTo>
                      <a:lnTo>
                        <a:pt x="1126" y="563"/>
                      </a:lnTo>
                      <a:lnTo>
                        <a:pt x="1125" y="593"/>
                      </a:lnTo>
                      <a:lnTo>
                        <a:pt x="1124" y="621"/>
                      </a:lnTo>
                      <a:lnTo>
                        <a:pt x="1120" y="650"/>
                      </a:lnTo>
                      <a:lnTo>
                        <a:pt x="1115" y="677"/>
                      </a:lnTo>
                      <a:lnTo>
                        <a:pt x="1109" y="704"/>
                      </a:lnTo>
                      <a:lnTo>
                        <a:pt x="1101" y="731"/>
                      </a:lnTo>
                      <a:lnTo>
                        <a:pt x="1092" y="757"/>
                      </a:lnTo>
                      <a:lnTo>
                        <a:pt x="1083" y="782"/>
                      </a:lnTo>
                      <a:lnTo>
                        <a:pt x="1070" y="807"/>
                      </a:lnTo>
                      <a:lnTo>
                        <a:pt x="1058" y="831"/>
                      </a:lnTo>
                      <a:lnTo>
                        <a:pt x="1045" y="855"/>
                      </a:lnTo>
                      <a:lnTo>
                        <a:pt x="1030" y="878"/>
                      </a:lnTo>
                      <a:lnTo>
                        <a:pt x="1015" y="900"/>
                      </a:lnTo>
                      <a:lnTo>
                        <a:pt x="998" y="921"/>
                      </a:lnTo>
                      <a:lnTo>
                        <a:pt x="980" y="942"/>
                      </a:lnTo>
                      <a:lnTo>
                        <a:pt x="961" y="962"/>
                      </a:lnTo>
                      <a:lnTo>
                        <a:pt x="941" y="980"/>
                      </a:lnTo>
                      <a:lnTo>
                        <a:pt x="921" y="998"/>
                      </a:lnTo>
                      <a:lnTo>
                        <a:pt x="900" y="1014"/>
                      </a:lnTo>
                      <a:lnTo>
                        <a:pt x="878" y="1031"/>
                      </a:lnTo>
                      <a:lnTo>
                        <a:pt x="855" y="1045"/>
                      </a:lnTo>
                      <a:lnTo>
                        <a:pt x="832" y="1058"/>
                      </a:lnTo>
                      <a:lnTo>
                        <a:pt x="808" y="1071"/>
                      </a:lnTo>
                      <a:lnTo>
                        <a:pt x="782" y="1082"/>
                      </a:lnTo>
                      <a:lnTo>
                        <a:pt x="757" y="1092"/>
                      </a:lnTo>
                      <a:lnTo>
                        <a:pt x="731" y="1101"/>
                      </a:lnTo>
                      <a:lnTo>
                        <a:pt x="703" y="1109"/>
                      </a:lnTo>
                      <a:lnTo>
                        <a:pt x="676" y="1115"/>
                      </a:lnTo>
                      <a:lnTo>
                        <a:pt x="649" y="1121"/>
                      </a:lnTo>
                      <a:lnTo>
                        <a:pt x="620" y="1124"/>
                      </a:lnTo>
                      <a:lnTo>
                        <a:pt x="592" y="1126"/>
                      </a:lnTo>
                      <a:lnTo>
                        <a:pt x="563" y="1126"/>
                      </a:lnTo>
                      <a:lnTo>
                        <a:pt x="535" y="1126"/>
                      </a:lnTo>
                      <a:lnTo>
                        <a:pt x="506" y="1124"/>
                      </a:lnTo>
                      <a:lnTo>
                        <a:pt x="478" y="1121"/>
                      </a:lnTo>
                      <a:lnTo>
                        <a:pt x="450" y="1115"/>
                      </a:lnTo>
                      <a:lnTo>
                        <a:pt x="423" y="1109"/>
                      </a:lnTo>
                      <a:lnTo>
                        <a:pt x="396" y="1101"/>
                      </a:lnTo>
                      <a:lnTo>
                        <a:pt x="370" y="1092"/>
                      </a:lnTo>
                      <a:lnTo>
                        <a:pt x="344" y="1082"/>
                      </a:lnTo>
                      <a:lnTo>
                        <a:pt x="320" y="1071"/>
                      </a:lnTo>
                      <a:lnTo>
                        <a:pt x="295" y="1058"/>
                      </a:lnTo>
                      <a:lnTo>
                        <a:pt x="272" y="1045"/>
                      </a:lnTo>
                      <a:lnTo>
                        <a:pt x="249" y="1031"/>
                      </a:lnTo>
                      <a:lnTo>
                        <a:pt x="227" y="1014"/>
                      </a:lnTo>
                      <a:lnTo>
                        <a:pt x="205" y="998"/>
                      </a:lnTo>
                      <a:lnTo>
                        <a:pt x="185" y="980"/>
                      </a:lnTo>
                      <a:lnTo>
                        <a:pt x="165" y="962"/>
                      </a:lnTo>
                      <a:lnTo>
                        <a:pt x="147" y="942"/>
                      </a:lnTo>
                      <a:lnTo>
                        <a:pt x="129" y="921"/>
                      </a:lnTo>
                      <a:lnTo>
                        <a:pt x="112" y="900"/>
                      </a:lnTo>
                      <a:lnTo>
                        <a:pt x="96" y="878"/>
                      </a:lnTo>
                      <a:lnTo>
                        <a:pt x="82" y="855"/>
                      </a:lnTo>
                      <a:lnTo>
                        <a:pt x="68" y="831"/>
                      </a:lnTo>
                      <a:lnTo>
                        <a:pt x="56" y="807"/>
                      </a:lnTo>
                      <a:lnTo>
                        <a:pt x="44" y="782"/>
                      </a:lnTo>
                      <a:lnTo>
                        <a:pt x="34" y="757"/>
                      </a:lnTo>
                      <a:lnTo>
                        <a:pt x="25" y="731"/>
                      </a:lnTo>
                      <a:lnTo>
                        <a:pt x="17" y="704"/>
                      </a:lnTo>
                      <a:lnTo>
                        <a:pt x="11" y="677"/>
                      </a:lnTo>
                      <a:lnTo>
                        <a:pt x="7" y="650"/>
                      </a:lnTo>
                      <a:lnTo>
                        <a:pt x="3" y="621"/>
                      </a:lnTo>
                      <a:lnTo>
                        <a:pt x="1" y="593"/>
                      </a:lnTo>
                      <a:lnTo>
                        <a:pt x="0" y="563"/>
                      </a:lnTo>
                      <a:lnTo>
                        <a:pt x="1" y="535"/>
                      </a:lnTo>
                      <a:lnTo>
                        <a:pt x="3" y="506"/>
                      </a:lnTo>
                      <a:lnTo>
                        <a:pt x="7" y="478"/>
                      </a:lnTo>
                      <a:lnTo>
                        <a:pt x="11" y="450"/>
                      </a:lnTo>
                      <a:lnTo>
                        <a:pt x="17" y="423"/>
                      </a:lnTo>
                      <a:lnTo>
                        <a:pt x="25" y="396"/>
                      </a:lnTo>
                      <a:lnTo>
                        <a:pt x="34" y="370"/>
                      </a:lnTo>
                      <a:lnTo>
                        <a:pt x="44" y="345"/>
                      </a:lnTo>
                      <a:lnTo>
                        <a:pt x="56" y="320"/>
                      </a:lnTo>
                      <a:lnTo>
                        <a:pt x="68" y="296"/>
                      </a:lnTo>
                      <a:lnTo>
                        <a:pt x="82" y="272"/>
                      </a:lnTo>
                      <a:lnTo>
                        <a:pt x="96" y="249"/>
                      </a:lnTo>
                      <a:lnTo>
                        <a:pt x="112" y="227"/>
                      </a:lnTo>
                      <a:lnTo>
                        <a:pt x="129" y="206"/>
                      </a:lnTo>
                      <a:lnTo>
                        <a:pt x="147" y="185"/>
                      </a:lnTo>
                      <a:lnTo>
                        <a:pt x="165" y="165"/>
                      </a:lnTo>
                      <a:lnTo>
                        <a:pt x="185" y="147"/>
                      </a:lnTo>
                      <a:lnTo>
                        <a:pt x="205" y="129"/>
                      </a:lnTo>
                      <a:lnTo>
                        <a:pt x="227" y="113"/>
                      </a:lnTo>
                      <a:lnTo>
                        <a:pt x="249" y="96"/>
                      </a:lnTo>
                      <a:lnTo>
                        <a:pt x="272" y="82"/>
                      </a:lnTo>
                      <a:lnTo>
                        <a:pt x="295" y="69"/>
                      </a:lnTo>
                      <a:lnTo>
                        <a:pt x="320" y="56"/>
                      </a:lnTo>
                      <a:lnTo>
                        <a:pt x="344" y="45"/>
                      </a:lnTo>
                      <a:lnTo>
                        <a:pt x="370" y="35"/>
                      </a:lnTo>
                      <a:lnTo>
                        <a:pt x="396" y="26"/>
                      </a:lnTo>
                      <a:lnTo>
                        <a:pt x="423" y="19"/>
                      </a:lnTo>
                      <a:lnTo>
                        <a:pt x="450" y="12"/>
                      </a:lnTo>
                      <a:lnTo>
                        <a:pt x="478" y="6"/>
                      </a:lnTo>
                      <a:lnTo>
                        <a:pt x="506" y="3"/>
                      </a:lnTo>
                      <a:lnTo>
                        <a:pt x="535" y="1"/>
                      </a:lnTo>
                      <a:lnTo>
                        <a:pt x="563" y="0"/>
                      </a:lnTo>
                      <a:close/>
                    </a:path>
                  </a:pathLst>
                </a:custGeom>
                <a:solidFill>
                  <a:srgbClr val="00A7D1"/>
                </a:solidFill>
                <a:ln>
                  <a:noFill/>
                </a:ln>
              </p:spPr>
              <p:txBody>
                <a:bodyPr/>
                <a:lstStyle/>
                <a:p>
                  <a:pPr>
                    <a:defRPr/>
                  </a:pPr>
                  <a:endParaRPr lang="en-US" sz="1050">
                    <a:latin typeface="+mj-lt"/>
                  </a:endParaRPr>
                </a:p>
              </p:txBody>
            </p:sp>
            <p:sp>
              <p:nvSpPr>
                <p:cNvPr id="40989" name="Freeform 177">
                  <a:extLst>
                    <a:ext uri="{FF2B5EF4-FFF2-40B4-BE49-F238E27FC236}">
                      <a16:creationId xmlns="" xmlns:a16="http://schemas.microsoft.com/office/drawing/2014/main" id="{90586E9E-0A3E-3237-6AA1-6119CB0ABDB5}"/>
                    </a:ext>
                  </a:extLst>
                </p:cNvPr>
                <p:cNvSpPr>
                  <a:spLocks/>
                </p:cNvSpPr>
                <p:nvPr/>
              </p:nvSpPr>
              <p:spPr bwMode="auto">
                <a:xfrm>
                  <a:off x="4246" y="3798"/>
                  <a:ext cx="24"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7" y="596"/>
                      </a:lnTo>
                      <a:lnTo>
                        <a:pt x="625" y="564"/>
                      </a:lnTo>
                      <a:lnTo>
                        <a:pt x="621" y="534"/>
                      </a:lnTo>
                      <a:lnTo>
                        <a:pt x="615" y="502"/>
                      </a:lnTo>
                      <a:lnTo>
                        <a:pt x="608" y="471"/>
                      </a:lnTo>
                      <a:lnTo>
                        <a:pt x="600" y="442"/>
                      </a:lnTo>
                      <a:lnTo>
                        <a:pt x="590" y="413"/>
                      </a:lnTo>
                      <a:lnTo>
                        <a:pt x="579" y="385"/>
                      </a:lnTo>
                      <a:lnTo>
                        <a:pt x="566" y="356"/>
                      </a:lnTo>
                      <a:lnTo>
                        <a:pt x="552" y="330"/>
                      </a:lnTo>
                      <a:lnTo>
                        <a:pt x="537" y="304"/>
                      </a:lnTo>
                      <a:lnTo>
                        <a:pt x="521" y="277"/>
                      </a:lnTo>
                      <a:lnTo>
                        <a:pt x="503" y="253"/>
                      </a:lnTo>
                      <a:lnTo>
                        <a:pt x="484" y="229"/>
                      </a:lnTo>
                      <a:lnTo>
                        <a:pt x="465" y="206"/>
                      </a:lnTo>
                      <a:lnTo>
                        <a:pt x="444" y="184"/>
                      </a:lnTo>
                      <a:lnTo>
                        <a:pt x="422" y="165"/>
                      </a:lnTo>
                      <a:lnTo>
                        <a:pt x="399" y="145"/>
                      </a:lnTo>
                      <a:lnTo>
                        <a:pt x="376" y="126"/>
                      </a:lnTo>
                      <a:lnTo>
                        <a:pt x="351" y="108"/>
                      </a:lnTo>
                      <a:lnTo>
                        <a:pt x="326" y="92"/>
                      </a:lnTo>
                      <a:lnTo>
                        <a:pt x="299" y="77"/>
                      </a:lnTo>
                      <a:lnTo>
                        <a:pt x="272" y="63"/>
                      </a:lnTo>
                      <a:lnTo>
                        <a:pt x="245" y="51"/>
                      </a:lnTo>
                      <a:lnTo>
                        <a:pt x="216" y="39"/>
                      </a:lnTo>
                      <a:lnTo>
                        <a:pt x="186" y="29"/>
                      </a:lnTo>
                      <a:lnTo>
                        <a:pt x="157" y="21"/>
                      </a:lnTo>
                      <a:lnTo>
                        <a:pt x="126" y="13"/>
                      </a:lnTo>
                      <a:lnTo>
                        <a:pt x="95" y="8"/>
                      </a:lnTo>
                      <a:lnTo>
                        <a:pt x="64" y="4"/>
                      </a:lnTo>
                      <a:lnTo>
                        <a:pt x="32" y="1"/>
                      </a:lnTo>
                      <a:lnTo>
                        <a:pt x="0" y="0"/>
                      </a:lnTo>
                      <a:lnTo>
                        <a:pt x="0" y="130"/>
                      </a:lnTo>
                      <a:lnTo>
                        <a:pt x="25" y="131"/>
                      </a:lnTo>
                      <a:lnTo>
                        <a:pt x="52" y="133"/>
                      </a:lnTo>
                      <a:lnTo>
                        <a:pt x="76" y="136"/>
                      </a:lnTo>
                      <a:lnTo>
                        <a:pt x="101" y="139"/>
                      </a:lnTo>
                      <a:lnTo>
                        <a:pt x="125" y="146"/>
                      </a:lnTo>
                      <a:lnTo>
                        <a:pt x="148" y="153"/>
                      </a:lnTo>
                      <a:lnTo>
                        <a:pt x="171" y="160"/>
                      </a:lnTo>
                      <a:lnTo>
                        <a:pt x="194" y="169"/>
                      </a:lnTo>
                      <a:lnTo>
                        <a:pt x="216" y="179"/>
                      </a:lnTo>
                      <a:lnTo>
                        <a:pt x="238" y="190"/>
                      </a:lnTo>
                      <a:lnTo>
                        <a:pt x="259" y="202"/>
                      </a:lnTo>
                      <a:lnTo>
                        <a:pt x="278" y="215"/>
                      </a:lnTo>
                      <a:lnTo>
                        <a:pt x="298" y="229"/>
                      </a:lnTo>
                      <a:lnTo>
                        <a:pt x="317" y="243"/>
                      </a:lnTo>
                      <a:lnTo>
                        <a:pt x="335" y="260"/>
                      </a:lnTo>
                      <a:lnTo>
                        <a:pt x="353" y="276"/>
                      </a:lnTo>
                      <a:lnTo>
                        <a:pt x="369" y="294"/>
                      </a:lnTo>
                      <a:lnTo>
                        <a:pt x="385" y="311"/>
                      </a:lnTo>
                      <a:lnTo>
                        <a:pt x="400" y="330"/>
                      </a:lnTo>
                      <a:lnTo>
                        <a:pt x="413" y="350"/>
                      </a:lnTo>
                      <a:lnTo>
                        <a:pt x="426" y="371"/>
                      </a:lnTo>
                      <a:lnTo>
                        <a:pt x="438" y="391"/>
                      </a:lnTo>
                      <a:lnTo>
                        <a:pt x="449" y="412"/>
                      </a:lnTo>
                      <a:lnTo>
                        <a:pt x="459" y="434"/>
                      </a:lnTo>
                      <a:lnTo>
                        <a:pt x="469" y="457"/>
                      </a:lnTo>
                      <a:lnTo>
                        <a:pt x="477" y="480"/>
                      </a:lnTo>
                      <a:lnTo>
                        <a:pt x="483" y="504"/>
                      </a:lnTo>
                      <a:lnTo>
                        <a:pt x="489" y="528"/>
                      </a:lnTo>
                      <a:lnTo>
                        <a:pt x="493" y="552"/>
                      </a:lnTo>
                      <a:lnTo>
                        <a:pt x="497" y="578"/>
                      </a:lnTo>
                      <a:lnTo>
                        <a:pt x="499" y="603"/>
                      </a:lnTo>
                      <a:lnTo>
                        <a:pt x="499" y="628"/>
                      </a:lnTo>
                      <a:lnTo>
                        <a:pt x="628" y="628"/>
                      </a:lnTo>
                      <a:close/>
                    </a:path>
                  </a:pathLst>
                </a:custGeom>
                <a:solidFill>
                  <a:srgbClr val="00A7D1"/>
                </a:solidFill>
                <a:ln>
                  <a:noFill/>
                </a:ln>
              </p:spPr>
              <p:txBody>
                <a:bodyPr/>
                <a:lstStyle/>
                <a:p>
                  <a:pPr>
                    <a:defRPr/>
                  </a:pPr>
                  <a:endParaRPr lang="en-US" sz="1050">
                    <a:latin typeface="+mj-lt"/>
                  </a:endParaRPr>
                </a:p>
              </p:txBody>
            </p:sp>
            <p:sp>
              <p:nvSpPr>
                <p:cNvPr id="40990" name="Freeform 178">
                  <a:extLst>
                    <a:ext uri="{FF2B5EF4-FFF2-40B4-BE49-F238E27FC236}">
                      <a16:creationId xmlns="" xmlns:a16="http://schemas.microsoft.com/office/drawing/2014/main" id="{EAFD36B6-4617-5130-346B-36A6A2616AC1}"/>
                    </a:ext>
                  </a:extLst>
                </p:cNvPr>
                <p:cNvSpPr>
                  <a:spLocks/>
                </p:cNvSpPr>
                <p:nvPr/>
              </p:nvSpPr>
              <p:spPr bwMode="auto">
                <a:xfrm>
                  <a:off x="4246" y="3822"/>
                  <a:ext cx="24"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2" y="628"/>
                      </a:lnTo>
                      <a:lnTo>
                        <a:pt x="64" y="624"/>
                      </a:lnTo>
                      <a:lnTo>
                        <a:pt x="95" y="621"/>
                      </a:lnTo>
                      <a:lnTo>
                        <a:pt x="126" y="616"/>
                      </a:lnTo>
                      <a:lnTo>
                        <a:pt x="157" y="608"/>
                      </a:lnTo>
                      <a:lnTo>
                        <a:pt x="186" y="600"/>
                      </a:lnTo>
                      <a:lnTo>
                        <a:pt x="216" y="590"/>
                      </a:lnTo>
                      <a:lnTo>
                        <a:pt x="245" y="578"/>
                      </a:lnTo>
                      <a:lnTo>
                        <a:pt x="272" y="566"/>
                      </a:lnTo>
                      <a:lnTo>
                        <a:pt x="299" y="552"/>
                      </a:lnTo>
                      <a:lnTo>
                        <a:pt x="326" y="537"/>
                      </a:lnTo>
                      <a:lnTo>
                        <a:pt x="351" y="520"/>
                      </a:lnTo>
                      <a:lnTo>
                        <a:pt x="376" y="503"/>
                      </a:lnTo>
                      <a:lnTo>
                        <a:pt x="399" y="484"/>
                      </a:lnTo>
                      <a:lnTo>
                        <a:pt x="422" y="464"/>
                      </a:lnTo>
                      <a:lnTo>
                        <a:pt x="444" y="444"/>
                      </a:lnTo>
                      <a:lnTo>
                        <a:pt x="465" y="422"/>
                      </a:lnTo>
                      <a:lnTo>
                        <a:pt x="484" y="400"/>
                      </a:lnTo>
                      <a:lnTo>
                        <a:pt x="503" y="376"/>
                      </a:lnTo>
                      <a:lnTo>
                        <a:pt x="521" y="351"/>
                      </a:lnTo>
                      <a:lnTo>
                        <a:pt x="537" y="325"/>
                      </a:lnTo>
                      <a:lnTo>
                        <a:pt x="552" y="299"/>
                      </a:lnTo>
                      <a:lnTo>
                        <a:pt x="566" y="273"/>
                      </a:lnTo>
                      <a:lnTo>
                        <a:pt x="579" y="244"/>
                      </a:lnTo>
                      <a:lnTo>
                        <a:pt x="590" y="216"/>
                      </a:lnTo>
                      <a:lnTo>
                        <a:pt x="600" y="187"/>
                      </a:lnTo>
                      <a:lnTo>
                        <a:pt x="608" y="157"/>
                      </a:lnTo>
                      <a:lnTo>
                        <a:pt x="615" y="127"/>
                      </a:lnTo>
                      <a:lnTo>
                        <a:pt x="621" y="95"/>
                      </a:lnTo>
                      <a:lnTo>
                        <a:pt x="625" y="65"/>
                      </a:lnTo>
                      <a:lnTo>
                        <a:pt x="627" y="33"/>
                      </a:lnTo>
                      <a:lnTo>
                        <a:pt x="628" y="0"/>
                      </a:lnTo>
                      <a:lnTo>
                        <a:pt x="499" y="0"/>
                      </a:lnTo>
                      <a:lnTo>
                        <a:pt x="499" y="26"/>
                      </a:lnTo>
                      <a:lnTo>
                        <a:pt x="497" y="51"/>
                      </a:lnTo>
                      <a:lnTo>
                        <a:pt x="493" y="77"/>
                      </a:lnTo>
                      <a:lnTo>
                        <a:pt x="489" y="101"/>
                      </a:lnTo>
                      <a:lnTo>
                        <a:pt x="483" y="125"/>
                      </a:lnTo>
                      <a:lnTo>
                        <a:pt x="477" y="148"/>
                      </a:lnTo>
                      <a:lnTo>
                        <a:pt x="469" y="172"/>
                      </a:lnTo>
                      <a:lnTo>
                        <a:pt x="459" y="194"/>
                      </a:lnTo>
                      <a:lnTo>
                        <a:pt x="449" y="216"/>
                      </a:lnTo>
                      <a:lnTo>
                        <a:pt x="438" y="238"/>
                      </a:lnTo>
                      <a:lnTo>
                        <a:pt x="426" y="259"/>
                      </a:lnTo>
                      <a:lnTo>
                        <a:pt x="413" y="279"/>
                      </a:lnTo>
                      <a:lnTo>
                        <a:pt x="400" y="298"/>
                      </a:lnTo>
                      <a:lnTo>
                        <a:pt x="385" y="318"/>
                      </a:lnTo>
                      <a:lnTo>
                        <a:pt x="369" y="335"/>
                      </a:lnTo>
                      <a:lnTo>
                        <a:pt x="353" y="353"/>
                      </a:lnTo>
                      <a:lnTo>
                        <a:pt x="335" y="369"/>
                      </a:lnTo>
                      <a:lnTo>
                        <a:pt x="317" y="385"/>
                      </a:lnTo>
                      <a:lnTo>
                        <a:pt x="298" y="400"/>
                      </a:lnTo>
                      <a:lnTo>
                        <a:pt x="278" y="414"/>
                      </a:lnTo>
                      <a:lnTo>
                        <a:pt x="259" y="427"/>
                      </a:lnTo>
                      <a:lnTo>
                        <a:pt x="238" y="439"/>
                      </a:lnTo>
                      <a:lnTo>
                        <a:pt x="216" y="450"/>
                      </a:lnTo>
                      <a:lnTo>
                        <a:pt x="194" y="460"/>
                      </a:lnTo>
                      <a:lnTo>
                        <a:pt x="171" y="469"/>
                      </a:lnTo>
                      <a:lnTo>
                        <a:pt x="148" y="477"/>
                      </a:lnTo>
                      <a:lnTo>
                        <a:pt x="125" y="483"/>
                      </a:lnTo>
                      <a:lnTo>
                        <a:pt x="101" y="489"/>
                      </a:lnTo>
                      <a:lnTo>
                        <a:pt x="76" y="493"/>
                      </a:lnTo>
                      <a:lnTo>
                        <a:pt x="52" y="496"/>
                      </a:lnTo>
                      <a:lnTo>
                        <a:pt x="26" y="498"/>
                      </a:lnTo>
                      <a:lnTo>
                        <a:pt x="0" y="498"/>
                      </a:lnTo>
                      <a:lnTo>
                        <a:pt x="0" y="628"/>
                      </a:lnTo>
                      <a:close/>
                    </a:path>
                  </a:pathLst>
                </a:custGeom>
                <a:solidFill>
                  <a:srgbClr val="00A7D1"/>
                </a:solidFill>
                <a:ln>
                  <a:noFill/>
                </a:ln>
              </p:spPr>
              <p:txBody>
                <a:bodyPr/>
                <a:lstStyle/>
                <a:p>
                  <a:pPr>
                    <a:defRPr/>
                  </a:pPr>
                  <a:endParaRPr lang="en-US" sz="1050">
                    <a:latin typeface="+mj-lt"/>
                  </a:endParaRPr>
                </a:p>
              </p:txBody>
            </p:sp>
            <p:sp>
              <p:nvSpPr>
                <p:cNvPr id="40991" name="Freeform 179">
                  <a:extLst>
                    <a:ext uri="{FF2B5EF4-FFF2-40B4-BE49-F238E27FC236}">
                      <a16:creationId xmlns="" xmlns:a16="http://schemas.microsoft.com/office/drawing/2014/main" id="{6E7D5706-EB87-0A5C-BE6E-5177C600B252}"/>
                    </a:ext>
                  </a:extLst>
                </p:cNvPr>
                <p:cNvSpPr>
                  <a:spLocks/>
                </p:cNvSpPr>
                <p:nvPr/>
              </p:nvSpPr>
              <p:spPr bwMode="auto">
                <a:xfrm>
                  <a:off x="4222" y="3822"/>
                  <a:ext cx="24"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1" y="33"/>
                      </a:lnTo>
                      <a:lnTo>
                        <a:pt x="4" y="65"/>
                      </a:lnTo>
                      <a:lnTo>
                        <a:pt x="8" y="95"/>
                      </a:lnTo>
                      <a:lnTo>
                        <a:pt x="13" y="127"/>
                      </a:lnTo>
                      <a:lnTo>
                        <a:pt x="20" y="157"/>
                      </a:lnTo>
                      <a:lnTo>
                        <a:pt x="29" y="187"/>
                      </a:lnTo>
                      <a:lnTo>
                        <a:pt x="39" y="216"/>
                      </a:lnTo>
                      <a:lnTo>
                        <a:pt x="50" y="244"/>
                      </a:lnTo>
                      <a:lnTo>
                        <a:pt x="63" y="273"/>
                      </a:lnTo>
                      <a:lnTo>
                        <a:pt x="77" y="299"/>
                      </a:lnTo>
                      <a:lnTo>
                        <a:pt x="91" y="325"/>
                      </a:lnTo>
                      <a:lnTo>
                        <a:pt x="108" y="351"/>
                      </a:lnTo>
                      <a:lnTo>
                        <a:pt x="125" y="376"/>
                      </a:lnTo>
                      <a:lnTo>
                        <a:pt x="144" y="400"/>
                      </a:lnTo>
                      <a:lnTo>
                        <a:pt x="164" y="422"/>
                      </a:lnTo>
                      <a:lnTo>
                        <a:pt x="184" y="444"/>
                      </a:lnTo>
                      <a:lnTo>
                        <a:pt x="206" y="464"/>
                      </a:lnTo>
                      <a:lnTo>
                        <a:pt x="229" y="484"/>
                      </a:lnTo>
                      <a:lnTo>
                        <a:pt x="253" y="503"/>
                      </a:lnTo>
                      <a:lnTo>
                        <a:pt x="278" y="520"/>
                      </a:lnTo>
                      <a:lnTo>
                        <a:pt x="303" y="537"/>
                      </a:lnTo>
                      <a:lnTo>
                        <a:pt x="329" y="552"/>
                      </a:lnTo>
                      <a:lnTo>
                        <a:pt x="356" y="566"/>
                      </a:lnTo>
                      <a:lnTo>
                        <a:pt x="384" y="578"/>
                      </a:lnTo>
                      <a:lnTo>
                        <a:pt x="412" y="590"/>
                      </a:lnTo>
                      <a:lnTo>
                        <a:pt x="442" y="600"/>
                      </a:lnTo>
                      <a:lnTo>
                        <a:pt x="471" y="608"/>
                      </a:lnTo>
                      <a:lnTo>
                        <a:pt x="502" y="616"/>
                      </a:lnTo>
                      <a:lnTo>
                        <a:pt x="533" y="621"/>
                      </a:lnTo>
                      <a:lnTo>
                        <a:pt x="565" y="624"/>
                      </a:lnTo>
                      <a:lnTo>
                        <a:pt x="596" y="628"/>
                      </a:lnTo>
                      <a:lnTo>
                        <a:pt x="628" y="628"/>
                      </a:lnTo>
                      <a:lnTo>
                        <a:pt x="628" y="498"/>
                      </a:lnTo>
                      <a:lnTo>
                        <a:pt x="602" y="498"/>
                      </a:lnTo>
                      <a:lnTo>
                        <a:pt x="577" y="496"/>
                      </a:lnTo>
                      <a:lnTo>
                        <a:pt x="553" y="493"/>
                      </a:lnTo>
                      <a:lnTo>
                        <a:pt x="527" y="489"/>
                      </a:lnTo>
                      <a:lnTo>
                        <a:pt x="503" y="483"/>
                      </a:lnTo>
                      <a:lnTo>
                        <a:pt x="480" y="477"/>
                      </a:lnTo>
                      <a:lnTo>
                        <a:pt x="457" y="469"/>
                      </a:lnTo>
                      <a:lnTo>
                        <a:pt x="434" y="460"/>
                      </a:lnTo>
                      <a:lnTo>
                        <a:pt x="412" y="450"/>
                      </a:lnTo>
                      <a:lnTo>
                        <a:pt x="390" y="439"/>
                      </a:lnTo>
                      <a:lnTo>
                        <a:pt x="370" y="427"/>
                      </a:lnTo>
                      <a:lnTo>
                        <a:pt x="350" y="414"/>
                      </a:lnTo>
                      <a:lnTo>
                        <a:pt x="330" y="400"/>
                      </a:lnTo>
                      <a:lnTo>
                        <a:pt x="311" y="385"/>
                      </a:lnTo>
                      <a:lnTo>
                        <a:pt x="293" y="369"/>
                      </a:lnTo>
                      <a:lnTo>
                        <a:pt x="276" y="353"/>
                      </a:lnTo>
                      <a:lnTo>
                        <a:pt x="259" y="335"/>
                      </a:lnTo>
                      <a:lnTo>
                        <a:pt x="244" y="318"/>
                      </a:lnTo>
                      <a:lnTo>
                        <a:pt x="228" y="298"/>
                      </a:lnTo>
                      <a:lnTo>
                        <a:pt x="215" y="279"/>
                      </a:lnTo>
                      <a:lnTo>
                        <a:pt x="202" y="259"/>
                      </a:lnTo>
                      <a:lnTo>
                        <a:pt x="190" y="238"/>
                      </a:lnTo>
                      <a:lnTo>
                        <a:pt x="179" y="216"/>
                      </a:lnTo>
                      <a:lnTo>
                        <a:pt x="169" y="194"/>
                      </a:lnTo>
                      <a:lnTo>
                        <a:pt x="160" y="172"/>
                      </a:lnTo>
                      <a:lnTo>
                        <a:pt x="152" y="148"/>
                      </a:lnTo>
                      <a:lnTo>
                        <a:pt x="145" y="125"/>
                      </a:lnTo>
                      <a:lnTo>
                        <a:pt x="139" y="101"/>
                      </a:lnTo>
                      <a:lnTo>
                        <a:pt x="135" y="77"/>
                      </a:lnTo>
                      <a:lnTo>
                        <a:pt x="132" y="51"/>
                      </a:lnTo>
                      <a:lnTo>
                        <a:pt x="130" y="26"/>
                      </a:lnTo>
                      <a:lnTo>
                        <a:pt x="130" y="0"/>
                      </a:lnTo>
                      <a:lnTo>
                        <a:pt x="0" y="0"/>
                      </a:lnTo>
                      <a:close/>
                    </a:path>
                  </a:pathLst>
                </a:custGeom>
                <a:solidFill>
                  <a:srgbClr val="00A7D1"/>
                </a:solidFill>
                <a:ln>
                  <a:noFill/>
                </a:ln>
              </p:spPr>
              <p:txBody>
                <a:bodyPr/>
                <a:lstStyle/>
                <a:p>
                  <a:pPr>
                    <a:defRPr/>
                  </a:pPr>
                  <a:endParaRPr lang="en-US" sz="1050">
                    <a:latin typeface="+mj-lt"/>
                  </a:endParaRPr>
                </a:p>
              </p:txBody>
            </p:sp>
            <p:sp>
              <p:nvSpPr>
                <p:cNvPr id="40992" name="Freeform 180">
                  <a:extLst>
                    <a:ext uri="{FF2B5EF4-FFF2-40B4-BE49-F238E27FC236}">
                      <a16:creationId xmlns="" xmlns:a16="http://schemas.microsoft.com/office/drawing/2014/main" id="{C58FA9C2-C208-ADDF-9993-BCE542ABFDBD}"/>
                    </a:ext>
                  </a:extLst>
                </p:cNvPr>
                <p:cNvSpPr>
                  <a:spLocks/>
                </p:cNvSpPr>
                <p:nvPr/>
              </p:nvSpPr>
              <p:spPr bwMode="auto">
                <a:xfrm>
                  <a:off x="4222" y="3798"/>
                  <a:ext cx="24"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6" y="1"/>
                      </a:lnTo>
                      <a:lnTo>
                        <a:pt x="565" y="4"/>
                      </a:lnTo>
                      <a:lnTo>
                        <a:pt x="533" y="8"/>
                      </a:lnTo>
                      <a:lnTo>
                        <a:pt x="502" y="13"/>
                      </a:lnTo>
                      <a:lnTo>
                        <a:pt x="471" y="21"/>
                      </a:lnTo>
                      <a:lnTo>
                        <a:pt x="442" y="29"/>
                      </a:lnTo>
                      <a:lnTo>
                        <a:pt x="412" y="39"/>
                      </a:lnTo>
                      <a:lnTo>
                        <a:pt x="384" y="51"/>
                      </a:lnTo>
                      <a:lnTo>
                        <a:pt x="356" y="63"/>
                      </a:lnTo>
                      <a:lnTo>
                        <a:pt x="329" y="77"/>
                      </a:lnTo>
                      <a:lnTo>
                        <a:pt x="303" y="92"/>
                      </a:lnTo>
                      <a:lnTo>
                        <a:pt x="278" y="108"/>
                      </a:lnTo>
                      <a:lnTo>
                        <a:pt x="253" y="126"/>
                      </a:lnTo>
                      <a:lnTo>
                        <a:pt x="229" y="145"/>
                      </a:lnTo>
                      <a:lnTo>
                        <a:pt x="206" y="165"/>
                      </a:lnTo>
                      <a:lnTo>
                        <a:pt x="184" y="184"/>
                      </a:lnTo>
                      <a:lnTo>
                        <a:pt x="164" y="206"/>
                      </a:lnTo>
                      <a:lnTo>
                        <a:pt x="144" y="229"/>
                      </a:lnTo>
                      <a:lnTo>
                        <a:pt x="125" y="253"/>
                      </a:lnTo>
                      <a:lnTo>
                        <a:pt x="108" y="277"/>
                      </a:lnTo>
                      <a:lnTo>
                        <a:pt x="91" y="304"/>
                      </a:lnTo>
                      <a:lnTo>
                        <a:pt x="77" y="330"/>
                      </a:lnTo>
                      <a:lnTo>
                        <a:pt x="63" y="356"/>
                      </a:lnTo>
                      <a:lnTo>
                        <a:pt x="50" y="385"/>
                      </a:lnTo>
                      <a:lnTo>
                        <a:pt x="39" y="413"/>
                      </a:lnTo>
                      <a:lnTo>
                        <a:pt x="29" y="442"/>
                      </a:lnTo>
                      <a:lnTo>
                        <a:pt x="20" y="471"/>
                      </a:lnTo>
                      <a:lnTo>
                        <a:pt x="13" y="502"/>
                      </a:lnTo>
                      <a:lnTo>
                        <a:pt x="8" y="534"/>
                      </a:lnTo>
                      <a:lnTo>
                        <a:pt x="4" y="564"/>
                      </a:lnTo>
                      <a:lnTo>
                        <a:pt x="1" y="596"/>
                      </a:lnTo>
                      <a:lnTo>
                        <a:pt x="0" y="628"/>
                      </a:lnTo>
                      <a:lnTo>
                        <a:pt x="130" y="628"/>
                      </a:lnTo>
                      <a:lnTo>
                        <a:pt x="130" y="603"/>
                      </a:lnTo>
                      <a:lnTo>
                        <a:pt x="132" y="578"/>
                      </a:lnTo>
                      <a:lnTo>
                        <a:pt x="135" y="552"/>
                      </a:lnTo>
                      <a:lnTo>
                        <a:pt x="139" y="528"/>
                      </a:lnTo>
                      <a:lnTo>
                        <a:pt x="145" y="504"/>
                      </a:lnTo>
                      <a:lnTo>
                        <a:pt x="152" y="480"/>
                      </a:lnTo>
                      <a:lnTo>
                        <a:pt x="160" y="457"/>
                      </a:lnTo>
                      <a:lnTo>
                        <a:pt x="169" y="434"/>
                      </a:lnTo>
                      <a:lnTo>
                        <a:pt x="179" y="412"/>
                      </a:lnTo>
                      <a:lnTo>
                        <a:pt x="190" y="391"/>
                      </a:lnTo>
                      <a:lnTo>
                        <a:pt x="202" y="371"/>
                      </a:lnTo>
                      <a:lnTo>
                        <a:pt x="215" y="350"/>
                      </a:lnTo>
                      <a:lnTo>
                        <a:pt x="228" y="330"/>
                      </a:lnTo>
                      <a:lnTo>
                        <a:pt x="244" y="311"/>
                      </a:lnTo>
                      <a:lnTo>
                        <a:pt x="259" y="294"/>
                      </a:lnTo>
                      <a:lnTo>
                        <a:pt x="276" y="276"/>
                      </a:lnTo>
                      <a:lnTo>
                        <a:pt x="293" y="260"/>
                      </a:lnTo>
                      <a:lnTo>
                        <a:pt x="311" y="243"/>
                      </a:lnTo>
                      <a:lnTo>
                        <a:pt x="330" y="229"/>
                      </a:lnTo>
                      <a:lnTo>
                        <a:pt x="350" y="215"/>
                      </a:lnTo>
                      <a:lnTo>
                        <a:pt x="370" y="202"/>
                      </a:lnTo>
                      <a:lnTo>
                        <a:pt x="390" y="190"/>
                      </a:lnTo>
                      <a:lnTo>
                        <a:pt x="412" y="179"/>
                      </a:lnTo>
                      <a:lnTo>
                        <a:pt x="434" y="169"/>
                      </a:lnTo>
                      <a:lnTo>
                        <a:pt x="457" y="160"/>
                      </a:lnTo>
                      <a:lnTo>
                        <a:pt x="480" y="153"/>
                      </a:lnTo>
                      <a:lnTo>
                        <a:pt x="504" y="146"/>
                      </a:lnTo>
                      <a:lnTo>
                        <a:pt x="527" y="139"/>
                      </a:lnTo>
                      <a:lnTo>
                        <a:pt x="553" y="136"/>
                      </a:lnTo>
                      <a:lnTo>
                        <a:pt x="578" y="133"/>
                      </a:lnTo>
                      <a:lnTo>
                        <a:pt x="603" y="131"/>
                      </a:lnTo>
                      <a:lnTo>
                        <a:pt x="628" y="130"/>
                      </a:lnTo>
                      <a:lnTo>
                        <a:pt x="628" y="0"/>
                      </a:lnTo>
                      <a:close/>
                    </a:path>
                  </a:pathLst>
                </a:custGeom>
                <a:solidFill>
                  <a:srgbClr val="00A7D1"/>
                </a:solidFill>
                <a:ln>
                  <a:noFill/>
                </a:ln>
              </p:spPr>
              <p:txBody>
                <a:bodyPr/>
                <a:lstStyle/>
                <a:p>
                  <a:pPr>
                    <a:defRPr/>
                  </a:pPr>
                  <a:endParaRPr lang="en-US" sz="1050">
                    <a:latin typeface="+mj-lt"/>
                  </a:endParaRPr>
                </a:p>
              </p:txBody>
            </p:sp>
            <p:sp>
              <p:nvSpPr>
                <p:cNvPr id="40993" name="Freeform 181">
                  <a:extLst>
                    <a:ext uri="{FF2B5EF4-FFF2-40B4-BE49-F238E27FC236}">
                      <a16:creationId xmlns="" xmlns:a16="http://schemas.microsoft.com/office/drawing/2014/main" id="{16CAFB52-508F-106F-B9C6-A6B5A3E14173}"/>
                    </a:ext>
                  </a:extLst>
                </p:cNvPr>
                <p:cNvSpPr>
                  <a:spLocks/>
                </p:cNvSpPr>
                <p:nvPr/>
              </p:nvSpPr>
              <p:spPr bwMode="auto">
                <a:xfrm>
                  <a:off x="4293" y="3516"/>
                  <a:ext cx="25" cy="24"/>
                </a:xfrm>
                <a:custGeom>
                  <a:avLst/>
                  <a:gdLst>
                    <a:gd name="T0" fmla="*/ 0 w 627"/>
                    <a:gd name="T1" fmla="*/ 0 h 627"/>
                    <a:gd name="T2" fmla="*/ 0 w 627"/>
                    <a:gd name="T3" fmla="*/ 0 h 627"/>
                    <a:gd name="T4" fmla="*/ 0 w 627"/>
                    <a:gd name="T5" fmla="*/ 0 h 627"/>
                    <a:gd name="T6" fmla="*/ 0 w 627"/>
                    <a:gd name="T7" fmla="*/ 0 h 627"/>
                    <a:gd name="T8" fmla="*/ 0 w 627"/>
                    <a:gd name="T9" fmla="*/ 0 h 627"/>
                    <a:gd name="T10" fmla="*/ 0 w 627"/>
                    <a:gd name="T11" fmla="*/ 0 h 627"/>
                    <a:gd name="T12" fmla="*/ 0 w 627"/>
                    <a:gd name="T13" fmla="*/ 0 h 627"/>
                    <a:gd name="T14" fmla="*/ 0 w 627"/>
                    <a:gd name="T15" fmla="*/ 0 h 627"/>
                    <a:gd name="T16" fmla="*/ 0 w 627"/>
                    <a:gd name="T17" fmla="*/ 0 h 627"/>
                    <a:gd name="T18" fmla="*/ 0 w 627"/>
                    <a:gd name="T19" fmla="*/ 0 h 627"/>
                    <a:gd name="T20" fmla="*/ 0 w 627"/>
                    <a:gd name="T21" fmla="*/ 0 h 627"/>
                    <a:gd name="T22" fmla="*/ 0 w 627"/>
                    <a:gd name="T23" fmla="*/ 0 h 627"/>
                    <a:gd name="T24" fmla="*/ 0 w 627"/>
                    <a:gd name="T25" fmla="*/ 0 h 627"/>
                    <a:gd name="T26" fmla="*/ 0 w 627"/>
                    <a:gd name="T27" fmla="*/ 0 h 627"/>
                    <a:gd name="T28" fmla="*/ 0 w 627"/>
                    <a:gd name="T29" fmla="*/ 0 h 627"/>
                    <a:gd name="T30" fmla="*/ 0 w 627"/>
                    <a:gd name="T31" fmla="*/ 0 h 627"/>
                    <a:gd name="T32" fmla="*/ 0 w 627"/>
                    <a:gd name="T33" fmla="*/ 0 h 627"/>
                    <a:gd name="T34" fmla="*/ 0 w 627"/>
                    <a:gd name="T35" fmla="*/ 0 h 627"/>
                    <a:gd name="T36" fmla="*/ 0 w 627"/>
                    <a:gd name="T37" fmla="*/ 0 h 627"/>
                    <a:gd name="T38" fmla="*/ 0 w 627"/>
                    <a:gd name="T39" fmla="*/ 0 h 627"/>
                    <a:gd name="T40" fmla="*/ 0 w 627"/>
                    <a:gd name="T41" fmla="*/ 0 h 627"/>
                    <a:gd name="T42" fmla="*/ 0 w 627"/>
                    <a:gd name="T43" fmla="*/ 0 h 627"/>
                    <a:gd name="T44" fmla="*/ 0 w 627"/>
                    <a:gd name="T45" fmla="*/ 0 h 627"/>
                    <a:gd name="T46" fmla="*/ 0 w 627"/>
                    <a:gd name="T47" fmla="*/ 0 h 627"/>
                    <a:gd name="T48" fmla="*/ 0 w 627"/>
                    <a:gd name="T49" fmla="*/ 0 h 627"/>
                    <a:gd name="T50" fmla="*/ 0 w 627"/>
                    <a:gd name="T51" fmla="*/ 0 h 627"/>
                    <a:gd name="T52" fmla="*/ 0 w 627"/>
                    <a:gd name="T53" fmla="*/ 0 h 627"/>
                    <a:gd name="T54" fmla="*/ 0 w 627"/>
                    <a:gd name="T55" fmla="*/ 0 h 627"/>
                    <a:gd name="T56" fmla="*/ 0 w 627"/>
                    <a:gd name="T57" fmla="*/ 0 h 627"/>
                    <a:gd name="T58" fmla="*/ 0 w 627"/>
                    <a:gd name="T59" fmla="*/ 0 h 627"/>
                    <a:gd name="T60" fmla="*/ 0 w 627"/>
                    <a:gd name="T61" fmla="*/ 0 h 627"/>
                    <a:gd name="T62" fmla="*/ 0 w 627"/>
                    <a:gd name="T63" fmla="*/ 0 h 627"/>
                    <a:gd name="T64" fmla="*/ 0 w 627"/>
                    <a:gd name="T65" fmla="*/ 0 h 627"/>
                    <a:gd name="T66" fmla="*/ 0 w 627"/>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7"/>
                    <a:gd name="T103" fmla="*/ 0 h 627"/>
                    <a:gd name="T104" fmla="*/ 627 w 627"/>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7" h="627">
                      <a:moveTo>
                        <a:pt x="627" y="627"/>
                      </a:moveTo>
                      <a:lnTo>
                        <a:pt x="627" y="627"/>
                      </a:lnTo>
                      <a:lnTo>
                        <a:pt x="626" y="594"/>
                      </a:lnTo>
                      <a:lnTo>
                        <a:pt x="624" y="563"/>
                      </a:lnTo>
                      <a:lnTo>
                        <a:pt x="620" y="532"/>
                      </a:lnTo>
                      <a:lnTo>
                        <a:pt x="614" y="501"/>
                      </a:lnTo>
                      <a:lnTo>
                        <a:pt x="607" y="471"/>
                      </a:lnTo>
                      <a:lnTo>
                        <a:pt x="599" y="441"/>
                      </a:lnTo>
                      <a:lnTo>
                        <a:pt x="589" y="411"/>
                      </a:lnTo>
                      <a:lnTo>
                        <a:pt x="577" y="383"/>
                      </a:lnTo>
                      <a:lnTo>
                        <a:pt x="565" y="356"/>
                      </a:lnTo>
                      <a:lnTo>
                        <a:pt x="551" y="328"/>
                      </a:lnTo>
                      <a:lnTo>
                        <a:pt x="535" y="302"/>
                      </a:lnTo>
                      <a:lnTo>
                        <a:pt x="520" y="277"/>
                      </a:lnTo>
                      <a:lnTo>
                        <a:pt x="501" y="251"/>
                      </a:lnTo>
                      <a:lnTo>
                        <a:pt x="483" y="228"/>
                      </a:lnTo>
                      <a:lnTo>
                        <a:pt x="463" y="205"/>
                      </a:lnTo>
                      <a:lnTo>
                        <a:pt x="443" y="184"/>
                      </a:lnTo>
                      <a:lnTo>
                        <a:pt x="421" y="163"/>
                      </a:lnTo>
                      <a:lnTo>
                        <a:pt x="398" y="143"/>
                      </a:lnTo>
                      <a:lnTo>
                        <a:pt x="374" y="124"/>
                      </a:lnTo>
                      <a:lnTo>
                        <a:pt x="350" y="107"/>
                      </a:lnTo>
                      <a:lnTo>
                        <a:pt x="324" y="90"/>
                      </a:lnTo>
                      <a:lnTo>
                        <a:pt x="298" y="75"/>
                      </a:lnTo>
                      <a:lnTo>
                        <a:pt x="271" y="62"/>
                      </a:lnTo>
                      <a:lnTo>
                        <a:pt x="243" y="49"/>
                      </a:lnTo>
                      <a:lnTo>
                        <a:pt x="214" y="38"/>
                      </a:lnTo>
                      <a:lnTo>
                        <a:pt x="186" y="28"/>
                      </a:lnTo>
                      <a:lnTo>
                        <a:pt x="156" y="19"/>
                      </a:lnTo>
                      <a:lnTo>
                        <a:pt x="126" y="13"/>
                      </a:lnTo>
                      <a:lnTo>
                        <a:pt x="94" y="6"/>
                      </a:lnTo>
                      <a:lnTo>
                        <a:pt x="63" y="3"/>
                      </a:lnTo>
                      <a:lnTo>
                        <a:pt x="31" y="1"/>
                      </a:lnTo>
                      <a:lnTo>
                        <a:pt x="0" y="0"/>
                      </a:lnTo>
                      <a:lnTo>
                        <a:pt x="0" y="129"/>
                      </a:lnTo>
                      <a:lnTo>
                        <a:pt x="25" y="129"/>
                      </a:lnTo>
                      <a:lnTo>
                        <a:pt x="50" y="131"/>
                      </a:lnTo>
                      <a:lnTo>
                        <a:pt x="75" y="134"/>
                      </a:lnTo>
                      <a:lnTo>
                        <a:pt x="99" y="139"/>
                      </a:lnTo>
                      <a:lnTo>
                        <a:pt x="123" y="144"/>
                      </a:lnTo>
                      <a:lnTo>
                        <a:pt x="147" y="151"/>
                      </a:lnTo>
                      <a:lnTo>
                        <a:pt x="171" y="158"/>
                      </a:lnTo>
                      <a:lnTo>
                        <a:pt x="194" y="167"/>
                      </a:lnTo>
                      <a:lnTo>
                        <a:pt x="214" y="178"/>
                      </a:lnTo>
                      <a:lnTo>
                        <a:pt x="236" y="189"/>
                      </a:lnTo>
                      <a:lnTo>
                        <a:pt x="257" y="201"/>
                      </a:lnTo>
                      <a:lnTo>
                        <a:pt x="278" y="214"/>
                      </a:lnTo>
                      <a:lnTo>
                        <a:pt x="298" y="227"/>
                      </a:lnTo>
                      <a:lnTo>
                        <a:pt x="316" y="243"/>
                      </a:lnTo>
                      <a:lnTo>
                        <a:pt x="334" y="258"/>
                      </a:lnTo>
                      <a:lnTo>
                        <a:pt x="351" y="274"/>
                      </a:lnTo>
                      <a:lnTo>
                        <a:pt x="368" y="292"/>
                      </a:lnTo>
                      <a:lnTo>
                        <a:pt x="384" y="311"/>
                      </a:lnTo>
                      <a:lnTo>
                        <a:pt x="398" y="329"/>
                      </a:lnTo>
                      <a:lnTo>
                        <a:pt x="413" y="349"/>
                      </a:lnTo>
                      <a:lnTo>
                        <a:pt x="426" y="369"/>
                      </a:lnTo>
                      <a:lnTo>
                        <a:pt x="438" y="390"/>
                      </a:lnTo>
                      <a:lnTo>
                        <a:pt x="449" y="411"/>
                      </a:lnTo>
                      <a:lnTo>
                        <a:pt x="459" y="433"/>
                      </a:lnTo>
                      <a:lnTo>
                        <a:pt x="467" y="456"/>
                      </a:lnTo>
                      <a:lnTo>
                        <a:pt x="475" y="479"/>
                      </a:lnTo>
                      <a:lnTo>
                        <a:pt x="482" y="502"/>
                      </a:lnTo>
                      <a:lnTo>
                        <a:pt x="488" y="526"/>
                      </a:lnTo>
                      <a:lnTo>
                        <a:pt x="492" y="552"/>
                      </a:lnTo>
                      <a:lnTo>
                        <a:pt x="495" y="576"/>
                      </a:lnTo>
                      <a:lnTo>
                        <a:pt x="497" y="601"/>
                      </a:lnTo>
                      <a:lnTo>
                        <a:pt x="498" y="627"/>
                      </a:lnTo>
                      <a:lnTo>
                        <a:pt x="627" y="627"/>
                      </a:lnTo>
                      <a:close/>
                    </a:path>
                  </a:pathLst>
                </a:custGeom>
                <a:solidFill>
                  <a:srgbClr val="EF2B2F"/>
                </a:solidFill>
                <a:ln>
                  <a:noFill/>
                </a:ln>
              </p:spPr>
              <p:txBody>
                <a:bodyPr/>
                <a:lstStyle/>
                <a:p>
                  <a:pPr>
                    <a:defRPr/>
                  </a:pPr>
                  <a:endParaRPr lang="en-US" sz="1050">
                    <a:latin typeface="+mj-lt"/>
                  </a:endParaRPr>
                </a:p>
              </p:txBody>
            </p:sp>
            <p:sp>
              <p:nvSpPr>
                <p:cNvPr id="40994" name="Freeform 182">
                  <a:extLst>
                    <a:ext uri="{FF2B5EF4-FFF2-40B4-BE49-F238E27FC236}">
                      <a16:creationId xmlns="" xmlns:a16="http://schemas.microsoft.com/office/drawing/2014/main" id="{77EC7CE0-28B2-5D0B-68C3-5FBE47B05726}"/>
                    </a:ext>
                  </a:extLst>
                </p:cNvPr>
                <p:cNvSpPr>
                  <a:spLocks/>
                </p:cNvSpPr>
                <p:nvPr/>
              </p:nvSpPr>
              <p:spPr bwMode="auto">
                <a:xfrm>
                  <a:off x="4293" y="3540"/>
                  <a:ext cx="25" cy="23"/>
                </a:xfrm>
                <a:custGeom>
                  <a:avLst/>
                  <a:gdLst>
                    <a:gd name="T0" fmla="*/ 0 w 627"/>
                    <a:gd name="T1" fmla="*/ 0 h 628"/>
                    <a:gd name="T2" fmla="*/ 0 w 627"/>
                    <a:gd name="T3" fmla="*/ 0 h 628"/>
                    <a:gd name="T4" fmla="*/ 0 w 627"/>
                    <a:gd name="T5" fmla="*/ 0 h 628"/>
                    <a:gd name="T6" fmla="*/ 0 w 627"/>
                    <a:gd name="T7" fmla="*/ 0 h 628"/>
                    <a:gd name="T8" fmla="*/ 0 w 627"/>
                    <a:gd name="T9" fmla="*/ 0 h 628"/>
                    <a:gd name="T10" fmla="*/ 0 w 627"/>
                    <a:gd name="T11" fmla="*/ 0 h 628"/>
                    <a:gd name="T12" fmla="*/ 0 w 627"/>
                    <a:gd name="T13" fmla="*/ 0 h 628"/>
                    <a:gd name="T14" fmla="*/ 0 w 627"/>
                    <a:gd name="T15" fmla="*/ 0 h 628"/>
                    <a:gd name="T16" fmla="*/ 0 w 627"/>
                    <a:gd name="T17" fmla="*/ 0 h 628"/>
                    <a:gd name="T18" fmla="*/ 0 w 627"/>
                    <a:gd name="T19" fmla="*/ 0 h 628"/>
                    <a:gd name="T20" fmla="*/ 0 w 627"/>
                    <a:gd name="T21" fmla="*/ 0 h 628"/>
                    <a:gd name="T22" fmla="*/ 0 w 627"/>
                    <a:gd name="T23" fmla="*/ 0 h 628"/>
                    <a:gd name="T24" fmla="*/ 0 w 627"/>
                    <a:gd name="T25" fmla="*/ 0 h 628"/>
                    <a:gd name="T26" fmla="*/ 0 w 627"/>
                    <a:gd name="T27" fmla="*/ 0 h 628"/>
                    <a:gd name="T28" fmla="*/ 0 w 627"/>
                    <a:gd name="T29" fmla="*/ 0 h 628"/>
                    <a:gd name="T30" fmla="*/ 0 w 627"/>
                    <a:gd name="T31" fmla="*/ 0 h 628"/>
                    <a:gd name="T32" fmla="*/ 0 w 627"/>
                    <a:gd name="T33" fmla="*/ 0 h 628"/>
                    <a:gd name="T34" fmla="*/ 0 w 627"/>
                    <a:gd name="T35" fmla="*/ 0 h 628"/>
                    <a:gd name="T36" fmla="*/ 0 w 627"/>
                    <a:gd name="T37" fmla="*/ 0 h 628"/>
                    <a:gd name="T38" fmla="*/ 0 w 627"/>
                    <a:gd name="T39" fmla="*/ 0 h 628"/>
                    <a:gd name="T40" fmla="*/ 0 w 627"/>
                    <a:gd name="T41" fmla="*/ 0 h 628"/>
                    <a:gd name="T42" fmla="*/ 0 w 627"/>
                    <a:gd name="T43" fmla="*/ 0 h 628"/>
                    <a:gd name="T44" fmla="*/ 0 w 627"/>
                    <a:gd name="T45" fmla="*/ 0 h 628"/>
                    <a:gd name="T46" fmla="*/ 0 w 627"/>
                    <a:gd name="T47" fmla="*/ 0 h 628"/>
                    <a:gd name="T48" fmla="*/ 0 w 627"/>
                    <a:gd name="T49" fmla="*/ 0 h 628"/>
                    <a:gd name="T50" fmla="*/ 0 w 627"/>
                    <a:gd name="T51" fmla="*/ 0 h 628"/>
                    <a:gd name="T52" fmla="*/ 0 w 627"/>
                    <a:gd name="T53" fmla="*/ 0 h 628"/>
                    <a:gd name="T54" fmla="*/ 0 w 627"/>
                    <a:gd name="T55" fmla="*/ 0 h 628"/>
                    <a:gd name="T56" fmla="*/ 0 w 627"/>
                    <a:gd name="T57" fmla="*/ 0 h 628"/>
                    <a:gd name="T58" fmla="*/ 0 w 627"/>
                    <a:gd name="T59" fmla="*/ 0 h 628"/>
                    <a:gd name="T60" fmla="*/ 0 w 627"/>
                    <a:gd name="T61" fmla="*/ 0 h 628"/>
                    <a:gd name="T62" fmla="*/ 0 w 627"/>
                    <a:gd name="T63" fmla="*/ 0 h 628"/>
                    <a:gd name="T64" fmla="*/ 0 w 627"/>
                    <a:gd name="T65" fmla="*/ 0 h 628"/>
                    <a:gd name="T66" fmla="*/ 0 w 627"/>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7"/>
                    <a:gd name="T103" fmla="*/ 0 h 628"/>
                    <a:gd name="T104" fmla="*/ 627 w 627"/>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7" h="628">
                      <a:moveTo>
                        <a:pt x="0" y="628"/>
                      </a:moveTo>
                      <a:lnTo>
                        <a:pt x="0" y="628"/>
                      </a:lnTo>
                      <a:lnTo>
                        <a:pt x="31" y="627"/>
                      </a:lnTo>
                      <a:lnTo>
                        <a:pt x="63" y="625"/>
                      </a:lnTo>
                      <a:lnTo>
                        <a:pt x="94" y="620"/>
                      </a:lnTo>
                      <a:lnTo>
                        <a:pt x="126" y="615"/>
                      </a:lnTo>
                      <a:lnTo>
                        <a:pt x="156" y="608"/>
                      </a:lnTo>
                      <a:lnTo>
                        <a:pt x="186" y="599"/>
                      </a:lnTo>
                      <a:lnTo>
                        <a:pt x="214" y="590"/>
                      </a:lnTo>
                      <a:lnTo>
                        <a:pt x="243" y="579"/>
                      </a:lnTo>
                      <a:lnTo>
                        <a:pt x="271" y="566"/>
                      </a:lnTo>
                      <a:lnTo>
                        <a:pt x="298" y="551"/>
                      </a:lnTo>
                      <a:lnTo>
                        <a:pt x="324" y="537"/>
                      </a:lnTo>
                      <a:lnTo>
                        <a:pt x="350" y="521"/>
                      </a:lnTo>
                      <a:lnTo>
                        <a:pt x="374" y="503"/>
                      </a:lnTo>
                      <a:lnTo>
                        <a:pt x="398" y="484"/>
                      </a:lnTo>
                      <a:lnTo>
                        <a:pt x="421" y="465"/>
                      </a:lnTo>
                      <a:lnTo>
                        <a:pt x="442" y="444"/>
                      </a:lnTo>
                      <a:lnTo>
                        <a:pt x="463" y="422"/>
                      </a:lnTo>
                      <a:lnTo>
                        <a:pt x="483" y="399"/>
                      </a:lnTo>
                      <a:lnTo>
                        <a:pt x="501" y="375"/>
                      </a:lnTo>
                      <a:lnTo>
                        <a:pt x="520" y="351"/>
                      </a:lnTo>
                      <a:lnTo>
                        <a:pt x="535" y="326"/>
                      </a:lnTo>
                      <a:lnTo>
                        <a:pt x="551" y="299"/>
                      </a:lnTo>
                      <a:lnTo>
                        <a:pt x="565" y="272"/>
                      </a:lnTo>
                      <a:lnTo>
                        <a:pt x="577" y="243"/>
                      </a:lnTo>
                      <a:lnTo>
                        <a:pt x="589" y="216"/>
                      </a:lnTo>
                      <a:lnTo>
                        <a:pt x="599" y="186"/>
                      </a:lnTo>
                      <a:lnTo>
                        <a:pt x="607" y="157"/>
                      </a:lnTo>
                      <a:lnTo>
                        <a:pt x="614" y="126"/>
                      </a:lnTo>
                      <a:lnTo>
                        <a:pt x="620" y="96"/>
                      </a:lnTo>
                      <a:lnTo>
                        <a:pt x="624" y="64"/>
                      </a:lnTo>
                      <a:lnTo>
                        <a:pt x="626" y="32"/>
                      </a:lnTo>
                      <a:lnTo>
                        <a:pt x="627" y="0"/>
                      </a:lnTo>
                      <a:lnTo>
                        <a:pt x="498" y="0"/>
                      </a:lnTo>
                      <a:lnTo>
                        <a:pt x="497" y="25"/>
                      </a:lnTo>
                      <a:lnTo>
                        <a:pt x="495" y="51"/>
                      </a:lnTo>
                      <a:lnTo>
                        <a:pt x="492" y="76"/>
                      </a:lnTo>
                      <a:lnTo>
                        <a:pt x="488" y="101"/>
                      </a:lnTo>
                      <a:lnTo>
                        <a:pt x="482" y="124"/>
                      </a:lnTo>
                      <a:lnTo>
                        <a:pt x="475" y="148"/>
                      </a:lnTo>
                      <a:lnTo>
                        <a:pt x="467" y="171"/>
                      </a:lnTo>
                      <a:lnTo>
                        <a:pt x="459" y="194"/>
                      </a:lnTo>
                      <a:lnTo>
                        <a:pt x="449" y="216"/>
                      </a:lnTo>
                      <a:lnTo>
                        <a:pt x="438" y="237"/>
                      </a:lnTo>
                      <a:lnTo>
                        <a:pt x="426" y="258"/>
                      </a:lnTo>
                      <a:lnTo>
                        <a:pt x="413" y="279"/>
                      </a:lnTo>
                      <a:lnTo>
                        <a:pt x="398" y="298"/>
                      </a:lnTo>
                      <a:lnTo>
                        <a:pt x="384" y="317"/>
                      </a:lnTo>
                      <a:lnTo>
                        <a:pt x="368" y="335"/>
                      </a:lnTo>
                      <a:lnTo>
                        <a:pt x="351" y="352"/>
                      </a:lnTo>
                      <a:lnTo>
                        <a:pt x="334" y="369"/>
                      </a:lnTo>
                      <a:lnTo>
                        <a:pt x="316" y="385"/>
                      </a:lnTo>
                      <a:lnTo>
                        <a:pt x="298" y="400"/>
                      </a:lnTo>
                      <a:lnTo>
                        <a:pt x="278" y="413"/>
                      </a:lnTo>
                      <a:lnTo>
                        <a:pt x="257" y="426"/>
                      </a:lnTo>
                      <a:lnTo>
                        <a:pt x="236" y="438"/>
                      </a:lnTo>
                      <a:lnTo>
                        <a:pt x="214" y="449"/>
                      </a:lnTo>
                      <a:lnTo>
                        <a:pt x="194" y="459"/>
                      </a:lnTo>
                      <a:lnTo>
                        <a:pt x="171" y="468"/>
                      </a:lnTo>
                      <a:lnTo>
                        <a:pt x="147" y="477"/>
                      </a:lnTo>
                      <a:lnTo>
                        <a:pt x="123" y="483"/>
                      </a:lnTo>
                      <a:lnTo>
                        <a:pt x="99" y="489"/>
                      </a:lnTo>
                      <a:lnTo>
                        <a:pt x="75" y="493"/>
                      </a:lnTo>
                      <a:lnTo>
                        <a:pt x="50" y="497"/>
                      </a:lnTo>
                      <a:lnTo>
                        <a:pt x="25" y="499"/>
                      </a:lnTo>
                      <a:lnTo>
                        <a:pt x="0" y="499"/>
                      </a:lnTo>
                      <a:lnTo>
                        <a:pt x="0" y="628"/>
                      </a:lnTo>
                      <a:close/>
                    </a:path>
                  </a:pathLst>
                </a:custGeom>
                <a:solidFill>
                  <a:srgbClr val="EF2B2F"/>
                </a:solidFill>
                <a:ln>
                  <a:noFill/>
                </a:ln>
              </p:spPr>
              <p:txBody>
                <a:bodyPr/>
                <a:lstStyle/>
                <a:p>
                  <a:pPr>
                    <a:defRPr/>
                  </a:pPr>
                  <a:endParaRPr lang="en-US" sz="1050">
                    <a:latin typeface="+mj-lt"/>
                  </a:endParaRPr>
                </a:p>
              </p:txBody>
            </p:sp>
            <p:sp>
              <p:nvSpPr>
                <p:cNvPr id="40995" name="Freeform 183">
                  <a:extLst>
                    <a:ext uri="{FF2B5EF4-FFF2-40B4-BE49-F238E27FC236}">
                      <a16:creationId xmlns="" xmlns:a16="http://schemas.microsoft.com/office/drawing/2014/main" id="{B2D73988-E345-7C84-F188-F635925CD95B}"/>
                    </a:ext>
                  </a:extLst>
                </p:cNvPr>
                <p:cNvSpPr>
                  <a:spLocks/>
                </p:cNvSpPr>
                <p:nvPr/>
              </p:nvSpPr>
              <p:spPr bwMode="auto">
                <a:xfrm>
                  <a:off x="4271" y="3540"/>
                  <a:ext cx="22"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0" y="32"/>
                      </a:lnTo>
                      <a:lnTo>
                        <a:pt x="3" y="64"/>
                      </a:lnTo>
                      <a:lnTo>
                        <a:pt x="6" y="96"/>
                      </a:lnTo>
                      <a:lnTo>
                        <a:pt x="12" y="126"/>
                      </a:lnTo>
                      <a:lnTo>
                        <a:pt x="19" y="157"/>
                      </a:lnTo>
                      <a:lnTo>
                        <a:pt x="27" y="186"/>
                      </a:lnTo>
                      <a:lnTo>
                        <a:pt x="37" y="216"/>
                      </a:lnTo>
                      <a:lnTo>
                        <a:pt x="49" y="243"/>
                      </a:lnTo>
                      <a:lnTo>
                        <a:pt x="61" y="272"/>
                      </a:lnTo>
                      <a:lnTo>
                        <a:pt x="75" y="299"/>
                      </a:lnTo>
                      <a:lnTo>
                        <a:pt x="91" y="326"/>
                      </a:lnTo>
                      <a:lnTo>
                        <a:pt x="107" y="351"/>
                      </a:lnTo>
                      <a:lnTo>
                        <a:pt x="125" y="375"/>
                      </a:lnTo>
                      <a:lnTo>
                        <a:pt x="143" y="399"/>
                      </a:lnTo>
                      <a:lnTo>
                        <a:pt x="163" y="422"/>
                      </a:lnTo>
                      <a:lnTo>
                        <a:pt x="184" y="444"/>
                      </a:lnTo>
                      <a:lnTo>
                        <a:pt x="206" y="465"/>
                      </a:lnTo>
                      <a:lnTo>
                        <a:pt x="228" y="484"/>
                      </a:lnTo>
                      <a:lnTo>
                        <a:pt x="252" y="503"/>
                      </a:lnTo>
                      <a:lnTo>
                        <a:pt x="276" y="521"/>
                      </a:lnTo>
                      <a:lnTo>
                        <a:pt x="302" y="537"/>
                      </a:lnTo>
                      <a:lnTo>
                        <a:pt x="328" y="551"/>
                      </a:lnTo>
                      <a:lnTo>
                        <a:pt x="355" y="566"/>
                      </a:lnTo>
                      <a:lnTo>
                        <a:pt x="383" y="579"/>
                      </a:lnTo>
                      <a:lnTo>
                        <a:pt x="412" y="590"/>
                      </a:lnTo>
                      <a:lnTo>
                        <a:pt x="440" y="599"/>
                      </a:lnTo>
                      <a:lnTo>
                        <a:pt x="471" y="608"/>
                      </a:lnTo>
                      <a:lnTo>
                        <a:pt x="500" y="615"/>
                      </a:lnTo>
                      <a:lnTo>
                        <a:pt x="532" y="620"/>
                      </a:lnTo>
                      <a:lnTo>
                        <a:pt x="563" y="625"/>
                      </a:lnTo>
                      <a:lnTo>
                        <a:pt x="595" y="627"/>
                      </a:lnTo>
                      <a:lnTo>
                        <a:pt x="628" y="628"/>
                      </a:lnTo>
                      <a:lnTo>
                        <a:pt x="628" y="499"/>
                      </a:lnTo>
                      <a:lnTo>
                        <a:pt x="601" y="499"/>
                      </a:lnTo>
                      <a:lnTo>
                        <a:pt x="576" y="497"/>
                      </a:lnTo>
                      <a:lnTo>
                        <a:pt x="551" y="493"/>
                      </a:lnTo>
                      <a:lnTo>
                        <a:pt x="527" y="489"/>
                      </a:lnTo>
                      <a:lnTo>
                        <a:pt x="503" y="483"/>
                      </a:lnTo>
                      <a:lnTo>
                        <a:pt x="479" y="477"/>
                      </a:lnTo>
                      <a:lnTo>
                        <a:pt x="456" y="468"/>
                      </a:lnTo>
                      <a:lnTo>
                        <a:pt x="434" y="459"/>
                      </a:lnTo>
                      <a:lnTo>
                        <a:pt x="412" y="449"/>
                      </a:lnTo>
                      <a:lnTo>
                        <a:pt x="390" y="438"/>
                      </a:lnTo>
                      <a:lnTo>
                        <a:pt x="369" y="426"/>
                      </a:lnTo>
                      <a:lnTo>
                        <a:pt x="348" y="413"/>
                      </a:lnTo>
                      <a:lnTo>
                        <a:pt x="330" y="400"/>
                      </a:lnTo>
                      <a:lnTo>
                        <a:pt x="310" y="385"/>
                      </a:lnTo>
                      <a:lnTo>
                        <a:pt x="292" y="369"/>
                      </a:lnTo>
                      <a:lnTo>
                        <a:pt x="275" y="352"/>
                      </a:lnTo>
                      <a:lnTo>
                        <a:pt x="258" y="335"/>
                      </a:lnTo>
                      <a:lnTo>
                        <a:pt x="243" y="317"/>
                      </a:lnTo>
                      <a:lnTo>
                        <a:pt x="228" y="298"/>
                      </a:lnTo>
                      <a:lnTo>
                        <a:pt x="213" y="279"/>
                      </a:lnTo>
                      <a:lnTo>
                        <a:pt x="200" y="258"/>
                      </a:lnTo>
                      <a:lnTo>
                        <a:pt x="188" y="237"/>
                      </a:lnTo>
                      <a:lnTo>
                        <a:pt x="177" y="216"/>
                      </a:lnTo>
                      <a:lnTo>
                        <a:pt x="167" y="194"/>
                      </a:lnTo>
                      <a:lnTo>
                        <a:pt x="159" y="171"/>
                      </a:lnTo>
                      <a:lnTo>
                        <a:pt x="151" y="148"/>
                      </a:lnTo>
                      <a:lnTo>
                        <a:pt x="144" y="125"/>
                      </a:lnTo>
                      <a:lnTo>
                        <a:pt x="139" y="101"/>
                      </a:lnTo>
                      <a:lnTo>
                        <a:pt x="134" y="76"/>
                      </a:lnTo>
                      <a:lnTo>
                        <a:pt x="131" y="52"/>
                      </a:lnTo>
                      <a:lnTo>
                        <a:pt x="129" y="25"/>
                      </a:lnTo>
                      <a:lnTo>
                        <a:pt x="129" y="0"/>
                      </a:lnTo>
                      <a:lnTo>
                        <a:pt x="0" y="0"/>
                      </a:lnTo>
                      <a:close/>
                    </a:path>
                  </a:pathLst>
                </a:custGeom>
                <a:solidFill>
                  <a:srgbClr val="EF2B2F"/>
                </a:solidFill>
                <a:ln>
                  <a:noFill/>
                </a:ln>
              </p:spPr>
              <p:txBody>
                <a:bodyPr/>
                <a:lstStyle/>
                <a:p>
                  <a:pPr>
                    <a:defRPr/>
                  </a:pPr>
                  <a:endParaRPr lang="en-US" sz="1050">
                    <a:latin typeface="+mj-lt"/>
                  </a:endParaRPr>
                </a:p>
              </p:txBody>
            </p:sp>
            <p:sp>
              <p:nvSpPr>
                <p:cNvPr id="40996" name="Freeform 184">
                  <a:extLst>
                    <a:ext uri="{FF2B5EF4-FFF2-40B4-BE49-F238E27FC236}">
                      <a16:creationId xmlns="" xmlns:a16="http://schemas.microsoft.com/office/drawing/2014/main" id="{CDCD1030-4453-D568-62A5-258D0582557D}"/>
                    </a:ext>
                  </a:extLst>
                </p:cNvPr>
                <p:cNvSpPr>
                  <a:spLocks/>
                </p:cNvSpPr>
                <p:nvPr/>
              </p:nvSpPr>
              <p:spPr bwMode="auto">
                <a:xfrm>
                  <a:off x="4271" y="3516"/>
                  <a:ext cx="22" cy="24"/>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628" y="0"/>
                      </a:moveTo>
                      <a:lnTo>
                        <a:pt x="628" y="0"/>
                      </a:lnTo>
                      <a:lnTo>
                        <a:pt x="595" y="1"/>
                      </a:lnTo>
                      <a:lnTo>
                        <a:pt x="563" y="3"/>
                      </a:lnTo>
                      <a:lnTo>
                        <a:pt x="532" y="6"/>
                      </a:lnTo>
                      <a:lnTo>
                        <a:pt x="500" y="13"/>
                      </a:lnTo>
                      <a:lnTo>
                        <a:pt x="471" y="19"/>
                      </a:lnTo>
                      <a:lnTo>
                        <a:pt x="440" y="28"/>
                      </a:lnTo>
                      <a:lnTo>
                        <a:pt x="412" y="38"/>
                      </a:lnTo>
                      <a:lnTo>
                        <a:pt x="383" y="49"/>
                      </a:lnTo>
                      <a:lnTo>
                        <a:pt x="355" y="62"/>
                      </a:lnTo>
                      <a:lnTo>
                        <a:pt x="328" y="75"/>
                      </a:lnTo>
                      <a:lnTo>
                        <a:pt x="302" y="90"/>
                      </a:lnTo>
                      <a:lnTo>
                        <a:pt x="276" y="107"/>
                      </a:lnTo>
                      <a:lnTo>
                        <a:pt x="252" y="124"/>
                      </a:lnTo>
                      <a:lnTo>
                        <a:pt x="228" y="143"/>
                      </a:lnTo>
                      <a:lnTo>
                        <a:pt x="206" y="163"/>
                      </a:lnTo>
                      <a:lnTo>
                        <a:pt x="184" y="184"/>
                      </a:lnTo>
                      <a:lnTo>
                        <a:pt x="163" y="205"/>
                      </a:lnTo>
                      <a:lnTo>
                        <a:pt x="143" y="228"/>
                      </a:lnTo>
                      <a:lnTo>
                        <a:pt x="125" y="251"/>
                      </a:lnTo>
                      <a:lnTo>
                        <a:pt x="107" y="277"/>
                      </a:lnTo>
                      <a:lnTo>
                        <a:pt x="91" y="302"/>
                      </a:lnTo>
                      <a:lnTo>
                        <a:pt x="75" y="328"/>
                      </a:lnTo>
                      <a:lnTo>
                        <a:pt x="61" y="356"/>
                      </a:lnTo>
                      <a:lnTo>
                        <a:pt x="49" y="383"/>
                      </a:lnTo>
                      <a:lnTo>
                        <a:pt x="37" y="411"/>
                      </a:lnTo>
                      <a:lnTo>
                        <a:pt x="27" y="441"/>
                      </a:lnTo>
                      <a:lnTo>
                        <a:pt x="19" y="471"/>
                      </a:lnTo>
                      <a:lnTo>
                        <a:pt x="12" y="501"/>
                      </a:lnTo>
                      <a:lnTo>
                        <a:pt x="6" y="532"/>
                      </a:lnTo>
                      <a:lnTo>
                        <a:pt x="3" y="564"/>
                      </a:lnTo>
                      <a:lnTo>
                        <a:pt x="0" y="595"/>
                      </a:lnTo>
                      <a:lnTo>
                        <a:pt x="0" y="627"/>
                      </a:lnTo>
                      <a:lnTo>
                        <a:pt x="129" y="627"/>
                      </a:lnTo>
                      <a:lnTo>
                        <a:pt x="129" y="601"/>
                      </a:lnTo>
                      <a:lnTo>
                        <a:pt x="131" y="576"/>
                      </a:lnTo>
                      <a:lnTo>
                        <a:pt x="134" y="552"/>
                      </a:lnTo>
                      <a:lnTo>
                        <a:pt x="139" y="526"/>
                      </a:lnTo>
                      <a:lnTo>
                        <a:pt x="144" y="502"/>
                      </a:lnTo>
                      <a:lnTo>
                        <a:pt x="151" y="479"/>
                      </a:lnTo>
                      <a:lnTo>
                        <a:pt x="159" y="456"/>
                      </a:lnTo>
                      <a:lnTo>
                        <a:pt x="167" y="433"/>
                      </a:lnTo>
                      <a:lnTo>
                        <a:pt x="177" y="411"/>
                      </a:lnTo>
                      <a:lnTo>
                        <a:pt x="188" y="390"/>
                      </a:lnTo>
                      <a:lnTo>
                        <a:pt x="200" y="369"/>
                      </a:lnTo>
                      <a:lnTo>
                        <a:pt x="213" y="349"/>
                      </a:lnTo>
                      <a:lnTo>
                        <a:pt x="228" y="329"/>
                      </a:lnTo>
                      <a:lnTo>
                        <a:pt x="243" y="311"/>
                      </a:lnTo>
                      <a:lnTo>
                        <a:pt x="258" y="292"/>
                      </a:lnTo>
                      <a:lnTo>
                        <a:pt x="275" y="274"/>
                      </a:lnTo>
                      <a:lnTo>
                        <a:pt x="292" y="258"/>
                      </a:lnTo>
                      <a:lnTo>
                        <a:pt x="310" y="243"/>
                      </a:lnTo>
                      <a:lnTo>
                        <a:pt x="330" y="227"/>
                      </a:lnTo>
                      <a:lnTo>
                        <a:pt x="348" y="214"/>
                      </a:lnTo>
                      <a:lnTo>
                        <a:pt x="369" y="201"/>
                      </a:lnTo>
                      <a:lnTo>
                        <a:pt x="390" y="189"/>
                      </a:lnTo>
                      <a:lnTo>
                        <a:pt x="412" y="178"/>
                      </a:lnTo>
                      <a:lnTo>
                        <a:pt x="434" y="167"/>
                      </a:lnTo>
                      <a:lnTo>
                        <a:pt x="456" y="158"/>
                      </a:lnTo>
                      <a:lnTo>
                        <a:pt x="479" y="151"/>
                      </a:lnTo>
                      <a:lnTo>
                        <a:pt x="503" y="144"/>
                      </a:lnTo>
                      <a:lnTo>
                        <a:pt x="527" y="139"/>
                      </a:lnTo>
                      <a:lnTo>
                        <a:pt x="551" y="134"/>
                      </a:lnTo>
                      <a:lnTo>
                        <a:pt x="576" y="131"/>
                      </a:lnTo>
                      <a:lnTo>
                        <a:pt x="601" y="129"/>
                      </a:lnTo>
                      <a:lnTo>
                        <a:pt x="628" y="129"/>
                      </a:lnTo>
                      <a:lnTo>
                        <a:pt x="628" y="0"/>
                      </a:lnTo>
                      <a:close/>
                    </a:path>
                  </a:pathLst>
                </a:custGeom>
                <a:solidFill>
                  <a:srgbClr val="EF2B2F"/>
                </a:solidFill>
                <a:ln>
                  <a:noFill/>
                </a:ln>
              </p:spPr>
              <p:txBody>
                <a:bodyPr/>
                <a:lstStyle/>
                <a:p>
                  <a:pPr>
                    <a:defRPr/>
                  </a:pPr>
                  <a:endParaRPr lang="en-US" sz="1050">
                    <a:latin typeface="+mj-lt"/>
                  </a:endParaRPr>
                </a:p>
              </p:txBody>
            </p:sp>
            <p:sp>
              <p:nvSpPr>
                <p:cNvPr id="40997" name="Freeform 185">
                  <a:extLst>
                    <a:ext uri="{FF2B5EF4-FFF2-40B4-BE49-F238E27FC236}">
                      <a16:creationId xmlns="" xmlns:a16="http://schemas.microsoft.com/office/drawing/2014/main" id="{F4AC4581-BC88-063B-565F-371A751EF739}"/>
                    </a:ext>
                  </a:extLst>
                </p:cNvPr>
                <p:cNvSpPr>
                  <a:spLocks/>
                </p:cNvSpPr>
                <p:nvPr/>
              </p:nvSpPr>
              <p:spPr bwMode="auto">
                <a:xfrm>
                  <a:off x="4271" y="3585"/>
                  <a:ext cx="43" cy="36"/>
                </a:xfrm>
                <a:custGeom>
                  <a:avLst/>
                  <a:gdLst>
                    <a:gd name="T0" fmla="*/ 0 w 1126"/>
                    <a:gd name="T1" fmla="*/ 0 h 1127"/>
                    <a:gd name="T2" fmla="*/ 0 w 1126"/>
                    <a:gd name="T3" fmla="*/ 0 h 1127"/>
                    <a:gd name="T4" fmla="*/ 0 w 1126"/>
                    <a:gd name="T5" fmla="*/ 0 h 1127"/>
                    <a:gd name="T6" fmla="*/ 0 w 1126"/>
                    <a:gd name="T7" fmla="*/ 0 h 1127"/>
                    <a:gd name="T8" fmla="*/ 0 w 1126"/>
                    <a:gd name="T9" fmla="*/ 0 h 1127"/>
                    <a:gd name="T10" fmla="*/ 0 w 1126"/>
                    <a:gd name="T11" fmla="*/ 0 h 1127"/>
                    <a:gd name="T12" fmla="*/ 0 w 1126"/>
                    <a:gd name="T13" fmla="*/ 0 h 1127"/>
                    <a:gd name="T14" fmla="*/ 0 w 1126"/>
                    <a:gd name="T15" fmla="*/ 0 h 1127"/>
                    <a:gd name="T16" fmla="*/ 0 w 1126"/>
                    <a:gd name="T17" fmla="*/ 0 h 1127"/>
                    <a:gd name="T18" fmla="*/ 0 w 1126"/>
                    <a:gd name="T19" fmla="*/ 0 h 1127"/>
                    <a:gd name="T20" fmla="*/ 0 w 1126"/>
                    <a:gd name="T21" fmla="*/ 0 h 1127"/>
                    <a:gd name="T22" fmla="*/ 0 w 1126"/>
                    <a:gd name="T23" fmla="*/ 0 h 1127"/>
                    <a:gd name="T24" fmla="*/ 0 w 1126"/>
                    <a:gd name="T25" fmla="*/ 0 h 1127"/>
                    <a:gd name="T26" fmla="*/ 0 w 1126"/>
                    <a:gd name="T27" fmla="*/ 0 h 1127"/>
                    <a:gd name="T28" fmla="*/ 0 w 1126"/>
                    <a:gd name="T29" fmla="*/ 0 h 1127"/>
                    <a:gd name="T30" fmla="*/ 0 w 1126"/>
                    <a:gd name="T31" fmla="*/ 0 h 1127"/>
                    <a:gd name="T32" fmla="*/ 0 w 1126"/>
                    <a:gd name="T33" fmla="*/ 0 h 1127"/>
                    <a:gd name="T34" fmla="*/ 0 w 1126"/>
                    <a:gd name="T35" fmla="*/ 0 h 1127"/>
                    <a:gd name="T36" fmla="*/ 0 w 1126"/>
                    <a:gd name="T37" fmla="*/ 0 h 1127"/>
                    <a:gd name="T38" fmla="*/ 0 w 1126"/>
                    <a:gd name="T39" fmla="*/ 0 h 1127"/>
                    <a:gd name="T40" fmla="*/ 0 w 1126"/>
                    <a:gd name="T41" fmla="*/ 0 h 1127"/>
                    <a:gd name="T42" fmla="*/ 0 w 1126"/>
                    <a:gd name="T43" fmla="*/ 0 h 1127"/>
                    <a:gd name="T44" fmla="*/ 0 w 1126"/>
                    <a:gd name="T45" fmla="*/ 0 h 1127"/>
                    <a:gd name="T46" fmla="*/ 0 w 1126"/>
                    <a:gd name="T47" fmla="*/ 0 h 1127"/>
                    <a:gd name="T48" fmla="*/ 0 w 1126"/>
                    <a:gd name="T49" fmla="*/ 0 h 1127"/>
                    <a:gd name="T50" fmla="*/ 0 w 1126"/>
                    <a:gd name="T51" fmla="*/ 0 h 1127"/>
                    <a:gd name="T52" fmla="*/ 0 w 1126"/>
                    <a:gd name="T53" fmla="*/ 0 h 1127"/>
                    <a:gd name="T54" fmla="*/ 0 w 1126"/>
                    <a:gd name="T55" fmla="*/ 0 h 1127"/>
                    <a:gd name="T56" fmla="*/ 0 w 1126"/>
                    <a:gd name="T57" fmla="*/ 0 h 1127"/>
                    <a:gd name="T58" fmla="*/ 0 w 1126"/>
                    <a:gd name="T59" fmla="*/ 0 h 1127"/>
                    <a:gd name="T60" fmla="*/ 0 w 1126"/>
                    <a:gd name="T61" fmla="*/ 0 h 1127"/>
                    <a:gd name="T62" fmla="*/ 0 w 1126"/>
                    <a:gd name="T63" fmla="*/ 0 h 1127"/>
                    <a:gd name="T64" fmla="*/ 0 w 1126"/>
                    <a:gd name="T65" fmla="*/ 0 h 1127"/>
                    <a:gd name="T66" fmla="*/ 0 w 1126"/>
                    <a:gd name="T67" fmla="*/ 0 h 1127"/>
                    <a:gd name="T68" fmla="*/ 0 w 1126"/>
                    <a:gd name="T69" fmla="*/ 0 h 1127"/>
                    <a:gd name="T70" fmla="*/ 0 w 1126"/>
                    <a:gd name="T71" fmla="*/ 0 h 1127"/>
                    <a:gd name="T72" fmla="*/ 0 w 1126"/>
                    <a:gd name="T73" fmla="*/ 0 h 1127"/>
                    <a:gd name="T74" fmla="*/ 0 w 1126"/>
                    <a:gd name="T75" fmla="*/ 0 h 1127"/>
                    <a:gd name="T76" fmla="*/ 0 w 1126"/>
                    <a:gd name="T77" fmla="*/ 0 h 1127"/>
                    <a:gd name="T78" fmla="*/ 0 w 1126"/>
                    <a:gd name="T79" fmla="*/ 0 h 1127"/>
                    <a:gd name="T80" fmla="*/ 0 w 1126"/>
                    <a:gd name="T81" fmla="*/ 0 h 1127"/>
                    <a:gd name="T82" fmla="*/ 0 w 1126"/>
                    <a:gd name="T83" fmla="*/ 0 h 1127"/>
                    <a:gd name="T84" fmla="*/ 0 w 1126"/>
                    <a:gd name="T85" fmla="*/ 0 h 112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26"/>
                    <a:gd name="T130" fmla="*/ 0 h 1127"/>
                    <a:gd name="T131" fmla="*/ 1126 w 1126"/>
                    <a:gd name="T132" fmla="*/ 1127 h 112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26" h="1127">
                      <a:moveTo>
                        <a:pt x="563" y="0"/>
                      </a:moveTo>
                      <a:lnTo>
                        <a:pt x="591" y="2"/>
                      </a:lnTo>
                      <a:lnTo>
                        <a:pt x="620" y="4"/>
                      </a:lnTo>
                      <a:lnTo>
                        <a:pt x="648" y="7"/>
                      </a:lnTo>
                      <a:lnTo>
                        <a:pt x="676" y="13"/>
                      </a:lnTo>
                      <a:lnTo>
                        <a:pt x="703" y="18"/>
                      </a:lnTo>
                      <a:lnTo>
                        <a:pt x="730" y="26"/>
                      </a:lnTo>
                      <a:lnTo>
                        <a:pt x="756" y="34"/>
                      </a:lnTo>
                      <a:lnTo>
                        <a:pt x="782" y="45"/>
                      </a:lnTo>
                      <a:lnTo>
                        <a:pt x="806" y="56"/>
                      </a:lnTo>
                      <a:lnTo>
                        <a:pt x="830" y="68"/>
                      </a:lnTo>
                      <a:lnTo>
                        <a:pt x="854" y="83"/>
                      </a:lnTo>
                      <a:lnTo>
                        <a:pt x="877" y="97"/>
                      </a:lnTo>
                      <a:lnTo>
                        <a:pt x="899" y="112"/>
                      </a:lnTo>
                      <a:lnTo>
                        <a:pt x="920" y="130"/>
                      </a:lnTo>
                      <a:lnTo>
                        <a:pt x="941" y="147"/>
                      </a:lnTo>
                      <a:lnTo>
                        <a:pt x="961" y="166"/>
                      </a:lnTo>
                      <a:lnTo>
                        <a:pt x="979" y="186"/>
                      </a:lnTo>
                      <a:lnTo>
                        <a:pt x="997" y="205"/>
                      </a:lnTo>
                      <a:lnTo>
                        <a:pt x="1014" y="227"/>
                      </a:lnTo>
                      <a:lnTo>
                        <a:pt x="1030" y="249"/>
                      </a:lnTo>
                      <a:lnTo>
                        <a:pt x="1044" y="272"/>
                      </a:lnTo>
                      <a:lnTo>
                        <a:pt x="1058" y="295"/>
                      </a:lnTo>
                      <a:lnTo>
                        <a:pt x="1070" y="320"/>
                      </a:lnTo>
                      <a:lnTo>
                        <a:pt x="1081" y="344"/>
                      </a:lnTo>
                      <a:lnTo>
                        <a:pt x="1092" y="371"/>
                      </a:lnTo>
                      <a:lnTo>
                        <a:pt x="1101" y="397"/>
                      </a:lnTo>
                      <a:lnTo>
                        <a:pt x="1109" y="423"/>
                      </a:lnTo>
                      <a:lnTo>
                        <a:pt x="1114" y="451"/>
                      </a:lnTo>
                      <a:lnTo>
                        <a:pt x="1120" y="478"/>
                      </a:lnTo>
                      <a:lnTo>
                        <a:pt x="1123" y="507"/>
                      </a:lnTo>
                      <a:lnTo>
                        <a:pt x="1125" y="535"/>
                      </a:lnTo>
                      <a:lnTo>
                        <a:pt x="1126" y="564"/>
                      </a:lnTo>
                      <a:lnTo>
                        <a:pt x="1125" y="593"/>
                      </a:lnTo>
                      <a:lnTo>
                        <a:pt x="1123" y="622"/>
                      </a:lnTo>
                      <a:lnTo>
                        <a:pt x="1120" y="649"/>
                      </a:lnTo>
                      <a:lnTo>
                        <a:pt x="1114" y="677"/>
                      </a:lnTo>
                      <a:lnTo>
                        <a:pt x="1109" y="704"/>
                      </a:lnTo>
                      <a:lnTo>
                        <a:pt x="1101" y="731"/>
                      </a:lnTo>
                      <a:lnTo>
                        <a:pt x="1092" y="757"/>
                      </a:lnTo>
                      <a:lnTo>
                        <a:pt x="1081" y="783"/>
                      </a:lnTo>
                      <a:lnTo>
                        <a:pt x="1070" y="808"/>
                      </a:lnTo>
                      <a:lnTo>
                        <a:pt x="1058" y="832"/>
                      </a:lnTo>
                      <a:lnTo>
                        <a:pt x="1044" y="855"/>
                      </a:lnTo>
                      <a:lnTo>
                        <a:pt x="1030" y="878"/>
                      </a:lnTo>
                      <a:lnTo>
                        <a:pt x="1014" y="900"/>
                      </a:lnTo>
                      <a:lnTo>
                        <a:pt x="997" y="922"/>
                      </a:lnTo>
                      <a:lnTo>
                        <a:pt x="979" y="943"/>
                      </a:lnTo>
                      <a:lnTo>
                        <a:pt x="961" y="961"/>
                      </a:lnTo>
                      <a:lnTo>
                        <a:pt x="941" y="980"/>
                      </a:lnTo>
                      <a:lnTo>
                        <a:pt x="920" y="998"/>
                      </a:lnTo>
                      <a:lnTo>
                        <a:pt x="899" y="1015"/>
                      </a:lnTo>
                      <a:lnTo>
                        <a:pt x="877" y="1030"/>
                      </a:lnTo>
                      <a:lnTo>
                        <a:pt x="854" y="1046"/>
                      </a:lnTo>
                      <a:lnTo>
                        <a:pt x="830" y="1059"/>
                      </a:lnTo>
                      <a:lnTo>
                        <a:pt x="806" y="1071"/>
                      </a:lnTo>
                      <a:lnTo>
                        <a:pt x="782" y="1083"/>
                      </a:lnTo>
                      <a:lnTo>
                        <a:pt x="756" y="1093"/>
                      </a:lnTo>
                      <a:lnTo>
                        <a:pt x="730" y="1101"/>
                      </a:lnTo>
                      <a:lnTo>
                        <a:pt x="703" y="1109"/>
                      </a:lnTo>
                      <a:lnTo>
                        <a:pt x="676" y="1116"/>
                      </a:lnTo>
                      <a:lnTo>
                        <a:pt x="648" y="1120"/>
                      </a:lnTo>
                      <a:lnTo>
                        <a:pt x="620" y="1124"/>
                      </a:lnTo>
                      <a:lnTo>
                        <a:pt x="591" y="1127"/>
                      </a:lnTo>
                      <a:lnTo>
                        <a:pt x="563" y="1127"/>
                      </a:lnTo>
                      <a:lnTo>
                        <a:pt x="533" y="1127"/>
                      </a:lnTo>
                      <a:lnTo>
                        <a:pt x="505" y="1124"/>
                      </a:lnTo>
                      <a:lnTo>
                        <a:pt x="478" y="1120"/>
                      </a:lnTo>
                      <a:lnTo>
                        <a:pt x="449" y="1116"/>
                      </a:lnTo>
                      <a:lnTo>
                        <a:pt x="423" y="1109"/>
                      </a:lnTo>
                      <a:lnTo>
                        <a:pt x="395" y="1101"/>
                      </a:lnTo>
                      <a:lnTo>
                        <a:pt x="369" y="1093"/>
                      </a:lnTo>
                      <a:lnTo>
                        <a:pt x="344" y="1083"/>
                      </a:lnTo>
                      <a:lnTo>
                        <a:pt x="319" y="1071"/>
                      </a:lnTo>
                      <a:lnTo>
                        <a:pt x="295" y="1059"/>
                      </a:lnTo>
                      <a:lnTo>
                        <a:pt x="272" y="1046"/>
                      </a:lnTo>
                      <a:lnTo>
                        <a:pt x="249" y="1030"/>
                      </a:lnTo>
                      <a:lnTo>
                        <a:pt x="227" y="1015"/>
                      </a:lnTo>
                      <a:lnTo>
                        <a:pt x="205" y="998"/>
                      </a:lnTo>
                      <a:lnTo>
                        <a:pt x="184" y="980"/>
                      </a:lnTo>
                      <a:lnTo>
                        <a:pt x="165" y="961"/>
                      </a:lnTo>
                      <a:lnTo>
                        <a:pt x="147" y="943"/>
                      </a:lnTo>
                      <a:lnTo>
                        <a:pt x="128" y="922"/>
                      </a:lnTo>
                      <a:lnTo>
                        <a:pt x="112" y="900"/>
                      </a:lnTo>
                      <a:lnTo>
                        <a:pt x="96" y="878"/>
                      </a:lnTo>
                      <a:lnTo>
                        <a:pt x="81" y="855"/>
                      </a:lnTo>
                      <a:lnTo>
                        <a:pt x="68" y="832"/>
                      </a:lnTo>
                      <a:lnTo>
                        <a:pt x="56" y="808"/>
                      </a:lnTo>
                      <a:lnTo>
                        <a:pt x="44" y="783"/>
                      </a:lnTo>
                      <a:lnTo>
                        <a:pt x="34" y="757"/>
                      </a:lnTo>
                      <a:lnTo>
                        <a:pt x="25" y="731"/>
                      </a:lnTo>
                      <a:lnTo>
                        <a:pt x="17" y="704"/>
                      </a:lnTo>
                      <a:lnTo>
                        <a:pt x="11" y="677"/>
                      </a:lnTo>
                      <a:lnTo>
                        <a:pt x="6" y="649"/>
                      </a:lnTo>
                      <a:lnTo>
                        <a:pt x="2" y="622"/>
                      </a:lnTo>
                      <a:lnTo>
                        <a:pt x="0" y="593"/>
                      </a:lnTo>
                      <a:lnTo>
                        <a:pt x="0" y="564"/>
                      </a:lnTo>
                      <a:lnTo>
                        <a:pt x="0" y="535"/>
                      </a:lnTo>
                      <a:lnTo>
                        <a:pt x="2" y="507"/>
                      </a:lnTo>
                      <a:lnTo>
                        <a:pt x="6" y="478"/>
                      </a:lnTo>
                      <a:lnTo>
                        <a:pt x="11" y="451"/>
                      </a:lnTo>
                      <a:lnTo>
                        <a:pt x="17" y="423"/>
                      </a:lnTo>
                      <a:lnTo>
                        <a:pt x="25" y="397"/>
                      </a:lnTo>
                      <a:lnTo>
                        <a:pt x="34" y="371"/>
                      </a:lnTo>
                      <a:lnTo>
                        <a:pt x="44" y="344"/>
                      </a:lnTo>
                      <a:lnTo>
                        <a:pt x="56" y="320"/>
                      </a:lnTo>
                      <a:lnTo>
                        <a:pt x="68" y="295"/>
                      </a:lnTo>
                      <a:lnTo>
                        <a:pt x="81" y="272"/>
                      </a:lnTo>
                      <a:lnTo>
                        <a:pt x="96" y="249"/>
                      </a:lnTo>
                      <a:lnTo>
                        <a:pt x="112" y="227"/>
                      </a:lnTo>
                      <a:lnTo>
                        <a:pt x="128" y="205"/>
                      </a:lnTo>
                      <a:lnTo>
                        <a:pt x="147" y="186"/>
                      </a:lnTo>
                      <a:lnTo>
                        <a:pt x="165" y="166"/>
                      </a:lnTo>
                      <a:lnTo>
                        <a:pt x="184" y="147"/>
                      </a:lnTo>
                      <a:lnTo>
                        <a:pt x="205" y="130"/>
                      </a:lnTo>
                      <a:lnTo>
                        <a:pt x="227" y="112"/>
                      </a:lnTo>
                      <a:lnTo>
                        <a:pt x="249" y="97"/>
                      </a:lnTo>
                      <a:lnTo>
                        <a:pt x="272" y="83"/>
                      </a:lnTo>
                      <a:lnTo>
                        <a:pt x="295" y="68"/>
                      </a:lnTo>
                      <a:lnTo>
                        <a:pt x="319" y="56"/>
                      </a:lnTo>
                      <a:lnTo>
                        <a:pt x="344" y="45"/>
                      </a:lnTo>
                      <a:lnTo>
                        <a:pt x="369" y="34"/>
                      </a:lnTo>
                      <a:lnTo>
                        <a:pt x="395" y="26"/>
                      </a:lnTo>
                      <a:lnTo>
                        <a:pt x="423" y="18"/>
                      </a:lnTo>
                      <a:lnTo>
                        <a:pt x="449" y="13"/>
                      </a:lnTo>
                      <a:lnTo>
                        <a:pt x="478" y="7"/>
                      </a:lnTo>
                      <a:lnTo>
                        <a:pt x="505" y="4"/>
                      </a:lnTo>
                      <a:lnTo>
                        <a:pt x="533" y="2"/>
                      </a:lnTo>
                      <a:lnTo>
                        <a:pt x="563" y="0"/>
                      </a:lnTo>
                      <a:close/>
                    </a:path>
                  </a:pathLst>
                </a:custGeom>
                <a:solidFill>
                  <a:srgbClr val="00A7D1"/>
                </a:solidFill>
                <a:ln>
                  <a:noFill/>
                </a:ln>
              </p:spPr>
              <p:txBody>
                <a:bodyPr/>
                <a:lstStyle/>
                <a:p>
                  <a:pPr>
                    <a:defRPr/>
                  </a:pPr>
                  <a:endParaRPr lang="en-US" sz="1050">
                    <a:latin typeface="+mj-lt"/>
                  </a:endParaRPr>
                </a:p>
              </p:txBody>
            </p:sp>
            <p:sp>
              <p:nvSpPr>
                <p:cNvPr id="40998" name="Freeform 186">
                  <a:extLst>
                    <a:ext uri="{FF2B5EF4-FFF2-40B4-BE49-F238E27FC236}">
                      <a16:creationId xmlns="" xmlns:a16="http://schemas.microsoft.com/office/drawing/2014/main" id="{2010C5D8-86EB-B945-6920-4C1DDB32DA58}"/>
                    </a:ext>
                  </a:extLst>
                </p:cNvPr>
                <p:cNvSpPr>
                  <a:spLocks/>
                </p:cNvSpPr>
                <p:nvPr/>
              </p:nvSpPr>
              <p:spPr bwMode="auto">
                <a:xfrm>
                  <a:off x="4292" y="3583"/>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7" y="596"/>
                      </a:lnTo>
                      <a:lnTo>
                        <a:pt x="625" y="564"/>
                      </a:lnTo>
                      <a:lnTo>
                        <a:pt x="620" y="532"/>
                      </a:lnTo>
                      <a:lnTo>
                        <a:pt x="615" y="502"/>
                      </a:lnTo>
                      <a:lnTo>
                        <a:pt x="608" y="471"/>
                      </a:lnTo>
                      <a:lnTo>
                        <a:pt x="599" y="441"/>
                      </a:lnTo>
                      <a:lnTo>
                        <a:pt x="590" y="412"/>
                      </a:lnTo>
                      <a:lnTo>
                        <a:pt x="579" y="384"/>
                      </a:lnTo>
                      <a:lnTo>
                        <a:pt x="565" y="356"/>
                      </a:lnTo>
                      <a:lnTo>
                        <a:pt x="551" y="328"/>
                      </a:lnTo>
                      <a:lnTo>
                        <a:pt x="537" y="302"/>
                      </a:lnTo>
                      <a:lnTo>
                        <a:pt x="520" y="277"/>
                      </a:lnTo>
                      <a:lnTo>
                        <a:pt x="503" y="253"/>
                      </a:lnTo>
                      <a:lnTo>
                        <a:pt x="484" y="229"/>
                      </a:lnTo>
                      <a:lnTo>
                        <a:pt x="465" y="206"/>
                      </a:lnTo>
                      <a:lnTo>
                        <a:pt x="444" y="184"/>
                      </a:lnTo>
                      <a:lnTo>
                        <a:pt x="422" y="163"/>
                      </a:lnTo>
                      <a:lnTo>
                        <a:pt x="399" y="143"/>
                      </a:lnTo>
                      <a:lnTo>
                        <a:pt x="375" y="125"/>
                      </a:lnTo>
                      <a:lnTo>
                        <a:pt x="351" y="107"/>
                      </a:lnTo>
                      <a:lnTo>
                        <a:pt x="325" y="91"/>
                      </a:lnTo>
                      <a:lnTo>
                        <a:pt x="299" y="77"/>
                      </a:lnTo>
                      <a:lnTo>
                        <a:pt x="272" y="62"/>
                      </a:lnTo>
                      <a:lnTo>
                        <a:pt x="243" y="49"/>
                      </a:lnTo>
                      <a:lnTo>
                        <a:pt x="216" y="38"/>
                      </a:lnTo>
                      <a:lnTo>
                        <a:pt x="186" y="28"/>
                      </a:lnTo>
                      <a:lnTo>
                        <a:pt x="157" y="20"/>
                      </a:lnTo>
                      <a:lnTo>
                        <a:pt x="126" y="13"/>
                      </a:lnTo>
                      <a:lnTo>
                        <a:pt x="95" y="7"/>
                      </a:lnTo>
                      <a:lnTo>
                        <a:pt x="64" y="3"/>
                      </a:lnTo>
                      <a:lnTo>
                        <a:pt x="32" y="1"/>
                      </a:lnTo>
                      <a:lnTo>
                        <a:pt x="0" y="0"/>
                      </a:lnTo>
                      <a:lnTo>
                        <a:pt x="0" y="129"/>
                      </a:lnTo>
                      <a:lnTo>
                        <a:pt x="25" y="130"/>
                      </a:lnTo>
                      <a:lnTo>
                        <a:pt x="50" y="131"/>
                      </a:lnTo>
                      <a:lnTo>
                        <a:pt x="76" y="135"/>
                      </a:lnTo>
                      <a:lnTo>
                        <a:pt x="100" y="139"/>
                      </a:lnTo>
                      <a:lnTo>
                        <a:pt x="124" y="144"/>
                      </a:lnTo>
                      <a:lnTo>
                        <a:pt x="148" y="151"/>
                      </a:lnTo>
                      <a:lnTo>
                        <a:pt x="171" y="160"/>
                      </a:lnTo>
                      <a:lnTo>
                        <a:pt x="194" y="169"/>
                      </a:lnTo>
                      <a:lnTo>
                        <a:pt x="216" y="178"/>
                      </a:lnTo>
                      <a:lnTo>
                        <a:pt x="237" y="189"/>
                      </a:lnTo>
                      <a:lnTo>
                        <a:pt x="257" y="201"/>
                      </a:lnTo>
                      <a:lnTo>
                        <a:pt x="278" y="215"/>
                      </a:lnTo>
                      <a:lnTo>
                        <a:pt x="298" y="228"/>
                      </a:lnTo>
                      <a:lnTo>
                        <a:pt x="317" y="243"/>
                      </a:lnTo>
                      <a:lnTo>
                        <a:pt x="335" y="258"/>
                      </a:lnTo>
                      <a:lnTo>
                        <a:pt x="352" y="276"/>
                      </a:lnTo>
                      <a:lnTo>
                        <a:pt x="368" y="292"/>
                      </a:lnTo>
                      <a:lnTo>
                        <a:pt x="385" y="311"/>
                      </a:lnTo>
                      <a:lnTo>
                        <a:pt x="399" y="330"/>
                      </a:lnTo>
                      <a:lnTo>
                        <a:pt x="413" y="349"/>
                      </a:lnTo>
                      <a:lnTo>
                        <a:pt x="426" y="370"/>
                      </a:lnTo>
                      <a:lnTo>
                        <a:pt x="438" y="391"/>
                      </a:lnTo>
                      <a:lnTo>
                        <a:pt x="449" y="412"/>
                      </a:lnTo>
                      <a:lnTo>
                        <a:pt x="459" y="434"/>
                      </a:lnTo>
                      <a:lnTo>
                        <a:pt x="468" y="457"/>
                      </a:lnTo>
                      <a:lnTo>
                        <a:pt x="476" y="480"/>
                      </a:lnTo>
                      <a:lnTo>
                        <a:pt x="483" y="504"/>
                      </a:lnTo>
                      <a:lnTo>
                        <a:pt x="489" y="528"/>
                      </a:lnTo>
                      <a:lnTo>
                        <a:pt x="493" y="552"/>
                      </a:lnTo>
                      <a:lnTo>
                        <a:pt x="496" y="577"/>
                      </a:lnTo>
                      <a:lnTo>
                        <a:pt x="497" y="602"/>
                      </a:lnTo>
                      <a:lnTo>
                        <a:pt x="499" y="628"/>
                      </a:lnTo>
                      <a:lnTo>
                        <a:pt x="628" y="628"/>
                      </a:lnTo>
                      <a:close/>
                    </a:path>
                  </a:pathLst>
                </a:custGeom>
                <a:solidFill>
                  <a:srgbClr val="00A7D1"/>
                </a:solidFill>
                <a:ln>
                  <a:noFill/>
                </a:ln>
              </p:spPr>
              <p:txBody>
                <a:bodyPr/>
                <a:lstStyle/>
                <a:p>
                  <a:pPr>
                    <a:defRPr/>
                  </a:pPr>
                  <a:endParaRPr lang="en-US" sz="1050">
                    <a:latin typeface="+mj-lt"/>
                  </a:endParaRPr>
                </a:p>
              </p:txBody>
            </p:sp>
            <p:sp>
              <p:nvSpPr>
                <p:cNvPr id="40999" name="Freeform 187">
                  <a:extLst>
                    <a:ext uri="{FF2B5EF4-FFF2-40B4-BE49-F238E27FC236}">
                      <a16:creationId xmlns="" xmlns:a16="http://schemas.microsoft.com/office/drawing/2014/main" id="{E9DD7EB3-B11C-FF8B-6475-411C0B6E02C1}"/>
                    </a:ext>
                  </a:extLst>
                </p:cNvPr>
                <p:cNvSpPr>
                  <a:spLocks/>
                </p:cNvSpPr>
                <p:nvPr/>
              </p:nvSpPr>
              <p:spPr bwMode="auto">
                <a:xfrm>
                  <a:off x="4292" y="3607"/>
                  <a:ext cx="25"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627"/>
                      </a:moveTo>
                      <a:lnTo>
                        <a:pt x="0" y="627"/>
                      </a:lnTo>
                      <a:lnTo>
                        <a:pt x="32" y="626"/>
                      </a:lnTo>
                      <a:lnTo>
                        <a:pt x="64" y="624"/>
                      </a:lnTo>
                      <a:lnTo>
                        <a:pt x="95" y="621"/>
                      </a:lnTo>
                      <a:lnTo>
                        <a:pt x="126" y="614"/>
                      </a:lnTo>
                      <a:lnTo>
                        <a:pt x="157" y="608"/>
                      </a:lnTo>
                      <a:lnTo>
                        <a:pt x="186" y="599"/>
                      </a:lnTo>
                      <a:lnTo>
                        <a:pt x="216" y="589"/>
                      </a:lnTo>
                      <a:lnTo>
                        <a:pt x="243" y="578"/>
                      </a:lnTo>
                      <a:lnTo>
                        <a:pt x="272" y="565"/>
                      </a:lnTo>
                      <a:lnTo>
                        <a:pt x="299" y="552"/>
                      </a:lnTo>
                      <a:lnTo>
                        <a:pt x="325" y="536"/>
                      </a:lnTo>
                      <a:lnTo>
                        <a:pt x="351" y="520"/>
                      </a:lnTo>
                      <a:lnTo>
                        <a:pt x="375" y="502"/>
                      </a:lnTo>
                      <a:lnTo>
                        <a:pt x="399" y="484"/>
                      </a:lnTo>
                      <a:lnTo>
                        <a:pt x="422" y="464"/>
                      </a:lnTo>
                      <a:lnTo>
                        <a:pt x="444" y="443"/>
                      </a:lnTo>
                      <a:lnTo>
                        <a:pt x="465" y="421"/>
                      </a:lnTo>
                      <a:lnTo>
                        <a:pt x="484" y="398"/>
                      </a:lnTo>
                      <a:lnTo>
                        <a:pt x="503" y="375"/>
                      </a:lnTo>
                      <a:lnTo>
                        <a:pt x="520" y="350"/>
                      </a:lnTo>
                      <a:lnTo>
                        <a:pt x="537" y="325"/>
                      </a:lnTo>
                      <a:lnTo>
                        <a:pt x="551" y="299"/>
                      </a:lnTo>
                      <a:lnTo>
                        <a:pt x="565" y="271"/>
                      </a:lnTo>
                      <a:lnTo>
                        <a:pt x="579" y="244"/>
                      </a:lnTo>
                      <a:lnTo>
                        <a:pt x="590" y="215"/>
                      </a:lnTo>
                      <a:lnTo>
                        <a:pt x="599" y="186"/>
                      </a:lnTo>
                      <a:lnTo>
                        <a:pt x="608" y="156"/>
                      </a:lnTo>
                      <a:lnTo>
                        <a:pt x="615" y="126"/>
                      </a:lnTo>
                      <a:lnTo>
                        <a:pt x="620" y="95"/>
                      </a:lnTo>
                      <a:lnTo>
                        <a:pt x="625" y="64"/>
                      </a:lnTo>
                      <a:lnTo>
                        <a:pt x="627" y="32"/>
                      </a:lnTo>
                      <a:lnTo>
                        <a:pt x="628" y="0"/>
                      </a:lnTo>
                      <a:lnTo>
                        <a:pt x="499" y="0"/>
                      </a:lnTo>
                      <a:lnTo>
                        <a:pt x="497" y="26"/>
                      </a:lnTo>
                      <a:lnTo>
                        <a:pt x="496" y="51"/>
                      </a:lnTo>
                      <a:lnTo>
                        <a:pt x="493" y="76"/>
                      </a:lnTo>
                      <a:lnTo>
                        <a:pt x="489" y="100"/>
                      </a:lnTo>
                      <a:lnTo>
                        <a:pt x="483" y="124"/>
                      </a:lnTo>
                      <a:lnTo>
                        <a:pt x="476" y="147"/>
                      </a:lnTo>
                      <a:lnTo>
                        <a:pt x="468" y="170"/>
                      </a:lnTo>
                      <a:lnTo>
                        <a:pt x="459" y="193"/>
                      </a:lnTo>
                      <a:lnTo>
                        <a:pt x="449" y="215"/>
                      </a:lnTo>
                      <a:lnTo>
                        <a:pt x="438" y="237"/>
                      </a:lnTo>
                      <a:lnTo>
                        <a:pt x="426" y="258"/>
                      </a:lnTo>
                      <a:lnTo>
                        <a:pt x="413" y="278"/>
                      </a:lnTo>
                      <a:lnTo>
                        <a:pt x="399" y="298"/>
                      </a:lnTo>
                      <a:lnTo>
                        <a:pt x="385" y="316"/>
                      </a:lnTo>
                      <a:lnTo>
                        <a:pt x="368" y="335"/>
                      </a:lnTo>
                      <a:lnTo>
                        <a:pt x="353" y="352"/>
                      </a:lnTo>
                      <a:lnTo>
                        <a:pt x="335" y="369"/>
                      </a:lnTo>
                      <a:lnTo>
                        <a:pt x="317" y="384"/>
                      </a:lnTo>
                      <a:lnTo>
                        <a:pt x="298" y="399"/>
                      </a:lnTo>
                      <a:lnTo>
                        <a:pt x="278" y="413"/>
                      </a:lnTo>
                      <a:lnTo>
                        <a:pt x="257" y="426"/>
                      </a:lnTo>
                      <a:lnTo>
                        <a:pt x="237" y="438"/>
                      </a:lnTo>
                      <a:lnTo>
                        <a:pt x="216" y="449"/>
                      </a:lnTo>
                      <a:lnTo>
                        <a:pt x="194" y="460"/>
                      </a:lnTo>
                      <a:lnTo>
                        <a:pt x="171" y="468"/>
                      </a:lnTo>
                      <a:lnTo>
                        <a:pt x="148" y="476"/>
                      </a:lnTo>
                      <a:lnTo>
                        <a:pt x="124" y="483"/>
                      </a:lnTo>
                      <a:lnTo>
                        <a:pt x="100" y="488"/>
                      </a:lnTo>
                      <a:lnTo>
                        <a:pt x="76" y="493"/>
                      </a:lnTo>
                      <a:lnTo>
                        <a:pt x="50" y="496"/>
                      </a:lnTo>
                      <a:lnTo>
                        <a:pt x="25" y="498"/>
                      </a:lnTo>
                      <a:lnTo>
                        <a:pt x="0" y="498"/>
                      </a:lnTo>
                      <a:lnTo>
                        <a:pt x="0" y="627"/>
                      </a:lnTo>
                      <a:close/>
                    </a:path>
                  </a:pathLst>
                </a:custGeom>
                <a:solidFill>
                  <a:srgbClr val="00A7D1"/>
                </a:solidFill>
                <a:ln>
                  <a:noFill/>
                </a:ln>
              </p:spPr>
              <p:txBody>
                <a:bodyPr/>
                <a:lstStyle/>
                <a:p>
                  <a:pPr>
                    <a:defRPr/>
                  </a:pPr>
                  <a:endParaRPr lang="en-US" sz="1050">
                    <a:latin typeface="+mj-lt"/>
                  </a:endParaRPr>
                </a:p>
              </p:txBody>
            </p:sp>
            <p:sp>
              <p:nvSpPr>
                <p:cNvPr id="41000" name="Freeform 188">
                  <a:extLst>
                    <a:ext uri="{FF2B5EF4-FFF2-40B4-BE49-F238E27FC236}">
                      <a16:creationId xmlns="" xmlns:a16="http://schemas.microsoft.com/office/drawing/2014/main" id="{35204750-9DBA-87FC-ADA3-3860AD7E7197}"/>
                    </a:ext>
                  </a:extLst>
                </p:cNvPr>
                <p:cNvSpPr>
                  <a:spLocks/>
                </p:cNvSpPr>
                <p:nvPr/>
              </p:nvSpPr>
              <p:spPr bwMode="auto">
                <a:xfrm>
                  <a:off x="4271" y="3607"/>
                  <a:ext cx="21"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0"/>
                      </a:moveTo>
                      <a:lnTo>
                        <a:pt x="0" y="0"/>
                      </a:lnTo>
                      <a:lnTo>
                        <a:pt x="1" y="31"/>
                      </a:lnTo>
                      <a:lnTo>
                        <a:pt x="3" y="63"/>
                      </a:lnTo>
                      <a:lnTo>
                        <a:pt x="7" y="95"/>
                      </a:lnTo>
                      <a:lnTo>
                        <a:pt x="13" y="126"/>
                      </a:lnTo>
                      <a:lnTo>
                        <a:pt x="20" y="156"/>
                      </a:lnTo>
                      <a:lnTo>
                        <a:pt x="29" y="186"/>
                      </a:lnTo>
                      <a:lnTo>
                        <a:pt x="38" y="215"/>
                      </a:lnTo>
                      <a:lnTo>
                        <a:pt x="49" y="244"/>
                      </a:lnTo>
                      <a:lnTo>
                        <a:pt x="63" y="271"/>
                      </a:lnTo>
                      <a:lnTo>
                        <a:pt x="76" y="299"/>
                      </a:lnTo>
                      <a:lnTo>
                        <a:pt x="91" y="325"/>
                      </a:lnTo>
                      <a:lnTo>
                        <a:pt x="108" y="350"/>
                      </a:lnTo>
                      <a:lnTo>
                        <a:pt x="125" y="375"/>
                      </a:lnTo>
                      <a:lnTo>
                        <a:pt x="144" y="398"/>
                      </a:lnTo>
                      <a:lnTo>
                        <a:pt x="163" y="421"/>
                      </a:lnTo>
                      <a:lnTo>
                        <a:pt x="184" y="443"/>
                      </a:lnTo>
                      <a:lnTo>
                        <a:pt x="206" y="464"/>
                      </a:lnTo>
                      <a:lnTo>
                        <a:pt x="229" y="484"/>
                      </a:lnTo>
                      <a:lnTo>
                        <a:pt x="252" y="502"/>
                      </a:lnTo>
                      <a:lnTo>
                        <a:pt x="277" y="520"/>
                      </a:lnTo>
                      <a:lnTo>
                        <a:pt x="303" y="536"/>
                      </a:lnTo>
                      <a:lnTo>
                        <a:pt x="329" y="552"/>
                      </a:lnTo>
                      <a:lnTo>
                        <a:pt x="356" y="565"/>
                      </a:lnTo>
                      <a:lnTo>
                        <a:pt x="384" y="578"/>
                      </a:lnTo>
                      <a:lnTo>
                        <a:pt x="412" y="589"/>
                      </a:lnTo>
                      <a:lnTo>
                        <a:pt x="442" y="599"/>
                      </a:lnTo>
                      <a:lnTo>
                        <a:pt x="471" y="608"/>
                      </a:lnTo>
                      <a:lnTo>
                        <a:pt x="502" y="614"/>
                      </a:lnTo>
                      <a:lnTo>
                        <a:pt x="533" y="621"/>
                      </a:lnTo>
                      <a:lnTo>
                        <a:pt x="564" y="624"/>
                      </a:lnTo>
                      <a:lnTo>
                        <a:pt x="596" y="626"/>
                      </a:lnTo>
                      <a:lnTo>
                        <a:pt x="628" y="627"/>
                      </a:lnTo>
                      <a:lnTo>
                        <a:pt x="628" y="498"/>
                      </a:lnTo>
                      <a:lnTo>
                        <a:pt x="602" y="498"/>
                      </a:lnTo>
                      <a:lnTo>
                        <a:pt x="576" y="496"/>
                      </a:lnTo>
                      <a:lnTo>
                        <a:pt x="551" y="493"/>
                      </a:lnTo>
                      <a:lnTo>
                        <a:pt x="527" y="488"/>
                      </a:lnTo>
                      <a:lnTo>
                        <a:pt x="503" y="483"/>
                      </a:lnTo>
                      <a:lnTo>
                        <a:pt x="480" y="476"/>
                      </a:lnTo>
                      <a:lnTo>
                        <a:pt x="457" y="468"/>
                      </a:lnTo>
                      <a:lnTo>
                        <a:pt x="434" y="460"/>
                      </a:lnTo>
                      <a:lnTo>
                        <a:pt x="412" y="449"/>
                      </a:lnTo>
                      <a:lnTo>
                        <a:pt x="390" y="438"/>
                      </a:lnTo>
                      <a:lnTo>
                        <a:pt x="369" y="426"/>
                      </a:lnTo>
                      <a:lnTo>
                        <a:pt x="350" y="413"/>
                      </a:lnTo>
                      <a:lnTo>
                        <a:pt x="330" y="399"/>
                      </a:lnTo>
                      <a:lnTo>
                        <a:pt x="311" y="384"/>
                      </a:lnTo>
                      <a:lnTo>
                        <a:pt x="293" y="369"/>
                      </a:lnTo>
                      <a:lnTo>
                        <a:pt x="275" y="352"/>
                      </a:lnTo>
                      <a:lnTo>
                        <a:pt x="259" y="335"/>
                      </a:lnTo>
                      <a:lnTo>
                        <a:pt x="243" y="316"/>
                      </a:lnTo>
                      <a:lnTo>
                        <a:pt x="228" y="298"/>
                      </a:lnTo>
                      <a:lnTo>
                        <a:pt x="215" y="278"/>
                      </a:lnTo>
                      <a:lnTo>
                        <a:pt x="202" y="258"/>
                      </a:lnTo>
                      <a:lnTo>
                        <a:pt x="190" y="237"/>
                      </a:lnTo>
                      <a:lnTo>
                        <a:pt x="179" y="215"/>
                      </a:lnTo>
                      <a:lnTo>
                        <a:pt x="168" y="193"/>
                      </a:lnTo>
                      <a:lnTo>
                        <a:pt x="159" y="170"/>
                      </a:lnTo>
                      <a:lnTo>
                        <a:pt x="151" y="147"/>
                      </a:lnTo>
                      <a:lnTo>
                        <a:pt x="145" y="124"/>
                      </a:lnTo>
                      <a:lnTo>
                        <a:pt x="139" y="100"/>
                      </a:lnTo>
                      <a:lnTo>
                        <a:pt x="135" y="76"/>
                      </a:lnTo>
                      <a:lnTo>
                        <a:pt x="132" y="51"/>
                      </a:lnTo>
                      <a:lnTo>
                        <a:pt x="129" y="26"/>
                      </a:lnTo>
                      <a:lnTo>
                        <a:pt x="129" y="0"/>
                      </a:lnTo>
                      <a:lnTo>
                        <a:pt x="0" y="0"/>
                      </a:lnTo>
                      <a:close/>
                    </a:path>
                  </a:pathLst>
                </a:custGeom>
                <a:solidFill>
                  <a:srgbClr val="00A7D1"/>
                </a:solidFill>
                <a:ln>
                  <a:noFill/>
                </a:ln>
              </p:spPr>
              <p:txBody>
                <a:bodyPr/>
                <a:lstStyle/>
                <a:p>
                  <a:pPr>
                    <a:defRPr/>
                  </a:pPr>
                  <a:endParaRPr lang="en-US" sz="1050">
                    <a:latin typeface="+mj-lt"/>
                  </a:endParaRPr>
                </a:p>
              </p:txBody>
            </p:sp>
            <p:sp>
              <p:nvSpPr>
                <p:cNvPr id="41001" name="Freeform 189">
                  <a:extLst>
                    <a:ext uri="{FF2B5EF4-FFF2-40B4-BE49-F238E27FC236}">
                      <a16:creationId xmlns="" xmlns:a16="http://schemas.microsoft.com/office/drawing/2014/main" id="{7BF226DB-DBD1-2A07-AFD4-1003E4896E83}"/>
                    </a:ext>
                  </a:extLst>
                </p:cNvPr>
                <p:cNvSpPr>
                  <a:spLocks/>
                </p:cNvSpPr>
                <p:nvPr/>
              </p:nvSpPr>
              <p:spPr bwMode="auto">
                <a:xfrm>
                  <a:off x="4271" y="3583"/>
                  <a:ext cx="21"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5" y="1"/>
                      </a:lnTo>
                      <a:lnTo>
                        <a:pt x="563" y="3"/>
                      </a:lnTo>
                      <a:lnTo>
                        <a:pt x="533" y="7"/>
                      </a:lnTo>
                      <a:lnTo>
                        <a:pt x="502" y="13"/>
                      </a:lnTo>
                      <a:lnTo>
                        <a:pt x="471" y="20"/>
                      </a:lnTo>
                      <a:lnTo>
                        <a:pt x="442" y="28"/>
                      </a:lnTo>
                      <a:lnTo>
                        <a:pt x="412" y="38"/>
                      </a:lnTo>
                      <a:lnTo>
                        <a:pt x="384" y="49"/>
                      </a:lnTo>
                      <a:lnTo>
                        <a:pt x="356" y="62"/>
                      </a:lnTo>
                      <a:lnTo>
                        <a:pt x="329" y="77"/>
                      </a:lnTo>
                      <a:lnTo>
                        <a:pt x="303" y="91"/>
                      </a:lnTo>
                      <a:lnTo>
                        <a:pt x="277" y="107"/>
                      </a:lnTo>
                      <a:lnTo>
                        <a:pt x="252" y="125"/>
                      </a:lnTo>
                      <a:lnTo>
                        <a:pt x="229" y="143"/>
                      </a:lnTo>
                      <a:lnTo>
                        <a:pt x="206" y="163"/>
                      </a:lnTo>
                      <a:lnTo>
                        <a:pt x="184" y="184"/>
                      </a:lnTo>
                      <a:lnTo>
                        <a:pt x="163" y="206"/>
                      </a:lnTo>
                      <a:lnTo>
                        <a:pt x="144" y="229"/>
                      </a:lnTo>
                      <a:lnTo>
                        <a:pt x="125" y="253"/>
                      </a:lnTo>
                      <a:lnTo>
                        <a:pt x="108" y="277"/>
                      </a:lnTo>
                      <a:lnTo>
                        <a:pt x="91" y="302"/>
                      </a:lnTo>
                      <a:lnTo>
                        <a:pt x="76" y="328"/>
                      </a:lnTo>
                      <a:lnTo>
                        <a:pt x="63" y="356"/>
                      </a:lnTo>
                      <a:lnTo>
                        <a:pt x="49" y="384"/>
                      </a:lnTo>
                      <a:lnTo>
                        <a:pt x="38" y="412"/>
                      </a:lnTo>
                      <a:lnTo>
                        <a:pt x="29" y="441"/>
                      </a:lnTo>
                      <a:lnTo>
                        <a:pt x="20" y="471"/>
                      </a:lnTo>
                      <a:lnTo>
                        <a:pt x="13" y="502"/>
                      </a:lnTo>
                      <a:lnTo>
                        <a:pt x="7" y="532"/>
                      </a:lnTo>
                      <a:lnTo>
                        <a:pt x="3" y="564"/>
                      </a:lnTo>
                      <a:lnTo>
                        <a:pt x="1" y="596"/>
                      </a:lnTo>
                      <a:lnTo>
                        <a:pt x="0" y="628"/>
                      </a:lnTo>
                      <a:lnTo>
                        <a:pt x="129" y="628"/>
                      </a:lnTo>
                      <a:lnTo>
                        <a:pt x="129" y="602"/>
                      </a:lnTo>
                      <a:lnTo>
                        <a:pt x="132" y="576"/>
                      </a:lnTo>
                      <a:lnTo>
                        <a:pt x="135" y="552"/>
                      </a:lnTo>
                      <a:lnTo>
                        <a:pt x="139" y="528"/>
                      </a:lnTo>
                      <a:lnTo>
                        <a:pt x="145" y="503"/>
                      </a:lnTo>
                      <a:lnTo>
                        <a:pt x="151" y="480"/>
                      </a:lnTo>
                      <a:lnTo>
                        <a:pt x="159" y="457"/>
                      </a:lnTo>
                      <a:lnTo>
                        <a:pt x="168" y="434"/>
                      </a:lnTo>
                      <a:lnTo>
                        <a:pt x="179" y="412"/>
                      </a:lnTo>
                      <a:lnTo>
                        <a:pt x="190" y="391"/>
                      </a:lnTo>
                      <a:lnTo>
                        <a:pt x="202" y="370"/>
                      </a:lnTo>
                      <a:lnTo>
                        <a:pt x="215" y="349"/>
                      </a:lnTo>
                      <a:lnTo>
                        <a:pt x="228" y="330"/>
                      </a:lnTo>
                      <a:lnTo>
                        <a:pt x="243" y="311"/>
                      </a:lnTo>
                      <a:lnTo>
                        <a:pt x="259" y="292"/>
                      </a:lnTo>
                      <a:lnTo>
                        <a:pt x="275" y="276"/>
                      </a:lnTo>
                      <a:lnTo>
                        <a:pt x="293" y="258"/>
                      </a:lnTo>
                      <a:lnTo>
                        <a:pt x="311" y="243"/>
                      </a:lnTo>
                      <a:lnTo>
                        <a:pt x="330" y="228"/>
                      </a:lnTo>
                      <a:lnTo>
                        <a:pt x="350" y="215"/>
                      </a:lnTo>
                      <a:lnTo>
                        <a:pt x="369" y="201"/>
                      </a:lnTo>
                      <a:lnTo>
                        <a:pt x="390" y="189"/>
                      </a:lnTo>
                      <a:lnTo>
                        <a:pt x="412" y="178"/>
                      </a:lnTo>
                      <a:lnTo>
                        <a:pt x="434" y="169"/>
                      </a:lnTo>
                      <a:lnTo>
                        <a:pt x="457" y="160"/>
                      </a:lnTo>
                      <a:lnTo>
                        <a:pt x="480" y="151"/>
                      </a:lnTo>
                      <a:lnTo>
                        <a:pt x="503" y="144"/>
                      </a:lnTo>
                      <a:lnTo>
                        <a:pt x="527" y="139"/>
                      </a:lnTo>
                      <a:lnTo>
                        <a:pt x="551" y="135"/>
                      </a:lnTo>
                      <a:lnTo>
                        <a:pt x="576" y="131"/>
                      </a:lnTo>
                      <a:lnTo>
                        <a:pt x="602" y="130"/>
                      </a:lnTo>
                      <a:lnTo>
                        <a:pt x="628" y="129"/>
                      </a:lnTo>
                      <a:lnTo>
                        <a:pt x="628" y="0"/>
                      </a:lnTo>
                      <a:close/>
                    </a:path>
                  </a:pathLst>
                </a:custGeom>
                <a:solidFill>
                  <a:srgbClr val="00A7D1"/>
                </a:solidFill>
                <a:ln>
                  <a:noFill/>
                </a:ln>
              </p:spPr>
              <p:txBody>
                <a:bodyPr/>
                <a:lstStyle/>
                <a:p>
                  <a:pPr>
                    <a:defRPr/>
                  </a:pPr>
                  <a:endParaRPr lang="en-US" sz="1050">
                    <a:latin typeface="+mj-lt"/>
                  </a:endParaRPr>
                </a:p>
              </p:txBody>
            </p:sp>
            <p:sp>
              <p:nvSpPr>
                <p:cNvPr id="41002" name="Freeform 190">
                  <a:extLst>
                    <a:ext uri="{FF2B5EF4-FFF2-40B4-BE49-F238E27FC236}">
                      <a16:creationId xmlns="" xmlns:a16="http://schemas.microsoft.com/office/drawing/2014/main" id="{1150BDE6-44E9-B5C8-5BA1-600B51DC5AAC}"/>
                    </a:ext>
                  </a:extLst>
                </p:cNvPr>
                <p:cNvSpPr>
                  <a:spLocks/>
                </p:cNvSpPr>
                <p:nvPr/>
              </p:nvSpPr>
              <p:spPr bwMode="auto">
                <a:xfrm>
                  <a:off x="4292" y="3732"/>
                  <a:ext cx="25"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7" y="596"/>
                      </a:lnTo>
                      <a:lnTo>
                        <a:pt x="625" y="564"/>
                      </a:lnTo>
                      <a:lnTo>
                        <a:pt x="622" y="533"/>
                      </a:lnTo>
                      <a:lnTo>
                        <a:pt x="615" y="502"/>
                      </a:lnTo>
                      <a:lnTo>
                        <a:pt x="609" y="471"/>
                      </a:lnTo>
                      <a:lnTo>
                        <a:pt x="600" y="441"/>
                      </a:lnTo>
                      <a:lnTo>
                        <a:pt x="590" y="413"/>
                      </a:lnTo>
                      <a:lnTo>
                        <a:pt x="579" y="384"/>
                      </a:lnTo>
                      <a:lnTo>
                        <a:pt x="566" y="356"/>
                      </a:lnTo>
                      <a:lnTo>
                        <a:pt x="553" y="330"/>
                      </a:lnTo>
                      <a:lnTo>
                        <a:pt x="537" y="303"/>
                      </a:lnTo>
                      <a:lnTo>
                        <a:pt x="521" y="277"/>
                      </a:lnTo>
                      <a:lnTo>
                        <a:pt x="503" y="253"/>
                      </a:lnTo>
                      <a:lnTo>
                        <a:pt x="485" y="229"/>
                      </a:lnTo>
                      <a:lnTo>
                        <a:pt x="465" y="206"/>
                      </a:lnTo>
                      <a:lnTo>
                        <a:pt x="444" y="184"/>
                      </a:lnTo>
                      <a:lnTo>
                        <a:pt x="422" y="164"/>
                      </a:lnTo>
                      <a:lnTo>
                        <a:pt x="399" y="145"/>
                      </a:lnTo>
                      <a:lnTo>
                        <a:pt x="376" y="126"/>
                      </a:lnTo>
                      <a:lnTo>
                        <a:pt x="351" y="107"/>
                      </a:lnTo>
                      <a:lnTo>
                        <a:pt x="326" y="92"/>
                      </a:lnTo>
                      <a:lnTo>
                        <a:pt x="300" y="77"/>
                      </a:lnTo>
                      <a:lnTo>
                        <a:pt x="272" y="62"/>
                      </a:lnTo>
                      <a:lnTo>
                        <a:pt x="245" y="50"/>
                      </a:lnTo>
                      <a:lnTo>
                        <a:pt x="216" y="38"/>
                      </a:lnTo>
                      <a:lnTo>
                        <a:pt x="187" y="28"/>
                      </a:lnTo>
                      <a:lnTo>
                        <a:pt x="157" y="21"/>
                      </a:lnTo>
                      <a:lnTo>
                        <a:pt x="126" y="13"/>
                      </a:lnTo>
                      <a:lnTo>
                        <a:pt x="96" y="8"/>
                      </a:lnTo>
                      <a:lnTo>
                        <a:pt x="64" y="3"/>
                      </a:lnTo>
                      <a:lnTo>
                        <a:pt x="32" y="1"/>
                      </a:lnTo>
                      <a:lnTo>
                        <a:pt x="0" y="0"/>
                      </a:lnTo>
                      <a:lnTo>
                        <a:pt x="0" y="129"/>
                      </a:lnTo>
                      <a:lnTo>
                        <a:pt x="26" y="130"/>
                      </a:lnTo>
                      <a:lnTo>
                        <a:pt x="52" y="132"/>
                      </a:lnTo>
                      <a:lnTo>
                        <a:pt x="76" y="136"/>
                      </a:lnTo>
                      <a:lnTo>
                        <a:pt x="101" y="139"/>
                      </a:lnTo>
                      <a:lnTo>
                        <a:pt x="125" y="145"/>
                      </a:lnTo>
                      <a:lnTo>
                        <a:pt x="148" y="152"/>
                      </a:lnTo>
                      <a:lnTo>
                        <a:pt x="171" y="160"/>
                      </a:lnTo>
                      <a:lnTo>
                        <a:pt x="194" y="169"/>
                      </a:lnTo>
                      <a:lnTo>
                        <a:pt x="216" y="179"/>
                      </a:lnTo>
                      <a:lnTo>
                        <a:pt x="238" y="189"/>
                      </a:lnTo>
                      <a:lnTo>
                        <a:pt x="259" y="202"/>
                      </a:lnTo>
                      <a:lnTo>
                        <a:pt x="279" y="215"/>
                      </a:lnTo>
                      <a:lnTo>
                        <a:pt x="298" y="229"/>
                      </a:lnTo>
                      <a:lnTo>
                        <a:pt x="317" y="243"/>
                      </a:lnTo>
                      <a:lnTo>
                        <a:pt x="336" y="260"/>
                      </a:lnTo>
                      <a:lnTo>
                        <a:pt x="353" y="276"/>
                      </a:lnTo>
                      <a:lnTo>
                        <a:pt x="370" y="294"/>
                      </a:lnTo>
                      <a:lnTo>
                        <a:pt x="385" y="311"/>
                      </a:lnTo>
                      <a:lnTo>
                        <a:pt x="400" y="330"/>
                      </a:lnTo>
                      <a:lnTo>
                        <a:pt x="414" y="349"/>
                      </a:lnTo>
                      <a:lnTo>
                        <a:pt x="427" y="370"/>
                      </a:lnTo>
                      <a:lnTo>
                        <a:pt x="439" y="391"/>
                      </a:lnTo>
                      <a:lnTo>
                        <a:pt x="450" y="412"/>
                      </a:lnTo>
                      <a:lnTo>
                        <a:pt x="460" y="434"/>
                      </a:lnTo>
                      <a:lnTo>
                        <a:pt x="469" y="457"/>
                      </a:lnTo>
                      <a:lnTo>
                        <a:pt x="477" y="480"/>
                      </a:lnTo>
                      <a:lnTo>
                        <a:pt x="484" y="504"/>
                      </a:lnTo>
                      <a:lnTo>
                        <a:pt x="489" y="528"/>
                      </a:lnTo>
                      <a:lnTo>
                        <a:pt x="494" y="552"/>
                      </a:lnTo>
                      <a:lnTo>
                        <a:pt x="497" y="577"/>
                      </a:lnTo>
                      <a:lnTo>
                        <a:pt x="499" y="602"/>
                      </a:lnTo>
                      <a:lnTo>
                        <a:pt x="499" y="628"/>
                      </a:lnTo>
                      <a:lnTo>
                        <a:pt x="628" y="628"/>
                      </a:lnTo>
                      <a:close/>
                    </a:path>
                  </a:pathLst>
                </a:custGeom>
                <a:solidFill>
                  <a:srgbClr val="EF2B2F"/>
                </a:solidFill>
                <a:ln>
                  <a:noFill/>
                </a:ln>
              </p:spPr>
              <p:txBody>
                <a:bodyPr/>
                <a:lstStyle/>
                <a:p>
                  <a:pPr>
                    <a:defRPr/>
                  </a:pPr>
                  <a:endParaRPr lang="en-US" sz="1050">
                    <a:latin typeface="+mj-lt"/>
                  </a:endParaRPr>
                </a:p>
              </p:txBody>
            </p:sp>
            <p:sp>
              <p:nvSpPr>
                <p:cNvPr id="41003" name="Freeform 191">
                  <a:extLst>
                    <a:ext uri="{FF2B5EF4-FFF2-40B4-BE49-F238E27FC236}">
                      <a16:creationId xmlns="" xmlns:a16="http://schemas.microsoft.com/office/drawing/2014/main" id="{1A325464-D1B5-9F80-1F18-F47134D2B698}"/>
                    </a:ext>
                  </a:extLst>
                </p:cNvPr>
                <p:cNvSpPr>
                  <a:spLocks/>
                </p:cNvSpPr>
                <p:nvPr/>
              </p:nvSpPr>
              <p:spPr bwMode="auto">
                <a:xfrm>
                  <a:off x="4292" y="3755"/>
                  <a:ext cx="25" cy="24"/>
                </a:xfrm>
                <a:custGeom>
                  <a:avLst/>
                  <a:gdLst>
                    <a:gd name="T0" fmla="*/ 0 w 628"/>
                    <a:gd name="T1" fmla="*/ 0 h 629"/>
                    <a:gd name="T2" fmla="*/ 0 w 628"/>
                    <a:gd name="T3" fmla="*/ 0 h 629"/>
                    <a:gd name="T4" fmla="*/ 0 w 628"/>
                    <a:gd name="T5" fmla="*/ 0 h 629"/>
                    <a:gd name="T6" fmla="*/ 0 w 628"/>
                    <a:gd name="T7" fmla="*/ 0 h 629"/>
                    <a:gd name="T8" fmla="*/ 0 w 628"/>
                    <a:gd name="T9" fmla="*/ 0 h 629"/>
                    <a:gd name="T10" fmla="*/ 0 w 628"/>
                    <a:gd name="T11" fmla="*/ 0 h 629"/>
                    <a:gd name="T12" fmla="*/ 0 w 628"/>
                    <a:gd name="T13" fmla="*/ 0 h 629"/>
                    <a:gd name="T14" fmla="*/ 0 w 628"/>
                    <a:gd name="T15" fmla="*/ 0 h 629"/>
                    <a:gd name="T16" fmla="*/ 0 w 628"/>
                    <a:gd name="T17" fmla="*/ 0 h 629"/>
                    <a:gd name="T18" fmla="*/ 0 w 628"/>
                    <a:gd name="T19" fmla="*/ 0 h 629"/>
                    <a:gd name="T20" fmla="*/ 0 w 628"/>
                    <a:gd name="T21" fmla="*/ 0 h 629"/>
                    <a:gd name="T22" fmla="*/ 0 w 628"/>
                    <a:gd name="T23" fmla="*/ 0 h 629"/>
                    <a:gd name="T24" fmla="*/ 0 w 628"/>
                    <a:gd name="T25" fmla="*/ 0 h 629"/>
                    <a:gd name="T26" fmla="*/ 0 w 628"/>
                    <a:gd name="T27" fmla="*/ 0 h 629"/>
                    <a:gd name="T28" fmla="*/ 0 w 628"/>
                    <a:gd name="T29" fmla="*/ 0 h 629"/>
                    <a:gd name="T30" fmla="*/ 0 w 628"/>
                    <a:gd name="T31" fmla="*/ 0 h 629"/>
                    <a:gd name="T32" fmla="*/ 0 w 628"/>
                    <a:gd name="T33" fmla="*/ 0 h 629"/>
                    <a:gd name="T34" fmla="*/ 0 w 628"/>
                    <a:gd name="T35" fmla="*/ 0 h 629"/>
                    <a:gd name="T36" fmla="*/ 0 w 628"/>
                    <a:gd name="T37" fmla="*/ 0 h 629"/>
                    <a:gd name="T38" fmla="*/ 0 w 628"/>
                    <a:gd name="T39" fmla="*/ 0 h 629"/>
                    <a:gd name="T40" fmla="*/ 0 w 628"/>
                    <a:gd name="T41" fmla="*/ 0 h 629"/>
                    <a:gd name="T42" fmla="*/ 0 w 628"/>
                    <a:gd name="T43" fmla="*/ 0 h 629"/>
                    <a:gd name="T44" fmla="*/ 0 w 628"/>
                    <a:gd name="T45" fmla="*/ 0 h 629"/>
                    <a:gd name="T46" fmla="*/ 0 w 628"/>
                    <a:gd name="T47" fmla="*/ 0 h 629"/>
                    <a:gd name="T48" fmla="*/ 0 w 628"/>
                    <a:gd name="T49" fmla="*/ 0 h 629"/>
                    <a:gd name="T50" fmla="*/ 0 w 628"/>
                    <a:gd name="T51" fmla="*/ 0 h 629"/>
                    <a:gd name="T52" fmla="*/ 0 w 628"/>
                    <a:gd name="T53" fmla="*/ 0 h 629"/>
                    <a:gd name="T54" fmla="*/ 0 w 628"/>
                    <a:gd name="T55" fmla="*/ 0 h 629"/>
                    <a:gd name="T56" fmla="*/ 0 w 628"/>
                    <a:gd name="T57" fmla="*/ 0 h 629"/>
                    <a:gd name="T58" fmla="*/ 0 w 628"/>
                    <a:gd name="T59" fmla="*/ 0 h 629"/>
                    <a:gd name="T60" fmla="*/ 0 w 628"/>
                    <a:gd name="T61" fmla="*/ 0 h 629"/>
                    <a:gd name="T62" fmla="*/ 0 w 628"/>
                    <a:gd name="T63" fmla="*/ 0 h 629"/>
                    <a:gd name="T64" fmla="*/ 0 w 628"/>
                    <a:gd name="T65" fmla="*/ 0 h 629"/>
                    <a:gd name="T66" fmla="*/ 0 w 628"/>
                    <a:gd name="T67" fmla="*/ 0 h 6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9"/>
                    <a:gd name="T104" fmla="*/ 628 w 628"/>
                    <a:gd name="T105" fmla="*/ 629 h 6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9">
                      <a:moveTo>
                        <a:pt x="0" y="629"/>
                      </a:moveTo>
                      <a:lnTo>
                        <a:pt x="0" y="629"/>
                      </a:lnTo>
                      <a:lnTo>
                        <a:pt x="32" y="627"/>
                      </a:lnTo>
                      <a:lnTo>
                        <a:pt x="64" y="624"/>
                      </a:lnTo>
                      <a:lnTo>
                        <a:pt x="96" y="621"/>
                      </a:lnTo>
                      <a:lnTo>
                        <a:pt x="126" y="615"/>
                      </a:lnTo>
                      <a:lnTo>
                        <a:pt x="157" y="608"/>
                      </a:lnTo>
                      <a:lnTo>
                        <a:pt x="187" y="600"/>
                      </a:lnTo>
                      <a:lnTo>
                        <a:pt x="216" y="590"/>
                      </a:lnTo>
                      <a:lnTo>
                        <a:pt x="245" y="578"/>
                      </a:lnTo>
                      <a:lnTo>
                        <a:pt x="272" y="566"/>
                      </a:lnTo>
                      <a:lnTo>
                        <a:pt x="300" y="552"/>
                      </a:lnTo>
                      <a:lnTo>
                        <a:pt x="326" y="536"/>
                      </a:lnTo>
                      <a:lnTo>
                        <a:pt x="351" y="520"/>
                      </a:lnTo>
                      <a:lnTo>
                        <a:pt x="376" y="503"/>
                      </a:lnTo>
                      <a:lnTo>
                        <a:pt x="399" y="484"/>
                      </a:lnTo>
                      <a:lnTo>
                        <a:pt x="422" y="464"/>
                      </a:lnTo>
                      <a:lnTo>
                        <a:pt x="444" y="443"/>
                      </a:lnTo>
                      <a:lnTo>
                        <a:pt x="465" y="421"/>
                      </a:lnTo>
                      <a:lnTo>
                        <a:pt x="485" y="400"/>
                      </a:lnTo>
                      <a:lnTo>
                        <a:pt x="503" y="375"/>
                      </a:lnTo>
                      <a:lnTo>
                        <a:pt x="521" y="350"/>
                      </a:lnTo>
                      <a:lnTo>
                        <a:pt x="537" y="325"/>
                      </a:lnTo>
                      <a:lnTo>
                        <a:pt x="553" y="299"/>
                      </a:lnTo>
                      <a:lnTo>
                        <a:pt x="566" y="272"/>
                      </a:lnTo>
                      <a:lnTo>
                        <a:pt x="579" y="244"/>
                      </a:lnTo>
                      <a:lnTo>
                        <a:pt x="590" y="215"/>
                      </a:lnTo>
                      <a:lnTo>
                        <a:pt x="600" y="187"/>
                      </a:lnTo>
                      <a:lnTo>
                        <a:pt x="609" y="156"/>
                      </a:lnTo>
                      <a:lnTo>
                        <a:pt x="615" y="127"/>
                      </a:lnTo>
                      <a:lnTo>
                        <a:pt x="622" y="95"/>
                      </a:lnTo>
                      <a:lnTo>
                        <a:pt x="625" y="64"/>
                      </a:lnTo>
                      <a:lnTo>
                        <a:pt x="627" y="33"/>
                      </a:lnTo>
                      <a:lnTo>
                        <a:pt x="628" y="0"/>
                      </a:lnTo>
                      <a:lnTo>
                        <a:pt x="499" y="0"/>
                      </a:lnTo>
                      <a:lnTo>
                        <a:pt x="499" y="26"/>
                      </a:lnTo>
                      <a:lnTo>
                        <a:pt x="497" y="51"/>
                      </a:lnTo>
                      <a:lnTo>
                        <a:pt x="494" y="76"/>
                      </a:lnTo>
                      <a:lnTo>
                        <a:pt x="489" y="100"/>
                      </a:lnTo>
                      <a:lnTo>
                        <a:pt x="484" y="125"/>
                      </a:lnTo>
                      <a:lnTo>
                        <a:pt x="477" y="149"/>
                      </a:lnTo>
                      <a:lnTo>
                        <a:pt x="469" y="172"/>
                      </a:lnTo>
                      <a:lnTo>
                        <a:pt x="460" y="194"/>
                      </a:lnTo>
                      <a:lnTo>
                        <a:pt x="450" y="215"/>
                      </a:lnTo>
                      <a:lnTo>
                        <a:pt x="439" y="237"/>
                      </a:lnTo>
                      <a:lnTo>
                        <a:pt x="427" y="258"/>
                      </a:lnTo>
                      <a:lnTo>
                        <a:pt x="414" y="279"/>
                      </a:lnTo>
                      <a:lnTo>
                        <a:pt x="400" y="298"/>
                      </a:lnTo>
                      <a:lnTo>
                        <a:pt x="385" y="317"/>
                      </a:lnTo>
                      <a:lnTo>
                        <a:pt x="370" y="335"/>
                      </a:lnTo>
                      <a:lnTo>
                        <a:pt x="353" y="352"/>
                      </a:lnTo>
                      <a:lnTo>
                        <a:pt x="336" y="369"/>
                      </a:lnTo>
                      <a:lnTo>
                        <a:pt x="317" y="384"/>
                      </a:lnTo>
                      <a:lnTo>
                        <a:pt x="298" y="400"/>
                      </a:lnTo>
                      <a:lnTo>
                        <a:pt x="279" y="414"/>
                      </a:lnTo>
                      <a:lnTo>
                        <a:pt x="259" y="427"/>
                      </a:lnTo>
                      <a:lnTo>
                        <a:pt x="238" y="439"/>
                      </a:lnTo>
                      <a:lnTo>
                        <a:pt x="216" y="450"/>
                      </a:lnTo>
                      <a:lnTo>
                        <a:pt x="194" y="460"/>
                      </a:lnTo>
                      <a:lnTo>
                        <a:pt x="171" y="469"/>
                      </a:lnTo>
                      <a:lnTo>
                        <a:pt x="148" y="476"/>
                      </a:lnTo>
                      <a:lnTo>
                        <a:pt x="125" y="483"/>
                      </a:lnTo>
                      <a:lnTo>
                        <a:pt x="101" y="488"/>
                      </a:lnTo>
                      <a:lnTo>
                        <a:pt x="76" y="493"/>
                      </a:lnTo>
                      <a:lnTo>
                        <a:pt x="52" y="496"/>
                      </a:lnTo>
                      <a:lnTo>
                        <a:pt x="27" y="498"/>
                      </a:lnTo>
                      <a:lnTo>
                        <a:pt x="0" y="498"/>
                      </a:lnTo>
                      <a:lnTo>
                        <a:pt x="0" y="629"/>
                      </a:lnTo>
                      <a:close/>
                    </a:path>
                  </a:pathLst>
                </a:custGeom>
                <a:solidFill>
                  <a:srgbClr val="EF2B2F"/>
                </a:solidFill>
                <a:ln>
                  <a:noFill/>
                </a:ln>
              </p:spPr>
              <p:txBody>
                <a:bodyPr/>
                <a:lstStyle/>
                <a:p>
                  <a:pPr>
                    <a:defRPr/>
                  </a:pPr>
                  <a:endParaRPr lang="en-US" sz="1050">
                    <a:latin typeface="+mj-lt"/>
                  </a:endParaRPr>
                </a:p>
              </p:txBody>
            </p:sp>
            <p:sp>
              <p:nvSpPr>
                <p:cNvPr id="41004" name="Freeform 192">
                  <a:extLst>
                    <a:ext uri="{FF2B5EF4-FFF2-40B4-BE49-F238E27FC236}">
                      <a16:creationId xmlns="" xmlns:a16="http://schemas.microsoft.com/office/drawing/2014/main" id="{349F8183-D8ED-BBDF-B7F1-B4DFFBA2411F}"/>
                    </a:ext>
                  </a:extLst>
                </p:cNvPr>
                <p:cNvSpPr>
                  <a:spLocks/>
                </p:cNvSpPr>
                <p:nvPr/>
              </p:nvSpPr>
              <p:spPr bwMode="auto">
                <a:xfrm>
                  <a:off x="4271" y="3755"/>
                  <a:ext cx="21" cy="24"/>
                </a:xfrm>
                <a:custGeom>
                  <a:avLst/>
                  <a:gdLst>
                    <a:gd name="T0" fmla="*/ 0 w 627"/>
                    <a:gd name="T1" fmla="*/ 0 h 629"/>
                    <a:gd name="T2" fmla="*/ 0 w 627"/>
                    <a:gd name="T3" fmla="*/ 0 h 629"/>
                    <a:gd name="T4" fmla="*/ 0 w 627"/>
                    <a:gd name="T5" fmla="*/ 0 h 629"/>
                    <a:gd name="T6" fmla="*/ 0 w 627"/>
                    <a:gd name="T7" fmla="*/ 0 h 629"/>
                    <a:gd name="T8" fmla="*/ 0 w 627"/>
                    <a:gd name="T9" fmla="*/ 0 h 629"/>
                    <a:gd name="T10" fmla="*/ 0 w 627"/>
                    <a:gd name="T11" fmla="*/ 0 h 629"/>
                    <a:gd name="T12" fmla="*/ 0 w 627"/>
                    <a:gd name="T13" fmla="*/ 0 h 629"/>
                    <a:gd name="T14" fmla="*/ 0 w 627"/>
                    <a:gd name="T15" fmla="*/ 0 h 629"/>
                    <a:gd name="T16" fmla="*/ 0 w 627"/>
                    <a:gd name="T17" fmla="*/ 0 h 629"/>
                    <a:gd name="T18" fmla="*/ 0 w 627"/>
                    <a:gd name="T19" fmla="*/ 0 h 629"/>
                    <a:gd name="T20" fmla="*/ 0 w 627"/>
                    <a:gd name="T21" fmla="*/ 0 h 629"/>
                    <a:gd name="T22" fmla="*/ 0 w 627"/>
                    <a:gd name="T23" fmla="*/ 0 h 629"/>
                    <a:gd name="T24" fmla="*/ 0 w 627"/>
                    <a:gd name="T25" fmla="*/ 0 h 629"/>
                    <a:gd name="T26" fmla="*/ 0 w 627"/>
                    <a:gd name="T27" fmla="*/ 0 h 629"/>
                    <a:gd name="T28" fmla="*/ 0 w 627"/>
                    <a:gd name="T29" fmla="*/ 0 h 629"/>
                    <a:gd name="T30" fmla="*/ 0 w 627"/>
                    <a:gd name="T31" fmla="*/ 0 h 629"/>
                    <a:gd name="T32" fmla="*/ 0 w 627"/>
                    <a:gd name="T33" fmla="*/ 0 h 629"/>
                    <a:gd name="T34" fmla="*/ 0 w 627"/>
                    <a:gd name="T35" fmla="*/ 0 h 629"/>
                    <a:gd name="T36" fmla="*/ 0 w 627"/>
                    <a:gd name="T37" fmla="*/ 0 h 629"/>
                    <a:gd name="T38" fmla="*/ 0 w 627"/>
                    <a:gd name="T39" fmla="*/ 0 h 629"/>
                    <a:gd name="T40" fmla="*/ 0 w 627"/>
                    <a:gd name="T41" fmla="*/ 0 h 629"/>
                    <a:gd name="T42" fmla="*/ 0 w 627"/>
                    <a:gd name="T43" fmla="*/ 0 h 629"/>
                    <a:gd name="T44" fmla="*/ 0 w 627"/>
                    <a:gd name="T45" fmla="*/ 0 h 629"/>
                    <a:gd name="T46" fmla="*/ 0 w 627"/>
                    <a:gd name="T47" fmla="*/ 0 h 629"/>
                    <a:gd name="T48" fmla="*/ 0 w 627"/>
                    <a:gd name="T49" fmla="*/ 0 h 629"/>
                    <a:gd name="T50" fmla="*/ 0 w 627"/>
                    <a:gd name="T51" fmla="*/ 0 h 629"/>
                    <a:gd name="T52" fmla="*/ 0 w 627"/>
                    <a:gd name="T53" fmla="*/ 0 h 629"/>
                    <a:gd name="T54" fmla="*/ 0 w 627"/>
                    <a:gd name="T55" fmla="*/ 0 h 629"/>
                    <a:gd name="T56" fmla="*/ 0 w 627"/>
                    <a:gd name="T57" fmla="*/ 0 h 629"/>
                    <a:gd name="T58" fmla="*/ 0 w 627"/>
                    <a:gd name="T59" fmla="*/ 0 h 629"/>
                    <a:gd name="T60" fmla="*/ 0 w 627"/>
                    <a:gd name="T61" fmla="*/ 0 h 629"/>
                    <a:gd name="T62" fmla="*/ 0 w 627"/>
                    <a:gd name="T63" fmla="*/ 0 h 629"/>
                    <a:gd name="T64" fmla="*/ 0 w 627"/>
                    <a:gd name="T65" fmla="*/ 0 h 629"/>
                    <a:gd name="T66" fmla="*/ 0 w 627"/>
                    <a:gd name="T67" fmla="*/ 0 h 6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7"/>
                    <a:gd name="T103" fmla="*/ 0 h 629"/>
                    <a:gd name="T104" fmla="*/ 627 w 627"/>
                    <a:gd name="T105" fmla="*/ 629 h 6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7" h="629">
                      <a:moveTo>
                        <a:pt x="0" y="0"/>
                      </a:moveTo>
                      <a:lnTo>
                        <a:pt x="0" y="0"/>
                      </a:lnTo>
                      <a:lnTo>
                        <a:pt x="1" y="33"/>
                      </a:lnTo>
                      <a:lnTo>
                        <a:pt x="3" y="64"/>
                      </a:lnTo>
                      <a:lnTo>
                        <a:pt x="6" y="95"/>
                      </a:lnTo>
                      <a:lnTo>
                        <a:pt x="13" y="127"/>
                      </a:lnTo>
                      <a:lnTo>
                        <a:pt x="19" y="156"/>
                      </a:lnTo>
                      <a:lnTo>
                        <a:pt x="28" y="187"/>
                      </a:lnTo>
                      <a:lnTo>
                        <a:pt x="38" y="215"/>
                      </a:lnTo>
                      <a:lnTo>
                        <a:pt x="49" y="244"/>
                      </a:lnTo>
                      <a:lnTo>
                        <a:pt x="62" y="272"/>
                      </a:lnTo>
                      <a:lnTo>
                        <a:pt x="75" y="299"/>
                      </a:lnTo>
                      <a:lnTo>
                        <a:pt x="90" y="325"/>
                      </a:lnTo>
                      <a:lnTo>
                        <a:pt x="107" y="350"/>
                      </a:lnTo>
                      <a:lnTo>
                        <a:pt x="124" y="375"/>
                      </a:lnTo>
                      <a:lnTo>
                        <a:pt x="143" y="400"/>
                      </a:lnTo>
                      <a:lnTo>
                        <a:pt x="163" y="421"/>
                      </a:lnTo>
                      <a:lnTo>
                        <a:pt x="184" y="443"/>
                      </a:lnTo>
                      <a:lnTo>
                        <a:pt x="206" y="464"/>
                      </a:lnTo>
                      <a:lnTo>
                        <a:pt x="229" y="484"/>
                      </a:lnTo>
                      <a:lnTo>
                        <a:pt x="252" y="503"/>
                      </a:lnTo>
                      <a:lnTo>
                        <a:pt x="277" y="520"/>
                      </a:lnTo>
                      <a:lnTo>
                        <a:pt x="302" y="536"/>
                      </a:lnTo>
                      <a:lnTo>
                        <a:pt x="328" y="552"/>
                      </a:lnTo>
                      <a:lnTo>
                        <a:pt x="356" y="566"/>
                      </a:lnTo>
                      <a:lnTo>
                        <a:pt x="383" y="578"/>
                      </a:lnTo>
                      <a:lnTo>
                        <a:pt x="412" y="590"/>
                      </a:lnTo>
                      <a:lnTo>
                        <a:pt x="441" y="600"/>
                      </a:lnTo>
                      <a:lnTo>
                        <a:pt x="471" y="608"/>
                      </a:lnTo>
                      <a:lnTo>
                        <a:pt x="501" y="615"/>
                      </a:lnTo>
                      <a:lnTo>
                        <a:pt x="532" y="621"/>
                      </a:lnTo>
                      <a:lnTo>
                        <a:pt x="564" y="624"/>
                      </a:lnTo>
                      <a:lnTo>
                        <a:pt x="596" y="627"/>
                      </a:lnTo>
                      <a:lnTo>
                        <a:pt x="627" y="629"/>
                      </a:lnTo>
                      <a:lnTo>
                        <a:pt x="627" y="498"/>
                      </a:lnTo>
                      <a:lnTo>
                        <a:pt x="601" y="498"/>
                      </a:lnTo>
                      <a:lnTo>
                        <a:pt x="576" y="496"/>
                      </a:lnTo>
                      <a:lnTo>
                        <a:pt x="552" y="493"/>
                      </a:lnTo>
                      <a:lnTo>
                        <a:pt x="527" y="488"/>
                      </a:lnTo>
                      <a:lnTo>
                        <a:pt x="502" y="483"/>
                      </a:lnTo>
                      <a:lnTo>
                        <a:pt x="479" y="476"/>
                      </a:lnTo>
                      <a:lnTo>
                        <a:pt x="456" y="469"/>
                      </a:lnTo>
                      <a:lnTo>
                        <a:pt x="433" y="460"/>
                      </a:lnTo>
                      <a:lnTo>
                        <a:pt x="412" y="450"/>
                      </a:lnTo>
                      <a:lnTo>
                        <a:pt x="390" y="439"/>
                      </a:lnTo>
                      <a:lnTo>
                        <a:pt x="369" y="427"/>
                      </a:lnTo>
                      <a:lnTo>
                        <a:pt x="349" y="414"/>
                      </a:lnTo>
                      <a:lnTo>
                        <a:pt x="329" y="400"/>
                      </a:lnTo>
                      <a:lnTo>
                        <a:pt x="311" y="384"/>
                      </a:lnTo>
                      <a:lnTo>
                        <a:pt x="292" y="369"/>
                      </a:lnTo>
                      <a:lnTo>
                        <a:pt x="276" y="352"/>
                      </a:lnTo>
                      <a:lnTo>
                        <a:pt x="258" y="335"/>
                      </a:lnTo>
                      <a:lnTo>
                        <a:pt x="243" y="317"/>
                      </a:lnTo>
                      <a:lnTo>
                        <a:pt x="227" y="298"/>
                      </a:lnTo>
                      <a:lnTo>
                        <a:pt x="214" y="279"/>
                      </a:lnTo>
                      <a:lnTo>
                        <a:pt x="201" y="258"/>
                      </a:lnTo>
                      <a:lnTo>
                        <a:pt x="189" y="237"/>
                      </a:lnTo>
                      <a:lnTo>
                        <a:pt x="178" y="215"/>
                      </a:lnTo>
                      <a:lnTo>
                        <a:pt x="168" y="194"/>
                      </a:lnTo>
                      <a:lnTo>
                        <a:pt x="160" y="172"/>
                      </a:lnTo>
                      <a:lnTo>
                        <a:pt x="151" y="149"/>
                      </a:lnTo>
                      <a:lnTo>
                        <a:pt x="144" y="125"/>
                      </a:lnTo>
                      <a:lnTo>
                        <a:pt x="139" y="100"/>
                      </a:lnTo>
                      <a:lnTo>
                        <a:pt x="134" y="76"/>
                      </a:lnTo>
                      <a:lnTo>
                        <a:pt x="131" y="51"/>
                      </a:lnTo>
                      <a:lnTo>
                        <a:pt x="129" y="26"/>
                      </a:lnTo>
                      <a:lnTo>
                        <a:pt x="129" y="0"/>
                      </a:lnTo>
                      <a:lnTo>
                        <a:pt x="0" y="0"/>
                      </a:lnTo>
                      <a:close/>
                    </a:path>
                  </a:pathLst>
                </a:custGeom>
                <a:solidFill>
                  <a:srgbClr val="EF2B2F"/>
                </a:solidFill>
                <a:ln>
                  <a:noFill/>
                </a:ln>
              </p:spPr>
              <p:txBody>
                <a:bodyPr/>
                <a:lstStyle/>
                <a:p>
                  <a:pPr>
                    <a:defRPr/>
                  </a:pPr>
                  <a:endParaRPr lang="en-US" sz="1050">
                    <a:latin typeface="+mj-lt"/>
                  </a:endParaRPr>
                </a:p>
              </p:txBody>
            </p:sp>
            <p:sp>
              <p:nvSpPr>
                <p:cNvPr id="41005" name="Freeform 193">
                  <a:extLst>
                    <a:ext uri="{FF2B5EF4-FFF2-40B4-BE49-F238E27FC236}">
                      <a16:creationId xmlns="" xmlns:a16="http://schemas.microsoft.com/office/drawing/2014/main" id="{D8309E25-3B83-3E29-212A-49ABFB6AD151}"/>
                    </a:ext>
                  </a:extLst>
                </p:cNvPr>
                <p:cNvSpPr>
                  <a:spLocks/>
                </p:cNvSpPr>
                <p:nvPr/>
              </p:nvSpPr>
              <p:spPr bwMode="auto">
                <a:xfrm>
                  <a:off x="4271" y="3732"/>
                  <a:ext cx="21" cy="23"/>
                </a:xfrm>
                <a:custGeom>
                  <a:avLst/>
                  <a:gdLst>
                    <a:gd name="T0" fmla="*/ 0 w 627"/>
                    <a:gd name="T1" fmla="*/ 0 h 628"/>
                    <a:gd name="T2" fmla="*/ 0 w 627"/>
                    <a:gd name="T3" fmla="*/ 0 h 628"/>
                    <a:gd name="T4" fmla="*/ 0 w 627"/>
                    <a:gd name="T5" fmla="*/ 0 h 628"/>
                    <a:gd name="T6" fmla="*/ 0 w 627"/>
                    <a:gd name="T7" fmla="*/ 0 h 628"/>
                    <a:gd name="T8" fmla="*/ 0 w 627"/>
                    <a:gd name="T9" fmla="*/ 0 h 628"/>
                    <a:gd name="T10" fmla="*/ 0 w 627"/>
                    <a:gd name="T11" fmla="*/ 0 h 628"/>
                    <a:gd name="T12" fmla="*/ 0 w 627"/>
                    <a:gd name="T13" fmla="*/ 0 h 628"/>
                    <a:gd name="T14" fmla="*/ 0 w 627"/>
                    <a:gd name="T15" fmla="*/ 0 h 628"/>
                    <a:gd name="T16" fmla="*/ 0 w 627"/>
                    <a:gd name="T17" fmla="*/ 0 h 628"/>
                    <a:gd name="T18" fmla="*/ 0 w 627"/>
                    <a:gd name="T19" fmla="*/ 0 h 628"/>
                    <a:gd name="T20" fmla="*/ 0 w 627"/>
                    <a:gd name="T21" fmla="*/ 0 h 628"/>
                    <a:gd name="T22" fmla="*/ 0 w 627"/>
                    <a:gd name="T23" fmla="*/ 0 h 628"/>
                    <a:gd name="T24" fmla="*/ 0 w 627"/>
                    <a:gd name="T25" fmla="*/ 0 h 628"/>
                    <a:gd name="T26" fmla="*/ 0 w 627"/>
                    <a:gd name="T27" fmla="*/ 0 h 628"/>
                    <a:gd name="T28" fmla="*/ 0 w 627"/>
                    <a:gd name="T29" fmla="*/ 0 h 628"/>
                    <a:gd name="T30" fmla="*/ 0 w 627"/>
                    <a:gd name="T31" fmla="*/ 0 h 628"/>
                    <a:gd name="T32" fmla="*/ 0 w 627"/>
                    <a:gd name="T33" fmla="*/ 0 h 628"/>
                    <a:gd name="T34" fmla="*/ 0 w 627"/>
                    <a:gd name="T35" fmla="*/ 0 h 628"/>
                    <a:gd name="T36" fmla="*/ 0 w 627"/>
                    <a:gd name="T37" fmla="*/ 0 h 628"/>
                    <a:gd name="T38" fmla="*/ 0 w 627"/>
                    <a:gd name="T39" fmla="*/ 0 h 628"/>
                    <a:gd name="T40" fmla="*/ 0 w 627"/>
                    <a:gd name="T41" fmla="*/ 0 h 628"/>
                    <a:gd name="T42" fmla="*/ 0 w 627"/>
                    <a:gd name="T43" fmla="*/ 0 h 628"/>
                    <a:gd name="T44" fmla="*/ 0 w 627"/>
                    <a:gd name="T45" fmla="*/ 0 h 628"/>
                    <a:gd name="T46" fmla="*/ 0 w 627"/>
                    <a:gd name="T47" fmla="*/ 0 h 628"/>
                    <a:gd name="T48" fmla="*/ 0 w 627"/>
                    <a:gd name="T49" fmla="*/ 0 h 628"/>
                    <a:gd name="T50" fmla="*/ 0 w 627"/>
                    <a:gd name="T51" fmla="*/ 0 h 628"/>
                    <a:gd name="T52" fmla="*/ 0 w 627"/>
                    <a:gd name="T53" fmla="*/ 0 h 628"/>
                    <a:gd name="T54" fmla="*/ 0 w 627"/>
                    <a:gd name="T55" fmla="*/ 0 h 628"/>
                    <a:gd name="T56" fmla="*/ 0 w 627"/>
                    <a:gd name="T57" fmla="*/ 0 h 628"/>
                    <a:gd name="T58" fmla="*/ 0 w 627"/>
                    <a:gd name="T59" fmla="*/ 0 h 628"/>
                    <a:gd name="T60" fmla="*/ 0 w 627"/>
                    <a:gd name="T61" fmla="*/ 0 h 628"/>
                    <a:gd name="T62" fmla="*/ 0 w 627"/>
                    <a:gd name="T63" fmla="*/ 0 h 628"/>
                    <a:gd name="T64" fmla="*/ 0 w 627"/>
                    <a:gd name="T65" fmla="*/ 0 h 628"/>
                    <a:gd name="T66" fmla="*/ 0 w 627"/>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7"/>
                    <a:gd name="T103" fmla="*/ 0 h 628"/>
                    <a:gd name="T104" fmla="*/ 627 w 627"/>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7" h="628">
                      <a:moveTo>
                        <a:pt x="627" y="0"/>
                      </a:moveTo>
                      <a:lnTo>
                        <a:pt x="627" y="0"/>
                      </a:lnTo>
                      <a:lnTo>
                        <a:pt x="596" y="1"/>
                      </a:lnTo>
                      <a:lnTo>
                        <a:pt x="564" y="3"/>
                      </a:lnTo>
                      <a:lnTo>
                        <a:pt x="532" y="8"/>
                      </a:lnTo>
                      <a:lnTo>
                        <a:pt x="501" y="13"/>
                      </a:lnTo>
                      <a:lnTo>
                        <a:pt x="471" y="21"/>
                      </a:lnTo>
                      <a:lnTo>
                        <a:pt x="441" y="28"/>
                      </a:lnTo>
                      <a:lnTo>
                        <a:pt x="412" y="38"/>
                      </a:lnTo>
                      <a:lnTo>
                        <a:pt x="383" y="50"/>
                      </a:lnTo>
                      <a:lnTo>
                        <a:pt x="356" y="62"/>
                      </a:lnTo>
                      <a:lnTo>
                        <a:pt x="328" y="77"/>
                      </a:lnTo>
                      <a:lnTo>
                        <a:pt x="302" y="92"/>
                      </a:lnTo>
                      <a:lnTo>
                        <a:pt x="277" y="107"/>
                      </a:lnTo>
                      <a:lnTo>
                        <a:pt x="252" y="126"/>
                      </a:lnTo>
                      <a:lnTo>
                        <a:pt x="229" y="145"/>
                      </a:lnTo>
                      <a:lnTo>
                        <a:pt x="206" y="164"/>
                      </a:lnTo>
                      <a:lnTo>
                        <a:pt x="184" y="184"/>
                      </a:lnTo>
                      <a:lnTo>
                        <a:pt x="163" y="206"/>
                      </a:lnTo>
                      <a:lnTo>
                        <a:pt x="143" y="229"/>
                      </a:lnTo>
                      <a:lnTo>
                        <a:pt x="124" y="253"/>
                      </a:lnTo>
                      <a:lnTo>
                        <a:pt x="107" y="277"/>
                      </a:lnTo>
                      <a:lnTo>
                        <a:pt x="90" y="303"/>
                      </a:lnTo>
                      <a:lnTo>
                        <a:pt x="75" y="330"/>
                      </a:lnTo>
                      <a:lnTo>
                        <a:pt x="62" y="356"/>
                      </a:lnTo>
                      <a:lnTo>
                        <a:pt x="49" y="384"/>
                      </a:lnTo>
                      <a:lnTo>
                        <a:pt x="38" y="413"/>
                      </a:lnTo>
                      <a:lnTo>
                        <a:pt x="28" y="441"/>
                      </a:lnTo>
                      <a:lnTo>
                        <a:pt x="19" y="472"/>
                      </a:lnTo>
                      <a:lnTo>
                        <a:pt x="13" y="502"/>
                      </a:lnTo>
                      <a:lnTo>
                        <a:pt x="6" y="533"/>
                      </a:lnTo>
                      <a:lnTo>
                        <a:pt x="3" y="564"/>
                      </a:lnTo>
                      <a:lnTo>
                        <a:pt x="1" y="596"/>
                      </a:lnTo>
                      <a:lnTo>
                        <a:pt x="0" y="628"/>
                      </a:lnTo>
                      <a:lnTo>
                        <a:pt x="129" y="628"/>
                      </a:lnTo>
                      <a:lnTo>
                        <a:pt x="129" y="602"/>
                      </a:lnTo>
                      <a:lnTo>
                        <a:pt x="131" y="577"/>
                      </a:lnTo>
                      <a:lnTo>
                        <a:pt x="134" y="552"/>
                      </a:lnTo>
                      <a:lnTo>
                        <a:pt x="139" y="528"/>
                      </a:lnTo>
                      <a:lnTo>
                        <a:pt x="144" y="504"/>
                      </a:lnTo>
                      <a:lnTo>
                        <a:pt x="151" y="480"/>
                      </a:lnTo>
                      <a:lnTo>
                        <a:pt x="160" y="457"/>
                      </a:lnTo>
                      <a:lnTo>
                        <a:pt x="168" y="434"/>
                      </a:lnTo>
                      <a:lnTo>
                        <a:pt x="178" y="412"/>
                      </a:lnTo>
                      <a:lnTo>
                        <a:pt x="189" y="391"/>
                      </a:lnTo>
                      <a:lnTo>
                        <a:pt x="201" y="370"/>
                      </a:lnTo>
                      <a:lnTo>
                        <a:pt x="214" y="349"/>
                      </a:lnTo>
                      <a:lnTo>
                        <a:pt x="227" y="330"/>
                      </a:lnTo>
                      <a:lnTo>
                        <a:pt x="243" y="311"/>
                      </a:lnTo>
                      <a:lnTo>
                        <a:pt x="258" y="294"/>
                      </a:lnTo>
                      <a:lnTo>
                        <a:pt x="276" y="276"/>
                      </a:lnTo>
                      <a:lnTo>
                        <a:pt x="292" y="260"/>
                      </a:lnTo>
                      <a:lnTo>
                        <a:pt x="311" y="243"/>
                      </a:lnTo>
                      <a:lnTo>
                        <a:pt x="329" y="229"/>
                      </a:lnTo>
                      <a:lnTo>
                        <a:pt x="349" y="215"/>
                      </a:lnTo>
                      <a:lnTo>
                        <a:pt x="369" y="202"/>
                      </a:lnTo>
                      <a:lnTo>
                        <a:pt x="390" y="189"/>
                      </a:lnTo>
                      <a:lnTo>
                        <a:pt x="412" y="179"/>
                      </a:lnTo>
                      <a:lnTo>
                        <a:pt x="433" y="169"/>
                      </a:lnTo>
                      <a:lnTo>
                        <a:pt x="456" y="160"/>
                      </a:lnTo>
                      <a:lnTo>
                        <a:pt x="479" y="152"/>
                      </a:lnTo>
                      <a:lnTo>
                        <a:pt x="504" y="145"/>
                      </a:lnTo>
                      <a:lnTo>
                        <a:pt x="527" y="139"/>
                      </a:lnTo>
                      <a:lnTo>
                        <a:pt x="552" y="136"/>
                      </a:lnTo>
                      <a:lnTo>
                        <a:pt x="577" y="132"/>
                      </a:lnTo>
                      <a:lnTo>
                        <a:pt x="602" y="130"/>
                      </a:lnTo>
                      <a:lnTo>
                        <a:pt x="627" y="129"/>
                      </a:lnTo>
                      <a:lnTo>
                        <a:pt x="627" y="0"/>
                      </a:lnTo>
                      <a:close/>
                    </a:path>
                  </a:pathLst>
                </a:custGeom>
                <a:solidFill>
                  <a:srgbClr val="EF2B2F"/>
                </a:solidFill>
                <a:ln>
                  <a:noFill/>
                </a:ln>
              </p:spPr>
              <p:txBody>
                <a:bodyPr/>
                <a:lstStyle/>
                <a:p>
                  <a:pPr>
                    <a:defRPr/>
                  </a:pPr>
                  <a:endParaRPr lang="en-US" sz="1050">
                    <a:latin typeface="+mj-lt"/>
                  </a:endParaRPr>
                </a:p>
              </p:txBody>
            </p:sp>
            <p:sp>
              <p:nvSpPr>
                <p:cNvPr id="41006" name="Freeform 194">
                  <a:extLst>
                    <a:ext uri="{FF2B5EF4-FFF2-40B4-BE49-F238E27FC236}">
                      <a16:creationId xmlns="" xmlns:a16="http://schemas.microsoft.com/office/drawing/2014/main" id="{C4D3FFAA-6BCE-E99C-207B-26B15CF3FC36}"/>
                    </a:ext>
                  </a:extLst>
                </p:cNvPr>
                <p:cNvSpPr>
                  <a:spLocks/>
                </p:cNvSpPr>
                <p:nvPr/>
              </p:nvSpPr>
              <p:spPr bwMode="auto">
                <a:xfrm>
                  <a:off x="4271" y="3801"/>
                  <a:ext cx="43" cy="36"/>
                </a:xfrm>
                <a:custGeom>
                  <a:avLst/>
                  <a:gdLst>
                    <a:gd name="T0" fmla="*/ 0 w 1126"/>
                    <a:gd name="T1" fmla="*/ 0 h 1126"/>
                    <a:gd name="T2" fmla="*/ 0 w 1126"/>
                    <a:gd name="T3" fmla="*/ 0 h 1126"/>
                    <a:gd name="T4" fmla="*/ 0 w 1126"/>
                    <a:gd name="T5" fmla="*/ 0 h 1126"/>
                    <a:gd name="T6" fmla="*/ 0 w 1126"/>
                    <a:gd name="T7" fmla="*/ 0 h 1126"/>
                    <a:gd name="T8" fmla="*/ 0 w 1126"/>
                    <a:gd name="T9" fmla="*/ 0 h 1126"/>
                    <a:gd name="T10" fmla="*/ 0 w 1126"/>
                    <a:gd name="T11" fmla="*/ 0 h 1126"/>
                    <a:gd name="T12" fmla="*/ 0 w 1126"/>
                    <a:gd name="T13" fmla="*/ 0 h 1126"/>
                    <a:gd name="T14" fmla="*/ 0 w 1126"/>
                    <a:gd name="T15" fmla="*/ 0 h 1126"/>
                    <a:gd name="T16" fmla="*/ 0 w 1126"/>
                    <a:gd name="T17" fmla="*/ 0 h 1126"/>
                    <a:gd name="T18" fmla="*/ 0 w 1126"/>
                    <a:gd name="T19" fmla="*/ 0 h 1126"/>
                    <a:gd name="T20" fmla="*/ 0 w 1126"/>
                    <a:gd name="T21" fmla="*/ 0 h 1126"/>
                    <a:gd name="T22" fmla="*/ 0 w 1126"/>
                    <a:gd name="T23" fmla="*/ 0 h 1126"/>
                    <a:gd name="T24" fmla="*/ 0 w 1126"/>
                    <a:gd name="T25" fmla="*/ 0 h 1126"/>
                    <a:gd name="T26" fmla="*/ 0 w 1126"/>
                    <a:gd name="T27" fmla="*/ 0 h 1126"/>
                    <a:gd name="T28" fmla="*/ 0 w 1126"/>
                    <a:gd name="T29" fmla="*/ 0 h 1126"/>
                    <a:gd name="T30" fmla="*/ 0 w 1126"/>
                    <a:gd name="T31" fmla="*/ 0 h 1126"/>
                    <a:gd name="T32" fmla="*/ 0 w 1126"/>
                    <a:gd name="T33" fmla="*/ 0 h 1126"/>
                    <a:gd name="T34" fmla="*/ 0 w 1126"/>
                    <a:gd name="T35" fmla="*/ 0 h 1126"/>
                    <a:gd name="T36" fmla="*/ 0 w 1126"/>
                    <a:gd name="T37" fmla="*/ 0 h 1126"/>
                    <a:gd name="T38" fmla="*/ 0 w 1126"/>
                    <a:gd name="T39" fmla="*/ 0 h 1126"/>
                    <a:gd name="T40" fmla="*/ 0 w 1126"/>
                    <a:gd name="T41" fmla="*/ 0 h 1126"/>
                    <a:gd name="T42" fmla="*/ 0 w 1126"/>
                    <a:gd name="T43" fmla="*/ 0 h 1126"/>
                    <a:gd name="T44" fmla="*/ 0 w 1126"/>
                    <a:gd name="T45" fmla="*/ 0 h 1126"/>
                    <a:gd name="T46" fmla="*/ 0 w 1126"/>
                    <a:gd name="T47" fmla="*/ 0 h 1126"/>
                    <a:gd name="T48" fmla="*/ 0 w 1126"/>
                    <a:gd name="T49" fmla="*/ 0 h 1126"/>
                    <a:gd name="T50" fmla="*/ 0 w 1126"/>
                    <a:gd name="T51" fmla="*/ 0 h 1126"/>
                    <a:gd name="T52" fmla="*/ 0 w 1126"/>
                    <a:gd name="T53" fmla="*/ 0 h 1126"/>
                    <a:gd name="T54" fmla="*/ 0 w 1126"/>
                    <a:gd name="T55" fmla="*/ 0 h 1126"/>
                    <a:gd name="T56" fmla="*/ 0 w 1126"/>
                    <a:gd name="T57" fmla="*/ 0 h 1126"/>
                    <a:gd name="T58" fmla="*/ 0 w 1126"/>
                    <a:gd name="T59" fmla="*/ 0 h 1126"/>
                    <a:gd name="T60" fmla="*/ 0 w 1126"/>
                    <a:gd name="T61" fmla="*/ 0 h 1126"/>
                    <a:gd name="T62" fmla="*/ 0 w 1126"/>
                    <a:gd name="T63" fmla="*/ 0 h 1126"/>
                    <a:gd name="T64" fmla="*/ 0 w 1126"/>
                    <a:gd name="T65" fmla="*/ 0 h 1126"/>
                    <a:gd name="T66" fmla="*/ 0 w 1126"/>
                    <a:gd name="T67" fmla="*/ 0 h 1126"/>
                    <a:gd name="T68" fmla="*/ 0 w 1126"/>
                    <a:gd name="T69" fmla="*/ 0 h 1126"/>
                    <a:gd name="T70" fmla="*/ 0 w 1126"/>
                    <a:gd name="T71" fmla="*/ 0 h 1126"/>
                    <a:gd name="T72" fmla="*/ 0 w 1126"/>
                    <a:gd name="T73" fmla="*/ 0 h 1126"/>
                    <a:gd name="T74" fmla="*/ 0 w 1126"/>
                    <a:gd name="T75" fmla="*/ 0 h 1126"/>
                    <a:gd name="T76" fmla="*/ 0 w 1126"/>
                    <a:gd name="T77" fmla="*/ 0 h 1126"/>
                    <a:gd name="T78" fmla="*/ 0 w 1126"/>
                    <a:gd name="T79" fmla="*/ 0 h 1126"/>
                    <a:gd name="T80" fmla="*/ 0 w 1126"/>
                    <a:gd name="T81" fmla="*/ 0 h 1126"/>
                    <a:gd name="T82" fmla="*/ 0 w 1126"/>
                    <a:gd name="T83" fmla="*/ 0 h 1126"/>
                    <a:gd name="T84" fmla="*/ 0 w 1126"/>
                    <a:gd name="T85" fmla="*/ 0 h 112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26"/>
                    <a:gd name="T130" fmla="*/ 0 h 1126"/>
                    <a:gd name="T131" fmla="*/ 1126 w 1126"/>
                    <a:gd name="T132" fmla="*/ 1126 h 112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26" h="1126">
                      <a:moveTo>
                        <a:pt x="563" y="0"/>
                      </a:moveTo>
                      <a:lnTo>
                        <a:pt x="592" y="0"/>
                      </a:lnTo>
                      <a:lnTo>
                        <a:pt x="621" y="2"/>
                      </a:lnTo>
                      <a:lnTo>
                        <a:pt x="648" y="7"/>
                      </a:lnTo>
                      <a:lnTo>
                        <a:pt x="677" y="11"/>
                      </a:lnTo>
                      <a:lnTo>
                        <a:pt x="703" y="18"/>
                      </a:lnTo>
                      <a:lnTo>
                        <a:pt x="730" y="25"/>
                      </a:lnTo>
                      <a:lnTo>
                        <a:pt x="757" y="34"/>
                      </a:lnTo>
                      <a:lnTo>
                        <a:pt x="782" y="44"/>
                      </a:lnTo>
                      <a:lnTo>
                        <a:pt x="807" y="55"/>
                      </a:lnTo>
                      <a:lnTo>
                        <a:pt x="831" y="68"/>
                      </a:lnTo>
                      <a:lnTo>
                        <a:pt x="854" y="81"/>
                      </a:lnTo>
                      <a:lnTo>
                        <a:pt x="877" y="96"/>
                      </a:lnTo>
                      <a:lnTo>
                        <a:pt x="899" y="112"/>
                      </a:lnTo>
                      <a:lnTo>
                        <a:pt x="921" y="128"/>
                      </a:lnTo>
                      <a:lnTo>
                        <a:pt x="942" y="146"/>
                      </a:lnTo>
                      <a:lnTo>
                        <a:pt x="961" y="165"/>
                      </a:lnTo>
                      <a:lnTo>
                        <a:pt x="979" y="184"/>
                      </a:lnTo>
                      <a:lnTo>
                        <a:pt x="998" y="205"/>
                      </a:lnTo>
                      <a:lnTo>
                        <a:pt x="1014" y="227"/>
                      </a:lnTo>
                      <a:lnTo>
                        <a:pt x="1030" y="249"/>
                      </a:lnTo>
                      <a:lnTo>
                        <a:pt x="1045" y="272"/>
                      </a:lnTo>
                      <a:lnTo>
                        <a:pt x="1058" y="295"/>
                      </a:lnTo>
                      <a:lnTo>
                        <a:pt x="1070" y="319"/>
                      </a:lnTo>
                      <a:lnTo>
                        <a:pt x="1082" y="344"/>
                      </a:lnTo>
                      <a:lnTo>
                        <a:pt x="1092" y="369"/>
                      </a:lnTo>
                      <a:lnTo>
                        <a:pt x="1101" y="395"/>
                      </a:lnTo>
                      <a:lnTo>
                        <a:pt x="1109" y="423"/>
                      </a:lnTo>
                      <a:lnTo>
                        <a:pt x="1115" y="449"/>
                      </a:lnTo>
                      <a:lnTo>
                        <a:pt x="1119" y="478"/>
                      </a:lnTo>
                      <a:lnTo>
                        <a:pt x="1124" y="505"/>
                      </a:lnTo>
                      <a:lnTo>
                        <a:pt x="1126" y="534"/>
                      </a:lnTo>
                      <a:lnTo>
                        <a:pt x="1126" y="563"/>
                      </a:lnTo>
                      <a:lnTo>
                        <a:pt x="1126" y="592"/>
                      </a:lnTo>
                      <a:lnTo>
                        <a:pt x="1124" y="620"/>
                      </a:lnTo>
                      <a:lnTo>
                        <a:pt x="1119" y="649"/>
                      </a:lnTo>
                      <a:lnTo>
                        <a:pt x="1115" y="676"/>
                      </a:lnTo>
                      <a:lnTo>
                        <a:pt x="1109" y="703"/>
                      </a:lnTo>
                      <a:lnTo>
                        <a:pt x="1101" y="730"/>
                      </a:lnTo>
                      <a:lnTo>
                        <a:pt x="1092" y="756"/>
                      </a:lnTo>
                      <a:lnTo>
                        <a:pt x="1082" y="782"/>
                      </a:lnTo>
                      <a:lnTo>
                        <a:pt x="1070" y="806"/>
                      </a:lnTo>
                      <a:lnTo>
                        <a:pt x="1058" y="831"/>
                      </a:lnTo>
                      <a:lnTo>
                        <a:pt x="1045" y="854"/>
                      </a:lnTo>
                      <a:lnTo>
                        <a:pt x="1030" y="877"/>
                      </a:lnTo>
                      <a:lnTo>
                        <a:pt x="1014" y="899"/>
                      </a:lnTo>
                      <a:lnTo>
                        <a:pt x="998" y="920"/>
                      </a:lnTo>
                      <a:lnTo>
                        <a:pt x="979" y="941"/>
                      </a:lnTo>
                      <a:lnTo>
                        <a:pt x="961" y="961"/>
                      </a:lnTo>
                      <a:lnTo>
                        <a:pt x="942" y="979"/>
                      </a:lnTo>
                      <a:lnTo>
                        <a:pt x="921" y="997"/>
                      </a:lnTo>
                      <a:lnTo>
                        <a:pt x="899" y="1014"/>
                      </a:lnTo>
                      <a:lnTo>
                        <a:pt x="877" y="1030"/>
                      </a:lnTo>
                      <a:lnTo>
                        <a:pt x="854" y="1044"/>
                      </a:lnTo>
                      <a:lnTo>
                        <a:pt x="831" y="1058"/>
                      </a:lnTo>
                      <a:lnTo>
                        <a:pt x="807" y="1070"/>
                      </a:lnTo>
                      <a:lnTo>
                        <a:pt x="782" y="1081"/>
                      </a:lnTo>
                      <a:lnTo>
                        <a:pt x="757" y="1092"/>
                      </a:lnTo>
                      <a:lnTo>
                        <a:pt x="730" y="1101"/>
                      </a:lnTo>
                      <a:lnTo>
                        <a:pt x="703" y="1109"/>
                      </a:lnTo>
                      <a:lnTo>
                        <a:pt x="677" y="1114"/>
                      </a:lnTo>
                      <a:lnTo>
                        <a:pt x="648" y="1120"/>
                      </a:lnTo>
                      <a:lnTo>
                        <a:pt x="621" y="1123"/>
                      </a:lnTo>
                      <a:lnTo>
                        <a:pt x="592" y="1125"/>
                      </a:lnTo>
                      <a:lnTo>
                        <a:pt x="563" y="1126"/>
                      </a:lnTo>
                      <a:lnTo>
                        <a:pt x="534" y="1125"/>
                      </a:lnTo>
                      <a:lnTo>
                        <a:pt x="506" y="1123"/>
                      </a:lnTo>
                      <a:lnTo>
                        <a:pt x="477" y="1120"/>
                      </a:lnTo>
                      <a:lnTo>
                        <a:pt x="450" y="1114"/>
                      </a:lnTo>
                      <a:lnTo>
                        <a:pt x="423" y="1109"/>
                      </a:lnTo>
                      <a:lnTo>
                        <a:pt x="396" y="1101"/>
                      </a:lnTo>
                      <a:lnTo>
                        <a:pt x="370" y="1092"/>
                      </a:lnTo>
                      <a:lnTo>
                        <a:pt x="344" y="1081"/>
                      </a:lnTo>
                      <a:lnTo>
                        <a:pt x="320" y="1070"/>
                      </a:lnTo>
                      <a:lnTo>
                        <a:pt x="294" y="1058"/>
                      </a:lnTo>
                      <a:lnTo>
                        <a:pt x="271" y="1044"/>
                      </a:lnTo>
                      <a:lnTo>
                        <a:pt x="248" y="1030"/>
                      </a:lnTo>
                      <a:lnTo>
                        <a:pt x="226" y="1014"/>
                      </a:lnTo>
                      <a:lnTo>
                        <a:pt x="206" y="997"/>
                      </a:lnTo>
                      <a:lnTo>
                        <a:pt x="185" y="979"/>
                      </a:lnTo>
                      <a:lnTo>
                        <a:pt x="165" y="961"/>
                      </a:lnTo>
                      <a:lnTo>
                        <a:pt x="146" y="941"/>
                      </a:lnTo>
                      <a:lnTo>
                        <a:pt x="129" y="920"/>
                      </a:lnTo>
                      <a:lnTo>
                        <a:pt x="111" y="899"/>
                      </a:lnTo>
                      <a:lnTo>
                        <a:pt x="96" y="877"/>
                      </a:lnTo>
                      <a:lnTo>
                        <a:pt x="82" y="854"/>
                      </a:lnTo>
                      <a:lnTo>
                        <a:pt x="68" y="831"/>
                      </a:lnTo>
                      <a:lnTo>
                        <a:pt x="56" y="806"/>
                      </a:lnTo>
                      <a:lnTo>
                        <a:pt x="45" y="782"/>
                      </a:lnTo>
                      <a:lnTo>
                        <a:pt x="34" y="756"/>
                      </a:lnTo>
                      <a:lnTo>
                        <a:pt x="25" y="730"/>
                      </a:lnTo>
                      <a:lnTo>
                        <a:pt x="17" y="703"/>
                      </a:lnTo>
                      <a:lnTo>
                        <a:pt x="12" y="676"/>
                      </a:lnTo>
                      <a:lnTo>
                        <a:pt x="6" y="649"/>
                      </a:lnTo>
                      <a:lnTo>
                        <a:pt x="3" y="620"/>
                      </a:lnTo>
                      <a:lnTo>
                        <a:pt x="1" y="592"/>
                      </a:lnTo>
                      <a:lnTo>
                        <a:pt x="0" y="563"/>
                      </a:lnTo>
                      <a:lnTo>
                        <a:pt x="1" y="534"/>
                      </a:lnTo>
                      <a:lnTo>
                        <a:pt x="3" y="505"/>
                      </a:lnTo>
                      <a:lnTo>
                        <a:pt x="6" y="478"/>
                      </a:lnTo>
                      <a:lnTo>
                        <a:pt x="12" y="449"/>
                      </a:lnTo>
                      <a:lnTo>
                        <a:pt x="17" y="423"/>
                      </a:lnTo>
                      <a:lnTo>
                        <a:pt x="25" y="395"/>
                      </a:lnTo>
                      <a:lnTo>
                        <a:pt x="34" y="369"/>
                      </a:lnTo>
                      <a:lnTo>
                        <a:pt x="45" y="344"/>
                      </a:lnTo>
                      <a:lnTo>
                        <a:pt x="56" y="319"/>
                      </a:lnTo>
                      <a:lnTo>
                        <a:pt x="68" y="295"/>
                      </a:lnTo>
                      <a:lnTo>
                        <a:pt x="82" y="272"/>
                      </a:lnTo>
                      <a:lnTo>
                        <a:pt x="96" y="249"/>
                      </a:lnTo>
                      <a:lnTo>
                        <a:pt x="111" y="227"/>
                      </a:lnTo>
                      <a:lnTo>
                        <a:pt x="129" y="205"/>
                      </a:lnTo>
                      <a:lnTo>
                        <a:pt x="146" y="184"/>
                      </a:lnTo>
                      <a:lnTo>
                        <a:pt x="165" y="165"/>
                      </a:lnTo>
                      <a:lnTo>
                        <a:pt x="185" y="146"/>
                      </a:lnTo>
                      <a:lnTo>
                        <a:pt x="206" y="128"/>
                      </a:lnTo>
                      <a:lnTo>
                        <a:pt x="226" y="112"/>
                      </a:lnTo>
                      <a:lnTo>
                        <a:pt x="248" y="96"/>
                      </a:lnTo>
                      <a:lnTo>
                        <a:pt x="271" y="81"/>
                      </a:lnTo>
                      <a:lnTo>
                        <a:pt x="294" y="68"/>
                      </a:lnTo>
                      <a:lnTo>
                        <a:pt x="320" y="55"/>
                      </a:lnTo>
                      <a:lnTo>
                        <a:pt x="344" y="44"/>
                      </a:lnTo>
                      <a:lnTo>
                        <a:pt x="370" y="34"/>
                      </a:lnTo>
                      <a:lnTo>
                        <a:pt x="396" y="25"/>
                      </a:lnTo>
                      <a:lnTo>
                        <a:pt x="423" y="18"/>
                      </a:lnTo>
                      <a:lnTo>
                        <a:pt x="450" y="11"/>
                      </a:lnTo>
                      <a:lnTo>
                        <a:pt x="477" y="7"/>
                      </a:lnTo>
                      <a:lnTo>
                        <a:pt x="506" y="2"/>
                      </a:lnTo>
                      <a:lnTo>
                        <a:pt x="534" y="0"/>
                      </a:lnTo>
                      <a:lnTo>
                        <a:pt x="563" y="0"/>
                      </a:lnTo>
                      <a:close/>
                    </a:path>
                  </a:pathLst>
                </a:custGeom>
                <a:solidFill>
                  <a:srgbClr val="00A7D1"/>
                </a:solidFill>
                <a:ln>
                  <a:noFill/>
                </a:ln>
              </p:spPr>
              <p:txBody>
                <a:bodyPr/>
                <a:lstStyle/>
                <a:p>
                  <a:pPr>
                    <a:defRPr/>
                  </a:pPr>
                  <a:endParaRPr lang="en-US" sz="1050">
                    <a:latin typeface="+mj-lt"/>
                  </a:endParaRPr>
                </a:p>
              </p:txBody>
            </p:sp>
            <p:sp>
              <p:nvSpPr>
                <p:cNvPr id="41007" name="Freeform 195">
                  <a:extLst>
                    <a:ext uri="{FF2B5EF4-FFF2-40B4-BE49-F238E27FC236}">
                      <a16:creationId xmlns="" xmlns:a16="http://schemas.microsoft.com/office/drawing/2014/main" id="{D6997C7E-F0B5-4221-8DB4-D1D871D7906D}"/>
                    </a:ext>
                  </a:extLst>
                </p:cNvPr>
                <p:cNvSpPr>
                  <a:spLocks/>
                </p:cNvSpPr>
                <p:nvPr/>
              </p:nvSpPr>
              <p:spPr bwMode="auto">
                <a:xfrm>
                  <a:off x="4292" y="3798"/>
                  <a:ext cx="24"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7" y="595"/>
                      </a:lnTo>
                      <a:lnTo>
                        <a:pt x="624" y="563"/>
                      </a:lnTo>
                      <a:lnTo>
                        <a:pt x="621" y="533"/>
                      </a:lnTo>
                      <a:lnTo>
                        <a:pt x="615" y="502"/>
                      </a:lnTo>
                      <a:lnTo>
                        <a:pt x="608" y="471"/>
                      </a:lnTo>
                      <a:lnTo>
                        <a:pt x="599" y="442"/>
                      </a:lnTo>
                      <a:lnTo>
                        <a:pt x="589" y="412"/>
                      </a:lnTo>
                      <a:lnTo>
                        <a:pt x="578" y="384"/>
                      </a:lnTo>
                      <a:lnTo>
                        <a:pt x="566" y="356"/>
                      </a:lnTo>
                      <a:lnTo>
                        <a:pt x="552" y="329"/>
                      </a:lnTo>
                      <a:lnTo>
                        <a:pt x="537" y="303"/>
                      </a:lnTo>
                      <a:lnTo>
                        <a:pt x="520" y="278"/>
                      </a:lnTo>
                      <a:lnTo>
                        <a:pt x="503" y="252"/>
                      </a:lnTo>
                      <a:lnTo>
                        <a:pt x="484" y="229"/>
                      </a:lnTo>
                      <a:lnTo>
                        <a:pt x="464" y="206"/>
                      </a:lnTo>
                      <a:lnTo>
                        <a:pt x="444" y="184"/>
                      </a:lnTo>
                      <a:lnTo>
                        <a:pt x="422" y="164"/>
                      </a:lnTo>
                      <a:lnTo>
                        <a:pt x="399" y="144"/>
                      </a:lnTo>
                      <a:lnTo>
                        <a:pt x="376" y="125"/>
                      </a:lnTo>
                      <a:lnTo>
                        <a:pt x="350" y="108"/>
                      </a:lnTo>
                      <a:lnTo>
                        <a:pt x="325" y="91"/>
                      </a:lnTo>
                      <a:lnTo>
                        <a:pt x="299" y="76"/>
                      </a:lnTo>
                      <a:lnTo>
                        <a:pt x="272" y="62"/>
                      </a:lnTo>
                      <a:lnTo>
                        <a:pt x="244" y="50"/>
                      </a:lnTo>
                      <a:lnTo>
                        <a:pt x="216" y="39"/>
                      </a:lnTo>
                      <a:lnTo>
                        <a:pt x="186" y="29"/>
                      </a:lnTo>
                      <a:lnTo>
                        <a:pt x="157" y="20"/>
                      </a:lnTo>
                      <a:lnTo>
                        <a:pt x="126" y="12"/>
                      </a:lnTo>
                      <a:lnTo>
                        <a:pt x="95" y="7"/>
                      </a:lnTo>
                      <a:lnTo>
                        <a:pt x="64" y="4"/>
                      </a:lnTo>
                      <a:lnTo>
                        <a:pt x="33" y="1"/>
                      </a:lnTo>
                      <a:lnTo>
                        <a:pt x="0" y="0"/>
                      </a:lnTo>
                      <a:lnTo>
                        <a:pt x="0" y="130"/>
                      </a:lnTo>
                      <a:lnTo>
                        <a:pt x="26" y="130"/>
                      </a:lnTo>
                      <a:lnTo>
                        <a:pt x="51" y="132"/>
                      </a:lnTo>
                      <a:lnTo>
                        <a:pt x="77" y="135"/>
                      </a:lnTo>
                      <a:lnTo>
                        <a:pt x="101" y="139"/>
                      </a:lnTo>
                      <a:lnTo>
                        <a:pt x="125" y="145"/>
                      </a:lnTo>
                      <a:lnTo>
                        <a:pt x="148" y="152"/>
                      </a:lnTo>
                      <a:lnTo>
                        <a:pt x="171" y="159"/>
                      </a:lnTo>
                      <a:lnTo>
                        <a:pt x="194" y="168"/>
                      </a:lnTo>
                      <a:lnTo>
                        <a:pt x="216" y="179"/>
                      </a:lnTo>
                      <a:lnTo>
                        <a:pt x="238" y="190"/>
                      </a:lnTo>
                      <a:lnTo>
                        <a:pt x="258" y="202"/>
                      </a:lnTo>
                      <a:lnTo>
                        <a:pt x="278" y="215"/>
                      </a:lnTo>
                      <a:lnTo>
                        <a:pt x="298" y="228"/>
                      </a:lnTo>
                      <a:lnTo>
                        <a:pt x="318" y="244"/>
                      </a:lnTo>
                      <a:lnTo>
                        <a:pt x="335" y="259"/>
                      </a:lnTo>
                      <a:lnTo>
                        <a:pt x="353" y="275"/>
                      </a:lnTo>
                      <a:lnTo>
                        <a:pt x="369" y="293"/>
                      </a:lnTo>
                      <a:lnTo>
                        <a:pt x="384" y="310"/>
                      </a:lnTo>
                      <a:lnTo>
                        <a:pt x="400" y="330"/>
                      </a:lnTo>
                      <a:lnTo>
                        <a:pt x="413" y="350"/>
                      </a:lnTo>
                      <a:lnTo>
                        <a:pt x="426" y="370"/>
                      </a:lnTo>
                      <a:lnTo>
                        <a:pt x="438" y="390"/>
                      </a:lnTo>
                      <a:lnTo>
                        <a:pt x="449" y="412"/>
                      </a:lnTo>
                      <a:lnTo>
                        <a:pt x="460" y="434"/>
                      </a:lnTo>
                      <a:lnTo>
                        <a:pt x="469" y="457"/>
                      </a:lnTo>
                      <a:lnTo>
                        <a:pt x="476" y="480"/>
                      </a:lnTo>
                      <a:lnTo>
                        <a:pt x="483" y="503"/>
                      </a:lnTo>
                      <a:lnTo>
                        <a:pt x="489" y="527"/>
                      </a:lnTo>
                      <a:lnTo>
                        <a:pt x="493" y="551"/>
                      </a:lnTo>
                      <a:lnTo>
                        <a:pt x="496" y="577"/>
                      </a:lnTo>
                      <a:lnTo>
                        <a:pt x="498" y="602"/>
                      </a:lnTo>
                      <a:lnTo>
                        <a:pt x="498" y="628"/>
                      </a:lnTo>
                      <a:lnTo>
                        <a:pt x="628" y="628"/>
                      </a:lnTo>
                      <a:close/>
                    </a:path>
                  </a:pathLst>
                </a:custGeom>
                <a:solidFill>
                  <a:srgbClr val="00A7D1"/>
                </a:solidFill>
                <a:ln>
                  <a:noFill/>
                </a:ln>
              </p:spPr>
              <p:txBody>
                <a:bodyPr/>
                <a:lstStyle/>
                <a:p>
                  <a:pPr>
                    <a:defRPr/>
                  </a:pPr>
                  <a:endParaRPr lang="en-US" sz="1050">
                    <a:latin typeface="+mj-lt"/>
                  </a:endParaRPr>
                </a:p>
              </p:txBody>
            </p:sp>
            <p:sp>
              <p:nvSpPr>
                <p:cNvPr id="41008" name="Freeform 196">
                  <a:extLst>
                    <a:ext uri="{FF2B5EF4-FFF2-40B4-BE49-F238E27FC236}">
                      <a16:creationId xmlns="" xmlns:a16="http://schemas.microsoft.com/office/drawing/2014/main" id="{455A5EF4-A232-CDAA-1914-9EEC65843FB9}"/>
                    </a:ext>
                  </a:extLst>
                </p:cNvPr>
                <p:cNvSpPr>
                  <a:spLocks/>
                </p:cNvSpPr>
                <p:nvPr/>
              </p:nvSpPr>
              <p:spPr bwMode="auto">
                <a:xfrm>
                  <a:off x="4292" y="3822"/>
                  <a:ext cx="24"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2" y="627"/>
                      </a:lnTo>
                      <a:lnTo>
                        <a:pt x="63" y="625"/>
                      </a:lnTo>
                      <a:lnTo>
                        <a:pt x="95" y="620"/>
                      </a:lnTo>
                      <a:lnTo>
                        <a:pt x="126" y="615"/>
                      </a:lnTo>
                      <a:lnTo>
                        <a:pt x="157" y="608"/>
                      </a:lnTo>
                      <a:lnTo>
                        <a:pt x="186" y="599"/>
                      </a:lnTo>
                      <a:lnTo>
                        <a:pt x="216" y="589"/>
                      </a:lnTo>
                      <a:lnTo>
                        <a:pt x="244" y="579"/>
                      </a:lnTo>
                      <a:lnTo>
                        <a:pt x="272" y="565"/>
                      </a:lnTo>
                      <a:lnTo>
                        <a:pt x="299" y="551"/>
                      </a:lnTo>
                      <a:lnTo>
                        <a:pt x="325" y="537"/>
                      </a:lnTo>
                      <a:lnTo>
                        <a:pt x="350" y="520"/>
                      </a:lnTo>
                      <a:lnTo>
                        <a:pt x="376" y="503"/>
                      </a:lnTo>
                      <a:lnTo>
                        <a:pt x="399" y="484"/>
                      </a:lnTo>
                      <a:lnTo>
                        <a:pt x="422" y="465"/>
                      </a:lnTo>
                      <a:lnTo>
                        <a:pt x="444" y="444"/>
                      </a:lnTo>
                      <a:lnTo>
                        <a:pt x="464" y="422"/>
                      </a:lnTo>
                      <a:lnTo>
                        <a:pt x="484" y="399"/>
                      </a:lnTo>
                      <a:lnTo>
                        <a:pt x="503" y="375"/>
                      </a:lnTo>
                      <a:lnTo>
                        <a:pt x="520" y="351"/>
                      </a:lnTo>
                      <a:lnTo>
                        <a:pt x="537" y="325"/>
                      </a:lnTo>
                      <a:lnTo>
                        <a:pt x="552" y="299"/>
                      </a:lnTo>
                      <a:lnTo>
                        <a:pt x="566" y="272"/>
                      </a:lnTo>
                      <a:lnTo>
                        <a:pt x="578" y="243"/>
                      </a:lnTo>
                      <a:lnTo>
                        <a:pt x="589" y="216"/>
                      </a:lnTo>
                      <a:lnTo>
                        <a:pt x="599" y="186"/>
                      </a:lnTo>
                      <a:lnTo>
                        <a:pt x="608" y="157"/>
                      </a:lnTo>
                      <a:lnTo>
                        <a:pt x="615" y="126"/>
                      </a:lnTo>
                      <a:lnTo>
                        <a:pt x="621" y="95"/>
                      </a:lnTo>
                      <a:lnTo>
                        <a:pt x="624" y="64"/>
                      </a:lnTo>
                      <a:lnTo>
                        <a:pt x="627" y="32"/>
                      </a:lnTo>
                      <a:lnTo>
                        <a:pt x="628" y="0"/>
                      </a:lnTo>
                      <a:lnTo>
                        <a:pt x="498" y="0"/>
                      </a:lnTo>
                      <a:lnTo>
                        <a:pt x="498" y="25"/>
                      </a:lnTo>
                      <a:lnTo>
                        <a:pt x="496" y="50"/>
                      </a:lnTo>
                      <a:lnTo>
                        <a:pt x="493" y="76"/>
                      </a:lnTo>
                      <a:lnTo>
                        <a:pt x="489" y="100"/>
                      </a:lnTo>
                      <a:lnTo>
                        <a:pt x="483" y="124"/>
                      </a:lnTo>
                      <a:lnTo>
                        <a:pt x="476" y="148"/>
                      </a:lnTo>
                      <a:lnTo>
                        <a:pt x="469" y="171"/>
                      </a:lnTo>
                      <a:lnTo>
                        <a:pt x="460" y="194"/>
                      </a:lnTo>
                      <a:lnTo>
                        <a:pt x="449" y="216"/>
                      </a:lnTo>
                      <a:lnTo>
                        <a:pt x="438" y="237"/>
                      </a:lnTo>
                      <a:lnTo>
                        <a:pt x="426" y="258"/>
                      </a:lnTo>
                      <a:lnTo>
                        <a:pt x="413" y="278"/>
                      </a:lnTo>
                      <a:lnTo>
                        <a:pt x="400" y="298"/>
                      </a:lnTo>
                      <a:lnTo>
                        <a:pt x="384" y="317"/>
                      </a:lnTo>
                      <a:lnTo>
                        <a:pt x="369" y="335"/>
                      </a:lnTo>
                      <a:lnTo>
                        <a:pt x="353" y="352"/>
                      </a:lnTo>
                      <a:lnTo>
                        <a:pt x="335" y="368"/>
                      </a:lnTo>
                      <a:lnTo>
                        <a:pt x="317" y="385"/>
                      </a:lnTo>
                      <a:lnTo>
                        <a:pt x="298" y="400"/>
                      </a:lnTo>
                      <a:lnTo>
                        <a:pt x="278" y="413"/>
                      </a:lnTo>
                      <a:lnTo>
                        <a:pt x="258" y="426"/>
                      </a:lnTo>
                      <a:lnTo>
                        <a:pt x="238" y="438"/>
                      </a:lnTo>
                      <a:lnTo>
                        <a:pt x="216" y="449"/>
                      </a:lnTo>
                      <a:lnTo>
                        <a:pt x="194" y="459"/>
                      </a:lnTo>
                      <a:lnTo>
                        <a:pt x="171" y="468"/>
                      </a:lnTo>
                      <a:lnTo>
                        <a:pt x="148" y="476"/>
                      </a:lnTo>
                      <a:lnTo>
                        <a:pt x="125" y="483"/>
                      </a:lnTo>
                      <a:lnTo>
                        <a:pt x="101" y="489"/>
                      </a:lnTo>
                      <a:lnTo>
                        <a:pt x="77" y="493"/>
                      </a:lnTo>
                      <a:lnTo>
                        <a:pt x="51" y="496"/>
                      </a:lnTo>
                      <a:lnTo>
                        <a:pt x="26" y="497"/>
                      </a:lnTo>
                      <a:lnTo>
                        <a:pt x="0" y="499"/>
                      </a:lnTo>
                      <a:lnTo>
                        <a:pt x="0" y="628"/>
                      </a:lnTo>
                      <a:close/>
                    </a:path>
                  </a:pathLst>
                </a:custGeom>
                <a:solidFill>
                  <a:srgbClr val="00A7D1"/>
                </a:solidFill>
                <a:ln>
                  <a:noFill/>
                </a:ln>
              </p:spPr>
              <p:txBody>
                <a:bodyPr/>
                <a:lstStyle/>
                <a:p>
                  <a:pPr>
                    <a:defRPr/>
                  </a:pPr>
                  <a:endParaRPr lang="en-US" sz="1050">
                    <a:latin typeface="+mj-lt"/>
                  </a:endParaRPr>
                </a:p>
              </p:txBody>
            </p:sp>
            <p:sp>
              <p:nvSpPr>
                <p:cNvPr id="41009" name="Freeform 197">
                  <a:extLst>
                    <a:ext uri="{FF2B5EF4-FFF2-40B4-BE49-F238E27FC236}">
                      <a16:creationId xmlns="" xmlns:a16="http://schemas.microsoft.com/office/drawing/2014/main" id="{570FD779-4CFD-6C6A-710F-17075842C189}"/>
                    </a:ext>
                  </a:extLst>
                </p:cNvPr>
                <p:cNvSpPr>
                  <a:spLocks/>
                </p:cNvSpPr>
                <p:nvPr/>
              </p:nvSpPr>
              <p:spPr bwMode="auto">
                <a:xfrm>
                  <a:off x="4271" y="3822"/>
                  <a:ext cx="21"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1" y="32"/>
                      </a:lnTo>
                      <a:lnTo>
                        <a:pt x="3" y="64"/>
                      </a:lnTo>
                      <a:lnTo>
                        <a:pt x="8" y="95"/>
                      </a:lnTo>
                      <a:lnTo>
                        <a:pt x="13" y="126"/>
                      </a:lnTo>
                      <a:lnTo>
                        <a:pt x="20" y="157"/>
                      </a:lnTo>
                      <a:lnTo>
                        <a:pt x="28" y="186"/>
                      </a:lnTo>
                      <a:lnTo>
                        <a:pt x="38" y="216"/>
                      </a:lnTo>
                      <a:lnTo>
                        <a:pt x="49" y="243"/>
                      </a:lnTo>
                      <a:lnTo>
                        <a:pt x="62" y="272"/>
                      </a:lnTo>
                      <a:lnTo>
                        <a:pt x="77" y="299"/>
                      </a:lnTo>
                      <a:lnTo>
                        <a:pt x="91" y="325"/>
                      </a:lnTo>
                      <a:lnTo>
                        <a:pt x="107" y="351"/>
                      </a:lnTo>
                      <a:lnTo>
                        <a:pt x="125" y="375"/>
                      </a:lnTo>
                      <a:lnTo>
                        <a:pt x="144" y="399"/>
                      </a:lnTo>
                      <a:lnTo>
                        <a:pt x="163" y="422"/>
                      </a:lnTo>
                      <a:lnTo>
                        <a:pt x="184" y="444"/>
                      </a:lnTo>
                      <a:lnTo>
                        <a:pt x="206" y="465"/>
                      </a:lnTo>
                      <a:lnTo>
                        <a:pt x="229" y="484"/>
                      </a:lnTo>
                      <a:lnTo>
                        <a:pt x="253" y="503"/>
                      </a:lnTo>
                      <a:lnTo>
                        <a:pt x="277" y="520"/>
                      </a:lnTo>
                      <a:lnTo>
                        <a:pt x="302" y="537"/>
                      </a:lnTo>
                      <a:lnTo>
                        <a:pt x="329" y="551"/>
                      </a:lnTo>
                      <a:lnTo>
                        <a:pt x="356" y="565"/>
                      </a:lnTo>
                      <a:lnTo>
                        <a:pt x="385" y="579"/>
                      </a:lnTo>
                      <a:lnTo>
                        <a:pt x="412" y="589"/>
                      </a:lnTo>
                      <a:lnTo>
                        <a:pt x="442" y="599"/>
                      </a:lnTo>
                      <a:lnTo>
                        <a:pt x="471" y="608"/>
                      </a:lnTo>
                      <a:lnTo>
                        <a:pt x="502" y="615"/>
                      </a:lnTo>
                      <a:lnTo>
                        <a:pt x="533" y="620"/>
                      </a:lnTo>
                      <a:lnTo>
                        <a:pt x="564" y="625"/>
                      </a:lnTo>
                      <a:lnTo>
                        <a:pt x="596" y="627"/>
                      </a:lnTo>
                      <a:lnTo>
                        <a:pt x="628" y="628"/>
                      </a:lnTo>
                      <a:lnTo>
                        <a:pt x="628" y="499"/>
                      </a:lnTo>
                      <a:lnTo>
                        <a:pt x="603" y="497"/>
                      </a:lnTo>
                      <a:lnTo>
                        <a:pt x="577" y="496"/>
                      </a:lnTo>
                      <a:lnTo>
                        <a:pt x="552" y="493"/>
                      </a:lnTo>
                      <a:lnTo>
                        <a:pt x="528" y="489"/>
                      </a:lnTo>
                      <a:lnTo>
                        <a:pt x="503" y="483"/>
                      </a:lnTo>
                      <a:lnTo>
                        <a:pt x="480" y="476"/>
                      </a:lnTo>
                      <a:lnTo>
                        <a:pt x="457" y="468"/>
                      </a:lnTo>
                      <a:lnTo>
                        <a:pt x="434" y="459"/>
                      </a:lnTo>
                      <a:lnTo>
                        <a:pt x="412" y="449"/>
                      </a:lnTo>
                      <a:lnTo>
                        <a:pt x="391" y="438"/>
                      </a:lnTo>
                      <a:lnTo>
                        <a:pt x="370" y="426"/>
                      </a:lnTo>
                      <a:lnTo>
                        <a:pt x="350" y="413"/>
                      </a:lnTo>
                      <a:lnTo>
                        <a:pt x="330" y="400"/>
                      </a:lnTo>
                      <a:lnTo>
                        <a:pt x="311" y="385"/>
                      </a:lnTo>
                      <a:lnTo>
                        <a:pt x="293" y="368"/>
                      </a:lnTo>
                      <a:lnTo>
                        <a:pt x="275" y="352"/>
                      </a:lnTo>
                      <a:lnTo>
                        <a:pt x="259" y="335"/>
                      </a:lnTo>
                      <a:lnTo>
                        <a:pt x="243" y="317"/>
                      </a:lnTo>
                      <a:lnTo>
                        <a:pt x="228" y="298"/>
                      </a:lnTo>
                      <a:lnTo>
                        <a:pt x="215" y="278"/>
                      </a:lnTo>
                      <a:lnTo>
                        <a:pt x="202" y="258"/>
                      </a:lnTo>
                      <a:lnTo>
                        <a:pt x="190" y="237"/>
                      </a:lnTo>
                      <a:lnTo>
                        <a:pt x="179" y="216"/>
                      </a:lnTo>
                      <a:lnTo>
                        <a:pt x="169" y="194"/>
                      </a:lnTo>
                      <a:lnTo>
                        <a:pt x="160" y="171"/>
                      </a:lnTo>
                      <a:lnTo>
                        <a:pt x="152" y="148"/>
                      </a:lnTo>
                      <a:lnTo>
                        <a:pt x="145" y="125"/>
                      </a:lnTo>
                      <a:lnTo>
                        <a:pt x="139" y="100"/>
                      </a:lnTo>
                      <a:lnTo>
                        <a:pt x="135" y="76"/>
                      </a:lnTo>
                      <a:lnTo>
                        <a:pt x="131" y="50"/>
                      </a:lnTo>
                      <a:lnTo>
                        <a:pt x="130" y="25"/>
                      </a:lnTo>
                      <a:lnTo>
                        <a:pt x="129" y="0"/>
                      </a:lnTo>
                      <a:lnTo>
                        <a:pt x="0" y="0"/>
                      </a:lnTo>
                      <a:close/>
                    </a:path>
                  </a:pathLst>
                </a:custGeom>
                <a:solidFill>
                  <a:srgbClr val="00A7D1"/>
                </a:solidFill>
                <a:ln>
                  <a:noFill/>
                </a:ln>
              </p:spPr>
              <p:txBody>
                <a:bodyPr/>
                <a:lstStyle/>
                <a:p>
                  <a:pPr>
                    <a:defRPr/>
                  </a:pPr>
                  <a:endParaRPr lang="en-US" sz="1050">
                    <a:latin typeface="+mj-lt"/>
                  </a:endParaRPr>
                </a:p>
              </p:txBody>
            </p:sp>
            <p:sp>
              <p:nvSpPr>
                <p:cNvPr id="41010" name="Freeform 198">
                  <a:extLst>
                    <a:ext uri="{FF2B5EF4-FFF2-40B4-BE49-F238E27FC236}">
                      <a16:creationId xmlns="" xmlns:a16="http://schemas.microsoft.com/office/drawing/2014/main" id="{DC563077-AB41-BD5C-35A4-3EEB6C41C30E}"/>
                    </a:ext>
                  </a:extLst>
                </p:cNvPr>
                <p:cNvSpPr>
                  <a:spLocks/>
                </p:cNvSpPr>
                <p:nvPr/>
              </p:nvSpPr>
              <p:spPr bwMode="auto">
                <a:xfrm>
                  <a:off x="4271" y="3798"/>
                  <a:ext cx="21"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6" y="1"/>
                      </a:lnTo>
                      <a:lnTo>
                        <a:pt x="564" y="4"/>
                      </a:lnTo>
                      <a:lnTo>
                        <a:pt x="533" y="7"/>
                      </a:lnTo>
                      <a:lnTo>
                        <a:pt x="502" y="12"/>
                      </a:lnTo>
                      <a:lnTo>
                        <a:pt x="471" y="20"/>
                      </a:lnTo>
                      <a:lnTo>
                        <a:pt x="442" y="29"/>
                      </a:lnTo>
                      <a:lnTo>
                        <a:pt x="412" y="39"/>
                      </a:lnTo>
                      <a:lnTo>
                        <a:pt x="385" y="50"/>
                      </a:lnTo>
                      <a:lnTo>
                        <a:pt x="356" y="62"/>
                      </a:lnTo>
                      <a:lnTo>
                        <a:pt x="329" y="76"/>
                      </a:lnTo>
                      <a:lnTo>
                        <a:pt x="302" y="91"/>
                      </a:lnTo>
                      <a:lnTo>
                        <a:pt x="277" y="108"/>
                      </a:lnTo>
                      <a:lnTo>
                        <a:pt x="253" y="125"/>
                      </a:lnTo>
                      <a:lnTo>
                        <a:pt x="229" y="144"/>
                      </a:lnTo>
                      <a:lnTo>
                        <a:pt x="206" y="164"/>
                      </a:lnTo>
                      <a:lnTo>
                        <a:pt x="184" y="184"/>
                      </a:lnTo>
                      <a:lnTo>
                        <a:pt x="163" y="206"/>
                      </a:lnTo>
                      <a:lnTo>
                        <a:pt x="144" y="229"/>
                      </a:lnTo>
                      <a:lnTo>
                        <a:pt x="125" y="252"/>
                      </a:lnTo>
                      <a:lnTo>
                        <a:pt x="107" y="278"/>
                      </a:lnTo>
                      <a:lnTo>
                        <a:pt x="91" y="303"/>
                      </a:lnTo>
                      <a:lnTo>
                        <a:pt x="77" y="329"/>
                      </a:lnTo>
                      <a:lnTo>
                        <a:pt x="62" y="356"/>
                      </a:lnTo>
                      <a:lnTo>
                        <a:pt x="49" y="384"/>
                      </a:lnTo>
                      <a:lnTo>
                        <a:pt x="38" y="412"/>
                      </a:lnTo>
                      <a:lnTo>
                        <a:pt x="28" y="442"/>
                      </a:lnTo>
                      <a:lnTo>
                        <a:pt x="20" y="471"/>
                      </a:lnTo>
                      <a:lnTo>
                        <a:pt x="13" y="502"/>
                      </a:lnTo>
                      <a:lnTo>
                        <a:pt x="8" y="533"/>
                      </a:lnTo>
                      <a:lnTo>
                        <a:pt x="3" y="565"/>
                      </a:lnTo>
                      <a:lnTo>
                        <a:pt x="1" y="596"/>
                      </a:lnTo>
                      <a:lnTo>
                        <a:pt x="0" y="628"/>
                      </a:lnTo>
                      <a:lnTo>
                        <a:pt x="129" y="628"/>
                      </a:lnTo>
                      <a:lnTo>
                        <a:pt x="130" y="602"/>
                      </a:lnTo>
                      <a:lnTo>
                        <a:pt x="131" y="577"/>
                      </a:lnTo>
                      <a:lnTo>
                        <a:pt x="135" y="551"/>
                      </a:lnTo>
                      <a:lnTo>
                        <a:pt x="139" y="527"/>
                      </a:lnTo>
                      <a:lnTo>
                        <a:pt x="145" y="503"/>
                      </a:lnTo>
                      <a:lnTo>
                        <a:pt x="152" y="480"/>
                      </a:lnTo>
                      <a:lnTo>
                        <a:pt x="160" y="457"/>
                      </a:lnTo>
                      <a:lnTo>
                        <a:pt x="169" y="434"/>
                      </a:lnTo>
                      <a:lnTo>
                        <a:pt x="179" y="412"/>
                      </a:lnTo>
                      <a:lnTo>
                        <a:pt x="190" y="390"/>
                      </a:lnTo>
                      <a:lnTo>
                        <a:pt x="202" y="370"/>
                      </a:lnTo>
                      <a:lnTo>
                        <a:pt x="215" y="350"/>
                      </a:lnTo>
                      <a:lnTo>
                        <a:pt x="228" y="330"/>
                      </a:lnTo>
                      <a:lnTo>
                        <a:pt x="243" y="311"/>
                      </a:lnTo>
                      <a:lnTo>
                        <a:pt x="259" y="293"/>
                      </a:lnTo>
                      <a:lnTo>
                        <a:pt x="276" y="275"/>
                      </a:lnTo>
                      <a:lnTo>
                        <a:pt x="293" y="259"/>
                      </a:lnTo>
                      <a:lnTo>
                        <a:pt x="311" y="244"/>
                      </a:lnTo>
                      <a:lnTo>
                        <a:pt x="330" y="228"/>
                      </a:lnTo>
                      <a:lnTo>
                        <a:pt x="350" y="215"/>
                      </a:lnTo>
                      <a:lnTo>
                        <a:pt x="370" y="202"/>
                      </a:lnTo>
                      <a:lnTo>
                        <a:pt x="391" y="190"/>
                      </a:lnTo>
                      <a:lnTo>
                        <a:pt x="412" y="179"/>
                      </a:lnTo>
                      <a:lnTo>
                        <a:pt x="434" y="168"/>
                      </a:lnTo>
                      <a:lnTo>
                        <a:pt x="457" y="159"/>
                      </a:lnTo>
                      <a:lnTo>
                        <a:pt x="480" y="152"/>
                      </a:lnTo>
                      <a:lnTo>
                        <a:pt x="504" y="145"/>
                      </a:lnTo>
                      <a:lnTo>
                        <a:pt x="528" y="139"/>
                      </a:lnTo>
                      <a:lnTo>
                        <a:pt x="552" y="135"/>
                      </a:lnTo>
                      <a:lnTo>
                        <a:pt x="577" y="132"/>
                      </a:lnTo>
                      <a:lnTo>
                        <a:pt x="603" y="130"/>
                      </a:lnTo>
                      <a:lnTo>
                        <a:pt x="628" y="130"/>
                      </a:lnTo>
                      <a:lnTo>
                        <a:pt x="628" y="0"/>
                      </a:lnTo>
                      <a:close/>
                    </a:path>
                  </a:pathLst>
                </a:custGeom>
                <a:solidFill>
                  <a:srgbClr val="00A7D1"/>
                </a:solidFill>
                <a:ln>
                  <a:noFill/>
                </a:ln>
              </p:spPr>
              <p:txBody>
                <a:bodyPr/>
                <a:lstStyle/>
                <a:p>
                  <a:pPr>
                    <a:defRPr/>
                  </a:pPr>
                  <a:endParaRPr lang="en-US" sz="1050">
                    <a:latin typeface="+mj-lt"/>
                  </a:endParaRPr>
                </a:p>
              </p:txBody>
            </p:sp>
            <p:sp>
              <p:nvSpPr>
                <p:cNvPr id="41011" name="Freeform 199">
                  <a:extLst>
                    <a:ext uri="{FF2B5EF4-FFF2-40B4-BE49-F238E27FC236}">
                      <a16:creationId xmlns="" xmlns:a16="http://schemas.microsoft.com/office/drawing/2014/main" id="{12BC3161-6BFC-056C-F3BF-85C32F8FFC81}"/>
                    </a:ext>
                  </a:extLst>
                </p:cNvPr>
                <p:cNvSpPr>
                  <a:spLocks/>
                </p:cNvSpPr>
                <p:nvPr/>
              </p:nvSpPr>
              <p:spPr bwMode="auto">
                <a:xfrm>
                  <a:off x="4316" y="3518"/>
                  <a:ext cx="45" cy="43"/>
                </a:xfrm>
                <a:custGeom>
                  <a:avLst/>
                  <a:gdLst>
                    <a:gd name="T0" fmla="*/ 0 w 1126"/>
                    <a:gd name="T1" fmla="*/ 0 h 1126"/>
                    <a:gd name="T2" fmla="*/ 0 w 1126"/>
                    <a:gd name="T3" fmla="*/ 0 h 1126"/>
                    <a:gd name="T4" fmla="*/ 0 w 1126"/>
                    <a:gd name="T5" fmla="*/ 0 h 1126"/>
                    <a:gd name="T6" fmla="*/ 0 w 1126"/>
                    <a:gd name="T7" fmla="*/ 0 h 1126"/>
                    <a:gd name="T8" fmla="*/ 0 w 1126"/>
                    <a:gd name="T9" fmla="*/ 0 h 1126"/>
                    <a:gd name="T10" fmla="*/ 0 w 1126"/>
                    <a:gd name="T11" fmla="*/ 0 h 1126"/>
                    <a:gd name="T12" fmla="*/ 0 w 1126"/>
                    <a:gd name="T13" fmla="*/ 0 h 1126"/>
                    <a:gd name="T14" fmla="*/ 0 w 1126"/>
                    <a:gd name="T15" fmla="*/ 0 h 1126"/>
                    <a:gd name="T16" fmla="*/ 0 w 1126"/>
                    <a:gd name="T17" fmla="*/ 0 h 1126"/>
                    <a:gd name="T18" fmla="*/ 0 w 1126"/>
                    <a:gd name="T19" fmla="*/ 0 h 1126"/>
                    <a:gd name="T20" fmla="*/ 0 w 1126"/>
                    <a:gd name="T21" fmla="*/ 0 h 1126"/>
                    <a:gd name="T22" fmla="*/ 0 w 1126"/>
                    <a:gd name="T23" fmla="*/ 0 h 1126"/>
                    <a:gd name="T24" fmla="*/ 0 w 1126"/>
                    <a:gd name="T25" fmla="*/ 0 h 1126"/>
                    <a:gd name="T26" fmla="*/ 0 w 1126"/>
                    <a:gd name="T27" fmla="*/ 0 h 1126"/>
                    <a:gd name="T28" fmla="*/ 0 w 1126"/>
                    <a:gd name="T29" fmla="*/ 0 h 1126"/>
                    <a:gd name="T30" fmla="*/ 0 w 1126"/>
                    <a:gd name="T31" fmla="*/ 0 h 1126"/>
                    <a:gd name="T32" fmla="*/ 0 w 1126"/>
                    <a:gd name="T33" fmla="*/ 0 h 1126"/>
                    <a:gd name="T34" fmla="*/ 0 w 1126"/>
                    <a:gd name="T35" fmla="*/ 0 h 1126"/>
                    <a:gd name="T36" fmla="*/ 0 w 1126"/>
                    <a:gd name="T37" fmla="*/ 0 h 1126"/>
                    <a:gd name="T38" fmla="*/ 0 w 1126"/>
                    <a:gd name="T39" fmla="*/ 0 h 1126"/>
                    <a:gd name="T40" fmla="*/ 0 w 1126"/>
                    <a:gd name="T41" fmla="*/ 0 h 1126"/>
                    <a:gd name="T42" fmla="*/ 0 w 1126"/>
                    <a:gd name="T43" fmla="*/ 0 h 1126"/>
                    <a:gd name="T44" fmla="*/ 0 w 1126"/>
                    <a:gd name="T45" fmla="*/ 0 h 1126"/>
                    <a:gd name="T46" fmla="*/ 0 w 1126"/>
                    <a:gd name="T47" fmla="*/ 0 h 1126"/>
                    <a:gd name="T48" fmla="*/ 0 w 1126"/>
                    <a:gd name="T49" fmla="*/ 0 h 1126"/>
                    <a:gd name="T50" fmla="*/ 0 w 1126"/>
                    <a:gd name="T51" fmla="*/ 0 h 1126"/>
                    <a:gd name="T52" fmla="*/ 0 w 1126"/>
                    <a:gd name="T53" fmla="*/ 0 h 1126"/>
                    <a:gd name="T54" fmla="*/ 0 w 1126"/>
                    <a:gd name="T55" fmla="*/ 0 h 1126"/>
                    <a:gd name="T56" fmla="*/ 0 w 1126"/>
                    <a:gd name="T57" fmla="*/ 0 h 1126"/>
                    <a:gd name="T58" fmla="*/ 0 w 1126"/>
                    <a:gd name="T59" fmla="*/ 0 h 1126"/>
                    <a:gd name="T60" fmla="*/ 0 w 1126"/>
                    <a:gd name="T61" fmla="*/ 0 h 1126"/>
                    <a:gd name="T62" fmla="*/ 0 w 1126"/>
                    <a:gd name="T63" fmla="*/ 0 h 1126"/>
                    <a:gd name="T64" fmla="*/ 0 w 1126"/>
                    <a:gd name="T65" fmla="*/ 0 h 1126"/>
                    <a:gd name="T66" fmla="*/ 0 w 1126"/>
                    <a:gd name="T67" fmla="*/ 0 h 1126"/>
                    <a:gd name="T68" fmla="*/ 0 w 1126"/>
                    <a:gd name="T69" fmla="*/ 0 h 1126"/>
                    <a:gd name="T70" fmla="*/ 0 w 1126"/>
                    <a:gd name="T71" fmla="*/ 0 h 1126"/>
                    <a:gd name="T72" fmla="*/ 0 w 1126"/>
                    <a:gd name="T73" fmla="*/ 0 h 1126"/>
                    <a:gd name="T74" fmla="*/ 0 w 1126"/>
                    <a:gd name="T75" fmla="*/ 0 h 1126"/>
                    <a:gd name="T76" fmla="*/ 0 w 1126"/>
                    <a:gd name="T77" fmla="*/ 0 h 1126"/>
                    <a:gd name="T78" fmla="*/ 0 w 1126"/>
                    <a:gd name="T79" fmla="*/ 0 h 1126"/>
                    <a:gd name="T80" fmla="*/ 0 w 1126"/>
                    <a:gd name="T81" fmla="*/ 0 h 1126"/>
                    <a:gd name="T82" fmla="*/ 0 w 1126"/>
                    <a:gd name="T83" fmla="*/ 0 h 1126"/>
                    <a:gd name="T84" fmla="*/ 0 w 1126"/>
                    <a:gd name="T85" fmla="*/ 0 h 112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26"/>
                    <a:gd name="T130" fmla="*/ 0 h 1126"/>
                    <a:gd name="T131" fmla="*/ 1126 w 1126"/>
                    <a:gd name="T132" fmla="*/ 1126 h 112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26" h="1126">
                      <a:moveTo>
                        <a:pt x="563" y="0"/>
                      </a:moveTo>
                      <a:lnTo>
                        <a:pt x="591" y="1"/>
                      </a:lnTo>
                      <a:lnTo>
                        <a:pt x="620" y="3"/>
                      </a:lnTo>
                      <a:lnTo>
                        <a:pt x="648" y="7"/>
                      </a:lnTo>
                      <a:lnTo>
                        <a:pt x="676" y="11"/>
                      </a:lnTo>
                      <a:lnTo>
                        <a:pt x="703" y="18"/>
                      </a:lnTo>
                      <a:lnTo>
                        <a:pt x="729" y="25"/>
                      </a:lnTo>
                      <a:lnTo>
                        <a:pt x="756" y="34"/>
                      </a:lnTo>
                      <a:lnTo>
                        <a:pt x="781" y="44"/>
                      </a:lnTo>
                      <a:lnTo>
                        <a:pt x="806" y="56"/>
                      </a:lnTo>
                      <a:lnTo>
                        <a:pt x="830" y="68"/>
                      </a:lnTo>
                      <a:lnTo>
                        <a:pt x="854" y="82"/>
                      </a:lnTo>
                      <a:lnTo>
                        <a:pt x="877" y="96"/>
                      </a:lnTo>
                      <a:lnTo>
                        <a:pt x="899" y="112"/>
                      </a:lnTo>
                      <a:lnTo>
                        <a:pt x="920" y="129"/>
                      </a:lnTo>
                      <a:lnTo>
                        <a:pt x="941" y="147"/>
                      </a:lnTo>
                      <a:lnTo>
                        <a:pt x="960" y="165"/>
                      </a:lnTo>
                      <a:lnTo>
                        <a:pt x="979" y="185"/>
                      </a:lnTo>
                      <a:lnTo>
                        <a:pt x="997" y="205"/>
                      </a:lnTo>
                      <a:lnTo>
                        <a:pt x="1013" y="227"/>
                      </a:lnTo>
                      <a:lnTo>
                        <a:pt x="1030" y="249"/>
                      </a:lnTo>
                      <a:lnTo>
                        <a:pt x="1044" y="272"/>
                      </a:lnTo>
                      <a:lnTo>
                        <a:pt x="1058" y="295"/>
                      </a:lnTo>
                      <a:lnTo>
                        <a:pt x="1070" y="320"/>
                      </a:lnTo>
                      <a:lnTo>
                        <a:pt x="1081" y="344"/>
                      </a:lnTo>
                      <a:lnTo>
                        <a:pt x="1091" y="370"/>
                      </a:lnTo>
                      <a:lnTo>
                        <a:pt x="1101" y="395"/>
                      </a:lnTo>
                      <a:lnTo>
                        <a:pt x="1108" y="423"/>
                      </a:lnTo>
                      <a:lnTo>
                        <a:pt x="1114" y="450"/>
                      </a:lnTo>
                      <a:lnTo>
                        <a:pt x="1119" y="478"/>
                      </a:lnTo>
                      <a:lnTo>
                        <a:pt x="1123" y="506"/>
                      </a:lnTo>
                      <a:lnTo>
                        <a:pt x="1125" y="535"/>
                      </a:lnTo>
                      <a:lnTo>
                        <a:pt x="1126" y="563"/>
                      </a:lnTo>
                      <a:lnTo>
                        <a:pt x="1125" y="592"/>
                      </a:lnTo>
                      <a:lnTo>
                        <a:pt x="1123" y="621"/>
                      </a:lnTo>
                      <a:lnTo>
                        <a:pt x="1119" y="649"/>
                      </a:lnTo>
                      <a:lnTo>
                        <a:pt x="1114" y="676"/>
                      </a:lnTo>
                      <a:lnTo>
                        <a:pt x="1108" y="703"/>
                      </a:lnTo>
                      <a:lnTo>
                        <a:pt x="1101" y="731"/>
                      </a:lnTo>
                      <a:lnTo>
                        <a:pt x="1091" y="757"/>
                      </a:lnTo>
                      <a:lnTo>
                        <a:pt x="1081" y="782"/>
                      </a:lnTo>
                      <a:lnTo>
                        <a:pt x="1070" y="807"/>
                      </a:lnTo>
                      <a:lnTo>
                        <a:pt x="1058" y="831"/>
                      </a:lnTo>
                      <a:lnTo>
                        <a:pt x="1044" y="855"/>
                      </a:lnTo>
                      <a:lnTo>
                        <a:pt x="1030" y="878"/>
                      </a:lnTo>
                      <a:lnTo>
                        <a:pt x="1013" y="899"/>
                      </a:lnTo>
                      <a:lnTo>
                        <a:pt x="997" y="921"/>
                      </a:lnTo>
                      <a:lnTo>
                        <a:pt x="979" y="941"/>
                      </a:lnTo>
                      <a:lnTo>
                        <a:pt x="960" y="961"/>
                      </a:lnTo>
                      <a:lnTo>
                        <a:pt x="941" y="979"/>
                      </a:lnTo>
                      <a:lnTo>
                        <a:pt x="920" y="998"/>
                      </a:lnTo>
                      <a:lnTo>
                        <a:pt x="899" y="1014"/>
                      </a:lnTo>
                      <a:lnTo>
                        <a:pt x="877" y="1030"/>
                      </a:lnTo>
                      <a:lnTo>
                        <a:pt x="854" y="1045"/>
                      </a:lnTo>
                      <a:lnTo>
                        <a:pt x="830" y="1058"/>
                      </a:lnTo>
                      <a:lnTo>
                        <a:pt x="806" y="1070"/>
                      </a:lnTo>
                      <a:lnTo>
                        <a:pt x="781" y="1082"/>
                      </a:lnTo>
                      <a:lnTo>
                        <a:pt x="756" y="1092"/>
                      </a:lnTo>
                      <a:lnTo>
                        <a:pt x="729" y="1101"/>
                      </a:lnTo>
                      <a:lnTo>
                        <a:pt x="703" y="1109"/>
                      </a:lnTo>
                      <a:lnTo>
                        <a:pt x="676" y="1115"/>
                      </a:lnTo>
                      <a:lnTo>
                        <a:pt x="648" y="1120"/>
                      </a:lnTo>
                      <a:lnTo>
                        <a:pt x="620" y="1124"/>
                      </a:lnTo>
                      <a:lnTo>
                        <a:pt x="591" y="1126"/>
                      </a:lnTo>
                      <a:lnTo>
                        <a:pt x="563" y="1126"/>
                      </a:lnTo>
                      <a:lnTo>
                        <a:pt x="533" y="1126"/>
                      </a:lnTo>
                      <a:lnTo>
                        <a:pt x="505" y="1124"/>
                      </a:lnTo>
                      <a:lnTo>
                        <a:pt x="477" y="1120"/>
                      </a:lnTo>
                      <a:lnTo>
                        <a:pt x="449" y="1115"/>
                      </a:lnTo>
                      <a:lnTo>
                        <a:pt x="421" y="1109"/>
                      </a:lnTo>
                      <a:lnTo>
                        <a:pt x="395" y="1101"/>
                      </a:lnTo>
                      <a:lnTo>
                        <a:pt x="369" y="1092"/>
                      </a:lnTo>
                      <a:lnTo>
                        <a:pt x="344" y="1082"/>
                      </a:lnTo>
                      <a:lnTo>
                        <a:pt x="318" y="1070"/>
                      </a:lnTo>
                      <a:lnTo>
                        <a:pt x="294" y="1058"/>
                      </a:lnTo>
                      <a:lnTo>
                        <a:pt x="270" y="1045"/>
                      </a:lnTo>
                      <a:lnTo>
                        <a:pt x="248" y="1030"/>
                      </a:lnTo>
                      <a:lnTo>
                        <a:pt x="225" y="1014"/>
                      </a:lnTo>
                      <a:lnTo>
                        <a:pt x="204" y="998"/>
                      </a:lnTo>
                      <a:lnTo>
                        <a:pt x="184" y="979"/>
                      </a:lnTo>
                      <a:lnTo>
                        <a:pt x="164" y="961"/>
                      </a:lnTo>
                      <a:lnTo>
                        <a:pt x="145" y="941"/>
                      </a:lnTo>
                      <a:lnTo>
                        <a:pt x="128" y="921"/>
                      </a:lnTo>
                      <a:lnTo>
                        <a:pt x="111" y="899"/>
                      </a:lnTo>
                      <a:lnTo>
                        <a:pt x="96" y="878"/>
                      </a:lnTo>
                      <a:lnTo>
                        <a:pt x="81" y="855"/>
                      </a:lnTo>
                      <a:lnTo>
                        <a:pt x="67" y="831"/>
                      </a:lnTo>
                      <a:lnTo>
                        <a:pt x="54" y="807"/>
                      </a:lnTo>
                      <a:lnTo>
                        <a:pt x="43" y="782"/>
                      </a:lnTo>
                      <a:lnTo>
                        <a:pt x="33" y="757"/>
                      </a:lnTo>
                      <a:lnTo>
                        <a:pt x="25" y="731"/>
                      </a:lnTo>
                      <a:lnTo>
                        <a:pt x="17" y="703"/>
                      </a:lnTo>
                      <a:lnTo>
                        <a:pt x="10" y="676"/>
                      </a:lnTo>
                      <a:lnTo>
                        <a:pt x="5" y="649"/>
                      </a:lnTo>
                      <a:lnTo>
                        <a:pt x="2" y="621"/>
                      </a:lnTo>
                      <a:lnTo>
                        <a:pt x="0" y="592"/>
                      </a:lnTo>
                      <a:lnTo>
                        <a:pt x="0" y="563"/>
                      </a:lnTo>
                      <a:lnTo>
                        <a:pt x="0" y="535"/>
                      </a:lnTo>
                      <a:lnTo>
                        <a:pt x="2" y="506"/>
                      </a:lnTo>
                      <a:lnTo>
                        <a:pt x="5" y="478"/>
                      </a:lnTo>
                      <a:lnTo>
                        <a:pt x="10" y="450"/>
                      </a:lnTo>
                      <a:lnTo>
                        <a:pt x="17" y="423"/>
                      </a:lnTo>
                      <a:lnTo>
                        <a:pt x="25" y="395"/>
                      </a:lnTo>
                      <a:lnTo>
                        <a:pt x="33" y="370"/>
                      </a:lnTo>
                      <a:lnTo>
                        <a:pt x="43" y="344"/>
                      </a:lnTo>
                      <a:lnTo>
                        <a:pt x="54" y="320"/>
                      </a:lnTo>
                      <a:lnTo>
                        <a:pt x="67" y="295"/>
                      </a:lnTo>
                      <a:lnTo>
                        <a:pt x="81" y="272"/>
                      </a:lnTo>
                      <a:lnTo>
                        <a:pt x="96" y="249"/>
                      </a:lnTo>
                      <a:lnTo>
                        <a:pt x="111" y="227"/>
                      </a:lnTo>
                      <a:lnTo>
                        <a:pt x="128" y="205"/>
                      </a:lnTo>
                      <a:lnTo>
                        <a:pt x="145" y="185"/>
                      </a:lnTo>
                      <a:lnTo>
                        <a:pt x="164" y="165"/>
                      </a:lnTo>
                      <a:lnTo>
                        <a:pt x="184" y="147"/>
                      </a:lnTo>
                      <a:lnTo>
                        <a:pt x="204" y="129"/>
                      </a:lnTo>
                      <a:lnTo>
                        <a:pt x="225" y="112"/>
                      </a:lnTo>
                      <a:lnTo>
                        <a:pt x="248" y="96"/>
                      </a:lnTo>
                      <a:lnTo>
                        <a:pt x="270" y="82"/>
                      </a:lnTo>
                      <a:lnTo>
                        <a:pt x="294" y="68"/>
                      </a:lnTo>
                      <a:lnTo>
                        <a:pt x="318" y="56"/>
                      </a:lnTo>
                      <a:lnTo>
                        <a:pt x="344" y="44"/>
                      </a:lnTo>
                      <a:lnTo>
                        <a:pt x="369" y="34"/>
                      </a:lnTo>
                      <a:lnTo>
                        <a:pt x="395" y="25"/>
                      </a:lnTo>
                      <a:lnTo>
                        <a:pt x="421" y="18"/>
                      </a:lnTo>
                      <a:lnTo>
                        <a:pt x="449" y="11"/>
                      </a:lnTo>
                      <a:lnTo>
                        <a:pt x="477" y="7"/>
                      </a:lnTo>
                      <a:lnTo>
                        <a:pt x="505" y="3"/>
                      </a:lnTo>
                      <a:lnTo>
                        <a:pt x="533" y="1"/>
                      </a:lnTo>
                      <a:lnTo>
                        <a:pt x="563" y="0"/>
                      </a:lnTo>
                      <a:close/>
                    </a:path>
                  </a:pathLst>
                </a:custGeom>
                <a:solidFill>
                  <a:srgbClr val="DC2B19"/>
                </a:solidFill>
                <a:ln>
                  <a:noFill/>
                </a:ln>
              </p:spPr>
              <p:txBody>
                <a:bodyPr/>
                <a:lstStyle/>
                <a:p>
                  <a:pPr>
                    <a:defRPr/>
                  </a:pPr>
                  <a:endParaRPr lang="en-US" sz="1050">
                    <a:latin typeface="+mj-lt"/>
                  </a:endParaRPr>
                </a:p>
              </p:txBody>
            </p:sp>
            <p:sp>
              <p:nvSpPr>
                <p:cNvPr id="41012" name="Freeform 200">
                  <a:extLst>
                    <a:ext uri="{FF2B5EF4-FFF2-40B4-BE49-F238E27FC236}">
                      <a16:creationId xmlns="" xmlns:a16="http://schemas.microsoft.com/office/drawing/2014/main" id="{F98B5174-D023-FB03-CECF-B85381D3CEE9}"/>
                    </a:ext>
                  </a:extLst>
                </p:cNvPr>
                <p:cNvSpPr>
                  <a:spLocks/>
                </p:cNvSpPr>
                <p:nvPr/>
              </p:nvSpPr>
              <p:spPr bwMode="auto">
                <a:xfrm>
                  <a:off x="4339" y="3516"/>
                  <a:ext cx="24"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6" y="596"/>
                      </a:lnTo>
                      <a:lnTo>
                        <a:pt x="624" y="565"/>
                      </a:lnTo>
                      <a:lnTo>
                        <a:pt x="620" y="533"/>
                      </a:lnTo>
                      <a:lnTo>
                        <a:pt x="614" y="502"/>
                      </a:lnTo>
                      <a:lnTo>
                        <a:pt x="607" y="471"/>
                      </a:lnTo>
                      <a:lnTo>
                        <a:pt x="599" y="442"/>
                      </a:lnTo>
                      <a:lnTo>
                        <a:pt x="589" y="412"/>
                      </a:lnTo>
                      <a:lnTo>
                        <a:pt x="577" y="384"/>
                      </a:lnTo>
                      <a:lnTo>
                        <a:pt x="565" y="356"/>
                      </a:lnTo>
                      <a:lnTo>
                        <a:pt x="551" y="329"/>
                      </a:lnTo>
                      <a:lnTo>
                        <a:pt x="536" y="303"/>
                      </a:lnTo>
                      <a:lnTo>
                        <a:pt x="520" y="278"/>
                      </a:lnTo>
                      <a:lnTo>
                        <a:pt x="502" y="253"/>
                      </a:lnTo>
                      <a:lnTo>
                        <a:pt x="484" y="229"/>
                      </a:lnTo>
                      <a:lnTo>
                        <a:pt x="464" y="206"/>
                      </a:lnTo>
                      <a:lnTo>
                        <a:pt x="444" y="184"/>
                      </a:lnTo>
                      <a:lnTo>
                        <a:pt x="422" y="164"/>
                      </a:lnTo>
                      <a:lnTo>
                        <a:pt x="399" y="144"/>
                      </a:lnTo>
                      <a:lnTo>
                        <a:pt x="374" y="125"/>
                      </a:lnTo>
                      <a:lnTo>
                        <a:pt x="350" y="108"/>
                      </a:lnTo>
                      <a:lnTo>
                        <a:pt x="325" y="91"/>
                      </a:lnTo>
                      <a:lnTo>
                        <a:pt x="298" y="77"/>
                      </a:lnTo>
                      <a:lnTo>
                        <a:pt x="271" y="63"/>
                      </a:lnTo>
                      <a:lnTo>
                        <a:pt x="243" y="50"/>
                      </a:lnTo>
                      <a:lnTo>
                        <a:pt x="214" y="39"/>
                      </a:lnTo>
                      <a:lnTo>
                        <a:pt x="186" y="29"/>
                      </a:lnTo>
                      <a:lnTo>
                        <a:pt x="156" y="20"/>
                      </a:lnTo>
                      <a:lnTo>
                        <a:pt x="126" y="14"/>
                      </a:lnTo>
                      <a:lnTo>
                        <a:pt x="95" y="8"/>
                      </a:lnTo>
                      <a:lnTo>
                        <a:pt x="63" y="4"/>
                      </a:lnTo>
                      <a:lnTo>
                        <a:pt x="32" y="1"/>
                      </a:lnTo>
                      <a:lnTo>
                        <a:pt x="0" y="0"/>
                      </a:lnTo>
                      <a:lnTo>
                        <a:pt x="0" y="130"/>
                      </a:lnTo>
                      <a:lnTo>
                        <a:pt x="25" y="130"/>
                      </a:lnTo>
                      <a:lnTo>
                        <a:pt x="50" y="132"/>
                      </a:lnTo>
                      <a:lnTo>
                        <a:pt x="75" y="135"/>
                      </a:lnTo>
                      <a:lnTo>
                        <a:pt x="99" y="139"/>
                      </a:lnTo>
                      <a:lnTo>
                        <a:pt x="124" y="145"/>
                      </a:lnTo>
                      <a:lnTo>
                        <a:pt x="148" y="152"/>
                      </a:lnTo>
                      <a:lnTo>
                        <a:pt x="171" y="160"/>
                      </a:lnTo>
                      <a:lnTo>
                        <a:pt x="194" y="169"/>
                      </a:lnTo>
                      <a:lnTo>
                        <a:pt x="216" y="179"/>
                      </a:lnTo>
                      <a:lnTo>
                        <a:pt x="236" y="190"/>
                      </a:lnTo>
                      <a:lnTo>
                        <a:pt x="257" y="202"/>
                      </a:lnTo>
                      <a:lnTo>
                        <a:pt x="278" y="215"/>
                      </a:lnTo>
                      <a:lnTo>
                        <a:pt x="298" y="228"/>
                      </a:lnTo>
                      <a:lnTo>
                        <a:pt x="316" y="244"/>
                      </a:lnTo>
                      <a:lnTo>
                        <a:pt x="334" y="259"/>
                      </a:lnTo>
                      <a:lnTo>
                        <a:pt x="351" y="276"/>
                      </a:lnTo>
                      <a:lnTo>
                        <a:pt x="368" y="293"/>
                      </a:lnTo>
                      <a:lnTo>
                        <a:pt x="384" y="311"/>
                      </a:lnTo>
                      <a:lnTo>
                        <a:pt x="399" y="330"/>
                      </a:lnTo>
                      <a:lnTo>
                        <a:pt x="413" y="350"/>
                      </a:lnTo>
                      <a:lnTo>
                        <a:pt x="426" y="371"/>
                      </a:lnTo>
                      <a:lnTo>
                        <a:pt x="438" y="391"/>
                      </a:lnTo>
                      <a:lnTo>
                        <a:pt x="449" y="412"/>
                      </a:lnTo>
                      <a:lnTo>
                        <a:pt x="459" y="434"/>
                      </a:lnTo>
                      <a:lnTo>
                        <a:pt x="468" y="457"/>
                      </a:lnTo>
                      <a:lnTo>
                        <a:pt x="475" y="480"/>
                      </a:lnTo>
                      <a:lnTo>
                        <a:pt x="483" y="504"/>
                      </a:lnTo>
                      <a:lnTo>
                        <a:pt x="488" y="527"/>
                      </a:lnTo>
                      <a:lnTo>
                        <a:pt x="492" y="553"/>
                      </a:lnTo>
                      <a:lnTo>
                        <a:pt x="496" y="578"/>
                      </a:lnTo>
                      <a:lnTo>
                        <a:pt x="497" y="603"/>
                      </a:lnTo>
                      <a:lnTo>
                        <a:pt x="498" y="628"/>
                      </a:lnTo>
                      <a:lnTo>
                        <a:pt x="628" y="628"/>
                      </a:lnTo>
                      <a:close/>
                    </a:path>
                  </a:pathLst>
                </a:custGeom>
                <a:solidFill>
                  <a:srgbClr val="EF2B2F"/>
                </a:solidFill>
                <a:ln>
                  <a:noFill/>
                </a:ln>
              </p:spPr>
              <p:txBody>
                <a:bodyPr/>
                <a:lstStyle/>
                <a:p>
                  <a:pPr>
                    <a:defRPr/>
                  </a:pPr>
                  <a:endParaRPr lang="en-US" sz="1050">
                    <a:latin typeface="+mj-lt"/>
                  </a:endParaRPr>
                </a:p>
              </p:txBody>
            </p:sp>
            <p:sp>
              <p:nvSpPr>
                <p:cNvPr id="41013" name="Freeform 201">
                  <a:extLst>
                    <a:ext uri="{FF2B5EF4-FFF2-40B4-BE49-F238E27FC236}">
                      <a16:creationId xmlns="" xmlns:a16="http://schemas.microsoft.com/office/drawing/2014/main" id="{FC63EC11-6F98-8EE1-1008-60574247532D}"/>
                    </a:ext>
                  </a:extLst>
                </p:cNvPr>
                <p:cNvSpPr>
                  <a:spLocks/>
                </p:cNvSpPr>
                <p:nvPr/>
              </p:nvSpPr>
              <p:spPr bwMode="auto">
                <a:xfrm>
                  <a:off x="4339" y="3540"/>
                  <a:ext cx="24"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2" y="627"/>
                      </a:lnTo>
                      <a:lnTo>
                        <a:pt x="63" y="625"/>
                      </a:lnTo>
                      <a:lnTo>
                        <a:pt x="95" y="621"/>
                      </a:lnTo>
                      <a:lnTo>
                        <a:pt x="126" y="615"/>
                      </a:lnTo>
                      <a:lnTo>
                        <a:pt x="156" y="608"/>
                      </a:lnTo>
                      <a:lnTo>
                        <a:pt x="186" y="599"/>
                      </a:lnTo>
                      <a:lnTo>
                        <a:pt x="214" y="589"/>
                      </a:lnTo>
                      <a:lnTo>
                        <a:pt x="243" y="579"/>
                      </a:lnTo>
                      <a:lnTo>
                        <a:pt x="271" y="565"/>
                      </a:lnTo>
                      <a:lnTo>
                        <a:pt x="298" y="552"/>
                      </a:lnTo>
                      <a:lnTo>
                        <a:pt x="325" y="537"/>
                      </a:lnTo>
                      <a:lnTo>
                        <a:pt x="350" y="520"/>
                      </a:lnTo>
                      <a:lnTo>
                        <a:pt x="374" y="503"/>
                      </a:lnTo>
                      <a:lnTo>
                        <a:pt x="399" y="484"/>
                      </a:lnTo>
                      <a:lnTo>
                        <a:pt x="422" y="465"/>
                      </a:lnTo>
                      <a:lnTo>
                        <a:pt x="444" y="444"/>
                      </a:lnTo>
                      <a:lnTo>
                        <a:pt x="464" y="422"/>
                      </a:lnTo>
                      <a:lnTo>
                        <a:pt x="484" y="399"/>
                      </a:lnTo>
                      <a:lnTo>
                        <a:pt x="502" y="376"/>
                      </a:lnTo>
                      <a:lnTo>
                        <a:pt x="520" y="351"/>
                      </a:lnTo>
                      <a:lnTo>
                        <a:pt x="536" y="325"/>
                      </a:lnTo>
                      <a:lnTo>
                        <a:pt x="551" y="299"/>
                      </a:lnTo>
                      <a:lnTo>
                        <a:pt x="565" y="272"/>
                      </a:lnTo>
                      <a:lnTo>
                        <a:pt x="577" y="244"/>
                      </a:lnTo>
                      <a:lnTo>
                        <a:pt x="589" y="216"/>
                      </a:lnTo>
                      <a:lnTo>
                        <a:pt x="599" y="186"/>
                      </a:lnTo>
                      <a:lnTo>
                        <a:pt x="607" y="157"/>
                      </a:lnTo>
                      <a:lnTo>
                        <a:pt x="614" y="126"/>
                      </a:lnTo>
                      <a:lnTo>
                        <a:pt x="620" y="95"/>
                      </a:lnTo>
                      <a:lnTo>
                        <a:pt x="624" y="65"/>
                      </a:lnTo>
                      <a:lnTo>
                        <a:pt x="626" y="32"/>
                      </a:lnTo>
                      <a:lnTo>
                        <a:pt x="628" y="0"/>
                      </a:lnTo>
                      <a:lnTo>
                        <a:pt x="498" y="0"/>
                      </a:lnTo>
                      <a:lnTo>
                        <a:pt x="497" y="25"/>
                      </a:lnTo>
                      <a:lnTo>
                        <a:pt x="496" y="52"/>
                      </a:lnTo>
                      <a:lnTo>
                        <a:pt x="492" y="76"/>
                      </a:lnTo>
                      <a:lnTo>
                        <a:pt x="488" y="101"/>
                      </a:lnTo>
                      <a:lnTo>
                        <a:pt x="483" y="125"/>
                      </a:lnTo>
                      <a:lnTo>
                        <a:pt x="475" y="148"/>
                      </a:lnTo>
                      <a:lnTo>
                        <a:pt x="468" y="171"/>
                      </a:lnTo>
                      <a:lnTo>
                        <a:pt x="459" y="194"/>
                      </a:lnTo>
                      <a:lnTo>
                        <a:pt x="449" y="216"/>
                      </a:lnTo>
                      <a:lnTo>
                        <a:pt x="438" y="238"/>
                      </a:lnTo>
                      <a:lnTo>
                        <a:pt x="426" y="259"/>
                      </a:lnTo>
                      <a:lnTo>
                        <a:pt x="413" y="278"/>
                      </a:lnTo>
                      <a:lnTo>
                        <a:pt x="399" y="298"/>
                      </a:lnTo>
                      <a:lnTo>
                        <a:pt x="384" y="317"/>
                      </a:lnTo>
                      <a:lnTo>
                        <a:pt x="368" y="335"/>
                      </a:lnTo>
                      <a:lnTo>
                        <a:pt x="351" y="353"/>
                      </a:lnTo>
                      <a:lnTo>
                        <a:pt x="334" y="369"/>
                      </a:lnTo>
                      <a:lnTo>
                        <a:pt x="316" y="385"/>
                      </a:lnTo>
                      <a:lnTo>
                        <a:pt x="298" y="400"/>
                      </a:lnTo>
                      <a:lnTo>
                        <a:pt x="278" y="413"/>
                      </a:lnTo>
                      <a:lnTo>
                        <a:pt x="257" y="426"/>
                      </a:lnTo>
                      <a:lnTo>
                        <a:pt x="236" y="438"/>
                      </a:lnTo>
                      <a:lnTo>
                        <a:pt x="216" y="449"/>
                      </a:lnTo>
                      <a:lnTo>
                        <a:pt x="194" y="460"/>
                      </a:lnTo>
                      <a:lnTo>
                        <a:pt x="171" y="469"/>
                      </a:lnTo>
                      <a:lnTo>
                        <a:pt x="148" y="477"/>
                      </a:lnTo>
                      <a:lnTo>
                        <a:pt x="124" y="483"/>
                      </a:lnTo>
                      <a:lnTo>
                        <a:pt x="99" y="489"/>
                      </a:lnTo>
                      <a:lnTo>
                        <a:pt x="75" y="493"/>
                      </a:lnTo>
                      <a:lnTo>
                        <a:pt x="50" y="496"/>
                      </a:lnTo>
                      <a:lnTo>
                        <a:pt x="25" y="499"/>
                      </a:lnTo>
                      <a:lnTo>
                        <a:pt x="0" y="499"/>
                      </a:lnTo>
                      <a:lnTo>
                        <a:pt x="0" y="628"/>
                      </a:lnTo>
                      <a:close/>
                    </a:path>
                  </a:pathLst>
                </a:custGeom>
                <a:solidFill>
                  <a:srgbClr val="EF2B2F"/>
                </a:solidFill>
                <a:ln>
                  <a:noFill/>
                </a:ln>
              </p:spPr>
              <p:txBody>
                <a:bodyPr/>
                <a:lstStyle/>
                <a:p>
                  <a:pPr>
                    <a:defRPr/>
                  </a:pPr>
                  <a:endParaRPr lang="en-US" sz="1050">
                    <a:latin typeface="+mj-lt"/>
                  </a:endParaRPr>
                </a:p>
              </p:txBody>
            </p:sp>
            <p:sp>
              <p:nvSpPr>
                <p:cNvPr id="41014" name="Freeform 202">
                  <a:extLst>
                    <a:ext uri="{FF2B5EF4-FFF2-40B4-BE49-F238E27FC236}">
                      <a16:creationId xmlns="" xmlns:a16="http://schemas.microsoft.com/office/drawing/2014/main" id="{E6287B80-B9E8-0D5B-FE48-CE4436E96576}"/>
                    </a:ext>
                  </a:extLst>
                </p:cNvPr>
                <p:cNvSpPr>
                  <a:spLocks/>
                </p:cNvSpPr>
                <p:nvPr/>
              </p:nvSpPr>
              <p:spPr bwMode="auto">
                <a:xfrm>
                  <a:off x="4314" y="3540"/>
                  <a:ext cx="25"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0" y="32"/>
                      </a:lnTo>
                      <a:lnTo>
                        <a:pt x="3" y="64"/>
                      </a:lnTo>
                      <a:lnTo>
                        <a:pt x="6" y="95"/>
                      </a:lnTo>
                      <a:lnTo>
                        <a:pt x="12" y="126"/>
                      </a:lnTo>
                      <a:lnTo>
                        <a:pt x="20" y="157"/>
                      </a:lnTo>
                      <a:lnTo>
                        <a:pt x="27" y="186"/>
                      </a:lnTo>
                      <a:lnTo>
                        <a:pt x="38" y="216"/>
                      </a:lnTo>
                      <a:lnTo>
                        <a:pt x="49" y="244"/>
                      </a:lnTo>
                      <a:lnTo>
                        <a:pt x="61" y="272"/>
                      </a:lnTo>
                      <a:lnTo>
                        <a:pt x="75" y="299"/>
                      </a:lnTo>
                      <a:lnTo>
                        <a:pt x="91" y="325"/>
                      </a:lnTo>
                      <a:lnTo>
                        <a:pt x="107" y="351"/>
                      </a:lnTo>
                      <a:lnTo>
                        <a:pt x="125" y="376"/>
                      </a:lnTo>
                      <a:lnTo>
                        <a:pt x="143" y="399"/>
                      </a:lnTo>
                      <a:lnTo>
                        <a:pt x="163" y="422"/>
                      </a:lnTo>
                      <a:lnTo>
                        <a:pt x="184" y="444"/>
                      </a:lnTo>
                      <a:lnTo>
                        <a:pt x="206" y="465"/>
                      </a:lnTo>
                      <a:lnTo>
                        <a:pt x="228" y="484"/>
                      </a:lnTo>
                      <a:lnTo>
                        <a:pt x="252" y="503"/>
                      </a:lnTo>
                      <a:lnTo>
                        <a:pt x="277" y="520"/>
                      </a:lnTo>
                      <a:lnTo>
                        <a:pt x="302" y="537"/>
                      </a:lnTo>
                      <a:lnTo>
                        <a:pt x="329" y="552"/>
                      </a:lnTo>
                      <a:lnTo>
                        <a:pt x="356" y="565"/>
                      </a:lnTo>
                      <a:lnTo>
                        <a:pt x="383" y="579"/>
                      </a:lnTo>
                      <a:lnTo>
                        <a:pt x="412" y="589"/>
                      </a:lnTo>
                      <a:lnTo>
                        <a:pt x="441" y="599"/>
                      </a:lnTo>
                      <a:lnTo>
                        <a:pt x="471" y="608"/>
                      </a:lnTo>
                      <a:lnTo>
                        <a:pt x="502" y="615"/>
                      </a:lnTo>
                      <a:lnTo>
                        <a:pt x="532" y="621"/>
                      </a:lnTo>
                      <a:lnTo>
                        <a:pt x="563" y="625"/>
                      </a:lnTo>
                      <a:lnTo>
                        <a:pt x="596" y="627"/>
                      </a:lnTo>
                      <a:lnTo>
                        <a:pt x="628" y="628"/>
                      </a:lnTo>
                      <a:lnTo>
                        <a:pt x="628" y="499"/>
                      </a:lnTo>
                      <a:lnTo>
                        <a:pt x="601" y="499"/>
                      </a:lnTo>
                      <a:lnTo>
                        <a:pt x="576" y="496"/>
                      </a:lnTo>
                      <a:lnTo>
                        <a:pt x="551" y="493"/>
                      </a:lnTo>
                      <a:lnTo>
                        <a:pt x="527" y="489"/>
                      </a:lnTo>
                      <a:lnTo>
                        <a:pt x="503" y="483"/>
                      </a:lnTo>
                      <a:lnTo>
                        <a:pt x="480" y="477"/>
                      </a:lnTo>
                      <a:lnTo>
                        <a:pt x="457" y="469"/>
                      </a:lnTo>
                      <a:lnTo>
                        <a:pt x="434" y="460"/>
                      </a:lnTo>
                      <a:lnTo>
                        <a:pt x="412" y="449"/>
                      </a:lnTo>
                      <a:lnTo>
                        <a:pt x="390" y="438"/>
                      </a:lnTo>
                      <a:lnTo>
                        <a:pt x="369" y="426"/>
                      </a:lnTo>
                      <a:lnTo>
                        <a:pt x="349" y="413"/>
                      </a:lnTo>
                      <a:lnTo>
                        <a:pt x="330" y="400"/>
                      </a:lnTo>
                      <a:lnTo>
                        <a:pt x="311" y="385"/>
                      </a:lnTo>
                      <a:lnTo>
                        <a:pt x="292" y="369"/>
                      </a:lnTo>
                      <a:lnTo>
                        <a:pt x="275" y="353"/>
                      </a:lnTo>
                      <a:lnTo>
                        <a:pt x="258" y="335"/>
                      </a:lnTo>
                      <a:lnTo>
                        <a:pt x="243" y="317"/>
                      </a:lnTo>
                      <a:lnTo>
                        <a:pt x="228" y="298"/>
                      </a:lnTo>
                      <a:lnTo>
                        <a:pt x="214" y="278"/>
                      </a:lnTo>
                      <a:lnTo>
                        <a:pt x="200" y="259"/>
                      </a:lnTo>
                      <a:lnTo>
                        <a:pt x="188" y="238"/>
                      </a:lnTo>
                      <a:lnTo>
                        <a:pt x="177" y="216"/>
                      </a:lnTo>
                      <a:lnTo>
                        <a:pt x="168" y="194"/>
                      </a:lnTo>
                      <a:lnTo>
                        <a:pt x="159" y="171"/>
                      </a:lnTo>
                      <a:lnTo>
                        <a:pt x="151" y="148"/>
                      </a:lnTo>
                      <a:lnTo>
                        <a:pt x="145" y="125"/>
                      </a:lnTo>
                      <a:lnTo>
                        <a:pt x="139" y="101"/>
                      </a:lnTo>
                      <a:lnTo>
                        <a:pt x="135" y="76"/>
                      </a:lnTo>
                      <a:lnTo>
                        <a:pt x="131" y="52"/>
                      </a:lnTo>
                      <a:lnTo>
                        <a:pt x="129" y="26"/>
                      </a:lnTo>
                      <a:lnTo>
                        <a:pt x="129" y="0"/>
                      </a:lnTo>
                      <a:lnTo>
                        <a:pt x="0" y="0"/>
                      </a:lnTo>
                      <a:close/>
                    </a:path>
                  </a:pathLst>
                </a:custGeom>
                <a:solidFill>
                  <a:srgbClr val="EF2B2F"/>
                </a:solidFill>
                <a:ln>
                  <a:noFill/>
                </a:ln>
              </p:spPr>
              <p:txBody>
                <a:bodyPr/>
                <a:lstStyle/>
                <a:p>
                  <a:pPr>
                    <a:defRPr/>
                  </a:pPr>
                  <a:endParaRPr lang="en-US" sz="1050">
                    <a:latin typeface="+mj-lt"/>
                  </a:endParaRPr>
                </a:p>
              </p:txBody>
            </p:sp>
            <p:sp>
              <p:nvSpPr>
                <p:cNvPr id="41015" name="Freeform 203">
                  <a:extLst>
                    <a:ext uri="{FF2B5EF4-FFF2-40B4-BE49-F238E27FC236}">
                      <a16:creationId xmlns="" xmlns:a16="http://schemas.microsoft.com/office/drawing/2014/main" id="{6AF5BB6F-94AB-7C7B-FC51-8EA1F9EE3227}"/>
                    </a:ext>
                  </a:extLst>
                </p:cNvPr>
                <p:cNvSpPr>
                  <a:spLocks/>
                </p:cNvSpPr>
                <p:nvPr/>
              </p:nvSpPr>
              <p:spPr bwMode="auto">
                <a:xfrm>
                  <a:off x="4314" y="3516"/>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5" y="1"/>
                      </a:lnTo>
                      <a:lnTo>
                        <a:pt x="563" y="4"/>
                      </a:lnTo>
                      <a:lnTo>
                        <a:pt x="532" y="8"/>
                      </a:lnTo>
                      <a:lnTo>
                        <a:pt x="502" y="14"/>
                      </a:lnTo>
                      <a:lnTo>
                        <a:pt x="471" y="20"/>
                      </a:lnTo>
                      <a:lnTo>
                        <a:pt x="441" y="29"/>
                      </a:lnTo>
                      <a:lnTo>
                        <a:pt x="412" y="39"/>
                      </a:lnTo>
                      <a:lnTo>
                        <a:pt x="383" y="50"/>
                      </a:lnTo>
                      <a:lnTo>
                        <a:pt x="356" y="63"/>
                      </a:lnTo>
                      <a:lnTo>
                        <a:pt x="329" y="77"/>
                      </a:lnTo>
                      <a:lnTo>
                        <a:pt x="302" y="91"/>
                      </a:lnTo>
                      <a:lnTo>
                        <a:pt x="277" y="108"/>
                      </a:lnTo>
                      <a:lnTo>
                        <a:pt x="252" y="125"/>
                      </a:lnTo>
                      <a:lnTo>
                        <a:pt x="228" y="144"/>
                      </a:lnTo>
                      <a:lnTo>
                        <a:pt x="206" y="164"/>
                      </a:lnTo>
                      <a:lnTo>
                        <a:pt x="184" y="184"/>
                      </a:lnTo>
                      <a:lnTo>
                        <a:pt x="163" y="206"/>
                      </a:lnTo>
                      <a:lnTo>
                        <a:pt x="143" y="229"/>
                      </a:lnTo>
                      <a:lnTo>
                        <a:pt x="125" y="253"/>
                      </a:lnTo>
                      <a:lnTo>
                        <a:pt x="107" y="278"/>
                      </a:lnTo>
                      <a:lnTo>
                        <a:pt x="91" y="303"/>
                      </a:lnTo>
                      <a:lnTo>
                        <a:pt x="75" y="329"/>
                      </a:lnTo>
                      <a:lnTo>
                        <a:pt x="61" y="356"/>
                      </a:lnTo>
                      <a:lnTo>
                        <a:pt x="49" y="384"/>
                      </a:lnTo>
                      <a:lnTo>
                        <a:pt x="38" y="412"/>
                      </a:lnTo>
                      <a:lnTo>
                        <a:pt x="27" y="442"/>
                      </a:lnTo>
                      <a:lnTo>
                        <a:pt x="20" y="471"/>
                      </a:lnTo>
                      <a:lnTo>
                        <a:pt x="12" y="502"/>
                      </a:lnTo>
                      <a:lnTo>
                        <a:pt x="6" y="533"/>
                      </a:lnTo>
                      <a:lnTo>
                        <a:pt x="3" y="565"/>
                      </a:lnTo>
                      <a:lnTo>
                        <a:pt x="0" y="596"/>
                      </a:lnTo>
                      <a:lnTo>
                        <a:pt x="0" y="628"/>
                      </a:lnTo>
                      <a:lnTo>
                        <a:pt x="129" y="628"/>
                      </a:lnTo>
                      <a:lnTo>
                        <a:pt x="129" y="602"/>
                      </a:lnTo>
                      <a:lnTo>
                        <a:pt x="131" y="577"/>
                      </a:lnTo>
                      <a:lnTo>
                        <a:pt x="135" y="553"/>
                      </a:lnTo>
                      <a:lnTo>
                        <a:pt x="139" y="527"/>
                      </a:lnTo>
                      <a:lnTo>
                        <a:pt x="145" y="503"/>
                      </a:lnTo>
                      <a:lnTo>
                        <a:pt x="151" y="480"/>
                      </a:lnTo>
                      <a:lnTo>
                        <a:pt x="159" y="457"/>
                      </a:lnTo>
                      <a:lnTo>
                        <a:pt x="168" y="434"/>
                      </a:lnTo>
                      <a:lnTo>
                        <a:pt x="177" y="412"/>
                      </a:lnTo>
                      <a:lnTo>
                        <a:pt x="188" y="391"/>
                      </a:lnTo>
                      <a:lnTo>
                        <a:pt x="200" y="371"/>
                      </a:lnTo>
                      <a:lnTo>
                        <a:pt x="214" y="350"/>
                      </a:lnTo>
                      <a:lnTo>
                        <a:pt x="228" y="330"/>
                      </a:lnTo>
                      <a:lnTo>
                        <a:pt x="243" y="311"/>
                      </a:lnTo>
                      <a:lnTo>
                        <a:pt x="258" y="293"/>
                      </a:lnTo>
                      <a:lnTo>
                        <a:pt x="275" y="276"/>
                      </a:lnTo>
                      <a:lnTo>
                        <a:pt x="292" y="259"/>
                      </a:lnTo>
                      <a:lnTo>
                        <a:pt x="311" y="244"/>
                      </a:lnTo>
                      <a:lnTo>
                        <a:pt x="330" y="228"/>
                      </a:lnTo>
                      <a:lnTo>
                        <a:pt x="349" y="215"/>
                      </a:lnTo>
                      <a:lnTo>
                        <a:pt x="369" y="202"/>
                      </a:lnTo>
                      <a:lnTo>
                        <a:pt x="390" y="190"/>
                      </a:lnTo>
                      <a:lnTo>
                        <a:pt x="412" y="179"/>
                      </a:lnTo>
                      <a:lnTo>
                        <a:pt x="434" y="169"/>
                      </a:lnTo>
                      <a:lnTo>
                        <a:pt x="457" y="160"/>
                      </a:lnTo>
                      <a:lnTo>
                        <a:pt x="480" y="152"/>
                      </a:lnTo>
                      <a:lnTo>
                        <a:pt x="503" y="145"/>
                      </a:lnTo>
                      <a:lnTo>
                        <a:pt x="527" y="139"/>
                      </a:lnTo>
                      <a:lnTo>
                        <a:pt x="551" y="135"/>
                      </a:lnTo>
                      <a:lnTo>
                        <a:pt x="576" y="132"/>
                      </a:lnTo>
                      <a:lnTo>
                        <a:pt x="601" y="130"/>
                      </a:lnTo>
                      <a:lnTo>
                        <a:pt x="628" y="130"/>
                      </a:lnTo>
                      <a:lnTo>
                        <a:pt x="628" y="0"/>
                      </a:lnTo>
                      <a:close/>
                    </a:path>
                  </a:pathLst>
                </a:custGeom>
                <a:solidFill>
                  <a:srgbClr val="EF2B2F"/>
                </a:solidFill>
                <a:ln>
                  <a:noFill/>
                </a:ln>
              </p:spPr>
              <p:txBody>
                <a:bodyPr/>
                <a:lstStyle/>
                <a:p>
                  <a:pPr>
                    <a:defRPr/>
                  </a:pPr>
                  <a:endParaRPr lang="en-US" sz="1050">
                    <a:latin typeface="+mj-lt"/>
                  </a:endParaRPr>
                </a:p>
              </p:txBody>
            </p:sp>
            <p:sp>
              <p:nvSpPr>
                <p:cNvPr id="41016" name="Freeform 204">
                  <a:extLst>
                    <a:ext uri="{FF2B5EF4-FFF2-40B4-BE49-F238E27FC236}">
                      <a16:creationId xmlns="" xmlns:a16="http://schemas.microsoft.com/office/drawing/2014/main" id="{3AD2A9BA-CC7A-4AD7-0B92-53A61C6D1DC5}"/>
                    </a:ext>
                  </a:extLst>
                </p:cNvPr>
                <p:cNvSpPr>
                  <a:spLocks/>
                </p:cNvSpPr>
                <p:nvPr/>
              </p:nvSpPr>
              <p:spPr bwMode="auto">
                <a:xfrm>
                  <a:off x="4337" y="3583"/>
                  <a:ext cx="25"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628" y="627"/>
                      </a:moveTo>
                      <a:lnTo>
                        <a:pt x="628" y="627"/>
                      </a:lnTo>
                      <a:lnTo>
                        <a:pt x="627" y="596"/>
                      </a:lnTo>
                      <a:lnTo>
                        <a:pt x="625" y="564"/>
                      </a:lnTo>
                      <a:lnTo>
                        <a:pt x="620" y="533"/>
                      </a:lnTo>
                      <a:lnTo>
                        <a:pt x="615" y="501"/>
                      </a:lnTo>
                      <a:lnTo>
                        <a:pt x="608" y="471"/>
                      </a:lnTo>
                      <a:lnTo>
                        <a:pt x="600" y="441"/>
                      </a:lnTo>
                      <a:lnTo>
                        <a:pt x="590" y="413"/>
                      </a:lnTo>
                      <a:lnTo>
                        <a:pt x="579" y="384"/>
                      </a:lnTo>
                      <a:lnTo>
                        <a:pt x="566" y="356"/>
                      </a:lnTo>
                      <a:lnTo>
                        <a:pt x="551" y="329"/>
                      </a:lnTo>
                      <a:lnTo>
                        <a:pt x="537" y="303"/>
                      </a:lnTo>
                      <a:lnTo>
                        <a:pt x="521" y="277"/>
                      </a:lnTo>
                      <a:lnTo>
                        <a:pt x="503" y="253"/>
                      </a:lnTo>
                      <a:lnTo>
                        <a:pt x="484" y="229"/>
                      </a:lnTo>
                      <a:lnTo>
                        <a:pt x="465" y="206"/>
                      </a:lnTo>
                      <a:lnTo>
                        <a:pt x="444" y="184"/>
                      </a:lnTo>
                      <a:lnTo>
                        <a:pt x="422" y="164"/>
                      </a:lnTo>
                      <a:lnTo>
                        <a:pt x="399" y="144"/>
                      </a:lnTo>
                      <a:lnTo>
                        <a:pt x="375" y="126"/>
                      </a:lnTo>
                      <a:lnTo>
                        <a:pt x="351" y="107"/>
                      </a:lnTo>
                      <a:lnTo>
                        <a:pt x="326" y="92"/>
                      </a:lnTo>
                      <a:lnTo>
                        <a:pt x="299" y="76"/>
                      </a:lnTo>
                      <a:lnTo>
                        <a:pt x="272" y="62"/>
                      </a:lnTo>
                      <a:lnTo>
                        <a:pt x="244" y="50"/>
                      </a:lnTo>
                      <a:lnTo>
                        <a:pt x="216" y="38"/>
                      </a:lnTo>
                      <a:lnTo>
                        <a:pt x="186" y="28"/>
                      </a:lnTo>
                      <a:lnTo>
                        <a:pt x="157" y="20"/>
                      </a:lnTo>
                      <a:lnTo>
                        <a:pt x="126" y="13"/>
                      </a:lnTo>
                      <a:lnTo>
                        <a:pt x="95" y="7"/>
                      </a:lnTo>
                      <a:lnTo>
                        <a:pt x="64" y="3"/>
                      </a:lnTo>
                      <a:lnTo>
                        <a:pt x="32" y="1"/>
                      </a:lnTo>
                      <a:lnTo>
                        <a:pt x="0" y="0"/>
                      </a:lnTo>
                      <a:lnTo>
                        <a:pt x="0" y="129"/>
                      </a:lnTo>
                      <a:lnTo>
                        <a:pt x="25" y="130"/>
                      </a:lnTo>
                      <a:lnTo>
                        <a:pt x="51" y="132"/>
                      </a:lnTo>
                      <a:lnTo>
                        <a:pt x="76" y="136"/>
                      </a:lnTo>
                      <a:lnTo>
                        <a:pt x="101" y="139"/>
                      </a:lnTo>
                      <a:lnTo>
                        <a:pt x="124" y="144"/>
                      </a:lnTo>
                      <a:lnTo>
                        <a:pt x="148" y="152"/>
                      </a:lnTo>
                      <a:lnTo>
                        <a:pt x="171" y="160"/>
                      </a:lnTo>
                      <a:lnTo>
                        <a:pt x="194" y="168"/>
                      </a:lnTo>
                      <a:lnTo>
                        <a:pt x="216" y="178"/>
                      </a:lnTo>
                      <a:lnTo>
                        <a:pt x="238" y="189"/>
                      </a:lnTo>
                      <a:lnTo>
                        <a:pt x="259" y="201"/>
                      </a:lnTo>
                      <a:lnTo>
                        <a:pt x="278" y="214"/>
                      </a:lnTo>
                      <a:lnTo>
                        <a:pt x="298" y="229"/>
                      </a:lnTo>
                      <a:lnTo>
                        <a:pt x="317" y="243"/>
                      </a:lnTo>
                      <a:lnTo>
                        <a:pt x="335" y="259"/>
                      </a:lnTo>
                      <a:lnTo>
                        <a:pt x="352" y="276"/>
                      </a:lnTo>
                      <a:lnTo>
                        <a:pt x="369" y="293"/>
                      </a:lnTo>
                      <a:lnTo>
                        <a:pt x="385" y="311"/>
                      </a:lnTo>
                      <a:lnTo>
                        <a:pt x="400" y="329"/>
                      </a:lnTo>
                      <a:lnTo>
                        <a:pt x="413" y="349"/>
                      </a:lnTo>
                      <a:lnTo>
                        <a:pt x="426" y="370"/>
                      </a:lnTo>
                      <a:lnTo>
                        <a:pt x="438" y="391"/>
                      </a:lnTo>
                      <a:lnTo>
                        <a:pt x="449" y="412"/>
                      </a:lnTo>
                      <a:lnTo>
                        <a:pt x="459" y="434"/>
                      </a:lnTo>
                      <a:lnTo>
                        <a:pt x="468" y="457"/>
                      </a:lnTo>
                      <a:lnTo>
                        <a:pt x="477" y="480"/>
                      </a:lnTo>
                      <a:lnTo>
                        <a:pt x="483" y="504"/>
                      </a:lnTo>
                      <a:lnTo>
                        <a:pt x="489" y="528"/>
                      </a:lnTo>
                      <a:lnTo>
                        <a:pt x="493" y="552"/>
                      </a:lnTo>
                      <a:lnTo>
                        <a:pt x="497" y="577"/>
                      </a:lnTo>
                      <a:lnTo>
                        <a:pt x="499" y="602"/>
                      </a:lnTo>
                      <a:lnTo>
                        <a:pt x="499" y="627"/>
                      </a:lnTo>
                      <a:lnTo>
                        <a:pt x="628" y="627"/>
                      </a:lnTo>
                      <a:close/>
                    </a:path>
                  </a:pathLst>
                </a:custGeom>
                <a:solidFill>
                  <a:srgbClr val="00A7D1"/>
                </a:solidFill>
                <a:ln>
                  <a:noFill/>
                </a:ln>
              </p:spPr>
              <p:txBody>
                <a:bodyPr/>
                <a:lstStyle/>
                <a:p>
                  <a:pPr>
                    <a:defRPr/>
                  </a:pPr>
                  <a:endParaRPr lang="en-US" sz="1050">
                    <a:latin typeface="+mj-lt"/>
                  </a:endParaRPr>
                </a:p>
              </p:txBody>
            </p:sp>
            <p:sp>
              <p:nvSpPr>
                <p:cNvPr id="41017" name="Freeform 205">
                  <a:extLst>
                    <a:ext uri="{FF2B5EF4-FFF2-40B4-BE49-F238E27FC236}">
                      <a16:creationId xmlns="" xmlns:a16="http://schemas.microsoft.com/office/drawing/2014/main" id="{06E427C0-C059-427C-B73C-373BF41DBE6B}"/>
                    </a:ext>
                  </a:extLst>
                </p:cNvPr>
                <p:cNvSpPr>
                  <a:spLocks/>
                </p:cNvSpPr>
                <p:nvPr/>
              </p:nvSpPr>
              <p:spPr bwMode="auto">
                <a:xfrm>
                  <a:off x="4337" y="3607"/>
                  <a:ext cx="25" cy="16"/>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2" y="628"/>
                      </a:lnTo>
                      <a:lnTo>
                        <a:pt x="64" y="625"/>
                      </a:lnTo>
                      <a:lnTo>
                        <a:pt x="95" y="622"/>
                      </a:lnTo>
                      <a:lnTo>
                        <a:pt x="126" y="616"/>
                      </a:lnTo>
                      <a:lnTo>
                        <a:pt x="157" y="608"/>
                      </a:lnTo>
                      <a:lnTo>
                        <a:pt x="186" y="601"/>
                      </a:lnTo>
                      <a:lnTo>
                        <a:pt x="216" y="591"/>
                      </a:lnTo>
                      <a:lnTo>
                        <a:pt x="244" y="579"/>
                      </a:lnTo>
                      <a:lnTo>
                        <a:pt x="272" y="567"/>
                      </a:lnTo>
                      <a:lnTo>
                        <a:pt x="299" y="553"/>
                      </a:lnTo>
                      <a:lnTo>
                        <a:pt x="326" y="537"/>
                      </a:lnTo>
                      <a:lnTo>
                        <a:pt x="351" y="521"/>
                      </a:lnTo>
                      <a:lnTo>
                        <a:pt x="375" y="503"/>
                      </a:lnTo>
                      <a:lnTo>
                        <a:pt x="399" y="485"/>
                      </a:lnTo>
                      <a:lnTo>
                        <a:pt x="422" y="465"/>
                      </a:lnTo>
                      <a:lnTo>
                        <a:pt x="444" y="444"/>
                      </a:lnTo>
                      <a:lnTo>
                        <a:pt x="465" y="422"/>
                      </a:lnTo>
                      <a:lnTo>
                        <a:pt x="484" y="400"/>
                      </a:lnTo>
                      <a:lnTo>
                        <a:pt x="503" y="376"/>
                      </a:lnTo>
                      <a:lnTo>
                        <a:pt x="521" y="351"/>
                      </a:lnTo>
                      <a:lnTo>
                        <a:pt x="537" y="326"/>
                      </a:lnTo>
                      <a:lnTo>
                        <a:pt x="551" y="299"/>
                      </a:lnTo>
                      <a:lnTo>
                        <a:pt x="566" y="273"/>
                      </a:lnTo>
                      <a:lnTo>
                        <a:pt x="579" y="245"/>
                      </a:lnTo>
                      <a:lnTo>
                        <a:pt x="590" y="216"/>
                      </a:lnTo>
                      <a:lnTo>
                        <a:pt x="600" y="188"/>
                      </a:lnTo>
                      <a:lnTo>
                        <a:pt x="608" y="157"/>
                      </a:lnTo>
                      <a:lnTo>
                        <a:pt x="615" y="127"/>
                      </a:lnTo>
                      <a:lnTo>
                        <a:pt x="620" y="96"/>
                      </a:lnTo>
                      <a:lnTo>
                        <a:pt x="625" y="65"/>
                      </a:lnTo>
                      <a:lnTo>
                        <a:pt x="627" y="33"/>
                      </a:lnTo>
                      <a:lnTo>
                        <a:pt x="628" y="0"/>
                      </a:lnTo>
                      <a:lnTo>
                        <a:pt x="499" y="0"/>
                      </a:lnTo>
                      <a:lnTo>
                        <a:pt x="499" y="27"/>
                      </a:lnTo>
                      <a:lnTo>
                        <a:pt x="497" y="52"/>
                      </a:lnTo>
                      <a:lnTo>
                        <a:pt x="493" y="77"/>
                      </a:lnTo>
                      <a:lnTo>
                        <a:pt x="489" y="101"/>
                      </a:lnTo>
                      <a:lnTo>
                        <a:pt x="483" y="125"/>
                      </a:lnTo>
                      <a:lnTo>
                        <a:pt x="477" y="149"/>
                      </a:lnTo>
                      <a:lnTo>
                        <a:pt x="468" y="172"/>
                      </a:lnTo>
                      <a:lnTo>
                        <a:pt x="459" y="194"/>
                      </a:lnTo>
                      <a:lnTo>
                        <a:pt x="449" y="216"/>
                      </a:lnTo>
                      <a:lnTo>
                        <a:pt x="438" y="238"/>
                      </a:lnTo>
                      <a:lnTo>
                        <a:pt x="426" y="259"/>
                      </a:lnTo>
                      <a:lnTo>
                        <a:pt x="413" y="280"/>
                      </a:lnTo>
                      <a:lnTo>
                        <a:pt x="400" y="298"/>
                      </a:lnTo>
                      <a:lnTo>
                        <a:pt x="385" y="318"/>
                      </a:lnTo>
                      <a:lnTo>
                        <a:pt x="369" y="336"/>
                      </a:lnTo>
                      <a:lnTo>
                        <a:pt x="353" y="353"/>
                      </a:lnTo>
                      <a:lnTo>
                        <a:pt x="335" y="370"/>
                      </a:lnTo>
                      <a:lnTo>
                        <a:pt x="317" y="385"/>
                      </a:lnTo>
                      <a:lnTo>
                        <a:pt x="298" y="400"/>
                      </a:lnTo>
                      <a:lnTo>
                        <a:pt x="278" y="415"/>
                      </a:lnTo>
                      <a:lnTo>
                        <a:pt x="259" y="428"/>
                      </a:lnTo>
                      <a:lnTo>
                        <a:pt x="238" y="440"/>
                      </a:lnTo>
                      <a:lnTo>
                        <a:pt x="216" y="451"/>
                      </a:lnTo>
                      <a:lnTo>
                        <a:pt x="194" y="461"/>
                      </a:lnTo>
                      <a:lnTo>
                        <a:pt x="171" y="469"/>
                      </a:lnTo>
                      <a:lnTo>
                        <a:pt x="148" y="477"/>
                      </a:lnTo>
                      <a:lnTo>
                        <a:pt x="125" y="484"/>
                      </a:lnTo>
                      <a:lnTo>
                        <a:pt x="101" y="489"/>
                      </a:lnTo>
                      <a:lnTo>
                        <a:pt x="76" y="493"/>
                      </a:lnTo>
                      <a:lnTo>
                        <a:pt x="52" y="497"/>
                      </a:lnTo>
                      <a:lnTo>
                        <a:pt x="26" y="499"/>
                      </a:lnTo>
                      <a:lnTo>
                        <a:pt x="0" y="499"/>
                      </a:lnTo>
                      <a:lnTo>
                        <a:pt x="0" y="628"/>
                      </a:lnTo>
                      <a:close/>
                    </a:path>
                  </a:pathLst>
                </a:custGeom>
                <a:solidFill>
                  <a:srgbClr val="00A7D1"/>
                </a:solidFill>
                <a:ln>
                  <a:noFill/>
                </a:ln>
              </p:spPr>
              <p:txBody>
                <a:bodyPr/>
                <a:lstStyle/>
                <a:p>
                  <a:pPr>
                    <a:defRPr/>
                  </a:pPr>
                  <a:endParaRPr lang="en-US" sz="1050">
                    <a:latin typeface="+mj-lt"/>
                  </a:endParaRPr>
                </a:p>
              </p:txBody>
            </p:sp>
            <p:sp>
              <p:nvSpPr>
                <p:cNvPr id="41018" name="Freeform 206">
                  <a:extLst>
                    <a:ext uri="{FF2B5EF4-FFF2-40B4-BE49-F238E27FC236}">
                      <a16:creationId xmlns="" xmlns:a16="http://schemas.microsoft.com/office/drawing/2014/main" id="{457DE578-9F92-23FC-EAFC-B14AEE76F44A}"/>
                    </a:ext>
                  </a:extLst>
                </p:cNvPr>
                <p:cNvSpPr>
                  <a:spLocks/>
                </p:cNvSpPr>
                <p:nvPr/>
              </p:nvSpPr>
              <p:spPr bwMode="auto">
                <a:xfrm>
                  <a:off x="4313" y="3607"/>
                  <a:ext cx="24" cy="16"/>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1" y="33"/>
                      </a:lnTo>
                      <a:lnTo>
                        <a:pt x="4" y="65"/>
                      </a:lnTo>
                      <a:lnTo>
                        <a:pt x="7" y="96"/>
                      </a:lnTo>
                      <a:lnTo>
                        <a:pt x="13" y="127"/>
                      </a:lnTo>
                      <a:lnTo>
                        <a:pt x="20" y="157"/>
                      </a:lnTo>
                      <a:lnTo>
                        <a:pt x="29" y="188"/>
                      </a:lnTo>
                      <a:lnTo>
                        <a:pt x="39" y="216"/>
                      </a:lnTo>
                      <a:lnTo>
                        <a:pt x="50" y="245"/>
                      </a:lnTo>
                      <a:lnTo>
                        <a:pt x="63" y="273"/>
                      </a:lnTo>
                      <a:lnTo>
                        <a:pt x="76" y="299"/>
                      </a:lnTo>
                      <a:lnTo>
                        <a:pt x="91" y="326"/>
                      </a:lnTo>
                      <a:lnTo>
                        <a:pt x="108" y="351"/>
                      </a:lnTo>
                      <a:lnTo>
                        <a:pt x="125" y="376"/>
                      </a:lnTo>
                      <a:lnTo>
                        <a:pt x="144" y="400"/>
                      </a:lnTo>
                      <a:lnTo>
                        <a:pt x="164" y="422"/>
                      </a:lnTo>
                      <a:lnTo>
                        <a:pt x="184" y="444"/>
                      </a:lnTo>
                      <a:lnTo>
                        <a:pt x="206" y="465"/>
                      </a:lnTo>
                      <a:lnTo>
                        <a:pt x="229" y="485"/>
                      </a:lnTo>
                      <a:lnTo>
                        <a:pt x="252" y="503"/>
                      </a:lnTo>
                      <a:lnTo>
                        <a:pt x="278" y="521"/>
                      </a:lnTo>
                      <a:lnTo>
                        <a:pt x="303" y="537"/>
                      </a:lnTo>
                      <a:lnTo>
                        <a:pt x="329" y="553"/>
                      </a:lnTo>
                      <a:lnTo>
                        <a:pt x="356" y="567"/>
                      </a:lnTo>
                      <a:lnTo>
                        <a:pt x="384" y="579"/>
                      </a:lnTo>
                      <a:lnTo>
                        <a:pt x="412" y="591"/>
                      </a:lnTo>
                      <a:lnTo>
                        <a:pt x="442" y="601"/>
                      </a:lnTo>
                      <a:lnTo>
                        <a:pt x="471" y="608"/>
                      </a:lnTo>
                      <a:lnTo>
                        <a:pt x="502" y="616"/>
                      </a:lnTo>
                      <a:lnTo>
                        <a:pt x="533" y="622"/>
                      </a:lnTo>
                      <a:lnTo>
                        <a:pt x="565" y="625"/>
                      </a:lnTo>
                      <a:lnTo>
                        <a:pt x="596" y="628"/>
                      </a:lnTo>
                      <a:lnTo>
                        <a:pt x="628" y="628"/>
                      </a:lnTo>
                      <a:lnTo>
                        <a:pt x="628" y="499"/>
                      </a:lnTo>
                      <a:lnTo>
                        <a:pt x="602" y="499"/>
                      </a:lnTo>
                      <a:lnTo>
                        <a:pt x="577" y="497"/>
                      </a:lnTo>
                      <a:lnTo>
                        <a:pt x="553" y="493"/>
                      </a:lnTo>
                      <a:lnTo>
                        <a:pt x="527" y="489"/>
                      </a:lnTo>
                      <a:lnTo>
                        <a:pt x="503" y="484"/>
                      </a:lnTo>
                      <a:lnTo>
                        <a:pt x="480" y="477"/>
                      </a:lnTo>
                      <a:lnTo>
                        <a:pt x="457" y="469"/>
                      </a:lnTo>
                      <a:lnTo>
                        <a:pt x="434" y="461"/>
                      </a:lnTo>
                      <a:lnTo>
                        <a:pt x="412" y="451"/>
                      </a:lnTo>
                      <a:lnTo>
                        <a:pt x="390" y="440"/>
                      </a:lnTo>
                      <a:lnTo>
                        <a:pt x="370" y="428"/>
                      </a:lnTo>
                      <a:lnTo>
                        <a:pt x="350" y="415"/>
                      </a:lnTo>
                      <a:lnTo>
                        <a:pt x="330" y="400"/>
                      </a:lnTo>
                      <a:lnTo>
                        <a:pt x="311" y="385"/>
                      </a:lnTo>
                      <a:lnTo>
                        <a:pt x="293" y="370"/>
                      </a:lnTo>
                      <a:lnTo>
                        <a:pt x="275" y="353"/>
                      </a:lnTo>
                      <a:lnTo>
                        <a:pt x="259" y="336"/>
                      </a:lnTo>
                      <a:lnTo>
                        <a:pt x="244" y="318"/>
                      </a:lnTo>
                      <a:lnTo>
                        <a:pt x="228" y="298"/>
                      </a:lnTo>
                      <a:lnTo>
                        <a:pt x="215" y="280"/>
                      </a:lnTo>
                      <a:lnTo>
                        <a:pt x="202" y="259"/>
                      </a:lnTo>
                      <a:lnTo>
                        <a:pt x="190" y="238"/>
                      </a:lnTo>
                      <a:lnTo>
                        <a:pt x="179" y="216"/>
                      </a:lnTo>
                      <a:lnTo>
                        <a:pt x="169" y="194"/>
                      </a:lnTo>
                      <a:lnTo>
                        <a:pt x="159" y="172"/>
                      </a:lnTo>
                      <a:lnTo>
                        <a:pt x="151" y="149"/>
                      </a:lnTo>
                      <a:lnTo>
                        <a:pt x="145" y="125"/>
                      </a:lnTo>
                      <a:lnTo>
                        <a:pt x="139" y="101"/>
                      </a:lnTo>
                      <a:lnTo>
                        <a:pt x="135" y="77"/>
                      </a:lnTo>
                      <a:lnTo>
                        <a:pt x="132" y="52"/>
                      </a:lnTo>
                      <a:lnTo>
                        <a:pt x="130" y="27"/>
                      </a:lnTo>
                      <a:lnTo>
                        <a:pt x="130" y="0"/>
                      </a:lnTo>
                      <a:lnTo>
                        <a:pt x="0" y="0"/>
                      </a:lnTo>
                      <a:close/>
                    </a:path>
                  </a:pathLst>
                </a:custGeom>
                <a:solidFill>
                  <a:srgbClr val="00A7D1"/>
                </a:solidFill>
                <a:ln>
                  <a:noFill/>
                </a:ln>
              </p:spPr>
              <p:txBody>
                <a:bodyPr/>
                <a:lstStyle/>
                <a:p>
                  <a:pPr>
                    <a:defRPr/>
                  </a:pPr>
                  <a:endParaRPr lang="en-US" sz="1050">
                    <a:latin typeface="+mj-lt"/>
                  </a:endParaRPr>
                </a:p>
              </p:txBody>
            </p:sp>
            <p:sp>
              <p:nvSpPr>
                <p:cNvPr id="41019" name="Freeform 207">
                  <a:extLst>
                    <a:ext uri="{FF2B5EF4-FFF2-40B4-BE49-F238E27FC236}">
                      <a16:creationId xmlns="" xmlns:a16="http://schemas.microsoft.com/office/drawing/2014/main" id="{612F07F5-52E2-EC00-450C-82419A90A03A}"/>
                    </a:ext>
                  </a:extLst>
                </p:cNvPr>
                <p:cNvSpPr>
                  <a:spLocks/>
                </p:cNvSpPr>
                <p:nvPr/>
              </p:nvSpPr>
              <p:spPr bwMode="auto">
                <a:xfrm>
                  <a:off x="4313" y="3583"/>
                  <a:ext cx="24"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628" y="0"/>
                      </a:moveTo>
                      <a:lnTo>
                        <a:pt x="628" y="0"/>
                      </a:lnTo>
                      <a:lnTo>
                        <a:pt x="596" y="1"/>
                      </a:lnTo>
                      <a:lnTo>
                        <a:pt x="563" y="3"/>
                      </a:lnTo>
                      <a:lnTo>
                        <a:pt x="533" y="7"/>
                      </a:lnTo>
                      <a:lnTo>
                        <a:pt x="502" y="13"/>
                      </a:lnTo>
                      <a:lnTo>
                        <a:pt x="471" y="20"/>
                      </a:lnTo>
                      <a:lnTo>
                        <a:pt x="442" y="28"/>
                      </a:lnTo>
                      <a:lnTo>
                        <a:pt x="412" y="38"/>
                      </a:lnTo>
                      <a:lnTo>
                        <a:pt x="384" y="50"/>
                      </a:lnTo>
                      <a:lnTo>
                        <a:pt x="356" y="62"/>
                      </a:lnTo>
                      <a:lnTo>
                        <a:pt x="329" y="76"/>
                      </a:lnTo>
                      <a:lnTo>
                        <a:pt x="303" y="92"/>
                      </a:lnTo>
                      <a:lnTo>
                        <a:pt x="278" y="107"/>
                      </a:lnTo>
                      <a:lnTo>
                        <a:pt x="252" y="126"/>
                      </a:lnTo>
                      <a:lnTo>
                        <a:pt x="229" y="144"/>
                      </a:lnTo>
                      <a:lnTo>
                        <a:pt x="206" y="164"/>
                      </a:lnTo>
                      <a:lnTo>
                        <a:pt x="184" y="185"/>
                      </a:lnTo>
                      <a:lnTo>
                        <a:pt x="164" y="206"/>
                      </a:lnTo>
                      <a:lnTo>
                        <a:pt x="144" y="229"/>
                      </a:lnTo>
                      <a:lnTo>
                        <a:pt x="125" y="253"/>
                      </a:lnTo>
                      <a:lnTo>
                        <a:pt x="108" y="277"/>
                      </a:lnTo>
                      <a:lnTo>
                        <a:pt x="91" y="303"/>
                      </a:lnTo>
                      <a:lnTo>
                        <a:pt x="76" y="329"/>
                      </a:lnTo>
                      <a:lnTo>
                        <a:pt x="63" y="356"/>
                      </a:lnTo>
                      <a:lnTo>
                        <a:pt x="50" y="384"/>
                      </a:lnTo>
                      <a:lnTo>
                        <a:pt x="39" y="413"/>
                      </a:lnTo>
                      <a:lnTo>
                        <a:pt x="29" y="441"/>
                      </a:lnTo>
                      <a:lnTo>
                        <a:pt x="20" y="472"/>
                      </a:lnTo>
                      <a:lnTo>
                        <a:pt x="13" y="501"/>
                      </a:lnTo>
                      <a:lnTo>
                        <a:pt x="7" y="533"/>
                      </a:lnTo>
                      <a:lnTo>
                        <a:pt x="4" y="564"/>
                      </a:lnTo>
                      <a:lnTo>
                        <a:pt x="1" y="596"/>
                      </a:lnTo>
                      <a:lnTo>
                        <a:pt x="0" y="627"/>
                      </a:lnTo>
                      <a:lnTo>
                        <a:pt x="130" y="627"/>
                      </a:lnTo>
                      <a:lnTo>
                        <a:pt x="130" y="602"/>
                      </a:lnTo>
                      <a:lnTo>
                        <a:pt x="132" y="577"/>
                      </a:lnTo>
                      <a:lnTo>
                        <a:pt x="135" y="552"/>
                      </a:lnTo>
                      <a:lnTo>
                        <a:pt x="139" y="528"/>
                      </a:lnTo>
                      <a:lnTo>
                        <a:pt x="145" y="504"/>
                      </a:lnTo>
                      <a:lnTo>
                        <a:pt x="151" y="480"/>
                      </a:lnTo>
                      <a:lnTo>
                        <a:pt x="159" y="457"/>
                      </a:lnTo>
                      <a:lnTo>
                        <a:pt x="169" y="434"/>
                      </a:lnTo>
                      <a:lnTo>
                        <a:pt x="179" y="412"/>
                      </a:lnTo>
                      <a:lnTo>
                        <a:pt x="190" y="391"/>
                      </a:lnTo>
                      <a:lnTo>
                        <a:pt x="202" y="370"/>
                      </a:lnTo>
                      <a:lnTo>
                        <a:pt x="215" y="349"/>
                      </a:lnTo>
                      <a:lnTo>
                        <a:pt x="228" y="329"/>
                      </a:lnTo>
                      <a:lnTo>
                        <a:pt x="244" y="311"/>
                      </a:lnTo>
                      <a:lnTo>
                        <a:pt x="259" y="293"/>
                      </a:lnTo>
                      <a:lnTo>
                        <a:pt x="275" y="276"/>
                      </a:lnTo>
                      <a:lnTo>
                        <a:pt x="293" y="259"/>
                      </a:lnTo>
                      <a:lnTo>
                        <a:pt x="311" y="243"/>
                      </a:lnTo>
                      <a:lnTo>
                        <a:pt x="330" y="229"/>
                      </a:lnTo>
                      <a:lnTo>
                        <a:pt x="350" y="214"/>
                      </a:lnTo>
                      <a:lnTo>
                        <a:pt x="370" y="201"/>
                      </a:lnTo>
                      <a:lnTo>
                        <a:pt x="390" y="189"/>
                      </a:lnTo>
                      <a:lnTo>
                        <a:pt x="412" y="178"/>
                      </a:lnTo>
                      <a:lnTo>
                        <a:pt x="434" y="168"/>
                      </a:lnTo>
                      <a:lnTo>
                        <a:pt x="457" y="160"/>
                      </a:lnTo>
                      <a:lnTo>
                        <a:pt x="480" y="152"/>
                      </a:lnTo>
                      <a:lnTo>
                        <a:pt x="503" y="144"/>
                      </a:lnTo>
                      <a:lnTo>
                        <a:pt x="527" y="139"/>
                      </a:lnTo>
                      <a:lnTo>
                        <a:pt x="553" y="136"/>
                      </a:lnTo>
                      <a:lnTo>
                        <a:pt x="577" y="132"/>
                      </a:lnTo>
                      <a:lnTo>
                        <a:pt x="603" y="130"/>
                      </a:lnTo>
                      <a:lnTo>
                        <a:pt x="628" y="129"/>
                      </a:lnTo>
                      <a:lnTo>
                        <a:pt x="628" y="0"/>
                      </a:lnTo>
                      <a:close/>
                    </a:path>
                  </a:pathLst>
                </a:custGeom>
                <a:solidFill>
                  <a:srgbClr val="00A7D1"/>
                </a:solidFill>
                <a:ln>
                  <a:noFill/>
                </a:ln>
              </p:spPr>
              <p:txBody>
                <a:bodyPr/>
                <a:lstStyle/>
                <a:p>
                  <a:pPr>
                    <a:defRPr/>
                  </a:pPr>
                  <a:endParaRPr lang="en-US" sz="1050">
                    <a:latin typeface="+mj-lt"/>
                  </a:endParaRPr>
                </a:p>
              </p:txBody>
            </p:sp>
            <p:sp>
              <p:nvSpPr>
                <p:cNvPr id="41020" name="Freeform 208">
                  <a:extLst>
                    <a:ext uri="{FF2B5EF4-FFF2-40B4-BE49-F238E27FC236}">
                      <a16:creationId xmlns="" xmlns:a16="http://schemas.microsoft.com/office/drawing/2014/main" id="{8A4479B3-04D0-B9D5-D129-2B23B9520461}"/>
                    </a:ext>
                  </a:extLst>
                </p:cNvPr>
                <p:cNvSpPr>
                  <a:spLocks/>
                </p:cNvSpPr>
                <p:nvPr/>
              </p:nvSpPr>
              <p:spPr bwMode="auto">
                <a:xfrm>
                  <a:off x="4315" y="3734"/>
                  <a:ext cx="44" cy="42"/>
                </a:xfrm>
                <a:custGeom>
                  <a:avLst/>
                  <a:gdLst>
                    <a:gd name="T0" fmla="*/ 0 w 1127"/>
                    <a:gd name="T1" fmla="*/ 0 h 1126"/>
                    <a:gd name="T2" fmla="*/ 0 w 1127"/>
                    <a:gd name="T3" fmla="*/ 0 h 1126"/>
                    <a:gd name="T4" fmla="*/ 0 w 1127"/>
                    <a:gd name="T5" fmla="*/ 0 h 1126"/>
                    <a:gd name="T6" fmla="*/ 0 w 1127"/>
                    <a:gd name="T7" fmla="*/ 0 h 1126"/>
                    <a:gd name="T8" fmla="*/ 0 w 1127"/>
                    <a:gd name="T9" fmla="*/ 0 h 1126"/>
                    <a:gd name="T10" fmla="*/ 0 w 1127"/>
                    <a:gd name="T11" fmla="*/ 0 h 1126"/>
                    <a:gd name="T12" fmla="*/ 0 w 1127"/>
                    <a:gd name="T13" fmla="*/ 0 h 1126"/>
                    <a:gd name="T14" fmla="*/ 0 w 1127"/>
                    <a:gd name="T15" fmla="*/ 0 h 1126"/>
                    <a:gd name="T16" fmla="*/ 0 w 1127"/>
                    <a:gd name="T17" fmla="*/ 0 h 1126"/>
                    <a:gd name="T18" fmla="*/ 0 w 1127"/>
                    <a:gd name="T19" fmla="*/ 0 h 1126"/>
                    <a:gd name="T20" fmla="*/ 0 w 1127"/>
                    <a:gd name="T21" fmla="*/ 0 h 1126"/>
                    <a:gd name="T22" fmla="*/ 0 w 1127"/>
                    <a:gd name="T23" fmla="*/ 0 h 1126"/>
                    <a:gd name="T24" fmla="*/ 0 w 1127"/>
                    <a:gd name="T25" fmla="*/ 0 h 1126"/>
                    <a:gd name="T26" fmla="*/ 0 w 1127"/>
                    <a:gd name="T27" fmla="*/ 0 h 1126"/>
                    <a:gd name="T28" fmla="*/ 0 w 1127"/>
                    <a:gd name="T29" fmla="*/ 0 h 1126"/>
                    <a:gd name="T30" fmla="*/ 0 w 1127"/>
                    <a:gd name="T31" fmla="*/ 0 h 1126"/>
                    <a:gd name="T32" fmla="*/ 0 w 1127"/>
                    <a:gd name="T33" fmla="*/ 0 h 1126"/>
                    <a:gd name="T34" fmla="*/ 0 w 1127"/>
                    <a:gd name="T35" fmla="*/ 0 h 1126"/>
                    <a:gd name="T36" fmla="*/ 0 w 1127"/>
                    <a:gd name="T37" fmla="*/ 0 h 1126"/>
                    <a:gd name="T38" fmla="*/ 0 w 1127"/>
                    <a:gd name="T39" fmla="*/ 0 h 1126"/>
                    <a:gd name="T40" fmla="*/ 0 w 1127"/>
                    <a:gd name="T41" fmla="*/ 0 h 1126"/>
                    <a:gd name="T42" fmla="*/ 0 w 1127"/>
                    <a:gd name="T43" fmla="*/ 0 h 1126"/>
                    <a:gd name="T44" fmla="*/ 0 w 1127"/>
                    <a:gd name="T45" fmla="*/ 0 h 1126"/>
                    <a:gd name="T46" fmla="*/ 0 w 1127"/>
                    <a:gd name="T47" fmla="*/ 0 h 1126"/>
                    <a:gd name="T48" fmla="*/ 0 w 1127"/>
                    <a:gd name="T49" fmla="*/ 0 h 1126"/>
                    <a:gd name="T50" fmla="*/ 0 w 1127"/>
                    <a:gd name="T51" fmla="*/ 0 h 1126"/>
                    <a:gd name="T52" fmla="*/ 0 w 1127"/>
                    <a:gd name="T53" fmla="*/ 0 h 1126"/>
                    <a:gd name="T54" fmla="*/ 0 w 1127"/>
                    <a:gd name="T55" fmla="*/ 0 h 1126"/>
                    <a:gd name="T56" fmla="*/ 0 w 1127"/>
                    <a:gd name="T57" fmla="*/ 0 h 1126"/>
                    <a:gd name="T58" fmla="*/ 0 w 1127"/>
                    <a:gd name="T59" fmla="*/ 0 h 1126"/>
                    <a:gd name="T60" fmla="*/ 0 w 1127"/>
                    <a:gd name="T61" fmla="*/ 0 h 1126"/>
                    <a:gd name="T62" fmla="*/ 0 w 1127"/>
                    <a:gd name="T63" fmla="*/ 0 h 1126"/>
                    <a:gd name="T64" fmla="*/ 0 w 1127"/>
                    <a:gd name="T65" fmla="*/ 0 h 1126"/>
                    <a:gd name="T66" fmla="*/ 0 w 1127"/>
                    <a:gd name="T67" fmla="*/ 0 h 1126"/>
                    <a:gd name="T68" fmla="*/ 0 w 1127"/>
                    <a:gd name="T69" fmla="*/ 0 h 1126"/>
                    <a:gd name="T70" fmla="*/ 0 w 1127"/>
                    <a:gd name="T71" fmla="*/ 0 h 1126"/>
                    <a:gd name="T72" fmla="*/ 0 w 1127"/>
                    <a:gd name="T73" fmla="*/ 0 h 1126"/>
                    <a:gd name="T74" fmla="*/ 0 w 1127"/>
                    <a:gd name="T75" fmla="*/ 0 h 1126"/>
                    <a:gd name="T76" fmla="*/ 0 w 1127"/>
                    <a:gd name="T77" fmla="*/ 0 h 1126"/>
                    <a:gd name="T78" fmla="*/ 0 w 1127"/>
                    <a:gd name="T79" fmla="*/ 0 h 1126"/>
                    <a:gd name="T80" fmla="*/ 0 w 1127"/>
                    <a:gd name="T81" fmla="*/ 0 h 1126"/>
                    <a:gd name="T82" fmla="*/ 0 w 1127"/>
                    <a:gd name="T83" fmla="*/ 0 h 1126"/>
                    <a:gd name="T84" fmla="*/ 0 w 1127"/>
                    <a:gd name="T85" fmla="*/ 0 h 112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27"/>
                    <a:gd name="T130" fmla="*/ 0 h 1126"/>
                    <a:gd name="T131" fmla="*/ 1127 w 1127"/>
                    <a:gd name="T132" fmla="*/ 1126 h 112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27" h="1126">
                      <a:moveTo>
                        <a:pt x="564" y="0"/>
                      </a:moveTo>
                      <a:lnTo>
                        <a:pt x="593" y="0"/>
                      </a:lnTo>
                      <a:lnTo>
                        <a:pt x="622" y="2"/>
                      </a:lnTo>
                      <a:lnTo>
                        <a:pt x="649" y="6"/>
                      </a:lnTo>
                      <a:lnTo>
                        <a:pt x="678" y="10"/>
                      </a:lnTo>
                      <a:lnTo>
                        <a:pt x="704" y="17"/>
                      </a:lnTo>
                      <a:lnTo>
                        <a:pt x="731" y="25"/>
                      </a:lnTo>
                      <a:lnTo>
                        <a:pt x="758" y="33"/>
                      </a:lnTo>
                      <a:lnTo>
                        <a:pt x="783" y="43"/>
                      </a:lnTo>
                      <a:lnTo>
                        <a:pt x="808" y="54"/>
                      </a:lnTo>
                      <a:lnTo>
                        <a:pt x="832" y="67"/>
                      </a:lnTo>
                      <a:lnTo>
                        <a:pt x="855" y="81"/>
                      </a:lnTo>
                      <a:lnTo>
                        <a:pt x="878" y="96"/>
                      </a:lnTo>
                      <a:lnTo>
                        <a:pt x="900" y="111"/>
                      </a:lnTo>
                      <a:lnTo>
                        <a:pt x="922" y="128"/>
                      </a:lnTo>
                      <a:lnTo>
                        <a:pt x="942" y="145"/>
                      </a:lnTo>
                      <a:lnTo>
                        <a:pt x="961" y="164"/>
                      </a:lnTo>
                      <a:lnTo>
                        <a:pt x="980" y="184"/>
                      </a:lnTo>
                      <a:lnTo>
                        <a:pt x="999" y="204"/>
                      </a:lnTo>
                      <a:lnTo>
                        <a:pt x="1015" y="225"/>
                      </a:lnTo>
                      <a:lnTo>
                        <a:pt x="1030" y="248"/>
                      </a:lnTo>
                      <a:lnTo>
                        <a:pt x="1046" y="270"/>
                      </a:lnTo>
                      <a:lnTo>
                        <a:pt x="1059" y="294"/>
                      </a:lnTo>
                      <a:lnTo>
                        <a:pt x="1071" y="318"/>
                      </a:lnTo>
                      <a:lnTo>
                        <a:pt x="1083" y="344"/>
                      </a:lnTo>
                      <a:lnTo>
                        <a:pt x="1093" y="369"/>
                      </a:lnTo>
                      <a:lnTo>
                        <a:pt x="1102" y="395"/>
                      </a:lnTo>
                      <a:lnTo>
                        <a:pt x="1109" y="421"/>
                      </a:lnTo>
                      <a:lnTo>
                        <a:pt x="1116" y="449"/>
                      </a:lnTo>
                      <a:lnTo>
                        <a:pt x="1120" y="477"/>
                      </a:lnTo>
                      <a:lnTo>
                        <a:pt x="1125" y="505"/>
                      </a:lnTo>
                      <a:lnTo>
                        <a:pt x="1127" y="533"/>
                      </a:lnTo>
                      <a:lnTo>
                        <a:pt x="1127" y="563"/>
                      </a:lnTo>
                      <a:lnTo>
                        <a:pt x="1127" y="591"/>
                      </a:lnTo>
                      <a:lnTo>
                        <a:pt x="1125" y="620"/>
                      </a:lnTo>
                      <a:lnTo>
                        <a:pt x="1120" y="648"/>
                      </a:lnTo>
                      <a:lnTo>
                        <a:pt x="1116" y="675"/>
                      </a:lnTo>
                      <a:lnTo>
                        <a:pt x="1109" y="703"/>
                      </a:lnTo>
                      <a:lnTo>
                        <a:pt x="1102" y="729"/>
                      </a:lnTo>
                      <a:lnTo>
                        <a:pt x="1093" y="755"/>
                      </a:lnTo>
                      <a:lnTo>
                        <a:pt x="1083" y="781"/>
                      </a:lnTo>
                      <a:lnTo>
                        <a:pt x="1071" y="806"/>
                      </a:lnTo>
                      <a:lnTo>
                        <a:pt x="1059" y="830"/>
                      </a:lnTo>
                      <a:lnTo>
                        <a:pt x="1046" y="854"/>
                      </a:lnTo>
                      <a:lnTo>
                        <a:pt x="1030" y="877"/>
                      </a:lnTo>
                      <a:lnTo>
                        <a:pt x="1015" y="899"/>
                      </a:lnTo>
                      <a:lnTo>
                        <a:pt x="999" y="920"/>
                      </a:lnTo>
                      <a:lnTo>
                        <a:pt x="980" y="941"/>
                      </a:lnTo>
                      <a:lnTo>
                        <a:pt x="961" y="960"/>
                      </a:lnTo>
                      <a:lnTo>
                        <a:pt x="942" y="979"/>
                      </a:lnTo>
                      <a:lnTo>
                        <a:pt x="922" y="996"/>
                      </a:lnTo>
                      <a:lnTo>
                        <a:pt x="900" y="1013"/>
                      </a:lnTo>
                      <a:lnTo>
                        <a:pt x="878" y="1029"/>
                      </a:lnTo>
                      <a:lnTo>
                        <a:pt x="855" y="1044"/>
                      </a:lnTo>
                      <a:lnTo>
                        <a:pt x="832" y="1058"/>
                      </a:lnTo>
                      <a:lnTo>
                        <a:pt x="808" y="1070"/>
                      </a:lnTo>
                      <a:lnTo>
                        <a:pt x="783" y="1081"/>
                      </a:lnTo>
                      <a:lnTo>
                        <a:pt x="758" y="1091"/>
                      </a:lnTo>
                      <a:lnTo>
                        <a:pt x="731" y="1101"/>
                      </a:lnTo>
                      <a:lnTo>
                        <a:pt x="704" y="1108"/>
                      </a:lnTo>
                      <a:lnTo>
                        <a:pt x="678" y="1114"/>
                      </a:lnTo>
                      <a:lnTo>
                        <a:pt x="649" y="1119"/>
                      </a:lnTo>
                      <a:lnTo>
                        <a:pt x="622" y="1122"/>
                      </a:lnTo>
                      <a:lnTo>
                        <a:pt x="593" y="1125"/>
                      </a:lnTo>
                      <a:lnTo>
                        <a:pt x="564" y="1126"/>
                      </a:lnTo>
                      <a:lnTo>
                        <a:pt x="535" y="1125"/>
                      </a:lnTo>
                      <a:lnTo>
                        <a:pt x="507" y="1122"/>
                      </a:lnTo>
                      <a:lnTo>
                        <a:pt x="478" y="1119"/>
                      </a:lnTo>
                      <a:lnTo>
                        <a:pt x="451" y="1114"/>
                      </a:lnTo>
                      <a:lnTo>
                        <a:pt x="423" y="1108"/>
                      </a:lnTo>
                      <a:lnTo>
                        <a:pt x="397" y="1101"/>
                      </a:lnTo>
                      <a:lnTo>
                        <a:pt x="371" y="1091"/>
                      </a:lnTo>
                      <a:lnTo>
                        <a:pt x="344" y="1081"/>
                      </a:lnTo>
                      <a:lnTo>
                        <a:pt x="320" y="1070"/>
                      </a:lnTo>
                      <a:lnTo>
                        <a:pt x="295" y="1058"/>
                      </a:lnTo>
                      <a:lnTo>
                        <a:pt x="272" y="1044"/>
                      </a:lnTo>
                      <a:lnTo>
                        <a:pt x="249" y="1029"/>
                      </a:lnTo>
                      <a:lnTo>
                        <a:pt x="227" y="1013"/>
                      </a:lnTo>
                      <a:lnTo>
                        <a:pt x="205" y="996"/>
                      </a:lnTo>
                      <a:lnTo>
                        <a:pt x="186" y="979"/>
                      </a:lnTo>
                      <a:lnTo>
                        <a:pt x="166" y="960"/>
                      </a:lnTo>
                      <a:lnTo>
                        <a:pt x="147" y="941"/>
                      </a:lnTo>
                      <a:lnTo>
                        <a:pt x="130" y="920"/>
                      </a:lnTo>
                      <a:lnTo>
                        <a:pt x="112" y="899"/>
                      </a:lnTo>
                      <a:lnTo>
                        <a:pt x="97" y="877"/>
                      </a:lnTo>
                      <a:lnTo>
                        <a:pt x="83" y="854"/>
                      </a:lnTo>
                      <a:lnTo>
                        <a:pt x="68" y="830"/>
                      </a:lnTo>
                      <a:lnTo>
                        <a:pt x="56" y="806"/>
                      </a:lnTo>
                      <a:lnTo>
                        <a:pt x="45" y="781"/>
                      </a:lnTo>
                      <a:lnTo>
                        <a:pt x="34" y="755"/>
                      </a:lnTo>
                      <a:lnTo>
                        <a:pt x="26" y="729"/>
                      </a:lnTo>
                      <a:lnTo>
                        <a:pt x="18" y="703"/>
                      </a:lnTo>
                      <a:lnTo>
                        <a:pt x="12" y="675"/>
                      </a:lnTo>
                      <a:lnTo>
                        <a:pt x="7" y="648"/>
                      </a:lnTo>
                      <a:lnTo>
                        <a:pt x="4" y="620"/>
                      </a:lnTo>
                      <a:lnTo>
                        <a:pt x="1" y="591"/>
                      </a:lnTo>
                      <a:lnTo>
                        <a:pt x="0" y="563"/>
                      </a:lnTo>
                      <a:lnTo>
                        <a:pt x="1" y="533"/>
                      </a:lnTo>
                      <a:lnTo>
                        <a:pt x="4" y="505"/>
                      </a:lnTo>
                      <a:lnTo>
                        <a:pt x="7" y="477"/>
                      </a:lnTo>
                      <a:lnTo>
                        <a:pt x="12" y="449"/>
                      </a:lnTo>
                      <a:lnTo>
                        <a:pt x="18" y="421"/>
                      </a:lnTo>
                      <a:lnTo>
                        <a:pt x="26" y="395"/>
                      </a:lnTo>
                      <a:lnTo>
                        <a:pt x="34" y="369"/>
                      </a:lnTo>
                      <a:lnTo>
                        <a:pt x="45" y="344"/>
                      </a:lnTo>
                      <a:lnTo>
                        <a:pt x="56" y="318"/>
                      </a:lnTo>
                      <a:lnTo>
                        <a:pt x="68" y="294"/>
                      </a:lnTo>
                      <a:lnTo>
                        <a:pt x="83" y="270"/>
                      </a:lnTo>
                      <a:lnTo>
                        <a:pt x="97" y="248"/>
                      </a:lnTo>
                      <a:lnTo>
                        <a:pt x="112" y="225"/>
                      </a:lnTo>
                      <a:lnTo>
                        <a:pt x="130" y="204"/>
                      </a:lnTo>
                      <a:lnTo>
                        <a:pt x="147" y="184"/>
                      </a:lnTo>
                      <a:lnTo>
                        <a:pt x="166" y="164"/>
                      </a:lnTo>
                      <a:lnTo>
                        <a:pt x="186" y="145"/>
                      </a:lnTo>
                      <a:lnTo>
                        <a:pt x="205" y="128"/>
                      </a:lnTo>
                      <a:lnTo>
                        <a:pt x="227" y="111"/>
                      </a:lnTo>
                      <a:lnTo>
                        <a:pt x="249" y="96"/>
                      </a:lnTo>
                      <a:lnTo>
                        <a:pt x="272" y="81"/>
                      </a:lnTo>
                      <a:lnTo>
                        <a:pt x="295" y="67"/>
                      </a:lnTo>
                      <a:lnTo>
                        <a:pt x="320" y="54"/>
                      </a:lnTo>
                      <a:lnTo>
                        <a:pt x="344" y="43"/>
                      </a:lnTo>
                      <a:lnTo>
                        <a:pt x="371" y="33"/>
                      </a:lnTo>
                      <a:lnTo>
                        <a:pt x="397" y="25"/>
                      </a:lnTo>
                      <a:lnTo>
                        <a:pt x="423" y="17"/>
                      </a:lnTo>
                      <a:lnTo>
                        <a:pt x="451" y="10"/>
                      </a:lnTo>
                      <a:lnTo>
                        <a:pt x="478" y="6"/>
                      </a:lnTo>
                      <a:lnTo>
                        <a:pt x="507" y="2"/>
                      </a:lnTo>
                      <a:lnTo>
                        <a:pt x="535" y="0"/>
                      </a:lnTo>
                      <a:lnTo>
                        <a:pt x="564" y="0"/>
                      </a:lnTo>
                      <a:close/>
                    </a:path>
                  </a:pathLst>
                </a:custGeom>
                <a:solidFill>
                  <a:srgbClr val="DC2B19"/>
                </a:solidFill>
                <a:ln>
                  <a:noFill/>
                </a:ln>
              </p:spPr>
              <p:txBody>
                <a:bodyPr/>
                <a:lstStyle/>
                <a:p>
                  <a:pPr>
                    <a:defRPr/>
                  </a:pPr>
                  <a:endParaRPr lang="en-US" sz="1050">
                    <a:latin typeface="+mj-lt"/>
                  </a:endParaRPr>
                </a:p>
              </p:txBody>
            </p:sp>
            <p:sp>
              <p:nvSpPr>
                <p:cNvPr id="41021" name="Freeform 209">
                  <a:extLst>
                    <a:ext uri="{FF2B5EF4-FFF2-40B4-BE49-F238E27FC236}">
                      <a16:creationId xmlns="" xmlns:a16="http://schemas.microsoft.com/office/drawing/2014/main" id="{8E1E343E-E25C-5B32-D3D6-84E64D4B4F9B}"/>
                    </a:ext>
                  </a:extLst>
                </p:cNvPr>
                <p:cNvSpPr>
                  <a:spLocks/>
                </p:cNvSpPr>
                <p:nvPr/>
              </p:nvSpPr>
              <p:spPr bwMode="auto">
                <a:xfrm>
                  <a:off x="4337" y="3731"/>
                  <a:ext cx="25" cy="24"/>
                </a:xfrm>
                <a:custGeom>
                  <a:avLst/>
                  <a:gdLst>
                    <a:gd name="T0" fmla="*/ 0 w 627"/>
                    <a:gd name="T1" fmla="*/ 0 h 628"/>
                    <a:gd name="T2" fmla="*/ 0 w 627"/>
                    <a:gd name="T3" fmla="*/ 0 h 628"/>
                    <a:gd name="T4" fmla="*/ 0 w 627"/>
                    <a:gd name="T5" fmla="*/ 0 h 628"/>
                    <a:gd name="T6" fmla="*/ 0 w 627"/>
                    <a:gd name="T7" fmla="*/ 0 h 628"/>
                    <a:gd name="T8" fmla="*/ 0 w 627"/>
                    <a:gd name="T9" fmla="*/ 0 h 628"/>
                    <a:gd name="T10" fmla="*/ 0 w 627"/>
                    <a:gd name="T11" fmla="*/ 0 h 628"/>
                    <a:gd name="T12" fmla="*/ 0 w 627"/>
                    <a:gd name="T13" fmla="*/ 0 h 628"/>
                    <a:gd name="T14" fmla="*/ 0 w 627"/>
                    <a:gd name="T15" fmla="*/ 0 h 628"/>
                    <a:gd name="T16" fmla="*/ 0 w 627"/>
                    <a:gd name="T17" fmla="*/ 0 h 628"/>
                    <a:gd name="T18" fmla="*/ 0 w 627"/>
                    <a:gd name="T19" fmla="*/ 0 h 628"/>
                    <a:gd name="T20" fmla="*/ 0 w 627"/>
                    <a:gd name="T21" fmla="*/ 0 h 628"/>
                    <a:gd name="T22" fmla="*/ 0 w 627"/>
                    <a:gd name="T23" fmla="*/ 0 h 628"/>
                    <a:gd name="T24" fmla="*/ 0 w 627"/>
                    <a:gd name="T25" fmla="*/ 0 h 628"/>
                    <a:gd name="T26" fmla="*/ 0 w 627"/>
                    <a:gd name="T27" fmla="*/ 0 h 628"/>
                    <a:gd name="T28" fmla="*/ 0 w 627"/>
                    <a:gd name="T29" fmla="*/ 0 h 628"/>
                    <a:gd name="T30" fmla="*/ 0 w 627"/>
                    <a:gd name="T31" fmla="*/ 0 h 628"/>
                    <a:gd name="T32" fmla="*/ 0 w 627"/>
                    <a:gd name="T33" fmla="*/ 0 h 628"/>
                    <a:gd name="T34" fmla="*/ 0 w 627"/>
                    <a:gd name="T35" fmla="*/ 0 h 628"/>
                    <a:gd name="T36" fmla="*/ 0 w 627"/>
                    <a:gd name="T37" fmla="*/ 0 h 628"/>
                    <a:gd name="T38" fmla="*/ 0 w 627"/>
                    <a:gd name="T39" fmla="*/ 0 h 628"/>
                    <a:gd name="T40" fmla="*/ 0 w 627"/>
                    <a:gd name="T41" fmla="*/ 0 h 628"/>
                    <a:gd name="T42" fmla="*/ 0 w 627"/>
                    <a:gd name="T43" fmla="*/ 0 h 628"/>
                    <a:gd name="T44" fmla="*/ 0 w 627"/>
                    <a:gd name="T45" fmla="*/ 0 h 628"/>
                    <a:gd name="T46" fmla="*/ 0 w 627"/>
                    <a:gd name="T47" fmla="*/ 0 h 628"/>
                    <a:gd name="T48" fmla="*/ 0 w 627"/>
                    <a:gd name="T49" fmla="*/ 0 h 628"/>
                    <a:gd name="T50" fmla="*/ 0 w 627"/>
                    <a:gd name="T51" fmla="*/ 0 h 628"/>
                    <a:gd name="T52" fmla="*/ 0 w 627"/>
                    <a:gd name="T53" fmla="*/ 0 h 628"/>
                    <a:gd name="T54" fmla="*/ 0 w 627"/>
                    <a:gd name="T55" fmla="*/ 0 h 628"/>
                    <a:gd name="T56" fmla="*/ 0 w 627"/>
                    <a:gd name="T57" fmla="*/ 0 h 628"/>
                    <a:gd name="T58" fmla="*/ 0 w 627"/>
                    <a:gd name="T59" fmla="*/ 0 h 628"/>
                    <a:gd name="T60" fmla="*/ 0 w 627"/>
                    <a:gd name="T61" fmla="*/ 0 h 628"/>
                    <a:gd name="T62" fmla="*/ 0 w 627"/>
                    <a:gd name="T63" fmla="*/ 0 h 628"/>
                    <a:gd name="T64" fmla="*/ 0 w 627"/>
                    <a:gd name="T65" fmla="*/ 0 h 628"/>
                    <a:gd name="T66" fmla="*/ 0 w 627"/>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7"/>
                    <a:gd name="T103" fmla="*/ 0 h 628"/>
                    <a:gd name="T104" fmla="*/ 627 w 627"/>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7" h="628">
                      <a:moveTo>
                        <a:pt x="627" y="628"/>
                      </a:moveTo>
                      <a:lnTo>
                        <a:pt x="627" y="628"/>
                      </a:lnTo>
                      <a:lnTo>
                        <a:pt x="626" y="595"/>
                      </a:lnTo>
                      <a:lnTo>
                        <a:pt x="624" y="563"/>
                      </a:lnTo>
                      <a:lnTo>
                        <a:pt x="621" y="532"/>
                      </a:lnTo>
                      <a:lnTo>
                        <a:pt x="614" y="502"/>
                      </a:lnTo>
                      <a:lnTo>
                        <a:pt x="608" y="471"/>
                      </a:lnTo>
                      <a:lnTo>
                        <a:pt x="599" y="441"/>
                      </a:lnTo>
                      <a:lnTo>
                        <a:pt x="589" y="412"/>
                      </a:lnTo>
                      <a:lnTo>
                        <a:pt x="578" y="383"/>
                      </a:lnTo>
                      <a:lnTo>
                        <a:pt x="565" y="356"/>
                      </a:lnTo>
                      <a:lnTo>
                        <a:pt x="552" y="329"/>
                      </a:lnTo>
                      <a:lnTo>
                        <a:pt x="536" y="302"/>
                      </a:lnTo>
                      <a:lnTo>
                        <a:pt x="520" y="277"/>
                      </a:lnTo>
                      <a:lnTo>
                        <a:pt x="503" y="252"/>
                      </a:lnTo>
                      <a:lnTo>
                        <a:pt x="484" y="229"/>
                      </a:lnTo>
                      <a:lnTo>
                        <a:pt x="464" y="206"/>
                      </a:lnTo>
                      <a:lnTo>
                        <a:pt x="443" y="184"/>
                      </a:lnTo>
                      <a:lnTo>
                        <a:pt x="421" y="163"/>
                      </a:lnTo>
                      <a:lnTo>
                        <a:pt x="398" y="143"/>
                      </a:lnTo>
                      <a:lnTo>
                        <a:pt x="375" y="125"/>
                      </a:lnTo>
                      <a:lnTo>
                        <a:pt x="350" y="107"/>
                      </a:lnTo>
                      <a:lnTo>
                        <a:pt x="325" y="91"/>
                      </a:lnTo>
                      <a:lnTo>
                        <a:pt x="299" y="75"/>
                      </a:lnTo>
                      <a:lnTo>
                        <a:pt x="271" y="61"/>
                      </a:lnTo>
                      <a:lnTo>
                        <a:pt x="244" y="49"/>
                      </a:lnTo>
                      <a:lnTo>
                        <a:pt x="215" y="38"/>
                      </a:lnTo>
                      <a:lnTo>
                        <a:pt x="186" y="28"/>
                      </a:lnTo>
                      <a:lnTo>
                        <a:pt x="156" y="20"/>
                      </a:lnTo>
                      <a:lnTo>
                        <a:pt x="126" y="12"/>
                      </a:lnTo>
                      <a:lnTo>
                        <a:pt x="95" y="6"/>
                      </a:lnTo>
                      <a:lnTo>
                        <a:pt x="64" y="3"/>
                      </a:lnTo>
                      <a:lnTo>
                        <a:pt x="32" y="1"/>
                      </a:lnTo>
                      <a:lnTo>
                        <a:pt x="0" y="0"/>
                      </a:lnTo>
                      <a:lnTo>
                        <a:pt x="0" y="129"/>
                      </a:lnTo>
                      <a:lnTo>
                        <a:pt x="26" y="129"/>
                      </a:lnTo>
                      <a:lnTo>
                        <a:pt x="51" y="131"/>
                      </a:lnTo>
                      <a:lnTo>
                        <a:pt x="75" y="135"/>
                      </a:lnTo>
                      <a:lnTo>
                        <a:pt x="100" y="139"/>
                      </a:lnTo>
                      <a:lnTo>
                        <a:pt x="124" y="144"/>
                      </a:lnTo>
                      <a:lnTo>
                        <a:pt x="147" y="151"/>
                      </a:lnTo>
                      <a:lnTo>
                        <a:pt x="171" y="159"/>
                      </a:lnTo>
                      <a:lnTo>
                        <a:pt x="194" y="168"/>
                      </a:lnTo>
                      <a:lnTo>
                        <a:pt x="215" y="177"/>
                      </a:lnTo>
                      <a:lnTo>
                        <a:pt x="237" y="188"/>
                      </a:lnTo>
                      <a:lnTo>
                        <a:pt x="258" y="200"/>
                      </a:lnTo>
                      <a:lnTo>
                        <a:pt x="278" y="215"/>
                      </a:lnTo>
                      <a:lnTo>
                        <a:pt x="298" y="228"/>
                      </a:lnTo>
                      <a:lnTo>
                        <a:pt x="316" y="243"/>
                      </a:lnTo>
                      <a:lnTo>
                        <a:pt x="335" y="258"/>
                      </a:lnTo>
                      <a:lnTo>
                        <a:pt x="352" y="275"/>
                      </a:lnTo>
                      <a:lnTo>
                        <a:pt x="369" y="292"/>
                      </a:lnTo>
                      <a:lnTo>
                        <a:pt x="384" y="310"/>
                      </a:lnTo>
                      <a:lnTo>
                        <a:pt x="400" y="330"/>
                      </a:lnTo>
                      <a:lnTo>
                        <a:pt x="413" y="349"/>
                      </a:lnTo>
                      <a:lnTo>
                        <a:pt x="426" y="369"/>
                      </a:lnTo>
                      <a:lnTo>
                        <a:pt x="438" y="390"/>
                      </a:lnTo>
                      <a:lnTo>
                        <a:pt x="449" y="412"/>
                      </a:lnTo>
                      <a:lnTo>
                        <a:pt x="460" y="434"/>
                      </a:lnTo>
                      <a:lnTo>
                        <a:pt x="469" y="457"/>
                      </a:lnTo>
                      <a:lnTo>
                        <a:pt x="476" y="480"/>
                      </a:lnTo>
                      <a:lnTo>
                        <a:pt x="483" y="503"/>
                      </a:lnTo>
                      <a:lnTo>
                        <a:pt x="488" y="527"/>
                      </a:lnTo>
                      <a:lnTo>
                        <a:pt x="493" y="551"/>
                      </a:lnTo>
                      <a:lnTo>
                        <a:pt x="496" y="576"/>
                      </a:lnTo>
                      <a:lnTo>
                        <a:pt x="498" y="601"/>
                      </a:lnTo>
                      <a:lnTo>
                        <a:pt x="498" y="628"/>
                      </a:lnTo>
                      <a:lnTo>
                        <a:pt x="627" y="628"/>
                      </a:lnTo>
                      <a:close/>
                    </a:path>
                  </a:pathLst>
                </a:custGeom>
                <a:solidFill>
                  <a:srgbClr val="EF2B2F"/>
                </a:solidFill>
                <a:ln>
                  <a:noFill/>
                </a:ln>
              </p:spPr>
              <p:txBody>
                <a:bodyPr/>
                <a:lstStyle/>
                <a:p>
                  <a:pPr>
                    <a:defRPr/>
                  </a:pPr>
                  <a:endParaRPr lang="en-US" sz="1050">
                    <a:latin typeface="+mj-lt"/>
                  </a:endParaRPr>
                </a:p>
              </p:txBody>
            </p:sp>
            <p:sp>
              <p:nvSpPr>
                <p:cNvPr id="41022" name="Freeform 210">
                  <a:extLst>
                    <a:ext uri="{FF2B5EF4-FFF2-40B4-BE49-F238E27FC236}">
                      <a16:creationId xmlns="" xmlns:a16="http://schemas.microsoft.com/office/drawing/2014/main" id="{4B178AED-25C4-5613-06D1-7937368BCF9B}"/>
                    </a:ext>
                  </a:extLst>
                </p:cNvPr>
                <p:cNvSpPr>
                  <a:spLocks/>
                </p:cNvSpPr>
                <p:nvPr/>
              </p:nvSpPr>
              <p:spPr bwMode="auto">
                <a:xfrm>
                  <a:off x="4337" y="3755"/>
                  <a:ext cx="25" cy="23"/>
                </a:xfrm>
                <a:custGeom>
                  <a:avLst/>
                  <a:gdLst>
                    <a:gd name="T0" fmla="*/ 0 w 627"/>
                    <a:gd name="T1" fmla="*/ 0 h 627"/>
                    <a:gd name="T2" fmla="*/ 0 w 627"/>
                    <a:gd name="T3" fmla="*/ 0 h 627"/>
                    <a:gd name="T4" fmla="*/ 0 w 627"/>
                    <a:gd name="T5" fmla="*/ 0 h 627"/>
                    <a:gd name="T6" fmla="*/ 0 w 627"/>
                    <a:gd name="T7" fmla="*/ 0 h 627"/>
                    <a:gd name="T8" fmla="*/ 0 w 627"/>
                    <a:gd name="T9" fmla="*/ 0 h 627"/>
                    <a:gd name="T10" fmla="*/ 0 w 627"/>
                    <a:gd name="T11" fmla="*/ 0 h 627"/>
                    <a:gd name="T12" fmla="*/ 0 w 627"/>
                    <a:gd name="T13" fmla="*/ 0 h 627"/>
                    <a:gd name="T14" fmla="*/ 0 w 627"/>
                    <a:gd name="T15" fmla="*/ 0 h 627"/>
                    <a:gd name="T16" fmla="*/ 0 w 627"/>
                    <a:gd name="T17" fmla="*/ 0 h 627"/>
                    <a:gd name="T18" fmla="*/ 0 w 627"/>
                    <a:gd name="T19" fmla="*/ 0 h 627"/>
                    <a:gd name="T20" fmla="*/ 0 w 627"/>
                    <a:gd name="T21" fmla="*/ 0 h 627"/>
                    <a:gd name="T22" fmla="*/ 0 w 627"/>
                    <a:gd name="T23" fmla="*/ 0 h 627"/>
                    <a:gd name="T24" fmla="*/ 0 w 627"/>
                    <a:gd name="T25" fmla="*/ 0 h 627"/>
                    <a:gd name="T26" fmla="*/ 0 w 627"/>
                    <a:gd name="T27" fmla="*/ 0 h 627"/>
                    <a:gd name="T28" fmla="*/ 0 w 627"/>
                    <a:gd name="T29" fmla="*/ 0 h 627"/>
                    <a:gd name="T30" fmla="*/ 0 w 627"/>
                    <a:gd name="T31" fmla="*/ 0 h 627"/>
                    <a:gd name="T32" fmla="*/ 0 w 627"/>
                    <a:gd name="T33" fmla="*/ 0 h 627"/>
                    <a:gd name="T34" fmla="*/ 0 w 627"/>
                    <a:gd name="T35" fmla="*/ 0 h 627"/>
                    <a:gd name="T36" fmla="*/ 0 w 627"/>
                    <a:gd name="T37" fmla="*/ 0 h 627"/>
                    <a:gd name="T38" fmla="*/ 0 w 627"/>
                    <a:gd name="T39" fmla="*/ 0 h 627"/>
                    <a:gd name="T40" fmla="*/ 0 w 627"/>
                    <a:gd name="T41" fmla="*/ 0 h 627"/>
                    <a:gd name="T42" fmla="*/ 0 w 627"/>
                    <a:gd name="T43" fmla="*/ 0 h 627"/>
                    <a:gd name="T44" fmla="*/ 0 w 627"/>
                    <a:gd name="T45" fmla="*/ 0 h 627"/>
                    <a:gd name="T46" fmla="*/ 0 w 627"/>
                    <a:gd name="T47" fmla="*/ 0 h 627"/>
                    <a:gd name="T48" fmla="*/ 0 w 627"/>
                    <a:gd name="T49" fmla="*/ 0 h 627"/>
                    <a:gd name="T50" fmla="*/ 0 w 627"/>
                    <a:gd name="T51" fmla="*/ 0 h 627"/>
                    <a:gd name="T52" fmla="*/ 0 w 627"/>
                    <a:gd name="T53" fmla="*/ 0 h 627"/>
                    <a:gd name="T54" fmla="*/ 0 w 627"/>
                    <a:gd name="T55" fmla="*/ 0 h 627"/>
                    <a:gd name="T56" fmla="*/ 0 w 627"/>
                    <a:gd name="T57" fmla="*/ 0 h 627"/>
                    <a:gd name="T58" fmla="*/ 0 w 627"/>
                    <a:gd name="T59" fmla="*/ 0 h 627"/>
                    <a:gd name="T60" fmla="*/ 0 w 627"/>
                    <a:gd name="T61" fmla="*/ 0 h 627"/>
                    <a:gd name="T62" fmla="*/ 0 w 627"/>
                    <a:gd name="T63" fmla="*/ 0 h 627"/>
                    <a:gd name="T64" fmla="*/ 0 w 627"/>
                    <a:gd name="T65" fmla="*/ 0 h 627"/>
                    <a:gd name="T66" fmla="*/ 0 w 627"/>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7"/>
                    <a:gd name="T103" fmla="*/ 0 h 627"/>
                    <a:gd name="T104" fmla="*/ 627 w 627"/>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7" h="627">
                      <a:moveTo>
                        <a:pt x="0" y="627"/>
                      </a:moveTo>
                      <a:lnTo>
                        <a:pt x="0" y="627"/>
                      </a:lnTo>
                      <a:lnTo>
                        <a:pt x="31" y="626"/>
                      </a:lnTo>
                      <a:lnTo>
                        <a:pt x="63" y="624"/>
                      </a:lnTo>
                      <a:lnTo>
                        <a:pt x="95" y="620"/>
                      </a:lnTo>
                      <a:lnTo>
                        <a:pt x="126" y="614"/>
                      </a:lnTo>
                      <a:lnTo>
                        <a:pt x="156" y="607"/>
                      </a:lnTo>
                      <a:lnTo>
                        <a:pt x="186" y="599"/>
                      </a:lnTo>
                      <a:lnTo>
                        <a:pt x="215" y="589"/>
                      </a:lnTo>
                      <a:lnTo>
                        <a:pt x="244" y="577"/>
                      </a:lnTo>
                      <a:lnTo>
                        <a:pt x="271" y="565"/>
                      </a:lnTo>
                      <a:lnTo>
                        <a:pt x="299" y="551"/>
                      </a:lnTo>
                      <a:lnTo>
                        <a:pt x="325" y="535"/>
                      </a:lnTo>
                      <a:lnTo>
                        <a:pt x="350" y="520"/>
                      </a:lnTo>
                      <a:lnTo>
                        <a:pt x="375" y="501"/>
                      </a:lnTo>
                      <a:lnTo>
                        <a:pt x="398" y="484"/>
                      </a:lnTo>
                      <a:lnTo>
                        <a:pt x="421" y="464"/>
                      </a:lnTo>
                      <a:lnTo>
                        <a:pt x="443" y="443"/>
                      </a:lnTo>
                      <a:lnTo>
                        <a:pt x="464" y="421"/>
                      </a:lnTo>
                      <a:lnTo>
                        <a:pt x="484" y="398"/>
                      </a:lnTo>
                      <a:lnTo>
                        <a:pt x="503" y="374"/>
                      </a:lnTo>
                      <a:lnTo>
                        <a:pt x="520" y="350"/>
                      </a:lnTo>
                      <a:lnTo>
                        <a:pt x="536" y="325"/>
                      </a:lnTo>
                      <a:lnTo>
                        <a:pt x="552" y="298"/>
                      </a:lnTo>
                      <a:lnTo>
                        <a:pt x="565" y="271"/>
                      </a:lnTo>
                      <a:lnTo>
                        <a:pt x="578" y="243"/>
                      </a:lnTo>
                      <a:lnTo>
                        <a:pt x="589" y="214"/>
                      </a:lnTo>
                      <a:lnTo>
                        <a:pt x="599" y="186"/>
                      </a:lnTo>
                      <a:lnTo>
                        <a:pt x="608" y="156"/>
                      </a:lnTo>
                      <a:lnTo>
                        <a:pt x="614" y="126"/>
                      </a:lnTo>
                      <a:lnTo>
                        <a:pt x="621" y="95"/>
                      </a:lnTo>
                      <a:lnTo>
                        <a:pt x="624" y="63"/>
                      </a:lnTo>
                      <a:lnTo>
                        <a:pt x="626" y="31"/>
                      </a:lnTo>
                      <a:lnTo>
                        <a:pt x="627" y="0"/>
                      </a:lnTo>
                      <a:lnTo>
                        <a:pt x="498" y="0"/>
                      </a:lnTo>
                      <a:lnTo>
                        <a:pt x="498" y="25"/>
                      </a:lnTo>
                      <a:lnTo>
                        <a:pt x="496" y="50"/>
                      </a:lnTo>
                      <a:lnTo>
                        <a:pt x="493" y="75"/>
                      </a:lnTo>
                      <a:lnTo>
                        <a:pt x="488" y="99"/>
                      </a:lnTo>
                      <a:lnTo>
                        <a:pt x="483" y="123"/>
                      </a:lnTo>
                      <a:lnTo>
                        <a:pt x="476" y="148"/>
                      </a:lnTo>
                      <a:lnTo>
                        <a:pt x="469" y="171"/>
                      </a:lnTo>
                      <a:lnTo>
                        <a:pt x="460" y="194"/>
                      </a:lnTo>
                      <a:lnTo>
                        <a:pt x="449" y="215"/>
                      </a:lnTo>
                      <a:lnTo>
                        <a:pt x="438" y="236"/>
                      </a:lnTo>
                      <a:lnTo>
                        <a:pt x="426" y="257"/>
                      </a:lnTo>
                      <a:lnTo>
                        <a:pt x="413" y="278"/>
                      </a:lnTo>
                      <a:lnTo>
                        <a:pt x="400" y="298"/>
                      </a:lnTo>
                      <a:lnTo>
                        <a:pt x="384" y="316"/>
                      </a:lnTo>
                      <a:lnTo>
                        <a:pt x="369" y="334"/>
                      </a:lnTo>
                      <a:lnTo>
                        <a:pt x="352" y="351"/>
                      </a:lnTo>
                      <a:lnTo>
                        <a:pt x="335" y="368"/>
                      </a:lnTo>
                      <a:lnTo>
                        <a:pt x="316" y="384"/>
                      </a:lnTo>
                      <a:lnTo>
                        <a:pt x="298" y="398"/>
                      </a:lnTo>
                      <a:lnTo>
                        <a:pt x="278" y="413"/>
                      </a:lnTo>
                      <a:lnTo>
                        <a:pt x="258" y="426"/>
                      </a:lnTo>
                      <a:lnTo>
                        <a:pt x="237" y="438"/>
                      </a:lnTo>
                      <a:lnTo>
                        <a:pt x="215" y="449"/>
                      </a:lnTo>
                      <a:lnTo>
                        <a:pt x="194" y="459"/>
                      </a:lnTo>
                      <a:lnTo>
                        <a:pt x="171" y="467"/>
                      </a:lnTo>
                      <a:lnTo>
                        <a:pt x="147" y="475"/>
                      </a:lnTo>
                      <a:lnTo>
                        <a:pt x="124" y="483"/>
                      </a:lnTo>
                      <a:lnTo>
                        <a:pt x="100" y="488"/>
                      </a:lnTo>
                      <a:lnTo>
                        <a:pt x="75" y="492"/>
                      </a:lnTo>
                      <a:lnTo>
                        <a:pt x="51" y="496"/>
                      </a:lnTo>
                      <a:lnTo>
                        <a:pt x="26" y="497"/>
                      </a:lnTo>
                      <a:lnTo>
                        <a:pt x="0" y="498"/>
                      </a:lnTo>
                      <a:lnTo>
                        <a:pt x="0" y="627"/>
                      </a:lnTo>
                      <a:close/>
                    </a:path>
                  </a:pathLst>
                </a:custGeom>
                <a:solidFill>
                  <a:srgbClr val="EF2B2F"/>
                </a:solidFill>
                <a:ln>
                  <a:noFill/>
                </a:ln>
              </p:spPr>
              <p:txBody>
                <a:bodyPr/>
                <a:lstStyle/>
                <a:p>
                  <a:pPr>
                    <a:defRPr/>
                  </a:pPr>
                  <a:endParaRPr lang="en-US" sz="1050">
                    <a:latin typeface="+mj-lt"/>
                  </a:endParaRPr>
                </a:p>
              </p:txBody>
            </p:sp>
            <p:sp>
              <p:nvSpPr>
                <p:cNvPr id="41023" name="Freeform 211">
                  <a:extLst>
                    <a:ext uri="{FF2B5EF4-FFF2-40B4-BE49-F238E27FC236}">
                      <a16:creationId xmlns="" xmlns:a16="http://schemas.microsoft.com/office/drawing/2014/main" id="{C7262AB5-41B3-B4AC-3B55-211FD1B40A9D}"/>
                    </a:ext>
                  </a:extLst>
                </p:cNvPr>
                <p:cNvSpPr>
                  <a:spLocks/>
                </p:cNvSpPr>
                <p:nvPr/>
              </p:nvSpPr>
              <p:spPr bwMode="auto">
                <a:xfrm>
                  <a:off x="4312" y="3755"/>
                  <a:ext cx="25"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0"/>
                      </a:moveTo>
                      <a:lnTo>
                        <a:pt x="0" y="0"/>
                      </a:lnTo>
                      <a:lnTo>
                        <a:pt x="1" y="31"/>
                      </a:lnTo>
                      <a:lnTo>
                        <a:pt x="3" y="63"/>
                      </a:lnTo>
                      <a:lnTo>
                        <a:pt x="7" y="95"/>
                      </a:lnTo>
                      <a:lnTo>
                        <a:pt x="13" y="126"/>
                      </a:lnTo>
                      <a:lnTo>
                        <a:pt x="19" y="155"/>
                      </a:lnTo>
                      <a:lnTo>
                        <a:pt x="28" y="186"/>
                      </a:lnTo>
                      <a:lnTo>
                        <a:pt x="38" y="214"/>
                      </a:lnTo>
                      <a:lnTo>
                        <a:pt x="49" y="243"/>
                      </a:lnTo>
                      <a:lnTo>
                        <a:pt x="62" y="271"/>
                      </a:lnTo>
                      <a:lnTo>
                        <a:pt x="76" y="298"/>
                      </a:lnTo>
                      <a:lnTo>
                        <a:pt x="91" y="325"/>
                      </a:lnTo>
                      <a:lnTo>
                        <a:pt x="107" y="350"/>
                      </a:lnTo>
                      <a:lnTo>
                        <a:pt x="125" y="374"/>
                      </a:lnTo>
                      <a:lnTo>
                        <a:pt x="143" y="398"/>
                      </a:lnTo>
                      <a:lnTo>
                        <a:pt x="163" y="421"/>
                      </a:lnTo>
                      <a:lnTo>
                        <a:pt x="184" y="443"/>
                      </a:lnTo>
                      <a:lnTo>
                        <a:pt x="206" y="464"/>
                      </a:lnTo>
                      <a:lnTo>
                        <a:pt x="229" y="484"/>
                      </a:lnTo>
                      <a:lnTo>
                        <a:pt x="253" y="501"/>
                      </a:lnTo>
                      <a:lnTo>
                        <a:pt x="277" y="520"/>
                      </a:lnTo>
                      <a:lnTo>
                        <a:pt x="302" y="535"/>
                      </a:lnTo>
                      <a:lnTo>
                        <a:pt x="328" y="551"/>
                      </a:lnTo>
                      <a:lnTo>
                        <a:pt x="356" y="565"/>
                      </a:lnTo>
                      <a:lnTo>
                        <a:pt x="384" y="577"/>
                      </a:lnTo>
                      <a:lnTo>
                        <a:pt x="412" y="589"/>
                      </a:lnTo>
                      <a:lnTo>
                        <a:pt x="441" y="599"/>
                      </a:lnTo>
                      <a:lnTo>
                        <a:pt x="471" y="607"/>
                      </a:lnTo>
                      <a:lnTo>
                        <a:pt x="502" y="614"/>
                      </a:lnTo>
                      <a:lnTo>
                        <a:pt x="532" y="620"/>
                      </a:lnTo>
                      <a:lnTo>
                        <a:pt x="564" y="624"/>
                      </a:lnTo>
                      <a:lnTo>
                        <a:pt x="596" y="626"/>
                      </a:lnTo>
                      <a:lnTo>
                        <a:pt x="628" y="627"/>
                      </a:lnTo>
                      <a:lnTo>
                        <a:pt x="628" y="498"/>
                      </a:lnTo>
                      <a:lnTo>
                        <a:pt x="602" y="497"/>
                      </a:lnTo>
                      <a:lnTo>
                        <a:pt x="577" y="496"/>
                      </a:lnTo>
                      <a:lnTo>
                        <a:pt x="552" y="492"/>
                      </a:lnTo>
                      <a:lnTo>
                        <a:pt x="528" y="488"/>
                      </a:lnTo>
                      <a:lnTo>
                        <a:pt x="503" y="483"/>
                      </a:lnTo>
                      <a:lnTo>
                        <a:pt x="480" y="475"/>
                      </a:lnTo>
                      <a:lnTo>
                        <a:pt x="457" y="467"/>
                      </a:lnTo>
                      <a:lnTo>
                        <a:pt x="434" y="459"/>
                      </a:lnTo>
                      <a:lnTo>
                        <a:pt x="412" y="449"/>
                      </a:lnTo>
                      <a:lnTo>
                        <a:pt x="391" y="438"/>
                      </a:lnTo>
                      <a:lnTo>
                        <a:pt x="370" y="426"/>
                      </a:lnTo>
                      <a:lnTo>
                        <a:pt x="349" y="413"/>
                      </a:lnTo>
                      <a:lnTo>
                        <a:pt x="330" y="398"/>
                      </a:lnTo>
                      <a:lnTo>
                        <a:pt x="311" y="384"/>
                      </a:lnTo>
                      <a:lnTo>
                        <a:pt x="292" y="368"/>
                      </a:lnTo>
                      <a:lnTo>
                        <a:pt x="276" y="351"/>
                      </a:lnTo>
                      <a:lnTo>
                        <a:pt x="258" y="334"/>
                      </a:lnTo>
                      <a:lnTo>
                        <a:pt x="243" y="316"/>
                      </a:lnTo>
                      <a:lnTo>
                        <a:pt x="228" y="298"/>
                      </a:lnTo>
                      <a:lnTo>
                        <a:pt x="214" y="278"/>
                      </a:lnTo>
                      <a:lnTo>
                        <a:pt x="201" y="257"/>
                      </a:lnTo>
                      <a:lnTo>
                        <a:pt x="189" y="236"/>
                      </a:lnTo>
                      <a:lnTo>
                        <a:pt x="178" y="215"/>
                      </a:lnTo>
                      <a:lnTo>
                        <a:pt x="168" y="194"/>
                      </a:lnTo>
                      <a:lnTo>
                        <a:pt x="160" y="171"/>
                      </a:lnTo>
                      <a:lnTo>
                        <a:pt x="151" y="148"/>
                      </a:lnTo>
                      <a:lnTo>
                        <a:pt x="144" y="123"/>
                      </a:lnTo>
                      <a:lnTo>
                        <a:pt x="139" y="99"/>
                      </a:lnTo>
                      <a:lnTo>
                        <a:pt x="134" y="75"/>
                      </a:lnTo>
                      <a:lnTo>
                        <a:pt x="131" y="50"/>
                      </a:lnTo>
                      <a:lnTo>
                        <a:pt x="130" y="25"/>
                      </a:lnTo>
                      <a:lnTo>
                        <a:pt x="129" y="0"/>
                      </a:lnTo>
                      <a:lnTo>
                        <a:pt x="0" y="0"/>
                      </a:lnTo>
                      <a:close/>
                    </a:path>
                  </a:pathLst>
                </a:custGeom>
                <a:solidFill>
                  <a:srgbClr val="EF2B2F"/>
                </a:solidFill>
                <a:ln>
                  <a:noFill/>
                </a:ln>
              </p:spPr>
              <p:txBody>
                <a:bodyPr/>
                <a:lstStyle/>
                <a:p>
                  <a:pPr>
                    <a:defRPr/>
                  </a:pPr>
                  <a:endParaRPr lang="en-US" sz="1050">
                    <a:latin typeface="+mj-lt"/>
                  </a:endParaRPr>
                </a:p>
              </p:txBody>
            </p:sp>
            <p:sp>
              <p:nvSpPr>
                <p:cNvPr id="41024" name="Freeform 212">
                  <a:extLst>
                    <a:ext uri="{FF2B5EF4-FFF2-40B4-BE49-F238E27FC236}">
                      <a16:creationId xmlns="" xmlns:a16="http://schemas.microsoft.com/office/drawing/2014/main" id="{5CF4EDC2-60AE-B65E-BE87-3757609F8386}"/>
                    </a:ext>
                  </a:extLst>
                </p:cNvPr>
                <p:cNvSpPr>
                  <a:spLocks/>
                </p:cNvSpPr>
                <p:nvPr/>
              </p:nvSpPr>
              <p:spPr bwMode="auto">
                <a:xfrm>
                  <a:off x="4312" y="3731"/>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6" y="1"/>
                      </a:lnTo>
                      <a:lnTo>
                        <a:pt x="564" y="3"/>
                      </a:lnTo>
                      <a:lnTo>
                        <a:pt x="532" y="6"/>
                      </a:lnTo>
                      <a:lnTo>
                        <a:pt x="502" y="12"/>
                      </a:lnTo>
                      <a:lnTo>
                        <a:pt x="471" y="20"/>
                      </a:lnTo>
                      <a:lnTo>
                        <a:pt x="441" y="28"/>
                      </a:lnTo>
                      <a:lnTo>
                        <a:pt x="412" y="38"/>
                      </a:lnTo>
                      <a:lnTo>
                        <a:pt x="384" y="49"/>
                      </a:lnTo>
                      <a:lnTo>
                        <a:pt x="356" y="61"/>
                      </a:lnTo>
                      <a:lnTo>
                        <a:pt x="328" y="75"/>
                      </a:lnTo>
                      <a:lnTo>
                        <a:pt x="302" y="91"/>
                      </a:lnTo>
                      <a:lnTo>
                        <a:pt x="277" y="107"/>
                      </a:lnTo>
                      <a:lnTo>
                        <a:pt x="253" y="125"/>
                      </a:lnTo>
                      <a:lnTo>
                        <a:pt x="229" y="143"/>
                      </a:lnTo>
                      <a:lnTo>
                        <a:pt x="206" y="163"/>
                      </a:lnTo>
                      <a:lnTo>
                        <a:pt x="184" y="184"/>
                      </a:lnTo>
                      <a:lnTo>
                        <a:pt x="163" y="206"/>
                      </a:lnTo>
                      <a:lnTo>
                        <a:pt x="143" y="228"/>
                      </a:lnTo>
                      <a:lnTo>
                        <a:pt x="125" y="252"/>
                      </a:lnTo>
                      <a:lnTo>
                        <a:pt x="107" y="277"/>
                      </a:lnTo>
                      <a:lnTo>
                        <a:pt x="91" y="302"/>
                      </a:lnTo>
                      <a:lnTo>
                        <a:pt x="76" y="329"/>
                      </a:lnTo>
                      <a:lnTo>
                        <a:pt x="62" y="356"/>
                      </a:lnTo>
                      <a:lnTo>
                        <a:pt x="49" y="383"/>
                      </a:lnTo>
                      <a:lnTo>
                        <a:pt x="38" y="412"/>
                      </a:lnTo>
                      <a:lnTo>
                        <a:pt x="28" y="441"/>
                      </a:lnTo>
                      <a:lnTo>
                        <a:pt x="19" y="471"/>
                      </a:lnTo>
                      <a:lnTo>
                        <a:pt x="13" y="502"/>
                      </a:lnTo>
                      <a:lnTo>
                        <a:pt x="7" y="532"/>
                      </a:lnTo>
                      <a:lnTo>
                        <a:pt x="3" y="563"/>
                      </a:lnTo>
                      <a:lnTo>
                        <a:pt x="1" y="596"/>
                      </a:lnTo>
                      <a:lnTo>
                        <a:pt x="0" y="628"/>
                      </a:lnTo>
                      <a:lnTo>
                        <a:pt x="129" y="628"/>
                      </a:lnTo>
                      <a:lnTo>
                        <a:pt x="130" y="601"/>
                      </a:lnTo>
                      <a:lnTo>
                        <a:pt x="131" y="576"/>
                      </a:lnTo>
                      <a:lnTo>
                        <a:pt x="134" y="551"/>
                      </a:lnTo>
                      <a:lnTo>
                        <a:pt x="139" y="527"/>
                      </a:lnTo>
                      <a:lnTo>
                        <a:pt x="144" y="503"/>
                      </a:lnTo>
                      <a:lnTo>
                        <a:pt x="151" y="480"/>
                      </a:lnTo>
                      <a:lnTo>
                        <a:pt x="160" y="457"/>
                      </a:lnTo>
                      <a:lnTo>
                        <a:pt x="168" y="434"/>
                      </a:lnTo>
                      <a:lnTo>
                        <a:pt x="178" y="412"/>
                      </a:lnTo>
                      <a:lnTo>
                        <a:pt x="189" y="390"/>
                      </a:lnTo>
                      <a:lnTo>
                        <a:pt x="201" y="369"/>
                      </a:lnTo>
                      <a:lnTo>
                        <a:pt x="214" y="349"/>
                      </a:lnTo>
                      <a:lnTo>
                        <a:pt x="228" y="330"/>
                      </a:lnTo>
                      <a:lnTo>
                        <a:pt x="243" y="311"/>
                      </a:lnTo>
                      <a:lnTo>
                        <a:pt x="258" y="292"/>
                      </a:lnTo>
                      <a:lnTo>
                        <a:pt x="275" y="275"/>
                      </a:lnTo>
                      <a:lnTo>
                        <a:pt x="292" y="258"/>
                      </a:lnTo>
                      <a:lnTo>
                        <a:pt x="311" y="243"/>
                      </a:lnTo>
                      <a:lnTo>
                        <a:pt x="330" y="228"/>
                      </a:lnTo>
                      <a:lnTo>
                        <a:pt x="349" y="215"/>
                      </a:lnTo>
                      <a:lnTo>
                        <a:pt x="370" y="200"/>
                      </a:lnTo>
                      <a:lnTo>
                        <a:pt x="391" y="188"/>
                      </a:lnTo>
                      <a:lnTo>
                        <a:pt x="412" y="177"/>
                      </a:lnTo>
                      <a:lnTo>
                        <a:pt x="434" y="168"/>
                      </a:lnTo>
                      <a:lnTo>
                        <a:pt x="457" y="159"/>
                      </a:lnTo>
                      <a:lnTo>
                        <a:pt x="480" y="151"/>
                      </a:lnTo>
                      <a:lnTo>
                        <a:pt x="504" y="144"/>
                      </a:lnTo>
                      <a:lnTo>
                        <a:pt x="528" y="139"/>
                      </a:lnTo>
                      <a:lnTo>
                        <a:pt x="552" y="135"/>
                      </a:lnTo>
                      <a:lnTo>
                        <a:pt x="577" y="131"/>
                      </a:lnTo>
                      <a:lnTo>
                        <a:pt x="602" y="129"/>
                      </a:lnTo>
                      <a:lnTo>
                        <a:pt x="628" y="129"/>
                      </a:lnTo>
                      <a:lnTo>
                        <a:pt x="628" y="0"/>
                      </a:lnTo>
                      <a:close/>
                    </a:path>
                  </a:pathLst>
                </a:custGeom>
                <a:solidFill>
                  <a:srgbClr val="EF2B2F"/>
                </a:solidFill>
                <a:ln>
                  <a:noFill/>
                </a:ln>
              </p:spPr>
              <p:txBody>
                <a:bodyPr/>
                <a:lstStyle/>
                <a:p>
                  <a:pPr>
                    <a:defRPr/>
                  </a:pPr>
                  <a:endParaRPr lang="en-US" sz="1050">
                    <a:latin typeface="+mj-lt"/>
                  </a:endParaRPr>
                </a:p>
              </p:txBody>
            </p:sp>
            <p:sp>
              <p:nvSpPr>
                <p:cNvPr id="41025" name="Freeform 213">
                  <a:extLst>
                    <a:ext uri="{FF2B5EF4-FFF2-40B4-BE49-F238E27FC236}">
                      <a16:creationId xmlns="" xmlns:a16="http://schemas.microsoft.com/office/drawing/2014/main" id="{47BB4330-5196-EA09-FB2E-CF57DF550F23}"/>
                    </a:ext>
                  </a:extLst>
                </p:cNvPr>
                <p:cNvSpPr>
                  <a:spLocks/>
                </p:cNvSpPr>
                <p:nvPr/>
              </p:nvSpPr>
              <p:spPr bwMode="auto">
                <a:xfrm>
                  <a:off x="4337" y="3798"/>
                  <a:ext cx="25"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8" y="596"/>
                      </a:lnTo>
                      <a:lnTo>
                        <a:pt x="625" y="564"/>
                      </a:lnTo>
                      <a:lnTo>
                        <a:pt x="621" y="533"/>
                      </a:lnTo>
                      <a:lnTo>
                        <a:pt x="616" y="502"/>
                      </a:lnTo>
                      <a:lnTo>
                        <a:pt x="608" y="471"/>
                      </a:lnTo>
                      <a:lnTo>
                        <a:pt x="600" y="442"/>
                      </a:lnTo>
                      <a:lnTo>
                        <a:pt x="590" y="412"/>
                      </a:lnTo>
                      <a:lnTo>
                        <a:pt x="579" y="384"/>
                      </a:lnTo>
                      <a:lnTo>
                        <a:pt x="566" y="356"/>
                      </a:lnTo>
                      <a:lnTo>
                        <a:pt x="552" y="329"/>
                      </a:lnTo>
                      <a:lnTo>
                        <a:pt x="537" y="303"/>
                      </a:lnTo>
                      <a:lnTo>
                        <a:pt x="520" y="277"/>
                      </a:lnTo>
                      <a:lnTo>
                        <a:pt x="503" y="252"/>
                      </a:lnTo>
                      <a:lnTo>
                        <a:pt x="484" y="229"/>
                      </a:lnTo>
                      <a:lnTo>
                        <a:pt x="465" y="206"/>
                      </a:lnTo>
                      <a:lnTo>
                        <a:pt x="444" y="184"/>
                      </a:lnTo>
                      <a:lnTo>
                        <a:pt x="422" y="163"/>
                      </a:lnTo>
                      <a:lnTo>
                        <a:pt x="399" y="144"/>
                      </a:lnTo>
                      <a:lnTo>
                        <a:pt x="376" y="125"/>
                      </a:lnTo>
                      <a:lnTo>
                        <a:pt x="351" y="108"/>
                      </a:lnTo>
                      <a:lnTo>
                        <a:pt x="325" y="91"/>
                      </a:lnTo>
                      <a:lnTo>
                        <a:pt x="299" y="76"/>
                      </a:lnTo>
                      <a:lnTo>
                        <a:pt x="272" y="63"/>
                      </a:lnTo>
                      <a:lnTo>
                        <a:pt x="244" y="50"/>
                      </a:lnTo>
                      <a:lnTo>
                        <a:pt x="216" y="39"/>
                      </a:lnTo>
                      <a:lnTo>
                        <a:pt x="186" y="29"/>
                      </a:lnTo>
                      <a:lnTo>
                        <a:pt x="157" y="20"/>
                      </a:lnTo>
                      <a:lnTo>
                        <a:pt x="126" y="13"/>
                      </a:lnTo>
                      <a:lnTo>
                        <a:pt x="95" y="8"/>
                      </a:lnTo>
                      <a:lnTo>
                        <a:pt x="65" y="3"/>
                      </a:lnTo>
                      <a:lnTo>
                        <a:pt x="33" y="1"/>
                      </a:lnTo>
                      <a:lnTo>
                        <a:pt x="0" y="0"/>
                      </a:lnTo>
                      <a:lnTo>
                        <a:pt x="0" y="129"/>
                      </a:lnTo>
                      <a:lnTo>
                        <a:pt x="26" y="129"/>
                      </a:lnTo>
                      <a:lnTo>
                        <a:pt x="51" y="132"/>
                      </a:lnTo>
                      <a:lnTo>
                        <a:pt x="77" y="135"/>
                      </a:lnTo>
                      <a:lnTo>
                        <a:pt x="101" y="139"/>
                      </a:lnTo>
                      <a:lnTo>
                        <a:pt x="125" y="145"/>
                      </a:lnTo>
                      <a:lnTo>
                        <a:pt x="148" y="151"/>
                      </a:lnTo>
                      <a:lnTo>
                        <a:pt x="171" y="160"/>
                      </a:lnTo>
                      <a:lnTo>
                        <a:pt x="194" y="169"/>
                      </a:lnTo>
                      <a:lnTo>
                        <a:pt x="216" y="179"/>
                      </a:lnTo>
                      <a:lnTo>
                        <a:pt x="238" y="190"/>
                      </a:lnTo>
                      <a:lnTo>
                        <a:pt x="259" y="202"/>
                      </a:lnTo>
                      <a:lnTo>
                        <a:pt x="278" y="215"/>
                      </a:lnTo>
                      <a:lnTo>
                        <a:pt x="298" y="228"/>
                      </a:lnTo>
                      <a:lnTo>
                        <a:pt x="318" y="243"/>
                      </a:lnTo>
                      <a:lnTo>
                        <a:pt x="335" y="259"/>
                      </a:lnTo>
                      <a:lnTo>
                        <a:pt x="353" y="275"/>
                      </a:lnTo>
                      <a:lnTo>
                        <a:pt x="369" y="293"/>
                      </a:lnTo>
                      <a:lnTo>
                        <a:pt x="385" y="311"/>
                      </a:lnTo>
                      <a:lnTo>
                        <a:pt x="400" y="330"/>
                      </a:lnTo>
                      <a:lnTo>
                        <a:pt x="414" y="350"/>
                      </a:lnTo>
                      <a:lnTo>
                        <a:pt x="427" y="369"/>
                      </a:lnTo>
                      <a:lnTo>
                        <a:pt x="439" y="390"/>
                      </a:lnTo>
                      <a:lnTo>
                        <a:pt x="450" y="412"/>
                      </a:lnTo>
                      <a:lnTo>
                        <a:pt x="460" y="434"/>
                      </a:lnTo>
                      <a:lnTo>
                        <a:pt x="469" y="457"/>
                      </a:lnTo>
                      <a:lnTo>
                        <a:pt x="477" y="480"/>
                      </a:lnTo>
                      <a:lnTo>
                        <a:pt x="483" y="504"/>
                      </a:lnTo>
                      <a:lnTo>
                        <a:pt x="489" y="527"/>
                      </a:lnTo>
                      <a:lnTo>
                        <a:pt x="493" y="552"/>
                      </a:lnTo>
                      <a:lnTo>
                        <a:pt x="496" y="578"/>
                      </a:lnTo>
                      <a:lnTo>
                        <a:pt x="499" y="603"/>
                      </a:lnTo>
                      <a:lnTo>
                        <a:pt x="499" y="628"/>
                      </a:lnTo>
                      <a:lnTo>
                        <a:pt x="628" y="628"/>
                      </a:lnTo>
                      <a:close/>
                    </a:path>
                  </a:pathLst>
                </a:custGeom>
                <a:solidFill>
                  <a:srgbClr val="00A7D1"/>
                </a:solidFill>
                <a:ln>
                  <a:noFill/>
                </a:ln>
              </p:spPr>
              <p:txBody>
                <a:bodyPr/>
                <a:lstStyle/>
                <a:p>
                  <a:pPr>
                    <a:defRPr/>
                  </a:pPr>
                  <a:endParaRPr lang="en-US" sz="1050">
                    <a:latin typeface="+mj-lt"/>
                  </a:endParaRPr>
                </a:p>
              </p:txBody>
            </p:sp>
            <p:sp>
              <p:nvSpPr>
                <p:cNvPr id="41026" name="Freeform 214">
                  <a:extLst>
                    <a:ext uri="{FF2B5EF4-FFF2-40B4-BE49-F238E27FC236}">
                      <a16:creationId xmlns="" xmlns:a16="http://schemas.microsoft.com/office/drawing/2014/main" id="{E481447B-E0B9-0752-AFAE-68F0EBC6F7AA}"/>
                    </a:ext>
                  </a:extLst>
                </p:cNvPr>
                <p:cNvSpPr>
                  <a:spLocks/>
                </p:cNvSpPr>
                <p:nvPr/>
              </p:nvSpPr>
              <p:spPr bwMode="auto">
                <a:xfrm>
                  <a:off x="4337" y="3821"/>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2" y="627"/>
                      </a:lnTo>
                      <a:lnTo>
                        <a:pt x="65" y="624"/>
                      </a:lnTo>
                      <a:lnTo>
                        <a:pt x="95" y="621"/>
                      </a:lnTo>
                      <a:lnTo>
                        <a:pt x="126" y="615"/>
                      </a:lnTo>
                      <a:lnTo>
                        <a:pt x="157" y="608"/>
                      </a:lnTo>
                      <a:lnTo>
                        <a:pt x="186" y="599"/>
                      </a:lnTo>
                      <a:lnTo>
                        <a:pt x="216" y="589"/>
                      </a:lnTo>
                      <a:lnTo>
                        <a:pt x="244" y="578"/>
                      </a:lnTo>
                      <a:lnTo>
                        <a:pt x="272" y="565"/>
                      </a:lnTo>
                      <a:lnTo>
                        <a:pt x="299" y="552"/>
                      </a:lnTo>
                      <a:lnTo>
                        <a:pt x="325" y="537"/>
                      </a:lnTo>
                      <a:lnTo>
                        <a:pt x="351" y="520"/>
                      </a:lnTo>
                      <a:lnTo>
                        <a:pt x="376" y="503"/>
                      </a:lnTo>
                      <a:lnTo>
                        <a:pt x="400" y="484"/>
                      </a:lnTo>
                      <a:lnTo>
                        <a:pt x="422" y="464"/>
                      </a:lnTo>
                      <a:lnTo>
                        <a:pt x="444" y="444"/>
                      </a:lnTo>
                      <a:lnTo>
                        <a:pt x="465" y="422"/>
                      </a:lnTo>
                      <a:lnTo>
                        <a:pt x="484" y="399"/>
                      </a:lnTo>
                      <a:lnTo>
                        <a:pt x="503" y="376"/>
                      </a:lnTo>
                      <a:lnTo>
                        <a:pt x="520" y="351"/>
                      </a:lnTo>
                      <a:lnTo>
                        <a:pt x="537" y="325"/>
                      </a:lnTo>
                      <a:lnTo>
                        <a:pt x="552" y="299"/>
                      </a:lnTo>
                      <a:lnTo>
                        <a:pt x="566" y="272"/>
                      </a:lnTo>
                      <a:lnTo>
                        <a:pt x="579" y="244"/>
                      </a:lnTo>
                      <a:lnTo>
                        <a:pt x="590" y="216"/>
                      </a:lnTo>
                      <a:lnTo>
                        <a:pt x="600" y="186"/>
                      </a:lnTo>
                      <a:lnTo>
                        <a:pt x="608" y="157"/>
                      </a:lnTo>
                      <a:lnTo>
                        <a:pt x="616" y="126"/>
                      </a:lnTo>
                      <a:lnTo>
                        <a:pt x="621" y="95"/>
                      </a:lnTo>
                      <a:lnTo>
                        <a:pt x="625" y="63"/>
                      </a:lnTo>
                      <a:lnTo>
                        <a:pt x="628" y="32"/>
                      </a:lnTo>
                      <a:lnTo>
                        <a:pt x="628" y="0"/>
                      </a:lnTo>
                      <a:lnTo>
                        <a:pt x="499" y="0"/>
                      </a:lnTo>
                      <a:lnTo>
                        <a:pt x="499" y="25"/>
                      </a:lnTo>
                      <a:lnTo>
                        <a:pt x="496" y="50"/>
                      </a:lnTo>
                      <a:lnTo>
                        <a:pt x="493" y="76"/>
                      </a:lnTo>
                      <a:lnTo>
                        <a:pt x="489" y="101"/>
                      </a:lnTo>
                      <a:lnTo>
                        <a:pt x="483" y="124"/>
                      </a:lnTo>
                      <a:lnTo>
                        <a:pt x="477" y="148"/>
                      </a:lnTo>
                      <a:lnTo>
                        <a:pt x="469" y="171"/>
                      </a:lnTo>
                      <a:lnTo>
                        <a:pt x="460" y="194"/>
                      </a:lnTo>
                      <a:lnTo>
                        <a:pt x="450" y="216"/>
                      </a:lnTo>
                      <a:lnTo>
                        <a:pt x="439" y="238"/>
                      </a:lnTo>
                      <a:lnTo>
                        <a:pt x="427" y="258"/>
                      </a:lnTo>
                      <a:lnTo>
                        <a:pt x="414" y="278"/>
                      </a:lnTo>
                      <a:lnTo>
                        <a:pt x="400" y="298"/>
                      </a:lnTo>
                      <a:lnTo>
                        <a:pt x="385" y="317"/>
                      </a:lnTo>
                      <a:lnTo>
                        <a:pt x="369" y="335"/>
                      </a:lnTo>
                      <a:lnTo>
                        <a:pt x="353" y="353"/>
                      </a:lnTo>
                      <a:lnTo>
                        <a:pt x="335" y="369"/>
                      </a:lnTo>
                      <a:lnTo>
                        <a:pt x="317" y="384"/>
                      </a:lnTo>
                      <a:lnTo>
                        <a:pt x="298" y="400"/>
                      </a:lnTo>
                      <a:lnTo>
                        <a:pt x="278" y="413"/>
                      </a:lnTo>
                      <a:lnTo>
                        <a:pt x="259" y="426"/>
                      </a:lnTo>
                      <a:lnTo>
                        <a:pt x="238" y="438"/>
                      </a:lnTo>
                      <a:lnTo>
                        <a:pt x="216" y="449"/>
                      </a:lnTo>
                      <a:lnTo>
                        <a:pt x="194" y="459"/>
                      </a:lnTo>
                      <a:lnTo>
                        <a:pt x="171" y="469"/>
                      </a:lnTo>
                      <a:lnTo>
                        <a:pt x="148" y="476"/>
                      </a:lnTo>
                      <a:lnTo>
                        <a:pt x="125" y="483"/>
                      </a:lnTo>
                      <a:lnTo>
                        <a:pt x="101" y="489"/>
                      </a:lnTo>
                      <a:lnTo>
                        <a:pt x="77" y="493"/>
                      </a:lnTo>
                      <a:lnTo>
                        <a:pt x="51" y="496"/>
                      </a:lnTo>
                      <a:lnTo>
                        <a:pt x="26" y="498"/>
                      </a:lnTo>
                      <a:lnTo>
                        <a:pt x="0" y="498"/>
                      </a:lnTo>
                      <a:lnTo>
                        <a:pt x="0" y="628"/>
                      </a:lnTo>
                      <a:close/>
                    </a:path>
                  </a:pathLst>
                </a:custGeom>
                <a:solidFill>
                  <a:srgbClr val="00A7D1"/>
                </a:solidFill>
                <a:ln>
                  <a:noFill/>
                </a:ln>
              </p:spPr>
              <p:txBody>
                <a:bodyPr/>
                <a:lstStyle/>
                <a:p>
                  <a:pPr>
                    <a:defRPr/>
                  </a:pPr>
                  <a:endParaRPr lang="en-US" sz="1050">
                    <a:latin typeface="+mj-lt"/>
                  </a:endParaRPr>
                </a:p>
              </p:txBody>
            </p:sp>
            <p:sp>
              <p:nvSpPr>
                <p:cNvPr id="41027" name="Freeform 215">
                  <a:extLst>
                    <a:ext uri="{FF2B5EF4-FFF2-40B4-BE49-F238E27FC236}">
                      <a16:creationId xmlns="" xmlns:a16="http://schemas.microsoft.com/office/drawing/2014/main" id="{74F431D4-998E-592E-20DF-286CF5551143}"/>
                    </a:ext>
                  </a:extLst>
                </p:cNvPr>
                <p:cNvSpPr>
                  <a:spLocks/>
                </p:cNvSpPr>
                <p:nvPr/>
              </p:nvSpPr>
              <p:spPr bwMode="auto">
                <a:xfrm>
                  <a:off x="4312" y="3821"/>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1" y="32"/>
                      </a:lnTo>
                      <a:lnTo>
                        <a:pt x="3" y="63"/>
                      </a:lnTo>
                      <a:lnTo>
                        <a:pt x="8" y="95"/>
                      </a:lnTo>
                      <a:lnTo>
                        <a:pt x="13" y="126"/>
                      </a:lnTo>
                      <a:lnTo>
                        <a:pt x="21" y="157"/>
                      </a:lnTo>
                      <a:lnTo>
                        <a:pt x="29" y="186"/>
                      </a:lnTo>
                      <a:lnTo>
                        <a:pt x="38" y="216"/>
                      </a:lnTo>
                      <a:lnTo>
                        <a:pt x="51" y="244"/>
                      </a:lnTo>
                      <a:lnTo>
                        <a:pt x="63" y="272"/>
                      </a:lnTo>
                      <a:lnTo>
                        <a:pt x="77" y="299"/>
                      </a:lnTo>
                      <a:lnTo>
                        <a:pt x="92" y="325"/>
                      </a:lnTo>
                      <a:lnTo>
                        <a:pt x="108" y="351"/>
                      </a:lnTo>
                      <a:lnTo>
                        <a:pt x="126" y="376"/>
                      </a:lnTo>
                      <a:lnTo>
                        <a:pt x="144" y="399"/>
                      </a:lnTo>
                      <a:lnTo>
                        <a:pt x="163" y="422"/>
                      </a:lnTo>
                      <a:lnTo>
                        <a:pt x="184" y="444"/>
                      </a:lnTo>
                      <a:lnTo>
                        <a:pt x="206" y="464"/>
                      </a:lnTo>
                      <a:lnTo>
                        <a:pt x="229" y="484"/>
                      </a:lnTo>
                      <a:lnTo>
                        <a:pt x="253" y="503"/>
                      </a:lnTo>
                      <a:lnTo>
                        <a:pt x="277" y="520"/>
                      </a:lnTo>
                      <a:lnTo>
                        <a:pt x="303" y="537"/>
                      </a:lnTo>
                      <a:lnTo>
                        <a:pt x="330" y="552"/>
                      </a:lnTo>
                      <a:lnTo>
                        <a:pt x="356" y="565"/>
                      </a:lnTo>
                      <a:lnTo>
                        <a:pt x="385" y="578"/>
                      </a:lnTo>
                      <a:lnTo>
                        <a:pt x="413" y="589"/>
                      </a:lnTo>
                      <a:lnTo>
                        <a:pt x="442" y="599"/>
                      </a:lnTo>
                      <a:lnTo>
                        <a:pt x="472" y="608"/>
                      </a:lnTo>
                      <a:lnTo>
                        <a:pt x="502" y="615"/>
                      </a:lnTo>
                      <a:lnTo>
                        <a:pt x="533" y="621"/>
                      </a:lnTo>
                      <a:lnTo>
                        <a:pt x="564" y="624"/>
                      </a:lnTo>
                      <a:lnTo>
                        <a:pt x="596" y="627"/>
                      </a:lnTo>
                      <a:lnTo>
                        <a:pt x="628" y="628"/>
                      </a:lnTo>
                      <a:lnTo>
                        <a:pt x="628" y="498"/>
                      </a:lnTo>
                      <a:lnTo>
                        <a:pt x="603" y="498"/>
                      </a:lnTo>
                      <a:lnTo>
                        <a:pt x="578" y="496"/>
                      </a:lnTo>
                      <a:lnTo>
                        <a:pt x="552" y="493"/>
                      </a:lnTo>
                      <a:lnTo>
                        <a:pt x="528" y="489"/>
                      </a:lnTo>
                      <a:lnTo>
                        <a:pt x="504" y="483"/>
                      </a:lnTo>
                      <a:lnTo>
                        <a:pt x="480" y="476"/>
                      </a:lnTo>
                      <a:lnTo>
                        <a:pt x="457" y="469"/>
                      </a:lnTo>
                      <a:lnTo>
                        <a:pt x="434" y="459"/>
                      </a:lnTo>
                      <a:lnTo>
                        <a:pt x="412" y="449"/>
                      </a:lnTo>
                      <a:lnTo>
                        <a:pt x="391" y="438"/>
                      </a:lnTo>
                      <a:lnTo>
                        <a:pt x="370" y="426"/>
                      </a:lnTo>
                      <a:lnTo>
                        <a:pt x="350" y="413"/>
                      </a:lnTo>
                      <a:lnTo>
                        <a:pt x="330" y="400"/>
                      </a:lnTo>
                      <a:lnTo>
                        <a:pt x="311" y="384"/>
                      </a:lnTo>
                      <a:lnTo>
                        <a:pt x="294" y="369"/>
                      </a:lnTo>
                      <a:lnTo>
                        <a:pt x="276" y="353"/>
                      </a:lnTo>
                      <a:lnTo>
                        <a:pt x="260" y="335"/>
                      </a:lnTo>
                      <a:lnTo>
                        <a:pt x="243" y="317"/>
                      </a:lnTo>
                      <a:lnTo>
                        <a:pt x="229" y="298"/>
                      </a:lnTo>
                      <a:lnTo>
                        <a:pt x="215" y="278"/>
                      </a:lnTo>
                      <a:lnTo>
                        <a:pt x="202" y="258"/>
                      </a:lnTo>
                      <a:lnTo>
                        <a:pt x="190" y="238"/>
                      </a:lnTo>
                      <a:lnTo>
                        <a:pt x="179" y="216"/>
                      </a:lnTo>
                      <a:lnTo>
                        <a:pt x="169" y="194"/>
                      </a:lnTo>
                      <a:lnTo>
                        <a:pt x="160" y="171"/>
                      </a:lnTo>
                      <a:lnTo>
                        <a:pt x="152" y="148"/>
                      </a:lnTo>
                      <a:lnTo>
                        <a:pt x="145" y="125"/>
                      </a:lnTo>
                      <a:lnTo>
                        <a:pt x="139" y="101"/>
                      </a:lnTo>
                      <a:lnTo>
                        <a:pt x="136" y="76"/>
                      </a:lnTo>
                      <a:lnTo>
                        <a:pt x="132" y="51"/>
                      </a:lnTo>
                      <a:lnTo>
                        <a:pt x="131" y="26"/>
                      </a:lnTo>
                      <a:lnTo>
                        <a:pt x="129" y="0"/>
                      </a:lnTo>
                      <a:lnTo>
                        <a:pt x="0" y="0"/>
                      </a:lnTo>
                      <a:close/>
                    </a:path>
                  </a:pathLst>
                </a:custGeom>
                <a:solidFill>
                  <a:srgbClr val="00A7D1"/>
                </a:solidFill>
                <a:ln>
                  <a:noFill/>
                </a:ln>
              </p:spPr>
              <p:txBody>
                <a:bodyPr/>
                <a:lstStyle/>
                <a:p>
                  <a:pPr>
                    <a:defRPr/>
                  </a:pPr>
                  <a:endParaRPr lang="en-US" sz="1050">
                    <a:latin typeface="+mj-lt"/>
                  </a:endParaRPr>
                </a:p>
              </p:txBody>
            </p:sp>
            <p:sp>
              <p:nvSpPr>
                <p:cNvPr id="41028" name="Freeform 216">
                  <a:extLst>
                    <a:ext uri="{FF2B5EF4-FFF2-40B4-BE49-F238E27FC236}">
                      <a16:creationId xmlns="" xmlns:a16="http://schemas.microsoft.com/office/drawing/2014/main" id="{D4497AF5-E765-CC79-1ABF-667027602470}"/>
                    </a:ext>
                  </a:extLst>
                </p:cNvPr>
                <p:cNvSpPr>
                  <a:spLocks/>
                </p:cNvSpPr>
                <p:nvPr/>
              </p:nvSpPr>
              <p:spPr bwMode="auto">
                <a:xfrm>
                  <a:off x="4312" y="3798"/>
                  <a:ext cx="25"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6" y="1"/>
                      </a:lnTo>
                      <a:lnTo>
                        <a:pt x="564" y="3"/>
                      </a:lnTo>
                      <a:lnTo>
                        <a:pt x="533" y="8"/>
                      </a:lnTo>
                      <a:lnTo>
                        <a:pt x="502" y="13"/>
                      </a:lnTo>
                      <a:lnTo>
                        <a:pt x="471" y="20"/>
                      </a:lnTo>
                      <a:lnTo>
                        <a:pt x="442" y="29"/>
                      </a:lnTo>
                      <a:lnTo>
                        <a:pt x="413" y="39"/>
                      </a:lnTo>
                      <a:lnTo>
                        <a:pt x="385" y="50"/>
                      </a:lnTo>
                      <a:lnTo>
                        <a:pt x="356" y="63"/>
                      </a:lnTo>
                      <a:lnTo>
                        <a:pt x="330" y="76"/>
                      </a:lnTo>
                      <a:lnTo>
                        <a:pt x="303" y="91"/>
                      </a:lnTo>
                      <a:lnTo>
                        <a:pt x="277" y="108"/>
                      </a:lnTo>
                      <a:lnTo>
                        <a:pt x="253" y="125"/>
                      </a:lnTo>
                      <a:lnTo>
                        <a:pt x="229" y="144"/>
                      </a:lnTo>
                      <a:lnTo>
                        <a:pt x="206" y="163"/>
                      </a:lnTo>
                      <a:lnTo>
                        <a:pt x="184" y="184"/>
                      </a:lnTo>
                      <a:lnTo>
                        <a:pt x="163" y="206"/>
                      </a:lnTo>
                      <a:lnTo>
                        <a:pt x="144" y="229"/>
                      </a:lnTo>
                      <a:lnTo>
                        <a:pt x="126" y="252"/>
                      </a:lnTo>
                      <a:lnTo>
                        <a:pt x="108" y="277"/>
                      </a:lnTo>
                      <a:lnTo>
                        <a:pt x="92" y="303"/>
                      </a:lnTo>
                      <a:lnTo>
                        <a:pt x="77" y="329"/>
                      </a:lnTo>
                      <a:lnTo>
                        <a:pt x="63" y="356"/>
                      </a:lnTo>
                      <a:lnTo>
                        <a:pt x="51" y="384"/>
                      </a:lnTo>
                      <a:lnTo>
                        <a:pt x="38" y="412"/>
                      </a:lnTo>
                      <a:lnTo>
                        <a:pt x="29" y="442"/>
                      </a:lnTo>
                      <a:lnTo>
                        <a:pt x="21" y="471"/>
                      </a:lnTo>
                      <a:lnTo>
                        <a:pt x="13" y="502"/>
                      </a:lnTo>
                      <a:lnTo>
                        <a:pt x="8" y="533"/>
                      </a:lnTo>
                      <a:lnTo>
                        <a:pt x="3" y="564"/>
                      </a:lnTo>
                      <a:lnTo>
                        <a:pt x="1" y="596"/>
                      </a:lnTo>
                      <a:lnTo>
                        <a:pt x="0" y="628"/>
                      </a:lnTo>
                      <a:lnTo>
                        <a:pt x="129" y="628"/>
                      </a:lnTo>
                      <a:lnTo>
                        <a:pt x="131" y="602"/>
                      </a:lnTo>
                      <a:lnTo>
                        <a:pt x="132" y="576"/>
                      </a:lnTo>
                      <a:lnTo>
                        <a:pt x="136" y="552"/>
                      </a:lnTo>
                      <a:lnTo>
                        <a:pt x="139" y="527"/>
                      </a:lnTo>
                      <a:lnTo>
                        <a:pt x="145" y="504"/>
                      </a:lnTo>
                      <a:lnTo>
                        <a:pt x="152" y="480"/>
                      </a:lnTo>
                      <a:lnTo>
                        <a:pt x="160" y="457"/>
                      </a:lnTo>
                      <a:lnTo>
                        <a:pt x="169" y="434"/>
                      </a:lnTo>
                      <a:lnTo>
                        <a:pt x="179" y="412"/>
                      </a:lnTo>
                      <a:lnTo>
                        <a:pt x="190" y="390"/>
                      </a:lnTo>
                      <a:lnTo>
                        <a:pt x="202" y="369"/>
                      </a:lnTo>
                      <a:lnTo>
                        <a:pt x="215" y="350"/>
                      </a:lnTo>
                      <a:lnTo>
                        <a:pt x="229" y="330"/>
                      </a:lnTo>
                      <a:lnTo>
                        <a:pt x="243" y="311"/>
                      </a:lnTo>
                      <a:lnTo>
                        <a:pt x="260" y="293"/>
                      </a:lnTo>
                      <a:lnTo>
                        <a:pt x="276" y="275"/>
                      </a:lnTo>
                      <a:lnTo>
                        <a:pt x="294" y="259"/>
                      </a:lnTo>
                      <a:lnTo>
                        <a:pt x="311" y="243"/>
                      </a:lnTo>
                      <a:lnTo>
                        <a:pt x="330" y="228"/>
                      </a:lnTo>
                      <a:lnTo>
                        <a:pt x="350" y="215"/>
                      </a:lnTo>
                      <a:lnTo>
                        <a:pt x="370" y="202"/>
                      </a:lnTo>
                      <a:lnTo>
                        <a:pt x="391" y="190"/>
                      </a:lnTo>
                      <a:lnTo>
                        <a:pt x="412" y="179"/>
                      </a:lnTo>
                      <a:lnTo>
                        <a:pt x="434" y="169"/>
                      </a:lnTo>
                      <a:lnTo>
                        <a:pt x="457" y="160"/>
                      </a:lnTo>
                      <a:lnTo>
                        <a:pt x="480" y="151"/>
                      </a:lnTo>
                      <a:lnTo>
                        <a:pt x="504" y="145"/>
                      </a:lnTo>
                      <a:lnTo>
                        <a:pt x="528" y="139"/>
                      </a:lnTo>
                      <a:lnTo>
                        <a:pt x="552" y="135"/>
                      </a:lnTo>
                      <a:lnTo>
                        <a:pt x="578" y="132"/>
                      </a:lnTo>
                      <a:lnTo>
                        <a:pt x="603" y="129"/>
                      </a:lnTo>
                      <a:lnTo>
                        <a:pt x="628" y="129"/>
                      </a:lnTo>
                      <a:lnTo>
                        <a:pt x="628" y="0"/>
                      </a:lnTo>
                      <a:close/>
                    </a:path>
                  </a:pathLst>
                </a:custGeom>
                <a:solidFill>
                  <a:srgbClr val="00A7D1"/>
                </a:solidFill>
                <a:ln>
                  <a:noFill/>
                </a:ln>
              </p:spPr>
              <p:txBody>
                <a:bodyPr/>
                <a:lstStyle/>
                <a:p>
                  <a:pPr>
                    <a:defRPr/>
                  </a:pPr>
                  <a:endParaRPr lang="en-US" sz="1050">
                    <a:latin typeface="+mj-lt"/>
                  </a:endParaRPr>
                </a:p>
              </p:txBody>
            </p:sp>
            <p:sp>
              <p:nvSpPr>
                <p:cNvPr id="41029" name="Freeform 217">
                  <a:extLst>
                    <a:ext uri="{FF2B5EF4-FFF2-40B4-BE49-F238E27FC236}">
                      <a16:creationId xmlns="" xmlns:a16="http://schemas.microsoft.com/office/drawing/2014/main" id="{16A91DCA-27F2-9F9F-DCED-CD840DA2486C}"/>
                    </a:ext>
                  </a:extLst>
                </p:cNvPr>
                <p:cNvSpPr>
                  <a:spLocks/>
                </p:cNvSpPr>
                <p:nvPr/>
              </p:nvSpPr>
              <p:spPr bwMode="auto">
                <a:xfrm>
                  <a:off x="4383" y="3515"/>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7" y="596"/>
                      </a:lnTo>
                      <a:lnTo>
                        <a:pt x="624" y="564"/>
                      </a:lnTo>
                      <a:lnTo>
                        <a:pt x="621" y="532"/>
                      </a:lnTo>
                      <a:lnTo>
                        <a:pt x="614" y="502"/>
                      </a:lnTo>
                      <a:lnTo>
                        <a:pt x="608" y="471"/>
                      </a:lnTo>
                      <a:lnTo>
                        <a:pt x="599" y="441"/>
                      </a:lnTo>
                      <a:lnTo>
                        <a:pt x="589" y="413"/>
                      </a:lnTo>
                      <a:lnTo>
                        <a:pt x="578" y="384"/>
                      </a:lnTo>
                      <a:lnTo>
                        <a:pt x="565" y="356"/>
                      </a:lnTo>
                      <a:lnTo>
                        <a:pt x="552" y="329"/>
                      </a:lnTo>
                      <a:lnTo>
                        <a:pt x="537" y="302"/>
                      </a:lnTo>
                      <a:lnTo>
                        <a:pt x="520" y="277"/>
                      </a:lnTo>
                      <a:lnTo>
                        <a:pt x="503" y="253"/>
                      </a:lnTo>
                      <a:lnTo>
                        <a:pt x="484" y="229"/>
                      </a:lnTo>
                      <a:lnTo>
                        <a:pt x="464" y="206"/>
                      </a:lnTo>
                      <a:lnTo>
                        <a:pt x="444" y="185"/>
                      </a:lnTo>
                      <a:lnTo>
                        <a:pt x="422" y="163"/>
                      </a:lnTo>
                      <a:lnTo>
                        <a:pt x="399" y="143"/>
                      </a:lnTo>
                      <a:lnTo>
                        <a:pt x="376" y="126"/>
                      </a:lnTo>
                      <a:lnTo>
                        <a:pt x="350" y="107"/>
                      </a:lnTo>
                      <a:lnTo>
                        <a:pt x="325" y="92"/>
                      </a:lnTo>
                      <a:lnTo>
                        <a:pt x="299" y="77"/>
                      </a:lnTo>
                      <a:lnTo>
                        <a:pt x="272" y="62"/>
                      </a:lnTo>
                      <a:lnTo>
                        <a:pt x="244" y="49"/>
                      </a:lnTo>
                      <a:lnTo>
                        <a:pt x="216" y="38"/>
                      </a:lnTo>
                      <a:lnTo>
                        <a:pt x="186" y="28"/>
                      </a:lnTo>
                      <a:lnTo>
                        <a:pt x="156" y="20"/>
                      </a:lnTo>
                      <a:lnTo>
                        <a:pt x="126" y="13"/>
                      </a:lnTo>
                      <a:lnTo>
                        <a:pt x="95" y="8"/>
                      </a:lnTo>
                      <a:lnTo>
                        <a:pt x="64" y="3"/>
                      </a:lnTo>
                      <a:lnTo>
                        <a:pt x="33" y="1"/>
                      </a:lnTo>
                      <a:lnTo>
                        <a:pt x="0" y="0"/>
                      </a:lnTo>
                      <a:lnTo>
                        <a:pt x="0" y="129"/>
                      </a:lnTo>
                      <a:lnTo>
                        <a:pt x="26" y="130"/>
                      </a:lnTo>
                      <a:lnTo>
                        <a:pt x="51" y="131"/>
                      </a:lnTo>
                      <a:lnTo>
                        <a:pt x="76" y="135"/>
                      </a:lnTo>
                      <a:lnTo>
                        <a:pt x="101" y="139"/>
                      </a:lnTo>
                      <a:lnTo>
                        <a:pt x="125" y="145"/>
                      </a:lnTo>
                      <a:lnTo>
                        <a:pt x="148" y="152"/>
                      </a:lnTo>
                      <a:lnTo>
                        <a:pt x="171" y="160"/>
                      </a:lnTo>
                      <a:lnTo>
                        <a:pt x="194" y="169"/>
                      </a:lnTo>
                      <a:lnTo>
                        <a:pt x="216" y="178"/>
                      </a:lnTo>
                      <a:lnTo>
                        <a:pt x="238" y="189"/>
                      </a:lnTo>
                      <a:lnTo>
                        <a:pt x="258" y="202"/>
                      </a:lnTo>
                      <a:lnTo>
                        <a:pt x="278" y="215"/>
                      </a:lnTo>
                      <a:lnTo>
                        <a:pt x="298" y="229"/>
                      </a:lnTo>
                      <a:lnTo>
                        <a:pt x="318" y="243"/>
                      </a:lnTo>
                      <a:lnTo>
                        <a:pt x="335" y="260"/>
                      </a:lnTo>
                      <a:lnTo>
                        <a:pt x="353" y="276"/>
                      </a:lnTo>
                      <a:lnTo>
                        <a:pt x="369" y="294"/>
                      </a:lnTo>
                      <a:lnTo>
                        <a:pt x="384" y="311"/>
                      </a:lnTo>
                      <a:lnTo>
                        <a:pt x="400" y="330"/>
                      </a:lnTo>
                      <a:lnTo>
                        <a:pt x="413" y="349"/>
                      </a:lnTo>
                      <a:lnTo>
                        <a:pt x="426" y="370"/>
                      </a:lnTo>
                      <a:lnTo>
                        <a:pt x="438" y="391"/>
                      </a:lnTo>
                      <a:lnTo>
                        <a:pt x="449" y="412"/>
                      </a:lnTo>
                      <a:lnTo>
                        <a:pt x="460" y="434"/>
                      </a:lnTo>
                      <a:lnTo>
                        <a:pt x="469" y="457"/>
                      </a:lnTo>
                      <a:lnTo>
                        <a:pt x="476" y="480"/>
                      </a:lnTo>
                      <a:lnTo>
                        <a:pt x="483" y="504"/>
                      </a:lnTo>
                      <a:lnTo>
                        <a:pt x="488" y="528"/>
                      </a:lnTo>
                      <a:lnTo>
                        <a:pt x="493" y="552"/>
                      </a:lnTo>
                      <a:lnTo>
                        <a:pt x="496" y="577"/>
                      </a:lnTo>
                      <a:lnTo>
                        <a:pt x="498" y="602"/>
                      </a:lnTo>
                      <a:lnTo>
                        <a:pt x="498" y="628"/>
                      </a:lnTo>
                      <a:lnTo>
                        <a:pt x="628" y="628"/>
                      </a:lnTo>
                      <a:close/>
                    </a:path>
                  </a:pathLst>
                </a:custGeom>
                <a:solidFill>
                  <a:srgbClr val="EF2B2F"/>
                </a:solidFill>
                <a:ln>
                  <a:noFill/>
                </a:ln>
              </p:spPr>
              <p:txBody>
                <a:bodyPr/>
                <a:lstStyle/>
                <a:p>
                  <a:pPr>
                    <a:defRPr/>
                  </a:pPr>
                  <a:endParaRPr lang="en-US" sz="1050">
                    <a:latin typeface="+mj-lt"/>
                  </a:endParaRPr>
                </a:p>
              </p:txBody>
            </p:sp>
            <p:sp>
              <p:nvSpPr>
                <p:cNvPr id="41030" name="Freeform 218">
                  <a:extLst>
                    <a:ext uri="{FF2B5EF4-FFF2-40B4-BE49-F238E27FC236}">
                      <a16:creationId xmlns="" xmlns:a16="http://schemas.microsoft.com/office/drawing/2014/main" id="{76C0CBDE-91FC-396F-9F00-EE854EFEDB6F}"/>
                    </a:ext>
                  </a:extLst>
                </p:cNvPr>
                <p:cNvSpPr>
                  <a:spLocks/>
                </p:cNvSpPr>
                <p:nvPr/>
              </p:nvSpPr>
              <p:spPr bwMode="auto">
                <a:xfrm>
                  <a:off x="4383" y="3539"/>
                  <a:ext cx="25"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627"/>
                      </a:moveTo>
                      <a:lnTo>
                        <a:pt x="0" y="627"/>
                      </a:lnTo>
                      <a:lnTo>
                        <a:pt x="32" y="626"/>
                      </a:lnTo>
                      <a:lnTo>
                        <a:pt x="63" y="624"/>
                      </a:lnTo>
                      <a:lnTo>
                        <a:pt x="95" y="621"/>
                      </a:lnTo>
                      <a:lnTo>
                        <a:pt x="126" y="614"/>
                      </a:lnTo>
                      <a:lnTo>
                        <a:pt x="156" y="608"/>
                      </a:lnTo>
                      <a:lnTo>
                        <a:pt x="186" y="599"/>
                      </a:lnTo>
                      <a:lnTo>
                        <a:pt x="216" y="589"/>
                      </a:lnTo>
                      <a:lnTo>
                        <a:pt x="244" y="578"/>
                      </a:lnTo>
                      <a:lnTo>
                        <a:pt x="272" y="566"/>
                      </a:lnTo>
                      <a:lnTo>
                        <a:pt x="299" y="552"/>
                      </a:lnTo>
                      <a:lnTo>
                        <a:pt x="325" y="536"/>
                      </a:lnTo>
                      <a:lnTo>
                        <a:pt x="350" y="520"/>
                      </a:lnTo>
                      <a:lnTo>
                        <a:pt x="376" y="503"/>
                      </a:lnTo>
                      <a:lnTo>
                        <a:pt x="399" y="484"/>
                      </a:lnTo>
                      <a:lnTo>
                        <a:pt x="422" y="464"/>
                      </a:lnTo>
                      <a:lnTo>
                        <a:pt x="444" y="443"/>
                      </a:lnTo>
                      <a:lnTo>
                        <a:pt x="464" y="421"/>
                      </a:lnTo>
                      <a:lnTo>
                        <a:pt x="484" y="400"/>
                      </a:lnTo>
                      <a:lnTo>
                        <a:pt x="503" y="375"/>
                      </a:lnTo>
                      <a:lnTo>
                        <a:pt x="520" y="350"/>
                      </a:lnTo>
                      <a:lnTo>
                        <a:pt x="537" y="325"/>
                      </a:lnTo>
                      <a:lnTo>
                        <a:pt x="552" y="299"/>
                      </a:lnTo>
                      <a:lnTo>
                        <a:pt x="565" y="271"/>
                      </a:lnTo>
                      <a:lnTo>
                        <a:pt x="578" y="244"/>
                      </a:lnTo>
                      <a:lnTo>
                        <a:pt x="589" y="215"/>
                      </a:lnTo>
                      <a:lnTo>
                        <a:pt x="599" y="186"/>
                      </a:lnTo>
                      <a:lnTo>
                        <a:pt x="608" y="156"/>
                      </a:lnTo>
                      <a:lnTo>
                        <a:pt x="614" y="126"/>
                      </a:lnTo>
                      <a:lnTo>
                        <a:pt x="621" y="95"/>
                      </a:lnTo>
                      <a:lnTo>
                        <a:pt x="624" y="64"/>
                      </a:lnTo>
                      <a:lnTo>
                        <a:pt x="627" y="33"/>
                      </a:lnTo>
                      <a:lnTo>
                        <a:pt x="628" y="0"/>
                      </a:lnTo>
                      <a:lnTo>
                        <a:pt x="498" y="0"/>
                      </a:lnTo>
                      <a:lnTo>
                        <a:pt x="498" y="26"/>
                      </a:lnTo>
                      <a:lnTo>
                        <a:pt x="496" y="51"/>
                      </a:lnTo>
                      <a:lnTo>
                        <a:pt x="493" y="76"/>
                      </a:lnTo>
                      <a:lnTo>
                        <a:pt x="488" y="100"/>
                      </a:lnTo>
                      <a:lnTo>
                        <a:pt x="483" y="125"/>
                      </a:lnTo>
                      <a:lnTo>
                        <a:pt x="476" y="148"/>
                      </a:lnTo>
                      <a:lnTo>
                        <a:pt x="469" y="171"/>
                      </a:lnTo>
                      <a:lnTo>
                        <a:pt x="460" y="194"/>
                      </a:lnTo>
                      <a:lnTo>
                        <a:pt x="449" y="215"/>
                      </a:lnTo>
                      <a:lnTo>
                        <a:pt x="438" y="237"/>
                      </a:lnTo>
                      <a:lnTo>
                        <a:pt x="426" y="258"/>
                      </a:lnTo>
                      <a:lnTo>
                        <a:pt x="413" y="278"/>
                      </a:lnTo>
                      <a:lnTo>
                        <a:pt x="400" y="298"/>
                      </a:lnTo>
                      <a:lnTo>
                        <a:pt x="384" y="316"/>
                      </a:lnTo>
                      <a:lnTo>
                        <a:pt x="369" y="335"/>
                      </a:lnTo>
                      <a:lnTo>
                        <a:pt x="353" y="352"/>
                      </a:lnTo>
                      <a:lnTo>
                        <a:pt x="335" y="369"/>
                      </a:lnTo>
                      <a:lnTo>
                        <a:pt x="316" y="384"/>
                      </a:lnTo>
                      <a:lnTo>
                        <a:pt x="298" y="400"/>
                      </a:lnTo>
                      <a:lnTo>
                        <a:pt x="278" y="413"/>
                      </a:lnTo>
                      <a:lnTo>
                        <a:pt x="258" y="426"/>
                      </a:lnTo>
                      <a:lnTo>
                        <a:pt x="238" y="439"/>
                      </a:lnTo>
                      <a:lnTo>
                        <a:pt x="216" y="450"/>
                      </a:lnTo>
                      <a:lnTo>
                        <a:pt x="194" y="460"/>
                      </a:lnTo>
                      <a:lnTo>
                        <a:pt x="171" y="469"/>
                      </a:lnTo>
                      <a:lnTo>
                        <a:pt x="148" y="476"/>
                      </a:lnTo>
                      <a:lnTo>
                        <a:pt x="125" y="483"/>
                      </a:lnTo>
                      <a:lnTo>
                        <a:pt x="101" y="488"/>
                      </a:lnTo>
                      <a:lnTo>
                        <a:pt x="76" y="493"/>
                      </a:lnTo>
                      <a:lnTo>
                        <a:pt x="51" y="496"/>
                      </a:lnTo>
                      <a:lnTo>
                        <a:pt x="26" y="498"/>
                      </a:lnTo>
                      <a:lnTo>
                        <a:pt x="0" y="498"/>
                      </a:lnTo>
                      <a:lnTo>
                        <a:pt x="0" y="627"/>
                      </a:lnTo>
                      <a:close/>
                    </a:path>
                  </a:pathLst>
                </a:custGeom>
                <a:solidFill>
                  <a:srgbClr val="EF2B2F"/>
                </a:solidFill>
                <a:ln>
                  <a:noFill/>
                </a:ln>
              </p:spPr>
              <p:txBody>
                <a:bodyPr/>
                <a:lstStyle/>
                <a:p>
                  <a:pPr>
                    <a:defRPr/>
                  </a:pPr>
                  <a:endParaRPr lang="en-US" sz="1050">
                    <a:latin typeface="+mj-lt"/>
                  </a:endParaRPr>
                </a:p>
              </p:txBody>
            </p:sp>
            <p:sp>
              <p:nvSpPr>
                <p:cNvPr id="41031" name="Freeform 219">
                  <a:extLst>
                    <a:ext uri="{FF2B5EF4-FFF2-40B4-BE49-F238E27FC236}">
                      <a16:creationId xmlns="" xmlns:a16="http://schemas.microsoft.com/office/drawing/2014/main" id="{155150E5-B0D2-6C39-1E33-B8B78E69F03B}"/>
                    </a:ext>
                  </a:extLst>
                </p:cNvPr>
                <p:cNvSpPr>
                  <a:spLocks/>
                </p:cNvSpPr>
                <p:nvPr/>
              </p:nvSpPr>
              <p:spPr bwMode="auto">
                <a:xfrm>
                  <a:off x="4358" y="3539"/>
                  <a:ext cx="23"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0"/>
                      </a:moveTo>
                      <a:lnTo>
                        <a:pt x="0" y="0"/>
                      </a:lnTo>
                      <a:lnTo>
                        <a:pt x="1" y="31"/>
                      </a:lnTo>
                      <a:lnTo>
                        <a:pt x="3" y="63"/>
                      </a:lnTo>
                      <a:lnTo>
                        <a:pt x="8" y="95"/>
                      </a:lnTo>
                      <a:lnTo>
                        <a:pt x="13" y="126"/>
                      </a:lnTo>
                      <a:lnTo>
                        <a:pt x="20" y="156"/>
                      </a:lnTo>
                      <a:lnTo>
                        <a:pt x="28" y="186"/>
                      </a:lnTo>
                      <a:lnTo>
                        <a:pt x="38" y="215"/>
                      </a:lnTo>
                      <a:lnTo>
                        <a:pt x="50" y="244"/>
                      </a:lnTo>
                      <a:lnTo>
                        <a:pt x="62" y="271"/>
                      </a:lnTo>
                      <a:lnTo>
                        <a:pt x="77" y="299"/>
                      </a:lnTo>
                      <a:lnTo>
                        <a:pt x="92" y="325"/>
                      </a:lnTo>
                      <a:lnTo>
                        <a:pt x="107" y="350"/>
                      </a:lnTo>
                      <a:lnTo>
                        <a:pt x="125" y="375"/>
                      </a:lnTo>
                      <a:lnTo>
                        <a:pt x="143" y="400"/>
                      </a:lnTo>
                      <a:lnTo>
                        <a:pt x="163" y="421"/>
                      </a:lnTo>
                      <a:lnTo>
                        <a:pt x="184" y="443"/>
                      </a:lnTo>
                      <a:lnTo>
                        <a:pt x="206" y="464"/>
                      </a:lnTo>
                      <a:lnTo>
                        <a:pt x="229" y="484"/>
                      </a:lnTo>
                      <a:lnTo>
                        <a:pt x="253" y="503"/>
                      </a:lnTo>
                      <a:lnTo>
                        <a:pt x="277" y="520"/>
                      </a:lnTo>
                      <a:lnTo>
                        <a:pt x="302" y="536"/>
                      </a:lnTo>
                      <a:lnTo>
                        <a:pt x="329" y="552"/>
                      </a:lnTo>
                      <a:lnTo>
                        <a:pt x="356" y="566"/>
                      </a:lnTo>
                      <a:lnTo>
                        <a:pt x="385" y="578"/>
                      </a:lnTo>
                      <a:lnTo>
                        <a:pt x="412" y="589"/>
                      </a:lnTo>
                      <a:lnTo>
                        <a:pt x="441" y="599"/>
                      </a:lnTo>
                      <a:lnTo>
                        <a:pt x="471" y="608"/>
                      </a:lnTo>
                      <a:lnTo>
                        <a:pt x="502" y="614"/>
                      </a:lnTo>
                      <a:lnTo>
                        <a:pt x="532" y="621"/>
                      </a:lnTo>
                      <a:lnTo>
                        <a:pt x="564" y="624"/>
                      </a:lnTo>
                      <a:lnTo>
                        <a:pt x="596" y="626"/>
                      </a:lnTo>
                      <a:lnTo>
                        <a:pt x="628" y="627"/>
                      </a:lnTo>
                      <a:lnTo>
                        <a:pt x="628" y="498"/>
                      </a:lnTo>
                      <a:lnTo>
                        <a:pt x="603" y="498"/>
                      </a:lnTo>
                      <a:lnTo>
                        <a:pt x="577" y="496"/>
                      </a:lnTo>
                      <a:lnTo>
                        <a:pt x="552" y="493"/>
                      </a:lnTo>
                      <a:lnTo>
                        <a:pt x="528" y="488"/>
                      </a:lnTo>
                      <a:lnTo>
                        <a:pt x="504" y="483"/>
                      </a:lnTo>
                      <a:lnTo>
                        <a:pt x="480" y="476"/>
                      </a:lnTo>
                      <a:lnTo>
                        <a:pt x="457" y="469"/>
                      </a:lnTo>
                      <a:lnTo>
                        <a:pt x="434" y="460"/>
                      </a:lnTo>
                      <a:lnTo>
                        <a:pt x="412" y="450"/>
                      </a:lnTo>
                      <a:lnTo>
                        <a:pt x="391" y="439"/>
                      </a:lnTo>
                      <a:lnTo>
                        <a:pt x="370" y="426"/>
                      </a:lnTo>
                      <a:lnTo>
                        <a:pt x="349" y="413"/>
                      </a:lnTo>
                      <a:lnTo>
                        <a:pt x="330" y="400"/>
                      </a:lnTo>
                      <a:lnTo>
                        <a:pt x="311" y="384"/>
                      </a:lnTo>
                      <a:lnTo>
                        <a:pt x="294" y="369"/>
                      </a:lnTo>
                      <a:lnTo>
                        <a:pt x="276" y="352"/>
                      </a:lnTo>
                      <a:lnTo>
                        <a:pt x="260" y="335"/>
                      </a:lnTo>
                      <a:lnTo>
                        <a:pt x="243" y="316"/>
                      </a:lnTo>
                      <a:lnTo>
                        <a:pt x="229" y="298"/>
                      </a:lnTo>
                      <a:lnTo>
                        <a:pt x="215" y="278"/>
                      </a:lnTo>
                      <a:lnTo>
                        <a:pt x="202" y="258"/>
                      </a:lnTo>
                      <a:lnTo>
                        <a:pt x="189" y="237"/>
                      </a:lnTo>
                      <a:lnTo>
                        <a:pt x="179" y="215"/>
                      </a:lnTo>
                      <a:lnTo>
                        <a:pt x="169" y="194"/>
                      </a:lnTo>
                      <a:lnTo>
                        <a:pt x="160" y="171"/>
                      </a:lnTo>
                      <a:lnTo>
                        <a:pt x="152" y="148"/>
                      </a:lnTo>
                      <a:lnTo>
                        <a:pt x="145" y="125"/>
                      </a:lnTo>
                      <a:lnTo>
                        <a:pt x="139" y="100"/>
                      </a:lnTo>
                      <a:lnTo>
                        <a:pt x="135" y="76"/>
                      </a:lnTo>
                      <a:lnTo>
                        <a:pt x="131" y="51"/>
                      </a:lnTo>
                      <a:lnTo>
                        <a:pt x="130" y="26"/>
                      </a:lnTo>
                      <a:lnTo>
                        <a:pt x="129" y="0"/>
                      </a:lnTo>
                      <a:lnTo>
                        <a:pt x="0" y="0"/>
                      </a:lnTo>
                      <a:close/>
                    </a:path>
                  </a:pathLst>
                </a:custGeom>
                <a:solidFill>
                  <a:srgbClr val="EF2B2F"/>
                </a:solidFill>
                <a:ln>
                  <a:noFill/>
                </a:ln>
              </p:spPr>
              <p:txBody>
                <a:bodyPr/>
                <a:lstStyle/>
                <a:p>
                  <a:pPr>
                    <a:defRPr/>
                  </a:pPr>
                  <a:endParaRPr lang="en-US" sz="1050">
                    <a:latin typeface="+mj-lt"/>
                  </a:endParaRPr>
                </a:p>
              </p:txBody>
            </p:sp>
            <p:sp>
              <p:nvSpPr>
                <p:cNvPr id="41032" name="Freeform 220">
                  <a:extLst>
                    <a:ext uri="{FF2B5EF4-FFF2-40B4-BE49-F238E27FC236}">
                      <a16:creationId xmlns="" xmlns:a16="http://schemas.microsoft.com/office/drawing/2014/main" id="{3F2E310C-0A65-E71C-E618-45AEEE9438E1}"/>
                    </a:ext>
                  </a:extLst>
                </p:cNvPr>
                <p:cNvSpPr>
                  <a:spLocks/>
                </p:cNvSpPr>
                <p:nvPr/>
              </p:nvSpPr>
              <p:spPr bwMode="auto">
                <a:xfrm>
                  <a:off x="4358" y="3515"/>
                  <a:ext cx="23"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6" y="1"/>
                      </a:lnTo>
                      <a:lnTo>
                        <a:pt x="564" y="3"/>
                      </a:lnTo>
                      <a:lnTo>
                        <a:pt x="532" y="8"/>
                      </a:lnTo>
                      <a:lnTo>
                        <a:pt x="502" y="13"/>
                      </a:lnTo>
                      <a:lnTo>
                        <a:pt x="471" y="20"/>
                      </a:lnTo>
                      <a:lnTo>
                        <a:pt x="441" y="28"/>
                      </a:lnTo>
                      <a:lnTo>
                        <a:pt x="412" y="38"/>
                      </a:lnTo>
                      <a:lnTo>
                        <a:pt x="385" y="49"/>
                      </a:lnTo>
                      <a:lnTo>
                        <a:pt x="356" y="62"/>
                      </a:lnTo>
                      <a:lnTo>
                        <a:pt x="329" y="77"/>
                      </a:lnTo>
                      <a:lnTo>
                        <a:pt x="302" y="92"/>
                      </a:lnTo>
                      <a:lnTo>
                        <a:pt x="277" y="107"/>
                      </a:lnTo>
                      <a:lnTo>
                        <a:pt x="253" y="126"/>
                      </a:lnTo>
                      <a:lnTo>
                        <a:pt x="229" y="143"/>
                      </a:lnTo>
                      <a:lnTo>
                        <a:pt x="206" y="163"/>
                      </a:lnTo>
                      <a:lnTo>
                        <a:pt x="184" y="185"/>
                      </a:lnTo>
                      <a:lnTo>
                        <a:pt x="163" y="206"/>
                      </a:lnTo>
                      <a:lnTo>
                        <a:pt x="143" y="229"/>
                      </a:lnTo>
                      <a:lnTo>
                        <a:pt x="125" y="253"/>
                      </a:lnTo>
                      <a:lnTo>
                        <a:pt x="107" y="277"/>
                      </a:lnTo>
                      <a:lnTo>
                        <a:pt x="92" y="302"/>
                      </a:lnTo>
                      <a:lnTo>
                        <a:pt x="77" y="329"/>
                      </a:lnTo>
                      <a:lnTo>
                        <a:pt x="62" y="356"/>
                      </a:lnTo>
                      <a:lnTo>
                        <a:pt x="50" y="384"/>
                      </a:lnTo>
                      <a:lnTo>
                        <a:pt x="38" y="413"/>
                      </a:lnTo>
                      <a:lnTo>
                        <a:pt x="28" y="441"/>
                      </a:lnTo>
                      <a:lnTo>
                        <a:pt x="20" y="471"/>
                      </a:lnTo>
                      <a:lnTo>
                        <a:pt x="13" y="502"/>
                      </a:lnTo>
                      <a:lnTo>
                        <a:pt x="8" y="532"/>
                      </a:lnTo>
                      <a:lnTo>
                        <a:pt x="3" y="564"/>
                      </a:lnTo>
                      <a:lnTo>
                        <a:pt x="1" y="596"/>
                      </a:lnTo>
                      <a:lnTo>
                        <a:pt x="0" y="628"/>
                      </a:lnTo>
                      <a:lnTo>
                        <a:pt x="129" y="628"/>
                      </a:lnTo>
                      <a:lnTo>
                        <a:pt x="130" y="602"/>
                      </a:lnTo>
                      <a:lnTo>
                        <a:pt x="131" y="577"/>
                      </a:lnTo>
                      <a:lnTo>
                        <a:pt x="135" y="552"/>
                      </a:lnTo>
                      <a:lnTo>
                        <a:pt x="139" y="528"/>
                      </a:lnTo>
                      <a:lnTo>
                        <a:pt x="145" y="504"/>
                      </a:lnTo>
                      <a:lnTo>
                        <a:pt x="152" y="480"/>
                      </a:lnTo>
                      <a:lnTo>
                        <a:pt x="160" y="457"/>
                      </a:lnTo>
                      <a:lnTo>
                        <a:pt x="169" y="434"/>
                      </a:lnTo>
                      <a:lnTo>
                        <a:pt x="179" y="412"/>
                      </a:lnTo>
                      <a:lnTo>
                        <a:pt x="189" y="391"/>
                      </a:lnTo>
                      <a:lnTo>
                        <a:pt x="202" y="370"/>
                      </a:lnTo>
                      <a:lnTo>
                        <a:pt x="215" y="349"/>
                      </a:lnTo>
                      <a:lnTo>
                        <a:pt x="229" y="330"/>
                      </a:lnTo>
                      <a:lnTo>
                        <a:pt x="243" y="311"/>
                      </a:lnTo>
                      <a:lnTo>
                        <a:pt x="260" y="294"/>
                      </a:lnTo>
                      <a:lnTo>
                        <a:pt x="276" y="276"/>
                      </a:lnTo>
                      <a:lnTo>
                        <a:pt x="294" y="260"/>
                      </a:lnTo>
                      <a:lnTo>
                        <a:pt x="311" y="243"/>
                      </a:lnTo>
                      <a:lnTo>
                        <a:pt x="330" y="229"/>
                      </a:lnTo>
                      <a:lnTo>
                        <a:pt x="349" y="215"/>
                      </a:lnTo>
                      <a:lnTo>
                        <a:pt x="370" y="202"/>
                      </a:lnTo>
                      <a:lnTo>
                        <a:pt x="391" y="189"/>
                      </a:lnTo>
                      <a:lnTo>
                        <a:pt x="412" y="178"/>
                      </a:lnTo>
                      <a:lnTo>
                        <a:pt x="434" y="169"/>
                      </a:lnTo>
                      <a:lnTo>
                        <a:pt x="457" y="160"/>
                      </a:lnTo>
                      <a:lnTo>
                        <a:pt x="480" y="152"/>
                      </a:lnTo>
                      <a:lnTo>
                        <a:pt x="504" y="145"/>
                      </a:lnTo>
                      <a:lnTo>
                        <a:pt x="528" y="139"/>
                      </a:lnTo>
                      <a:lnTo>
                        <a:pt x="552" y="135"/>
                      </a:lnTo>
                      <a:lnTo>
                        <a:pt x="577" y="131"/>
                      </a:lnTo>
                      <a:lnTo>
                        <a:pt x="603" y="130"/>
                      </a:lnTo>
                      <a:lnTo>
                        <a:pt x="628" y="129"/>
                      </a:lnTo>
                      <a:lnTo>
                        <a:pt x="628" y="0"/>
                      </a:lnTo>
                      <a:close/>
                    </a:path>
                  </a:pathLst>
                </a:custGeom>
                <a:solidFill>
                  <a:srgbClr val="EF2B2F"/>
                </a:solidFill>
                <a:ln>
                  <a:noFill/>
                </a:ln>
              </p:spPr>
              <p:txBody>
                <a:bodyPr/>
                <a:lstStyle/>
                <a:p>
                  <a:pPr>
                    <a:defRPr/>
                  </a:pPr>
                  <a:endParaRPr lang="en-US" sz="1050">
                    <a:latin typeface="+mj-lt"/>
                  </a:endParaRPr>
                </a:p>
              </p:txBody>
            </p:sp>
            <p:sp>
              <p:nvSpPr>
                <p:cNvPr id="41033" name="Freeform 221">
                  <a:extLst>
                    <a:ext uri="{FF2B5EF4-FFF2-40B4-BE49-F238E27FC236}">
                      <a16:creationId xmlns="" xmlns:a16="http://schemas.microsoft.com/office/drawing/2014/main" id="{80D2F2FD-40BD-8C87-833E-2B237A284EC0}"/>
                    </a:ext>
                  </a:extLst>
                </p:cNvPr>
                <p:cNvSpPr>
                  <a:spLocks/>
                </p:cNvSpPr>
                <p:nvPr/>
              </p:nvSpPr>
              <p:spPr bwMode="auto">
                <a:xfrm>
                  <a:off x="4382" y="3583"/>
                  <a:ext cx="25" cy="16"/>
                </a:xfrm>
                <a:custGeom>
                  <a:avLst/>
                  <a:gdLst>
                    <a:gd name="T0" fmla="*/ 0 w 628"/>
                    <a:gd name="T1" fmla="*/ 0 h 629"/>
                    <a:gd name="T2" fmla="*/ 0 w 628"/>
                    <a:gd name="T3" fmla="*/ 0 h 629"/>
                    <a:gd name="T4" fmla="*/ 0 w 628"/>
                    <a:gd name="T5" fmla="*/ 0 h 629"/>
                    <a:gd name="T6" fmla="*/ 0 w 628"/>
                    <a:gd name="T7" fmla="*/ 0 h 629"/>
                    <a:gd name="T8" fmla="*/ 0 w 628"/>
                    <a:gd name="T9" fmla="*/ 0 h 629"/>
                    <a:gd name="T10" fmla="*/ 0 w 628"/>
                    <a:gd name="T11" fmla="*/ 0 h 629"/>
                    <a:gd name="T12" fmla="*/ 0 w 628"/>
                    <a:gd name="T13" fmla="*/ 0 h 629"/>
                    <a:gd name="T14" fmla="*/ 0 w 628"/>
                    <a:gd name="T15" fmla="*/ 0 h 629"/>
                    <a:gd name="T16" fmla="*/ 0 w 628"/>
                    <a:gd name="T17" fmla="*/ 0 h 629"/>
                    <a:gd name="T18" fmla="*/ 0 w 628"/>
                    <a:gd name="T19" fmla="*/ 0 h 629"/>
                    <a:gd name="T20" fmla="*/ 0 w 628"/>
                    <a:gd name="T21" fmla="*/ 0 h 629"/>
                    <a:gd name="T22" fmla="*/ 0 w 628"/>
                    <a:gd name="T23" fmla="*/ 0 h 629"/>
                    <a:gd name="T24" fmla="*/ 0 w 628"/>
                    <a:gd name="T25" fmla="*/ 0 h 629"/>
                    <a:gd name="T26" fmla="*/ 0 w 628"/>
                    <a:gd name="T27" fmla="*/ 0 h 629"/>
                    <a:gd name="T28" fmla="*/ 0 w 628"/>
                    <a:gd name="T29" fmla="*/ 0 h 629"/>
                    <a:gd name="T30" fmla="*/ 0 w 628"/>
                    <a:gd name="T31" fmla="*/ 0 h 629"/>
                    <a:gd name="T32" fmla="*/ 0 w 628"/>
                    <a:gd name="T33" fmla="*/ 0 h 629"/>
                    <a:gd name="T34" fmla="*/ 0 w 628"/>
                    <a:gd name="T35" fmla="*/ 0 h 629"/>
                    <a:gd name="T36" fmla="*/ 0 w 628"/>
                    <a:gd name="T37" fmla="*/ 0 h 629"/>
                    <a:gd name="T38" fmla="*/ 0 w 628"/>
                    <a:gd name="T39" fmla="*/ 0 h 629"/>
                    <a:gd name="T40" fmla="*/ 0 w 628"/>
                    <a:gd name="T41" fmla="*/ 0 h 629"/>
                    <a:gd name="T42" fmla="*/ 0 w 628"/>
                    <a:gd name="T43" fmla="*/ 0 h 629"/>
                    <a:gd name="T44" fmla="*/ 0 w 628"/>
                    <a:gd name="T45" fmla="*/ 0 h 629"/>
                    <a:gd name="T46" fmla="*/ 0 w 628"/>
                    <a:gd name="T47" fmla="*/ 0 h 629"/>
                    <a:gd name="T48" fmla="*/ 0 w 628"/>
                    <a:gd name="T49" fmla="*/ 0 h 629"/>
                    <a:gd name="T50" fmla="*/ 0 w 628"/>
                    <a:gd name="T51" fmla="*/ 0 h 629"/>
                    <a:gd name="T52" fmla="*/ 0 w 628"/>
                    <a:gd name="T53" fmla="*/ 0 h 629"/>
                    <a:gd name="T54" fmla="*/ 0 w 628"/>
                    <a:gd name="T55" fmla="*/ 0 h 629"/>
                    <a:gd name="T56" fmla="*/ 0 w 628"/>
                    <a:gd name="T57" fmla="*/ 0 h 629"/>
                    <a:gd name="T58" fmla="*/ 0 w 628"/>
                    <a:gd name="T59" fmla="*/ 0 h 629"/>
                    <a:gd name="T60" fmla="*/ 0 w 628"/>
                    <a:gd name="T61" fmla="*/ 0 h 629"/>
                    <a:gd name="T62" fmla="*/ 0 w 628"/>
                    <a:gd name="T63" fmla="*/ 0 h 629"/>
                    <a:gd name="T64" fmla="*/ 0 w 628"/>
                    <a:gd name="T65" fmla="*/ 0 h 629"/>
                    <a:gd name="T66" fmla="*/ 0 w 628"/>
                    <a:gd name="T67" fmla="*/ 0 h 6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9"/>
                    <a:gd name="T104" fmla="*/ 628 w 628"/>
                    <a:gd name="T105" fmla="*/ 629 h 6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9">
                      <a:moveTo>
                        <a:pt x="628" y="629"/>
                      </a:moveTo>
                      <a:lnTo>
                        <a:pt x="628" y="629"/>
                      </a:lnTo>
                      <a:lnTo>
                        <a:pt x="627" y="596"/>
                      </a:lnTo>
                      <a:lnTo>
                        <a:pt x="624" y="564"/>
                      </a:lnTo>
                      <a:lnTo>
                        <a:pt x="620" y="534"/>
                      </a:lnTo>
                      <a:lnTo>
                        <a:pt x="615" y="502"/>
                      </a:lnTo>
                      <a:lnTo>
                        <a:pt x="607" y="472"/>
                      </a:lnTo>
                      <a:lnTo>
                        <a:pt x="600" y="442"/>
                      </a:lnTo>
                      <a:lnTo>
                        <a:pt x="590" y="413"/>
                      </a:lnTo>
                      <a:lnTo>
                        <a:pt x="578" y="385"/>
                      </a:lnTo>
                      <a:lnTo>
                        <a:pt x="566" y="356"/>
                      </a:lnTo>
                      <a:lnTo>
                        <a:pt x="551" y="330"/>
                      </a:lnTo>
                      <a:lnTo>
                        <a:pt x="536" y="304"/>
                      </a:lnTo>
                      <a:lnTo>
                        <a:pt x="520" y="279"/>
                      </a:lnTo>
                      <a:lnTo>
                        <a:pt x="502" y="253"/>
                      </a:lnTo>
                      <a:lnTo>
                        <a:pt x="484" y="230"/>
                      </a:lnTo>
                      <a:lnTo>
                        <a:pt x="464" y="207"/>
                      </a:lnTo>
                      <a:lnTo>
                        <a:pt x="443" y="185"/>
                      </a:lnTo>
                      <a:lnTo>
                        <a:pt x="421" y="165"/>
                      </a:lnTo>
                      <a:lnTo>
                        <a:pt x="399" y="145"/>
                      </a:lnTo>
                      <a:lnTo>
                        <a:pt x="375" y="126"/>
                      </a:lnTo>
                      <a:lnTo>
                        <a:pt x="351" y="109"/>
                      </a:lnTo>
                      <a:lnTo>
                        <a:pt x="325" y="92"/>
                      </a:lnTo>
                      <a:lnTo>
                        <a:pt x="298" y="77"/>
                      </a:lnTo>
                      <a:lnTo>
                        <a:pt x="272" y="63"/>
                      </a:lnTo>
                      <a:lnTo>
                        <a:pt x="244" y="51"/>
                      </a:lnTo>
                      <a:lnTo>
                        <a:pt x="215" y="39"/>
                      </a:lnTo>
                      <a:lnTo>
                        <a:pt x="187" y="29"/>
                      </a:lnTo>
                      <a:lnTo>
                        <a:pt x="156" y="21"/>
                      </a:lnTo>
                      <a:lnTo>
                        <a:pt x="126" y="13"/>
                      </a:lnTo>
                      <a:lnTo>
                        <a:pt x="95" y="8"/>
                      </a:lnTo>
                      <a:lnTo>
                        <a:pt x="64" y="5"/>
                      </a:lnTo>
                      <a:lnTo>
                        <a:pt x="32" y="1"/>
                      </a:lnTo>
                      <a:lnTo>
                        <a:pt x="0" y="0"/>
                      </a:lnTo>
                      <a:lnTo>
                        <a:pt x="0" y="130"/>
                      </a:lnTo>
                      <a:lnTo>
                        <a:pt x="25" y="131"/>
                      </a:lnTo>
                      <a:lnTo>
                        <a:pt x="51" y="133"/>
                      </a:lnTo>
                      <a:lnTo>
                        <a:pt x="76" y="136"/>
                      </a:lnTo>
                      <a:lnTo>
                        <a:pt x="100" y="140"/>
                      </a:lnTo>
                      <a:lnTo>
                        <a:pt x="124" y="146"/>
                      </a:lnTo>
                      <a:lnTo>
                        <a:pt x="148" y="153"/>
                      </a:lnTo>
                      <a:lnTo>
                        <a:pt x="171" y="160"/>
                      </a:lnTo>
                      <a:lnTo>
                        <a:pt x="193" y="169"/>
                      </a:lnTo>
                      <a:lnTo>
                        <a:pt x="215" y="179"/>
                      </a:lnTo>
                      <a:lnTo>
                        <a:pt x="237" y="190"/>
                      </a:lnTo>
                      <a:lnTo>
                        <a:pt x="258" y="202"/>
                      </a:lnTo>
                      <a:lnTo>
                        <a:pt x="279" y="215"/>
                      </a:lnTo>
                      <a:lnTo>
                        <a:pt x="297" y="229"/>
                      </a:lnTo>
                      <a:lnTo>
                        <a:pt x="317" y="245"/>
                      </a:lnTo>
                      <a:lnTo>
                        <a:pt x="334" y="260"/>
                      </a:lnTo>
                      <a:lnTo>
                        <a:pt x="352" y="276"/>
                      </a:lnTo>
                      <a:lnTo>
                        <a:pt x="368" y="294"/>
                      </a:lnTo>
                      <a:lnTo>
                        <a:pt x="385" y="311"/>
                      </a:lnTo>
                      <a:lnTo>
                        <a:pt x="399" y="331"/>
                      </a:lnTo>
                      <a:lnTo>
                        <a:pt x="413" y="350"/>
                      </a:lnTo>
                      <a:lnTo>
                        <a:pt x="427" y="371"/>
                      </a:lnTo>
                      <a:lnTo>
                        <a:pt x="439" y="391"/>
                      </a:lnTo>
                      <a:lnTo>
                        <a:pt x="450" y="413"/>
                      </a:lnTo>
                      <a:lnTo>
                        <a:pt x="459" y="435"/>
                      </a:lnTo>
                      <a:lnTo>
                        <a:pt x="468" y="457"/>
                      </a:lnTo>
                      <a:lnTo>
                        <a:pt x="476" y="481"/>
                      </a:lnTo>
                      <a:lnTo>
                        <a:pt x="482" y="504"/>
                      </a:lnTo>
                      <a:lnTo>
                        <a:pt x="488" y="528"/>
                      </a:lnTo>
                      <a:lnTo>
                        <a:pt x="492" y="552"/>
                      </a:lnTo>
                      <a:lnTo>
                        <a:pt x="496" y="578"/>
                      </a:lnTo>
                      <a:lnTo>
                        <a:pt x="498" y="603"/>
                      </a:lnTo>
                      <a:lnTo>
                        <a:pt x="499" y="629"/>
                      </a:lnTo>
                      <a:lnTo>
                        <a:pt x="628" y="629"/>
                      </a:lnTo>
                      <a:close/>
                    </a:path>
                  </a:pathLst>
                </a:custGeom>
                <a:solidFill>
                  <a:srgbClr val="00A7D1"/>
                </a:solidFill>
                <a:ln>
                  <a:noFill/>
                </a:ln>
              </p:spPr>
              <p:txBody>
                <a:bodyPr/>
                <a:lstStyle/>
                <a:p>
                  <a:pPr>
                    <a:defRPr/>
                  </a:pPr>
                  <a:endParaRPr lang="en-US" sz="1050">
                    <a:latin typeface="+mj-lt"/>
                  </a:endParaRPr>
                </a:p>
              </p:txBody>
            </p:sp>
            <p:sp>
              <p:nvSpPr>
                <p:cNvPr id="41034" name="Freeform 222">
                  <a:extLst>
                    <a:ext uri="{FF2B5EF4-FFF2-40B4-BE49-F238E27FC236}">
                      <a16:creationId xmlns="" xmlns:a16="http://schemas.microsoft.com/office/drawing/2014/main" id="{588A0272-EA0E-B518-9454-42FBADC0B43C}"/>
                    </a:ext>
                  </a:extLst>
                </p:cNvPr>
                <p:cNvSpPr>
                  <a:spLocks/>
                </p:cNvSpPr>
                <p:nvPr/>
              </p:nvSpPr>
              <p:spPr bwMode="auto">
                <a:xfrm>
                  <a:off x="4382" y="3605"/>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2" y="627"/>
                      </a:lnTo>
                      <a:lnTo>
                        <a:pt x="64" y="625"/>
                      </a:lnTo>
                      <a:lnTo>
                        <a:pt x="95" y="620"/>
                      </a:lnTo>
                      <a:lnTo>
                        <a:pt x="126" y="615"/>
                      </a:lnTo>
                      <a:lnTo>
                        <a:pt x="156" y="607"/>
                      </a:lnTo>
                      <a:lnTo>
                        <a:pt x="187" y="599"/>
                      </a:lnTo>
                      <a:lnTo>
                        <a:pt x="215" y="589"/>
                      </a:lnTo>
                      <a:lnTo>
                        <a:pt x="244" y="577"/>
                      </a:lnTo>
                      <a:lnTo>
                        <a:pt x="272" y="565"/>
                      </a:lnTo>
                      <a:lnTo>
                        <a:pt x="298" y="551"/>
                      </a:lnTo>
                      <a:lnTo>
                        <a:pt x="325" y="536"/>
                      </a:lnTo>
                      <a:lnTo>
                        <a:pt x="351" y="520"/>
                      </a:lnTo>
                      <a:lnTo>
                        <a:pt x="375" y="502"/>
                      </a:lnTo>
                      <a:lnTo>
                        <a:pt x="399" y="483"/>
                      </a:lnTo>
                      <a:lnTo>
                        <a:pt x="421" y="463"/>
                      </a:lnTo>
                      <a:lnTo>
                        <a:pt x="443" y="443"/>
                      </a:lnTo>
                      <a:lnTo>
                        <a:pt x="464" y="422"/>
                      </a:lnTo>
                      <a:lnTo>
                        <a:pt x="484" y="399"/>
                      </a:lnTo>
                      <a:lnTo>
                        <a:pt x="502" y="375"/>
                      </a:lnTo>
                      <a:lnTo>
                        <a:pt x="520" y="351"/>
                      </a:lnTo>
                      <a:lnTo>
                        <a:pt x="536" y="324"/>
                      </a:lnTo>
                      <a:lnTo>
                        <a:pt x="551" y="298"/>
                      </a:lnTo>
                      <a:lnTo>
                        <a:pt x="566" y="272"/>
                      </a:lnTo>
                      <a:lnTo>
                        <a:pt x="578" y="243"/>
                      </a:lnTo>
                      <a:lnTo>
                        <a:pt x="590" y="215"/>
                      </a:lnTo>
                      <a:lnTo>
                        <a:pt x="600" y="186"/>
                      </a:lnTo>
                      <a:lnTo>
                        <a:pt x="607" y="157"/>
                      </a:lnTo>
                      <a:lnTo>
                        <a:pt x="615" y="126"/>
                      </a:lnTo>
                      <a:lnTo>
                        <a:pt x="620" y="94"/>
                      </a:lnTo>
                      <a:lnTo>
                        <a:pt x="624" y="64"/>
                      </a:lnTo>
                      <a:lnTo>
                        <a:pt x="627" y="32"/>
                      </a:lnTo>
                      <a:lnTo>
                        <a:pt x="628" y="0"/>
                      </a:lnTo>
                      <a:lnTo>
                        <a:pt x="499" y="0"/>
                      </a:lnTo>
                      <a:lnTo>
                        <a:pt x="498" y="25"/>
                      </a:lnTo>
                      <a:lnTo>
                        <a:pt x="496" y="50"/>
                      </a:lnTo>
                      <a:lnTo>
                        <a:pt x="492" y="76"/>
                      </a:lnTo>
                      <a:lnTo>
                        <a:pt x="488" y="100"/>
                      </a:lnTo>
                      <a:lnTo>
                        <a:pt x="482" y="124"/>
                      </a:lnTo>
                      <a:lnTo>
                        <a:pt x="476" y="148"/>
                      </a:lnTo>
                      <a:lnTo>
                        <a:pt x="468" y="171"/>
                      </a:lnTo>
                      <a:lnTo>
                        <a:pt x="459" y="194"/>
                      </a:lnTo>
                      <a:lnTo>
                        <a:pt x="450" y="216"/>
                      </a:lnTo>
                      <a:lnTo>
                        <a:pt x="439" y="237"/>
                      </a:lnTo>
                      <a:lnTo>
                        <a:pt x="427" y="258"/>
                      </a:lnTo>
                      <a:lnTo>
                        <a:pt x="413" y="278"/>
                      </a:lnTo>
                      <a:lnTo>
                        <a:pt x="399" y="298"/>
                      </a:lnTo>
                      <a:lnTo>
                        <a:pt x="385" y="317"/>
                      </a:lnTo>
                      <a:lnTo>
                        <a:pt x="368" y="334"/>
                      </a:lnTo>
                      <a:lnTo>
                        <a:pt x="352" y="352"/>
                      </a:lnTo>
                      <a:lnTo>
                        <a:pt x="334" y="368"/>
                      </a:lnTo>
                      <a:lnTo>
                        <a:pt x="317" y="385"/>
                      </a:lnTo>
                      <a:lnTo>
                        <a:pt x="297" y="399"/>
                      </a:lnTo>
                      <a:lnTo>
                        <a:pt x="279" y="413"/>
                      </a:lnTo>
                      <a:lnTo>
                        <a:pt x="258" y="426"/>
                      </a:lnTo>
                      <a:lnTo>
                        <a:pt x="237" y="438"/>
                      </a:lnTo>
                      <a:lnTo>
                        <a:pt x="215" y="449"/>
                      </a:lnTo>
                      <a:lnTo>
                        <a:pt x="193" y="459"/>
                      </a:lnTo>
                      <a:lnTo>
                        <a:pt x="171" y="468"/>
                      </a:lnTo>
                      <a:lnTo>
                        <a:pt x="148" y="476"/>
                      </a:lnTo>
                      <a:lnTo>
                        <a:pt x="124" y="483"/>
                      </a:lnTo>
                      <a:lnTo>
                        <a:pt x="100" y="489"/>
                      </a:lnTo>
                      <a:lnTo>
                        <a:pt x="76" y="492"/>
                      </a:lnTo>
                      <a:lnTo>
                        <a:pt x="51" y="495"/>
                      </a:lnTo>
                      <a:lnTo>
                        <a:pt x="25" y="497"/>
                      </a:lnTo>
                      <a:lnTo>
                        <a:pt x="0" y="499"/>
                      </a:lnTo>
                      <a:lnTo>
                        <a:pt x="0" y="628"/>
                      </a:lnTo>
                      <a:close/>
                    </a:path>
                  </a:pathLst>
                </a:custGeom>
                <a:solidFill>
                  <a:srgbClr val="00A7D1"/>
                </a:solidFill>
                <a:ln>
                  <a:noFill/>
                </a:ln>
              </p:spPr>
              <p:txBody>
                <a:bodyPr/>
                <a:lstStyle/>
                <a:p>
                  <a:pPr>
                    <a:defRPr/>
                  </a:pPr>
                  <a:endParaRPr lang="en-US" sz="1050">
                    <a:latin typeface="+mj-lt"/>
                  </a:endParaRPr>
                </a:p>
              </p:txBody>
            </p:sp>
            <p:sp>
              <p:nvSpPr>
                <p:cNvPr id="41035" name="Freeform 223">
                  <a:extLst>
                    <a:ext uri="{FF2B5EF4-FFF2-40B4-BE49-F238E27FC236}">
                      <a16:creationId xmlns="" xmlns:a16="http://schemas.microsoft.com/office/drawing/2014/main" id="{F29AAC1F-34DC-4AE6-3DCD-20C11D4021A9}"/>
                    </a:ext>
                  </a:extLst>
                </p:cNvPr>
                <p:cNvSpPr>
                  <a:spLocks/>
                </p:cNvSpPr>
                <p:nvPr/>
              </p:nvSpPr>
              <p:spPr bwMode="auto">
                <a:xfrm>
                  <a:off x="4357" y="3605"/>
                  <a:ext cx="24" cy="24"/>
                </a:xfrm>
                <a:custGeom>
                  <a:avLst/>
                  <a:gdLst>
                    <a:gd name="T0" fmla="*/ 0 w 629"/>
                    <a:gd name="T1" fmla="*/ 0 h 628"/>
                    <a:gd name="T2" fmla="*/ 0 w 629"/>
                    <a:gd name="T3" fmla="*/ 0 h 628"/>
                    <a:gd name="T4" fmla="*/ 0 w 629"/>
                    <a:gd name="T5" fmla="*/ 0 h 628"/>
                    <a:gd name="T6" fmla="*/ 0 w 629"/>
                    <a:gd name="T7" fmla="*/ 0 h 628"/>
                    <a:gd name="T8" fmla="*/ 0 w 629"/>
                    <a:gd name="T9" fmla="*/ 0 h 628"/>
                    <a:gd name="T10" fmla="*/ 0 w 629"/>
                    <a:gd name="T11" fmla="*/ 0 h 628"/>
                    <a:gd name="T12" fmla="*/ 0 w 629"/>
                    <a:gd name="T13" fmla="*/ 0 h 628"/>
                    <a:gd name="T14" fmla="*/ 0 w 629"/>
                    <a:gd name="T15" fmla="*/ 0 h 628"/>
                    <a:gd name="T16" fmla="*/ 0 w 629"/>
                    <a:gd name="T17" fmla="*/ 0 h 628"/>
                    <a:gd name="T18" fmla="*/ 0 w 629"/>
                    <a:gd name="T19" fmla="*/ 0 h 628"/>
                    <a:gd name="T20" fmla="*/ 0 w 629"/>
                    <a:gd name="T21" fmla="*/ 0 h 628"/>
                    <a:gd name="T22" fmla="*/ 0 w 629"/>
                    <a:gd name="T23" fmla="*/ 0 h 628"/>
                    <a:gd name="T24" fmla="*/ 0 w 629"/>
                    <a:gd name="T25" fmla="*/ 0 h 628"/>
                    <a:gd name="T26" fmla="*/ 0 w 629"/>
                    <a:gd name="T27" fmla="*/ 0 h 628"/>
                    <a:gd name="T28" fmla="*/ 0 w 629"/>
                    <a:gd name="T29" fmla="*/ 0 h 628"/>
                    <a:gd name="T30" fmla="*/ 0 w 629"/>
                    <a:gd name="T31" fmla="*/ 0 h 628"/>
                    <a:gd name="T32" fmla="*/ 0 w 629"/>
                    <a:gd name="T33" fmla="*/ 0 h 628"/>
                    <a:gd name="T34" fmla="*/ 0 w 629"/>
                    <a:gd name="T35" fmla="*/ 0 h 628"/>
                    <a:gd name="T36" fmla="*/ 0 w 629"/>
                    <a:gd name="T37" fmla="*/ 0 h 628"/>
                    <a:gd name="T38" fmla="*/ 0 w 629"/>
                    <a:gd name="T39" fmla="*/ 0 h 628"/>
                    <a:gd name="T40" fmla="*/ 0 w 629"/>
                    <a:gd name="T41" fmla="*/ 0 h 628"/>
                    <a:gd name="T42" fmla="*/ 0 w 629"/>
                    <a:gd name="T43" fmla="*/ 0 h 628"/>
                    <a:gd name="T44" fmla="*/ 0 w 629"/>
                    <a:gd name="T45" fmla="*/ 0 h 628"/>
                    <a:gd name="T46" fmla="*/ 0 w 629"/>
                    <a:gd name="T47" fmla="*/ 0 h 628"/>
                    <a:gd name="T48" fmla="*/ 0 w 629"/>
                    <a:gd name="T49" fmla="*/ 0 h 628"/>
                    <a:gd name="T50" fmla="*/ 0 w 629"/>
                    <a:gd name="T51" fmla="*/ 0 h 628"/>
                    <a:gd name="T52" fmla="*/ 0 w 629"/>
                    <a:gd name="T53" fmla="*/ 0 h 628"/>
                    <a:gd name="T54" fmla="*/ 0 w 629"/>
                    <a:gd name="T55" fmla="*/ 0 h 628"/>
                    <a:gd name="T56" fmla="*/ 0 w 629"/>
                    <a:gd name="T57" fmla="*/ 0 h 628"/>
                    <a:gd name="T58" fmla="*/ 0 w 629"/>
                    <a:gd name="T59" fmla="*/ 0 h 628"/>
                    <a:gd name="T60" fmla="*/ 0 w 629"/>
                    <a:gd name="T61" fmla="*/ 0 h 628"/>
                    <a:gd name="T62" fmla="*/ 0 w 629"/>
                    <a:gd name="T63" fmla="*/ 0 h 628"/>
                    <a:gd name="T64" fmla="*/ 0 w 629"/>
                    <a:gd name="T65" fmla="*/ 0 h 628"/>
                    <a:gd name="T66" fmla="*/ 0 w 629"/>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9"/>
                    <a:gd name="T103" fmla="*/ 0 h 628"/>
                    <a:gd name="T104" fmla="*/ 629 w 629"/>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9" h="628">
                      <a:moveTo>
                        <a:pt x="0" y="0"/>
                      </a:moveTo>
                      <a:lnTo>
                        <a:pt x="0" y="0"/>
                      </a:lnTo>
                      <a:lnTo>
                        <a:pt x="1" y="32"/>
                      </a:lnTo>
                      <a:lnTo>
                        <a:pt x="5" y="64"/>
                      </a:lnTo>
                      <a:lnTo>
                        <a:pt x="8" y="94"/>
                      </a:lnTo>
                      <a:lnTo>
                        <a:pt x="13" y="126"/>
                      </a:lnTo>
                      <a:lnTo>
                        <a:pt x="21" y="156"/>
                      </a:lnTo>
                      <a:lnTo>
                        <a:pt x="29" y="186"/>
                      </a:lnTo>
                      <a:lnTo>
                        <a:pt x="39" y="215"/>
                      </a:lnTo>
                      <a:lnTo>
                        <a:pt x="51" y="243"/>
                      </a:lnTo>
                      <a:lnTo>
                        <a:pt x="63" y="272"/>
                      </a:lnTo>
                      <a:lnTo>
                        <a:pt x="77" y="298"/>
                      </a:lnTo>
                      <a:lnTo>
                        <a:pt x="92" y="324"/>
                      </a:lnTo>
                      <a:lnTo>
                        <a:pt x="109" y="351"/>
                      </a:lnTo>
                      <a:lnTo>
                        <a:pt x="126" y="375"/>
                      </a:lnTo>
                      <a:lnTo>
                        <a:pt x="145" y="399"/>
                      </a:lnTo>
                      <a:lnTo>
                        <a:pt x="165" y="422"/>
                      </a:lnTo>
                      <a:lnTo>
                        <a:pt x="186" y="443"/>
                      </a:lnTo>
                      <a:lnTo>
                        <a:pt x="207" y="463"/>
                      </a:lnTo>
                      <a:lnTo>
                        <a:pt x="229" y="483"/>
                      </a:lnTo>
                      <a:lnTo>
                        <a:pt x="253" y="502"/>
                      </a:lnTo>
                      <a:lnTo>
                        <a:pt x="278" y="520"/>
                      </a:lnTo>
                      <a:lnTo>
                        <a:pt x="304" y="536"/>
                      </a:lnTo>
                      <a:lnTo>
                        <a:pt x="330" y="551"/>
                      </a:lnTo>
                      <a:lnTo>
                        <a:pt x="356" y="565"/>
                      </a:lnTo>
                      <a:lnTo>
                        <a:pt x="385" y="577"/>
                      </a:lnTo>
                      <a:lnTo>
                        <a:pt x="413" y="589"/>
                      </a:lnTo>
                      <a:lnTo>
                        <a:pt x="442" y="599"/>
                      </a:lnTo>
                      <a:lnTo>
                        <a:pt x="473" y="607"/>
                      </a:lnTo>
                      <a:lnTo>
                        <a:pt x="502" y="615"/>
                      </a:lnTo>
                      <a:lnTo>
                        <a:pt x="534" y="620"/>
                      </a:lnTo>
                      <a:lnTo>
                        <a:pt x="565" y="625"/>
                      </a:lnTo>
                      <a:lnTo>
                        <a:pt x="596" y="627"/>
                      </a:lnTo>
                      <a:lnTo>
                        <a:pt x="629" y="628"/>
                      </a:lnTo>
                      <a:lnTo>
                        <a:pt x="629" y="499"/>
                      </a:lnTo>
                      <a:lnTo>
                        <a:pt x="603" y="497"/>
                      </a:lnTo>
                      <a:lnTo>
                        <a:pt x="578" y="495"/>
                      </a:lnTo>
                      <a:lnTo>
                        <a:pt x="553" y="492"/>
                      </a:lnTo>
                      <a:lnTo>
                        <a:pt x="528" y="489"/>
                      </a:lnTo>
                      <a:lnTo>
                        <a:pt x="504" y="483"/>
                      </a:lnTo>
                      <a:lnTo>
                        <a:pt x="480" y="476"/>
                      </a:lnTo>
                      <a:lnTo>
                        <a:pt x="457" y="468"/>
                      </a:lnTo>
                      <a:lnTo>
                        <a:pt x="435" y="459"/>
                      </a:lnTo>
                      <a:lnTo>
                        <a:pt x="413" y="449"/>
                      </a:lnTo>
                      <a:lnTo>
                        <a:pt x="392" y="438"/>
                      </a:lnTo>
                      <a:lnTo>
                        <a:pt x="371" y="426"/>
                      </a:lnTo>
                      <a:lnTo>
                        <a:pt x="350" y="413"/>
                      </a:lnTo>
                      <a:lnTo>
                        <a:pt x="331" y="399"/>
                      </a:lnTo>
                      <a:lnTo>
                        <a:pt x="312" y="385"/>
                      </a:lnTo>
                      <a:lnTo>
                        <a:pt x="294" y="368"/>
                      </a:lnTo>
                      <a:lnTo>
                        <a:pt x="276" y="352"/>
                      </a:lnTo>
                      <a:lnTo>
                        <a:pt x="260" y="334"/>
                      </a:lnTo>
                      <a:lnTo>
                        <a:pt x="244" y="317"/>
                      </a:lnTo>
                      <a:lnTo>
                        <a:pt x="229" y="298"/>
                      </a:lnTo>
                      <a:lnTo>
                        <a:pt x="215" y="278"/>
                      </a:lnTo>
                      <a:lnTo>
                        <a:pt x="202" y="258"/>
                      </a:lnTo>
                      <a:lnTo>
                        <a:pt x="190" y="237"/>
                      </a:lnTo>
                      <a:lnTo>
                        <a:pt x="179" y="216"/>
                      </a:lnTo>
                      <a:lnTo>
                        <a:pt x="169" y="194"/>
                      </a:lnTo>
                      <a:lnTo>
                        <a:pt x="160" y="171"/>
                      </a:lnTo>
                      <a:lnTo>
                        <a:pt x="153" y="148"/>
                      </a:lnTo>
                      <a:lnTo>
                        <a:pt x="146" y="124"/>
                      </a:lnTo>
                      <a:lnTo>
                        <a:pt x="139" y="100"/>
                      </a:lnTo>
                      <a:lnTo>
                        <a:pt x="136" y="76"/>
                      </a:lnTo>
                      <a:lnTo>
                        <a:pt x="133" y="50"/>
                      </a:lnTo>
                      <a:lnTo>
                        <a:pt x="131" y="25"/>
                      </a:lnTo>
                      <a:lnTo>
                        <a:pt x="130" y="0"/>
                      </a:lnTo>
                      <a:lnTo>
                        <a:pt x="0" y="0"/>
                      </a:lnTo>
                      <a:close/>
                    </a:path>
                  </a:pathLst>
                </a:custGeom>
                <a:solidFill>
                  <a:srgbClr val="00A7D1"/>
                </a:solidFill>
                <a:ln>
                  <a:noFill/>
                </a:ln>
              </p:spPr>
              <p:txBody>
                <a:bodyPr/>
                <a:lstStyle/>
                <a:p>
                  <a:pPr>
                    <a:defRPr/>
                  </a:pPr>
                  <a:endParaRPr lang="en-US" sz="1050">
                    <a:latin typeface="+mj-lt"/>
                  </a:endParaRPr>
                </a:p>
              </p:txBody>
            </p:sp>
            <p:sp>
              <p:nvSpPr>
                <p:cNvPr id="41036" name="Freeform 224">
                  <a:extLst>
                    <a:ext uri="{FF2B5EF4-FFF2-40B4-BE49-F238E27FC236}">
                      <a16:creationId xmlns="" xmlns:a16="http://schemas.microsoft.com/office/drawing/2014/main" id="{C30813E1-2109-537B-8130-D580576F2F5D}"/>
                    </a:ext>
                  </a:extLst>
                </p:cNvPr>
                <p:cNvSpPr>
                  <a:spLocks/>
                </p:cNvSpPr>
                <p:nvPr/>
              </p:nvSpPr>
              <p:spPr bwMode="auto">
                <a:xfrm>
                  <a:off x="4357" y="3583"/>
                  <a:ext cx="24" cy="16"/>
                </a:xfrm>
                <a:custGeom>
                  <a:avLst/>
                  <a:gdLst>
                    <a:gd name="T0" fmla="*/ 0 w 629"/>
                    <a:gd name="T1" fmla="*/ 0 h 629"/>
                    <a:gd name="T2" fmla="*/ 0 w 629"/>
                    <a:gd name="T3" fmla="*/ 0 h 629"/>
                    <a:gd name="T4" fmla="*/ 0 w 629"/>
                    <a:gd name="T5" fmla="*/ 0 h 629"/>
                    <a:gd name="T6" fmla="*/ 0 w 629"/>
                    <a:gd name="T7" fmla="*/ 0 h 629"/>
                    <a:gd name="T8" fmla="*/ 0 w 629"/>
                    <a:gd name="T9" fmla="*/ 0 h 629"/>
                    <a:gd name="T10" fmla="*/ 0 w 629"/>
                    <a:gd name="T11" fmla="*/ 0 h 629"/>
                    <a:gd name="T12" fmla="*/ 0 w 629"/>
                    <a:gd name="T13" fmla="*/ 0 h 629"/>
                    <a:gd name="T14" fmla="*/ 0 w 629"/>
                    <a:gd name="T15" fmla="*/ 0 h 629"/>
                    <a:gd name="T16" fmla="*/ 0 w 629"/>
                    <a:gd name="T17" fmla="*/ 0 h 629"/>
                    <a:gd name="T18" fmla="*/ 0 w 629"/>
                    <a:gd name="T19" fmla="*/ 0 h 629"/>
                    <a:gd name="T20" fmla="*/ 0 w 629"/>
                    <a:gd name="T21" fmla="*/ 0 h 629"/>
                    <a:gd name="T22" fmla="*/ 0 w 629"/>
                    <a:gd name="T23" fmla="*/ 0 h 629"/>
                    <a:gd name="T24" fmla="*/ 0 w 629"/>
                    <a:gd name="T25" fmla="*/ 0 h 629"/>
                    <a:gd name="T26" fmla="*/ 0 w 629"/>
                    <a:gd name="T27" fmla="*/ 0 h 629"/>
                    <a:gd name="T28" fmla="*/ 0 w 629"/>
                    <a:gd name="T29" fmla="*/ 0 h 629"/>
                    <a:gd name="T30" fmla="*/ 0 w 629"/>
                    <a:gd name="T31" fmla="*/ 0 h 629"/>
                    <a:gd name="T32" fmla="*/ 0 w 629"/>
                    <a:gd name="T33" fmla="*/ 0 h 629"/>
                    <a:gd name="T34" fmla="*/ 0 w 629"/>
                    <a:gd name="T35" fmla="*/ 0 h 629"/>
                    <a:gd name="T36" fmla="*/ 0 w 629"/>
                    <a:gd name="T37" fmla="*/ 0 h 629"/>
                    <a:gd name="T38" fmla="*/ 0 w 629"/>
                    <a:gd name="T39" fmla="*/ 0 h 629"/>
                    <a:gd name="T40" fmla="*/ 0 w 629"/>
                    <a:gd name="T41" fmla="*/ 0 h 629"/>
                    <a:gd name="T42" fmla="*/ 0 w 629"/>
                    <a:gd name="T43" fmla="*/ 0 h 629"/>
                    <a:gd name="T44" fmla="*/ 0 w 629"/>
                    <a:gd name="T45" fmla="*/ 0 h 629"/>
                    <a:gd name="T46" fmla="*/ 0 w 629"/>
                    <a:gd name="T47" fmla="*/ 0 h 629"/>
                    <a:gd name="T48" fmla="*/ 0 w 629"/>
                    <a:gd name="T49" fmla="*/ 0 h 629"/>
                    <a:gd name="T50" fmla="*/ 0 w 629"/>
                    <a:gd name="T51" fmla="*/ 0 h 629"/>
                    <a:gd name="T52" fmla="*/ 0 w 629"/>
                    <a:gd name="T53" fmla="*/ 0 h 629"/>
                    <a:gd name="T54" fmla="*/ 0 w 629"/>
                    <a:gd name="T55" fmla="*/ 0 h 629"/>
                    <a:gd name="T56" fmla="*/ 0 w 629"/>
                    <a:gd name="T57" fmla="*/ 0 h 629"/>
                    <a:gd name="T58" fmla="*/ 0 w 629"/>
                    <a:gd name="T59" fmla="*/ 0 h 629"/>
                    <a:gd name="T60" fmla="*/ 0 w 629"/>
                    <a:gd name="T61" fmla="*/ 0 h 629"/>
                    <a:gd name="T62" fmla="*/ 0 w 629"/>
                    <a:gd name="T63" fmla="*/ 0 h 629"/>
                    <a:gd name="T64" fmla="*/ 0 w 629"/>
                    <a:gd name="T65" fmla="*/ 0 h 629"/>
                    <a:gd name="T66" fmla="*/ 0 w 629"/>
                    <a:gd name="T67" fmla="*/ 0 h 6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9"/>
                    <a:gd name="T103" fmla="*/ 0 h 629"/>
                    <a:gd name="T104" fmla="*/ 629 w 629"/>
                    <a:gd name="T105" fmla="*/ 629 h 6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9" h="629">
                      <a:moveTo>
                        <a:pt x="629" y="0"/>
                      </a:moveTo>
                      <a:lnTo>
                        <a:pt x="629" y="0"/>
                      </a:lnTo>
                      <a:lnTo>
                        <a:pt x="596" y="1"/>
                      </a:lnTo>
                      <a:lnTo>
                        <a:pt x="565" y="5"/>
                      </a:lnTo>
                      <a:lnTo>
                        <a:pt x="534" y="8"/>
                      </a:lnTo>
                      <a:lnTo>
                        <a:pt x="502" y="13"/>
                      </a:lnTo>
                      <a:lnTo>
                        <a:pt x="473" y="21"/>
                      </a:lnTo>
                      <a:lnTo>
                        <a:pt x="442" y="29"/>
                      </a:lnTo>
                      <a:lnTo>
                        <a:pt x="413" y="39"/>
                      </a:lnTo>
                      <a:lnTo>
                        <a:pt x="385" y="51"/>
                      </a:lnTo>
                      <a:lnTo>
                        <a:pt x="356" y="63"/>
                      </a:lnTo>
                      <a:lnTo>
                        <a:pt x="330" y="77"/>
                      </a:lnTo>
                      <a:lnTo>
                        <a:pt x="304" y="92"/>
                      </a:lnTo>
                      <a:lnTo>
                        <a:pt x="278" y="109"/>
                      </a:lnTo>
                      <a:lnTo>
                        <a:pt x="253" y="126"/>
                      </a:lnTo>
                      <a:lnTo>
                        <a:pt x="229" y="145"/>
                      </a:lnTo>
                      <a:lnTo>
                        <a:pt x="207" y="165"/>
                      </a:lnTo>
                      <a:lnTo>
                        <a:pt x="186" y="185"/>
                      </a:lnTo>
                      <a:lnTo>
                        <a:pt x="165" y="207"/>
                      </a:lnTo>
                      <a:lnTo>
                        <a:pt x="145" y="229"/>
                      </a:lnTo>
                      <a:lnTo>
                        <a:pt x="126" y="253"/>
                      </a:lnTo>
                      <a:lnTo>
                        <a:pt x="109" y="279"/>
                      </a:lnTo>
                      <a:lnTo>
                        <a:pt x="92" y="304"/>
                      </a:lnTo>
                      <a:lnTo>
                        <a:pt x="77" y="330"/>
                      </a:lnTo>
                      <a:lnTo>
                        <a:pt x="63" y="356"/>
                      </a:lnTo>
                      <a:lnTo>
                        <a:pt x="51" y="385"/>
                      </a:lnTo>
                      <a:lnTo>
                        <a:pt x="39" y="413"/>
                      </a:lnTo>
                      <a:lnTo>
                        <a:pt x="29" y="442"/>
                      </a:lnTo>
                      <a:lnTo>
                        <a:pt x="21" y="472"/>
                      </a:lnTo>
                      <a:lnTo>
                        <a:pt x="13" y="502"/>
                      </a:lnTo>
                      <a:lnTo>
                        <a:pt x="8" y="534"/>
                      </a:lnTo>
                      <a:lnTo>
                        <a:pt x="5" y="564"/>
                      </a:lnTo>
                      <a:lnTo>
                        <a:pt x="1" y="596"/>
                      </a:lnTo>
                      <a:lnTo>
                        <a:pt x="0" y="629"/>
                      </a:lnTo>
                      <a:lnTo>
                        <a:pt x="130" y="629"/>
                      </a:lnTo>
                      <a:lnTo>
                        <a:pt x="131" y="603"/>
                      </a:lnTo>
                      <a:lnTo>
                        <a:pt x="133" y="578"/>
                      </a:lnTo>
                      <a:lnTo>
                        <a:pt x="136" y="552"/>
                      </a:lnTo>
                      <a:lnTo>
                        <a:pt x="139" y="528"/>
                      </a:lnTo>
                      <a:lnTo>
                        <a:pt x="146" y="504"/>
                      </a:lnTo>
                      <a:lnTo>
                        <a:pt x="153" y="481"/>
                      </a:lnTo>
                      <a:lnTo>
                        <a:pt x="160" y="457"/>
                      </a:lnTo>
                      <a:lnTo>
                        <a:pt x="169" y="435"/>
                      </a:lnTo>
                      <a:lnTo>
                        <a:pt x="179" y="413"/>
                      </a:lnTo>
                      <a:lnTo>
                        <a:pt x="190" y="391"/>
                      </a:lnTo>
                      <a:lnTo>
                        <a:pt x="202" y="371"/>
                      </a:lnTo>
                      <a:lnTo>
                        <a:pt x="215" y="350"/>
                      </a:lnTo>
                      <a:lnTo>
                        <a:pt x="229" y="331"/>
                      </a:lnTo>
                      <a:lnTo>
                        <a:pt x="244" y="311"/>
                      </a:lnTo>
                      <a:lnTo>
                        <a:pt x="260" y="294"/>
                      </a:lnTo>
                      <a:lnTo>
                        <a:pt x="276" y="276"/>
                      </a:lnTo>
                      <a:lnTo>
                        <a:pt x="294" y="260"/>
                      </a:lnTo>
                      <a:lnTo>
                        <a:pt x="312" y="245"/>
                      </a:lnTo>
                      <a:lnTo>
                        <a:pt x="331" y="229"/>
                      </a:lnTo>
                      <a:lnTo>
                        <a:pt x="350" y="215"/>
                      </a:lnTo>
                      <a:lnTo>
                        <a:pt x="371" y="202"/>
                      </a:lnTo>
                      <a:lnTo>
                        <a:pt x="392" y="190"/>
                      </a:lnTo>
                      <a:lnTo>
                        <a:pt x="413" y="179"/>
                      </a:lnTo>
                      <a:lnTo>
                        <a:pt x="435" y="169"/>
                      </a:lnTo>
                      <a:lnTo>
                        <a:pt x="457" y="160"/>
                      </a:lnTo>
                      <a:lnTo>
                        <a:pt x="480" y="153"/>
                      </a:lnTo>
                      <a:lnTo>
                        <a:pt x="504" y="146"/>
                      </a:lnTo>
                      <a:lnTo>
                        <a:pt x="528" y="140"/>
                      </a:lnTo>
                      <a:lnTo>
                        <a:pt x="553" y="136"/>
                      </a:lnTo>
                      <a:lnTo>
                        <a:pt x="578" y="133"/>
                      </a:lnTo>
                      <a:lnTo>
                        <a:pt x="603" y="131"/>
                      </a:lnTo>
                      <a:lnTo>
                        <a:pt x="629" y="130"/>
                      </a:lnTo>
                      <a:lnTo>
                        <a:pt x="629" y="0"/>
                      </a:lnTo>
                      <a:close/>
                    </a:path>
                  </a:pathLst>
                </a:custGeom>
                <a:solidFill>
                  <a:srgbClr val="00A7D1"/>
                </a:solidFill>
                <a:ln>
                  <a:noFill/>
                </a:ln>
              </p:spPr>
              <p:txBody>
                <a:bodyPr/>
                <a:lstStyle/>
                <a:p>
                  <a:pPr>
                    <a:defRPr/>
                  </a:pPr>
                  <a:endParaRPr lang="en-US" sz="1050">
                    <a:latin typeface="+mj-lt"/>
                  </a:endParaRPr>
                </a:p>
              </p:txBody>
            </p:sp>
            <p:sp>
              <p:nvSpPr>
                <p:cNvPr id="41037" name="Freeform 225">
                  <a:extLst>
                    <a:ext uri="{FF2B5EF4-FFF2-40B4-BE49-F238E27FC236}">
                      <a16:creationId xmlns="" xmlns:a16="http://schemas.microsoft.com/office/drawing/2014/main" id="{1C0F7442-4834-02FF-C860-85B725B4C841}"/>
                    </a:ext>
                  </a:extLst>
                </p:cNvPr>
                <p:cNvSpPr>
                  <a:spLocks/>
                </p:cNvSpPr>
                <p:nvPr/>
              </p:nvSpPr>
              <p:spPr bwMode="auto">
                <a:xfrm>
                  <a:off x="4382" y="3731"/>
                  <a:ext cx="24"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6" y="595"/>
                      </a:lnTo>
                      <a:lnTo>
                        <a:pt x="624" y="564"/>
                      </a:lnTo>
                      <a:lnTo>
                        <a:pt x="620" y="533"/>
                      </a:lnTo>
                      <a:lnTo>
                        <a:pt x="614" y="502"/>
                      </a:lnTo>
                      <a:lnTo>
                        <a:pt x="608" y="472"/>
                      </a:lnTo>
                      <a:lnTo>
                        <a:pt x="599" y="442"/>
                      </a:lnTo>
                      <a:lnTo>
                        <a:pt x="589" y="412"/>
                      </a:lnTo>
                      <a:lnTo>
                        <a:pt x="577" y="384"/>
                      </a:lnTo>
                      <a:lnTo>
                        <a:pt x="565" y="357"/>
                      </a:lnTo>
                      <a:lnTo>
                        <a:pt x="551" y="329"/>
                      </a:lnTo>
                      <a:lnTo>
                        <a:pt x="536" y="303"/>
                      </a:lnTo>
                      <a:lnTo>
                        <a:pt x="520" y="278"/>
                      </a:lnTo>
                      <a:lnTo>
                        <a:pt x="502" y="252"/>
                      </a:lnTo>
                      <a:lnTo>
                        <a:pt x="484" y="229"/>
                      </a:lnTo>
                      <a:lnTo>
                        <a:pt x="464" y="206"/>
                      </a:lnTo>
                      <a:lnTo>
                        <a:pt x="443" y="185"/>
                      </a:lnTo>
                      <a:lnTo>
                        <a:pt x="422" y="164"/>
                      </a:lnTo>
                      <a:lnTo>
                        <a:pt x="399" y="144"/>
                      </a:lnTo>
                      <a:lnTo>
                        <a:pt x="374" y="125"/>
                      </a:lnTo>
                      <a:lnTo>
                        <a:pt x="350" y="108"/>
                      </a:lnTo>
                      <a:lnTo>
                        <a:pt x="325" y="91"/>
                      </a:lnTo>
                      <a:lnTo>
                        <a:pt x="299" y="76"/>
                      </a:lnTo>
                      <a:lnTo>
                        <a:pt x="271" y="63"/>
                      </a:lnTo>
                      <a:lnTo>
                        <a:pt x="243" y="50"/>
                      </a:lnTo>
                      <a:lnTo>
                        <a:pt x="214" y="39"/>
                      </a:lnTo>
                      <a:lnTo>
                        <a:pt x="186" y="29"/>
                      </a:lnTo>
                      <a:lnTo>
                        <a:pt x="156" y="20"/>
                      </a:lnTo>
                      <a:lnTo>
                        <a:pt x="126" y="14"/>
                      </a:lnTo>
                      <a:lnTo>
                        <a:pt x="95" y="7"/>
                      </a:lnTo>
                      <a:lnTo>
                        <a:pt x="63" y="4"/>
                      </a:lnTo>
                      <a:lnTo>
                        <a:pt x="31" y="2"/>
                      </a:lnTo>
                      <a:lnTo>
                        <a:pt x="0" y="0"/>
                      </a:lnTo>
                      <a:lnTo>
                        <a:pt x="0" y="130"/>
                      </a:lnTo>
                      <a:lnTo>
                        <a:pt x="25" y="130"/>
                      </a:lnTo>
                      <a:lnTo>
                        <a:pt x="50" y="132"/>
                      </a:lnTo>
                      <a:lnTo>
                        <a:pt x="75" y="135"/>
                      </a:lnTo>
                      <a:lnTo>
                        <a:pt x="99" y="140"/>
                      </a:lnTo>
                      <a:lnTo>
                        <a:pt x="124" y="145"/>
                      </a:lnTo>
                      <a:lnTo>
                        <a:pt x="148" y="152"/>
                      </a:lnTo>
                      <a:lnTo>
                        <a:pt x="171" y="159"/>
                      </a:lnTo>
                      <a:lnTo>
                        <a:pt x="194" y="168"/>
                      </a:lnTo>
                      <a:lnTo>
                        <a:pt x="216" y="179"/>
                      </a:lnTo>
                      <a:lnTo>
                        <a:pt x="236" y="190"/>
                      </a:lnTo>
                      <a:lnTo>
                        <a:pt x="257" y="202"/>
                      </a:lnTo>
                      <a:lnTo>
                        <a:pt x="278" y="215"/>
                      </a:lnTo>
                      <a:lnTo>
                        <a:pt x="298" y="228"/>
                      </a:lnTo>
                      <a:lnTo>
                        <a:pt x="316" y="244"/>
                      </a:lnTo>
                      <a:lnTo>
                        <a:pt x="334" y="259"/>
                      </a:lnTo>
                      <a:lnTo>
                        <a:pt x="351" y="275"/>
                      </a:lnTo>
                      <a:lnTo>
                        <a:pt x="368" y="293"/>
                      </a:lnTo>
                      <a:lnTo>
                        <a:pt x="384" y="312"/>
                      </a:lnTo>
                      <a:lnTo>
                        <a:pt x="399" y="330"/>
                      </a:lnTo>
                      <a:lnTo>
                        <a:pt x="413" y="350"/>
                      </a:lnTo>
                      <a:lnTo>
                        <a:pt x="426" y="370"/>
                      </a:lnTo>
                      <a:lnTo>
                        <a:pt x="438" y="390"/>
                      </a:lnTo>
                      <a:lnTo>
                        <a:pt x="449" y="412"/>
                      </a:lnTo>
                      <a:lnTo>
                        <a:pt x="459" y="434"/>
                      </a:lnTo>
                      <a:lnTo>
                        <a:pt x="468" y="457"/>
                      </a:lnTo>
                      <a:lnTo>
                        <a:pt x="475" y="480"/>
                      </a:lnTo>
                      <a:lnTo>
                        <a:pt x="483" y="503"/>
                      </a:lnTo>
                      <a:lnTo>
                        <a:pt x="488" y="527"/>
                      </a:lnTo>
                      <a:lnTo>
                        <a:pt x="493" y="553"/>
                      </a:lnTo>
                      <a:lnTo>
                        <a:pt x="496" y="577"/>
                      </a:lnTo>
                      <a:lnTo>
                        <a:pt x="497" y="602"/>
                      </a:lnTo>
                      <a:lnTo>
                        <a:pt x="498" y="628"/>
                      </a:lnTo>
                      <a:lnTo>
                        <a:pt x="628" y="628"/>
                      </a:lnTo>
                      <a:close/>
                    </a:path>
                  </a:pathLst>
                </a:custGeom>
                <a:solidFill>
                  <a:srgbClr val="EF2B2F"/>
                </a:solidFill>
                <a:ln>
                  <a:noFill/>
                </a:ln>
              </p:spPr>
              <p:txBody>
                <a:bodyPr/>
                <a:lstStyle/>
                <a:p>
                  <a:pPr>
                    <a:defRPr/>
                  </a:pPr>
                  <a:endParaRPr lang="en-US" sz="1050">
                    <a:latin typeface="+mj-lt"/>
                  </a:endParaRPr>
                </a:p>
              </p:txBody>
            </p:sp>
            <p:sp>
              <p:nvSpPr>
                <p:cNvPr id="41038" name="Freeform 226">
                  <a:extLst>
                    <a:ext uri="{FF2B5EF4-FFF2-40B4-BE49-F238E27FC236}">
                      <a16:creationId xmlns="" xmlns:a16="http://schemas.microsoft.com/office/drawing/2014/main" id="{E8AE4688-CDE2-C6FA-7536-FD8AED6C1E68}"/>
                    </a:ext>
                  </a:extLst>
                </p:cNvPr>
                <p:cNvSpPr>
                  <a:spLocks/>
                </p:cNvSpPr>
                <p:nvPr/>
              </p:nvSpPr>
              <p:spPr bwMode="auto">
                <a:xfrm>
                  <a:off x="4382" y="3754"/>
                  <a:ext cx="24"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1" y="627"/>
                      </a:lnTo>
                      <a:lnTo>
                        <a:pt x="63" y="625"/>
                      </a:lnTo>
                      <a:lnTo>
                        <a:pt x="95" y="620"/>
                      </a:lnTo>
                      <a:lnTo>
                        <a:pt x="126" y="615"/>
                      </a:lnTo>
                      <a:lnTo>
                        <a:pt x="156" y="608"/>
                      </a:lnTo>
                      <a:lnTo>
                        <a:pt x="186" y="599"/>
                      </a:lnTo>
                      <a:lnTo>
                        <a:pt x="214" y="590"/>
                      </a:lnTo>
                      <a:lnTo>
                        <a:pt x="243" y="579"/>
                      </a:lnTo>
                      <a:lnTo>
                        <a:pt x="271" y="565"/>
                      </a:lnTo>
                      <a:lnTo>
                        <a:pt x="299" y="551"/>
                      </a:lnTo>
                      <a:lnTo>
                        <a:pt x="325" y="537"/>
                      </a:lnTo>
                      <a:lnTo>
                        <a:pt x="350" y="521"/>
                      </a:lnTo>
                      <a:lnTo>
                        <a:pt x="374" y="503"/>
                      </a:lnTo>
                      <a:lnTo>
                        <a:pt x="399" y="484"/>
                      </a:lnTo>
                      <a:lnTo>
                        <a:pt x="422" y="465"/>
                      </a:lnTo>
                      <a:lnTo>
                        <a:pt x="443" y="444"/>
                      </a:lnTo>
                      <a:lnTo>
                        <a:pt x="464" y="422"/>
                      </a:lnTo>
                      <a:lnTo>
                        <a:pt x="484" y="399"/>
                      </a:lnTo>
                      <a:lnTo>
                        <a:pt x="502" y="375"/>
                      </a:lnTo>
                      <a:lnTo>
                        <a:pt x="520" y="351"/>
                      </a:lnTo>
                      <a:lnTo>
                        <a:pt x="536" y="326"/>
                      </a:lnTo>
                      <a:lnTo>
                        <a:pt x="551" y="299"/>
                      </a:lnTo>
                      <a:lnTo>
                        <a:pt x="565" y="272"/>
                      </a:lnTo>
                      <a:lnTo>
                        <a:pt x="577" y="243"/>
                      </a:lnTo>
                      <a:lnTo>
                        <a:pt x="589" y="216"/>
                      </a:lnTo>
                      <a:lnTo>
                        <a:pt x="599" y="186"/>
                      </a:lnTo>
                      <a:lnTo>
                        <a:pt x="608" y="157"/>
                      </a:lnTo>
                      <a:lnTo>
                        <a:pt x="614" y="126"/>
                      </a:lnTo>
                      <a:lnTo>
                        <a:pt x="620" y="95"/>
                      </a:lnTo>
                      <a:lnTo>
                        <a:pt x="624" y="64"/>
                      </a:lnTo>
                      <a:lnTo>
                        <a:pt x="626" y="32"/>
                      </a:lnTo>
                      <a:lnTo>
                        <a:pt x="628" y="0"/>
                      </a:lnTo>
                      <a:lnTo>
                        <a:pt x="498" y="0"/>
                      </a:lnTo>
                      <a:lnTo>
                        <a:pt x="497" y="25"/>
                      </a:lnTo>
                      <a:lnTo>
                        <a:pt x="496" y="51"/>
                      </a:lnTo>
                      <a:lnTo>
                        <a:pt x="493" y="76"/>
                      </a:lnTo>
                      <a:lnTo>
                        <a:pt x="488" y="100"/>
                      </a:lnTo>
                      <a:lnTo>
                        <a:pt x="483" y="124"/>
                      </a:lnTo>
                      <a:lnTo>
                        <a:pt x="475" y="148"/>
                      </a:lnTo>
                      <a:lnTo>
                        <a:pt x="468" y="171"/>
                      </a:lnTo>
                      <a:lnTo>
                        <a:pt x="459" y="194"/>
                      </a:lnTo>
                      <a:lnTo>
                        <a:pt x="449" y="216"/>
                      </a:lnTo>
                      <a:lnTo>
                        <a:pt x="438" y="237"/>
                      </a:lnTo>
                      <a:lnTo>
                        <a:pt x="426" y="258"/>
                      </a:lnTo>
                      <a:lnTo>
                        <a:pt x="413" y="278"/>
                      </a:lnTo>
                      <a:lnTo>
                        <a:pt x="399" y="298"/>
                      </a:lnTo>
                      <a:lnTo>
                        <a:pt x="384" y="317"/>
                      </a:lnTo>
                      <a:lnTo>
                        <a:pt x="368" y="335"/>
                      </a:lnTo>
                      <a:lnTo>
                        <a:pt x="351" y="352"/>
                      </a:lnTo>
                      <a:lnTo>
                        <a:pt x="334" y="369"/>
                      </a:lnTo>
                      <a:lnTo>
                        <a:pt x="316" y="385"/>
                      </a:lnTo>
                      <a:lnTo>
                        <a:pt x="298" y="400"/>
                      </a:lnTo>
                      <a:lnTo>
                        <a:pt x="278" y="413"/>
                      </a:lnTo>
                      <a:lnTo>
                        <a:pt x="257" y="426"/>
                      </a:lnTo>
                      <a:lnTo>
                        <a:pt x="236" y="438"/>
                      </a:lnTo>
                      <a:lnTo>
                        <a:pt x="216" y="449"/>
                      </a:lnTo>
                      <a:lnTo>
                        <a:pt x="194" y="459"/>
                      </a:lnTo>
                      <a:lnTo>
                        <a:pt x="171" y="468"/>
                      </a:lnTo>
                      <a:lnTo>
                        <a:pt x="148" y="477"/>
                      </a:lnTo>
                      <a:lnTo>
                        <a:pt x="124" y="483"/>
                      </a:lnTo>
                      <a:lnTo>
                        <a:pt x="99" y="489"/>
                      </a:lnTo>
                      <a:lnTo>
                        <a:pt x="75" y="493"/>
                      </a:lnTo>
                      <a:lnTo>
                        <a:pt x="50" y="496"/>
                      </a:lnTo>
                      <a:lnTo>
                        <a:pt x="25" y="498"/>
                      </a:lnTo>
                      <a:lnTo>
                        <a:pt x="0" y="499"/>
                      </a:lnTo>
                      <a:lnTo>
                        <a:pt x="0" y="628"/>
                      </a:lnTo>
                      <a:close/>
                    </a:path>
                  </a:pathLst>
                </a:custGeom>
                <a:solidFill>
                  <a:srgbClr val="EF2B2F"/>
                </a:solidFill>
                <a:ln>
                  <a:noFill/>
                </a:ln>
              </p:spPr>
              <p:txBody>
                <a:bodyPr/>
                <a:lstStyle/>
                <a:p>
                  <a:pPr>
                    <a:defRPr/>
                  </a:pPr>
                  <a:endParaRPr lang="en-US" sz="1050">
                    <a:latin typeface="+mj-lt"/>
                  </a:endParaRPr>
                </a:p>
              </p:txBody>
            </p:sp>
            <p:sp>
              <p:nvSpPr>
                <p:cNvPr id="41039" name="Freeform 227">
                  <a:extLst>
                    <a:ext uri="{FF2B5EF4-FFF2-40B4-BE49-F238E27FC236}">
                      <a16:creationId xmlns="" xmlns:a16="http://schemas.microsoft.com/office/drawing/2014/main" id="{EC9D5627-6BA6-66A1-D40A-D8FF99A07014}"/>
                    </a:ext>
                  </a:extLst>
                </p:cNvPr>
                <p:cNvSpPr>
                  <a:spLocks/>
                </p:cNvSpPr>
                <p:nvPr/>
              </p:nvSpPr>
              <p:spPr bwMode="auto">
                <a:xfrm>
                  <a:off x="4357" y="3754"/>
                  <a:ext cx="24"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1" y="32"/>
                      </a:lnTo>
                      <a:lnTo>
                        <a:pt x="3" y="64"/>
                      </a:lnTo>
                      <a:lnTo>
                        <a:pt x="6" y="95"/>
                      </a:lnTo>
                      <a:lnTo>
                        <a:pt x="13" y="126"/>
                      </a:lnTo>
                      <a:lnTo>
                        <a:pt x="20" y="157"/>
                      </a:lnTo>
                      <a:lnTo>
                        <a:pt x="28" y="186"/>
                      </a:lnTo>
                      <a:lnTo>
                        <a:pt x="38" y="216"/>
                      </a:lnTo>
                      <a:lnTo>
                        <a:pt x="49" y="243"/>
                      </a:lnTo>
                      <a:lnTo>
                        <a:pt x="61" y="272"/>
                      </a:lnTo>
                      <a:lnTo>
                        <a:pt x="75" y="299"/>
                      </a:lnTo>
                      <a:lnTo>
                        <a:pt x="91" y="326"/>
                      </a:lnTo>
                      <a:lnTo>
                        <a:pt x="107" y="351"/>
                      </a:lnTo>
                      <a:lnTo>
                        <a:pt x="125" y="375"/>
                      </a:lnTo>
                      <a:lnTo>
                        <a:pt x="143" y="399"/>
                      </a:lnTo>
                      <a:lnTo>
                        <a:pt x="163" y="422"/>
                      </a:lnTo>
                      <a:lnTo>
                        <a:pt x="184" y="444"/>
                      </a:lnTo>
                      <a:lnTo>
                        <a:pt x="206" y="465"/>
                      </a:lnTo>
                      <a:lnTo>
                        <a:pt x="228" y="484"/>
                      </a:lnTo>
                      <a:lnTo>
                        <a:pt x="252" y="503"/>
                      </a:lnTo>
                      <a:lnTo>
                        <a:pt x="277" y="521"/>
                      </a:lnTo>
                      <a:lnTo>
                        <a:pt x="302" y="537"/>
                      </a:lnTo>
                      <a:lnTo>
                        <a:pt x="329" y="551"/>
                      </a:lnTo>
                      <a:lnTo>
                        <a:pt x="356" y="565"/>
                      </a:lnTo>
                      <a:lnTo>
                        <a:pt x="383" y="579"/>
                      </a:lnTo>
                      <a:lnTo>
                        <a:pt x="412" y="590"/>
                      </a:lnTo>
                      <a:lnTo>
                        <a:pt x="441" y="599"/>
                      </a:lnTo>
                      <a:lnTo>
                        <a:pt x="471" y="608"/>
                      </a:lnTo>
                      <a:lnTo>
                        <a:pt x="502" y="615"/>
                      </a:lnTo>
                      <a:lnTo>
                        <a:pt x="532" y="620"/>
                      </a:lnTo>
                      <a:lnTo>
                        <a:pt x="564" y="625"/>
                      </a:lnTo>
                      <a:lnTo>
                        <a:pt x="596" y="627"/>
                      </a:lnTo>
                      <a:lnTo>
                        <a:pt x="628" y="628"/>
                      </a:lnTo>
                      <a:lnTo>
                        <a:pt x="628" y="499"/>
                      </a:lnTo>
                      <a:lnTo>
                        <a:pt x="601" y="498"/>
                      </a:lnTo>
                      <a:lnTo>
                        <a:pt x="576" y="496"/>
                      </a:lnTo>
                      <a:lnTo>
                        <a:pt x="551" y="493"/>
                      </a:lnTo>
                      <a:lnTo>
                        <a:pt x="527" y="489"/>
                      </a:lnTo>
                      <a:lnTo>
                        <a:pt x="503" y="483"/>
                      </a:lnTo>
                      <a:lnTo>
                        <a:pt x="480" y="477"/>
                      </a:lnTo>
                      <a:lnTo>
                        <a:pt x="457" y="468"/>
                      </a:lnTo>
                      <a:lnTo>
                        <a:pt x="434" y="459"/>
                      </a:lnTo>
                      <a:lnTo>
                        <a:pt x="412" y="449"/>
                      </a:lnTo>
                      <a:lnTo>
                        <a:pt x="390" y="438"/>
                      </a:lnTo>
                      <a:lnTo>
                        <a:pt x="369" y="426"/>
                      </a:lnTo>
                      <a:lnTo>
                        <a:pt x="349" y="413"/>
                      </a:lnTo>
                      <a:lnTo>
                        <a:pt x="330" y="400"/>
                      </a:lnTo>
                      <a:lnTo>
                        <a:pt x="311" y="385"/>
                      </a:lnTo>
                      <a:lnTo>
                        <a:pt x="292" y="369"/>
                      </a:lnTo>
                      <a:lnTo>
                        <a:pt x="275" y="353"/>
                      </a:lnTo>
                      <a:lnTo>
                        <a:pt x="258" y="335"/>
                      </a:lnTo>
                      <a:lnTo>
                        <a:pt x="243" y="317"/>
                      </a:lnTo>
                      <a:lnTo>
                        <a:pt x="228" y="298"/>
                      </a:lnTo>
                      <a:lnTo>
                        <a:pt x="215" y="278"/>
                      </a:lnTo>
                      <a:lnTo>
                        <a:pt x="200" y="258"/>
                      </a:lnTo>
                      <a:lnTo>
                        <a:pt x="188" y="237"/>
                      </a:lnTo>
                      <a:lnTo>
                        <a:pt x="177" y="216"/>
                      </a:lnTo>
                      <a:lnTo>
                        <a:pt x="167" y="194"/>
                      </a:lnTo>
                      <a:lnTo>
                        <a:pt x="159" y="171"/>
                      </a:lnTo>
                      <a:lnTo>
                        <a:pt x="151" y="148"/>
                      </a:lnTo>
                      <a:lnTo>
                        <a:pt x="144" y="125"/>
                      </a:lnTo>
                      <a:lnTo>
                        <a:pt x="139" y="100"/>
                      </a:lnTo>
                      <a:lnTo>
                        <a:pt x="135" y="76"/>
                      </a:lnTo>
                      <a:lnTo>
                        <a:pt x="131" y="51"/>
                      </a:lnTo>
                      <a:lnTo>
                        <a:pt x="129" y="25"/>
                      </a:lnTo>
                      <a:lnTo>
                        <a:pt x="129" y="0"/>
                      </a:lnTo>
                      <a:lnTo>
                        <a:pt x="0" y="0"/>
                      </a:lnTo>
                      <a:close/>
                    </a:path>
                  </a:pathLst>
                </a:custGeom>
                <a:solidFill>
                  <a:srgbClr val="EF2B2F"/>
                </a:solidFill>
                <a:ln>
                  <a:noFill/>
                </a:ln>
              </p:spPr>
              <p:txBody>
                <a:bodyPr/>
                <a:lstStyle/>
                <a:p>
                  <a:pPr>
                    <a:defRPr/>
                  </a:pPr>
                  <a:endParaRPr lang="en-US" sz="1050">
                    <a:latin typeface="+mj-lt"/>
                  </a:endParaRPr>
                </a:p>
              </p:txBody>
            </p:sp>
            <p:sp>
              <p:nvSpPr>
                <p:cNvPr id="41040" name="Freeform 228">
                  <a:extLst>
                    <a:ext uri="{FF2B5EF4-FFF2-40B4-BE49-F238E27FC236}">
                      <a16:creationId xmlns="" xmlns:a16="http://schemas.microsoft.com/office/drawing/2014/main" id="{9E22340D-5689-3B46-8A51-9089E9E8C530}"/>
                    </a:ext>
                  </a:extLst>
                </p:cNvPr>
                <p:cNvSpPr>
                  <a:spLocks/>
                </p:cNvSpPr>
                <p:nvPr/>
              </p:nvSpPr>
              <p:spPr bwMode="auto">
                <a:xfrm>
                  <a:off x="4357" y="3731"/>
                  <a:ext cx="24"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5" y="2"/>
                      </a:lnTo>
                      <a:lnTo>
                        <a:pt x="563" y="4"/>
                      </a:lnTo>
                      <a:lnTo>
                        <a:pt x="532" y="7"/>
                      </a:lnTo>
                      <a:lnTo>
                        <a:pt x="502" y="14"/>
                      </a:lnTo>
                      <a:lnTo>
                        <a:pt x="471" y="20"/>
                      </a:lnTo>
                      <a:lnTo>
                        <a:pt x="441" y="29"/>
                      </a:lnTo>
                      <a:lnTo>
                        <a:pt x="412" y="39"/>
                      </a:lnTo>
                      <a:lnTo>
                        <a:pt x="383" y="50"/>
                      </a:lnTo>
                      <a:lnTo>
                        <a:pt x="356" y="63"/>
                      </a:lnTo>
                      <a:lnTo>
                        <a:pt x="329" y="76"/>
                      </a:lnTo>
                      <a:lnTo>
                        <a:pt x="302" y="91"/>
                      </a:lnTo>
                      <a:lnTo>
                        <a:pt x="277" y="108"/>
                      </a:lnTo>
                      <a:lnTo>
                        <a:pt x="252" y="125"/>
                      </a:lnTo>
                      <a:lnTo>
                        <a:pt x="228" y="144"/>
                      </a:lnTo>
                      <a:lnTo>
                        <a:pt x="206" y="164"/>
                      </a:lnTo>
                      <a:lnTo>
                        <a:pt x="184" y="185"/>
                      </a:lnTo>
                      <a:lnTo>
                        <a:pt x="163" y="206"/>
                      </a:lnTo>
                      <a:lnTo>
                        <a:pt x="143" y="229"/>
                      </a:lnTo>
                      <a:lnTo>
                        <a:pt x="125" y="252"/>
                      </a:lnTo>
                      <a:lnTo>
                        <a:pt x="107" y="278"/>
                      </a:lnTo>
                      <a:lnTo>
                        <a:pt x="91" y="303"/>
                      </a:lnTo>
                      <a:lnTo>
                        <a:pt x="75" y="329"/>
                      </a:lnTo>
                      <a:lnTo>
                        <a:pt x="61" y="357"/>
                      </a:lnTo>
                      <a:lnTo>
                        <a:pt x="49" y="384"/>
                      </a:lnTo>
                      <a:lnTo>
                        <a:pt x="38" y="412"/>
                      </a:lnTo>
                      <a:lnTo>
                        <a:pt x="28" y="442"/>
                      </a:lnTo>
                      <a:lnTo>
                        <a:pt x="20" y="472"/>
                      </a:lnTo>
                      <a:lnTo>
                        <a:pt x="13" y="502"/>
                      </a:lnTo>
                      <a:lnTo>
                        <a:pt x="6" y="533"/>
                      </a:lnTo>
                      <a:lnTo>
                        <a:pt x="3" y="565"/>
                      </a:lnTo>
                      <a:lnTo>
                        <a:pt x="1" y="596"/>
                      </a:lnTo>
                      <a:lnTo>
                        <a:pt x="0" y="628"/>
                      </a:lnTo>
                      <a:lnTo>
                        <a:pt x="129" y="628"/>
                      </a:lnTo>
                      <a:lnTo>
                        <a:pt x="129" y="602"/>
                      </a:lnTo>
                      <a:lnTo>
                        <a:pt x="131" y="577"/>
                      </a:lnTo>
                      <a:lnTo>
                        <a:pt x="135" y="553"/>
                      </a:lnTo>
                      <a:lnTo>
                        <a:pt x="139" y="527"/>
                      </a:lnTo>
                      <a:lnTo>
                        <a:pt x="144" y="503"/>
                      </a:lnTo>
                      <a:lnTo>
                        <a:pt x="151" y="480"/>
                      </a:lnTo>
                      <a:lnTo>
                        <a:pt x="159" y="457"/>
                      </a:lnTo>
                      <a:lnTo>
                        <a:pt x="167" y="434"/>
                      </a:lnTo>
                      <a:lnTo>
                        <a:pt x="177" y="412"/>
                      </a:lnTo>
                      <a:lnTo>
                        <a:pt x="188" y="390"/>
                      </a:lnTo>
                      <a:lnTo>
                        <a:pt x="200" y="370"/>
                      </a:lnTo>
                      <a:lnTo>
                        <a:pt x="215" y="350"/>
                      </a:lnTo>
                      <a:lnTo>
                        <a:pt x="228" y="330"/>
                      </a:lnTo>
                      <a:lnTo>
                        <a:pt x="243" y="312"/>
                      </a:lnTo>
                      <a:lnTo>
                        <a:pt x="258" y="293"/>
                      </a:lnTo>
                      <a:lnTo>
                        <a:pt x="275" y="275"/>
                      </a:lnTo>
                      <a:lnTo>
                        <a:pt x="292" y="259"/>
                      </a:lnTo>
                      <a:lnTo>
                        <a:pt x="311" y="244"/>
                      </a:lnTo>
                      <a:lnTo>
                        <a:pt x="330" y="228"/>
                      </a:lnTo>
                      <a:lnTo>
                        <a:pt x="349" y="215"/>
                      </a:lnTo>
                      <a:lnTo>
                        <a:pt x="369" y="202"/>
                      </a:lnTo>
                      <a:lnTo>
                        <a:pt x="390" y="190"/>
                      </a:lnTo>
                      <a:lnTo>
                        <a:pt x="412" y="179"/>
                      </a:lnTo>
                      <a:lnTo>
                        <a:pt x="434" y="168"/>
                      </a:lnTo>
                      <a:lnTo>
                        <a:pt x="457" y="159"/>
                      </a:lnTo>
                      <a:lnTo>
                        <a:pt x="480" y="152"/>
                      </a:lnTo>
                      <a:lnTo>
                        <a:pt x="503" y="145"/>
                      </a:lnTo>
                      <a:lnTo>
                        <a:pt x="527" y="140"/>
                      </a:lnTo>
                      <a:lnTo>
                        <a:pt x="551" y="135"/>
                      </a:lnTo>
                      <a:lnTo>
                        <a:pt x="576" y="132"/>
                      </a:lnTo>
                      <a:lnTo>
                        <a:pt x="601" y="130"/>
                      </a:lnTo>
                      <a:lnTo>
                        <a:pt x="628" y="130"/>
                      </a:lnTo>
                      <a:lnTo>
                        <a:pt x="628" y="0"/>
                      </a:lnTo>
                      <a:close/>
                    </a:path>
                  </a:pathLst>
                </a:custGeom>
                <a:solidFill>
                  <a:srgbClr val="EF2B2F"/>
                </a:solidFill>
                <a:ln>
                  <a:noFill/>
                </a:ln>
              </p:spPr>
              <p:txBody>
                <a:bodyPr/>
                <a:lstStyle/>
                <a:p>
                  <a:pPr>
                    <a:defRPr/>
                  </a:pPr>
                  <a:endParaRPr lang="en-US" sz="1050">
                    <a:latin typeface="+mj-lt"/>
                  </a:endParaRPr>
                </a:p>
              </p:txBody>
            </p:sp>
            <p:sp>
              <p:nvSpPr>
                <p:cNvPr id="41041" name="Freeform 229">
                  <a:extLst>
                    <a:ext uri="{FF2B5EF4-FFF2-40B4-BE49-F238E27FC236}">
                      <a16:creationId xmlns="" xmlns:a16="http://schemas.microsoft.com/office/drawing/2014/main" id="{BD15538E-24FA-3F1A-454F-7A65179918A1}"/>
                    </a:ext>
                  </a:extLst>
                </p:cNvPr>
                <p:cNvSpPr>
                  <a:spLocks/>
                </p:cNvSpPr>
                <p:nvPr/>
              </p:nvSpPr>
              <p:spPr bwMode="auto">
                <a:xfrm>
                  <a:off x="4382" y="3797"/>
                  <a:ext cx="24"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7" y="596"/>
                      </a:lnTo>
                      <a:lnTo>
                        <a:pt x="625" y="564"/>
                      </a:lnTo>
                      <a:lnTo>
                        <a:pt x="620" y="532"/>
                      </a:lnTo>
                      <a:lnTo>
                        <a:pt x="615" y="502"/>
                      </a:lnTo>
                      <a:lnTo>
                        <a:pt x="608" y="471"/>
                      </a:lnTo>
                      <a:lnTo>
                        <a:pt x="600" y="441"/>
                      </a:lnTo>
                      <a:lnTo>
                        <a:pt x="590" y="412"/>
                      </a:lnTo>
                      <a:lnTo>
                        <a:pt x="579" y="384"/>
                      </a:lnTo>
                      <a:lnTo>
                        <a:pt x="566" y="356"/>
                      </a:lnTo>
                      <a:lnTo>
                        <a:pt x="551" y="328"/>
                      </a:lnTo>
                      <a:lnTo>
                        <a:pt x="537" y="302"/>
                      </a:lnTo>
                      <a:lnTo>
                        <a:pt x="521" y="277"/>
                      </a:lnTo>
                      <a:lnTo>
                        <a:pt x="503" y="253"/>
                      </a:lnTo>
                      <a:lnTo>
                        <a:pt x="484" y="229"/>
                      </a:lnTo>
                      <a:lnTo>
                        <a:pt x="465" y="206"/>
                      </a:lnTo>
                      <a:lnTo>
                        <a:pt x="444" y="184"/>
                      </a:lnTo>
                      <a:lnTo>
                        <a:pt x="422" y="163"/>
                      </a:lnTo>
                      <a:lnTo>
                        <a:pt x="399" y="143"/>
                      </a:lnTo>
                      <a:lnTo>
                        <a:pt x="375" y="125"/>
                      </a:lnTo>
                      <a:lnTo>
                        <a:pt x="351" y="107"/>
                      </a:lnTo>
                      <a:lnTo>
                        <a:pt x="326" y="91"/>
                      </a:lnTo>
                      <a:lnTo>
                        <a:pt x="299" y="76"/>
                      </a:lnTo>
                      <a:lnTo>
                        <a:pt x="272" y="62"/>
                      </a:lnTo>
                      <a:lnTo>
                        <a:pt x="244" y="49"/>
                      </a:lnTo>
                      <a:lnTo>
                        <a:pt x="216" y="38"/>
                      </a:lnTo>
                      <a:lnTo>
                        <a:pt x="186" y="28"/>
                      </a:lnTo>
                      <a:lnTo>
                        <a:pt x="157" y="19"/>
                      </a:lnTo>
                      <a:lnTo>
                        <a:pt x="126" y="13"/>
                      </a:lnTo>
                      <a:lnTo>
                        <a:pt x="95" y="7"/>
                      </a:lnTo>
                      <a:lnTo>
                        <a:pt x="64" y="3"/>
                      </a:lnTo>
                      <a:lnTo>
                        <a:pt x="32" y="1"/>
                      </a:lnTo>
                      <a:lnTo>
                        <a:pt x="0" y="0"/>
                      </a:lnTo>
                      <a:lnTo>
                        <a:pt x="0" y="129"/>
                      </a:lnTo>
                      <a:lnTo>
                        <a:pt x="25" y="129"/>
                      </a:lnTo>
                      <a:lnTo>
                        <a:pt x="51" y="131"/>
                      </a:lnTo>
                      <a:lnTo>
                        <a:pt x="76" y="135"/>
                      </a:lnTo>
                      <a:lnTo>
                        <a:pt x="101" y="139"/>
                      </a:lnTo>
                      <a:lnTo>
                        <a:pt x="124" y="144"/>
                      </a:lnTo>
                      <a:lnTo>
                        <a:pt x="148" y="151"/>
                      </a:lnTo>
                      <a:lnTo>
                        <a:pt x="171" y="160"/>
                      </a:lnTo>
                      <a:lnTo>
                        <a:pt x="194" y="168"/>
                      </a:lnTo>
                      <a:lnTo>
                        <a:pt x="216" y="178"/>
                      </a:lnTo>
                      <a:lnTo>
                        <a:pt x="237" y="189"/>
                      </a:lnTo>
                      <a:lnTo>
                        <a:pt x="258" y="201"/>
                      </a:lnTo>
                      <a:lnTo>
                        <a:pt x="278" y="214"/>
                      </a:lnTo>
                      <a:lnTo>
                        <a:pt x="298" y="228"/>
                      </a:lnTo>
                      <a:lnTo>
                        <a:pt x="317" y="243"/>
                      </a:lnTo>
                      <a:lnTo>
                        <a:pt x="335" y="258"/>
                      </a:lnTo>
                      <a:lnTo>
                        <a:pt x="352" y="275"/>
                      </a:lnTo>
                      <a:lnTo>
                        <a:pt x="369" y="292"/>
                      </a:lnTo>
                      <a:lnTo>
                        <a:pt x="385" y="311"/>
                      </a:lnTo>
                      <a:lnTo>
                        <a:pt x="400" y="330"/>
                      </a:lnTo>
                      <a:lnTo>
                        <a:pt x="413" y="349"/>
                      </a:lnTo>
                      <a:lnTo>
                        <a:pt x="426" y="370"/>
                      </a:lnTo>
                      <a:lnTo>
                        <a:pt x="438" y="391"/>
                      </a:lnTo>
                      <a:lnTo>
                        <a:pt x="449" y="412"/>
                      </a:lnTo>
                      <a:lnTo>
                        <a:pt x="459" y="434"/>
                      </a:lnTo>
                      <a:lnTo>
                        <a:pt x="468" y="457"/>
                      </a:lnTo>
                      <a:lnTo>
                        <a:pt x="477" y="480"/>
                      </a:lnTo>
                      <a:lnTo>
                        <a:pt x="483" y="504"/>
                      </a:lnTo>
                      <a:lnTo>
                        <a:pt x="489" y="528"/>
                      </a:lnTo>
                      <a:lnTo>
                        <a:pt x="493" y="552"/>
                      </a:lnTo>
                      <a:lnTo>
                        <a:pt x="497" y="577"/>
                      </a:lnTo>
                      <a:lnTo>
                        <a:pt x="498" y="602"/>
                      </a:lnTo>
                      <a:lnTo>
                        <a:pt x="499" y="628"/>
                      </a:lnTo>
                      <a:lnTo>
                        <a:pt x="628" y="628"/>
                      </a:lnTo>
                      <a:close/>
                    </a:path>
                  </a:pathLst>
                </a:custGeom>
                <a:solidFill>
                  <a:srgbClr val="00A7D1"/>
                </a:solidFill>
                <a:ln>
                  <a:noFill/>
                </a:ln>
              </p:spPr>
              <p:txBody>
                <a:bodyPr/>
                <a:lstStyle/>
                <a:p>
                  <a:pPr>
                    <a:defRPr/>
                  </a:pPr>
                  <a:endParaRPr lang="en-US" sz="1050">
                    <a:latin typeface="+mj-lt"/>
                  </a:endParaRPr>
                </a:p>
              </p:txBody>
            </p:sp>
            <p:sp>
              <p:nvSpPr>
                <p:cNvPr id="41042" name="Freeform 230">
                  <a:extLst>
                    <a:ext uri="{FF2B5EF4-FFF2-40B4-BE49-F238E27FC236}">
                      <a16:creationId xmlns="" xmlns:a16="http://schemas.microsoft.com/office/drawing/2014/main" id="{1E626A27-D5EE-7B09-12CF-11A43EFC3C54}"/>
                    </a:ext>
                  </a:extLst>
                </p:cNvPr>
                <p:cNvSpPr>
                  <a:spLocks/>
                </p:cNvSpPr>
                <p:nvPr/>
              </p:nvSpPr>
              <p:spPr bwMode="auto">
                <a:xfrm>
                  <a:off x="4382" y="3821"/>
                  <a:ext cx="24"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627"/>
                      </a:moveTo>
                      <a:lnTo>
                        <a:pt x="0" y="627"/>
                      </a:lnTo>
                      <a:lnTo>
                        <a:pt x="32" y="626"/>
                      </a:lnTo>
                      <a:lnTo>
                        <a:pt x="64" y="624"/>
                      </a:lnTo>
                      <a:lnTo>
                        <a:pt x="95" y="621"/>
                      </a:lnTo>
                      <a:lnTo>
                        <a:pt x="126" y="614"/>
                      </a:lnTo>
                      <a:lnTo>
                        <a:pt x="157" y="608"/>
                      </a:lnTo>
                      <a:lnTo>
                        <a:pt x="186" y="599"/>
                      </a:lnTo>
                      <a:lnTo>
                        <a:pt x="216" y="589"/>
                      </a:lnTo>
                      <a:lnTo>
                        <a:pt x="244" y="578"/>
                      </a:lnTo>
                      <a:lnTo>
                        <a:pt x="272" y="565"/>
                      </a:lnTo>
                      <a:lnTo>
                        <a:pt x="299" y="552"/>
                      </a:lnTo>
                      <a:lnTo>
                        <a:pt x="326" y="536"/>
                      </a:lnTo>
                      <a:lnTo>
                        <a:pt x="351" y="520"/>
                      </a:lnTo>
                      <a:lnTo>
                        <a:pt x="375" y="502"/>
                      </a:lnTo>
                      <a:lnTo>
                        <a:pt x="399" y="484"/>
                      </a:lnTo>
                      <a:lnTo>
                        <a:pt x="422" y="464"/>
                      </a:lnTo>
                      <a:lnTo>
                        <a:pt x="444" y="443"/>
                      </a:lnTo>
                      <a:lnTo>
                        <a:pt x="465" y="421"/>
                      </a:lnTo>
                      <a:lnTo>
                        <a:pt x="484" y="398"/>
                      </a:lnTo>
                      <a:lnTo>
                        <a:pt x="503" y="375"/>
                      </a:lnTo>
                      <a:lnTo>
                        <a:pt x="521" y="350"/>
                      </a:lnTo>
                      <a:lnTo>
                        <a:pt x="537" y="325"/>
                      </a:lnTo>
                      <a:lnTo>
                        <a:pt x="551" y="299"/>
                      </a:lnTo>
                      <a:lnTo>
                        <a:pt x="566" y="271"/>
                      </a:lnTo>
                      <a:lnTo>
                        <a:pt x="579" y="244"/>
                      </a:lnTo>
                      <a:lnTo>
                        <a:pt x="590" y="215"/>
                      </a:lnTo>
                      <a:lnTo>
                        <a:pt x="600" y="186"/>
                      </a:lnTo>
                      <a:lnTo>
                        <a:pt x="608" y="156"/>
                      </a:lnTo>
                      <a:lnTo>
                        <a:pt x="615" y="125"/>
                      </a:lnTo>
                      <a:lnTo>
                        <a:pt x="620" y="95"/>
                      </a:lnTo>
                      <a:lnTo>
                        <a:pt x="625" y="64"/>
                      </a:lnTo>
                      <a:lnTo>
                        <a:pt x="627" y="32"/>
                      </a:lnTo>
                      <a:lnTo>
                        <a:pt x="628" y="0"/>
                      </a:lnTo>
                      <a:lnTo>
                        <a:pt x="499" y="0"/>
                      </a:lnTo>
                      <a:lnTo>
                        <a:pt x="498" y="26"/>
                      </a:lnTo>
                      <a:lnTo>
                        <a:pt x="497" y="51"/>
                      </a:lnTo>
                      <a:lnTo>
                        <a:pt x="493" y="76"/>
                      </a:lnTo>
                      <a:lnTo>
                        <a:pt x="489" y="100"/>
                      </a:lnTo>
                      <a:lnTo>
                        <a:pt x="483" y="124"/>
                      </a:lnTo>
                      <a:lnTo>
                        <a:pt x="477" y="147"/>
                      </a:lnTo>
                      <a:lnTo>
                        <a:pt x="468" y="170"/>
                      </a:lnTo>
                      <a:lnTo>
                        <a:pt x="459" y="193"/>
                      </a:lnTo>
                      <a:lnTo>
                        <a:pt x="449" y="215"/>
                      </a:lnTo>
                      <a:lnTo>
                        <a:pt x="438" y="237"/>
                      </a:lnTo>
                      <a:lnTo>
                        <a:pt x="426" y="258"/>
                      </a:lnTo>
                      <a:lnTo>
                        <a:pt x="413" y="278"/>
                      </a:lnTo>
                      <a:lnTo>
                        <a:pt x="400" y="297"/>
                      </a:lnTo>
                      <a:lnTo>
                        <a:pt x="385" y="316"/>
                      </a:lnTo>
                      <a:lnTo>
                        <a:pt x="369" y="335"/>
                      </a:lnTo>
                      <a:lnTo>
                        <a:pt x="352" y="352"/>
                      </a:lnTo>
                      <a:lnTo>
                        <a:pt x="335" y="369"/>
                      </a:lnTo>
                      <a:lnTo>
                        <a:pt x="317" y="384"/>
                      </a:lnTo>
                      <a:lnTo>
                        <a:pt x="298" y="399"/>
                      </a:lnTo>
                      <a:lnTo>
                        <a:pt x="278" y="413"/>
                      </a:lnTo>
                      <a:lnTo>
                        <a:pt x="258" y="426"/>
                      </a:lnTo>
                      <a:lnTo>
                        <a:pt x="237" y="438"/>
                      </a:lnTo>
                      <a:lnTo>
                        <a:pt x="216" y="449"/>
                      </a:lnTo>
                      <a:lnTo>
                        <a:pt x="194" y="460"/>
                      </a:lnTo>
                      <a:lnTo>
                        <a:pt x="171" y="468"/>
                      </a:lnTo>
                      <a:lnTo>
                        <a:pt x="148" y="476"/>
                      </a:lnTo>
                      <a:lnTo>
                        <a:pt x="124" y="483"/>
                      </a:lnTo>
                      <a:lnTo>
                        <a:pt x="101" y="488"/>
                      </a:lnTo>
                      <a:lnTo>
                        <a:pt x="76" y="492"/>
                      </a:lnTo>
                      <a:lnTo>
                        <a:pt x="52" y="496"/>
                      </a:lnTo>
                      <a:lnTo>
                        <a:pt x="26" y="498"/>
                      </a:lnTo>
                      <a:lnTo>
                        <a:pt x="0" y="498"/>
                      </a:lnTo>
                      <a:lnTo>
                        <a:pt x="0" y="627"/>
                      </a:lnTo>
                      <a:close/>
                    </a:path>
                  </a:pathLst>
                </a:custGeom>
                <a:solidFill>
                  <a:srgbClr val="00A7D1"/>
                </a:solidFill>
                <a:ln>
                  <a:noFill/>
                </a:ln>
              </p:spPr>
              <p:txBody>
                <a:bodyPr/>
                <a:lstStyle/>
                <a:p>
                  <a:pPr>
                    <a:defRPr/>
                  </a:pPr>
                  <a:endParaRPr lang="en-US" sz="1050">
                    <a:latin typeface="+mj-lt"/>
                  </a:endParaRPr>
                </a:p>
              </p:txBody>
            </p:sp>
            <p:sp>
              <p:nvSpPr>
                <p:cNvPr id="41043" name="Freeform 231">
                  <a:extLst>
                    <a:ext uri="{FF2B5EF4-FFF2-40B4-BE49-F238E27FC236}">
                      <a16:creationId xmlns="" xmlns:a16="http://schemas.microsoft.com/office/drawing/2014/main" id="{B336DB8D-59E8-BF4F-4ED7-2204724266DD}"/>
                    </a:ext>
                  </a:extLst>
                </p:cNvPr>
                <p:cNvSpPr>
                  <a:spLocks/>
                </p:cNvSpPr>
                <p:nvPr/>
              </p:nvSpPr>
              <p:spPr bwMode="auto">
                <a:xfrm>
                  <a:off x="4357" y="3821"/>
                  <a:ext cx="24"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0"/>
                      </a:moveTo>
                      <a:lnTo>
                        <a:pt x="0" y="0"/>
                      </a:lnTo>
                      <a:lnTo>
                        <a:pt x="1" y="31"/>
                      </a:lnTo>
                      <a:lnTo>
                        <a:pt x="4" y="63"/>
                      </a:lnTo>
                      <a:lnTo>
                        <a:pt x="7" y="95"/>
                      </a:lnTo>
                      <a:lnTo>
                        <a:pt x="13" y="125"/>
                      </a:lnTo>
                      <a:lnTo>
                        <a:pt x="20" y="156"/>
                      </a:lnTo>
                      <a:lnTo>
                        <a:pt x="29" y="186"/>
                      </a:lnTo>
                      <a:lnTo>
                        <a:pt x="39" y="215"/>
                      </a:lnTo>
                      <a:lnTo>
                        <a:pt x="50" y="244"/>
                      </a:lnTo>
                      <a:lnTo>
                        <a:pt x="63" y="271"/>
                      </a:lnTo>
                      <a:lnTo>
                        <a:pt x="76" y="299"/>
                      </a:lnTo>
                      <a:lnTo>
                        <a:pt x="91" y="325"/>
                      </a:lnTo>
                      <a:lnTo>
                        <a:pt x="108" y="350"/>
                      </a:lnTo>
                      <a:lnTo>
                        <a:pt x="125" y="375"/>
                      </a:lnTo>
                      <a:lnTo>
                        <a:pt x="144" y="398"/>
                      </a:lnTo>
                      <a:lnTo>
                        <a:pt x="164" y="421"/>
                      </a:lnTo>
                      <a:lnTo>
                        <a:pt x="184" y="443"/>
                      </a:lnTo>
                      <a:lnTo>
                        <a:pt x="206" y="464"/>
                      </a:lnTo>
                      <a:lnTo>
                        <a:pt x="229" y="484"/>
                      </a:lnTo>
                      <a:lnTo>
                        <a:pt x="252" y="502"/>
                      </a:lnTo>
                      <a:lnTo>
                        <a:pt x="277" y="520"/>
                      </a:lnTo>
                      <a:lnTo>
                        <a:pt x="303" y="536"/>
                      </a:lnTo>
                      <a:lnTo>
                        <a:pt x="329" y="552"/>
                      </a:lnTo>
                      <a:lnTo>
                        <a:pt x="356" y="565"/>
                      </a:lnTo>
                      <a:lnTo>
                        <a:pt x="384" y="578"/>
                      </a:lnTo>
                      <a:lnTo>
                        <a:pt x="412" y="589"/>
                      </a:lnTo>
                      <a:lnTo>
                        <a:pt x="442" y="599"/>
                      </a:lnTo>
                      <a:lnTo>
                        <a:pt x="471" y="608"/>
                      </a:lnTo>
                      <a:lnTo>
                        <a:pt x="502" y="614"/>
                      </a:lnTo>
                      <a:lnTo>
                        <a:pt x="533" y="621"/>
                      </a:lnTo>
                      <a:lnTo>
                        <a:pt x="565" y="624"/>
                      </a:lnTo>
                      <a:lnTo>
                        <a:pt x="596" y="626"/>
                      </a:lnTo>
                      <a:lnTo>
                        <a:pt x="628" y="627"/>
                      </a:lnTo>
                      <a:lnTo>
                        <a:pt x="628" y="498"/>
                      </a:lnTo>
                      <a:lnTo>
                        <a:pt x="602" y="498"/>
                      </a:lnTo>
                      <a:lnTo>
                        <a:pt x="577" y="496"/>
                      </a:lnTo>
                      <a:lnTo>
                        <a:pt x="553" y="492"/>
                      </a:lnTo>
                      <a:lnTo>
                        <a:pt x="527" y="488"/>
                      </a:lnTo>
                      <a:lnTo>
                        <a:pt x="503" y="483"/>
                      </a:lnTo>
                      <a:lnTo>
                        <a:pt x="480" y="476"/>
                      </a:lnTo>
                      <a:lnTo>
                        <a:pt x="457" y="468"/>
                      </a:lnTo>
                      <a:lnTo>
                        <a:pt x="434" y="460"/>
                      </a:lnTo>
                      <a:lnTo>
                        <a:pt x="412" y="449"/>
                      </a:lnTo>
                      <a:lnTo>
                        <a:pt x="390" y="438"/>
                      </a:lnTo>
                      <a:lnTo>
                        <a:pt x="370" y="426"/>
                      </a:lnTo>
                      <a:lnTo>
                        <a:pt x="350" y="413"/>
                      </a:lnTo>
                      <a:lnTo>
                        <a:pt x="330" y="399"/>
                      </a:lnTo>
                      <a:lnTo>
                        <a:pt x="311" y="384"/>
                      </a:lnTo>
                      <a:lnTo>
                        <a:pt x="293" y="369"/>
                      </a:lnTo>
                      <a:lnTo>
                        <a:pt x="275" y="352"/>
                      </a:lnTo>
                      <a:lnTo>
                        <a:pt x="259" y="335"/>
                      </a:lnTo>
                      <a:lnTo>
                        <a:pt x="244" y="316"/>
                      </a:lnTo>
                      <a:lnTo>
                        <a:pt x="228" y="297"/>
                      </a:lnTo>
                      <a:lnTo>
                        <a:pt x="215" y="278"/>
                      </a:lnTo>
                      <a:lnTo>
                        <a:pt x="202" y="258"/>
                      </a:lnTo>
                      <a:lnTo>
                        <a:pt x="190" y="237"/>
                      </a:lnTo>
                      <a:lnTo>
                        <a:pt x="179" y="215"/>
                      </a:lnTo>
                      <a:lnTo>
                        <a:pt x="168" y="193"/>
                      </a:lnTo>
                      <a:lnTo>
                        <a:pt x="159" y="170"/>
                      </a:lnTo>
                      <a:lnTo>
                        <a:pt x="151" y="147"/>
                      </a:lnTo>
                      <a:lnTo>
                        <a:pt x="145" y="124"/>
                      </a:lnTo>
                      <a:lnTo>
                        <a:pt x="139" y="100"/>
                      </a:lnTo>
                      <a:lnTo>
                        <a:pt x="135" y="76"/>
                      </a:lnTo>
                      <a:lnTo>
                        <a:pt x="132" y="51"/>
                      </a:lnTo>
                      <a:lnTo>
                        <a:pt x="130" y="26"/>
                      </a:lnTo>
                      <a:lnTo>
                        <a:pt x="130" y="0"/>
                      </a:lnTo>
                      <a:lnTo>
                        <a:pt x="0" y="0"/>
                      </a:lnTo>
                      <a:close/>
                    </a:path>
                  </a:pathLst>
                </a:custGeom>
                <a:solidFill>
                  <a:srgbClr val="00A7D1"/>
                </a:solidFill>
                <a:ln>
                  <a:noFill/>
                </a:ln>
              </p:spPr>
              <p:txBody>
                <a:bodyPr/>
                <a:lstStyle/>
                <a:p>
                  <a:pPr>
                    <a:defRPr/>
                  </a:pPr>
                  <a:endParaRPr lang="en-US" sz="1050">
                    <a:latin typeface="+mj-lt"/>
                  </a:endParaRPr>
                </a:p>
              </p:txBody>
            </p:sp>
            <p:sp>
              <p:nvSpPr>
                <p:cNvPr id="41044" name="Freeform 232">
                  <a:extLst>
                    <a:ext uri="{FF2B5EF4-FFF2-40B4-BE49-F238E27FC236}">
                      <a16:creationId xmlns="" xmlns:a16="http://schemas.microsoft.com/office/drawing/2014/main" id="{03E59EBD-2582-E74E-8E5E-46AA251427E1}"/>
                    </a:ext>
                  </a:extLst>
                </p:cNvPr>
                <p:cNvSpPr>
                  <a:spLocks/>
                </p:cNvSpPr>
                <p:nvPr/>
              </p:nvSpPr>
              <p:spPr bwMode="auto">
                <a:xfrm>
                  <a:off x="4357" y="3797"/>
                  <a:ext cx="24"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6" y="1"/>
                      </a:lnTo>
                      <a:lnTo>
                        <a:pt x="565" y="3"/>
                      </a:lnTo>
                      <a:lnTo>
                        <a:pt x="533" y="7"/>
                      </a:lnTo>
                      <a:lnTo>
                        <a:pt x="502" y="13"/>
                      </a:lnTo>
                      <a:lnTo>
                        <a:pt x="471" y="19"/>
                      </a:lnTo>
                      <a:lnTo>
                        <a:pt x="442" y="28"/>
                      </a:lnTo>
                      <a:lnTo>
                        <a:pt x="412" y="38"/>
                      </a:lnTo>
                      <a:lnTo>
                        <a:pt x="384" y="49"/>
                      </a:lnTo>
                      <a:lnTo>
                        <a:pt x="356" y="62"/>
                      </a:lnTo>
                      <a:lnTo>
                        <a:pt x="329" y="76"/>
                      </a:lnTo>
                      <a:lnTo>
                        <a:pt x="303" y="91"/>
                      </a:lnTo>
                      <a:lnTo>
                        <a:pt x="277" y="107"/>
                      </a:lnTo>
                      <a:lnTo>
                        <a:pt x="252" y="125"/>
                      </a:lnTo>
                      <a:lnTo>
                        <a:pt x="229" y="143"/>
                      </a:lnTo>
                      <a:lnTo>
                        <a:pt x="206" y="163"/>
                      </a:lnTo>
                      <a:lnTo>
                        <a:pt x="184" y="184"/>
                      </a:lnTo>
                      <a:lnTo>
                        <a:pt x="164" y="206"/>
                      </a:lnTo>
                      <a:lnTo>
                        <a:pt x="144" y="229"/>
                      </a:lnTo>
                      <a:lnTo>
                        <a:pt x="125" y="253"/>
                      </a:lnTo>
                      <a:lnTo>
                        <a:pt x="108" y="277"/>
                      </a:lnTo>
                      <a:lnTo>
                        <a:pt x="91" y="302"/>
                      </a:lnTo>
                      <a:lnTo>
                        <a:pt x="76" y="328"/>
                      </a:lnTo>
                      <a:lnTo>
                        <a:pt x="63" y="356"/>
                      </a:lnTo>
                      <a:lnTo>
                        <a:pt x="50" y="384"/>
                      </a:lnTo>
                      <a:lnTo>
                        <a:pt x="39" y="412"/>
                      </a:lnTo>
                      <a:lnTo>
                        <a:pt x="29" y="441"/>
                      </a:lnTo>
                      <a:lnTo>
                        <a:pt x="20" y="471"/>
                      </a:lnTo>
                      <a:lnTo>
                        <a:pt x="13" y="502"/>
                      </a:lnTo>
                      <a:lnTo>
                        <a:pt x="7" y="532"/>
                      </a:lnTo>
                      <a:lnTo>
                        <a:pt x="4" y="564"/>
                      </a:lnTo>
                      <a:lnTo>
                        <a:pt x="1" y="596"/>
                      </a:lnTo>
                      <a:lnTo>
                        <a:pt x="0" y="628"/>
                      </a:lnTo>
                      <a:lnTo>
                        <a:pt x="130" y="628"/>
                      </a:lnTo>
                      <a:lnTo>
                        <a:pt x="130" y="602"/>
                      </a:lnTo>
                      <a:lnTo>
                        <a:pt x="132" y="577"/>
                      </a:lnTo>
                      <a:lnTo>
                        <a:pt x="135" y="552"/>
                      </a:lnTo>
                      <a:lnTo>
                        <a:pt x="139" y="528"/>
                      </a:lnTo>
                      <a:lnTo>
                        <a:pt x="145" y="504"/>
                      </a:lnTo>
                      <a:lnTo>
                        <a:pt x="151" y="480"/>
                      </a:lnTo>
                      <a:lnTo>
                        <a:pt x="159" y="457"/>
                      </a:lnTo>
                      <a:lnTo>
                        <a:pt x="168" y="434"/>
                      </a:lnTo>
                      <a:lnTo>
                        <a:pt x="179" y="412"/>
                      </a:lnTo>
                      <a:lnTo>
                        <a:pt x="190" y="391"/>
                      </a:lnTo>
                      <a:lnTo>
                        <a:pt x="202" y="370"/>
                      </a:lnTo>
                      <a:lnTo>
                        <a:pt x="215" y="349"/>
                      </a:lnTo>
                      <a:lnTo>
                        <a:pt x="228" y="330"/>
                      </a:lnTo>
                      <a:lnTo>
                        <a:pt x="244" y="311"/>
                      </a:lnTo>
                      <a:lnTo>
                        <a:pt x="259" y="292"/>
                      </a:lnTo>
                      <a:lnTo>
                        <a:pt x="275" y="276"/>
                      </a:lnTo>
                      <a:lnTo>
                        <a:pt x="293" y="258"/>
                      </a:lnTo>
                      <a:lnTo>
                        <a:pt x="311" y="243"/>
                      </a:lnTo>
                      <a:lnTo>
                        <a:pt x="330" y="228"/>
                      </a:lnTo>
                      <a:lnTo>
                        <a:pt x="350" y="214"/>
                      </a:lnTo>
                      <a:lnTo>
                        <a:pt x="370" y="201"/>
                      </a:lnTo>
                      <a:lnTo>
                        <a:pt x="390" y="189"/>
                      </a:lnTo>
                      <a:lnTo>
                        <a:pt x="412" y="178"/>
                      </a:lnTo>
                      <a:lnTo>
                        <a:pt x="434" y="168"/>
                      </a:lnTo>
                      <a:lnTo>
                        <a:pt x="457" y="160"/>
                      </a:lnTo>
                      <a:lnTo>
                        <a:pt x="480" y="151"/>
                      </a:lnTo>
                      <a:lnTo>
                        <a:pt x="503" y="144"/>
                      </a:lnTo>
                      <a:lnTo>
                        <a:pt x="527" y="139"/>
                      </a:lnTo>
                      <a:lnTo>
                        <a:pt x="553" y="135"/>
                      </a:lnTo>
                      <a:lnTo>
                        <a:pt x="578" y="131"/>
                      </a:lnTo>
                      <a:lnTo>
                        <a:pt x="603" y="129"/>
                      </a:lnTo>
                      <a:lnTo>
                        <a:pt x="628" y="129"/>
                      </a:lnTo>
                      <a:lnTo>
                        <a:pt x="628" y="0"/>
                      </a:lnTo>
                      <a:close/>
                    </a:path>
                  </a:pathLst>
                </a:custGeom>
                <a:solidFill>
                  <a:srgbClr val="00A7D1"/>
                </a:solidFill>
                <a:ln>
                  <a:noFill/>
                </a:ln>
              </p:spPr>
              <p:txBody>
                <a:bodyPr/>
                <a:lstStyle/>
                <a:p>
                  <a:pPr>
                    <a:defRPr/>
                  </a:pPr>
                  <a:endParaRPr lang="en-US" sz="1050">
                    <a:latin typeface="+mj-lt"/>
                  </a:endParaRPr>
                </a:p>
              </p:txBody>
            </p:sp>
            <p:sp>
              <p:nvSpPr>
                <p:cNvPr id="41045" name="Freeform 233">
                  <a:extLst>
                    <a:ext uri="{FF2B5EF4-FFF2-40B4-BE49-F238E27FC236}">
                      <a16:creationId xmlns="" xmlns:a16="http://schemas.microsoft.com/office/drawing/2014/main" id="{55A1A51F-9056-24EC-BD43-A5E5C9BA9E47}"/>
                    </a:ext>
                  </a:extLst>
                </p:cNvPr>
                <p:cNvSpPr>
                  <a:spLocks/>
                </p:cNvSpPr>
                <p:nvPr/>
              </p:nvSpPr>
              <p:spPr bwMode="auto">
                <a:xfrm>
                  <a:off x="4428" y="3516"/>
                  <a:ext cx="25" cy="23"/>
                </a:xfrm>
                <a:custGeom>
                  <a:avLst/>
                  <a:gdLst>
                    <a:gd name="T0" fmla="*/ 0 w 628"/>
                    <a:gd name="T1" fmla="*/ 0 h 629"/>
                    <a:gd name="T2" fmla="*/ 0 w 628"/>
                    <a:gd name="T3" fmla="*/ 0 h 629"/>
                    <a:gd name="T4" fmla="*/ 0 w 628"/>
                    <a:gd name="T5" fmla="*/ 0 h 629"/>
                    <a:gd name="T6" fmla="*/ 0 w 628"/>
                    <a:gd name="T7" fmla="*/ 0 h 629"/>
                    <a:gd name="T8" fmla="*/ 0 w 628"/>
                    <a:gd name="T9" fmla="*/ 0 h 629"/>
                    <a:gd name="T10" fmla="*/ 0 w 628"/>
                    <a:gd name="T11" fmla="*/ 0 h 629"/>
                    <a:gd name="T12" fmla="*/ 0 w 628"/>
                    <a:gd name="T13" fmla="*/ 0 h 629"/>
                    <a:gd name="T14" fmla="*/ 0 w 628"/>
                    <a:gd name="T15" fmla="*/ 0 h 629"/>
                    <a:gd name="T16" fmla="*/ 0 w 628"/>
                    <a:gd name="T17" fmla="*/ 0 h 629"/>
                    <a:gd name="T18" fmla="*/ 0 w 628"/>
                    <a:gd name="T19" fmla="*/ 0 h 629"/>
                    <a:gd name="T20" fmla="*/ 0 w 628"/>
                    <a:gd name="T21" fmla="*/ 0 h 629"/>
                    <a:gd name="T22" fmla="*/ 0 w 628"/>
                    <a:gd name="T23" fmla="*/ 0 h 629"/>
                    <a:gd name="T24" fmla="*/ 0 w 628"/>
                    <a:gd name="T25" fmla="*/ 0 h 629"/>
                    <a:gd name="T26" fmla="*/ 0 w 628"/>
                    <a:gd name="T27" fmla="*/ 0 h 629"/>
                    <a:gd name="T28" fmla="*/ 0 w 628"/>
                    <a:gd name="T29" fmla="*/ 0 h 629"/>
                    <a:gd name="T30" fmla="*/ 0 w 628"/>
                    <a:gd name="T31" fmla="*/ 0 h 629"/>
                    <a:gd name="T32" fmla="*/ 0 w 628"/>
                    <a:gd name="T33" fmla="*/ 0 h 629"/>
                    <a:gd name="T34" fmla="*/ 0 w 628"/>
                    <a:gd name="T35" fmla="*/ 0 h 629"/>
                    <a:gd name="T36" fmla="*/ 0 w 628"/>
                    <a:gd name="T37" fmla="*/ 0 h 629"/>
                    <a:gd name="T38" fmla="*/ 0 w 628"/>
                    <a:gd name="T39" fmla="*/ 0 h 629"/>
                    <a:gd name="T40" fmla="*/ 0 w 628"/>
                    <a:gd name="T41" fmla="*/ 0 h 629"/>
                    <a:gd name="T42" fmla="*/ 0 w 628"/>
                    <a:gd name="T43" fmla="*/ 0 h 629"/>
                    <a:gd name="T44" fmla="*/ 0 w 628"/>
                    <a:gd name="T45" fmla="*/ 0 h 629"/>
                    <a:gd name="T46" fmla="*/ 0 w 628"/>
                    <a:gd name="T47" fmla="*/ 0 h 629"/>
                    <a:gd name="T48" fmla="*/ 0 w 628"/>
                    <a:gd name="T49" fmla="*/ 0 h 629"/>
                    <a:gd name="T50" fmla="*/ 0 w 628"/>
                    <a:gd name="T51" fmla="*/ 0 h 629"/>
                    <a:gd name="T52" fmla="*/ 0 w 628"/>
                    <a:gd name="T53" fmla="*/ 0 h 629"/>
                    <a:gd name="T54" fmla="*/ 0 w 628"/>
                    <a:gd name="T55" fmla="*/ 0 h 629"/>
                    <a:gd name="T56" fmla="*/ 0 w 628"/>
                    <a:gd name="T57" fmla="*/ 0 h 629"/>
                    <a:gd name="T58" fmla="*/ 0 w 628"/>
                    <a:gd name="T59" fmla="*/ 0 h 629"/>
                    <a:gd name="T60" fmla="*/ 0 w 628"/>
                    <a:gd name="T61" fmla="*/ 0 h 629"/>
                    <a:gd name="T62" fmla="*/ 0 w 628"/>
                    <a:gd name="T63" fmla="*/ 0 h 629"/>
                    <a:gd name="T64" fmla="*/ 0 w 628"/>
                    <a:gd name="T65" fmla="*/ 0 h 629"/>
                    <a:gd name="T66" fmla="*/ 0 w 628"/>
                    <a:gd name="T67" fmla="*/ 0 h 6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9"/>
                    <a:gd name="T104" fmla="*/ 628 w 628"/>
                    <a:gd name="T105" fmla="*/ 629 h 6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9">
                      <a:moveTo>
                        <a:pt x="628" y="629"/>
                      </a:moveTo>
                      <a:lnTo>
                        <a:pt x="628" y="629"/>
                      </a:lnTo>
                      <a:lnTo>
                        <a:pt x="627" y="596"/>
                      </a:lnTo>
                      <a:lnTo>
                        <a:pt x="625" y="564"/>
                      </a:lnTo>
                      <a:lnTo>
                        <a:pt x="620" y="534"/>
                      </a:lnTo>
                      <a:lnTo>
                        <a:pt x="615" y="502"/>
                      </a:lnTo>
                      <a:lnTo>
                        <a:pt x="607" y="472"/>
                      </a:lnTo>
                      <a:lnTo>
                        <a:pt x="600" y="443"/>
                      </a:lnTo>
                      <a:lnTo>
                        <a:pt x="590" y="413"/>
                      </a:lnTo>
                      <a:lnTo>
                        <a:pt x="578" y="385"/>
                      </a:lnTo>
                      <a:lnTo>
                        <a:pt x="566" y="357"/>
                      </a:lnTo>
                      <a:lnTo>
                        <a:pt x="551" y="330"/>
                      </a:lnTo>
                      <a:lnTo>
                        <a:pt x="536" y="304"/>
                      </a:lnTo>
                      <a:lnTo>
                        <a:pt x="521" y="278"/>
                      </a:lnTo>
                      <a:lnTo>
                        <a:pt x="502" y="253"/>
                      </a:lnTo>
                      <a:lnTo>
                        <a:pt x="483" y="230"/>
                      </a:lnTo>
                      <a:lnTo>
                        <a:pt x="464" y="207"/>
                      </a:lnTo>
                      <a:lnTo>
                        <a:pt x="444" y="185"/>
                      </a:lnTo>
                      <a:lnTo>
                        <a:pt x="422" y="164"/>
                      </a:lnTo>
                      <a:lnTo>
                        <a:pt x="399" y="145"/>
                      </a:lnTo>
                      <a:lnTo>
                        <a:pt x="375" y="126"/>
                      </a:lnTo>
                      <a:lnTo>
                        <a:pt x="351" y="109"/>
                      </a:lnTo>
                      <a:lnTo>
                        <a:pt x="325" y="92"/>
                      </a:lnTo>
                      <a:lnTo>
                        <a:pt x="298" y="77"/>
                      </a:lnTo>
                      <a:lnTo>
                        <a:pt x="272" y="63"/>
                      </a:lnTo>
                      <a:lnTo>
                        <a:pt x="243" y="51"/>
                      </a:lnTo>
                      <a:lnTo>
                        <a:pt x="215" y="40"/>
                      </a:lnTo>
                      <a:lnTo>
                        <a:pt x="186" y="29"/>
                      </a:lnTo>
                      <a:lnTo>
                        <a:pt x="157" y="21"/>
                      </a:lnTo>
                      <a:lnTo>
                        <a:pt x="126" y="13"/>
                      </a:lnTo>
                      <a:lnTo>
                        <a:pt x="94" y="8"/>
                      </a:lnTo>
                      <a:lnTo>
                        <a:pt x="64" y="4"/>
                      </a:lnTo>
                      <a:lnTo>
                        <a:pt x="32" y="1"/>
                      </a:lnTo>
                      <a:lnTo>
                        <a:pt x="0" y="0"/>
                      </a:lnTo>
                      <a:lnTo>
                        <a:pt x="0" y="130"/>
                      </a:lnTo>
                      <a:lnTo>
                        <a:pt x="25" y="130"/>
                      </a:lnTo>
                      <a:lnTo>
                        <a:pt x="51" y="133"/>
                      </a:lnTo>
                      <a:lnTo>
                        <a:pt x="76" y="136"/>
                      </a:lnTo>
                      <a:lnTo>
                        <a:pt x="100" y="140"/>
                      </a:lnTo>
                      <a:lnTo>
                        <a:pt x="124" y="146"/>
                      </a:lnTo>
                      <a:lnTo>
                        <a:pt x="148" y="152"/>
                      </a:lnTo>
                      <a:lnTo>
                        <a:pt x="171" y="160"/>
                      </a:lnTo>
                      <a:lnTo>
                        <a:pt x="194" y="169"/>
                      </a:lnTo>
                      <a:lnTo>
                        <a:pt x="215" y="179"/>
                      </a:lnTo>
                      <a:lnTo>
                        <a:pt x="237" y="190"/>
                      </a:lnTo>
                      <a:lnTo>
                        <a:pt x="258" y="202"/>
                      </a:lnTo>
                      <a:lnTo>
                        <a:pt x="278" y="215"/>
                      </a:lnTo>
                      <a:lnTo>
                        <a:pt x="298" y="229"/>
                      </a:lnTo>
                      <a:lnTo>
                        <a:pt x="317" y="244"/>
                      </a:lnTo>
                      <a:lnTo>
                        <a:pt x="334" y="260"/>
                      </a:lnTo>
                      <a:lnTo>
                        <a:pt x="352" y="276"/>
                      </a:lnTo>
                      <a:lnTo>
                        <a:pt x="368" y="294"/>
                      </a:lnTo>
                      <a:lnTo>
                        <a:pt x="385" y="311"/>
                      </a:lnTo>
                      <a:lnTo>
                        <a:pt x="399" y="331"/>
                      </a:lnTo>
                      <a:lnTo>
                        <a:pt x="413" y="351"/>
                      </a:lnTo>
                      <a:lnTo>
                        <a:pt x="426" y="370"/>
                      </a:lnTo>
                      <a:lnTo>
                        <a:pt x="438" y="391"/>
                      </a:lnTo>
                      <a:lnTo>
                        <a:pt x="449" y="413"/>
                      </a:lnTo>
                      <a:lnTo>
                        <a:pt x="459" y="435"/>
                      </a:lnTo>
                      <a:lnTo>
                        <a:pt x="468" y="457"/>
                      </a:lnTo>
                      <a:lnTo>
                        <a:pt x="476" y="481"/>
                      </a:lnTo>
                      <a:lnTo>
                        <a:pt x="482" y="504"/>
                      </a:lnTo>
                      <a:lnTo>
                        <a:pt x="489" y="528"/>
                      </a:lnTo>
                      <a:lnTo>
                        <a:pt x="492" y="552"/>
                      </a:lnTo>
                      <a:lnTo>
                        <a:pt x="495" y="577"/>
                      </a:lnTo>
                      <a:lnTo>
                        <a:pt x="498" y="603"/>
                      </a:lnTo>
                      <a:lnTo>
                        <a:pt x="499" y="629"/>
                      </a:lnTo>
                      <a:lnTo>
                        <a:pt x="628" y="629"/>
                      </a:lnTo>
                      <a:close/>
                    </a:path>
                  </a:pathLst>
                </a:custGeom>
                <a:solidFill>
                  <a:srgbClr val="EF2B2F"/>
                </a:solidFill>
                <a:ln>
                  <a:noFill/>
                </a:ln>
              </p:spPr>
              <p:txBody>
                <a:bodyPr/>
                <a:lstStyle/>
                <a:p>
                  <a:pPr>
                    <a:defRPr/>
                  </a:pPr>
                  <a:endParaRPr lang="en-US" sz="1050">
                    <a:latin typeface="+mj-lt"/>
                  </a:endParaRPr>
                </a:p>
              </p:txBody>
            </p:sp>
            <p:sp>
              <p:nvSpPr>
                <p:cNvPr id="41046" name="Freeform 234">
                  <a:extLst>
                    <a:ext uri="{FF2B5EF4-FFF2-40B4-BE49-F238E27FC236}">
                      <a16:creationId xmlns="" xmlns:a16="http://schemas.microsoft.com/office/drawing/2014/main" id="{814EF73C-8D57-75C0-29C8-074A1AE48FBB}"/>
                    </a:ext>
                  </a:extLst>
                </p:cNvPr>
                <p:cNvSpPr>
                  <a:spLocks/>
                </p:cNvSpPr>
                <p:nvPr/>
              </p:nvSpPr>
              <p:spPr bwMode="auto">
                <a:xfrm>
                  <a:off x="4428" y="3539"/>
                  <a:ext cx="25"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2" y="627"/>
                      </a:lnTo>
                      <a:lnTo>
                        <a:pt x="64" y="624"/>
                      </a:lnTo>
                      <a:lnTo>
                        <a:pt x="94" y="620"/>
                      </a:lnTo>
                      <a:lnTo>
                        <a:pt x="126" y="615"/>
                      </a:lnTo>
                      <a:lnTo>
                        <a:pt x="156" y="607"/>
                      </a:lnTo>
                      <a:lnTo>
                        <a:pt x="186" y="599"/>
                      </a:lnTo>
                      <a:lnTo>
                        <a:pt x="215" y="589"/>
                      </a:lnTo>
                      <a:lnTo>
                        <a:pt x="243" y="577"/>
                      </a:lnTo>
                      <a:lnTo>
                        <a:pt x="272" y="565"/>
                      </a:lnTo>
                      <a:lnTo>
                        <a:pt x="298" y="551"/>
                      </a:lnTo>
                      <a:lnTo>
                        <a:pt x="325" y="536"/>
                      </a:lnTo>
                      <a:lnTo>
                        <a:pt x="351" y="520"/>
                      </a:lnTo>
                      <a:lnTo>
                        <a:pt x="375" y="502"/>
                      </a:lnTo>
                      <a:lnTo>
                        <a:pt x="399" y="483"/>
                      </a:lnTo>
                      <a:lnTo>
                        <a:pt x="422" y="463"/>
                      </a:lnTo>
                      <a:lnTo>
                        <a:pt x="444" y="443"/>
                      </a:lnTo>
                      <a:lnTo>
                        <a:pt x="464" y="422"/>
                      </a:lnTo>
                      <a:lnTo>
                        <a:pt x="483" y="399"/>
                      </a:lnTo>
                      <a:lnTo>
                        <a:pt x="502" y="375"/>
                      </a:lnTo>
                      <a:lnTo>
                        <a:pt x="521" y="351"/>
                      </a:lnTo>
                      <a:lnTo>
                        <a:pt x="536" y="325"/>
                      </a:lnTo>
                      <a:lnTo>
                        <a:pt x="551" y="298"/>
                      </a:lnTo>
                      <a:lnTo>
                        <a:pt x="566" y="272"/>
                      </a:lnTo>
                      <a:lnTo>
                        <a:pt x="578" y="243"/>
                      </a:lnTo>
                      <a:lnTo>
                        <a:pt x="590" y="215"/>
                      </a:lnTo>
                      <a:lnTo>
                        <a:pt x="600" y="186"/>
                      </a:lnTo>
                      <a:lnTo>
                        <a:pt x="607" y="157"/>
                      </a:lnTo>
                      <a:lnTo>
                        <a:pt x="615" y="126"/>
                      </a:lnTo>
                      <a:lnTo>
                        <a:pt x="620" y="95"/>
                      </a:lnTo>
                      <a:lnTo>
                        <a:pt x="625" y="63"/>
                      </a:lnTo>
                      <a:lnTo>
                        <a:pt x="627" y="32"/>
                      </a:lnTo>
                      <a:lnTo>
                        <a:pt x="628" y="0"/>
                      </a:lnTo>
                      <a:lnTo>
                        <a:pt x="499" y="0"/>
                      </a:lnTo>
                      <a:lnTo>
                        <a:pt x="498" y="25"/>
                      </a:lnTo>
                      <a:lnTo>
                        <a:pt x="495" y="50"/>
                      </a:lnTo>
                      <a:lnTo>
                        <a:pt x="492" y="76"/>
                      </a:lnTo>
                      <a:lnTo>
                        <a:pt x="489" y="100"/>
                      </a:lnTo>
                      <a:lnTo>
                        <a:pt x="482" y="124"/>
                      </a:lnTo>
                      <a:lnTo>
                        <a:pt x="476" y="148"/>
                      </a:lnTo>
                      <a:lnTo>
                        <a:pt x="468" y="171"/>
                      </a:lnTo>
                      <a:lnTo>
                        <a:pt x="459" y="194"/>
                      </a:lnTo>
                      <a:lnTo>
                        <a:pt x="449" y="216"/>
                      </a:lnTo>
                      <a:lnTo>
                        <a:pt x="438" y="237"/>
                      </a:lnTo>
                      <a:lnTo>
                        <a:pt x="426" y="257"/>
                      </a:lnTo>
                      <a:lnTo>
                        <a:pt x="413" y="278"/>
                      </a:lnTo>
                      <a:lnTo>
                        <a:pt x="399" y="298"/>
                      </a:lnTo>
                      <a:lnTo>
                        <a:pt x="385" y="317"/>
                      </a:lnTo>
                      <a:lnTo>
                        <a:pt x="368" y="334"/>
                      </a:lnTo>
                      <a:lnTo>
                        <a:pt x="352" y="352"/>
                      </a:lnTo>
                      <a:lnTo>
                        <a:pt x="334" y="368"/>
                      </a:lnTo>
                      <a:lnTo>
                        <a:pt x="317" y="384"/>
                      </a:lnTo>
                      <a:lnTo>
                        <a:pt x="298" y="399"/>
                      </a:lnTo>
                      <a:lnTo>
                        <a:pt x="278" y="413"/>
                      </a:lnTo>
                      <a:lnTo>
                        <a:pt x="258" y="426"/>
                      </a:lnTo>
                      <a:lnTo>
                        <a:pt x="237" y="438"/>
                      </a:lnTo>
                      <a:lnTo>
                        <a:pt x="215" y="449"/>
                      </a:lnTo>
                      <a:lnTo>
                        <a:pt x="194" y="459"/>
                      </a:lnTo>
                      <a:lnTo>
                        <a:pt x="171" y="468"/>
                      </a:lnTo>
                      <a:lnTo>
                        <a:pt x="148" y="475"/>
                      </a:lnTo>
                      <a:lnTo>
                        <a:pt x="124" y="483"/>
                      </a:lnTo>
                      <a:lnTo>
                        <a:pt x="100" y="489"/>
                      </a:lnTo>
                      <a:lnTo>
                        <a:pt x="76" y="492"/>
                      </a:lnTo>
                      <a:lnTo>
                        <a:pt x="51" y="495"/>
                      </a:lnTo>
                      <a:lnTo>
                        <a:pt x="25" y="497"/>
                      </a:lnTo>
                      <a:lnTo>
                        <a:pt x="0" y="498"/>
                      </a:lnTo>
                      <a:lnTo>
                        <a:pt x="0" y="628"/>
                      </a:lnTo>
                      <a:close/>
                    </a:path>
                  </a:pathLst>
                </a:custGeom>
                <a:solidFill>
                  <a:srgbClr val="EF2B2F"/>
                </a:solidFill>
                <a:ln>
                  <a:noFill/>
                </a:ln>
              </p:spPr>
              <p:txBody>
                <a:bodyPr/>
                <a:lstStyle/>
                <a:p>
                  <a:pPr>
                    <a:defRPr/>
                  </a:pPr>
                  <a:endParaRPr lang="en-US" sz="1050">
                    <a:latin typeface="+mj-lt"/>
                  </a:endParaRPr>
                </a:p>
              </p:txBody>
            </p:sp>
            <p:sp>
              <p:nvSpPr>
                <p:cNvPr id="41047" name="Freeform 235">
                  <a:extLst>
                    <a:ext uri="{FF2B5EF4-FFF2-40B4-BE49-F238E27FC236}">
                      <a16:creationId xmlns="" xmlns:a16="http://schemas.microsoft.com/office/drawing/2014/main" id="{22400921-D6F3-10AE-3403-D3E5E1DA7B03}"/>
                    </a:ext>
                  </a:extLst>
                </p:cNvPr>
                <p:cNvSpPr>
                  <a:spLocks/>
                </p:cNvSpPr>
                <p:nvPr/>
              </p:nvSpPr>
              <p:spPr bwMode="auto">
                <a:xfrm>
                  <a:off x="4403" y="3539"/>
                  <a:ext cx="25" cy="23"/>
                </a:xfrm>
                <a:custGeom>
                  <a:avLst/>
                  <a:gdLst>
                    <a:gd name="T0" fmla="*/ 0 w 629"/>
                    <a:gd name="T1" fmla="*/ 0 h 628"/>
                    <a:gd name="T2" fmla="*/ 0 w 629"/>
                    <a:gd name="T3" fmla="*/ 0 h 628"/>
                    <a:gd name="T4" fmla="*/ 0 w 629"/>
                    <a:gd name="T5" fmla="*/ 0 h 628"/>
                    <a:gd name="T6" fmla="*/ 0 w 629"/>
                    <a:gd name="T7" fmla="*/ 0 h 628"/>
                    <a:gd name="T8" fmla="*/ 0 w 629"/>
                    <a:gd name="T9" fmla="*/ 0 h 628"/>
                    <a:gd name="T10" fmla="*/ 0 w 629"/>
                    <a:gd name="T11" fmla="*/ 0 h 628"/>
                    <a:gd name="T12" fmla="*/ 0 w 629"/>
                    <a:gd name="T13" fmla="*/ 0 h 628"/>
                    <a:gd name="T14" fmla="*/ 0 w 629"/>
                    <a:gd name="T15" fmla="*/ 0 h 628"/>
                    <a:gd name="T16" fmla="*/ 0 w 629"/>
                    <a:gd name="T17" fmla="*/ 0 h 628"/>
                    <a:gd name="T18" fmla="*/ 0 w 629"/>
                    <a:gd name="T19" fmla="*/ 0 h 628"/>
                    <a:gd name="T20" fmla="*/ 0 w 629"/>
                    <a:gd name="T21" fmla="*/ 0 h 628"/>
                    <a:gd name="T22" fmla="*/ 0 w 629"/>
                    <a:gd name="T23" fmla="*/ 0 h 628"/>
                    <a:gd name="T24" fmla="*/ 0 w 629"/>
                    <a:gd name="T25" fmla="*/ 0 h 628"/>
                    <a:gd name="T26" fmla="*/ 0 w 629"/>
                    <a:gd name="T27" fmla="*/ 0 h 628"/>
                    <a:gd name="T28" fmla="*/ 0 w 629"/>
                    <a:gd name="T29" fmla="*/ 0 h 628"/>
                    <a:gd name="T30" fmla="*/ 0 w 629"/>
                    <a:gd name="T31" fmla="*/ 0 h 628"/>
                    <a:gd name="T32" fmla="*/ 0 w 629"/>
                    <a:gd name="T33" fmla="*/ 0 h 628"/>
                    <a:gd name="T34" fmla="*/ 0 w 629"/>
                    <a:gd name="T35" fmla="*/ 0 h 628"/>
                    <a:gd name="T36" fmla="*/ 0 w 629"/>
                    <a:gd name="T37" fmla="*/ 0 h 628"/>
                    <a:gd name="T38" fmla="*/ 0 w 629"/>
                    <a:gd name="T39" fmla="*/ 0 h 628"/>
                    <a:gd name="T40" fmla="*/ 0 w 629"/>
                    <a:gd name="T41" fmla="*/ 0 h 628"/>
                    <a:gd name="T42" fmla="*/ 0 w 629"/>
                    <a:gd name="T43" fmla="*/ 0 h 628"/>
                    <a:gd name="T44" fmla="*/ 0 w 629"/>
                    <a:gd name="T45" fmla="*/ 0 h 628"/>
                    <a:gd name="T46" fmla="*/ 0 w 629"/>
                    <a:gd name="T47" fmla="*/ 0 h 628"/>
                    <a:gd name="T48" fmla="*/ 0 w 629"/>
                    <a:gd name="T49" fmla="*/ 0 h 628"/>
                    <a:gd name="T50" fmla="*/ 0 w 629"/>
                    <a:gd name="T51" fmla="*/ 0 h 628"/>
                    <a:gd name="T52" fmla="*/ 0 w 629"/>
                    <a:gd name="T53" fmla="*/ 0 h 628"/>
                    <a:gd name="T54" fmla="*/ 0 w 629"/>
                    <a:gd name="T55" fmla="*/ 0 h 628"/>
                    <a:gd name="T56" fmla="*/ 0 w 629"/>
                    <a:gd name="T57" fmla="*/ 0 h 628"/>
                    <a:gd name="T58" fmla="*/ 0 w 629"/>
                    <a:gd name="T59" fmla="*/ 0 h 628"/>
                    <a:gd name="T60" fmla="*/ 0 w 629"/>
                    <a:gd name="T61" fmla="*/ 0 h 628"/>
                    <a:gd name="T62" fmla="*/ 0 w 629"/>
                    <a:gd name="T63" fmla="*/ 0 h 628"/>
                    <a:gd name="T64" fmla="*/ 0 w 629"/>
                    <a:gd name="T65" fmla="*/ 0 h 628"/>
                    <a:gd name="T66" fmla="*/ 0 w 629"/>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9"/>
                    <a:gd name="T103" fmla="*/ 0 h 628"/>
                    <a:gd name="T104" fmla="*/ 629 w 629"/>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9" h="628">
                      <a:moveTo>
                        <a:pt x="0" y="0"/>
                      </a:moveTo>
                      <a:lnTo>
                        <a:pt x="0" y="0"/>
                      </a:lnTo>
                      <a:lnTo>
                        <a:pt x="1" y="32"/>
                      </a:lnTo>
                      <a:lnTo>
                        <a:pt x="5" y="63"/>
                      </a:lnTo>
                      <a:lnTo>
                        <a:pt x="8" y="95"/>
                      </a:lnTo>
                      <a:lnTo>
                        <a:pt x="13" y="126"/>
                      </a:lnTo>
                      <a:lnTo>
                        <a:pt x="21" y="156"/>
                      </a:lnTo>
                      <a:lnTo>
                        <a:pt x="29" y="186"/>
                      </a:lnTo>
                      <a:lnTo>
                        <a:pt x="39" y="215"/>
                      </a:lnTo>
                      <a:lnTo>
                        <a:pt x="51" y="243"/>
                      </a:lnTo>
                      <a:lnTo>
                        <a:pt x="63" y="272"/>
                      </a:lnTo>
                      <a:lnTo>
                        <a:pt x="77" y="298"/>
                      </a:lnTo>
                      <a:lnTo>
                        <a:pt x="92" y="325"/>
                      </a:lnTo>
                      <a:lnTo>
                        <a:pt x="109" y="351"/>
                      </a:lnTo>
                      <a:lnTo>
                        <a:pt x="126" y="375"/>
                      </a:lnTo>
                      <a:lnTo>
                        <a:pt x="145" y="399"/>
                      </a:lnTo>
                      <a:lnTo>
                        <a:pt x="165" y="422"/>
                      </a:lnTo>
                      <a:lnTo>
                        <a:pt x="185" y="444"/>
                      </a:lnTo>
                      <a:lnTo>
                        <a:pt x="207" y="463"/>
                      </a:lnTo>
                      <a:lnTo>
                        <a:pt x="229" y="483"/>
                      </a:lnTo>
                      <a:lnTo>
                        <a:pt x="253" y="502"/>
                      </a:lnTo>
                      <a:lnTo>
                        <a:pt x="277" y="520"/>
                      </a:lnTo>
                      <a:lnTo>
                        <a:pt x="304" y="536"/>
                      </a:lnTo>
                      <a:lnTo>
                        <a:pt x="330" y="551"/>
                      </a:lnTo>
                      <a:lnTo>
                        <a:pt x="356" y="565"/>
                      </a:lnTo>
                      <a:lnTo>
                        <a:pt x="385" y="577"/>
                      </a:lnTo>
                      <a:lnTo>
                        <a:pt x="413" y="589"/>
                      </a:lnTo>
                      <a:lnTo>
                        <a:pt x="442" y="599"/>
                      </a:lnTo>
                      <a:lnTo>
                        <a:pt x="472" y="607"/>
                      </a:lnTo>
                      <a:lnTo>
                        <a:pt x="502" y="615"/>
                      </a:lnTo>
                      <a:lnTo>
                        <a:pt x="534" y="620"/>
                      </a:lnTo>
                      <a:lnTo>
                        <a:pt x="565" y="624"/>
                      </a:lnTo>
                      <a:lnTo>
                        <a:pt x="596" y="627"/>
                      </a:lnTo>
                      <a:lnTo>
                        <a:pt x="629" y="628"/>
                      </a:lnTo>
                      <a:lnTo>
                        <a:pt x="629" y="498"/>
                      </a:lnTo>
                      <a:lnTo>
                        <a:pt x="603" y="497"/>
                      </a:lnTo>
                      <a:lnTo>
                        <a:pt x="578" y="495"/>
                      </a:lnTo>
                      <a:lnTo>
                        <a:pt x="552" y="492"/>
                      </a:lnTo>
                      <a:lnTo>
                        <a:pt x="528" y="489"/>
                      </a:lnTo>
                      <a:lnTo>
                        <a:pt x="504" y="483"/>
                      </a:lnTo>
                      <a:lnTo>
                        <a:pt x="480" y="475"/>
                      </a:lnTo>
                      <a:lnTo>
                        <a:pt x="457" y="468"/>
                      </a:lnTo>
                      <a:lnTo>
                        <a:pt x="435" y="459"/>
                      </a:lnTo>
                      <a:lnTo>
                        <a:pt x="413" y="449"/>
                      </a:lnTo>
                      <a:lnTo>
                        <a:pt x="391" y="438"/>
                      </a:lnTo>
                      <a:lnTo>
                        <a:pt x="371" y="426"/>
                      </a:lnTo>
                      <a:lnTo>
                        <a:pt x="350" y="413"/>
                      </a:lnTo>
                      <a:lnTo>
                        <a:pt x="331" y="399"/>
                      </a:lnTo>
                      <a:lnTo>
                        <a:pt x="311" y="384"/>
                      </a:lnTo>
                      <a:lnTo>
                        <a:pt x="294" y="368"/>
                      </a:lnTo>
                      <a:lnTo>
                        <a:pt x="276" y="352"/>
                      </a:lnTo>
                      <a:lnTo>
                        <a:pt x="260" y="334"/>
                      </a:lnTo>
                      <a:lnTo>
                        <a:pt x="245" y="317"/>
                      </a:lnTo>
                      <a:lnTo>
                        <a:pt x="229" y="298"/>
                      </a:lnTo>
                      <a:lnTo>
                        <a:pt x="215" y="278"/>
                      </a:lnTo>
                      <a:lnTo>
                        <a:pt x="202" y="257"/>
                      </a:lnTo>
                      <a:lnTo>
                        <a:pt x="190" y="237"/>
                      </a:lnTo>
                      <a:lnTo>
                        <a:pt x="179" y="216"/>
                      </a:lnTo>
                      <a:lnTo>
                        <a:pt x="169" y="194"/>
                      </a:lnTo>
                      <a:lnTo>
                        <a:pt x="160" y="171"/>
                      </a:lnTo>
                      <a:lnTo>
                        <a:pt x="153" y="148"/>
                      </a:lnTo>
                      <a:lnTo>
                        <a:pt x="146" y="124"/>
                      </a:lnTo>
                      <a:lnTo>
                        <a:pt x="140" y="100"/>
                      </a:lnTo>
                      <a:lnTo>
                        <a:pt x="136" y="76"/>
                      </a:lnTo>
                      <a:lnTo>
                        <a:pt x="133" y="50"/>
                      </a:lnTo>
                      <a:lnTo>
                        <a:pt x="131" y="25"/>
                      </a:lnTo>
                      <a:lnTo>
                        <a:pt x="130" y="0"/>
                      </a:lnTo>
                      <a:lnTo>
                        <a:pt x="0" y="0"/>
                      </a:lnTo>
                      <a:close/>
                    </a:path>
                  </a:pathLst>
                </a:custGeom>
                <a:solidFill>
                  <a:srgbClr val="EF2B2F"/>
                </a:solidFill>
                <a:ln>
                  <a:noFill/>
                </a:ln>
              </p:spPr>
              <p:txBody>
                <a:bodyPr/>
                <a:lstStyle/>
                <a:p>
                  <a:pPr>
                    <a:defRPr/>
                  </a:pPr>
                  <a:endParaRPr lang="en-US" sz="1050">
                    <a:latin typeface="+mj-lt"/>
                  </a:endParaRPr>
                </a:p>
              </p:txBody>
            </p:sp>
            <p:sp>
              <p:nvSpPr>
                <p:cNvPr id="41048" name="Freeform 236">
                  <a:extLst>
                    <a:ext uri="{FF2B5EF4-FFF2-40B4-BE49-F238E27FC236}">
                      <a16:creationId xmlns="" xmlns:a16="http://schemas.microsoft.com/office/drawing/2014/main" id="{D435B88A-8D1F-3A01-AA27-7A65F1BF0B6D}"/>
                    </a:ext>
                  </a:extLst>
                </p:cNvPr>
                <p:cNvSpPr>
                  <a:spLocks/>
                </p:cNvSpPr>
                <p:nvPr/>
              </p:nvSpPr>
              <p:spPr bwMode="auto">
                <a:xfrm>
                  <a:off x="4403" y="3516"/>
                  <a:ext cx="25" cy="23"/>
                </a:xfrm>
                <a:custGeom>
                  <a:avLst/>
                  <a:gdLst>
                    <a:gd name="T0" fmla="*/ 0 w 629"/>
                    <a:gd name="T1" fmla="*/ 0 h 629"/>
                    <a:gd name="T2" fmla="*/ 0 w 629"/>
                    <a:gd name="T3" fmla="*/ 0 h 629"/>
                    <a:gd name="T4" fmla="*/ 0 w 629"/>
                    <a:gd name="T5" fmla="*/ 0 h 629"/>
                    <a:gd name="T6" fmla="*/ 0 w 629"/>
                    <a:gd name="T7" fmla="*/ 0 h 629"/>
                    <a:gd name="T8" fmla="*/ 0 w 629"/>
                    <a:gd name="T9" fmla="*/ 0 h 629"/>
                    <a:gd name="T10" fmla="*/ 0 w 629"/>
                    <a:gd name="T11" fmla="*/ 0 h 629"/>
                    <a:gd name="T12" fmla="*/ 0 w 629"/>
                    <a:gd name="T13" fmla="*/ 0 h 629"/>
                    <a:gd name="T14" fmla="*/ 0 w 629"/>
                    <a:gd name="T15" fmla="*/ 0 h 629"/>
                    <a:gd name="T16" fmla="*/ 0 w 629"/>
                    <a:gd name="T17" fmla="*/ 0 h 629"/>
                    <a:gd name="T18" fmla="*/ 0 w 629"/>
                    <a:gd name="T19" fmla="*/ 0 h 629"/>
                    <a:gd name="T20" fmla="*/ 0 w 629"/>
                    <a:gd name="T21" fmla="*/ 0 h 629"/>
                    <a:gd name="T22" fmla="*/ 0 w 629"/>
                    <a:gd name="T23" fmla="*/ 0 h 629"/>
                    <a:gd name="T24" fmla="*/ 0 w 629"/>
                    <a:gd name="T25" fmla="*/ 0 h 629"/>
                    <a:gd name="T26" fmla="*/ 0 w 629"/>
                    <a:gd name="T27" fmla="*/ 0 h 629"/>
                    <a:gd name="T28" fmla="*/ 0 w 629"/>
                    <a:gd name="T29" fmla="*/ 0 h 629"/>
                    <a:gd name="T30" fmla="*/ 0 w 629"/>
                    <a:gd name="T31" fmla="*/ 0 h 629"/>
                    <a:gd name="T32" fmla="*/ 0 w 629"/>
                    <a:gd name="T33" fmla="*/ 0 h 629"/>
                    <a:gd name="T34" fmla="*/ 0 w 629"/>
                    <a:gd name="T35" fmla="*/ 0 h 629"/>
                    <a:gd name="T36" fmla="*/ 0 w 629"/>
                    <a:gd name="T37" fmla="*/ 0 h 629"/>
                    <a:gd name="T38" fmla="*/ 0 w 629"/>
                    <a:gd name="T39" fmla="*/ 0 h 629"/>
                    <a:gd name="T40" fmla="*/ 0 w 629"/>
                    <a:gd name="T41" fmla="*/ 0 h 629"/>
                    <a:gd name="T42" fmla="*/ 0 w 629"/>
                    <a:gd name="T43" fmla="*/ 0 h 629"/>
                    <a:gd name="T44" fmla="*/ 0 w 629"/>
                    <a:gd name="T45" fmla="*/ 0 h 629"/>
                    <a:gd name="T46" fmla="*/ 0 w 629"/>
                    <a:gd name="T47" fmla="*/ 0 h 629"/>
                    <a:gd name="T48" fmla="*/ 0 w 629"/>
                    <a:gd name="T49" fmla="*/ 0 h 629"/>
                    <a:gd name="T50" fmla="*/ 0 w 629"/>
                    <a:gd name="T51" fmla="*/ 0 h 629"/>
                    <a:gd name="T52" fmla="*/ 0 w 629"/>
                    <a:gd name="T53" fmla="*/ 0 h 629"/>
                    <a:gd name="T54" fmla="*/ 0 w 629"/>
                    <a:gd name="T55" fmla="*/ 0 h 629"/>
                    <a:gd name="T56" fmla="*/ 0 w 629"/>
                    <a:gd name="T57" fmla="*/ 0 h 629"/>
                    <a:gd name="T58" fmla="*/ 0 w 629"/>
                    <a:gd name="T59" fmla="*/ 0 h 629"/>
                    <a:gd name="T60" fmla="*/ 0 w 629"/>
                    <a:gd name="T61" fmla="*/ 0 h 629"/>
                    <a:gd name="T62" fmla="*/ 0 w 629"/>
                    <a:gd name="T63" fmla="*/ 0 h 629"/>
                    <a:gd name="T64" fmla="*/ 0 w 629"/>
                    <a:gd name="T65" fmla="*/ 0 h 629"/>
                    <a:gd name="T66" fmla="*/ 0 w 629"/>
                    <a:gd name="T67" fmla="*/ 0 h 6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9"/>
                    <a:gd name="T103" fmla="*/ 0 h 629"/>
                    <a:gd name="T104" fmla="*/ 629 w 629"/>
                    <a:gd name="T105" fmla="*/ 629 h 6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9" h="629">
                      <a:moveTo>
                        <a:pt x="629" y="0"/>
                      </a:moveTo>
                      <a:lnTo>
                        <a:pt x="629" y="0"/>
                      </a:lnTo>
                      <a:lnTo>
                        <a:pt x="596" y="1"/>
                      </a:lnTo>
                      <a:lnTo>
                        <a:pt x="565" y="4"/>
                      </a:lnTo>
                      <a:lnTo>
                        <a:pt x="534" y="8"/>
                      </a:lnTo>
                      <a:lnTo>
                        <a:pt x="502" y="13"/>
                      </a:lnTo>
                      <a:lnTo>
                        <a:pt x="472" y="21"/>
                      </a:lnTo>
                      <a:lnTo>
                        <a:pt x="442" y="29"/>
                      </a:lnTo>
                      <a:lnTo>
                        <a:pt x="413" y="40"/>
                      </a:lnTo>
                      <a:lnTo>
                        <a:pt x="385" y="51"/>
                      </a:lnTo>
                      <a:lnTo>
                        <a:pt x="356" y="63"/>
                      </a:lnTo>
                      <a:lnTo>
                        <a:pt x="330" y="77"/>
                      </a:lnTo>
                      <a:lnTo>
                        <a:pt x="304" y="92"/>
                      </a:lnTo>
                      <a:lnTo>
                        <a:pt x="277" y="109"/>
                      </a:lnTo>
                      <a:lnTo>
                        <a:pt x="253" y="126"/>
                      </a:lnTo>
                      <a:lnTo>
                        <a:pt x="229" y="145"/>
                      </a:lnTo>
                      <a:lnTo>
                        <a:pt x="207" y="164"/>
                      </a:lnTo>
                      <a:lnTo>
                        <a:pt x="185" y="185"/>
                      </a:lnTo>
                      <a:lnTo>
                        <a:pt x="165" y="207"/>
                      </a:lnTo>
                      <a:lnTo>
                        <a:pt x="145" y="229"/>
                      </a:lnTo>
                      <a:lnTo>
                        <a:pt x="126" y="253"/>
                      </a:lnTo>
                      <a:lnTo>
                        <a:pt x="109" y="278"/>
                      </a:lnTo>
                      <a:lnTo>
                        <a:pt x="92" y="304"/>
                      </a:lnTo>
                      <a:lnTo>
                        <a:pt x="77" y="330"/>
                      </a:lnTo>
                      <a:lnTo>
                        <a:pt x="63" y="357"/>
                      </a:lnTo>
                      <a:lnTo>
                        <a:pt x="51" y="385"/>
                      </a:lnTo>
                      <a:lnTo>
                        <a:pt x="39" y="413"/>
                      </a:lnTo>
                      <a:lnTo>
                        <a:pt x="29" y="443"/>
                      </a:lnTo>
                      <a:lnTo>
                        <a:pt x="21" y="472"/>
                      </a:lnTo>
                      <a:lnTo>
                        <a:pt x="13" y="502"/>
                      </a:lnTo>
                      <a:lnTo>
                        <a:pt x="8" y="534"/>
                      </a:lnTo>
                      <a:lnTo>
                        <a:pt x="5" y="564"/>
                      </a:lnTo>
                      <a:lnTo>
                        <a:pt x="1" y="596"/>
                      </a:lnTo>
                      <a:lnTo>
                        <a:pt x="0" y="629"/>
                      </a:lnTo>
                      <a:lnTo>
                        <a:pt x="130" y="629"/>
                      </a:lnTo>
                      <a:lnTo>
                        <a:pt x="131" y="603"/>
                      </a:lnTo>
                      <a:lnTo>
                        <a:pt x="133" y="577"/>
                      </a:lnTo>
                      <a:lnTo>
                        <a:pt x="136" y="552"/>
                      </a:lnTo>
                      <a:lnTo>
                        <a:pt x="140" y="528"/>
                      </a:lnTo>
                      <a:lnTo>
                        <a:pt x="146" y="504"/>
                      </a:lnTo>
                      <a:lnTo>
                        <a:pt x="153" y="481"/>
                      </a:lnTo>
                      <a:lnTo>
                        <a:pt x="160" y="457"/>
                      </a:lnTo>
                      <a:lnTo>
                        <a:pt x="169" y="435"/>
                      </a:lnTo>
                      <a:lnTo>
                        <a:pt x="179" y="413"/>
                      </a:lnTo>
                      <a:lnTo>
                        <a:pt x="190" y="391"/>
                      </a:lnTo>
                      <a:lnTo>
                        <a:pt x="202" y="370"/>
                      </a:lnTo>
                      <a:lnTo>
                        <a:pt x="215" y="351"/>
                      </a:lnTo>
                      <a:lnTo>
                        <a:pt x="229" y="331"/>
                      </a:lnTo>
                      <a:lnTo>
                        <a:pt x="245" y="312"/>
                      </a:lnTo>
                      <a:lnTo>
                        <a:pt x="260" y="294"/>
                      </a:lnTo>
                      <a:lnTo>
                        <a:pt x="276" y="276"/>
                      </a:lnTo>
                      <a:lnTo>
                        <a:pt x="294" y="260"/>
                      </a:lnTo>
                      <a:lnTo>
                        <a:pt x="311" y="244"/>
                      </a:lnTo>
                      <a:lnTo>
                        <a:pt x="331" y="229"/>
                      </a:lnTo>
                      <a:lnTo>
                        <a:pt x="350" y="215"/>
                      </a:lnTo>
                      <a:lnTo>
                        <a:pt x="371" y="202"/>
                      </a:lnTo>
                      <a:lnTo>
                        <a:pt x="391" y="190"/>
                      </a:lnTo>
                      <a:lnTo>
                        <a:pt x="413" y="179"/>
                      </a:lnTo>
                      <a:lnTo>
                        <a:pt x="435" y="169"/>
                      </a:lnTo>
                      <a:lnTo>
                        <a:pt x="457" y="160"/>
                      </a:lnTo>
                      <a:lnTo>
                        <a:pt x="480" y="152"/>
                      </a:lnTo>
                      <a:lnTo>
                        <a:pt x="504" y="146"/>
                      </a:lnTo>
                      <a:lnTo>
                        <a:pt x="528" y="140"/>
                      </a:lnTo>
                      <a:lnTo>
                        <a:pt x="552" y="136"/>
                      </a:lnTo>
                      <a:lnTo>
                        <a:pt x="578" y="133"/>
                      </a:lnTo>
                      <a:lnTo>
                        <a:pt x="603" y="130"/>
                      </a:lnTo>
                      <a:lnTo>
                        <a:pt x="629" y="130"/>
                      </a:lnTo>
                      <a:lnTo>
                        <a:pt x="629" y="0"/>
                      </a:lnTo>
                      <a:close/>
                    </a:path>
                  </a:pathLst>
                </a:custGeom>
                <a:solidFill>
                  <a:srgbClr val="EF2B2F"/>
                </a:solidFill>
                <a:ln>
                  <a:noFill/>
                </a:ln>
              </p:spPr>
              <p:txBody>
                <a:bodyPr/>
                <a:lstStyle/>
                <a:p>
                  <a:pPr>
                    <a:defRPr/>
                  </a:pPr>
                  <a:endParaRPr lang="en-US" sz="1050">
                    <a:latin typeface="+mj-lt"/>
                  </a:endParaRPr>
                </a:p>
              </p:txBody>
            </p:sp>
            <p:sp>
              <p:nvSpPr>
                <p:cNvPr id="41049" name="Freeform 237">
                  <a:extLst>
                    <a:ext uri="{FF2B5EF4-FFF2-40B4-BE49-F238E27FC236}">
                      <a16:creationId xmlns="" xmlns:a16="http://schemas.microsoft.com/office/drawing/2014/main" id="{295A16F3-B0EC-9E71-1FC4-77CE0D898C10}"/>
                    </a:ext>
                  </a:extLst>
                </p:cNvPr>
                <p:cNvSpPr>
                  <a:spLocks/>
                </p:cNvSpPr>
                <p:nvPr/>
              </p:nvSpPr>
              <p:spPr bwMode="auto">
                <a:xfrm>
                  <a:off x="4404" y="3585"/>
                  <a:ext cx="45" cy="36"/>
                </a:xfrm>
                <a:custGeom>
                  <a:avLst/>
                  <a:gdLst>
                    <a:gd name="T0" fmla="*/ 0 w 1127"/>
                    <a:gd name="T1" fmla="*/ 0 h 1126"/>
                    <a:gd name="T2" fmla="*/ 0 w 1127"/>
                    <a:gd name="T3" fmla="*/ 0 h 1126"/>
                    <a:gd name="T4" fmla="*/ 0 w 1127"/>
                    <a:gd name="T5" fmla="*/ 0 h 1126"/>
                    <a:gd name="T6" fmla="*/ 0 w 1127"/>
                    <a:gd name="T7" fmla="*/ 0 h 1126"/>
                    <a:gd name="T8" fmla="*/ 0 w 1127"/>
                    <a:gd name="T9" fmla="*/ 0 h 1126"/>
                    <a:gd name="T10" fmla="*/ 0 w 1127"/>
                    <a:gd name="T11" fmla="*/ 0 h 1126"/>
                    <a:gd name="T12" fmla="*/ 0 w 1127"/>
                    <a:gd name="T13" fmla="*/ 0 h 1126"/>
                    <a:gd name="T14" fmla="*/ 0 w 1127"/>
                    <a:gd name="T15" fmla="*/ 0 h 1126"/>
                    <a:gd name="T16" fmla="*/ 0 w 1127"/>
                    <a:gd name="T17" fmla="*/ 0 h 1126"/>
                    <a:gd name="T18" fmla="*/ 0 w 1127"/>
                    <a:gd name="T19" fmla="*/ 0 h 1126"/>
                    <a:gd name="T20" fmla="*/ 0 w 1127"/>
                    <a:gd name="T21" fmla="*/ 0 h 1126"/>
                    <a:gd name="T22" fmla="*/ 0 w 1127"/>
                    <a:gd name="T23" fmla="*/ 0 h 1126"/>
                    <a:gd name="T24" fmla="*/ 0 w 1127"/>
                    <a:gd name="T25" fmla="*/ 0 h 1126"/>
                    <a:gd name="T26" fmla="*/ 0 w 1127"/>
                    <a:gd name="T27" fmla="*/ 0 h 1126"/>
                    <a:gd name="T28" fmla="*/ 0 w 1127"/>
                    <a:gd name="T29" fmla="*/ 0 h 1126"/>
                    <a:gd name="T30" fmla="*/ 0 w 1127"/>
                    <a:gd name="T31" fmla="*/ 0 h 1126"/>
                    <a:gd name="T32" fmla="*/ 0 w 1127"/>
                    <a:gd name="T33" fmla="*/ 0 h 1126"/>
                    <a:gd name="T34" fmla="*/ 0 w 1127"/>
                    <a:gd name="T35" fmla="*/ 0 h 1126"/>
                    <a:gd name="T36" fmla="*/ 0 w 1127"/>
                    <a:gd name="T37" fmla="*/ 0 h 1126"/>
                    <a:gd name="T38" fmla="*/ 0 w 1127"/>
                    <a:gd name="T39" fmla="*/ 0 h 1126"/>
                    <a:gd name="T40" fmla="*/ 0 w 1127"/>
                    <a:gd name="T41" fmla="*/ 0 h 1126"/>
                    <a:gd name="T42" fmla="*/ 0 w 1127"/>
                    <a:gd name="T43" fmla="*/ 0 h 1126"/>
                    <a:gd name="T44" fmla="*/ 0 w 1127"/>
                    <a:gd name="T45" fmla="*/ 0 h 1126"/>
                    <a:gd name="T46" fmla="*/ 0 w 1127"/>
                    <a:gd name="T47" fmla="*/ 0 h 1126"/>
                    <a:gd name="T48" fmla="*/ 0 w 1127"/>
                    <a:gd name="T49" fmla="*/ 0 h 1126"/>
                    <a:gd name="T50" fmla="*/ 0 w 1127"/>
                    <a:gd name="T51" fmla="*/ 0 h 1126"/>
                    <a:gd name="T52" fmla="*/ 0 w 1127"/>
                    <a:gd name="T53" fmla="*/ 0 h 1126"/>
                    <a:gd name="T54" fmla="*/ 0 w 1127"/>
                    <a:gd name="T55" fmla="*/ 0 h 1126"/>
                    <a:gd name="T56" fmla="*/ 0 w 1127"/>
                    <a:gd name="T57" fmla="*/ 0 h 1126"/>
                    <a:gd name="T58" fmla="*/ 0 w 1127"/>
                    <a:gd name="T59" fmla="*/ 0 h 1126"/>
                    <a:gd name="T60" fmla="*/ 0 w 1127"/>
                    <a:gd name="T61" fmla="*/ 0 h 1126"/>
                    <a:gd name="T62" fmla="*/ 0 w 1127"/>
                    <a:gd name="T63" fmla="*/ 0 h 1126"/>
                    <a:gd name="T64" fmla="*/ 0 w 1127"/>
                    <a:gd name="T65" fmla="*/ 0 h 1126"/>
                    <a:gd name="T66" fmla="*/ 0 w 1127"/>
                    <a:gd name="T67" fmla="*/ 0 h 1126"/>
                    <a:gd name="T68" fmla="*/ 0 w 1127"/>
                    <a:gd name="T69" fmla="*/ 0 h 1126"/>
                    <a:gd name="T70" fmla="*/ 0 w 1127"/>
                    <a:gd name="T71" fmla="*/ 0 h 1126"/>
                    <a:gd name="T72" fmla="*/ 0 w 1127"/>
                    <a:gd name="T73" fmla="*/ 0 h 1126"/>
                    <a:gd name="T74" fmla="*/ 0 w 1127"/>
                    <a:gd name="T75" fmla="*/ 0 h 1126"/>
                    <a:gd name="T76" fmla="*/ 0 w 1127"/>
                    <a:gd name="T77" fmla="*/ 0 h 1126"/>
                    <a:gd name="T78" fmla="*/ 0 w 1127"/>
                    <a:gd name="T79" fmla="*/ 0 h 1126"/>
                    <a:gd name="T80" fmla="*/ 0 w 1127"/>
                    <a:gd name="T81" fmla="*/ 0 h 1126"/>
                    <a:gd name="T82" fmla="*/ 0 w 1127"/>
                    <a:gd name="T83" fmla="*/ 0 h 1126"/>
                    <a:gd name="T84" fmla="*/ 0 w 1127"/>
                    <a:gd name="T85" fmla="*/ 0 h 112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27"/>
                    <a:gd name="T130" fmla="*/ 0 h 1126"/>
                    <a:gd name="T131" fmla="*/ 1127 w 1127"/>
                    <a:gd name="T132" fmla="*/ 1126 h 112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27" h="1126">
                      <a:moveTo>
                        <a:pt x="564" y="0"/>
                      </a:moveTo>
                      <a:lnTo>
                        <a:pt x="592" y="1"/>
                      </a:lnTo>
                      <a:lnTo>
                        <a:pt x="621" y="2"/>
                      </a:lnTo>
                      <a:lnTo>
                        <a:pt x="649" y="7"/>
                      </a:lnTo>
                      <a:lnTo>
                        <a:pt x="676" y="11"/>
                      </a:lnTo>
                      <a:lnTo>
                        <a:pt x="704" y="18"/>
                      </a:lnTo>
                      <a:lnTo>
                        <a:pt x="730" y="25"/>
                      </a:lnTo>
                      <a:lnTo>
                        <a:pt x="756" y="34"/>
                      </a:lnTo>
                      <a:lnTo>
                        <a:pt x="783" y="44"/>
                      </a:lnTo>
                      <a:lnTo>
                        <a:pt x="807" y="56"/>
                      </a:lnTo>
                      <a:lnTo>
                        <a:pt x="831" y="68"/>
                      </a:lnTo>
                      <a:lnTo>
                        <a:pt x="855" y="81"/>
                      </a:lnTo>
                      <a:lnTo>
                        <a:pt x="878" y="97"/>
                      </a:lnTo>
                      <a:lnTo>
                        <a:pt x="900" y="112"/>
                      </a:lnTo>
                      <a:lnTo>
                        <a:pt x="921" y="128"/>
                      </a:lnTo>
                      <a:lnTo>
                        <a:pt x="942" y="147"/>
                      </a:lnTo>
                      <a:lnTo>
                        <a:pt x="961" y="166"/>
                      </a:lnTo>
                      <a:lnTo>
                        <a:pt x="980" y="185"/>
                      </a:lnTo>
                      <a:lnTo>
                        <a:pt x="997" y="205"/>
                      </a:lnTo>
                      <a:lnTo>
                        <a:pt x="1014" y="227"/>
                      </a:lnTo>
                      <a:lnTo>
                        <a:pt x="1030" y="249"/>
                      </a:lnTo>
                      <a:lnTo>
                        <a:pt x="1045" y="272"/>
                      </a:lnTo>
                      <a:lnTo>
                        <a:pt x="1059" y="295"/>
                      </a:lnTo>
                      <a:lnTo>
                        <a:pt x="1071" y="319"/>
                      </a:lnTo>
                      <a:lnTo>
                        <a:pt x="1082" y="344"/>
                      </a:lnTo>
                      <a:lnTo>
                        <a:pt x="1093" y="369"/>
                      </a:lnTo>
                      <a:lnTo>
                        <a:pt x="1102" y="396"/>
                      </a:lnTo>
                      <a:lnTo>
                        <a:pt x="1109" y="423"/>
                      </a:lnTo>
                      <a:lnTo>
                        <a:pt x="1115" y="450"/>
                      </a:lnTo>
                      <a:lnTo>
                        <a:pt x="1120" y="478"/>
                      </a:lnTo>
                      <a:lnTo>
                        <a:pt x="1124" y="505"/>
                      </a:lnTo>
                      <a:lnTo>
                        <a:pt x="1126" y="535"/>
                      </a:lnTo>
                      <a:lnTo>
                        <a:pt x="1127" y="563"/>
                      </a:lnTo>
                      <a:lnTo>
                        <a:pt x="1126" y="592"/>
                      </a:lnTo>
                      <a:lnTo>
                        <a:pt x="1124" y="620"/>
                      </a:lnTo>
                      <a:lnTo>
                        <a:pt x="1120" y="649"/>
                      </a:lnTo>
                      <a:lnTo>
                        <a:pt x="1115" y="676"/>
                      </a:lnTo>
                      <a:lnTo>
                        <a:pt x="1109" y="703"/>
                      </a:lnTo>
                      <a:lnTo>
                        <a:pt x="1102" y="731"/>
                      </a:lnTo>
                      <a:lnTo>
                        <a:pt x="1093" y="756"/>
                      </a:lnTo>
                      <a:lnTo>
                        <a:pt x="1082" y="782"/>
                      </a:lnTo>
                      <a:lnTo>
                        <a:pt x="1071" y="806"/>
                      </a:lnTo>
                      <a:lnTo>
                        <a:pt x="1059" y="832"/>
                      </a:lnTo>
                      <a:lnTo>
                        <a:pt x="1045" y="855"/>
                      </a:lnTo>
                      <a:lnTo>
                        <a:pt x="1030" y="878"/>
                      </a:lnTo>
                      <a:lnTo>
                        <a:pt x="1014" y="900"/>
                      </a:lnTo>
                      <a:lnTo>
                        <a:pt x="997" y="921"/>
                      </a:lnTo>
                      <a:lnTo>
                        <a:pt x="980" y="941"/>
                      </a:lnTo>
                      <a:lnTo>
                        <a:pt x="961" y="961"/>
                      </a:lnTo>
                      <a:lnTo>
                        <a:pt x="942" y="980"/>
                      </a:lnTo>
                      <a:lnTo>
                        <a:pt x="921" y="997"/>
                      </a:lnTo>
                      <a:lnTo>
                        <a:pt x="900" y="1015"/>
                      </a:lnTo>
                      <a:lnTo>
                        <a:pt x="878" y="1030"/>
                      </a:lnTo>
                      <a:lnTo>
                        <a:pt x="855" y="1044"/>
                      </a:lnTo>
                      <a:lnTo>
                        <a:pt x="831" y="1058"/>
                      </a:lnTo>
                      <a:lnTo>
                        <a:pt x="807" y="1070"/>
                      </a:lnTo>
                      <a:lnTo>
                        <a:pt x="783" y="1083"/>
                      </a:lnTo>
                      <a:lnTo>
                        <a:pt x="756" y="1092"/>
                      </a:lnTo>
                      <a:lnTo>
                        <a:pt x="730" y="1101"/>
                      </a:lnTo>
                      <a:lnTo>
                        <a:pt x="704" y="1109"/>
                      </a:lnTo>
                      <a:lnTo>
                        <a:pt x="676" y="1115"/>
                      </a:lnTo>
                      <a:lnTo>
                        <a:pt x="649" y="1120"/>
                      </a:lnTo>
                      <a:lnTo>
                        <a:pt x="621" y="1123"/>
                      </a:lnTo>
                      <a:lnTo>
                        <a:pt x="592" y="1125"/>
                      </a:lnTo>
                      <a:lnTo>
                        <a:pt x="564" y="1126"/>
                      </a:lnTo>
                      <a:lnTo>
                        <a:pt x="534" y="1125"/>
                      </a:lnTo>
                      <a:lnTo>
                        <a:pt x="506" y="1123"/>
                      </a:lnTo>
                      <a:lnTo>
                        <a:pt x="478" y="1120"/>
                      </a:lnTo>
                      <a:lnTo>
                        <a:pt x="450" y="1115"/>
                      </a:lnTo>
                      <a:lnTo>
                        <a:pt x="423" y="1109"/>
                      </a:lnTo>
                      <a:lnTo>
                        <a:pt x="396" y="1101"/>
                      </a:lnTo>
                      <a:lnTo>
                        <a:pt x="370" y="1092"/>
                      </a:lnTo>
                      <a:lnTo>
                        <a:pt x="344" y="1083"/>
                      </a:lnTo>
                      <a:lnTo>
                        <a:pt x="319" y="1070"/>
                      </a:lnTo>
                      <a:lnTo>
                        <a:pt x="295" y="1058"/>
                      </a:lnTo>
                      <a:lnTo>
                        <a:pt x="272" y="1044"/>
                      </a:lnTo>
                      <a:lnTo>
                        <a:pt x="249" y="1030"/>
                      </a:lnTo>
                      <a:lnTo>
                        <a:pt x="227" y="1015"/>
                      </a:lnTo>
                      <a:lnTo>
                        <a:pt x="205" y="997"/>
                      </a:lnTo>
                      <a:lnTo>
                        <a:pt x="184" y="980"/>
                      </a:lnTo>
                      <a:lnTo>
                        <a:pt x="166" y="961"/>
                      </a:lnTo>
                      <a:lnTo>
                        <a:pt x="147" y="941"/>
                      </a:lnTo>
                      <a:lnTo>
                        <a:pt x="129" y="921"/>
                      </a:lnTo>
                      <a:lnTo>
                        <a:pt x="112" y="900"/>
                      </a:lnTo>
                      <a:lnTo>
                        <a:pt x="97" y="878"/>
                      </a:lnTo>
                      <a:lnTo>
                        <a:pt x="81" y="855"/>
                      </a:lnTo>
                      <a:lnTo>
                        <a:pt x="68" y="832"/>
                      </a:lnTo>
                      <a:lnTo>
                        <a:pt x="55" y="806"/>
                      </a:lnTo>
                      <a:lnTo>
                        <a:pt x="44" y="782"/>
                      </a:lnTo>
                      <a:lnTo>
                        <a:pt x="34" y="756"/>
                      </a:lnTo>
                      <a:lnTo>
                        <a:pt x="26" y="731"/>
                      </a:lnTo>
                      <a:lnTo>
                        <a:pt x="18" y="703"/>
                      </a:lnTo>
                      <a:lnTo>
                        <a:pt x="11" y="676"/>
                      </a:lnTo>
                      <a:lnTo>
                        <a:pt x="7" y="649"/>
                      </a:lnTo>
                      <a:lnTo>
                        <a:pt x="3" y="620"/>
                      </a:lnTo>
                      <a:lnTo>
                        <a:pt x="0" y="592"/>
                      </a:lnTo>
                      <a:lnTo>
                        <a:pt x="0" y="563"/>
                      </a:lnTo>
                      <a:lnTo>
                        <a:pt x="0" y="535"/>
                      </a:lnTo>
                      <a:lnTo>
                        <a:pt x="3" y="505"/>
                      </a:lnTo>
                      <a:lnTo>
                        <a:pt x="7" y="478"/>
                      </a:lnTo>
                      <a:lnTo>
                        <a:pt x="11" y="450"/>
                      </a:lnTo>
                      <a:lnTo>
                        <a:pt x="18" y="423"/>
                      </a:lnTo>
                      <a:lnTo>
                        <a:pt x="26" y="396"/>
                      </a:lnTo>
                      <a:lnTo>
                        <a:pt x="34" y="369"/>
                      </a:lnTo>
                      <a:lnTo>
                        <a:pt x="44" y="344"/>
                      </a:lnTo>
                      <a:lnTo>
                        <a:pt x="55" y="319"/>
                      </a:lnTo>
                      <a:lnTo>
                        <a:pt x="68" y="295"/>
                      </a:lnTo>
                      <a:lnTo>
                        <a:pt x="81" y="272"/>
                      </a:lnTo>
                      <a:lnTo>
                        <a:pt x="97" y="249"/>
                      </a:lnTo>
                      <a:lnTo>
                        <a:pt x="112" y="227"/>
                      </a:lnTo>
                      <a:lnTo>
                        <a:pt x="129" y="205"/>
                      </a:lnTo>
                      <a:lnTo>
                        <a:pt x="147" y="185"/>
                      </a:lnTo>
                      <a:lnTo>
                        <a:pt x="166" y="166"/>
                      </a:lnTo>
                      <a:lnTo>
                        <a:pt x="184" y="147"/>
                      </a:lnTo>
                      <a:lnTo>
                        <a:pt x="205" y="128"/>
                      </a:lnTo>
                      <a:lnTo>
                        <a:pt x="227" y="112"/>
                      </a:lnTo>
                      <a:lnTo>
                        <a:pt x="249" y="97"/>
                      </a:lnTo>
                      <a:lnTo>
                        <a:pt x="272" y="81"/>
                      </a:lnTo>
                      <a:lnTo>
                        <a:pt x="295" y="68"/>
                      </a:lnTo>
                      <a:lnTo>
                        <a:pt x="319" y="56"/>
                      </a:lnTo>
                      <a:lnTo>
                        <a:pt x="344" y="44"/>
                      </a:lnTo>
                      <a:lnTo>
                        <a:pt x="370" y="34"/>
                      </a:lnTo>
                      <a:lnTo>
                        <a:pt x="396" y="25"/>
                      </a:lnTo>
                      <a:lnTo>
                        <a:pt x="423" y="18"/>
                      </a:lnTo>
                      <a:lnTo>
                        <a:pt x="450" y="11"/>
                      </a:lnTo>
                      <a:lnTo>
                        <a:pt x="478" y="7"/>
                      </a:lnTo>
                      <a:lnTo>
                        <a:pt x="506" y="2"/>
                      </a:lnTo>
                      <a:lnTo>
                        <a:pt x="534" y="1"/>
                      </a:lnTo>
                      <a:lnTo>
                        <a:pt x="564" y="0"/>
                      </a:lnTo>
                      <a:close/>
                    </a:path>
                  </a:pathLst>
                </a:custGeom>
                <a:solidFill>
                  <a:srgbClr val="00A7D1"/>
                </a:solidFill>
                <a:ln>
                  <a:noFill/>
                </a:ln>
              </p:spPr>
              <p:txBody>
                <a:bodyPr/>
                <a:lstStyle/>
                <a:p>
                  <a:pPr>
                    <a:defRPr/>
                  </a:pPr>
                  <a:endParaRPr lang="en-US" sz="1050">
                    <a:latin typeface="+mj-lt"/>
                  </a:endParaRPr>
                </a:p>
              </p:txBody>
            </p:sp>
            <p:sp>
              <p:nvSpPr>
                <p:cNvPr id="41050" name="Freeform 238">
                  <a:extLst>
                    <a:ext uri="{FF2B5EF4-FFF2-40B4-BE49-F238E27FC236}">
                      <a16:creationId xmlns="" xmlns:a16="http://schemas.microsoft.com/office/drawing/2014/main" id="{4FDB5D90-CBE4-24D4-A408-DBFFA9D9D606}"/>
                    </a:ext>
                  </a:extLst>
                </p:cNvPr>
                <p:cNvSpPr>
                  <a:spLocks/>
                </p:cNvSpPr>
                <p:nvPr/>
              </p:nvSpPr>
              <p:spPr bwMode="auto">
                <a:xfrm>
                  <a:off x="4427" y="3583"/>
                  <a:ext cx="25" cy="24"/>
                </a:xfrm>
                <a:custGeom>
                  <a:avLst/>
                  <a:gdLst>
                    <a:gd name="T0" fmla="*/ 0 w 627"/>
                    <a:gd name="T1" fmla="*/ 0 h 627"/>
                    <a:gd name="T2" fmla="*/ 0 w 627"/>
                    <a:gd name="T3" fmla="*/ 0 h 627"/>
                    <a:gd name="T4" fmla="*/ 0 w 627"/>
                    <a:gd name="T5" fmla="*/ 0 h 627"/>
                    <a:gd name="T6" fmla="*/ 0 w 627"/>
                    <a:gd name="T7" fmla="*/ 0 h 627"/>
                    <a:gd name="T8" fmla="*/ 0 w 627"/>
                    <a:gd name="T9" fmla="*/ 0 h 627"/>
                    <a:gd name="T10" fmla="*/ 0 w 627"/>
                    <a:gd name="T11" fmla="*/ 0 h 627"/>
                    <a:gd name="T12" fmla="*/ 0 w 627"/>
                    <a:gd name="T13" fmla="*/ 0 h 627"/>
                    <a:gd name="T14" fmla="*/ 0 w 627"/>
                    <a:gd name="T15" fmla="*/ 0 h 627"/>
                    <a:gd name="T16" fmla="*/ 0 w 627"/>
                    <a:gd name="T17" fmla="*/ 0 h 627"/>
                    <a:gd name="T18" fmla="*/ 0 w 627"/>
                    <a:gd name="T19" fmla="*/ 0 h 627"/>
                    <a:gd name="T20" fmla="*/ 0 w 627"/>
                    <a:gd name="T21" fmla="*/ 0 h 627"/>
                    <a:gd name="T22" fmla="*/ 0 w 627"/>
                    <a:gd name="T23" fmla="*/ 0 h 627"/>
                    <a:gd name="T24" fmla="*/ 0 w 627"/>
                    <a:gd name="T25" fmla="*/ 0 h 627"/>
                    <a:gd name="T26" fmla="*/ 0 w 627"/>
                    <a:gd name="T27" fmla="*/ 0 h 627"/>
                    <a:gd name="T28" fmla="*/ 0 w 627"/>
                    <a:gd name="T29" fmla="*/ 0 h 627"/>
                    <a:gd name="T30" fmla="*/ 0 w 627"/>
                    <a:gd name="T31" fmla="*/ 0 h 627"/>
                    <a:gd name="T32" fmla="*/ 0 w 627"/>
                    <a:gd name="T33" fmla="*/ 0 h 627"/>
                    <a:gd name="T34" fmla="*/ 0 w 627"/>
                    <a:gd name="T35" fmla="*/ 0 h 627"/>
                    <a:gd name="T36" fmla="*/ 0 w 627"/>
                    <a:gd name="T37" fmla="*/ 0 h 627"/>
                    <a:gd name="T38" fmla="*/ 0 w 627"/>
                    <a:gd name="T39" fmla="*/ 0 h 627"/>
                    <a:gd name="T40" fmla="*/ 0 w 627"/>
                    <a:gd name="T41" fmla="*/ 0 h 627"/>
                    <a:gd name="T42" fmla="*/ 0 w 627"/>
                    <a:gd name="T43" fmla="*/ 0 h 627"/>
                    <a:gd name="T44" fmla="*/ 0 w 627"/>
                    <a:gd name="T45" fmla="*/ 0 h 627"/>
                    <a:gd name="T46" fmla="*/ 0 w 627"/>
                    <a:gd name="T47" fmla="*/ 0 h 627"/>
                    <a:gd name="T48" fmla="*/ 0 w 627"/>
                    <a:gd name="T49" fmla="*/ 0 h 627"/>
                    <a:gd name="T50" fmla="*/ 0 w 627"/>
                    <a:gd name="T51" fmla="*/ 0 h 627"/>
                    <a:gd name="T52" fmla="*/ 0 w 627"/>
                    <a:gd name="T53" fmla="*/ 0 h 627"/>
                    <a:gd name="T54" fmla="*/ 0 w 627"/>
                    <a:gd name="T55" fmla="*/ 0 h 627"/>
                    <a:gd name="T56" fmla="*/ 0 w 627"/>
                    <a:gd name="T57" fmla="*/ 0 h 627"/>
                    <a:gd name="T58" fmla="*/ 0 w 627"/>
                    <a:gd name="T59" fmla="*/ 0 h 627"/>
                    <a:gd name="T60" fmla="*/ 0 w 627"/>
                    <a:gd name="T61" fmla="*/ 0 h 627"/>
                    <a:gd name="T62" fmla="*/ 0 w 627"/>
                    <a:gd name="T63" fmla="*/ 0 h 627"/>
                    <a:gd name="T64" fmla="*/ 0 w 627"/>
                    <a:gd name="T65" fmla="*/ 0 h 627"/>
                    <a:gd name="T66" fmla="*/ 0 w 627"/>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7"/>
                    <a:gd name="T103" fmla="*/ 0 h 627"/>
                    <a:gd name="T104" fmla="*/ 627 w 627"/>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7" h="627">
                      <a:moveTo>
                        <a:pt x="627" y="627"/>
                      </a:moveTo>
                      <a:lnTo>
                        <a:pt x="627" y="627"/>
                      </a:lnTo>
                      <a:lnTo>
                        <a:pt x="626" y="595"/>
                      </a:lnTo>
                      <a:lnTo>
                        <a:pt x="624" y="563"/>
                      </a:lnTo>
                      <a:lnTo>
                        <a:pt x="620" y="532"/>
                      </a:lnTo>
                      <a:lnTo>
                        <a:pt x="614" y="501"/>
                      </a:lnTo>
                      <a:lnTo>
                        <a:pt x="608" y="471"/>
                      </a:lnTo>
                      <a:lnTo>
                        <a:pt x="599" y="441"/>
                      </a:lnTo>
                      <a:lnTo>
                        <a:pt x="589" y="411"/>
                      </a:lnTo>
                      <a:lnTo>
                        <a:pt x="578" y="383"/>
                      </a:lnTo>
                      <a:lnTo>
                        <a:pt x="565" y="356"/>
                      </a:lnTo>
                      <a:lnTo>
                        <a:pt x="551" y="328"/>
                      </a:lnTo>
                      <a:lnTo>
                        <a:pt x="535" y="302"/>
                      </a:lnTo>
                      <a:lnTo>
                        <a:pt x="520" y="277"/>
                      </a:lnTo>
                      <a:lnTo>
                        <a:pt x="501" y="251"/>
                      </a:lnTo>
                      <a:lnTo>
                        <a:pt x="484" y="228"/>
                      </a:lnTo>
                      <a:lnTo>
                        <a:pt x="464" y="205"/>
                      </a:lnTo>
                      <a:lnTo>
                        <a:pt x="443" y="184"/>
                      </a:lnTo>
                      <a:lnTo>
                        <a:pt x="421" y="163"/>
                      </a:lnTo>
                      <a:lnTo>
                        <a:pt x="398" y="143"/>
                      </a:lnTo>
                      <a:lnTo>
                        <a:pt x="374" y="124"/>
                      </a:lnTo>
                      <a:lnTo>
                        <a:pt x="350" y="107"/>
                      </a:lnTo>
                      <a:lnTo>
                        <a:pt x="325" y="90"/>
                      </a:lnTo>
                      <a:lnTo>
                        <a:pt x="299" y="75"/>
                      </a:lnTo>
                      <a:lnTo>
                        <a:pt x="271" y="62"/>
                      </a:lnTo>
                      <a:lnTo>
                        <a:pt x="243" y="49"/>
                      </a:lnTo>
                      <a:lnTo>
                        <a:pt x="214" y="38"/>
                      </a:lnTo>
                      <a:lnTo>
                        <a:pt x="186" y="28"/>
                      </a:lnTo>
                      <a:lnTo>
                        <a:pt x="156" y="19"/>
                      </a:lnTo>
                      <a:lnTo>
                        <a:pt x="126" y="13"/>
                      </a:lnTo>
                      <a:lnTo>
                        <a:pt x="95" y="6"/>
                      </a:lnTo>
                      <a:lnTo>
                        <a:pt x="63" y="3"/>
                      </a:lnTo>
                      <a:lnTo>
                        <a:pt x="31" y="1"/>
                      </a:lnTo>
                      <a:lnTo>
                        <a:pt x="0" y="0"/>
                      </a:lnTo>
                      <a:lnTo>
                        <a:pt x="0" y="129"/>
                      </a:lnTo>
                      <a:lnTo>
                        <a:pt x="25" y="129"/>
                      </a:lnTo>
                      <a:lnTo>
                        <a:pt x="50" y="131"/>
                      </a:lnTo>
                      <a:lnTo>
                        <a:pt x="75" y="134"/>
                      </a:lnTo>
                      <a:lnTo>
                        <a:pt x="99" y="139"/>
                      </a:lnTo>
                      <a:lnTo>
                        <a:pt x="123" y="144"/>
                      </a:lnTo>
                      <a:lnTo>
                        <a:pt x="148" y="151"/>
                      </a:lnTo>
                      <a:lnTo>
                        <a:pt x="171" y="158"/>
                      </a:lnTo>
                      <a:lnTo>
                        <a:pt x="194" y="168"/>
                      </a:lnTo>
                      <a:lnTo>
                        <a:pt x="215" y="178"/>
                      </a:lnTo>
                      <a:lnTo>
                        <a:pt x="236" y="189"/>
                      </a:lnTo>
                      <a:lnTo>
                        <a:pt x="257" y="201"/>
                      </a:lnTo>
                      <a:lnTo>
                        <a:pt x="278" y="214"/>
                      </a:lnTo>
                      <a:lnTo>
                        <a:pt x="298" y="227"/>
                      </a:lnTo>
                      <a:lnTo>
                        <a:pt x="316" y="243"/>
                      </a:lnTo>
                      <a:lnTo>
                        <a:pt x="334" y="258"/>
                      </a:lnTo>
                      <a:lnTo>
                        <a:pt x="351" y="275"/>
                      </a:lnTo>
                      <a:lnTo>
                        <a:pt x="368" y="292"/>
                      </a:lnTo>
                      <a:lnTo>
                        <a:pt x="384" y="311"/>
                      </a:lnTo>
                      <a:lnTo>
                        <a:pt x="398" y="329"/>
                      </a:lnTo>
                      <a:lnTo>
                        <a:pt x="413" y="349"/>
                      </a:lnTo>
                      <a:lnTo>
                        <a:pt x="426" y="369"/>
                      </a:lnTo>
                      <a:lnTo>
                        <a:pt x="438" y="390"/>
                      </a:lnTo>
                      <a:lnTo>
                        <a:pt x="449" y="411"/>
                      </a:lnTo>
                      <a:lnTo>
                        <a:pt x="459" y="433"/>
                      </a:lnTo>
                      <a:lnTo>
                        <a:pt x="467" y="456"/>
                      </a:lnTo>
                      <a:lnTo>
                        <a:pt x="475" y="479"/>
                      </a:lnTo>
                      <a:lnTo>
                        <a:pt x="483" y="502"/>
                      </a:lnTo>
                      <a:lnTo>
                        <a:pt x="488" y="526"/>
                      </a:lnTo>
                      <a:lnTo>
                        <a:pt x="493" y="552"/>
                      </a:lnTo>
                      <a:lnTo>
                        <a:pt x="496" y="576"/>
                      </a:lnTo>
                      <a:lnTo>
                        <a:pt x="497" y="602"/>
                      </a:lnTo>
                      <a:lnTo>
                        <a:pt x="498" y="627"/>
                      </a:lnTo>
                      <a:lnTo>
                        <a:pt x="627" y="627"/>
                      </a:lnTo>
                      <a:close/>
                    </a:path>
                  </a:pathLst>
                </a:custGeom>
                <a:solidFill>
                  <a:srgbClr val="00A7D1"/>
                </a:solidFill>
                <a:ln>
                  <a:noFill/>
                </a:ln>
              </p:spPr>
              <p:txBody>
                <a:bodyPr/>
                <a:lstStyle/>
                <a:p>
                  <a:pPr>
                    <a:defRPr/>
                  </a:pPr>
                  <a:endParaRPr lang="en-US" sz="1050">
                    <a:latin typeface="+mj-lt"/>
                  </a:endParaRPr>
                </a:p>
              </p:txBody>
            </p:sp>
            <p:sp>
              <p:nvSpPr>
                <p:cNvPr id="41051" name="Freeform 239">
                  <a:extLst>
                    <a:ext uri="{FF2B5EF4-FFF2-40B4-BE49-F238E27FC236}">
                      <a16:creationId xmlns="" xmlns:a16="http://schemas.microsoft.com/office/drawing/2014/main" id="{6FBB0B41-76BC-9019-E2DA-1B26815A4BC6}"/>
                    </a:ext>
                  </a:extLst>
                </p:cNvPr>
                <p:cNvSpPr>
                  <a:spLocks/>
                </p:cNvSpPr>
                <p:nvPr/>
              </p:nvSpPr>
              <p:spPr bwMode="auto">
                <a:xfrm>
                  <a:off x="4427" y="3607"/>
                  <a:ext cx="25" cy="16"/>
                </a:xfrm>
                <a:custGeom>
                  <a:avLst/>
                  <a:gdLst>
                    <a:gd name="T0" fmla="*/ 0 w 627"/>
                    <a:gd name="T1" fmla="*/ 0 h 628"/>
                    <a:gd name="T2" fmla="*/ 0 w 627"/>
                    <a:gd name="T3" fmla="*/ 0 h 628"/>
                    <a:gd name="T4" fmla="*/ 0 w 627"/>
                    <a:gd name="T5" fmla="*/ 0 h 628"/>
                    <a:gd name="T6" fmla="*/ 0 w 627"/>
                    <a:gd name="T7" fmla="*/ 0 h 628"/>
                    <a:gd name="T8" fmla="*/ 0 w 627"/>
                    <a:gd name="T9" fmla="*/ 0 h 628"/>
                    <a:gd name="T10" fmla="*/ 0 w 627"/>
                    <a:gd name="T11" fmla="*/ 0 h 628"/>
                    <a:gd name="T12" fmla="*/ 0 w 627"/>
                    <a:gd name="T13" fmla="*/ 0 h 628"/>
                    <a:gd name="T14" fmla="*/ 0 w 627"/>
                    <a:gd name="T15" fmla="*/ 0 h 628"/>
                    <a:gd name="T16" fmla="*/ 0 w 627"/>
                    <a:gd name="T17" fmla="*/ 0 h 628"/>
                    <a:gd name="T18" fmla="*/ 0 w 627"/>
                    <a:gd name="T19" fmla="*/ 0 h 628"/>
                    <a:gd name="T20" fmla="*/ 0 w 627"/>
                    <a:gd name="T21" fmla="*/ 0 h 628"/>
                    <a:gd name="T22" fmla="*/ 0 w 627"/>
                    <a:gd name="T23" fmla="*/ 0 h 628"/>
                    <a:gd name="T24" fmla="*/ 0 w 627"/>
                    <a:gd name="T25" fmla="*/ 0 h 628"/>
                    <a:gd name="T26" fmla="*/ 0 w 627"/>
                    <a:gd name="T27" fmla="*/ 0 h 628"/>
                    <a:gd name="T28" fmla="*/ 0 w 627"/>
                    <a:gd name="T29" fmla="*/ 0 h 628"/>
                    <a:gd name="T30" fmla="*/ 0 w 627"/>
                    <a:gd name="T31" fmla="*/ 0 h 628"/>
                    <a:gd name="T32" fmla="*/ 0 w 627"/>
                    <a:gd name="T33" fmla="*/ 0 h 628"/>
                    <a:gd name="T34" fmla="*/ 0 w 627"/>
                    <a:gd name="T35" fmla="*/ 0 h 628"/>
                    <a:gd name="T36" fmla="*/ 0 w 627"/>
                    <a:gd name="T37" fmla="*/ 0 h 628"/>
                    <a:gd name="T38" fmla="*/ 0 w 627"/>
                    <a:gd name="T39" fmla="*/ 0 h 628"/>
                    <a:gd name="T40" fmla="*/ 0 w 627"/>
                    <a:gd name="T41" fmla="*/ 0 h 628"/>
                    <a:gd name="T42" fmla="*/ 0 w 627"/>
                    <a:gd name="T43" fmla="*/ 0 h 628"/>
                    <a:gd name="T44" fmla="*/ 0 w 627"/>
                    <a:gd name="T45" fmla="*/ 0 h 628"/>
                    <a:gd name="T46" fmla="*/ 0 w 627"/>
                    <a:gd name="T47" fmla="*/ 0 h 628"/>
                    <a:gd name="T48" fmla="*/ 0 w 627"/>
                    <a:gd name="T49" fmla="*/ 0 h 628"/>
                    <a:gd name="T50" fmla="*/ 0 w 627"/>
                    <a:gd name="T51" fmla="*/ 0 h 628"/>
                    <a:gd name="T52" fmla="*/ 0 w 627"/>
                    <a:gd name="T53" fmla="*/ 0 h 628"/>
                    <a:gd name="T54" fmla="*/ 0 w 627"/>
                    <a:gd name="T55" fmla="*/ 0 h 628"/>
                    <a:gd name="T56" fmla="*/ 0 w 627"/>
                    <a:gd name="T57" fmla="*/ 0 h 628"/>
                    <a:gd name="T58" fmla="*/ 0 w 627"/>
                    <a:gd name="T59" fmla="*/ 0 h 628"/>
                    <a:gd name="T60" fmla="*/ 0 w 627"/>
                    <a:gd name="T61" fmla="*/ 0 h 628"/>
                    <a:gd name="T62" fmla="*/ 0 w 627"/>
                    <a:gd name="T63" fmla="*/ 0 h 628"/>
                    <a:gd name="T64" fmla="*/ 0 w 627"/>
                    <a:gd name="T65" fmla="*/ 0 h 628"/>
                    <a:gd name="T66" fmla="*/ 0 w 627"/>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7"/>
                    <a:gd name="T103" fmla="*/ 0 h 628"/>
                    <a:gd name="T104" fmla="*/ 627 w 627"/>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7" h="628">
                      <a:moveTo>
                        <a:pt x="0" y="628"/>
                      </a:moveTo>
                      <a:lnTo>
                        <a:pt x="0" y="628"/>
                      </a:lnTo>
                      <a:lnTo>
                        <a:pt x="31" y="627"/>
                      </a:lnTo>
                      <a:lnTo>
                        <a:pt x="63" y="625"/>
                      </a:lnTo>
                      <a:lnTo>
                        <a:pt x="95" y="620"/>
                      </a:lnTo>
                      <a:lnTo>
                        <a:pt x="126" y="615"/>
                      </a:lnTo>
                      <a:lnTo>
                        <a:pt x="156" y="608"/>
                      </a:lnTo>
                      <a:lnTo>
                        <a:pt x="186" y="600"/>
                      </a:lnTo>
                      <a:lnTo>
                        <a:pt x="214" y="590"/>
                      </a:lnTo>
                      <a:lnTo>
                        <a:pt x="243" y="579"/>
                      </a:lnTo>
                      <a:lnTo>
                        <a:pt x="271" y="566"/>
                      </a:lnTo>
                      <a:lnTo>
                        <a:pt x="299" y="551"/>
                      </a:lnTo>
                      <a:lnTo>
                        <a:pt x="325" y="537"/>
                      </a:lnTo>
                      <a:lnTo>
                        <a:pt x="350" y="521"/>
                      </a:lnTo>
                      <a:lnTo>
                        <a:pt x="374" y="503"/>
                      </a:lnTo>
                      <a:lnTo>
                        <a:pt x="398" y="484"/>
                      </a:lnTo>
                      <a:lnTo>
                        <a:pt x="421" y="465"/>
                      </a:lnTo>
                      <a:lnTo>
                        <a:pt x="443" y="444"/>
                      </a:lnTo>
                      <a:lnTo>
                        <a:pt x="464" y="422"/>
                      </a:lnTo>
                      <a:lnTo>
                        <a:pt x="484" y="399"/>
                      </a:lnTo>
                      <a:lnTo>
                        <a:pt x="501" y="375"/>
                      </a:lnTo>
                      <a:lnTo>
                        <a:pt x="520" y="351"/>
                      </a:lnTo>
                      <a:lnTo>
                        <a:pt x="535" y="326"/>
                      </a:lnTo>
                      <a:lnTo>
                        <a:pt x="551" y="299"/>
                      </a:lnTo>
                      <a:lnTo>
                        <a:pt x="565" y="272"/>
                      </a:lnTo>
                      <a:lnTo>
                        <a:pt x="578" y="245"/>
                      </a:lnTo>
                      <a:lnTo>
                        <a:pt x="589" y="216"/>
                      </a:lnTo>
                      <a:lnTo>
                        <a:pt x="599" y="186"/>
                      </a:lnTo>
                      <a:lnTo>
                        <a:pt x="608" y="157"/>
                      </a:lnTo>
                      <a:lnTo>
                        <a:pt x="614" y="126"/>
                      </a:lnTo>
                      <a:lnTo>
                        <a:pt x="620" y="96"/>
                      </a:lnTo>
                      <a:lnTo>
                        <a:pt x="624" y="64"/>
                      </a:lnTo>
                      <a:lnTo>
                        <a:pt x="626" y="32"/>
                      </a:lnTo>
                      <a:lnTo>
                        <a:pt x="627" y="0"/>
                      </a:lnTo>
                      <a:lnTo>
                        <a:pt x="498" y="0"/>
                      </a:lnTo>
                      <a:lnTo>
                        <a:pt x="497" y="25"/>
                      </a:lnTo>
                      <a:lnTo>
                        <a:pt x="496" y="51"/>
                      </a:lnTo>
                      <a:lnTo>
                        <a:pt x="493" y="76"/>
                      </a:lnTo>
                      <a:lnTo>
                        <a:pt x="488" y="101"/>
                      </a:lnTo>
                      <a:lnTo>
                        <a:pt x="483" y="124"/>
                      </a:lnTo>
                      <a:lnTo>
                        <a:pt x="475" y="148"/>
                      </a:lnTo>
                      <a:lnTo>
                        <a:pt x="467" y="171"/>
                      </a:lnTo>
                      <a:lnTo>
                        <a:pt x="459" y="194"/>
                      </a:lnTo>
                      <a:lnTo>
                        <a:pt x="449" y="216"/>
                      </a:lnTo>
                      <a:lnTo>
                        <a:pt x="438" y="238"/>
                      </a:lnTo>
                      <a:lnTo>
                        <a:pt x="426" y="259"/>
                      </a:lnTo>
                      <a:lnTo>
                        <a:pt x="413" y="279"/>
                      </a:lnTo>
                      <a:lnTo>
                        <a:pt x="398" y="298"/>
                      </a:lnTo>
                      <a:lnTo>
                        <a:pt x="384" y="317"/>
                      </a:lnTo>
                      <a:lnTo>
                        <a:pt x="368" y="335"/>
                      </a:lnTo>
                      <a:lnTo>
                        <a:pt x="351" y="353"/>
                      </a:lnTo>
                      <a:lnTo>
                        <a:pt x="334" y="369"/>
                      </a:lnTo>
                      <a:lnTo>
                        <a:pt x="316" y="385"/>
                      </a:lnTo>
                      <a:lnTo>
                        <a:pt x="298" y="400"/>
                      </a:lnTo>
                      <a:lnTo>
                        <a:pt x="278" y="413"/>
                      </a:lnTo>
                      <a:lnTo>
                        <a:pt x="257" y="426"/>
                      </a:lnTo>
                      <a:lnTo>
                        <a:pt x="236" y="438"/>
                      </a:lnTo>
                      <a:lnTo>
                        <a:pt x="215" y="449"/>
                      </a:lnTo>
                      <a:lnTo>
                        <a:pt x="194" y="459"/>
                      </a:lnTo>
                      <a:lnTo>
                        <a:pt x="171" y="468"/>
                      </a:lnTo>
                      <a:lnTo>
                        <a:pt x="148" y="477"/>
                      </a:lnTo>
                      <a:lnTo>
                        <a:pt x="123" y="483"/>
                      </a:lnTo>
                      <a:lnTo>
                        <a:pt x="99" y="489"/>
                      </a:lnTo>
                      <a:lnTo>
                        <a:pt x="75" y="493"/>
                      </a:lnTo>
                      <a:lnTo>
                        <a:pt x="50" y="497"/>
                      </a:lnTo>
                      <a:lnTo>
                        <a:pt x="25" y="499"/>
                      </a:lnTo>
                      <a:lnTo>
                        <a:pt x="0" y="499"/>
                      </a:lnTo>
                      <a:lnTo>
                        <a:pt x="0" y="628"/>
                      </a:lnTo>
                      <a:close/>
                    </a:path>
                  </a:pathLst>
                </a:custGeom>
                <a:solidFill>
                  <a:srgbClr val="00A7D1"/>
                </a:solidFill>
                <a:ln>
                  <a:noFill/>
                </a:ln>
              </p:spPr>
              <p:txBody>
                <a:bodyPr/>
                <a:lstStyle/>
                <a:p>
                  <a:pPr>
                    <a:defRPr/>
                  </a:pPr>
                  <a:endParaRPr lang="en-US" sz="1050">
                    <a:latin typeface="+mj-lt"/>
                  </a:endParaRPr>
                </a:p>
              </p:txBody>
            </p:sp>
            <p:sp>
              <p:nvSpPr>
                <p:cNvPr id="41052" name="Freeform 240">
                  <a:extLst>
                    <a:ext uri="{FF2B5EF4-FFF2-40B4-BE49-F238E27FC236}">
                      <a16:creationId xmlns="" xmlns:a16="http://schemas.microsoft.com/office/drawing/2014/main" id="{8CE26110-658B-5138-85DE-E5417C014861}"/>
                    </a:ext>
                  </a:extLst>
                </p:cNvPr>
                <p:cNvSpPr>
                  <a:spLocks/>
                </p:cNvSpPr>
                <p:nvPr/>
              </p:nvSpPr>
              <p:spPr bwMode="auto">
                <a:xfrm>
                  <a:off x="4402" y="3607"/>
                  <a:ext cx="25" cy="16"/>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1" y="32"/>
                      </a:lnTo>
                      <a:lnTo>
                        <a:pt x="3" y="64"/>
                      </a:lnTo>
                      <a:lnTo>
                        <a:pt x="6" y="96"/>
                      </a:lnTo>
                      <a:lnTo>
                        <a:pt x="13" y="126"/>
                      </a:lnTo>
                      <a:lnTo>
                        <a:pt x="19" y="157"/>
                      </a:lnTo>
                      <a:lnTo>
                        <a:pt x="28" y="186"/>
                      </a:lnTo>
                      <a:lnTo>
                        <a:pt x="38" y="216"/>
                      </a:lnTo>
                      <a:lnTo>
                        <a:pt x="49" y="245"/>
                      </a:lnTo>
                      <a:lnTo>
                        <a:pt x="61" y="272"/>
                      </a:lnTo>
                      <a:lnTo>
                        <a:pt x="75" y="299"/>
                      </a:lnTo>
                      <a:lnTo>
                        <a:pt x="91" y="326"/>
                      </a:lnTo>
                      <a:lnTo>
                        <a:pt x="107" y="351"/>
                      </a:lnTo>
                      <a:lnTo>
                        <a:pt x="125" y="375"/>
                      </a:lnTo>
                      <a:lnTo>
                        <a:pt x="143" y="399"/>
                      </a:lnTo>
                      <a:lnTo>
                        <a:pt x="163" y="422"/>
                      </a:lnTo>
                      <a:lnTo>
                        <a:pt x="184" y="444"/>
                      </a:lnTo>
                      <a:lnTo>
                        <a:pt x="206" y="465"/>
                      </a:lnTo>
                      <a:lnTo>
                        <a:pt x="229" y="484"/>
                      </a:lnTo>
                      <a:lnTo>
                        <a:pt x="252" y="503"/>
                      </a:lnTo>
                      <a:lnTo>
                        <a:pt x="277" y="521"/>
                      </a:lnTo>
                      <a:lnTo>
                        <a:pt x="302" y="537"/>
                      </a:lnTo>
                      <a:lnTo>
                        <a:pt x="328" y="551"/>
                      </a:lnTo>
                      <a:lnTo>
                        <a:pt x="356" y="566"/>
                      </a:lnTo>
                      <a:lnTo>
                        <a:pt x="383" y="579"/>
                      </a:lnTo>
                      <a:lnTo>
                        <a:pt x="412" y="590"/>
                      </a:lnTo>
                      <a:lnTo>
                        <a:pt x="441" y="600"/>
                      </a:lnTo>
                      <a:lnTo>
                        <a:pt x="471" y="608"/>
                      </a:lnTo>
                      <a:lnTo>
                        <a:pt x="502" y="615"/>
                      </a:lnTo>
                      <a:lnTo>
                        <a:pt x="532" y="620"/>
                      </a:lnTo>
                      <a:lnTo>
                        <a:pt x="564" y="625"/>
                      </a:lnTo>
                      <a:lnTo>
                        <a:pt x="596" y="627"/>
                      </a:lnTo>
                      <a:lnTo>
                        <a:pt x="628" y="628"/>
                      </a:lnTo>
                      <a:lnTo>
                        <a:pt x="628" y="499"/>
                      </a:lnTo>
                      <a:lnTo>
                        <a:pt x="601" y="499"/>
                      </a:lnTo>
                      <a:lnTo>
                        <a:pt x="576" y="497"/>
                      </a:lnTo>
                      <a:lnTo>
                        <a:pt x="551" y="493"/>
                      </a:lnTo>
                      <a:lnTo>
                        <a:pt x="527" y="489"/>
                      </a:lnTo>
                      <a:lnTo>
                        <a:pt x="503" y="483"/>
                      </a:lnTo>
                      <a:lnTo>
                        <a:pt x="480" y="477"/>
                      </a:lnTo>
                      <a:lnTo>
                        <a:pt x="457" y="468"/>
                      </a:lnTo>
                      <a:lnTo>
                        <a:pt x="434" y="459"/>
                      </a:lnTo>
                      <a:lnTo>
                        <a:pt x="412" y="449"/>
                      </a:lnTo>
                      <a:lnTo>
                        <a:pt x="390" y="438"/>
                      </a:lnTo>
                      <a:lnTo>
                        <a:pt x="369" y="426"/>
                      </a:lnTo>
                      <a:lnTo>
                        <a:pt x="349" y="413"/>
                      </a:lnTo>
                      <a:lnTo>
                        <a:pt x="330" y="400"/>
                      </a:lnTo>
                      <a:lnTo>
                        <a:pt x="311" y="385"/>
                      </a:lnTo>
                      <a:lnTo>
                        <a:pt x="292" y="369"/>
                      </a:lnTo>
                      <a:lnTo>
                        <a:pt x="275" y="352"/>
                      </a:lnTo>
                      <a:lnTo>
                        <a:pt x="258" y="335"/>
                      </a:lnTo>
                      <a:lnTo>
                        <a:pt x="243" y="317"/>
                      </a:lnTo>
                      <a:lnTo>
                        <a:pt x="228" y="298"/>
                      </a:lnTo>
                      <a:lnTo>
                        <a:pt x="214" y="279"/>
                      </a:lnTo>
                      <a:lnTo>
                        <a:pt x="201" y="259"/>
                      </a:lnTo>
                      <a:lnTo>
                        <a:pt x="189" y="238"/>
                      </a:lnTo>
                      <a:lnTo>
                        <a:pt x="178" y="216"/>
                      </a:lnTo>
                      <a:lnTo>
                        <a:pt x="167" y="194"/>
                      </a:lnTo>
                      <a:lnTo>
                        <a:pt x="159" y="171"/>
                      </a:lnTo>
                      <a:lnTo>
                        <a:pt x="151" y="148"/>
                      </a:lnTo>
                      <a:lnTo>
                        <a:pt x="144" y="125"/>
                      </a:lnTo>
                      <a:lnTo>
                        <a:pt x="139" y="101"/>
                      </a:lnTo>
                      <a:lnTo>
                        <a:pt x="134" y="76"/>
                      </a:lnTo>
                      <a:lnTo>
                        <a:pt x="131" y="52"/>
                      </a:lnTo>
                      <a:lnTo>
                        <a:pt x="129" y="27"/>
                      </a:lnTo>
                      <a:lnTo>
                        <a:pt x="129" y="0"/>
                      </a:lnTo>
                      <a:lnTo>
                        <a:pt x="0" y="0"/>
                      </a:lnTo>
                      <a:close/>
                    </a:path>
                  </a:pathLst>
                </a:custGeom>
                <a:solidFill>
                  <a:srgbClr val="00A7D1"/>
                </a:solidFill>
                <a:ln>
                  <a:noFill/>
                </a:ln>
              </p:spPr>
              <p:txBody>
                <a:bodyPr/>
                <a:lstStyle/>
                <a:p>
                  <a:pPr>
                    <a:defRPr/>
                  </a:pPr>
                  <a:endParaRPr lang="en-US" sz="1050">
                    <a:latin typeface="+mj-lt"/>
                  </a:endParaRPr>
                </a:p>
              </p:txBody>
            </p:sp>
            <p:sp>
              <p:nvSpPr>
                <p:cNvPr id="41053" name="Freeform 241">
                  <a:extLst>
                    <a:ext uri="{FF2B5EF4-FFF2-40B4-BE49-F238E27FC236}">
                      <a16:creationId xmlns="" xmlns:a16="http://schemas.microsoft.com/office/drawing/2014/main" id="{1B8297FA-9722-F129-D5DE-22531FE5F622}"/>
                    </a:ext>
                  </a:extLst>
                </p:cNvPr>
                <p:cNvSpPr>
                  <a:spLocks/>
                </p:cNvSpPr>
                <p:nvPr/>
              </p:nvSpPr>
              <p:spPr bwMode="auto">
                <a:xfrm>
                  <a:off x="4402" y="3583"/>
                  <a:ext cx="25" cy="24"/>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628" y="0"/>
                      </a:moveTo>
                      <a:lnTo>
                        <a:pt x="628" y="0"/>
                      </a:lnTo>
                      <a:lnTo>
                        <a:pt x="595" y="1"/>
                      </a:lnTo>
                      <a:lnTo>
                        <a:pt x="563" y="3"/>
                      </a:lnTo>
                      <a:lnTo>
                        <a:pt x="532" y="6"/>
                      </a:lnTo>
                      <a:lnTo>
                        <a:pt x="502" y="13"/>
                      </a:lnTo>
                      <a:lnTo>
                        <a:pt x="471" y="19"/>
                      </a:lnTo>
                      <a:lnTo>
                        <a:pt x="441" y="28"/>
                      </a:lnTo>
                      <a:lnTo>
                        <a:pt x="412" y="38"/>
                      </a:lnTo>
                      <a:lnTo>
                        <a:pt x="383" y="49"/>
                      </a:lnTo>
                      <a:lnTo>
                        <a:pt x="356" y="62"/>
                      </a:lnTo>
                      <a:lnTo>
                        <a:pt x="328" y="75"/>
                      </a:lnTo>
                      <a:lnTo>
                        <a:pt x="302" y="90"/>
                      </a:lnTo>
                      <a:lnTo>
                        <a:pt x="277" y="107"/>
                      </a:lnTo>
                      <a:lnTo>
                        <a:pt x="252" y="124"/>
                      </a:lnTo>
                      <a:lnTo>
                        <a:pt x="229" y="143"/>
                      </a:lnTo>
                      <a:lnTo>
                        <a:pt x="206" y="163"/>
                      </a:lnTo>
                      <a:lnTo>
                        <a:pt x="184" y="184"/>
                      </a:lnTo>
                      <a:lnTo>
                        <a:pt x="163" y="205"/>
                      </a:lnTo>
                      <a:lnTo>
                        <a:pt x="143" y="228"/>
                      </a:lnTo>
                      <a:lnTo>
                        <a:pt x="125" y="251"/>
                      </a:lnTo>
                      <a:lnTo>
                        <a:pt x="107" y="277"/>
                      </a:lnTo>
                      <a:lnTo>
                        <a:pt x="91" y="302"/>
                      </a:lnTo>
                      <a:lnTo>
                        <a:pt x="75" y="328"/>
                      </a:lnTo>
                      <a:lnTo>
                        <a:pt x="61" y="356"/>
                      </a:lnTo>
                      <a:lnTo>
                        <a:pt x="49" y="383"/>
                      </a:lnTo>
                      <a:lnTo>
                        <a:pt x="38" y="411"/>
                      </a:lnTo>
                      <a:lnTo>
                        <a:pt x="28" y="441"/>
                      </a:lnTo>
                      <a:lnTo>
                        <a:pt x="19" y="471"/>
                      </a:lnTo>
                      <a:lnTo>
                        <a:pt x="13" y="501"/>
                      </a:lnTo>
                      <a:lnTo>
                        <a:pt x="6" y="532"/>
                      </a:lnTo>
                      <a:lnTo>
                        <a:pt x="3" y="564"/>
                      </a:lnTo>
                      <a:lnTo>
                        <a:pt x="1" y="595"/>
                      </a:lnTo>
                      <a:lnTo>
                        <a:pt x="0" y="627"/>
                      </a:lnTo>
                      <a:lnTo>
                        <a:pt x="129" y="627"/>
                      </a:lnTo>
                      <a:lnTo>
                        <a:pt x="129" y="601"/>
                      </a:lnTo>
                      <a:lnTo>
                        <a:pt x="131" y="576"/>
                      </a:lnTo>
                      <a:lnTo>
                        <a:pt x="134" y="552"/>
                      </a:lnTo>
                      <a:lnTo>
                        <a:pt x="139" y="526"/>
                      </a:lnTo>
                      <a:lnTo>
                        <a:pt x="144" y="502"/>
                      </a:lnTo>
                      <a:lnTo>
                        <a:pt x="151" y="479"/>
                      </a:lnTo>
                      <a:lnTo>
                        <a:pt x="159" y="456"/>
                      </a:lnTo>
                      <a:lnTo>
                        <a:pt x="167" y="433"/>
                      </a:lnTo>
                      <a:lnTo>
                        <a:pt x="178" y="411"/>
                      </a:lnTo>
                      <a:lnTo>
                        <a:pt x="189" y="390"/>
                      </a:lnTo>
                      <a:lnTo>
                        <a:pt x="201" y="369"/>
                      </a:lnTo>
                      <a:lnTo>
                        <a:pt x="214" y="349"/>
                      </a:lnTo>
                      <a:lnTo>
                        <a:pt x="228" y="329"/>
                      </a:lnTo>
                      <a:lnTo>
                        <a:pt x="243" y="311"/>
                      </a:lnTo>
                      <a:lnTo>
                        <a:pt x="258" y="292"/>
                      </a:lnTo>
                      <a:lnTo>
                        <a:pt x="275" y="275"/>
                      </a:lnTo>
                      <a:lnTo>
                        <a:pt x="292" y="258"/>
                      </a:lnTo>
                      <a:lnTo>
                        <a:pt x="311" y="243"/>
                      </a:lnTo>
                      <a:lnTo>
                        <a:pt x="330" y="227"/>
                      </a:lnTo>
                      <a:lnTo>
                        <a:pt x="349" y="214"/>
                      </a:lnTo>
                      <a:lnTo>
                        <a:pt x="369" y="201"/>
                      </a:lnTo>
                      <a:lnTo>
                        <a:pt x="390" y="189"/>
                      </a:lnTo>
                      <a:lnTo>
                        <a:pt x="412" y="178"/>
                      </a:lnTo>
                      <a:lnTo>
                        <a:pt x="434" y="168"/>
                      </a:lnTo>
                      <a:lnTo>
                        <a:pt x="457" y="158"/>
                      </a:lnTo>
                      <a:lnTo>
                        <a:pt x="480" y="151"/>
                      </a:lnTo>
                      <a:lnTo>
                        <a:pt x="503" y="144"/>
                      </a:lnTo>
                      <a:lnTo>
                        <a:pt x="527" y="139"/>
                      </a:lnTo>
                      <a:lnTo>
                        <a:pt x="551" y="134"/>
                      </a:lnTo>
                      <a:lnTo>
                        <a:pt x="576" y="131"/>
                      </a:lnTo>
                      <a:lnTo>
                        <a:pt x="601" y="129"/>
                      </a:lnTo>
                      <a:lnTo>
                        <a:pt x="628" y="129"/>
                      </a:lnTo>
                      <a:lnTo>
                        <a:pt x="628" y="0"/>
                      </a:lnTo>
                      <a:close/>
                    </a:path>
                  </a:pathLst>
                </a:custGeom>
                <a:solidFill>
                  <a:srgbClr val="00A7D1"/>
                </a:solidFill>
                <a:ln>
                  <a:noFill/>
                </a:ln>
              </p:spPr>
              <p:txBody>
                <a:bodyPr/>
                <a:lstStyle/>
                <a:p>
                  <a:pPr>
                    <a:defRPr/>
                  </a:pPr>
                  <a:endParaRPr lang="en-US" sz="1050">
                    <a:latin typeface="+mj-lt"/>
                  </a:endParaRPr>
                </a:p>
              </p:txBody>
            </p:sp>
            <p:sp>
              <p:nvSpPr>
                <p:cNvPr id="41054" name="Freeform 242">
                  <a:extLst>
                    <a:ext uri="{FF2B5EF4-FFF2-40B4-BE49-F238E27FC236}">
                      <a16:creationId xmlns="" xmlns:a16="http://schemas.microsoft.com/office/drawing/2014/main" id="{D5C53F1B-DCD2-222C-5EB2-DD9493C23B39}"/>
                    </a:ext>
                  </a:extLst>
                </p:cNvPr>
                <p:cNvSpPr>
                  <a:spLocks/>
                </p:cNvSpPr>
                <p:nvPr/>
              </p:nvSpPr>
              <p:spPr bwMode="auto">
                <a:xfrm>
                  <a:off x="4427" y="3731"/>
                  <a:ext cx="24"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628" y="627"/>
                      </a:moveTo>
                      <a:lnTo>
                        <a:pt x="628" y="627"/>
                      </a:lnTo>
                      <a:lnTo>
                        <a:pt x="627" y="596"/>
                      </a:lnTo>
                      <a:lnTo>
                        <a:pt x="625" y="564"/>
                      </a:lnTo>
                      <a:lnTo>
                        <a:pt x="620" y="532"/>
                      </a:lnTo>
                      <a:lnTo>
                        <a:pt x="615" y="501"/>
                      </a:lnTo>
                      <a:lnTo>
                        <a:pt x="608" y="471"/>
                      </a:lnTo>
                      <a:lnTo>
                        <a:pt x="599" y="441"/>
                      </a:lnTo>
                      <a:lnTo>
                        <a:pt x="590" y="413"/>
                      </a:lnTo>
                      <a:lnTo>
                        <a:pt x="579" y="384"/>
                      </a:lnTo>
                      <a:lnTo>
                        <a:pt x="565" y="356"/>
                      </a:lnTo>
                      <a:lnTo>
                        <a:pt x="551" y="328"/>
                      </a:lnTo>
                      <a:lnTo>
                        <a:pt x="537" y="302"/>
                      </a:lnTo>
                      <a:lnTo>
                        <a:pt x="520" y="277"/>
                      </a:lnTo>
                      <a:lnTo>
                        <a:pt x="503" y="253"/>
                      </a:lnTo>
                      <a:lnTo>
                        <a:pt x="484" y="229"/>
                      </a:lnTo>
                      <a:lnTo>
                        <a:pt x="465" y="206"/>
                      </a:lnTo>
                      <a:lnTo>
                        <a:pt x="444" y="184"/>
                      </a:lnTo>
                      <a:lnTo>
                        <a:pt x="422" y="163"/>
                      </a:lnTo>
                      <a:lnTo>
                        <a:pt x="399" y="143"/>
                      </a:lnTo>
                      <a:lnTo>
                        <a:pt x="375" y="126"/>
                      </a:lnTo>
                      <a:lnTo>
                        <a:pt x="351" y="107"/>
                      </a:lnTo>
                      <a:lnTo>
                        <a:pt x="325" y="92"/>
                      </a:lnTo>
                      <a:lnTo>
                        <a:pt x="299" y="76"/>
                      </a:lnTo>
                      <a:lnTo>
                        <a:pt x="272" y="62"/>
                      </a:lnTo>
                      <a:lnTo>
                        <a:pt x="244" y="49"/>
                      </a:lnTo>
                      <a:lnTo>
                        <a:pt x="216" y="38"/>
                      </a:lnTo>
                      <a:lnTo>
                        <a:pt x="186" y="28"/>
                      </a:lnTo>
                      <a:lnTo>
                        <a:pt x="157" y="19"/>
                      </a:lnTo>
                      <a:lnTo>
                        <a:pt x="126" y="13"/>
                      </a:lnTo>
                      <a:lnTo>
                        <a:pt x="95" y="7"/>
                      </a:lnTo>
                      <a:lnTo>
                        <a:pt x="64" y="3"/>
                      </a:lnTo>
                      <a:lnTo>
                        <a:pt x="32" y="1"/>
                      </a:lnTo>
                      <a:lnTo>
                        <a:pt x="0" y="0"/>
                      </a:lnTo>
                      <a:lnTo>
                        <a:pt x="0" y="129"/>
                      </a:lnTo>
                      <a:lnTo>
                        <a:pt x="25" y="130"/>
                      </a:lnTo>
                      <a:lnTo>
                        <a:pt x="50" y="131"/>
                      </a:lnTo>
                      <a:lnTo>
                        <a:pt x="76" y="134"/>
                      </a:lnTo>
                      <a:lnTo>
                        <a:pt x="101" y="139"/>
                      </a:lnTo>
                      <a:lnTo>
                        <a:pt x="124" y="144"/>
                      </a:lnTo>
                      <a:lnTo>
                        <a:pt x="148" y="152"/>
                      </a:lnTo>
                      <a:lnTo>
                        <a:pt x="171" y="160"/>
                      </a:lnTo>
                      <a:lnTo>
                        <a:pt x="194" y="168"/>
                      </a:lnTo>
                      <a:lnTo>
                        <a:pt x="216" y="178"/>
                      </a:lnTo>
                      <a:lnTo>
                        <a:pt x="238" y="189"/>
                      </a:lnTo>
                      <a:lnTo>
                        <a:pt x="259" y="201"/>
                      </a:lnTo>
                      <a:lnTo>
                        <a:pt x="278" y="214"/>
                      </a:lnTo>
                      <a:lnTo>
                        <a:pt x="298" y="229"/>
                      </a:lnTo>
                      <a:lnTo>
                        <a:pt x="317" y="243"/>
                      </a:lnTo>
                      <a:lnTo>
                        <a:pt x="335" y="259"/>
                      </a:lnTo>
                      <a:lnTo>
                        <a:pt x="353" y="276"/>
                      </a:lnTo>
                      <a:lnTo>
                        <a:pt x="369" y="293"/>
                      </a:lnTo>
                      <a:lnTo>
                        <a:pt x="385" y="311"/>
                      </a:lnTo>
                      <a:lnTo>
                        <a:pt x="400" y="329"/>
                      </a:lnTo>
                      <a:lnTo>
                        <a:pt x="413" y="349"/>
                      </a:lnTo>
                      <a:lnTo>
                        <a:pt x="426" y="370"/>
                      </a:lnTo>
                      <a:lnTo>
                        <a:pt x="438" y="391"/>
                      </a:lnTo>
                      <a:lnTo>
                        <a:pt x="449" y="412"/>
                      </a:lnTo>
                      <a:lnTo>
                        <a:pt x="459" y="433"/>
                      </a:lnTo>
                      <a:lnTo>
                        <a:pt x="468" y="456"/>
                      </a:lnTo>
                      <a:lnTo>
                        <a:pt x="477" y="479"/>
                      </a:lnTo>
                      <a:lnTo>
                        <a:pt x="483" y="504"/>
                      </a:lnTo>
                      <a:lnTo>
                        <a:pt x="489" y="528"/>
                      </a:lnTo>
                      <a:lnTo>
                        <a:pt x="493" y="552"/>
                      </a:lnTo>
                      <a:lnTo>
                        <a:pt x="496" y="577"/>
                      </a:lnTo>
                      <a:lnTo>
                        <a:pt x="499" y="602"/>
                      </a:lnTo>
                      <a:lnTo>
                        <a:pt x="499" y="627"/>
                      </a:lnTo>
                      <a:lnTo>
                        <a:pt x="628" y="627"/>
                      </a:lnTo>
                      <a:close/>
                    </a:path>
                  </a:pathLst>
                </a:custGeom>
                <a:solidFill>
                  <a:srgbClr val="EF2B2F"/>
                </a:solidFill>
                <a:ln>
                  <a:noFill/>
                </a:ln>
              </p:spPr>
              <p:txBody>
                <a:bodyPr/>
                <a:lstStyle/>
                <a:p>
                  <a:pPr>
                    <a:defRPr/>
                  </a:pPr>
                  <a:endParaRPr lang="en-US" sz="1050">
                    <a:latin typeface="+mj-lt"/>
                  </a:endParaRPr>
                </a:p>
              </p:txBody>
            </p:sp>
            <p:sp>
              <p:nvSpPr>
                <p:cNvPr id="41055" name="Freeform 243">
                  <a:extLst>
                    <a:ext uri="{FF2B5EF4-FFF2-40B4-BE49-F238E27FC236}">
                      <a16:creationId xmlns="" xmlns:a16="http://schemas.microsoft.com/office/drawing/2014/main" id="{7EED97A6-0A83-0E56-B1A3-34E5F838C131}"/>
                    </a:ext>
                  </a:extLst>
                </p:cNvPr>
                <p:cNvSpPr>
                  <a:spLocks/>
                </p:cNvSpPr>
                <p:nvPr/>
              </p:nvSpPr>
              <p:spPr bwMode="auto">
                <a:xfrm>
                  <a:off x="4427" y="3754"/>
                  <a:ext cx="24"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2" y="627"/>
                      </a:lnTo>
                      <a:lnTo>
                        <a:pt x="64" y="625"/>
                      </a:lnTo>
                      <a:lnTo>
                        <a:pt x="95" y="622"/>
                      </a:lnTo>
                      <a:lnTo>
                        <a:pt x="126" y="615"/>
                      </a:lnTo>
                      <a:lnTo>
                        <a:pt x="157" y="608"/>
                      </a:lnTo>
                      <a:lnTo>
                        <a:pt x="186" y="600"/>
                      </a:lnTo>
                      <a:lnTo>
                        <a:pt x="216" y="590"/>
                      </a:lnTo>
                      <a:lnTo>
                        <a:pt x="244" y="579"/>
                      </a:lnTo>
                      <a:lnTo>
                        <a:pt x="272" y="567"/>
                      </a:lnTo>
                      <a:lnTo>
                        <a:pt x="299" y="553"/>
                      </a:lnTo>
                      <a:lnTo>
                        <a:pt x="325" y="537"/>
                      </a:lnTo>
                      <a:lnTo>
                        <a:pt x="351" y="521"/>
                      </a:lnTo>
                      <a:lnTo>
                        <a:pt x="375" y="503"/>
                      </a:lnTo>
                      <a:lnTo>
                        <a:pt x="399" y="485"/>
                      </a:lnTo>
                      <a:lnTo>
                        <a:pt x="422" y="465"/>
                      </a:lnTo>
                      <a:lnTo>
                        <a:pt x="444" y="444"/>
                      </a:lnTo>
                      <a:lnTo>
                        <a:pt x="465" y="422"/>
                      </a:lnTo>
                      <a:lnTo>
                        <a:pt x="484" y="399"/>
                      </a:lnTo>
                      <a:lnTo>
                        <a:pt x="503" y="376"/>
                      </a:lnTo>
                      <a:lnTo>
                        <a:pt x="520" y="351"/>
                      </a:lnTo>
                      <a:lnTo>
                        <a:pt x="537" y="326"/>
                      </a:lnTo>
                      <a:lnTo>
                        <a:pt x="551" y="299"/>
                      </a:lnTo>
                      <a:lnTo>
                        <a:pt x="565" y="272"/>
                      </a:lnTo>
                      <a:lnTo>
                        <a:pt x="579" y="245"/>
                      </a:lnTo>
                      <a:lnTo>
                        <a:pt x="590" y="216"/>
                      </a:lnTo>
                      <a:lnTo>
                        <a:pt x="599" y="187"/>
                      </a:lnTo>
                      <a:lnTo>
                        <a:pt x="608" y="157"/>
                      </a:lnTo>
                      <a:lnTo>
                        <a:pt x="615" y="126"/>
                      </a:lnTo>
                      <a:lnTo>
                        <a:pt x="620" y="96"/>
                      </a:lnTo>
                      <a:lnTo>
                        <a:pt x="625" y="65"/>
                      </a:lnTo>
                      <a:lnTo>
                        <a:pt x="627" y="33"/>
                      </a:lnTo>
                      <a:lnTo>
                        <a:pt x="628" y="0"/>
                      </a:lnTo>
                      <a:lnTo>
                        <a:pt x="499" y="0"/>
                      </a:lnTo>
                      <a:lnTo>
                        <a:pt x="499" y="27"/>
                      </a:lnTo>
                      <a:lnTo>
                        <a:pt x="496" y="52"/>
                      </a:lnTo>
                      <a:lnTo>
                        <a:pt x="493" y="77"/>
                      </a:lnTo>
                      <a:lnTo>
                        <a:pt x="489" y="101"/>
                      </a:lnTo>
                      <a:lnTo>
                        <a:pt x="483" y="125"/>
                      </a:lnTo>
                      <a:lnTo>
                        <a:pt x="477" y="148"/>
                      </a:lnTo>
                      <a:lnTo>
                        <a:pt x="468" y="171"/>
                      </a:lnTo>
                      <a:lnTo>
                        <a:pt x="459" y="194"/>
                      </a:lnTo>
                      <a:lnTo>
                        <a:pt x="449" y="216"/>
                      </a:lnTo>
                      <a:lnTo>
                        <a:pt x="438" y="238"/>
                      </a:lnTo>
                      <a:lnTo>
                        <a:pt x="426" y="259"/>
                      </a:lnTo>
                      <a:lnTo>
                        <a:pt x="413" y="279"/>
                      </a:lnTo>
                      <a:lnTo>
                        <a:pt x="400" y="298"/>
                      </a:lnTo>
                      <a:lnTo>
                        <a:pt x="385" y="317"/>
                      </a:lnTo>
                      <a:lnTo>
                        <a:pt x="369" y="336"/>
                      </a:lnTo>
                      <a:lnTo>
                        <a:pt x="353" y="353"/>
                      </a:lnTo>
                      <a:lnTo>
                        <a:pt x="335" y="370"/>
                      </a:lnTo>
                      <a:lnTo>
                        <a:pt x="317" y="385"/>
                      </a:lnTo>
                      <a:lnTo>
                        <a:pt x="298" y="400"/>
                      </a:lnTo>
                      <a:lnTo>
                        <a:pt x="278" y="413"/>
                      </a:lnTo>
                      <a:lnTo>
                        <a:pt x="259" y="427"/>
                      </a:lnTo>
                      <a:lnTo>
                        <a:pt x="238" y="439"/>
                      </a:lnTo>
                      <a:lnTo>
                        <a:pt x="216" y="450"/>
                      </a:lnTo>
                      <a:lnTo>
                        <a:pt x="194" y="460"/>
                      </a:lnTo>
                      <a:lnTo>
                        <a:pt x="171" y="469"/>
                      </a:lnTo>
                      <a:lnTo>
                        <a:pt x="148" y="477"/>
                      </a:lnTo>
                      <a:lnTo>
                        <a:pt x="124" y="484"/>
                      </a:lnTo>
                      <a:lnTo>
                        <a:pt x="101" y="489"/>
                      </a:lnTo>
                      <a:lnTo>
                        <a:pt x="76" y="493"/>
                      </a:lnTo>
                      <a:lnTo>
                        <a:pt x="52" y="497"/>
                      </a:lnTo>
                      <a:lnTo>
                        <a:pt x="26" y="499"/>
                      </a:lnTo>
                      <a:lnTo>
                        <a:pt x="0" y="499"/>
                      </a:lnTo>
                      <a:lnTo>
                        <a:pt x="0" y="628"/>
                      </a:lnTo>
                      <a:close/>
                    </a:path>
                  </a:pathLst>
                </a:custGeom>
                <a:solidFill>
                  <a:srgbClr val="EF2B2F"/>
                </a:solidFill>
                <a:ln>
                  <a:noFill/>
                </a:ln>
              </p:spPr>
              <p:txBody>
                <a:bodyPr/>
                <a:lstStyle/>
                <a:p>
                  <a:pPr>
                    <a:defRPr/>
                  </a:pPr>
                  <a:endParaRPr lang="en-US" sz="1050">
                    <a:latin typeface="+mj-lt"/>
                  </a:endParaRPr>
                </a:p>
              </p:txBody>
            </p:sp>
            <p:sp>
              <p:nvSpPr>
                <p:cNvPr id="41056" name="Freeform 244">
                  <a:extLst>
                    <a:ext uri="{FF2B5EF4-FFF2-40B4-BE49-F238E27FC236}">
                      <a16:creationId xmlns="" xmlns:a16="http://schemas.microsoft.com/office/drawing/2014/main" id="{D7D29507-E17B-4E54-F498-6F2C7C7F1A5E}"/>
                    </a:ext>
                  </a:extLst>
                </p:cNvPr>
                <p:cNvSpPr>
                  <a:spLocks/>
                </p:cNvSpPr>
                <p:nvPr/>
              </p:nvSpPr>
              <p:spPr bwMode="auto">
                <a:xfrm>
                  <a:off x="4402" y="3754"/>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1" y="32"/>
                      </a:lnTo>
                      <a:lnTo>
                        <a:pt x="3" y="64"/>
                      </a:lnTo>
                      <a:lnTo>
                        <a:pt x="8" y="96"/>
                      </a:lnTo>
                      <a:lnTo>
                        <a:pt x="13" y="126"/>
                      </a:lnTo>
                      <a:lnTo>
                        <a:pt x="20" y="157"/>
                      </a:lnTo>
                      <a:lnTo>
                        <a:pt x="29" y="187"/>
                      </a:lnTo>
                      <a:lnTo>
                        <a:pt x="38" y="216"/>
                      </a:lnTo>
                      <a:lnTo>
                        <a:pt x="49" y="245"/>
                      </a:lnTo>
                      <a:lnTo>
                        <a:pt x="63" y="272"/>
                      </a:lnTo>
                      <a:lnTo>
                        <a:pt x="76" y="299"/>
                      </a:lnTo>
                      <a:lnTo>
                        <a:pt x="91" y="326"/>
                      </a:lnTo>
                      <a:lnTo>
                        <a:pt x="108" y="351"/>
                      </a:lnTo>
                      <a:lnTo>
                        <a:pt x="125" y="376"/>
                      </a:lnTo>
                      <a:lnTo>
                        <a:pt x="144" y="399"/>
                      </a:lnTo>
                      <a:lnTo>
                        <a:pt x="163" y="422"/>
                      </a:lnTo>
                      <a:lnTo>
                        <a:pt x="184" y="444"/>
                      </a:lnTo>
                      <a:lnTo>
                        <a:pt x="206" y="465"/>
                      </a:lnTo>
                      <a:lnTo>
                        <a:pt x="229" y="485"/>
                      </a:lnTo>
                      <a:lnTo>
                        <a:pt x="252" y="503"/>
                      </a:lnTo>
                      <a:lnTo>
                        <a:pt x="277" y="521"/>
                      </a:lnTo>
                      <a:lnTo>
                        <a:pt x="303" y="537"/>
                      </a:lnTo>
                      <a:lnTo>
                        <a:pt x="329" y="553"/>
                      </a:lnTo>
                      <a:lnTo>
                        <a:pt x="356" y="567"/>
                      </a:lnTo>
                      <a:lnTo>
                        <a:pt x="384" y="579"/>
                      </a:lnTo>
                      <a:lnTo>
                        <a:pt x="412" y="590"/>
                      </a:lnTo>
                      <a:lnTo>
                        <a:pt x="442" y="600"/>
                      </a:lnTo>
                      <a:lnTo>
                        <a:pt x="471" y="608"/>
                      </a:lnTo>
                      <a:lnTo>
                        <a:pt x="502" y="615"/>
                      </a:lnTo>
                      <a:lnTo>
                        <a:pt x="533" y="622"/>
                      </a:lnTo>
                      <a:lnTo>
                        <a:pt x="564" y="625"/>
                      </a:lnTo>
                      <a:lnTo>
                        <a:pt x="596" y="627"/>
                      </a:lnTo>
                      <a:lnTo>
                        <a:pt x="628" y="628"/>
                      </a:lnTo>
                      <a:lnTo>
                        <a:pt x="628" y="499"/>
                      </a:lnTo>
                      <a:lnTo>
                        <a:pt x="602" y="499"/>
                      </a:lnTo>
                      <a:lnTo>
                        <a:pt x="577" y="497"/>
                      </a:lnTo>
                      <a:lnTo>
                        <a:pt x="552" y="493"/>
                      </a:lnTo>
                      <a:lnTo>
                        <a:pt x="527" y="489"/>
                      </a:lnTo>
                      <a:lnTo>
                        <a:pt x="503" y="484"/>
                      </a:lnTo>
                      <a:lnTo>
                        <a:pt x="480" y="477"/>
                      </a:lnTo>
                      <a:lnTo>
                        <a:pt x="457" y="469"/>
                      </a:lnTo>
                      <a:lnTo>
                        <a:pt x="434" y="460"/>
                      </a:lnTo>
                      <a:lnTo>
                        <a:pt x="412" y="450"/>
                      </a:lnTo>
                      <a:lnTo>
                        <a:pt x="390" y="439"/>
                      </a:lnTo>
                      <a:lnTo>
                        <a:pt x="369" y="427"/>
                      </a:lnTo>
                      <a:lnTo>
                        <a:pt x="350" y="413"/>
                      </a:lnTo>
                      <a:lnTo>
                        <a:pt x="330" y="400"/>
                      </a:lnTo>
                      <a:lnTo>
                        <a:pt x="311" y="385"/>
                      </a:lnTo>
                      <a:lnTo>
                        <a:pt x="293" y="370"/>
                      </a:lnTo>
                      <a:lnTo>
                        <a:pt x="276" y="353"/>
                      </a:lnTo>
                      <a:lnTo>
                        <a:pt x="259" y="336"/>
                      </a:lnTo>
                      <a:lnTo>
                        <a:pt x="243" y="317"/>
                      </a:lnTo>
                      <a:lnTo>
                        <a:pt x="228" y="298"/>
                      </a:lnTo>
                      <a:lnTo>
                        <a:pt x="215" y="279"/>
                      </a:lnTo>
                      <a:lnTo>
                        <a:pt x="202" y="259"/>
                      </a:lnTo>
                      <a:lnTo>
                        <a:pt x="190" y="238"/>
                      </a:lnTo>
                      <a:lnTo>
                        <a:pt x="179" y="216"/>
                      </a:lnTo>
                      <a:lnTo>
                        <a:pt x="169" y="194"/>
                      </a:lnTo>
                      <a:lnTo>
                        <a:pt x="160" y="171"/>
                      </a:lnTo>
                      <a:lnTo>
                        <a:pt x="151" y="148"/>
                      </a:lnTo>
                      <a:lnTo>
                        <a:pt x="145" y="125"/>
                      </a:lnTo>
                      <a:lnTo>
                        <a:pt x="139" y="101"/>
                      </a:lnTo>
                      <a:lnTo>
                        <a:pt x="135" y="77"/>
                      </a:lnTo>
                      <a:lnTo>
                        <a:pt x="132" y="52"/>
                      </a:lnTo>
                      <a:lnTo>
                        <a:pt x="129" y="27"/>
                      </a:lnTo>
                      <a:lnTo>
                        <a:pt x="129" y="0"/>
                      </a:lnTo>
                      <a:lnTo>
                        <a:pt x="0" y="0"/>
                      </a:lnTo>
                      <a:close/>
                    </a:path>
                  </a:pathLst>
                </a:custGeom>
                <a:solidFill>
                  <a:srgbClr val="EF2B2F"/>
                </a:solidFill>
                <a:ln>
                  <a:noFill/>
                </a:ln>
              </p:spPr>
              <p:txBody>
                <a:bodyPr/>
                <a:lstStyle/>
                <a:p>
                  <a:pPr>
                    <a:defRPr/>
                  </a:pPr>
                  <a:endParaRPr lang="en-US" sz="1050">
                    <a:latin typeface="+mj-lt"/>
                  </a:endParaRPr>
                </a:p>
              </p:txBody>
            </p:sp>
            <p:sp>
              <p:nvSpPr>
                <p:cNvPr id="41057" name="Freeform 245">
                  <a:extLst>
                    <a:ext uri="{FF2B5EF4-FFF2-40B4-BE49-F238E27FC236}">
                      <a16:creationId xmlns="" xmlns:a16="http://schemas.microsoft.com/office/drawing/2014/main" id="{79DFAAC9-270D-5E84-15AB-020E959ABFAE}"/>
                    </a:ext>
                  </a:extLst>
                </p:cNvPr>
                <p:cNvSpPr>
                  <a:spLocks/>
                </p:cNvSpPr>
                <p:nvPr/>
              </p:nvSpPr>
              <p:spPr bwMode="auto">
                <a:xfrm>
                  <a:off x="4402" y="3731"/>
                  <a:ext cx="25"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628" y="0"/>
                      </a:moveTo>
                      <a:lnTo>
                        <a:pt x="628" y="0"/>
                      </a:lnTo>
                      <a:lnTo>
                        <a:pt x="596" y="1"/>
                      </a:lnTo>
                      <a:lnTo>
                        <a:pt x="564" y="3"/>
                      </a:lnTo>
                      <a:lnTo>
                        <a:pt x="533" y="7"/>
                      </a:lnTo>
                      <a:lnTo>
                        <a:pt x="502" y="13"/>
                      </a:lnTo>
                      <a:lnTo>
                        <a:pt x="471" y="19"/>
                      </a:lnTo>
                      <a:lnTo>
                        <a:pt x="442" y="28"/>
                      </a:lnTo>
                      <a:lnTo>
                        <a:pt x="412" y="38"/>
                      </a:lnTo>
                      <a:lnTo>
                        <a:pt x="384" y="49"/>
                      </a:lnTo>
                      <a:lnTo>
                        <a:pt x="356" y="62"/>
                      </a:lnTo>
                      <a:lnTo>
                        <a:pt x="329" y="76"/>
                      </a:lnTo>
                      <a:lnTo>
                        <a:pt x="303" y="92"/>
                      </a:lnTo>
                      <a:lnTo>
                        <a:pt x="277" y="107"/>
                      </a:lnTo>
                      <a:lnTo>
                        <a:pt x="252" y="126"/>
                      </a:lnTo>
                      <a:lnTo>
                        <a:pt x="229" y="143"/>
                      </a:lnTo>
                      <a:lnTo>
                        <a:pt x="206" y="163"/>
                      </a:lnTo>
                      <a:lnTo>
                        <a:pt x="184" y="184"/>
                      </a:lnTo>
                      <a:lnTo>
                        <a:pt x="163" y="206"/>
                      </a:lnTo>
                      <a:lnTo>
                        <a:pt x="144" y="229"/>
                      </a:lnTo>
                      <a:lnTo>
                        <a:pt x="125" y="253"/>
                      </a:lnTo>
                      <a:lnTo>
                        <a:pt x="108" y="277"/>
                      </a:lnTo>
                      <a:lnTo>
                        <a:pt x="91" y="302"/>
                      </a:lnTo>
                      <a:lnTo>
                        <a:pt x="76" y="328"/>
                      </a:lnTo>
                      <a:lnTo>
                        <a:pt x="63" y="356"/>
                      </a:lnTo>
                      <a:lnTo>
                        <a:pt x="49" y="384"/>
                      </a:lnTo>
                      <a:lnTo>
                        <a:pt x="38" y="413"/>
                      </a:lnTo>
                      <a:lnTo>
                        <a:pt x="29" y="441"/>
                      </a:lnTo>
                      <a:lnTo>
                        <a:pt x="20" y="471"/>
                      </a:lnTo>
                      <a:lnTo>
                        <a:pt x="13" y="501"/>
                      </a:lnTo>
                      <a:lnTo>
                        <a:pt x="8" y="532"/>
                      </a:lnTo>
                      <a:lnTo>
                        <a:pt x="3" y="564"/>
                      </a:lnTo>
                      <a:lnTo>
                        <a:pt x="1" y="596"/>
                      </a:lnTo>
                      <a:lnTo>
                        <a:pt x="0" y="627"/>
                      </a:lnTo>
                      <a:lnTo>
                        <a:pt x="129" y="627"/>
                      </a:lnTo>
                      <a:lnTo>
                        <a:pt x="129" y="602"/>
                      </a:lnTo>
                      <a:lnTo>
                        <a:pt x="132" y="577"/>
                      </a:lnTo>
                      <a:lnTo>
                        <a:pt x="135" y="552"/>
                      </a:lnTo>
                      <a:lnTo>
                        <a:pt x="139" y="528"/>
                      </a:lnTo>
                      <a:lnTo>
                        <a:pt x="145" y="504"/>
                      </a:lnTo>
                      <a:lnTo>
                        <a:pt x="151" y="479"/>
                      </a:lnTo>
                      <a:lnTo>
                        <a:pt x="160" y="456"/>
                      </a:lnTo>
                      <a:lnTo>
                        <a:pt x="169" y="433"/>
                      </a:lnTo>
                      <a:lnTo>
                        <a:pt x="179" y="412"/>
                      </a:lnTo>
                      <a:lnTo>
                        <a:pt x="190" y="391"/>
                      </a:lnTo>
                      <a:lnTo>
                        <a:pt x="202" y="370"/>
                      </a:lnTo>
                      <a:lnTo>
                        <a:pt x="215" y="349"/>
                      </a:lnTo>
                      <a:lnTo>
                        <a:pt x="228" y="329"/>
                      </a:lnTo>
                      <a:lnTo>
                        <a:pt x="243" y="311"/>
                      </a:lnTo>
                      <a:lnTo>
                        <a:pt x="259" y="293"/>
                      </a:lnTo>
                      <a:lnTo>
                        <a:pt x="276" y="276"/>
                      </a:lnTo>
                      <a:lnTo>
                        <a:pt x="293" y="259"/>
                      </a:lnTo>
                      <a:lnTo>
                        <a:pt x="311" y="243"/>
                      </a:lnTo>
                      <a:lnTo>
                        <a:pt x="330" y="229"/>
                      </a:lnTo>
                      <a:lnTo>
                        <a:pt x="350" y="214"/>
                      </a:lnTo>
                      <a:lnTo>
                        <a:pt x="369" y="201"/>
                      </a:lnTo>
                      <a:lnTo>
                        <a:pt x="390" y="189"/>
                      </a:lnTo>
                      <a:lnTo>
                        <a:pt x="412" y="178"/>
                      </a:lnTo>
                      <a:lnTo>
                        <a:pt x="434" y="168"/>
                      </a:lnTo>
                      <a:lnTo>
                        <a:pt x="457" y="160"/>
                      </a:lnTo>
                      <a:lnTo>
                        <a:pt x="480" y="152"/>
                      </a:lnTo>
                      <a:lnTo>
                        <a:pt x="504" y="144"/>
                      </a:lnTo>
                      <a:lnTo>
                        <a:pt x="527" y="139"/>
                      </a:lnTo>
                      <a:lnTo>
                        <a:pt x="552" y="134"/>
                      </a:lnTo>
                      <a:lnTo>
                        <a:pt x="578" y="131"/>
                      </a:lnTo>
                      <a:lnTo>
                        <a:pt x="603" y="130"/>
                      </a:lnTo>
                      <a:lnTo>
                        <a:pt x="628" y="129"/>
                      </a:lnTo>
                      <a:lnTo>
                        <a:pt x="628" y="0"/>
                      </a:lnTo>
                      <a:close/>
                    </a:path>
                  </a:pathLst>
                </a:custGeom>
                <a:solidFill>
                  <a:srgbClr val="EF2B2F"/>
                </a:solidFill>
                <a:ln>
                  <a:noFill/>
                </a:ln>
              </p:spPr>
              <p:txBody>
                <a:bodyPr/>
                <a:lstStyle/>
                <a:p>
                  <a:pPr>
                    <a:defRPr/>
                  </a:pPr>
                  <a:endParaRPr lang="en-US" sz="1050">
                    <a:latin typeface="+mj-lt"/>
                  </a:endParaRPr>
                </a:p>
              </p:txBody>
            </p:sp>
            <p:sp>
              <p:nvSpPr>
                <p:cNvPr id="41058" name="Freeform 246">
                  <a:extLst>
                    <a:ext uri="{FF2B5EF4-FFF2-40B4-BE49-F238E27FC236}">
                      <a16:creationId xmlns="" xmlns:a16="http://schemas.microsoft.com/office/drawing/2014/main" id="{68372139-7D64-1499-BDCA-A22B14653C1B}"/>
                    </a:ext>
                  </a:extLst>
                </p:cNvPr>
                <p:cNvSpPr>
                  <a:spLocks/>
                </p:cNvSpPr>
                <p:nvPr/>
              </p:nvSpPr>
              <p:spPr bwMode="auto">
                <a:xfrm>
                  <a:off x="4404" y="3801"/>
                  <a:ext cx="45" cy="36"/>
                </a:xfrm>
                <a:custGeom>
                  <a:avLst/>
                  <a:gdLst>
                    <a:gd name="T0" fmla="*/ 0 w 1127"/>
                    <a:gd name="T1" fmla="*/ 0 h 1127"/>
                    <a:gd name="T2" fmla="*/ 0 w 1127"/>
                    <a:gd name="T3" fmla="*/ 0 h 1127"/>
                    <a:gd name="T4" fmla="*/ 0 w 1127"/>
                    <a:gd name="T5" fmla="*/ 0 h 1127"/>
                    <a:gd name="T6" fmla="*/ 0 w 1127"/>
                    <a:gd name="T7" fmla="*/ 0 h 1127"/>
                    <a:gd name="T8" fmla="*/ 0 w 1127"/>
                    <a:gd name="T9" fmla="*/ 0 h 1127"/>
                    <a:gd name="T10" fmla="*/ 0 w 1127"/>
                    <a:gd name="T11" fmla="*/ 0 h 1127"/>
                    <a:gd name="T12" fmla="*/ 0 w 1127"/>
                    <a:gd name="T13" fmla="*/ 0 h 1127"/>
                    <a:gd name="T14" fmla="*/ 0 w 1127"/>
                    <a:gd name="T15" fmla="*/ 0 h 1127"/>
                    <a:gd name="T16" fmla="*/ 0 w 1127"/>
                    <a:gd name="T17" fmla="*/ 0 h 1127"/>
                    <a:gd name="T18" fmla="*/ 0 w 1127"/>
                    <a:gd name="T19" fmla="*/ 0 h 1127"/>
                    <a:gd name="T20" fmla="*/ 0 w 1127"/>
                    <a:gd name="T21" fmla="*/ 0 h 1127"/>
                    <a:gd name="T22" fmla="*/ 0 w 1127"/>
                    <a:gd name="T23" fmla="*/ 0 h 1127"/>
                    <a:gd name="T24" fmla="*/ 0 w 1127"/>
                    <a:gd name="T25" fmla="*/ 0 h 1127"/>
                    <a:gd name="T26" fmla="*/ 0 w 1127"/>
                    <a:gd name="T27" fmla="*/ 0 h 1127"/>
                    <a:gd name="T28" fmla="*/ 0 w 1127"/>
                    <a:gd name="T29" fmla="*/ 0 h 1127"/>
                    <a:gd name="T30" fmla="*/ 0 w 1127"/>
                    <a:gd name="T31" fmla="*/ 0 h 1127"/>
                    <a:gd name="T32" fmla="*/ 0 w 1127"/>
                    <a:gd name="T33" fmla="*/ 0 h 1127"/>
                    <a:gd name="T34" fmla="*/ 0 w 1127"/>
                    <a:gd name="T35" fmla="*/ 0 h 1127"/>
                    <a:gd name="T36" fmla="*/ 0 w 1127"/>
                    <a:gd name="T37" fmla="*/ 0 h 1127"/>
                    <a:gd name="T38" fmla="*/ 0 w 1127"/>
                    <a:gd name="T39" fmla="*/ 0 h 1127"/>
                    <a:gd name="T40" fmla="*/ 0 w 1127"/>
                    <a:gd name="T41" fmla="*/ 0 h 1127"/>
                    <a:gd name="T42" fmla="*/ 0 w 1127"/>
                    <a:gd name="T43" fmla="*/ 0 h 1127"/>
                    <a:gd name="T44" fmla="*/ 0 w 1127"/>
                    <a:gd name="T45" fmla="*/ 0 h 1127"/>
                    <a:gd name="T46" fmla="*/ 0 w 1127"/>
                    <a:gd name="T47" fmla="*/ 0 h 1127"/>
                    <a:gd name="T48" fmla="*/ 0 w 1127"/>
                    <a:gd name="T49" fmla="*/ 0 h 1127"/>
                    <a:gd name="T50" fmla="*/ 0 w 1127"/>
                    <a:gd name="T51" fmla="*/ 0 h 1127"/>
                    <a:gd name="T52" fmla="*/ 0 w 1127"/>
                    <a:gd name="T53" fmla="*/ 0 h 1127"/>
                    <a:gd name="T54" fmla="*/ 0 w 1127"/>
                    <a:gd name="T55" fmla="*/ 0 h 1127"/>
                    <a:gd name="T56" fmla="*/ 0 w 1127"/>
                    <a:gd name="T57" fmla="*/ 0 h 1127"/>
                    <a:gd name="T58" fmla="*/ 0 w 1127"/>
                    <a:gd name="T59" fmla="*/ 0 h 1127"/>
                    <a:gd name="T60" fmla="*/ 0 w 1127"/>
                    <a:gd name="T61" fmla="*/ 0 h 1127"/>
                    <a:gd name="T62" fmla="*/ 0 w 1127"/>
                    <a:gd name="T63" fmla="*/ 0 h 1127"/>
                    <a:gd name="T64" fmla="*/ 0 w 1127"/>
                    <a:gd name="T65" fmla="*/ 0 h 1127"/>
                    <a:gd name="T66" fmla="*/ 0 w 1127"/>
                    <a:gd name="T67" fmla="*/ 0 h 1127"/>
                    <a:gd name="T68" fmla="*/ 0 w 1127"/>
                    <a:gd name="T69" fmla="*/ 0 h 1127"/>
                    <a:gd name="T70" fmla="*/ 0 w 1127"/>
                    <a:gd name="T71" fmla="*/ 0 h 1127"/>
                    <a:gd name="T72" fmla="*/ 0 w 1127"/>
                    <a:gd name="T73" fmla="*/ 0 h 1127"/>
                    <a:gd name="T74" fmla="*/ 0 w 1127"/>
                    <a:gd name="T75" fmla="*/ 0 h 1127"/>
                    <a:gd name="T76" fmla="*/ 0 w 1127"/>
                    <a:gd name="T77" fmla="*/ 0 h 1127"/>
                    <a:gd name="T78" fmla="*/ 0 w 1127"/>
                    <a:gd name="T79" fmla="*/ 0 h 1127"/>
                    <a:gd name="T80" fmla="*/ 0 w 1127"/>
                    <a:gd name="T81" fmla="*/ 0 h 1127"/>
                    <a:gd name="T82" fmla="*/ 0 w 1127"/>
                    <a:gd name="T83" fmla="*/ 0 h 1127"/>
                    <a:gd name="T84" fmla="*/ 0 w 1127"/>
                    <a:gd name="T85" fmla="*/ 0 h 112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27"/>
                    <a:gd name="T130" fmla="*/ 0 h 1127"/>
                    <a:gd name="T131" fmla="*/ 1127 w 1127"/>
                    <a:gd name="T132" fmla="*/ 1127 h 112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27" h="1127">
                      <a:moveTo>
                        <a:pt x="563" y="0"/>
                      </a:moveTo>
                      <a:lnTo>
                        <a:pt x="593" y="1"/>
                      </a:lnTo>
                      <a:lnTo>
                        <a:pt x="622" y="3"/>
                      </a:lnTo>
                      <a:lnTo>
                        <a:pt x="649" y="6"/>
                      </a:lnTo>
                      <a:lnTo>
                        <a:pt x="677" y="12"/>
                      </a:lnTo>
                      <a:lnTo>
                        <a:pt x="704" y="18"/>
                      </a:lnTo>
                      <a:lnTo>
                        <a:pt x="731" y="26"/>
                      </a:lnTo>
                      <a:lnTo>
                        <a:pt x="757" y="35"/>
                      </a:lnTo>
                      <a:lnTo>
                        <a:pt x="783" y="45"/>
                      </a:lnTo>
                      <a:lnTo>
                        <a:pt x="808" y="55"/>
                      </a:lnTo>
                      <a:lnTo>
                        <a:pt x="832" y="69"/>
                      </a:lnTo>
                      <a:lnTo>
                        <a:pt x="855" y="82"/>
                      </a:lnTo>
                      <a:lnTo>
                        <a:pt x="878" y="96"/>
                      </a:lnTo>
                      <a:lnTo>
                        <a:pt x="900" y="112"/>
                      </a:lnTo>
                      <a:lnTo>
                        <a:pt x="922" y="129"/>
                      </a:lnTo>
                      <a:lnTo>
                        <a:pt x="943" y="146"/>
                      </a:lnTo>
                      <a:lnTo>
                        <a:pt x="961" y="165"/>
                      </a:lnTo>
                      <a:lnTo>
                        <a:pt x="980" y="185"/>
                      </a:lnTo>
                      <a:lnTo>
                        <a:pt x="998" y="206"/>
                      </a:lnTo>
                      <a:lnTo>
                        <a:pt x="1015" y="226"/>
                      </a:lnTo>
                      <a:lnTo>
                        <a:pt x="1030" y="248"/>
                      </a:lnTo>
                      <a:lnTo>
                        <a:pt x="1046" y="271"/>
                      </a:lnTo>
                      <a:lnTo>
                        <a:pt x="1059" y="295"/>
                      </a:lnTo>
                      <a:lnTo>
                        <a:pt x="1071" y="319"/>
                      </a:lnTo>
                      <a:lnTo>
                        <a:pt x="1083" y="345"/>
                      </a:lnTo>
                      <a:lnTo>
                        <a:pt x="1093" y="370"/>
                      </a:lnTo>
                      <a:lnTo>
                        <a:pt x="1101" y="396"/>
                      </a:lnTo>
                      <a:lnTo>
                        <a:pt x="1109" y="422"/>
                      </a:lnTo>
                      <a:lnTo>
                        <a:pt x="1116" y="450"/>
                      </a:lnTo>
                      <a:lnTo>
                        <a:pt x="1120" y="477"/>
                      </a:lnTo>
                      <a:lnTo>
                        <a:pt x="1124" y="506"/>
                      </a:lnTo>
                      <a:lnTo>
                        <a:pt x="1127" y="534"/>
                      </a:lnTo>
                      <a:lnTo>
                        <a:pt x="1127" y="564"/>
                      </a:lnTo>
                      <a:lnTo>
                        <a:pt x="1127" y="592"/>
                      </a:lnTo>
                      <a:lnTo>
                        <a:pt x="1124" y="621"/>
                      </a:lnTo>
                      <a:lnTo>
                        <a:pt x="1120" y="649"/>
                      </a:lnTo>
                      <a:lnTo>
                        <a:pt x="1116" y="677"/>
                      </a:lnTo>
                      <a:lnTo>
                        <a:pt x="1109" y="704"/>
                      </a:lnTo>
                      <a:lnTo>
                        <a:pt x="1101" y="730"/>
                      </a:lnTo>
                      <a:lnTo>
                        <a:pt x="1093" y="757"/>
                      </a:lnTo>
                      <a:lnTo>
                        <a:pt x="1083" y="782"/>
                      </a:lnTo>
                      <a:lnTo>
                        <a:pt x="1071" y="807"/>
                      </a:lnTo>
                      <a:lnTo>
                        <a:pt x="1059" y="831"/>
                      </a:lnTo>
                      <a:lnTo>
                        <a:pt x="1046" y="855"/>
                      </a:lnTo>
                      <a:lnTo>
                        <a:pt x="1030" y="878"/>
                      </a:lnTo>
                      <a:lnTo>
                        <a:pt x="1015" y="900"/>
                      </a:lnTo>
                      <a:lnTo>
                        <a:pt x="998" y="921"/>
                      </a:lnTo>
                      <a:lnTo>
                        <a:pt x="980" y="942"/>
                      </a:lnTo>
                      <a:lnTo>
                        <a:pt x="961" y="961"/>
                      </a:lnTo>
                      <a:lnTo>
                        <a:pt x="943" y="980"/>
                      </a:lnTo>
                      <a:lnTo>
                        <a:pt x="922" y="998"/>
                      </a:lnTo>
                      <a:lnTo>
                        <a:pt x="900" y="1014"/>
                      </a:lnTo>
                      <a:lnTo>
                        <a:pt x="878" y="1030"/>
                      </a:lnTo>
                      <a:lnTo>
                        <a:pt x="855" y="1045"/>
                      </a:lnTo>
                      <a:lnTo>
                        <a:pt x="832" y="1058"/>
                      </a:lnTo>
                      <a:lnTo>
                        <a:pt x="808" y="1071"/>
                      </a:lnTo>
                      <a:lnTo>
                        <a:pt x="783" y="1082"/>
                      </a:lnTo>
                      <a:lnTo>
                        <a:pt x="757" y="1092"/>
                      </a:lnTo>
                      <a:lnTo>
                        <a:pt x="731" y="1101"/>
                      </a:lnTo>
                      <a:lnTo>
                        <a:pt x="704" y="1108"/>
                      </a:lnTo>
                      <a:lnTo>
                        <a:pt x="677" y="1115"/>
                      </a:lnTo>
                      <a:lnTo>
                        <a:pt x="649" y="1120"/>
                      </a:lnTo>
                      <a:lnTo>
                        <a:pt x="622" y="1124"/>
                      </a:lnTo>
                      <a:lnTo>
                        <a:pt x="593" y="1126"/>
                      </a:lnTo>
                      <a:lnTo>
                        <a:pt x="563" y="1127"/>
                      </a:lnTo>
                      <a:lnTo>
                        <a:pt x="535" y="1126"/>
                      </a:lnTo>
                      <a:lnTo>
                        <a:pt x="506" y="1124"/>
                      </a:lnTo>
                      <a:lnTo>
                        <a:pt x="478" y="1120"/>
                      </a:lnTo>
                      <a:lnTo>
                        <a:pt x="451" y="1115"/>
                      </a:lnTo>
                      <a:lnTo>
                        <a:pt x="423" y="1108"/>
                      </a:lnTo>
                      <a:lnTo>
                        <a:pt x="397" y="1101"/>
                      </a:lnTo>
                      <a:lnTo>
                        <a:pt x="371" y="1092"/>
                      </a:lnTo>
                      <a:lnTo>
                        <a:pt x="344" y="1082"/>
                      </a:lnTo>
                      <a:lnTo>
                        <a:pt x="320" y="1071"/>
                      </a:lnTo>
                      <a:lnTo>
                        <a:pt x="296" y="1058"/>
                      </a:lnTo>
                      <a:lnTo>
                        <a:pt x="272" y="1045"/>
                      </a:lnTo>
                      <a:lnTo>
                        <a:pt x="249" y="1030"/>
                      </a:lnTo>
                      <a:lnTo>
                        <a:pt x="227" y="1014"/>
                      </a:lnTo>
                      <a:lnTo>
                        <a:pt x="206" y="998"/>
                      </a:lnTo>
                      <a:lnTo>
                        <a:pt x="185" y="980"/>
                      </a:lnTo>
                      <a:lnTo>
                        <a:pt x="166" y="961"/>
                      </a:lnTo>
                      <a:lnTo>
                        <a:pt x="147" y="942"/>
                      </a:lnTo>
                      <a:lnTo>
                        <a:pt x="130" y="921"/>
                      </a:lnTo>
                      <a:lnTo>
                        <a:pt x="112" y="900"/>
                      </a:lnTo>
                      <a:lnTo>
                        <a:pt x="97" y="878"/>
                      </a:lnTo>
                      <a:lnTo>
                        <a:pt x="82" y="855"/>
                      </a:lnTo>
                      <a:lnTo>
                        <a:pt x="68" y="831"/>
                      </a:lnTo>
                      <a:lnTo>
                        <a:pt x="56" y="807"/>
                      </a:lnTo>
                      <a:lnTo>
                        <a:pt x="45" y="782"/>
                      </a:lnTo>
                      <a:lnTo>
                        <a:pt x="34" y="757"/>
                      </a:lnTo>
                      <a:lnTo>
                        <a:pt x="25" y="730"/>
                      </a:lnTo>
                      <a:lnTo>
                        <a:pt x="18" y="704"/>
                      </a:lnTo>
                      <a:lnTo>
                        <a:pt x="12" y="677"/>
                      </a:lnTo>
                      <a:lnTo>
                        <a:pt x="7" y="649"/>
                      </a:lnTo>
                      <a:lnTo>
                        <a:pt x="4" y="621"/>
                      </a:lnTo>
                      <a:lnTo>
                        <a:pt x="1" y="592"/>
                      </a:lnTo>
                      <a:lnTo>
                        <a:pt x="0" y="564"/>
                      </a:lnTo>
                      <a:lnTo>
                        <a:pt x="1" y="534"/>
                      </a:lnTo>
                      <a:lnTo>
                        <a:pt x="4" y="506"/>
                      </a:lnTo>
                      <a:lnTo>
                        <a:pt x="7" y="477"/>
                      </a:lnTo>
                      <a:lnTo>
                        <a:pt x="12" y="450"/>
                      </a:lnTo>
                      <a:lnTo>
                        <a:pt x="18" y="422"/>
                      </a:lnTo>
                      <a:lnTo>
                        <a:pt x="25" y="396"/>
                      </a:lnTo>
                      <a:lnTo>
                        <a:pt x="34" y="370"/>
                      </a:lnTo>
                      <a:lnTo>
                        <a:pt x="45" y="345"/>
                      </a:lnTo>
                      <a:lnTo>
                        <a:pt x="56" y="319"/>
                      </a:lnTo>
                      <a:lnTo>
                        <a:pt x="68" y="295"/>
                      </a:lnTo>
                      <a:lnTo>
                        <a:pt x="82" y="271"/>
                      </a:lnTo>
                      <a:lnTo>
                        <a:pt x="97" y="248"/>
                      </a:lnTo>
                      <a:lnTo>
                        <a:pt x="112" y="226"/>
                      </a:lnTo>
                      <a:lnTo>
                        <a:pt x="130" y="206"/>
                      </a:lnTo>
                      <a:lnTo>
                        <a:pt x="147" y="185"/>
                      </a:lnTo>
                      <a:lnTo>
                        <a:pt x="166" y="165"/>
                      </a:lnTo>
                      <a:lnTo>
                        <a:pt x="185" y="146"/>
                      </a:lnTo>
                      <a:lnTo>
                        <a:pt x="206" y="129"/>
                      </a:lnTo>
                      <a:lnTo>
                        <a:pt x="227" y="112"/>
                      </a:lnTo>
                      <a:lnTo>
                        <a:pt x="249" y="96"/>
                      </a:lnTo>
                      <a:lnTo>
                        <a:pt x="272" y="82"/>
                      </a:lnTo>
                      <a:lnTo>
                        <a:pt x="296" y="69"/>
                      </a:lnTo>
                      <a:lnTo>
                        <a:pt x="320" y="55"/>
                      </a:lnTo>
                      <a:lnTo>
                        <a:pt x="344" y="45"/>
                      </a:lnTo>
                      <a:lnTo>
                        <a:pt x="371" y="35"/>
                      </a:lnTo>
                      <a:lnTo>
                        <a:pt x="397" y="26"/>
                      </a:lnTo>
                      <a:lnTo>
                        <a:pt x="423" y="18"/>
                      </a:lnTo>
                      <a:lnTo>
                        <a:pt x="451" y="12"/>
                      </a:lnTo>
                      <a:lnTo>
                        <a:pt x="478" y="6"/>
                      </a:lnTo>
                      <a:lnTo>
                        <a:pt x="506" y="3"/>
                      </a:lnTo>
                      <a:lnTo>
                        <a:pt x="535" y="1"/>
                      </a:lnTo>
                      <a:lnTo>
                        <a:pt x="563" y="0"/>
                      </a:lnTo>
                      <a:close/>
                    </a:path>
                  </a:pathLst>
                </a:custGeom>
                <a:solidFill>
                  <a:srgbClr val="00A7D1"/>
                </a:solidFill>
                <a:ln>
                  <a:noFill/>
                </a:ln>
              </p:spPr>
              <p:txBody>
                <a:bodyPr/>
                <a:lstStyle/>
                <a:p>
                  <a:pPr>
                    <a:defRPr/>
                  </a:pPr>
                  <a:endParaRPr lang="en-US" sz="1050">
                    <a:latin typeface="+mj-lt"/>
                  </a:endParaRPr>
                </a:p>
              </p:txBody>
            </p:sp>
            <p:sp>
              <p:nvSpPr>
                <p:cNvPr id="41059" name="Freeform 247">
                  <a:extLst>
                    <a:ext uri="{FF2B5EF4-FFF2-40B4-BE49-F238E27FC236}">
                      <a16:creationId xmlns="" xmlns:a16="http://schemas.microsoft.com/office/drawing/2014/main" id="{EC654355-7331-2178-09BA-78D1A3269278}"/>
                    </a:ext>
                  </a:extLst>
                </p:cNvPr>
                <p:cNvSpPr>
                  <a:spLocks/>
                </p:cNvSpPr>
                <p:nvPr/>
              </p:nvSpPr>
              <p:spPr bwMode="auto">
                <a:xfrm>
                  <a:off x="4426" y="3797"/>
                  <a:ext cx="25" cy="24"/>
                </a:xfrm>
                <a:custGeom>
                  <a:avLst/>
                  <a:gdLst>
                    <a:gd name="T0" fmla="*/ 0 w 628"/>
                    <a:gd name="T1" fmla="*/ 0 h 629"/>
                    <a:gd name="T2" fmla="*/ 0 w 628"/>
                    <a:gd name="T3" fmla="*/ 0 h 629"/>
                    <a:gd name="T4" fmla="*/ 0 w 628"/>
                    <a:gd name="T5" fmla="*/ 0 h 629"/>
                    <a:gd name="T6" fmla="*/ 0 w 628"/>
                    <a:gd name="T7" fmla="*/ 0 h 629"/>
                    <a:gd name="T8" fmla="*/ 0 w 628"/>
                    <a:gd name="T9" fmla="*/ 0 h 629"/>
                    <a:gd name="T10" fmla="*/ 0 w 628"/>
                    <a:gd name="T11" fmla="*/ 0 h 629"/>
                    <a:gd name="T12" fmla="*/ 0 w 628"/>
                    <a:gd name="T13" fmla="*/ 0 h 629"/>
                    <a:gd name="T14" fmla="*/ 0 w 628"/>
                    <a:gd name="T15" fmla="*/ 0 h 629"/>
                    <a:gd name="T16" fmla="*/ 0 w 628"/>
                    <a:gd name="T17" fmla="*/ 0 h 629"/>
                    <a:gd name="T18" fmla="*/ 0 w 628"/>
                    <a:gd name="T19" fmla="*/ 0 h 629"/>
                    <a:gd name="T20" fmla="*/ 0 w 628"/>
                    <a:gd name="T21" fmla="*/ 0 h 629"/>
                    <a:gd name="T22" fmla="*/ 0 w 628"/>
                    <a:gd name="T23" fmla="*/ 0 h 629"/>
                    <a:gd name="T24" fmla="*/ 0 w 628"/>
                    <a:gd name="T25" fmla="*/ 0 h 629"/>
                    <a:gd name="T26" fmla="*/ 0 w 628"/>
                    <a:gd name="T27" fmla="*/ 0 h 629"/>
                    <a:gd name="T28" fmla="*/ 0 w 628"/>
                    <a:gd name="T29" fmla="*/ 0 h 629"/>
                    <a:gd name="T30" fmla="*/ 0 w 628"/>
                    <a:gd name="T31" fmla="*/ 0 h 629"/>
                    <a:gd name="T32" fmla="*/ 0 w 628"/>
                    <a:gd name="T33" fmla="*/ 0 h 629"/>
                    <a:gd name="T34" fmla="*/ 0 w 628"/>
                    <a:gd name="T35" fmla="*/ 0 h 629"/>
                    <a:gd name="T36" fmla="*/ 0 w 628"/>
                    <a:gd name="T37" fmla="*/ 0 h 629"/>
                    <a:gd name="T38" fmla="*/ 0 w 628"/>
                    <a:gd name="T39" fmla="*/ 0 h 629"/>
                    <a:gd name="T40" fmla="*/ 0 w 628"/>
                    <a:gd name="T41" fmla="*/ 0 h 629"/>
                    <a:gd name="T42" fmla="*/ 0 w 628"/>
                    <a:gd name="T43" fmla="*/ 0 h 629"/>
                    <a:gd name="T44" fmla="*/ 0 w 628"/>
                    <a:gd name="T45" fmla="*/ 0 h 629"/>
                    <a:gd name="T46" fmla="*/ 0 w 628"/>
                    <a:gd name="T47" fmla="*/ 0 h 629"/>
                    <a:gd name="T48" fmla="*/ 0 w 628"/>
                    <a:gd name="T49" fmla="*/ 0 h 629"/>
                    <a:gd name="T50" fmla="*/ 0 w 628"/>
                    <a:gd name="T51" fmla="*/ 0 h 629"/>
                    <a:gd name="T52" fmla="*/ 0 w 628"/>
                    <a:gd name="T53" fmla="*/ 0 h 629"/>
                    <a:gd name="T54" fmla="*/ 0 w 628"/>
                    <a:gd name="T55" fmla="*/ 0 h 629"/>
                    <a:gd name="T56" fmla="*/ 0 w 628"/>
                    <a:gd name="T57" fmla="*/ 0 h 629"/>
                    <a:gd name="T58" fmla="*/ 0 w 628"/>
                    <a:gd name="T59" fmla="*/ 0 h 629"/>
                    <a:gd name="T60" fmla="*/ 0 w 628"/>
                    <a:gd name="T61" fmla="*/ 0 h 629"/>
                    <a:gd name="T62" fmla="*/ 0 w 628"/>
                    <a:gd name="T63" fmla="*/ 0 h 629"/>
                    <a:gd name="T64" fmla="*/ 0 w 628"/>
                    <a:gd name="T65" fmla="*/ 0 h 629"/>
                    <a:gd name="T66" fmla="*/ 0 w 628"/>
                    <a:gd name="T67" fmla="*/ 0 h 6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9"/>
                    <a:gd name="T104" fmla="*/ 628 w 628"/>
                    <a:gd name="T105" fmla="*/ 629 h 6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9">
                      <a:moveTo>
                        <a:pt x="628" y="629"/>
                      </a:moveTo>
                      <a:lnTo>
                        <a:pt x="628" y="629"/>
                      </a:lnTo>
                      <a:lnTo>
                        <a:pt x="627" y="596"/>
                      </a:lnTo>
                      <a:lnTo>
                        <a:pt x="625" y="564"/>
                      </a:lnTo>
                      <a:lnTo>
                        <a:pt x="622" y="533"/>
                      </a:lnTo>
                      <a:lnTo>
                        <a:pt x="615" y="502"/>
                      </a:lnTo>
                      <a:lnTo>
                        <a:pt x="609" y="472"/>
                      </a:lnTo>
                      <a:lnTo>
                        <a:pt x="600" y="441"/>
                      </a:lnTo>
                      <a:lnTo>
                        <a:pt x="590" y="413"/>
                      </a:lnTo>
                      <a:lnTo>
                        <a:pt x="579" y="384"/>
                      </a:lnTo>
                      <a:lnTo>
                        <a:pt x="566" y="356"/>
                      </a:lnTo>
                      <a:lnTo>
                        <a:pt x="553" y="330"/>
                      </a:lnTo>
                      <a:lnTo>
                        <a:pt x="537" y="303"/>
                      </a:lnTo>
                      <a:lnTo>
                        <a:pt x="521" y="277"/>
                      </a:lnTo>
                      <a:lnTo>
                        <a:pt x="503" y="253"/>
                      </a:lnTo>
                      <a:lnTo>
                        <a:pt x="485" y="229"/>
                      </a:lnTo>
                      <a:lnTo>
                        <a:pt x="465" y="207"/>
                      </a:lnTo>
                      <a:lnTo>
                        <a:pt x="444" y="185"/>
                      </a:lnTo>
                      <a:lnTo>
                        <a:pt x="422" y="164"/>
                      </a:lnTo>
                      <a:lnTo>
                        <a:pt x="399" y="145"/>
                      </a:lnTo>
                      <a:lnTo>
                        <a:pt x="376" y="126"/>
                      </a:lnTo>
                      <a:lnTo>
                        <a:pt x="351" y="108"/>
                      </a:lnTo>
                      <a:lnTo>
                        <a:pt x="326" y="92"/>
                      </a:lnTo>
                      <a:lnTo>
                        <a:pt x="300" y="77"/>
                      </a:lnTo>
                      <a:lnTo>
                        <a:pt x="272" y="62"/>
                      </a:lnTo>
                      <a:lnTo>
                        <a:pt x="245" y="50"/>
                      </a:lnTo>
                      <a:lnTo>
                        <a:pt x="216" y="38"/>
                      </a:lnTo>
                      <a:lnTo>
                        <a:pt x="187" y="28"/>
                      </a:lnTo>
                      <a:lnTo>
                        <a:pt x="157" y="21"/>
                      </a:lnTo>
                      <a:lnTo>
                        <a:pt x="126" y="13"/>
                      </a:lnTo>
                      <a:lnTo>
                        <a:pt x="96" y="8"/>
                      </a:lnTo>
                      <a:lnTo>
                        <a:pt x="65" y="4"/>
                      </a:lnTo>
                      <a:lnTo>
                        <a:pt x="33" y="1"/>
                      </a:lnTo>
                      <a:lnTo>
                        <a:pt x="0" y="0"/>
                      </a:lnTo>
                      <a:lnTo>
                        <a:pt x="0" y="129"/>
                      </a:lnTo>
                      <a:lnTo>
                        <a:pt x="27" y="130"/>
                      </a:lnTo>
                      <a:lnTo>
                        <a:pt x="52" y="133"/>
                      </a:lnTo>
                      <a:lnTo>
                        <a:pt x="77" y="136"/>
                      </a:lnTo>
                      <a:lnTo>
                        <a:pt x="101" y="139"/>
                      </a:lnTo>
                      <a:lnTo>
                        <a:pt x="125" y="146"/>
                      </a:lnTo>
                      <a:lnTo>
                        <a:pt x="148" y="152"/>
                      </a:lnTo>
                      <a:lnTo>
                        <a:pt x="171" y="160"/>
                      </a:lnTo>
                      <a:lnTo>
                        <a:pt x="194" y="169"/>
                      </a:lnTo>
                      <a:lnTo>
                        <a:pt x="216" y="179"/>
                      </a:lnTo>
                      <a:lnTo>
                        <a:pt x="238" y="189"/>
                      </a:lnTo>
                      <a:lnTo>
                        <a:pt x="259" y="202"/>
                      </a:lnTo>
                      <a:lnTo>
                        <a:pt x="279" y="215"/>
                      </a:lnTo>
                      <a:lnTo>
                        <a:pt x="298" y="229"/>
                      </a:lnTo>
                      <a:lnTo>
                        <a:pt x="318" y="243"/>
                      </a:lnTo>
                      <a:lnTo>
                        <a:pt x="336" y="260"/>
                      </a:lnTo>
                      <a:lnTo>
                        <a:pt x="353" y="276"/>
                      </a:lnTo>
                      <a:lnTo>
                        <a:pt x="370" y="294"/>
                      </a:lnTo>
                      <a:lnTo>
                        <a:pt x="385" y="311"/>
                      </a:lnTo>
                      <a:lnTo>
                        <a:pt x="400" y="331"/>
                      </a:lnTo>
                      <a:lnTo>
                        <a:pt x="414" y="349"/>
                      </a:lnTo>
                      <a:lnTo>
                        <a:pt x="427" y="370"/>
                      </a:lnTo>
                      <a:lnTo>
                        <a:pt x="439" y="391"/>
                      </a:lnTo>
                      <a:lnTo>
                        <a:pt x="450" y="413"/>
                      </a:lnTo>
                      <a:lnTo>
                        <a:pt x="461" y="435"/>
                      </a:lnTo>
                      <a:lnTo>
                        <a:pt x="469" y="457"/>
                      </a:lnTo>
                      <a:lnTo>
                        <a:pt x="477" y="480"/>
                      </a:lnTo>
                      <a:lnTo>
                        <a:pt x="484" y="504"/>
                      </a:lnTo>
                      <a:lnTo>
                        <a:pt x="489" y="528"/>
                      </a:lnTo>
                      <a:lnTo>
                        <a:pt x="494" y="552"/>
                      </a:lnTo>
                      <a:lnTo>
                        <a:pt x="497" y="577"/>
                      </a:lnTo>
                      <a:lnTo>
                        <a:pt x="499" y="602"/>
                      </a:lnTo>
                      <a:lnTo>
                        <a:pt x="499" y="629"/>
                      </a:lnTo>
                      <a:lnTo>
                        <a:pt x="628" y="629"/>
                      </a:lnTo>
                      <a:close/>
                    </a:path>
                  </a:pathLst>
                </a:custGeom>
                <a:solidFill>
                  <a:srgbClr val="00A7D1"/>
                </a:solidFill>
                <a:ln>
                  <a:noFill/>
                </a:ln>
              </p:spPr>
              <p:txBody>
                <a:bodyPr/>
                <a:lstStyle/>
                <a:p>
                  <a:pPr>
                    <a:defRPr/>
                  </a:pPr>
                  <a:endParaRPr lang="en-US" sz="1050">
                    <a:latin typeface="+mj-lt"/>
                  </a:endParaRPr>
                </a:p>
              </p:txBody>
            </p:sp>
            <p:sp>
              <p:nvSpPr>
                <p:cNvPr id="41060" name="Freeform 248">
                  <a:extLst>
                    <a:ext uri="{FF2B5EF4-FFF2-40B4-BE49-F238E27FC236}">
                      <a16:creationId xmlns="" xmlns:a16="http://schemas.microsoft.com/office/drawing/2014/main" id="{88B43D02-31CA-7AA4-7912-3A0F09934809}"/>
                    </a:ext>
                  </a:extLst>
                </p:cNvPr>
                <p:cNvSpPr>
                  <a:spLocks/>
                </p:cNvSpPr>
                <p:nvPr/>
              </p:nvSpPr>
              <p:spPr bwMode="auto">
                <a:xfrm>
                  <a:off x="4426" y="3821"/>
                  <a:ext cx="25"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2" y="626"/>
                      </a:lnTo>
                      <a:lnTo>
                        <a:pt x="64" y="624"/>
                      </a:lnTo>
                      <a:lnTo>
                        <a:pt x="96" y="620"/>
                      </a:lnTo>
                      <a:lnTo>
                        <a:pt x="126" y="614"/>
                      </a:lnTo>
                      <a:lnTo>
                        <a:pt x="157" y="607"/>
                      </a:lnTo>
                      <a:lnTo>
                        <a:pt x="187" y="599"/>
                      </a:lnTo>
                      <a:lnTo>
                        <a:pt x="216" y="589"/>
                      </a:lnTo>
                      <a:lnTo>
                        <a:pt x="245" y="577"/>
                      </a:lnTo>
                      <a:lnTo>
                        <a:pt x="272" y="565"/>
                      </a:lnTo>
                      <a:lnTo>
                        <a:pt x="300" y="551"/>
                      </a:lnTo>
                      <a:lnTo>
                        <a:pt x="326" y="536"/>
                      </a:lnTo>
                      <a:lnTo>
                        <a:pt x="351" y="520"/>
                      </a:lnTo>
                      <a:lnTo>
                        <a:pt x="376" y="502"/>
                      </a:lnTo>
                      <a:lnTo>
                        <a:pt x="399" y="483"/>
                      </a:lnTo>
                      <a:lnTo>
                        <a:pt x="422" y="463"/>
                      </a:lnTo>
                      <a:lnTo>
                        <a:pt x="444" y="442"/>
                      </a:lnTo>
                      <a:lnTo>
                        <a:pt x="465" y="422"/>
                      </a:lnTo>
                      <a:lnTo>
                        <a:pt x="485" y="399"/>
                      </a:lnTo>
                      <a:lnTo>
                        <a:pt x="503" y="374"/>
                      </a:lnTo>
                      <a:lnTo>
                        <a:pt x="521" y="350"/>
                      </a:lnTo>
                      <a:lnTo>
                        <a:pt x="537" y="324"/>
                      </a:lnTo>
                      <a:lnTo>
                        <a:pt x="553" y="298"/>
                      </a:lnTo>
                      <a:lnTo>
                        <a:pt x="566" y="271"/>
                      </a:lnTo>
                      <a:lnTo>
                        <a:pt x="579" y="243"/>
                      </a:lnTo>
                      <a:lnTo>
                        <a:pt x="590" y="215"/>
                      </a:lnTo>
                      <a:lnTo>
                        <a:pt x="600" y="186"/>
                      </a:lnTo>
                      <a:lnTo>
                        <a:pt x="609" y="156"/>
                      </a:lnTo>
                      <a:lnTo>
                        <a:pt x="615" y="126"/>
                      </a:lnTo>
                      <a:lnTo>
                        <a:pt x="622" y="94"/>
                      </a:lnTo>
                      <a:lnTo>
                        <a:pt x="625" y="63"/>
                      </a:lnTo>
                      <a:lnTo>
                        <a:pt x="627" y="32"/>
                      </a:lnTo>
                      <a:lnTo>
                        <a:pt x="628" y="0"/>
                      </a:lnTo>
                      <a:lnTo>
                        <a:pt x="499" y="0"/>
                      </a:lnTo>
                      <a:lnTo>
                        <a:pt x="499" y="25"/>
                      </a:lnTo>
                      <a:lnTo>
                        <a:pt x="497" y="50"/>
                      </a:lnTo>
                      <a:lnTo>
                        <a:pt x="494" y="75"/>
                      </a:lnTo>
                      <a:lnTo>
                        <a:pt x="489" y="99"/>
                      </a:lnTo>
                      <a:lnTo>
                        <a:pt x="484" y="124"/>
                      </a:lnTo>
                      <a:lnTo>
                        <a:pt x="477" y="148"/>
                      </a:lnTo>
                      <a:lnTo>
                        <a:pt x="469" y="171"/>
                      </a:lnTo>
                      <a:lnTo>
                        <a:pt x="461" y="194"/>
                      </a:lnTo>
                      <a:lnTo>
                        <a:pt x="450" y="216"/>
                      </a:lnTo>
                      <a:lnTo>
                        <a:pt x="439" y="236"/>
                      </a:lnTo>
                      <a:lnTo>
                        <a:pt x="427" y="257"/>
                      </a:lnTo>
                      <a:lnTo>
                        <a:pt x="414" y="278"/>
                      </a:lnTo>
                      <a:lnTo>
                        <a:pt x="400" y="298"/>
                      </a:lnTo>
                      <a:lnTo>
                        <a:pt x="385" y="316"/>
                      </a:lnTo>
                      <a:lnTo>
                        <a:pt x="370" y="334"/>
                      </a:lnTo>
                      <a:lnTo>
                        <a:pt x="353" y="351"/>
                      </a:lnTo>
                      <a:lnTo>
                        <a:pt x="336" y="368"/>
                      </a:lnTo>
                      <a:lnTo>
                        <a:pt x="317" y="384"/>
                      </a:lnTo>
                      <a:lnTo>
                        <a:pt x="298" y="399"/>
                      </a:lnTo>
                      <a:lnTo>
                        <a:pt x="279" y="413"/>
                      </a:lnTo>
                      <a:lnTo>
                        <a:pt x="259" y="426"/>
                      </a:lnTo>
                      <a:lnTo>
                        <a:pt x="238" y="438"/>
                      </a:lnTo>
                      <a:lnTo>
                        <a:pt x="216" y="449"/>
                      </a:lnTo>
                      <a:lnTo>
                        <a:pt x="194" y="459"/>
                      </a:lnTo>
                      <a:lnTo>
                        <a:pt x="171" y="468"/>
                      </a:lnTo>
                      <a:lnTo>
                        <a:pt x="148" y="475"/>
                      </a:lnTo>
                      <a:lnTo>
                        <a:pt x="125" y="482"/>
                      </a:lnTo>
                      <a:lnTo>
                        <a:pt x="101" y="488"/>
                      </a:lnTo>
                      <a:lnTo>
                        <a:pt x="77" y="492"/>
                      </a:lnTo>
                      <a:lnTo>
                        <a:pt x="52" y="495"/>
                      </a:lnTo>
                      <a:lnTo>
                        <a:pt x="27" y="497"/>
                      </a:lnTo>
                      <a:lnTo>
                        <a:pt x="0" y="498"/>
                      </a:lnTo>
                      <a:lnTo>
                        <a:pt x="0" y="628"/>
                      </a:lnTo>
                      <a:close/>
                    </a:path>
                  </a:pathLst>
                </a:custGeom>
                <a:solidFill>
                  <a:srgbClr val="00A7D1"/>
                </a:solidFill>
                <a:ln>
                  <a:noFill/>
                </a:ln>
              </p:spPr>
              <p:txBody>
                <a:bodyPr/>
                <a:lstStyle/>
                <a:p>
                  <a:pPr>
                    <a:defRPr/>
                  </a:pPr>
                  <a:endParaRPr lang="en-US" sz="1050">
                    <a:latin typeface="+mj-lt"/>
                  </a:endParaRPr>
                </a:p>
              </p:txBody>
            </p:sp>
            <p:sp>
              <p:nvSpPr>
                <p:cNvPr id="41061" name="Freeform 249">
                  <a:extLst>
                    <a:ext uri="{FF2B5EF4-FFF2-40B4-BE49-F238E27FC236}">
                      <a16:creationId xmlns="" xmlns:a16="http://schemas.microsoft.com/office/drawing/2014/main" id="{EA41FBF5-C213-D360-C36A-830BA943FBD8}"/>
                    </a:ext>
                  </a:extLst>
                </p:cNvPr>
                <p:cNvSpPr>
                  <a:spLocks/>
                </p:cNvSpPr>
                <p:nvPr/>
              </p:nvSpPr>
              <p:spPr bwMode="auto">
                <a:xfrm>
                  <a:off x="4401" y="3821"/>
                  <a:ext cx="25" cy="23"/>
                </a:xfrm>
                <a:custGeom>
                  <a:avLst/>
                  <a:gdLst>
                    <a:gd name="T0" fmla="*/ 0 w 627"/>
                    <a:gd name="T1" fmla="*/ 0 h 628"/>
                    <a:gd name="T2" fmla="*/ 0 w 627"/>
                    <a:gd name="T3" fmla="*/ 0 h 628"/>
                    <a:gd name="T4" fmla="*/ 0 w 627"/>
                    <a:gd name="T5" fmla="*/ 0 h 628"/>
                    <a:gd name="T6" fmla="*/ 0 w 627"/>
                    <a:gd name="T7" fmla="*/ 0 h 628"/>
                    <a:gd name="T8" fmla="*/ 0 w 627"/>
                    <a:gd name="T9" fmla="*/ 0 h 628"/>
                    <a:gd name="T10" fmla="*/ 0 w 627"/>
                    <a:gd name="T11" fmla="*/ 0 h 628"/>
                    <a:gd name="T12" fmla="*/ 0 w 627"/>
                    <a:gd name="T13" fmla="*/ 0 h 628"/>
                    <a:gd name="T14" fmla="*/ 0 w 627"/>
                    <a:gd name="T15" fmla="*/ 0 h 628"/>
                    <a:gd name="T16" fmla="*/ 0 w 627"/>
                    <a:gd name="T17" fmla="*/ 0 h 628"/>
                    <a:gd name="T18" fmla="*/ 0 w 627"/>
                    <a:gd name="T19" fmla="*/ 0 h 628"/>
                    <a:gd name="T20" fmla="*/ 0 w 627"/>
                    <a:gd name="T21" fmla="*/ 0 h 628"/>
                    <a:gd name="T22" fmla="*/ 0 w 627"/>
                    <a:gd name="T23" fmla="*/ 0 h 628"/>
                    <a:gd name="T24" fmla="*/ 0 w 627"/>
                    <a:gd name="T25" fmla="*/ 0 h 628"/>
                    <a:gd name="T26" fmla="*/ 0 w 627"/>
                    <a:gd name="T27" fmla="*/ 0 h 628"/>
                    <a:gd name="T28" fmla="*/ 0 w 627"/>
                    <a:gd name="T29" fmla="*/ 0 h 628"/>
                    <a:gd name="T30" fmla="*/ 0 w 627"/>
                    <a:gd name="T31" fmla="*/ 0 h 628"/>
                    <a:gd name="T32" fmla="*/ 0 w 627"/>
                    <a:gd name="T33" fmla="*/ 0 h 628"/>
                    <a:gd name="T34" fmla="*/ 0 w 627"/>
                    <a:gd name="T35" fmla="*/ 0 h 628"/>
                    <a:gd name="T36" fmla="*/ 0 w 627"/>
                    <a:gd name="T37" fmla="*/ 0 h 628"/>
                    <a:gd name="T38" fmla="*/ 0 w 627"/>
                    <a:gd name="T39" fmla="*/ 0 h 628"/>
                    <a:gd name="T40" fmla="*/ 0 w 627"/>
                    <a:gd name="T41" fmla="*/ 0 h 628"/>
                    <a:gd name="T42" fmla="*/ 0 w 627"/>
                    <a:gd name="T43" fmla="*/ 0 h 628"/>
                    <a:gd name="T44" fmla="*/ 0 w 627"/>
                    <a:gd name="T45" fmla="*/ 0 h 628"/>
                    <a:gd name="T46" fmla="*/ 0 w 627"/>
                    <a:gd name="T47" fmla="*/ 0 h 628"/>
                    <a:gd name="T48" fmla="*/ 0 w 627"/>
                    <a:gd name="T49" fmla="*/ 0 h 628"/>
                    <a:gd name="T50" fmla="*/ 0 w 627"/>
                    <a:gd name="T51" fmla="*/ 0 h 628"/>
                    <a:gd name="T52" fmla="*/ 0 w 627"/>
                    <a:gd name="T53" fmla="*/ 0 h 628"/>
                    <a:gd name="T54" fmla="*/ 0 w 627"/>
                    <a:gd name="T55" fmla="*/ 0 h 628"/>
                    <a:gd name="T56" fmla="*/ 0 w 627"/>
                    <a:gd name="T57" fmla="*/ 0 h 628"/>
                    <a:gd name="T58" fmla="*/ 0 w 627"/>
                    <a:gd name="T59" fmla="*/ 0 h 628"/>
                    <a:gd name="T60" fmla="*/ 0 w 627"/>
                    <a:gd name="T61" fmla="*/ 0 h 628"/>
                    <a:gd name="T62" fmla="*/ 0 w 627"/>
                    <a:gd name="T63" fmla="*/ 0 h 628"/>
                    <a:gd name="T64" fmla="*/ 0 w 627"/>
                    <a:gd name="T65" fmla="*/ 0 h 628"/>
                    <a:gd name="T66" fmla="*/ 0 w 627"/>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7"/>
                    <a:gd name="T103" fmla="*/ 0 h 628"/>
                    <a:gd name="T104" fmla="*/ 627 w 627"/>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7" h="628">
                      <a:moveTo>
                        <a:pt x="0" y="0"/>
                      </a:moveTo>
                      <a:lnTo>
                        <a:pt x="0" y="0"/>
                      </a:lnTo>
                      <a:lnTo>
                        <a:pt x="1" y="32"/>
                      </a:lnTo>
                      <a:lnTo>
                        <a:pt x="3" y="63"/>
                      </a:lnTo>
                      <a:lnTo>
                        <a:pt x="7" y="94"/>
                      </a:lnTo>
                      <a:lnTo>
                        <a:pt x="13" y="126"/>
                      </a:lnTo>
                      <a:lnTo>
                        <a:pt x="19" y="155"/>
                      </a:lnTo>
                      <a:lnTo>
                        <a:pt x="28" y="186"/>
                      </a:lnTo>
                      <a:lnTo>
                        <a:pt x="38" y="215"/>
                      </a:lnTo>
                      <a:lnTo>
                        <a:pt x="49" y="243"/>
                      </a:lnTo>
                      <a:lnTo>
                        <a:pt x="62" y="271"/>
                      </a:lnTo>
                      <a:lnTo>
                        <a:pt x="76" y="298"/>
                      </a:lnTo>
                      <a:lnTo>
                        <a:pt x="91" y="324"/>
                      </a:lnTo>
                      <a:lnTo>
                        <a:pt x="107" y="350"/>
                      </a:lnTo>
                      <a:lnTo>
                        <a:pt x="124" y="374"/>
                      </a:lnTo>
                      <a:lnTo>
                        <a:pt x="143" y="399"/>
                      </a:lnTo>
                      <a:lnTo>
                        <a:pt x="163" y="422"/>
                      </a:lnTo>
                      <a:lnTo>
                        <a:pt x="184" y="442"/>
                      </a:lnTo>
                      <a:lnTo>
                        <a:pt x="206" y="463"/>
                      </a:lnTo>
                      <a:lnTo>
                        <a:pt x="229" y="483"/>
                      </a:lnTo>
                      <a:lnTo>
                        <a:pt x="253" y="502"/>
                      </a:lnTo>
                      <a:lnTo>
                        <a:pt x="277" y="520"/>
                      </a:lnTo>
                      <a:lnTo>
                        <a:pt x="302" y="536"/>
                      </a:lnTo>
                      <a:lnTo>
                        <a:pt x="328" y="551"/>
                      </a:lnTo>
                      <a:lnTo>
                        <a:pt x="356" y="565"/>
                      </a:lnTo>
                      <a:lnTo>
                        <a:pt x="384" y="577"/>
                      </a:lnTo>
                      <a:lnTo>
                        <a:pt x="412" y="589"/>
                      </a:lnTo>
                      <a:lnTo>
                        <a:pt x="441" y="599"/>
                      </a:lnTo>
                      <a:lnTo>
                        <a:pt x="471" y="607"/>
                      </a:lnTo>
                      <a:lnTo>
                        <a:pt x="501" y="614"/>
                      </a:lnTo>
                      <a:lnTo>
                        <a:pt x="532" y="620"/>
                      </a:lnTo>
                      <a:lnTo>
                        <a:pt x="564" y="624"/>
                      </a:lnTo>
                      <a:lnTo>
                        <a:pt x="596" y="626"/>
                      </a:lnTo>
                      <a:lnTo>
                        <a:pt x="627" y="628"/>
                      </a:lnTo>
                      <a:lnTo>
                        <a:pt x="627" y="498"/>
                      </a:lnTo>
                      <a:lnTo>
                        <a:pt x="602" y="497"/>
                      </a:lnTo>
                      <a:lnTo>
                        <a:pt x="577" y="495"/>
                      </a:lnTo>
                      <a:lnTo>
                        <a:pt x="552" y="492"/>
                      </a:lnTo>
                      <a:lnTo>
                        <a:pt x="528" y="488"/>
                      </a:lnTo>
                      <a:lnTo>
                        <a:pt x="504" y="482"/>
                      </a:lnTo>
                      <a:lnTo>
                        <a:pt x="480" y="475"/>
                      </a:lnTo>
                      <a:lnTo>
                        <a:pt x="456" y="468"/>
                      </a:lnTo>
                      <a:lnTo>
                        <a:pt x="433" y="459"/>
                      </a:lnTo>
                      <a:lnTo>
                        <a:pt x="412" y="449"/>
                      </a:lnTo>
                      <a:lnTo>
                        <a:pt x="391" y="438"/>
                      </a:lnTo>
                      <a:lnTo>
                        <a:pt x="370" y="426"/>
                      </a:lnTo>
                      <a:lnTo>
                        <a:pt x="349" y="413"/>
                      </a:lnTo>
                      <a:lnTo>
                        <a:pt x="329" y="399"/>
                      </a:lnTo>
                      <a:lnTo>
                        <a:pt x="311" y="384"/>
                      </a:lnTo>
                      <a:lnTo>
                        <a:pt x="293" y="368"/>
                      </a:lnTo>
                      <a:lnTo>
                        <a:pt x="276" y="351"/>
                      </a:lnTo>
                      <a:lnTo>
                        <a:pt x="259" y="334"/>
                      </a:lnTo>
                      <a:lnTo>
                        <a:pt x="243" y="316"/>
                      </a:lnTo>
                      <a:lnTo>
                        <a:pt x="229" y="298"/>
                      </a:lnTo>
                      <a:lnTo>
                        <a:pt x="214" y="278"/>
                      </a:lnTo>
                      <a:lnTo>
                        <a:pt x="201" y="257"/>
                      </a:lnTo>
                      <a:lnTo>
                        <a:pt x="189" y="236"/>
                      </a:lnTo>
                      <a:lnTo>
                        <a:pt x="178" y="216"/>
                      </a:lnTo>
                      <a:lnTo>
                        <a:pt x="168" y="194"/>
                      </a:lnTo>
                      <a:lnTo>
                        <a:pt x="160" y="171"/>
                      </a:lnTo>
                      <a:lnTo>
                        <a:pt x="152" y="148"/>
                      </a:lnTo>
                      <a:lnTo>
                        <a:pt x="144" y="124"/>
                      </a:lnTo>
                      <a:lnTo>
                        <a:pt x="139" y="99"/>
                      </a:lnTo>
                      <a:lnTo>
                        <a:pt x="134" y="75"/>
                      </a:lnTo>
                      <a:lnTo>
                        <a:pt x="131" y="50"/>
                      </a:lnTo>
                      <a:lnTo>
                        <a:pt x="130" y="25"/>
                      </a:lnTo>
                      <a:lnTo>
                        <a:pt x="129" y="0"/>
                      </a:lnTo>
                      <a:lnTo>
                        <a:pt x="0" y="0"/>
                      </a:lnTo>
                      <a:close/>
                    </a:path>
                  </a:pathLst>
                </a:custGeom>
                <a:solidFill>
                  <a:srgbClr val="00A7D1"/>
                </a:solidFill>
                <a:ln>
                  <a:noFill/>
                </a:ln>
              </p:spPr>
              <p:txBody>
                <a:bodyPr/>
                <a:lstStyle/>
                <a:p>
                  <a:pPr>
                    <a:defRPr/>
                  </a:pPr>
                  <a:endParaRPr lang="en-US" sz="1050">
                    <a:latin typeface="+mj-lt"/>
                  </a:endParaRPr>
                </a:p>
              </p:txBody>
            </p:sp>
            <p:sp>
              <p:nvSpPr>
                <p:cNvPr id="41062" name="Freeform 250">
                  <a:extLst>
                    <a:ext uri="{FF2B5EF4-FFF2-40B4-BE49-F238E27FC236}">
                      <a16:creationId xmlns="" xmlns:a16="http://schemas.microsoft.com/office/drawing/2014/main" id="{F7506088-0800-B6BC-4719-59320E0DD37B}"/>
                    </a:ext>
                  </a:extLst>
                </p:cNvPr>
                <p:cNvSpPr>
                  <a:spLocks/>
                </p:cNvSpPr>
                <p:nvPr/>
              </p:nvSpPr>
              <p:spPr bwMode="auto">
                <a:xfrm>
                  <a:off x="4401" y="3797"/>
                  <a:ext cx="25" cy="24"/>
                </a:xfrm>
                <a:custGeom>
                  <a:avLst/>
                  <a:gdLst>
                    <a:gd name="T0" fmla="*/ 0 w 627"/>
                    <a:gd name="T1" fmla="*/ 0 h 629"/>
                    <a:gd name="T2" fmla="*/ 0 w 627"/>
                    <a:gd name="T3" fmla="*/ 0 h 629"/>
                    <a:gd name="T4" fmla="*/ 0 w 627"/>
                    <a:gd name="T5" fmla="*/ 0 h 629"/>
                    <a:gd name="T6" fmla="*/ 0 w 627"/>
                    <a:gd name="T7" fmla="*/ 0 h 629"/>
                    <a:gd name="T8" fmla="*/ 0 w 627"/>
                    <a:gd name="T9" fmla="*/ 0 h 629"/>
                    <a:gd name="T10" fmla="*/ 0 w 627"/>
                    <a:gd name="T11" fmla="*/ 0 h 629"/>
                    <a:gd name="T12" fmla="*/ 0 w 627"/>
                    <a:gd name="T13" fmla="*/ 0 h 629"/>
                    <a:gd name="T14" fmla="*/ 0 w 627"/>
                    <a:gd name="T15" fmla="*/ 0 h 629"/>
                    <a:gd name="T16" fmla="*/ 0 w 627"/>
                    <a:gd name="T17" fmla="*/ 0 h 629"/>
                    <a:gd name="T18" fmla="*/ 0 w 627"/>
                    <a:gd name="T19" fmla="*/ 0 h 629"/>
                    <a:gd name="T20" fmla="*/ 0 w 627"/>
                    <a:gd name="T21" fmla="*/ 0 h 629"/>
                    <a:gd name="T22" fmla="*/ 0 w 627"/>
                    <a:gd name="T23" fmla="*/ 0 h 629"/>
                    <a:gd name="T24" fmla="*/ 0 w 627"/>
                    <a:gd name="T25" fmla="*/ 0 h 629"/>
                    <a:gd name="T26" fmla="*/ 0 w 627"/>
                    <a:gd name="T27" fmla="*/ 0 h 629"/>
                    <a:gd name="T28" fmla="*/ 0 w 627"/>
                    <a:gd name="T29" fmla="*/ 0 h 629"/>
                    <a:gd name="T30" fmla="*/ 0 w 627"/>
                    <a:gd name="T31" fmla="*/ 0 h 629"/>
                    <a:gd name="T32" fmla="*/ 0 w 627"/>
                    <a:gd name="T33" fmla="*/ 0 h 629"/>
                    <a:gd name="T34" fmla="*/ 0 w 627"/>
                    <a:gd name="T35" fmla="*/ 0 h 629"/>
                    <a:gd name="T36" fmla="*/ 0 w 627"/>
                    <a:gd name="T37" fmla="*/ 0 h 629"/>
                    <a:gd name="T38" fmla="*/ 0 w 627"/>
                    <a:gd name="T39" fmla="*/ 0 h 629"/>
                    <a:gd name="T40" fmla="*/ 0 w 627"/>
                    <a:gd name="T41" fmla="*/ 0 h 629"/>
                    <a:gd name="T42" fmla="*/ 0 w 627"/>
                    <a:gd name="T43" fmla="*/ 0 h 629"/>
                    <a:gd name="T44" fmla="*/ 0 w 627"/>
                    <a:gd name="T45" fmla="*/ 0 h 629"/>
                    <a:gd name="T46" fmla="*/ 0 w 627"/>
                    <a:gd name="T47" fmla="*/ 0 h 629"/>
                    <a:gd name="T48" fmla="*/ 0 w 627"/>
                    <a:gd name="T49" fmla="*/ 0 h 629"/>
                    <a:gd name="T50" fmla="*/ 0 w 627"/>
                    <a:gd name="T51" fmla="*/ 0 h 629"/>
                    <a:gd name="T52" fmla="*/ 0 w 627"/>
                    <a:gd name="T53" fmla="*/ 0 h 629"/>
                    <a:gd name="T54" fmla="*/ 0 w 627"/>
                    <a:gd name="T55" fmla="*/ 0 h 629"/>
                    <a:gd name="T56" fmla="*/ 0 w 627"/>
                    <a:gd name="T57" fmla="*/ 0 h 629"/>
                    <a:gd name="T58" fmla="*/ 0 w 627"/>
                    <a:gd name="T59" fmla="*/ 0 h 629"/>
                    <a:gd name="T60" fmla="*/ 0 w 627"/>
                    <a:gd name="T61" fmla="*/ 0 h 629"/>
                    <a:gd name="T62" fmla="*/ 0 w 627"/>
                    <a:gd name="T63" fmla="*/ 0 h 629"/>
                    <a:gd name="T64" fmla="*/ 0 w 627"/>
                    <a:gd name="T65" fmla="*/ 0 h 629"/>
                    <a:gd name="T66" fmla="*/ 0 w 627"/>
                    <a:gd name="T67" fmla="*/ 0 h 6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7"/>
                    <a:gd name="T103" fmla="*/ 0 h 629"/>
                    <a:gd name="T104" fmla="*/ 627 w 627"/>
                    <a:gd name="T105" fmla="*/ 629 h 6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7" h="629">
                      <a:moveTo>
                        <a:pt x="627" y="0"/>
                      </a:moveTo>
                      <a:lnTo>
                        <a:pt x="627" y="0"/>
                      </a:lnTo>
                      <a:lnTo>
                        <a:pt x="596" y="1"/>
                      </a:lnTo>
                      <a:lnTo>
                        <a:pt x="564" y="4"/>
                      </a:lnTo>
                      <a:lnTo>
                        <a:pt x="532" y="8"/>
                      </a:lnTo>
                      <a:lnTo>
                        <a:pt x="501" y="13"/>
                      </a:lnTo>
                      <a:lnTo>
                        <a:pt x="471" y="21"/>
                      </a:lnTo>
                      <a:lnTo>
                        <a:pt x="441" y="28"/>
                      </a:lnTo>
                      <a:lnTo>
                        <a:pt x="412" y="38"/>
                      </a:lnTo>
                      <a:lnTo>
                        <a:pt x="383" y="50"/>
                      </a:lnTo>
                      <a:lnTo>
                        <a:pt x="356" y="62"/>
                      </a:lnTo>
                      <a:lnTo>
                        <a:pt x="328" y="77"/>
                      </a:lnTo>
                      <a:lnTo>
                        <a:pt x="302" y="92"/>
                      </a:lnTo>
                      <a:lnTo>
                        <a:pt x="277" y="108"/>
                      </a:lnTo>
                      <a:lnTo>
                        <a:pt x="253" y="126"/>
                      </a:lnTo>
                      <a:lnTo>
                        <a:pt x="229" y="145"/>
                      </a:lnTo>
                      <a:lnTo>
                        <a:pt x="206" y="164"/>
                      </a:lnTo>
                      <a:lnTo>
                        <a:pt x="184" y="185"/>
                      </a:lnTo>
                      <a:lnTo>
                        <a:pt x="163" y="207"/>
                      </a:lnTo>
                      <a:lnTo>
                        <a:pt x="143" y="229"/>
                      </a:lnTo>
                      <a:lnTo>
                        <a:pt x="124" y="253"/>
                      </a:lnTo>
                      <a:lnTo>
                        <a:pt x="107" y="277"/>
                      </a:lnTo>
                      <a:lnTo>
                        <a:pt x="91" y="303"/>
                      </a:lnTo>
                      <a:lnTo>
                        <a:pt x="76" y="330"/>
                      </a:lnTo>
                      <a:lnTo>
                        <a:pt x="62" y="356"/>
                      </a:lnTo>
                      <a:lnTo>
                        <a:pt x="49" y="384"/>
                      </a:lnTo>
                      <a:lnTo>
                        <a:pt x="38" y="413"/>
                      </a:lnTo>
                      <a:lnTo>
                        <a:pt x="28" y="441"/>
                      </a:lnTo>
                      <a:lnTo>
                        <a:pt x="19" y="472"/>
                      </a:lnTo>
                      <a:lnTo>
                        <a:pt x="13" y="502"/>
                      </a:lnTo>
                      <a:lnTo>
                        <a:pt x="7" y="533"/>
                      </a:lnTo>
                      <a:lnTo>
                        <a:pt x="3" y="564"/>
                      </a:lnTo>
                      <a:lnTo>
                        <a:pt x="1" y="596"/>
                      </a:lnTo>
                      <a:lnTo>
                        <a:pt x="0" y="629"/>
                      </a:lnTo>
                      <a:lnTo>
                        <a:pt x="129" y="629"/>
                      </a:lnTo>
                      <a:lnTo>
                        <a:pt x="130" y="602"/>
                      </a:lnTo>
                      <a:lnTo>
                        <a:pt x="131" y="577"/>
                      </a:lnTo>
                      <a:lnTo>
                        <a:pt x="134" y="552"/>
                      </a:lnTo>
                      <a:lnTo>
                        <a:pt x="139" y="528"/>
                      </a:lnTo>
                      <a:lnTo>
                        <a:pt x="144" y="504"/>
                      </a:lnTo>
                      <a:lnTo>
                        <a:pt x="152" y="480"/>
                      </a:lnTo>
                      <a:lnTo>
                        <a:pt x="160" y="457"/>
                      </a:lnTo>
                      <a:lnTo>
                        <a:pt x="168" y="435"/>
                      </a:lnTo>
                      <a:lnTo>
                        <a:pt x="178" y="413"/>
                      </a:lnTo>
                      <a:lnTo>
                        <a:pt x="189" y="391"/>
                      </a:lnTo>
                      <a:lnTo>
                        <a:pt x="201" y="370"/>
                      </a:lnTo>
                      <a:lnTo>
                        <a:pt x="214" y="349"/>
                      </a:lnTo>
                      <a:lnTo>
                        <a:pt x="229" y="331"/>
                      </a:lnTo>
                      <a:lnTo>
                        <a:pt x="243" y="311"/>
                      </a:lnTo>
                      <a:lnTo>
                        <a:pt x="259" y="294"/>
                      </a:lnTo>
                      <a:lnTo>
                        <a:pt x="276" y="276"/>
                      </a:lnTo>
                      <a:lnTo>
                        <a:pt x="293" y="260"/>
                      </a:lnTo>
                      <a:lnTo>
                        <a:pt x="311" y="243"/>
                      </a:lnTo>
                      <a:lnTo>
                        <a:pt x="329" y="229"/>
                      </a:lnTo>
                      <a:lnTo>
                        <a:pt x="349" y="215"/>
                      </a:lnTo>
                      <a:lnTo>
                        <a:pt x="370" y="202"/>
                      </a:lnTo>
                      <a:lnTo>
                        <a:pt x="391" y="189"/>
                      </a:lnTo>
                      <a:lnTo>
                        <a:pt x="412" y="179"/>
                      </a:lnTo>
                      <a:lnTo>
                        <a:pt x="435" y="169"/>
                      </a:lnTo>
                      <a:lnTo>
                        <a:pt x="456" y="160"/>
                      </a:lnTo>
                      <a:lnTo>
                        <a:pt x="480" y="152"/>
                      </a:lnTo>
                      <a:lnTo>
                        <a:pt x="504" y="146"/>
                      </a:lnTo>
                      <a:lnTo>
                        <a:pt x="528" y="139"/>
                      </a:lnTo>
                      <a:lnTo>
                        <a:pt x="552" y="136"/>
                      </a:lnTo>
                      <a:lnTo>
                        <a:pt x="577" y="133"/>
                      </a:lnTo>
                      <a:lnTo>
                        <a:pt x="602" y="130"/>
                      </a:lnTo>
                      <a:lnTo>
                        <a:pt x="627" y="129"/>
                      </a:lnTo>
                      <a:lnTo>
                        <a:pt x="627" y="0"/>
                      </a:lnTo>
                      <a:close/>
                    </a:path>
                  </a:pathLst>
                </a:custGeom>
                <a:solidFill>
                  <a:srgbClr val="00A7D1"/>
                </a:solidFill>
                <a:ln>
                  <a:noFill/>
                </a:ln>
              </p:spPr>
              <p:txBody>
                <a:bodyPr/>
                <a:lstStyle/>
                <a:p>
                  <a:pPr>
                    <a:defRPr/>
                  </a:pPr>
                  <a:endParaRPr lang="en-US" sz="1050">
                    <a:latin typeface="+mj-lt"/>
                  </a:endParaRPr>
                </a:p>
              </p:txBody>
            </p:sp>
            <p:sp>
              <p:nvSpPr>
                <p:cNvPr id="41063" name="Freeform 251">
                  <a:extLst>
                    <a:ext uri="{FF2B5EF4-FFF2-40B4-BE49-F238E27FC236}">
                      <a16:creationId xmlns="" xmlns:a16="http://schemas.microsoft.com/office/drawing/2014/main" id="{A35CA829-6913-9190-F213-15FE8611D2C2}"/>
                    </a:ext>
                  </a:extLst>
                </p:cNvPr>
                <p:cNvSpPr>
                  <a:spLocks/>
                </p:cNvSpPr>
                <p:nvPr/>
              </p:nvSpPr>
              <p:spPr bwMode="auto">
                <a:xfrm>
                  <a:off x="4450" y="3519"/>
                  <a:ext cx="42" cy="42"/>
                </a:xfrm>
                <a:custGeom>
                  <a:avLst/>
                  <a:gdLst>
                    <a:gd name="T0" fmla="*/ 0 w 1126"/>
                    <a:gd name="T1" fmla="*/ 0 h 1126"/>
                    <a:gd name="T2" fmla="*/ 0 w 1126"/>
                    <a:gd name="T3" fmla="*/ 0 h 1126"/>
                    <a:gd name="T4" fmla="*/ 0 w 1126"/>
                    <a:gd name="T5" fmla="*/ 0 h 1126"/>
                    <a:gd name="T6" fmla="*/ 0 w 1126"/>
                    <a:gd name="T7" fmla="*/ 0 h 1126"/>
                    <a:gd name="T8" fmla="*/ 0 w 1126"/>
                    <a:gd name="T9" fmla="*/ 0 h 1126"/>
                    <a:gd name="T10" fmla="*/ 0 w 1126"/>
                    <a:gd name="T11" fmla="*/ 0 h 1126"/>
                    <a:gd name="T12" fmla="*/ 0 w 1126"/>
                    <a:gd name="T13" fmla="*/ 0 h 1126"/>
                    <a:gd name="T14" fmla="*/ 0 w 1126"/>
                    <a:gd name="T15" fmla="*/ 0 h 1126"/>
                    <a:gd name="T16" fmla="*/ 0 w 1126"/>
                    <a:gd name="T17" fmla="*/ 0 h 1126"/>
                    <a:gd name="T18" fmla="*/ 0 w 1126"/>
                    <a:gd name="T19" fmla="*/ 0 h 1126"/>
                    <a:gd name="T20" fmla="*/ 0 w 1126"/>
                    <a:gd name="T21" fmla="*/ 0 h 1126"/>
                    <a:gd name="T22" fmla="*/ 0 w 1126"/>
                    <a:gd name="T23" fmla="*/ 0 h 1126"/>
                    <a:gd name="T24" fmla="*/ 0 w 1126"/>
                    <a:gd name="T25" fmla="*/ 0 h 1126"/>
                    <a:gd name="T26" fmla="*/ 0 w 1126"/>
                    <a:gd name="T27" fmla="*/ 0 h 1126"/>
                    <a:gd name="T28" fmla="*/ 0 w 1126"/>
                    <a:gd name="T29" fmla="*/ 0 h 1126"/>
                    <a:gd name="T30" fmla="*/ 0 w 1126"/>
                    <a:gd name="T31" fmla="*/ 0 h 1126"/>
                    <a:gd name="T32" fmla="*/ 0 w 1126"/>
                    <a:gd name="T33" fmla="*/ 0 h 1126"/>
                    <a:gd name="T34" fmla="*/ 0 w 1126"/>
                    <a:gd name="T35" fmla="*/ 0 h 1126"/>
                    <a:gd name="T36" fmla="*/ 0 w 1126"/>
                    <a:gd name="T37" fmla="*/ 0 h 1126"/>
                    <a:gd name="T38" fmla="*/ 0 w 1126"/>
                    <a:gd name="T39" fmla="*/ 0 h 1126"/>
                    <a:gd name="T40" fmla="*/ 0 w 1126"/>
                    <a:gd name="T41" fmla="*/ 0 h 1126"/>
                    <a:gd name="T42" fmla="*/ 0 w 1126"/>
                    <a:gd name="T43" fmla="*/ 0 h 1126"/>
                    <a:gd name="T44" fmla="*/ 0 w 1126"/>
                    <a:gd name="T45" fmla="*/ 0 h 1126"/>
                    <a:gd name="T46" fmla="*/ 0 w 1126"/>
                    <a:gd name="T47" fmla="*/ 0 h 1126"/>
                    <a:gd name="T48" fmla="*/ 0 w 1126"/>
                    <a:gd name="T49" fmla="*/ 0 h 1126"/>
                    <a:gd name="T50" fmla="*/ 0 w 1126"/>
                    <a:gd name="T51" fmla="*/ 0 h 1126"/>
                    <a:gd name="T52" fmla="*/ 0 w 1126"/>
                    <a:gd name="T53" fmla="*/ 0 h 1126"/>
                    <a:gd name="T54" fmla="*/ 0 w 1126"/>
                    <a:gd name="T55" fmla="*/ 0 h 1126"/>
                    <a:gd name="T56" fmla="*/ 0 w 1126"/>
                    <a:gd name="T57" fmla="*/ 0 h 1126"/>
                    <a:gd name="T58" fmla="*/ 0 w 1126"/>
                    <a:gd name="T59" fmla="*/ 0 h 1126"/>
                    <a:gd name="T60" fmla="*/ 0 w 1126"/>
                    <a:gd name="T61" fmla="*/ 0 h 1126"/>
                    <a:gd name="T62" fmla="*/ 0 w 1126"/>
                    <a:gd name="T63" fmla="*/ 0 h 1126"/>
                    <a:gd name="T64" fmla="*/ 0 w 1126"/>
                    <a:gd name="T65" fmla="*/ 0 h 1126"/>
                    <a:gd name="T66" fmla="*/ 0 w 1126"/>
                    <a:gd name="T67" fmla="*/ 0 h 1126"/>
                    <a:gd name="T68" fmla="*/ 0 w 1126"/>
                    <a:gd name="T69" fmla="*/ 0 h 1126"/>
                    <a:gd name="T70" fmla="*/ 0 w 1126"/>
                    <a:gd name="T71" fmla="*/ 0 h 1126"/>
                    <a:gd name="T72" fmla="*/ 0 w 1126"/>
                    <a:gd name="T73" fmla="*/ 0 h 1126"/>
                    <a:gd name="T74" fmla="*/ 0 w 1126"/>
                    <a:gd name="T75" fmla="*/ 0 h 1126"/>
                    <a:gd name="T76" fmla="*/ 0 w 1126"/>
                    <a:gd name="T77" fmla="*/ 0 h 1126"/>
                    <a:gd name="T78" fmla="*/ 0 w 1126"/>
                    <a:gd name="T79" fmla="*/ 0 h 1126"/>
                    <a:gd name="T80" fmla="*/ 0 w 1126"/>
                    <a:gd name="T81" fmla="*/ 0 h 1126"/>
                    <a:gd name="T82" fmla="*/ 0 w 1126"/>
                    <a:gd name="T83" fmla="*/ 0 h 1126"/>
                    <a:gd name="T84" fmla="*/ 0 w 1126"/>
                    <a:gd name="T85" fmla="*/ 0 h 112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26"/>
                    <a:gd name="T130" fmla="*/ 0 h 1126"/>
                    <a:gd name="T131" fmla="*/ 1126 w 1126"/>
                    <a:gd name="T132" fmla="*/ 1126 h 112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26" h="1126">
                      <a:moveTo>
                        <a:pt x="563" y="0"/>
                      </a:moveTo>
                      <a:lnTo>
                        <a:pt x="591" y="0"/>
                      </a:lnTo>
                      <a:lnTo>
                        <a:pt x="620" y="2"/>
                      </a:lnTo>
                      <a:lnTo>
                        <a:pt x="648" y="7"/>
                      </a:lnTo>
                      <a:lnTo>
                        <a:pt x="676" y="11"/>
                      </a:lnTo>
                      <a:lnTo>
                        <a:pt x="703" y="18"/>
                      </a:lnTo>
                      <a:lnTo>
                        <a:pt x="730" y="25"/>
                      </a:lnTo>
                      <a:lnTo>
                        <a:pt x="756" y="34"/>
                      </a:lnTo>
                      <a:lnTo>
                        <a:pt x="781" y="44"/>
                      </a:lnTo>
                      <a:lnTo>
                        <a:pt x="806" y="56"/>
                      </a:lnTo>
                      <a:lnTo>
                        <a:pt x="830" y="68"/>
                      </a:lnTo>
                      <a:lnTo>
                        <a:pt x="854" y="81"/>
                      </a:lnTo>
                      <a:lnTo>
                        <a:pt x="877" y="97"/>
                      </a:lnTo>
                      <a:lnTo>
                        <a:pt x="899" y="112"/>
                      </a:lnTo>
                      <a:lnTo>
                        <a:pt x="920" y="128"/>
                      </a:lnTo>
                      <a:lnTo>
                        <a:pt x="941" y="147"/>
                      </a:lnTo>
                      <a:lnTo>
                        <a:pt x="961" y="166"/>
                      </a:lnTo>
                      <a:lnTo>
                        <a:pt x="979" y="184"/>
                      </a:lnTo>
                      <a:lnTo>
                        <a:pt x="997" y="205"/>
                      </a:lnTo>
                      <a:lnTo>
                        <a:pt x="1013" y="227"/>
                      </a:lnTo>
                      <a:lnTo>
                        <a:pt x="1030" y="249"/>
                      </a:lnTo>
                      <a:lnTo>
                        <a:pt x="1044" y="272"/>
                      </a:lnTo>
                      <a:lnTo>
                        <a:pt x="1057" y="295"/>
                      </a:lnTo>
                      <a:lnTo>
                        <a:pt x="1070" y="319"/>
                      </a:lnTo>
                      <a:lnTo>
                        <a:pt x="1081" y="344"/>
                      </a:lnTo>
                      <a:lnTo>
                        <a:pt x="1091" y="369"/>
                      </a:lnTo>
                      <a:lnTo>
                        <a:pt x="1100" y="396"/>
                      </a:lnTo>
                      <a:lnTo>
                        <a:pt x="1108" y="423"/>
                      </a:lnTo>
                      <a:lnTo>
                        <a:pt x="1114" y="449"/>
                      </a:lnTo>
                      <a:lnTo>
                        <a:pt x="1120" y="478"/>
                      </a:lnTo>
                      <a:lnTo>
                        <a:pt x="1123" y="505"/>
                      </a:lnTo>
                      <a:lnTo>
                        <a:pt x="1125" y="534"/>
                      </a:lnTo>
                      <a:lnTo>
                        <a:pt x="1126" y="563"/>
                      </a:lnTo>
                      <a:lnTo>
                        <a:pt x="1125" y="592"/>
                      </a:lnTo>
                      <a:lnTo>
                        <a:pt x="1123" y="620"/>
                      </a:lnTo>
                      <a:lnTo>
                        <a:pt x="1120" y="649"/>
                      </a:lnTo>
                      <a:lnTo>
                        <a:pt x="1114" y="676"/>
                      </a:lnTo>
                      <a:lnTo>
                        <a:pt x="1108" y="704"/>
                      </a:lnTo>
                      <a:lnTo>
                        <a:pt x="1100" y="730"/>
                      </a:lnTo>
                      <a:lnTo>
                        <a:pt x="1091" y="756"/>
                      </a:lnTo>
                      <a:lnTo>
                        <a:pt x="1081" y="782"/>
                      </a:lnTo>
                      <a:lnTo>
                        <a:pt x="1070" y="807"/>
                      </a:lnTo>
                      <a:lnTo>
                        <a:pt x="1057" y="831"/>
                      </a:lnTo>
                      <a:lnTo>
                        <a:pt x="1044" y="855"/>
                      </a:lnTo>
                      <a:lnTo>
                        <a:pt x="1030" y="878"/>
                      </a:lnTo>
                      <a:lnTo>
                        <a:pt x="1013" y="900"/>
                      </a:lnTo>
                      <a:lnTo>
                        <a:pt x="997" y="921"/>
                      </a:lnTo>
                      <a:lnTo>
                        <a:pt x="979" y="941"/>
                      </a:lnTo>
                      <a:lnTo>
                        <a:pt x="961" y="961"/>
                      </a:lnTo>
                      <a:lnTo>
                        <a:pt x="941" y="980"/>
                      </a:lnTo>
                      <a:lnTo>
                        <a:pt x="920" y="997"/>
                      </a:lnTo>
                      <a:lnTo>
                        <a:pt x="899" y="1015"/>
                      </a:lnTo>
                      <a:lnTo>
                        <a:pt x="877" y="1030"/>
                      </a:lnTo>
                      <a:lnTo>
                        <a:pt x="854" y="1044"/>
                      </a:lnTo>
                      <a:lnTo>
                        <a:pt x="830" y="1059"/>
                      </a:lnTo>
                      <a:lnTo>
                        <a:pt x="806" y="1071"/>
                      </a:lnTo>
                      <a:lnTo>
                        <a:pt x="781" y="1082"/>
                      </a:lnTo>
                      <a:lnTo>
                        <a:pt x="756" y="1093"/>
                      </a:lnTo>
                      <a:lnTo>
                        <a:pt x="730" y="1101"/>
                      </a:lnTo>
                      <a:lnTo>
                        <a:pt x="703" y="1109"/>
                      </a:lnTo>
                      <a:lnTo>
                        <a:pt x="676" y="1114"/>
                      </a:lnTo>
                      <a:lnTo>
                        <a:pt x="648" y="1120"/>
                      </a:lnTo>
                      <a:lnTo>
                        <a:pt x="620" y="1123"/>
                      </a:lnTo>
                      <a:lnTo>
                        <a:pt x="591" y="1125"/>
                      </a:lnTo>
                      <a:lnTo>
                        <a:pt x="563" y="1126"/>
                      </a:lnTo>
                      <a:lnTo>
                        <a:pt x="533" y="1125"/>
                      </a:lnTo>
                      <a:lnTo>
                        <a:pt x="505" y="1123"/>
                      </a:lnTo>
                      <a:lnTo>
                        <a:pt x="476" y="1120"/>
                      </a:lnTo>
                      <a:lnTo>
                        <a:pt x="449" y="1114"/>
                      </a:lnTo>
                      <a:lnTo>
                        <a:pt x="422" y="1109"/>
                      </a:lnTo>
                      <a:lnTo>
                        <a:pt x="395" y="1101"/>
                      </a:lnTo>
                      <a:lnTo>
                        <a:pt x="369" y="1093"/>
                      </a:lnTo>
                      <a:lnTo>
                        <a:pt x="344" y="1082"/>
                      </a:lnTo>
                      <a:lnTo>
                        <a:pt x="319" y="1071"/>
                      </a:lnTo>
                      <a:lnTo>
                        <a:pt x="295" y="1059"/>
                      </a:lnTo>
                      <a:lnTo>
                        <a:pt x="270" y="1044"/>
                      </a:lnTo>
                      <a:lnTo>
                        <a:pt x="248" y="1030"/>
                      </a:lnTo>
                      <a:lnTo>
                        <a:pt x="225" y="1015"/>
                      </a:lnTo>
                      <a:lnTo>
                        <a:pt x="205" y="997"/>
                      </a:lnTo>
                      <a:lnTo>
                        <a:pt x="184" y="980"/>
                      </a:lnTo>
                      <a:lnTo>
                        <a:pt x="164" y="961"/>
                      </a:lnTo>
                      <a:lnTo>
                        <a:pt x="145" y="941"/>
                      </a:lnTo>
                      <a:lnTo>
                        <a:pt x="128" y="921"/>
                      </a:lnTo>
                      <a:lnTo>
                        <a:pt x="112" y="900"/>
                      </a:lnTo>
                      <a:lnTo>
                        <a:pt x="96" y="878"/>
                      </a:lnTo>
                      <a:lnTo>
                        <a:pt x="81" y="855"/>
                      </a:lnTo>
                      <a:lnTo>
                        <a:pt x="68" y="831"/>
                      </a:lnTo>
                      <a:lnTo>
                        <a:pt x="55" y="807"/>
                      </a:lnTo>
                      <a:lnTo>
                        <a:pt x="44" y="782"/>
                      </a:lnTo>
                      <a:lnTo>
                        <a:pt x="34" y="756"/>
                      </a:lnTo>
                      <a:lnTo>
                        <a:pt x="25" y="730"/>
                      </a:lnTo>
                      <a:lnTo>
                        <a:pt x="17" y="704"/>
                      </a:lnTo>
                      <a:lnTo>
                        <a:pt x="11" y="676"/>
                      </a:lnTo>
                      <a:lnTo>
                        <a:pt x="5" y="649"/>
                      </a:lnTo>
                      <a:lnTo>
                        <a:pt x="2" y="620"/>
                      </a:lnTo>
                      <a:lnTo>
                        <a:pt x="0" y="592"/>
                      </a:lnTo>
                      <a:lnTo>
                        <a:pt x="0" y="563"/>
                      </a:lnTo>
                      <a:lnTo>
                        <a:pt x="0" y="534"/>
                      </a:lnTo>
                      <a:lnTo>
                        <a:pt x="2" y="505"/>
                      </a:lnTo>
                      <a:lnTo>
                        <a:pt x="5" y="478"/>
                      </a:lnTo>
                      <a:lnTo>
                        <a:pt x="11" y="449"/>
                      </a:lnTo>
                      <a:lnTo>
                        <a:pt x="17" y="423"/>
                      </a:lnTo>
                      <a:lnTo>
                        <a:pt x="25" y="396"/>
                      </a:lnTo>
                      <a:lnTo>
                        <a:pt x="34" y="369"/>
                      </a:lnTo>
                      <a:lnTo>
                        <a:pt x="44" y="344"/>
                      </a:lnTo>
                      <a:lnTo>
                        <a:pt x="55" y="319"/>
                      </a:lnTo>
                      <a:lnTo>
                        <a:pt x="68" y="295"/>
                      </a:lnTo>
                      <a:lnTo>
                        <a:pt x="81" y="272"/>
                      </a:lnTo>
                      <a:lnTo>
                        <a:pt x="96" y="249"/>
                      </a:lnTo>
                      <a:lnTo>
                        <a:pt x="112" y="227"/>
                      </a:lnTo>
                      <a:lnTo>
                        <a:pt x="128" y="205"/>
                      </a:lnTo>
                      <a:lnTo>
                        <a:pt x="145" y="184"/>
                      </a:lnTo>
                      <a:lnTo>
                        <a:pt x="164" y="166"/>
                      </a:lnTo>
                      <a:lnTo>
                        <a:pt x="184" y="147"/>
                      </a:lnTo>
                      <a:lnTo>
                        <a:pt x="205" y="128"/>
                      </a:lnTo>
                      <a:lnTo>
                        <a:pt x="225" y="112"/>
                      </a:lnTo>
                      <a:lnTo>
                        <a:pt x="248" y="97"/>
                      </a:lnTo>
                      <a:lnTo>
                        <a:pt x="270" y="81"/>
                      </a:lnTo>
                      <a:lnTo>
                        <a:pt x="295" y="68"/>
                      </a:lnTo>
                      <a:lnTo>
                        <a:pt x="319" y="56"/>
                      </a:lnTo>
                      <a:lnTo>
                        <a:pt x="344" y="44"/>
                      </a:lnTo>
                      <a:lnTo>
                        <a:pt x="369" y="34"/>
                      </a:lnTo>
                      <a:lnTo>
                        <a:pt x="395" y="25"/>
                      </a:lnTo>
                      <a:lnTo>
                        <a:pt x="422" y="18"/>
                      </a:lnTo>
                      <a:lnTo>
                        <a:pt x="449" y="11"/>
                      </a:lnTo>
                      <a:lnTo>
                        <a:pt x="476" y="7"/>
                      </a:lnTo>
                      <a:lnTo>
                        <a:pt x="505" y="2"/>
                      </a:lnTo>
                      <a:lnTo>
                        <a:pt x="533" y="0"/>
                      </a:lnTo>
                      <a:lnTo>
                        <a:pt x="563" y="0"/>
                      </a:lnTo>
                      <a:close/>
                    </a:path>
                  </a:pathLst>
                </a:custGeom>
                <a:solidFill>
                  <a:srgbClr val="DC2B19"/>
                </a:solidFill>
                <a:ln>
                  <a:noFill/>
                </a:ln>
              </p:spPr>
              <p:txBody>
                <a:bodyPr/>
                <a:lstStyle/>
                <a:p>
                  <a:pPr>
                    <a:defRPr/>
                  </a:pPr>
                  <a:endParaRPr lang="en-US" sz="1050">
                    <a:latin typeface="+mj-lt"/>
                  </a:endParaRPr>
                </a:p>
              </p:txBody>
            </p:sp>
            <p:sp>
              <p:nvSpPr>
                <p:cNvPr id="41064" name="Freeform 252">
                  <a:extLst>
                    <a:ext uri="{FF2B5EF4-FFF2-40B4-BE49-F238E27FC236}">
                      <a16:creationId xmlns="" xmlns:a16="http://schemas.microsoft.com/office/drawing/2014/main" id="{58CCD3B4-FABA-EF1F-33DA-443B567C1D34}"/>
                    </a:ext>
                  </a:extLst>
                </p:cNvPr>
                <p:cNvSpPr>
                  <a:spLocks/>
                </p:cNvSpPr>
                <p:nvPr/>
              </p:nvSpPr>
              <p:spPr bwMode="auto">
                <a:xfrm>
                  <a:off x="4474" y="3516"/>
                  <a:ext cx="24" cy="24"/>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628" y="627"/>
                      </a:moveTo>
                      <a:lnTo>
                        <a:pt x="628" y="627"/>
                      </a:lnTo>
                      <a:lnTo>
                        <a:pt x="627" y="595"/>
                      </a:lnTo>
                      <a:lnTo>
                        <a:pt x="625" y="563"/>
                      </a:lnTo>
                      <a:lnTo>
                        <a:pt x="620" y="532"/>
                      </a:lnTo>
                      <a:lnTo>
                        <a:pt x="615" y="501"/>
                      </a:lnTo>
                      <a:lnTo>
                        <a:pt x="607" y="471"/>
                      </a:lnTo>
                      <a:lnTo>
                        <a:pt x="599" y="441"/>
                      </a:lnTo>
                      <a:lnTo>
                        <a:pt x="589" y="412"/>
                      </a:lnTo>
                      <a:lnTo>
                        <a:pt x="577" y="383"/>
                      </a:lnTo>
                      <a:lnTo>
                        <a:pt x="565" y="356"/>
                      </a:lnTo>
                      <a:lnTo>
                        <a:pt x="551" y="328"/>
                      </a:lnTo>
                      <a:lnTo>
                        <a:pt x="536" y="302"/>
                      </a:lnTo>
                      <a:lnTo>
                        <a:pt x="520" y="277"/>
                      </a:lnTo>
                      <a:lnTo>
                        <a:pt x="502" y="252"/>
                      </a:lnTo>
                      <a:lnTo>
                        <a:pt x="483" y="229"/>
                      </a:lnTo>
                      <a:lnTo>
                        <a:pt x="463" y="206"/>
                      </a:lnTo>
                      <a:lnTo>
                        <a:pt x="443" y="184"/>
                      </a:lnTo>
                      <a:lnTo>
                        <a:pt x="422" y="163"/>
                      </a:lnTo>
                      <a:lnTo>
                        <a:pt x="399" y="143"/>
                      </a:lnTo>
                      <a:lnTo>
                        <a:pt x="375" y="125"/>
                      </a:lnTo>
                      <a:lnTo>
                        <a:pt x="351" y="107"/>
                      </a:lnTo>
                      <a:lnTo>
                        <a:pt x="324" y="91"/>
                      </a:lnTo>
                      <a:lnTo>
                        <a:pt x="298" y="75"/>
                      </a:lnTo>
                      <a:lnTo>
                        <a:pt x="272" y="62"/>
                      </a:lnTo>
                      <a:lnTo>
                        <a:pt x="243" y="49"/>
                      </a:lnTo>
                      <a:lnTo>
                        <a:pt x="215" y="38"/>
                      </a:lnTo>
                      <a:lnTo>
                        <a:pt x="186" y="28"/>
                      </a:lnTo>
                      <a:lnTo>
                        <a:pt x="157" y="19"/>
                      </a:lnTo>
                      <a:lnTo>
                        <a:pt x="126" y="13"/>
                      </a:lnTo>
                      <a:lnTo>
                        <a:pt x="94" y="6"/>
                      </a:lnTo>
                      <a:lnTo>
                        <a:pt x="64" y="3"/>
                      </a:lnTo>
                      <a:lnTo>
                        <a:pt x="32" y="1"/>
                      </a:lnTo>
                      <a:lnTo>
                        <a:pt x="0" y="0"/>
                      </a:lnTo>
                      <a:lnTo>
                        <a:pt x="0" y="129"/>
                      </a:lnTo>
                      <a:lnTo>
                        <a:pt x="25" y="129"/>
                      </a:lnTo>
                      <a:lnTo>
                        <a:pt x="50" y="131"/>
                      </a:lnTo>
                      <a:lnTo>
                        <a:pt x="76" y="134"/>
                      </a:lnTo>
                      <a:lnTo>
                        <a:pt x="100" y="139"/>
                      </a:lnTo>
                      <a:lnTo>
                        <a:pt x="124" y="144"/>
                      </a:lnTo>
                      <a:lnTo>
                        <a:pt x="148" y="151"/>
                      </a:lnTo>
                      <a:lnTo>
                        <a:pt x="171" y="158"/>
                      </a:lnTo>
                      <a:lnTo>
                        <a:pt x="194" y="167"/>
                      </a:lnTo>
                      <a:lnTo>
                        <a:pt x="216" y="178"/>
                      </a:lnTo>
                      <a:lnTo>
                        <a:pt x="237" y="189"/>
                      </a:lnTo>
                      <a:lnTo>
                        <a:pt x="257" y="201"/>
                      </a:lnTo>
                      <a:lnTo>
                        <a:pt x="278" y="214"/>
                      </a:lnTo>
                      <a:lnTo>
                        <a:pt x="298" y="228"/>
                      </a:lnTo>
                      <a:lnTo>
                        <a:pt x="317" y="243"/>
                      </a:lnTo>
                      <a:lnTo>
                        <a:pt x="334" y="258"/>
                      </a:lnTo>
                      <a:lnTo>
                        <a:pt x="352" y="275"/>
                      </a:lnTo>
                      <a:lnTo>
                        <a:pt x="368" y="292"/>
                      </a:lnTo>
                      <a:lnTo>
                        <a:pt x="385" y="310"/>
                      </a:lnTo>
                      <a:lnTo>
                        <a:pt x="399" y="329"/>
                      </a:lnTo>
                      <a:lnTo>
                        <a:pt x="413" y="349"/>
                      </a:lnTo>
                      <a:lnTo>
                        <a:pt x="426" y="369"/>
                      </a:lnTo>
                      <a:lnTo>
                        <a:pt x="438" y="390"/>
                      </a:lnTo>
                      <a:lnTo>
                        <a:pt x="449" y="412"/>
                      </a:lnTo>
                      <a:lnTo>
                        <a:pt x="459" y="433"/>
                      </a:lnTo>
                      <a:lnTo>
                        <a:pt x="468" y="456"/>
                      </a:lnTo>
                      <a:lnTo>
                        <a:pt x="476" y="479"/>
                      </a:lnTo>
                      <a:lnTo>
                        <a:pt x="482" y="502"/>
                      </a:lnTo>
                      <a:lnTo>
                        <a:pt x="489" y="527"/>
                      </a:lnTo>
                      <a:lnTo>
                        <a:pt x="492" y="551"/>
                      </a:lnTo>
                      <a:lnTo>
                        <a:pt x="495" y="576"/>
                      </a:lnTo>
                      <a:lnTo>
                        <a:pt x="497" y="601"/>
                      </a:lnTo>
                      <a:lnTo>
                        <a:pt x="499" y="627"/>
                      </a:lnTo>
                      <a:lnTo>
                        <a:pt x="628" y="627"/>
                      </a:lnTo>
                      <a:close/>
                    </a:path>
                  </a:pathLst>
                </a:custGeom>
                <a:solidFill>
                  <a:srgbClr val="EF2B2F"/>
                </a:solidFill>
                <a:ln>
                  <a:noFill/>
                </a:ln>
              </p:spPr>
              <p:txBody>
                <a:bodyPr/>
                <a:lstStyle/>
                <a:p>
                  <a:pPr>
                    <a:defRPr/>
                  </a:pPr>
                  <a:endParaRPr lang="en-US" sz="1050">
                    <a:latin typeface="+mj-lt"/>
                  </a:endParaRPr>
                </a:p>
              </p:txBody>
            </p:sp>
            <p:sp>
              <p:nvSpPr>
                <p:cNvPr id="41065" name="Freeform 253">
                  <a:extLst>
                    <a:ext uri="{FF2B5EF4-FFF2-40B4-BE49-F238E27FC236}">
                      <a16:creationId xmlns="" xmlns:a16="http://schemas.microsoft.com/office/drawing/2014/main" id="{09F13ABF-6E66-FA10-BDF0-65665758B9B3}"/>
                    </a:ext>
                  </a:extLst>
                </p:cNvPr>
                <p:cNvSpPr>
                  <a:spLocks/>
                </p:cNvSpPr>
                <p:nvPr/>
              </p:nvSpPr>
              <p:spPr bwMode="auto">
                <a:xfrm>
                  <a:off x="4474" y="3540"/>
                  <a:ext cx="24"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2" y="627"/>
                      </a:lnTo>
                      <a:lnTo>
                        <a:pt x="64" y="625"/>
                      </a:lnTo>
                      <a:lnTo>
                        <a:pt x="94" y="620"/>
                      </a:lnTo>
                      <a:lnTo>
                        <a:pt x="126" y="615"/>
                      </a:lnTo>
                      <a:lnTo>
                        <a:pt x="157" y="608"/>
                      </a:lnTo>
                      <a:lnTo>
                        <a:pt x="186" y="600"/>
                      </a:lnTo>
                      <a:lnTo>
                        <a:pt x="215" y="590"/>
                      </a:lnTo>
                      <a:lnTo>
                        <a:pt x="243" y="579"/>
                      </a:lnTo>
                      <a:lnTo>
                        <a:pt x="272" y="566"/>
                      </a:lnTo>
                      <a:lnTo>
                        <a:pt x="298" y="551"/>
                      </a:lnTo>
                      <a:lnTo>
                        <a:pt x="324" y="537"/>
                      </a:lnTo>
                      <a:lnTo>
                        <a:pt x="351" y="521"/>
                      </a:lnTo>
                      <a:lnTo>
                        <a:pt x="375" y="503"/>
                      </a:lnTo>
                      <a:lnTo>
                        <a:pt x="399" y="485"/>
                      </a:lnTo>
                      <a:lnTo>
                        <a:pt x="422" y="465"/>
                      </a:lnTo>
                      <a:lnTo>
                        <a:pt x="444" y="444"/>
                      </a:lnTo>
                      <a:lnTo>
                        <a:pt x="463" y="422"/>
                      </a:lnTo>
                      <a:lnTo>
                        <a:pt x="483" y="399"/>
                      </a:lnTo>
                      <a:lnTo>
                        <a:pt x="502" y="375"/>
                      </a:lnTo>
                      <a:lnTo>
                        <a:pt x="520" y="351"/>
                      </a:lnTo>
                      <a:lnTo>
                        <a:pt x="536" y="326"/>
                      </a:lnTo>
                      <a:lnTo>
                        <a:pt x="551" y="299"/>
                      </a:lnTo>
                      <a:lnTo>
                        <a:pt x="565" y="272"/>
                      </a:lnTo>
                      <a:lnTo>
                        <a:pt x="577" y="244"/>
                      </a:lnTo>
                      <a:lnTo>
                        <a:pt x="589" y="216"/>
                      </a:lnTo>
                      <a:lnTo>
                        <a:pt x="599" y="187"/>
                      </a:lnTo>
                      <a:lnTo>
                        <a:pt x="607" y="157"/>
                      </a:lnTo>
                      <a:lnTo>
                        <a:pt x="615" y="126"/>
                      </a:lnTo>
                      <a:lnTo>
                        <a:pt x="620" y="96"/>
                      </a:lnTo>
                      <a:lnTo>
                        <a:pt x="625" y="64"/>
                      </a:lnTo>
                      <a:lnTo>
                        <a:pt x="627" y="32"/>
                      </a:lnTo>
                      <a:lnTo>
                        <a:pt x="628" y="0"/>
                      </a:lnTo>
                      <a:lnTo>
                        <a:pt x="499" y="0"/>
                      </a:lnTo>
                      <a:lnTo>
                        <a:pt x="497" y="26"/>
                      </a:lnTo>
                      <a:lnTo>
                        <a:pt x="495" y="51"/>
                      </a:lnTo>
                      <a:lnTo>
                        <a:pt x="492" y="76"/>
                      </a:lnTo>
                      <a:lnTo>
                        <a:pt x="489" y="100"/>
                      </a:lnTo>
                      <a:lnTo>
                        <a:pt x="482" y="124"/>
                      </a:lnTo>
                      <a:lnTo>
                        <a:pt x="476" y="148"/>
                      </a:lnTo>
                      <a:lnTo>
                        <a:pt x="468" y="171"/>
                      </a:lnTo>
                      <a:lnTo>
                        <a:pt x="459" y="194"/>
                      </a:lnTo>
                      <a:lnTo>
                        <a:pt x="449" y="216"/>
                      </a:lnTo>
                      <a:lnTo>
                        <a:pt x="438" y="237"/>
                      </a:lnTo>
                      <a:lnTo>
                        <a:pt x="426" y="258"/>
                      </a:lnTo>
                      <a:lnTo>
                        <a:pt x="413" y="279"/>
                      </a:lnTo>
                      <a:lnTo>
                        <a:pt x="399" y="298"/>
                      </a:lnTo>
                      <a:lnTo>
                        <a:pt x="385" y="317"/>
                      </a:lnTo>
                      <a:lnTo>
                        <a:pt x="368" y="335"/>
                      </a:lnTo>
                      <a:lnTo>
                        <a:pt x="352" y="352"/>
                      </a:lnTo>
                      <a:lnTo>
                        <a:pt x="334" y="368"/>
                      </a:lnTo>
                      <a:lnTo>
                        <a:pt x="317" y="385"/>
                      </a:lnTo>
                      <a:lnTo>
                        <a:pt x="298" y="400"/>
                      </a:lnTo>
                      <a:lnTo>
                        <a:pt x="278" y="413"/>
                      </a:lnTo>
                      <a:lnTo>
                        <a:pt x="257" y="427"/>
                      </a:lnTo>
                      <a:lnTo>
                        <a:pt x="237" y="439"/>
                      </a:lnTo>
                      <a:lnTo>
                        <a:pt x="216" y="450"/>
                      </a:lnTo>
                      <a:lnTo>
                        <a:pt x="194" y="459"/>
                      </a:lnTo>
                      <a:lnTo>
                        <a:pt x="171" y="468"/>
                      </a:lnTo>
                      <a:lnTo>
                        <a:pt x="148" y="476"/>
                      </a:lnTo>
                      <a:lnTo>
                        <a:pt x="124" y="484"/>
                      </a:lnTo>
                      <a:lnTo>
                        <a:pt x="100" y="489"/>
                      </a:lnTo>
                      <a:lnTo>
                        <a:pt x="76" y="493"/>
                      </a:lnTo>
                      <a:lnTo>
                        <a:pt x="50" y="497"/>
                      </a:lnTo>
                      <a:lnTo>
                        <a:pt x="25" y="498"/>
                      </a:lnTo>
                      <a:lnTo>
                        <a:pt x="0" y="499"/>
                      </a:lnTo>
                      <a:lnTo>
                        <a:pt x="0" y="628"/>
                      </a:lnTo>
                      <a:close/>
                    </a:path>
                  </a:pathLst>
                </a:custGeom>
                <a:solidFill>
                  <a:srgbClr val="EF2B2F"/>
                </a:solidFill>
                <a:ln>
                  <a:noFill/>
                </a:ln>
              </p:spPr>
              <p:txBody>
                <a:bodyPr/>
                <a:lstStyle/>
                <a:p>
                  <a:pPr>
                    <a:defRPr/>
                  </a:pPr>
                  <a:endParaRPr lang="en-US" sz="1050">
                    <a:latin typeface="+mj-lt"/>
                  </a:endParaRPr>
                </a:p>
              </p:txBody>
            </p:sp>
            <p:sp>
              <p:nvSpPr>
                <p:cNvPr id="41066" name="Freeform 254">
                  <a:extLst>
                    <a:ext uri="{FF2B5EF4-FFF2-40B4-BE49-F238E27FC236}">
                      <a16:creationId xmlns="" xmlns:a16="http://schemas.microsoft.com/office/drawing/2014/main" id="{EAB30AB1-610D-C45B-92DA-B12BFFA0066D}"/>
                    </a:ext>
                  </a:extLst>
                </p:cNvPr>
                <p:cNvSpPr>
                  <a:spLocks/>
                </p:cNvSpPr>
                <p:nvPr/>
              </p:nvSpPr>
              <p:spPr bwMode="auto">
                <a:xfrm>
                  <a:off x="4448" y="3540"/>
                  <a:ext cx="25"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0" y="32"/>
                      </a:lnTo>
                      <a:lnTo>
                        <a:pt x="3" y="64"/>
                      </a:lnTo>
                      <a:lnTo>
                        <a:pt x="7" y="96"/>
                      </a:lnTo>
                      <a:lnTo>
                        <a:pt x="12" y="126"/>
                      </a:lnTo>
                      <a:lnTo>
                        <a:pt x="20" y="157"/>
                      </a:lnTo>
                      <a:lnTo>
                        <a:pt x="28" y="187"/>
                      </a:lnTo>
                      <a:lnTo>
                        <a:pt x="37" y="216"/>
                      </a:lnTo>
                      <a:lnTo>
                        <a:pt x="49" y="244"/>
                      </a:lnTo>
                      <a:lnTo>
                        <a:pt x="61" y="272"/>
                      </a:lnTo>
                      <a:lnTo>
                        <a:pt x="76" y="299"/>
                      </a:lnTo>
                      <a:lnTo>
                        <a:pt x="91" y="326"/>
                      </a:lnTo>
                      <a:lnTo>
                        <a:pt x="107" y="351"/>
                      </a:lnTo>
                      <a:lnTo>
                        <a:pt x="125" y="375"/>
                      </a:lnTo>
                      <a:lnTo>
                        <a:pt x="144" y="399"/>
                      </a:lnTo>
                      <a:lnTo>
                        <a:pt x="163" y="422"/>
                      </a:lnTo>
                      <a:lnTo>
                        <a:pt x="184" y="444"/>
                      </a:lnTo>
                      <a:lnTo>
                        <a:pt x="206" y="465"/>
                      </a:lnTo>
                      <a:lnTo>
                        <a:pt x="228" y="485"/>
                      </a:lnTo>
                      <a:lnTo>
                        <a:pt x="252" y="503"/>
                      </a:lnTo>
                      <a:lnTo>
                        <a:pt x="277" y="521"/>
                      </a:lnTo>
                      <a:lnTo>
                        <a:pt x="303" y="537"/>
                      </a:lnTo>
                      <a:lnTo>
                        <a:pt x="329" y="551"/>
                      </a:lnTo>
                      <a:lnTo>
                        <a:pt x="355" y="566"/>
                      </a:lnTo>
                      <a:lnTo>
                        <a:pt x="384" y="579"/>
                      </a:lnTo>
                      <a:lnTo>
                        <a:pt x="412" y="590"/>
                      </a:lnTo>
                      <a:lnTo>
                        <a:pt x="441" y="600"/>
                      </a:lnTo>
                      <a:lnTo>
                        <a:pt x="471" y="608"/>
                      </a:lnTo>
                      <a:lnTo>
                        <a:pt x="501" y="615"/>
                      </a:lnTo>
                      <a:lnTo>
                        <a:pt x="533" y="620"/>
                      </a:lnTo>
                      <a:lnTo>
                        <a:pt x="563" y="625"/>
                      </a:lnTo>
                      <a:lnTo>
                        <a:pt x="595" y="627"/>
                      </a:lnTo>
                      <a:lnTo>
                        <a:pt x="628" y="628"/>
                      </a:lnTo>
                      <a:lnTo>
                        <a:pt x="628" y="499"/>
                      </a:lnTo>
                      <a:lnTo>
                        <a:pt x="602" y="498"/>
                      </a:lnTo>
                      <a:lnTo>
                        <a:pt x="576" y="497"/>
                      </a:lnTo>
                      <a:lnTo>
                        <a:pt x="551" y="493"/>
                      </a:lnTo>
                      <a:lnTo>
                        <a:pt x="527" y="489"/>
                      </a:lnTo>
                      <a:lnTo>
                        <a:pt x="503" y="484"/>
                      </a:lnTo>
                      <a:lnTo>
                        <a:pt x="480" y="476"/>
                      </a:lnTo>
                      <a:lnTo>
                        <a:pt x="456" y="468"/>
                      </a:lnTo>
                      <a:lnTo>
                        <a:pt x="434" y="459"/>
                      </a:lnTo>
                      <a:lnTo>
                        <a:pt x="412" y="450"/>
                      </a:lnTo>
                      <a:lnTo>
                        <a:pt x="390" y="439"/>
                      </a:lnTo>
                      <a:lnTo>
                        <a:pt x="369" y="427"/>
                      </a:lnTo>
                      <a:lnTo>
                        <a:pt x="349" y="413"/>
                      </a:lnTo>
                      <a:lnTo>
                        <a:pt x="330" y="400"/>
                      </a:lnTo>
                      <a:lnTo>
                        <a:pt x="310" y="385"/>
                      </a:lnTo>
                      <a:lnTo>
                        <a:pt x="293" y="368"/>
                      </a:lnTo>
                      <a:lnTo>
                        <a:pt x="275" y="352"/>
                      </a:lnTo>
                      <a:lnTo>
                        <a:pt x="259" y="335"/>
                      </a:lnTo>
                      <a:lnTo>
                        <a:pt x="243" y="317"/>
                      </a:lnTo>
                      <a:lnTo>
                        <a:pt x="228" y="298"/>
                      </a:lnTo>
                      <a:lnTo>
                        <a:pt x="214" y="279"/>
                      </a:lnTo>
                      <a:lnTo>
                        <a:pt x="201" y="258"/>
                      </a:lnTo>
                      <a:lnTo>
                        <a:pt x="189" y="237"/>
                      </a:lnTo>
                      <a:lnTo>
                        <a:pt x="178" y="216"/>
                      </a:lnTo>
                      <a:lnTo>
                        <a:pt x="168" y="194"/>
                      </a:lnTo>
                      <a:lnTo>
                        <a:pt x="159" y="171"/>
                      </a:lnTo>
                      <a:lnTo>
                        <a:pt x="151" y="148"/>
                      </a:lnTo>
                      <a:lnTo>
                        <a:pt x="145" y="124"/>
                      </a:lnTo>
                      <a:lnTo>
                        <a:pt x="139" y="100"/>
                      </a:lnTo>
                      <a:lnTo>
                        <a:pt x="135" y="76"/>
                      </a:lnTo>
                      <a:lnTo>
                        <a:pt x="132" y="51"/>
                      </a:lnTo>
                      <a:lnTo>
                        <a:pt x="129" y="26"/>
                      </a:lnTo>
                      <a:lnTo>
                        <a:pt x="129" y="0"/>
                      </a:lnTo>
                      <a:lnTo>
                        <a:pt x="0" y="0"/>
                      </a:lnTo>
                      <a:close/>
                    </a:path>
                  </a:pathLst>
                </a:custGeom>
                <a:solidFill>
                  <a:srgbClr val="EF2B2F"/>
                </a:solidFill>
                <a:ln>
                  <a:noFill/>
                </a:ln>
              </p:spPr>
              <p:txBody>
                <a:bodyPr/>
                <a:lstStyle/>
                <a:p>
                  <a:pPr>
                    <a:defRPr/>
                  </a:pPr>
                  <a:endParaRPr lang="en-US" sz="1050">
                    <a:latin typeface="+mj-lt"/>
                  </a:endParaRPr>
                </a:p>
              </p:txBody>
            </p:sp>
            <p:sp>
              <p:nvSpPr>
                <p:cNvPr id="41067" name="Freeform 255">
                  <a:extLst>
                    <a:ext uri="{FF2B5EF4-FFF2-40B4-BE49-F238E27FC236}">
                      <a16:creationId xmlns="" xmlns:a16="http://schemas.microsoft.com/office/drawing/2014/main" id="{0EC6F3EB-B5E9-B19D-E171-6AF4ECAE5D21}"/>
                    </a:ext>
                  </a:extLst>
                </p:cNvPr>
                <p:cNvSpPr>
                  <a:spLocks/>
                </p:cNvSpPr>
                <p:nvPr/>
              </p:nvSpPr>
              <p:spPr bwMode="auto">
                <a:xfrm>
                  <a:off x="4448" y="3516"/>
                  <a:ext cx="25" cy="24"/>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628" y="0"/>
                      </a:moveTo>
                      <a:lnTo>
                        <a:pt x="628" y="0"/>
                      </a:lnTo>
                      <a:lnTo>
                        <a:pt x="595" y="1"/>
                      </a:lnTo>
                      <a:lnTo>
                        <a:pt x="563" y="3"/>
                      </a:lnTo>
                      <a:lnTo>
                        <a:pt x="533" y="6"/>
                      </a:lnTo>
                      <a:lnTo>
                        <a:pt x="501" y="13"/>
                      </a:lnTo>
                      <a:lnTo>
                        <a:pt x="471" y="19"/>
                      </a:lnTo>
                      <a:lnTo>
                        <a:pt x="441" y="28"/>
                      </a:lnTo>
                      <a:lnTo>
                        <a:pt x="412" y="38"/>
                      </a:lnTo>
                      <a:lnTo>
                        <a:pt x="384" y="49"/>
                      </a:lnTo>
                      <a:lnTo>
                        <a:pt x="355" y="62"/>
                      </a:lnTo>
                      <a:lnTo>
                        <a:pt x="329" y="75"/>
                      </a:lnTo>
                      <a:lnTo>
                        <a:pt x="303" y="91"/>
                      </a:lnTo>
                      <a:lnTo>
                        <a:pt x="277" y="107"/>
                      </a:lnTo>
                      <a:lnTo>
                        <a:pt x="252" y="125"/>
                      </a:lnTo>
                      <a:lnTo>
                        <a:pt x="228" y="143"/>
                      </a:lnTo>
                      <a:lnTo>
                        <a:pt x="206" y="163"/>
                      </a:lnTo>
                      <a:lnTo>
                        <a:pt x="184" y="184"/>
                      </a:lnTo>
                      <a:lnTo>
                        <a:pt x="163" y="206"/>
                      </a:lnTo>
                      <a:lnTo>
                        <a:pt x="144" y="229"/>
                      </a:lnTo>
                      <a:lnTo>
                        <a:pt x="125" y="252"/>
                      </a:lnTo>
                      <a:lnTo>
                        <a:pt x="107" y="277"/>
                      </a:lnTo>
                      <a:lnTo>
                        <a:pt x="91" y="302"/>
                      </a:lnTo>
                      <a:lnTo>
                        <a:pt x="76" y="328"/>
                      </a:lnTo>
                      <a:lnTo>
                        <a:pt x="61" y="356"/>
                      </a:lnTo>
                      <a:lnTo>
                        <a:pt x="49" y="383"/>
                      </a:lnTo>
                      <a:lnTo>
                        <a:pt x="37" y="412"/>
                      </a:lnTo>
                      <a:lnTo>
                        <a:pt x="28" y="441"/>
                      </a:lnTo>
                      <a:lnTo>
                        <a:pt x="20" y="471"/>
                      </a:lnTo>
                      <a:lnTo>
                        <a:pt x="12" y="501"/>
                      </a:lnTo>
                      <a:lnTo>
                        <a:pt x="7" y="532"/>
                      </a:lnTo>
                      <a:lnTo>
                        <a:pt x="3" y="564"/>
                      </a:lnTo>
                      <a:lnTo>
                        <a:pt x="0" y="596"/>
                      </a:lnTo>
                      <a:lnTo>
                        <a:pt x="0" y="627"/>
                      </a:lnTo>
                      <a:lnTo>
                        <a:pt x="129" y="627"/>
                      </a:lnTo>
                      <a:lnTo>
                        <a:pt x="129" y="601"/>
                      </a:lnTo>
                      <a:lnTo>
                        <a:pt x="132" y="576"/>
                      </a:lnTo>
                      <a:lnTo>
                        <a:pt x="135" y="551"/>
                      </a:lnTo>
                      <a:lnTo>
                        <a:pt x="139" y="527"/>
                      </a:lnTo>
                      <a:lnTo>
                        <a:pt x="145" y="502"/>
                      </a:lnTo>
                      <a:lnTo>
                        <a:pt x="151" y="479"/>
                      </a:lnTo>
                      <a:lnTo>
                        <a:pt x="159" y="456"/>
                      </a:lnTo>
                      <a:lnTo>
                        <a:pt x="168" y="433"/>
                      </a:lnTo>
                      <a:lnTo>
                        <a:pt x="178" y="412"/>
                      </a:lnTo>
                      <a:lnTo>
                        <a:pt x="189" y="390"/>
                      </a:lnTo>
                      <a:lnTo>
                        <a:pt x="201" y="369"/>
                      </a:lnTo>
                      <a:lnTo>
                        <a:pt x="214" y="349"/>
                      </a:lnTo>
                      <a:lnTo>
                        <a:pt x="228" y="329"/>
                      </a:lnTo>
                      <a:lnTo>
                        <a:pt x="243" y="311"/>
                      </a:lnTo>
                      <a:lnTo>
                        <a:pt x="259" y="292"/>
                      </a:lnTo>
                      <a:lnTo>
                        <a:pt x="275" y="275"/>
                      </a:lnTo>
                      <a:lnTo>
                        <a:pt x="293" y="258"/>
                      </a:lnTo>
                      <a:lnTo>
                        <a:pt x="310" y="243"/>
                      </a:lnTo>
                      <a:lnTo>
                        <a:pt x="330" y="228"/>
                      </a:lnTo>
                      <a:lnTo>
                        <a:pt x="349" y="214"/>
                      </a:lnTo>
                      <a:lnTo>
                        <a:pt x="369" y="201"/>
                      </a:lnTo>
                      <a:lnTo>
                        <a:pt x="390" y="189"/>
                      </a:lnTo>
                      <a:lnTo>
                        <a:pt x="412" y="178"/>
                      </a:lnTo>
                      <a:lnTo>
                        <a:pt x="434" y="167"/>
                      </a:lnTo>
                      <a:lnTo>
                        <a:pt x="456" y="158"/>
                      </a:lnTo>
                      <a:lnTo>
                        <a:pt x="480" y="151"/>
                      </a:lnTo>
                      <a:lnTo>
                        <a:pt x="503" y="144"/>
                      </a:lnTo>
                      <a:lnTo>
                        <a:pt x="527" y="139"/>
                      </a:lnTo>
                      <a:lnTo>
                        <a:pt x="551" y="134"/>
                      </a:lnTo>
                      <a:lnTo>
                        <a:pt x="576" y="131"/>
                      </a:lnTo>
                      <a:lnTo>
                        <a:pt x="602" y="129"/>
                      </a:lnTo>
                      <a:lnTo>
                        <a:pt x="628" y="129"/>
                      </a:lnTo>
                      <a:lnTo>
                        <a:pt x="628" y="0"/>
                      </a:lnTo>
                      <a:close/>
                    </a:path>
                  </a:pathLst>
                </a:custGeom>
                <a:solidFill>
                  <a:srgbClr val="EF2B2F"/>
                </a:solidFill>
                <a:ln>
                  <a:noFill/>
                </a:ln>
              </p:spPr>
              <p:txBody>
                <a:bodyPr/>
                <a:lstStyle/>
                <a:p>
                  <a:pPr>
                    <a:defRPr/>
                  </a:pPr>
                  <a:endParaRPr lang="en-US" sz="1050">
                    <a:latin typeface="+mj-lt"/>
                  </a:endParaRPr>
                </a:p>
              </p:txBody>
            </p:sp>
            <p:sp>
              <p:nvSpPr>
                <p:cNvPr id="41068" name="Freeform 256">
                  <a:extLst>
                    <a:ext uri="{FF2B5EF4-FFF2-40B4-BE49-F238E27FC236}">
                      <a16:creationId xmlns="" xmlns:a16="http://schemas.microsoft.com/office/drawing/2014/main" id="{BC187D10-5C57-57D3-28E8-9FEA23250B8B}"/>
                    </a:ext>
                  </a:extLst>
                </p:cNvPr>
                <p:cNvSpPr>
                  <a:spLocks/>
                </p:cNvSpPr>
                <p:nvPr/>
              </p:nvSpPr>
              <p:spPr bwMode="auto">
                <a:xfrm>
                  <a:off x="4474" y="3583"/>
                  <a:ext cx="22"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7" y="596"/>
                      </a:lnTo>
                      <a:lnTo>
                        <a:pt x="625" y="564"/>
                      </a:lnTo>
                      <a:lnTo>
                        <a:pt x="621" y="532"/>
                      </a:lnTo>
                      <a:lnTo>
                        <a:pt x="615" y="502"/>
                      </a:lnTo>
                      <a:lnTo>
                        <a:pt x="609" y="471"/>
                      </a:lnTo>
                      <a:lnTo>
                        <a:pt x="600" y="441"/>
                      </a:lnTo>
                      <a:lnTo>
                        <a:pt x="590" y="412"/>
                      </a:lnTo>
                      <a:lnTo>
                        <a:pt x="579" y="384"/>
                      </a:lnTo>
                      <a:lnTo>
                        <a:pt x="566" y="356"/>
                      </a:lnTo>
                      <a:lnTo>
                        <a:pt x="552" y="329"/>
                      </a:lnTo>
                      <a:lnTo>
                        <a:pt x="537" y="302"/>
                      </a:lnTo>
                      <a:lnTo>
                        <a:pt x="521" y="277"/>
                      </a:lnTo>
                      <a:lnTo>
                        <a:pt x="503" y="253"/>
                      </a:lnTo>
                      <a:lnTo>
                        <a:pt x="485" y="229"/>
                      </a:lnTo>
                      <a:lnTo>
                        <a:pt x="465" y="206"/>
                      </a:lnTo>
                      <a:lnTo>
                        <a:pt x="444" y="184"/>
                      </a:lnTo>
                      <a:lnTo>
                        <a:pt x="422" y="163"/>
                      </a:lnTo>
                      <a:lnTo>
                        <a:pt x="399" y="143"/>
                      </a:lnTo>
                      <a:lnTo>
                        <a:pt x="375" y="125"/>
                      </a:lnTo>
                      <a:lnTo>
                        <a:pt x="351" y="107"/>
                      </a:lnTo>
                      <a:lnTo>
                        <a:pt x="326" y="91"/>
                      </a:lnTo>
                      <a:lnTo>
                        <a:pt x="300" y="77"/>
                      </a:lnTo>
                      <a:lnTo>
                        <a:pt x="272" y="62"/>
                      </a:lnTo>
                      <a:lnTo>
                        <a:pt x="244" y="49"/>
                      </a:lnTo>
                      <a:lnTo>
                        <a:pt x="216" y="38"/>
                      </a:lnTo>
                      <a:lnTo>
                        <a:pt x="187" y="28"/>
                      </a:lnTo>
                      <a:lnTo>
                        <a:pt x="157" y="20"/>
                      </a:lnTo>
                      <a:lnTo>
                        <a:pt x="126" y="13"/>
                      </a:lnTo>
                      <a:lnTo>
                        <a:pt x="96" y="8"/>
                      </a:lnTo>
                      <a:lnTo>
                        <a:pt x="64" y="3"/>
                      </a:lnTo>
                      <a:lnTo>
                        <a:pt x="32" y="1"/>
                      </a:lnTo>
                      <a:lnTo>
                        <a:pt x="0" y="0"/>
                      </a:lnTo>
                      <a:lnTo>
                        <a:pt x="0" y="129"/>
                      </a:lnTo>
                      <a:lnTo>
                        <a:pt x="26" y="129"/>
                      </a:lnTo>
                      <a:lnTo>
                        <a:pt x="51" y="131"/>
                      </a:lnTo>
                      <a:lnTo>
                        <a:pt x="76" y="135"/>
                      </a:lnTo>
                      <a:lnTo>
                        <a:pt x="101" y="139"/>
                      </a:lnTo>
                      <a:lnTo>
                        <a:pt x="124" y="145"/>
                      </a:lnTo>
                      <a:lnTo>
                        <a:pt x="148" y="151"/>
                      </a:lnTo>
                      <a:lnTo>
                        <a:pt x="171" y="160"/>
                      </a:lnTo>
                      <a:lnTo>
                        <a:pt x="194" y="169"/>
                      </a:lnTo>
                      <a:lnTo>
                        <a:pt x="216" y="179"/>
                      </a:lnTo>
                      <a:lnTo>
                        <a:pt x="237" y="189"/>
                      </a:lnTo>
                      <a:lnTo>
                        <a:pt x="258" y="202"/>
                      </a:lnTo>
                      <a:lnTo>
                        <a:pt x="279" y="215"/>
                      </a:lnTo>
                      <a:lnTo>
                        <a:pt x="298" y="228"/>
                      </a:lnTo>
                      <a:lnTo>
                        <a:pt x="317" y="243"/>
                      </a:lnTo>
                      <a:lnTo>
                        <a:pt x="336" y="259"/>
                      </a:lnTo>
                      <a:lnTo>
                        <a:pt x="352" y="276"/>
                      </a:lnTo>
                      <a:lnTo>
                        <a:pt x="370" y="292"/>
                      </a:lnTo>
                      <a:lnTo>
                        <a:pt x="385" y="311"/>
                      </a:lnTo>
                      <a:lnTo>
                        <a:pt x="400" y="330"/>
                      </a:lnTo>
                      <a:lnTo>
                        <a:pt x="413" y="349"/>
                      </a:lnTo>
                      <a:lnTo>
                        <a:pt x="427" y="370"/>
                      </a:lnTo>
                      <a:lnTo>
                        <a:pt x="439" y="391"/>
                      </a:lnTo>
                      <a:lnTo>
                        <a:pt x="450" y="412"/>
                      </a:lnTo>
                      <a:lnTo>
                        <a:pt x="460" y="434"/>
                      </a:lnTo>
                      <a:lnTo>
                        <a:pt x="468" y="457"/>
                      </a:lnTo>
                      <a:lnTo>
                        <a:pt x="477" y="480"/>
                      </a:lnTo>
                      <a:lnTo>
                        <a:pt x="484" y="504"/>
                      </a:lnTo>
                      <a:lnTo>
                        <a:pt x="489" y="527"/>
                      </a:lnTo>
                      <a:lnTo>
                        <a:pt x="493" y="552"/>
                      </a:lnTo>
                      <a:lnTo>
                        <a:pt x="497" y="577"/>
                      </a:lnTo>
                      <a:lnTo>
                        <a:pt x="499" y="602"/>
                      </a:lnTo>
                      <a:lnTo>
                        <a:pt x="499" y="628"/>
                      </a:lnTo>
                      <a:lnTo>
                        <a:pt x="628" y="628"/>
                      </a:lnTo>
                      <a:close/>
                    </a:path>
                  </a:pathLst>
                </a:custGeom>
                <a:solidFill>
                  <a:srgbClr val="00A7D1"/>
                </a:solidFill>
                <a:ln>
                  <a:noFill/>
                </a:ln>
              </p:spPr>
              <p:txBody>
                <a:bodyPr/>
                <a:lstStyle/>
                <a:p>
                  <a:pPr>
                    <a:defRPr/>
                  </a:pPr>
                  <a:endParaRPr lang="en-US" sz="1050">
                    <a:latin typeface="+mj-lt"/>
                  </a:endParaRPr>
                </a:p>
              </p:txBody>
            </p:sp>
            <p:sp>
              <p:nvSpPr>
                <p:cNvPr id="41069" name="Freeform 257">
                  <a:extLst>
                    <a:ext uri="{FF2B5EF4-FFF2-40B4-BE49-F238E27FC236}">
                      <a16:creationId xmlns="" xmlns:a16="http://schemas.microsoft.com/office/drawing/2014/main" id="{DBFC81F0-6633-B141-2EBD-36C37D29321C}"/>
                    </a:ext>
                  </a:extLst>
                </p:cNvPr>
                <p:cNvSpPr>
                  <a:spLocks/>
                </p:cNvSpPr>
                <p:nvPr/>
              </p:nvSpPr>
              <p:spPr bwMode="auto">
                <a:xfrm>
                  <a:off x="4474" y="3607"/>
                  <a:ext cx="22" cy="24"/>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627"/>
                      </a:moveTo>
                      <a:lnTo>
                        <a:pt x="0" y="627"/>
                      </a:lnTo>
                      <a:lnTo>
                        <a:pt x="32" y="626"/>
                      </a:lnTo>
                      <a:lnTo>
                        <a:pt x="64" y="624"/>
                      </a:lnTo>
                      <a:lnTo>
                        <a:pt x="96" y="621"/>
                      </a:lnTo>
                      <a:lnTo>
                        <a:pt x="126" y="614"/>
                      </a:lnTo>
                      <a:lnTo>
                        <a:pt x="157" y="608"/>
                      </a:lnTo>
                      <a:lnTo>
                        <a:pt x="187" y="599"/>
                      </a:lnTo>
                      <a:lnTo>
                        <a:pt x="216" y="589"/>
                      </a:lnTo>
                      <a:lnTo>
                        <a:pt x="244" y="578"/>
                      </a:lnTo>
                      <a:lnTo>
                        <a:pt x="272" y="565"/>
                      </a:lnTo>
                      <a:lnTo>
                        <a:pt x="300" y="552"/>
                      </a:lnTo>
                      <a:lnTo>
                        <a:pt x="326" y="536"/>
                      </a:lnTo>
                      <a:lnTo>
                        <a:pt x="351" y="520"/>
                      </a:lnTo>
                      <a:lnTo>
                        <a:pt x="375" y="503"/>
                      </a:lnTo>
                      <a:lnTo>
                        <a:pt x="399" y="484"/>
                      </a:lnTo>
                      <a:lnTo>
                        <a:pt x="422" y="464"/>
                      </a:lnTo>
                      <a:lnTo>
                        <a:pt x="444" y="443"/>
                      </a:lnTo>
                      <a:lnTo>
                        <a:pt x="465" y="421"/>
                      </a:lnTo>
                      <a:lnTo>
                        <a:pt x="485" y="398"/>
                      </a:lnTo>
                      <a:lnTo>
                        <a:pt x="503" y="375"/>
                      </a:lnTo>
                      <a:lnTo>
                        <a:pt x="521" y="350"/>
                      </a:lnTo>
                      <a:lnTo>
                        <a:pt x="537" y="325"/>
                      </a:lnTo>
                      <a:lnTo>
                        <a:pt x="552" y="299"/>
                      </a:lnTo>
                      <a:lnTo>
                        <a:pt x="566" y="271"/>
                      </a:lnTo>
                      <a:lnTo>
                        <a:pt x="579" y="244"/>
                      </a:lnTo>
                      <a:lnTo>
                        <a:pt x="590" y="216"/>
                      </a:lnTo>
                      <a:lnTo>
                        <a:pt x="600" y="186"/>
                      </a:lnTo>
                      <a:lnTo>
                        <a:pt x="609" y="156"/>
                      </a:lnTo>
                      <a:lnTo>
                        <a:pt x="615" y="126"/>
                      </a:lnTo>
                      <a:lnTo>
                        <a:pt x="621" y="95"/>
                      </a:lnTo>
                      <a:lnTo>
                        <a:pt x="625" y="64"/>
                      </a:lnTo>
                      <a:lnTo>
                        <a:pt x="627" y="31"/>
                      </a:lnTo>
                      <a:lnTo>
                        <a:pt x="628" y="0"/>
                      </a:lnTo>
                      <a:lnTo>
                        <a:pt x="499" y="0"/>
                      </a:lnTo>
                      <a:lnTo>
                        <a:pt x="499" y="25"/>
                      </a:lnTo>
                      <a:lnTo>
                        <a:pt x="497" y="51"/>
                      </a:lnTo>
                      <a:lnTo>
                        <a:pt x="493" y="75"/>
                      </a:lnTo>
                      <a:lnTo>
                        <a:pt x="489" y="100"/>
                      </a:lnTo>
                      <a:lnTo>
                        <a:pt x="484" y="125"/>
                      </a:lnTo>
                      <a:lnTo>
                        <a:pt x="477" y="148"/>
                      </a:lnTo>
                      <a:lnTo>
                        <a:pt x="468" y="171"/>
                      </a:lnTo>
                      <a:lnTo>
                        <a:pt x="460" y="194"/>
                      </a:lnTo>
                      <a:lnTo>
                        <a:pt x="450" y="216"/>
                      </a:lnTo>
                      <a:lnTo>
                        <a:pt x="439" y="237"/>
                      </a:lnTo>
                      <a:lnTo>
                        <a:pt x="427" y="258"/>
                      </a:lnTo>
                      <a:lnTo>
                        <a:pt x="413" y="278"/>
                      </a:lnTo>
                      <a:lnTo>
                        <a:pt x="400" y="298"/>
                      </a:lnTo>
                      <a:lnTo>
                        <a:pt x="385" y="316"/>
                      </a:lnTo>
                      <a:lnTo>
                        <a:pt x="370" y="335"/>
                      </a:lnTo>
                      <a:lnTo>
                        <a:pt x="352" y="352"/>
                      </a:lnTo>
                      <a:lnTo>
                        <a:pt x="336" y="369"/>
                      </a:lnTo>
                      <a:lnTo>
                        <a:pt x="317" y="384"/>
                      </a:lnTo>
                      <a:lnTo>
                        <a:pt x="298" y="400"/>
                      </a:lnTo>
                      <a:lnTo>
                        <a:pt x="279" y="413"/>
                      </a:lnTo>
                      <a:lnTo>
                        <a:pt x="258" y="426"/>
                      </a:lnTo>
                      <a:lnTo>
                        <a:pt x="237" y="438"/>
                      </a:lnTo>
                      <a:lnTo>
                        <a:pt x="216" y="449"/>
                      </a:lnTo>
                      <a:lnTo>
                        <a:pt x="194" y="459"/>
                      </a:lnTo>
                      <a:lnTo>
                        <a:pt x="171" y="469"/>
                      </a:lnTo>
                      <a:lnTo>
                        <a:pt x="148" y="476"/>
                      </a:lnTo>
                      <a:lnTo>
                        <a:pt x="124" y="483"/>
                      </a:lnTo>
                      <a:lnTo>
                        <a:pt x="101" y="488"/>
                      </a:lnTo>
                      <a:lnTo>
                        <a:pt x="76" y="493"/>
                      </a:lnTo>
                      <a:lnTo>
                        <a:pt x="52" y="496"/>
                      </a:lnTo>
                      <a:lnTo>
                        <a:pt x="27" y="498"/>
                      </a:lnTo>
                      <a:lnTo>
                        <a:pt x="0" y="498"/>
                      </a:lnTo>
                      <a:lnTo>
                        <a:pt x="0" y="627"/>
                      </a:lnTo>
                      <a:close/>
                    </a:path>
                  </a:pathLst>
                </a:custGeom>
                <a:solidFill>
                  <a:srgbClr val="00A7D1"/>
                </a:solidFill>
                <a:ln>
                  <a:noFill/>
                </a:ln>
              </p:spPr>
              <p:txBody>
                <a:bodyPr/>
                <a:lstStyle/>
                <a:p>
                  <a:pPr>
                    <a:defRPr/>
                  </a:pPr>
                  <a:endParaRPr lang="en-US" sz="1050">
                    <a:latin typeface="+mj-lt"/>
                  </a:endParaRPr>
                </a:p>
              </p:txBody>
            </p:sp>
            <p:sp>
              <p:nvSpPr>
                <p:cNvPr id="41070" name="Freeform 258">
                  <a:extLst>
                    <a:ext uri="{FF2B5EF4-FFF2-40B4-BE49-F238E27FC236}">
                      <a16:creationId xmlns="" xmlns:a16="http://schemas.microsoft.com/office/drawing/2014/main" id="{2D39D336-96A1-E93A-1A49-C0E6E89DA590}"/>
                    </a:ext>
                  </a:extLst>
                </p:cNvPr>
                <p:cNvSpPr>
                  <a:spLocks/>
                </p:cNvSpPr>
                <p:nvPr/>
              </p:nvSpPr>
              <p:spPr bwMode="auto">
                <a:xfrm>
                  <a:off x="4447" y="3607"/>
                  <a:ext cx="24" cy="24"/>
                </a:xfrm>
                <a:custGeom>
                  <a:avLst/>
                  <a:gdLst>
                    <a:gd name="T0" fmla="*/ 0 w 627"/>
                    <a:gd name="T1" fmla="*/ 0 h 627"/>
                    <a:gd name="T2" fmla="*/ 0 w 627"/>
                    <a:gd name="T3" fmla="*/ 0 h 627"/>
                    <a:gd name="T4" fmla="*/ 0 w 627"/>
                    <a:gd name="T5" fmla="*/ 0 h 627"/>
                    <a:gd name="T6" fmla="*/ 0 w 627"/>
                    <a:gd name="T7" fmla="*/ 0 h 627"/>
                    <a:gd name="T8" fmla="*/ 0 w 627"/>
                    <a:gd name="T9" fmla="*/ 0 h 627"/>
                    <a:gd name="T10" fmla="*/ 0 w 627"/>
                    <a:gd name="T11" fmla="*/ 0 h 627"/>
                    <a:gd name="T12" fmla="*/ 0 w 627"/>
                    <a:gd name="T13" fmla="*/ 0 h 627"/>
                    <a:gd name="T14" fmla="*/ 0 w 627"/>
                    <a:gd name="T15" fmla="*/ 0 h 627"/>
                    <a:gd name="T16" fmla="*/ 0 w 627"/>
                    <a:gd name="T17" fmla="*/ 0 h 627"/>
                    <a:gd name="T18" fmla="*/ 0 w 627"/>
                    <a:gd name="T19" fmla="*/ 0 h 627"/>
                    <a:gd name="T20" fmla="*/ 0 w 627"/>
                    <a:gd name="T21" fmla="*/ 0 h 627"/>
                    <a:gd name="T22" fmla="*/ 0 w 627"/>
                    <a:gd name="T23" fmla="*/ 0 h 627"/>
                    <a:gd name="T24" fmla="*/ 0 w 627"/>
                    <a:gd name="T25" fmla="*/ 0 h 627"/>
                    <a:gd name="T26" fmla="*/ 0 w 627"/>
                    <a:gd name="T27" fmla="*/ 0 h 627"/>
                    <a:gd name="T28" fmla="*/ 0 w 627"/>
                    <a:gd name="T29" fmla="*/ 0 h 627"/>
                    <a:gd name="T30" fmla="*/ 0 w 627"/>
                    <a:gd name="T31" fmla="*/ 0 h 627"/>
                    <a:gd name="T32" fmla="*/ 0 w 627"/>
                    <a:gd name="T33" fmla="*/ 0 h 627"/>
                    <a:gd name="T34" fmla="*/ 0 w 627"/>
                    <a:gd name="T35" fmla="*/ 0 h 627"/>
                    <a:gd name="T36" fmla="*/ 0 w 627"/>
                    <a:gd name="T37" fmla="*/ 0 h 627"/>
                    <a:gd name="T38" fmla="*/ 0 w 627"/>
                    <a:gd name="T39" fmla="*/ 0 h 627"/>
                    <a:gd name="T40" fmla="*/ 0 w 627"/>
                    <a:gd name="T41" fmla="*/ 0 h 627"/>
                    <a:gd name="T42" fmla="*/ 0 w 627"/>
                    <a:gd name="T43" fmla="*/ 0 h 627"/>
                    <a:gd name="T44" fmla="*/ 0 w 627"/>
                    <a:gd name="T45" fmla="*/ 0 h 627"/>
                    <a:gd name="T46" fmla="*/ 0 w 627"/>
                    <a:gd name="T47" fmla="*/ 0 h 627"/>
                    <a:gd name="T48" fmla="*/ 0 w 627"/>
                    <a:gd name="T49" fmla="*/ 0 h 627"/>
                    <a:gd name="T50" fmla="*/ 0 w 627"/>
                    <a:gd name="T51" fmla="*/ 0 h 627"/>
                    <a:gd name="T52" fmla="*/ 0 w 627"/>
                    <a:gd name="T53" fmla="*/ 0 h 627"/>
                    <a:gd name="T54" fmla="*/ 0 w 627"/>
                    <a:gd name="T55" fmla="*/ 0 h 627"/>
                    <a:gd name="T56" fmla="*/ 0 w 627"/>
                    <a:gd name="T57" fmla="*/ 0 h 627"/>
                    <a:gd name="T58" fmla="*/ 0 w 627"/>
                    <a:gd name="T59" fmla="*/ 0 h 627"/>
                    <a:gd name="T60" fmla="*/ 0 w 627"/>
                    <a:gd name="T61" fmla="*/ 0 h 627"/>
                    <a:gd name="T62" fmla="*/ 0 w 627"/>
                    <a:gd name="T63" fmla="*/ 0 h 627"/>
                    <a:gd name="T64" fmla="*/ 0 w 627"/>
                    <a:gd name="T65" fmla="*/ 0 h 627"/>
                    <a:gd name="T66" fmla="*/ 0 w 627"/>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7"/>
                    <a:gd name="T103" fmla="*/ 0 h 627"/>
                    <a:gd name="T104" fmla="*/ 627 w 627"/>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7" h="627">
                      <a:moveTo>
                        <a:pt x="0" y="0"/>
                      </a:moveTo>
                      <a:lnTo>
                        <a:pt x="0" y="0"/>
                      </a:lnTo>
                      <a:lnTo>
                        <a:pt x="1" y="31"/>
                      </a:lnTo>
                      <a:lnTo>
                        <a:pt x="3" y="63"/>
                      </a:lnTo>
                      <a:lnTo>
                        <a:pt x="6" y="95"/>
                      </a:lnTo>
                      <a:lnTo>
                        <a:pt x="13" y="126"/>
                      </a:lnTo>
                      <a:lnTo>
                        <a:pt x="19" y="156"/>
                      </a:lnTo>
                      <a:lnTo>
                        <a:pt x="28" y="186"/>
                      </a:lnTo>
                      <a:lnTo>
                        <a:pt x="38" y="216"/>
                      </a:lnTo>
                      <a:lnTo>
                        <a:pt x="49" y="244"/>
                      </a:lnTo>
                      <a:lnTo>
                        <a:pt x="62" y="271"/>
                      </a:lnTo>
                      <a:lnTo>
                        <a:pt x="75" y="299"/>
                      </a:lnTo>
                      <a:lnTo>
                        <a:pt x="90" y="325"/>
                      </a:lnTo>
                      <a:lnTo>
                        <a:pt x="107" y="350"/>
                      </a:lnTo>
                      <a:lnTo>
                        <a:pt x="124" y="375"/>
                      </a:lnTo>
                      <a:lnTo>
                        <a:pt x="143" y="398"/>
                      </a:lnTo>
                      <a:lnTo>
                        <a:pt x="163" y="421"/>
                      </a:lnTo>
                      <a:lnTo>
                        <a:pt x="184" y="443"/>
                      </a:lnTo>
                      <a:lnTo>
                        <a:pt x="206" y="464"/>
                      </a:lnTo>
                      <a:lnTo>
                        <a:pt x="229" y="484"/>
                      </a:lnTo>
                      <a:lnTo>
                        <a:pt x="252" y="503"/>
                      </a:lnTo>
                      <a:lnTo>
                        <a:pt x="277" y="520"/>
                      </a:lnTo>
                      <a:lnTo>
                        <a:pt x="302" y="536"/>
                      </a:lnTo>
                      <a:lnTo>
                        <a:pt x="328" y="552"/>
                      </a:lnTo>
                      <a:lnTo>
                        <a:pt x="356" y="565"/>
                      </a:lnTo>
                      <a:lnTo>
                        <a:pt x="383" y="578"/>
                      </a:lnTo>
                      <a:lnTo>
                        <a:pt x="412" y="589"/>
                      </a:lnTo>
                      <a:lnTo>
                        <a:pt x="441" y="599"/>
                      </a:lnTo>
                      <a:lnTo>
                        <a:pt x="471" y="608"/>
                      </a:lnTo>
                      <a:lnTo>
                        <a:pt x="501" y="614"/>
                      </a:lnTo>
                      <a:lnTo>
                        <a:pt x="532" y="621"/>
                      </a:lnTo>
                      <a:lnTo>
                        <a:pt x="564" y="624"/>
                      </a:lnTo>
                      <a:lnTo>
                        <a:pt x="596" y="626"/>
                      </a:lnTo>
                      <a:lnTo>
                        <a:pt x="627" y="627"/>
                      </a:lnTo>
                      <a:lnTo>
                        <a:pt x="627" y="498"/>
                      </a:lnTo>
                      <a:lnTo>
                        <a:pt x="601" y="498"/>
                      </a:lnTo>
                      <a:lnTo>
                        <a:pt x="576" y="496"/>
                      </a:lnTo>
                      <a:lnTo>
                        <a:pt x="552" y="493"/>
                      </a:lnTo>
                      <a:lnTo>
                        <a:pt x="527" y="488"/>
                      </a:lnTo>
                      <a:lnTo>
                        <a:pt x="502" y="483"/>
                      </a:lnTo>
                      <a:lnTo>
                        <a:pt x="479" y="476"/>
                      </a:lnTo>
                      <a:lnTo>
                        <a:pt x="456" y="469"/>
                      </a:lnTo>
                      <a:lnTo>
                        <a:pt x="433" y="459"/>
                      </a:lnTo>
                      <a:lnTo>
                        <a:pt x="412" y="449"/>
                      </a:lnTo>
                      <a:lnTo>
                        <a:pt x="390" y="438"/>
                      </a:lnTo>
                      <a:lnTo>
                        <a:pt x="369" y="426"/>
                      </a:lnTo>
                      <a:lnTo>
                        <a:pt x="349" y="413"/>
                      </a:lnTo>
                      <a:lnTo>
                        <a:pt x="329" y="400"/>
                      </a:lnTo>
                      <a:lnTo>
                        <a:pt x="311" y="384"/>
                      </a:lnTo>
                      <a:lnTo>
                        <a:pt x="292" y="369"/>
                      </a:lnTo>
                      <a:lnTo>
                        <a:pt x="275" y="352"/>
                      </a:lnTo>
                      <a:lnTo>
                        <a:pt x="258" y="335"/>
                      </a:lnTo>
                      <a:lnTo>
                        <a:pt x="243" y="316"/>
                      </a:lnTo>
                      <a:lnTo>
                        <a:pt x="227" y="298"/>
                      </a:lnTo>
                      <a:lnTo>
                        <a:pt x="214" y="278"/>
                      </a:lnTo>
                      <a:lnTo>
                        <a:pt x="201" y="258"/>
                      </a:lnTo>
                      <a:lnTo>
                        <a:pt x="189" y="237"/>
                      </a:lnTo>
                      <a:lnTo>
                        <a:pt x="178" y="216"/>
                      </a:lnTo>
                      <a:lnTo>
                        <a:pt x="168" y="194"/>
                      </a:lnTo>
                      <a:lnTo>
                        <a:pt x="158" y="171"/>
                      </a:lnTo>
                      <a:lnTo>
                        <a:pt x="151" y="148"/>
                      </a:lnTo>
                      <a:lnTo>
                        <a:pt x="144" y="125"/>
                      </a:lnTo>
                      <a:lnTo>
                        <a:pt x="139" y="100"/>
                      </a:lnTo>
                      <a:lnTo>
                        <a:pt x="134" y="75"/>
                      </a:lnTo>
                      <a:lnTo>
                        <a:pt x="131" y="51"/>
                      </a:lnTo>
                      <a:lnTo>
                        <a:pt x="129" y="26"/>
                      </a:lnTo>
                      <a:lnTo>
                        <a:pt x="129" y="0"/>
                      </a:lnTo>
                      <a:lnTo>
                        <a:pt x="0" y="0"/>
                      </a:lnTo>
                      <a:close/>
                    </a:path>
                  </a:pathLst>
                </a:custGeom>
                <a:solidFill>
                  <a:srgbClr val="00A7D1"/>
                </a:solidFill>
                <a:ln>
                  <a:noFill/>
                </a:ln>
              </p:spPr>
              <p:txBody>
                <a:bodyPr/>
                <a:lstStyle/>
                <a:p>
                  <a:pPr>
                    <a:defRPr/>
                  </a:pPr>
                  <a:endParaRPr lang="en-US" sz="1050">
                    <a:latin typeface="+mj-lt"/>
                  </a:endParaRPr>
                </a:p>
              </p:txBody>
            </p:sp>
            <p:sp>
              <p:nvSpPr>
                <p:cNvPr id="41071" name="Freeform 259">
                  <a:extLst>
                    <a:ext uri="{FF2B5EF4-FFF2-40B4-BE49-F238E27FC236}">
                      <a16:creationId xmlns="" xmlns:a16="http://schemas.microsoft.com/office/drawing/2014/main" id="{F5D15867-49A9-8E25-AE96-97B744107807}"/>
                    </a:ext>
                  </a:extLst>
                </p:cNvPr>
                <p:cNvSpPr>
                  <a:spLocks/>
                </p:cNvSpPr>
                <p:nvPr/>
              </p:nvSpPr>
              <p:spPr bwMode="auto">
                <a:xfrm>
                  <a:off x="4447" y="3583"/>
                  <a:ext cx="24" cy="23"/>
                </a:xfrm>
                <a:custGeom>
                  <a:avLst/>
                  <a:gdLst>
                    <a:gd name="T0" fmla="*/ 0 w 627"/>
                    <a:gd name="T1" fmla="*/ 0 h 628"/>
                    <a:gd name="T2" fmla="*/ 0 w 627"/>
                    <a:gd name="T3" fmla="*/ 0 h 628"/>
                    <a:gd name="T4" fmla="*/ 0 w 627"/>
                    <a:gd name="T5" fmla="*/ 0 h 628"/>
                    <a:gd name="T6" fmla="*/ 0 w 627"/>
                    <a:gd name="T7" fmla="*/ 0 h 628"/>
                    <a:gd name="T8" fmla="*/ 0 w 627"/>
                    <a:gd name="T9" fmla="*/ 0 h 628"/>
                    <a:gd name="T10" fmla="*/ 0 w 627"/>
                    <a:gd name="T11" fmla="*/ 0 h 628"/>
                    <a:gd name="T12" fmla="*/ 0 w 627"/>
                    <a:gd name="T13" fmla="*/ 0 h 628"/>
                    <a:gd name="T14" fmla="*/ 0 w 627"/>
                    <a:gd name="T15" fmla="*/ 0 h 628"/>
                    <a:gd name="T16" fmla="*/ 0 w 627"/>
                    <a:gd name="T17" fmla="*/ 0 h 628"/>
                    <a:gd name="T18" fmla="*/ 0 w 627"/>
                    <a:gd name="T19" fmla="*/ 0 h 628"/>
                    <a:gd name="T20" fmla="*/ 0 w 627"/>
                    <a:gd name="T21" fmla="*/ 0 h 628"/>
                    <a:gd name="T22" fmla="*/ 0 w 627"/>
                    <a:gd name="T23" fmla="*/ 0 h 628"/>
                    <a:gd name="T24" fmla="*/ 0 w 627"/>
                    <a:gd name="T25" fmla="*/ 0 h 628"/>
                    <a:gd name="T26" fmla="*/ 0 w 627"/>
                    <a:gd name="T27" fmla="*/ 0 h 628"/>
                    <a:gd name="T28" fmla="*/ 0 w 627"/>
                    <a:gd name="T29" fmla="*/ 0 h 628"/>
                    <a:gd name="T30" fmla="*/ 0 w 627"/>
                    <a:gd name="T31" fmla="*/ 0 h 628"/>
                    <a:gd name="T32" fmla="*/ 0 w 627"/>
                    <a:gd name="T33" fmla="*/ 0 h 628"/>
                    <a:gd name="T34" fmla="*/ 0 w 627"/>
                    <a:gd name="T35" fmla="*/ 0 h 628"/>
                    <a:gd name="T36" fmla="*/ 0 w 627"/>
                    <a:gd name="T37" fmla="*/ 0 h 628"/>
                    <a:gd name="T38" fmla="*/ 0 w 627"/>
                    <a:gd name="T39" fmla="*/ 0 h 628"/>
                    <a:gd name="T40" fmla="*/ 0 w 627"/>
                    <a:gd name="T41" fmla="*/ 0 h 628"/>
                    <a:gd name="T42" fmla="*/ 0 w 627"/>
                    <a:gd name="T43" fmla="*/ 0 h 628"/>
                    <a:gd name="T44" fmla="*/ 0 w 627"/>
                    <a:gd name="T45" fmla="*/ 0 h 628"/>
                    <a:gd name="T46" fmla="*/ 0 w 627"/>
                    <a:gd name="T47" fmla="*/ 0 h 628"/>
                    <a:gd name="T48" fmla="*/ 0 w 627"/>
                    <a:gd name="T49" fmla="*/ 0 h 628"/>
                    <a:gd name="T50" fmla="*/ 0 w 627"/>
                    <a:gd name="T51" fmla="*/ 0 h 628"/>
                    <a:gd name="T52" fmla="*/ 0 w 627"/>
                    <a:gd name="T53" fmla="*/ 0 h 628"/>
                    <a:gd name="T54" fmla="*/ 0 w 627"/>
                    <a:gd name="T55" fmla="*/ 0 h 628"/>
                    <a:gd name="T56" fmla="*/ 0 w 627"/>
                    <a:gd name="T57" fmla="*/ 0 h 628"/>
                    <a:gd name="T58" fmla="*/ 0 w 627"/>
                    <a:gd name="T59" fmla="*/ 0 h 628"/>
                    <a:gd name="T60" fmla="*/ 0 w 627"/>
                    <a:gd name="T61" fmla="*/ 0 h 628"/>
                    <a:gd name="T62" fmla="*/ 0 w 627"/>
                    <a:gd name="T63" fmla="*/ 0 h 628"/>
                    <a:gd name="T64" fmla="*/ 0 w 627"/>
                    <a:gd name="T65" fmla="*/ 0 h 628"/>
                    <a:gd name="T66" fmla="*/ 0 w 627"/>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7"/>
                    <a:gd name="T103" fmla="*/ 0 h 628"/>
                    <a:gd name="T104" fmla="*/ 627 w 627"/>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7" h="628">
                      <a:moveTo>
                        <a:pt x="627" y="0"/>
                      </a:moveTo>
                      <a:lnTo>
                        <a:pt x="627" y="0"/>
                      </a:lnTo>
                      <a:lnTo>
                        <a:pt x="596" y="1"/>
                      </a:lnTo>
                      <a:lnTo>
                        <a:pt x="563" y="3"/>
                      </a:lnTo>
                      <a:lnTo>
                        <a:pt x="532" y="8"/>
                      </a:lnTo>
                      <a:lnTo>
                        <a:pt x="501" y="13"/>
                      </a:lnTo>
                      <a:lnTo>
                        <a:pt x="471" y="20"/>
                      </a:lnTo>
                      <a:lnTo>
                        <a:pt x="441" y="28"/>
                      </a:lnTo>
                      <a:lnTo>
                        <a:pt x="412" y="38"/>
                      </a:lnTo>
                      <a:lnTo>
                        <a:pt x="383" y="49"/>
                      </a:lnTo>
                      <a:lnTo>
                        <a:pt x="356" y="62"/>
                      </a:lnTo>
                      <a:lnTo>
                        <a:pt x="328" y="77"/>
                      </a:lnTo>
                      <a:lnTo>
                        <a:pt x="302" y="91"/>
                      </a:lnTo>
                      <a:lnTo>
                        <a:pt x="277" y="107"/>
                      </a:lnTo>
                      <a:lnTo>
                        <a:pt x="252" y="125"/>
                      </a:lnTo>
                      <a:lnTo>
                        <a:pt x="229" y="143"/>
                      </a:lnTo>
                      <a:lnTo>
                        <a:pt x="206" y="163"/>
                      </a:lnTo>
                      <a:lnTo>
                        <a:pt x="184" y="184"/>
                      </a:lnTo>
                      <a:lnTo>
                        <a:pt x="163" y="206"/>
                      </a:lnTo>
                      <a:lnTo>
                        <a:pt x="143" y="229"/>
                      </a:lnTo>
                      <a:lnTo>
                        <a:pt x="124" y="253"/>
                      </a:lnTo>
                      <a:lnTo>
                        <a:pt x="107" y="277"/>
                      </a:lnTo>
                      <a:lnTo>
                        <a:pt x="90" y="302"/>
                      </a:lnTo>
                      <a:lnTo>
                        <a:pt x="75" y="329"/>
                      </a:lnTo>
                      <a:lnTo>
                        <a:pt x="62" y="356"/>
                      </a:lnTo>
                      <a:lnTo>
                        <a:pt x="49" y="384"/>
                      </a:lnTo>
                      <a:lnTo>
                        <a:pt x="38" y="412"/>
                      </a:lnTo>
                      <a:lnTo>
                        <a:pt x="28" y="441"/>
                      </a:lnTo>
                      <a:lnTo>
                        <a:pt x="19" y="471"/>
                      </a:lnTo>
                      <a:lnTo>
                        <a:pt x="13" y="502"/>
                      </a:lnTo>
                      <a:lnTo>
                        <a:pt x="6" y="532"/>
                      </a:lnTo>
                      <a:lnTo>
                        <a:pt x="3" y="564"/>
                      </a:lnTo>
                      <a:lnTo>
                        <a:pt x="1" y="596"/>
                      </a:lnTo>
                      <a:lnTo>
                        <a:pt x="0" y="628"/>
                      </a:lnTo>
                      <a:lnTo>
                        <a:pt x="129" y="628"/>
                      </a:lnTo>
                      <a:lnTo>
                        <a:pt x="129" y="601"/>
                      </a:lnTo>
                      <a:lnTo>
                        <a:pt x="131" y="576"/>
                      </a:lnTo>
                      <a:lnTo>
                        <a:pt x="134" y="552"/>
                      </a:lnTo>
                      <a:lnTo>
                        <a:pt x="139" y="527"/>
                      </a:lnTo>
                      <a:lnTo>
                        <a:pt x="144" y="504"/>
                      </a:lnTo>
                      <a:lnTo>
                        <a:pt x="151" y="480"/>
                      </a:lnTo>
                      <a:lnTo>
                        <a:pt x="158" y="457"/>
                      </a:lnTo>
                      <a:lnTo>
                        <a:pt x="168" y="434"/>
                      </a:lnTo>
                      <a:lnTo>
                        <a:pt x="178" y="412"/>
                      </a:lnTo>
                      <a:lnTo>
                        <a:pt x="189" y="391"/>
                      </a:lnTo>
                      <a:lnTo>
                        <a:pt x="201" y="370"/>
                      </a:lnTo>
                      <a:lnTo>
                        <a:pt x="214" y="349"/>
                      </a:lnTo>
                      <a:lnTo>
                        <a:pt x="227" y="330"/>
                      </a:lnTo>
                      <a:lnTo>
                        <a:pt x="243" y="311"/>
                      </a:lnTo>
                      <a:lnTo>
                        <a:pt x="258" y="292"/>
                      </a:lnTo>
                      <a:lnTo>
                        <a:pt x="275" y="275"/>
                      </a:lnTo>
                      <a:lnTo>
                        <a:pt x="292" y="259"/>
                      </a:lnTo>
                      <a:lnTo>
                        <a:pt x="311" y="243"/>
                      </a:lnTo>
                      <a:lnTo>
                        <a:pt x="329" y="228"/>
                      </a:lnTo>
                      <a:lnTo>
                        <a:pt x="349" y="215"/>
                      </a:lnTo>
                      <a:lnTo>
                        <a:pt x="369" y="202"/>
                      </a:lnTo>
                      <a:lnTo>
                        <a:pt x="390" y="189"/>
                      </a:lnTo>
                      <a:lnTo>
                        <a:pt x="412" y="179"/>
                      </a:lnTo>
                      <a:lnTo>
                        <a:pt x="433" y="169"/>
                      </a:lnTo>
                      <a:lnTo>
                        <a:pt x="456" y="160"/>
                      </a:lnTo>
                      <a:lnTo>
                        <a:pt x="479" y="151"/>
                      </a:lnTo>
                      <a:lnTo>
                        <a:pt x="502" y="145"/>
                      </a:lnTo>
                      <a:lnTo>
                        <a:pt x="527" y="139"/>
                      </a:lnTo>
                      <a:lnTo>
                        <a:pt x="552" y="135"/>
                      </a:lnTo>
                      <a:lnTo>
                        <a:pt x="576" y="131"/>
                      </a:lnTo>
                      <a:lnTo>
                        <a:pt x="602" y="129"/>
                      </a:lnTo>
                      <a:lnTo>
                        <a:pt x="627" y="129"/>
                      </a:lnTo>
                      <a:lnTo>
                        <a:pt x="627" y="0"/>
                      </a:lnTo>
                      <a:close/>
                    </a:path>
                  </a:pathLst>
                </a:custGeom>
                <a:solidFill>
                  <a:srgbClr val="00A7D1"/>
                </a:solidFill>
                <a:ln>
                  <a:noFill/>
                </a:ln>
              </p:spPr>
              <p:txBody>
                <a:bodyPr/>
                <a:lstStyle/>
                <a:p>
                  <a:pPr>
                    <a:defRPr/>
                  </a:pPr>
                  <a:endParaRPr lang="en-US" sz="1050">
                    <a:latin typeface="+mj-lt"/>
                  </a:endParaRPr>
                </a:p>
              </p:txBody>
            </p:sp>
            <p:sp>
              <p:nvSpPr>
                <p:cNvPr id="41072" name="Freeform 260">
                  <a:extLst>
                    <a:ext uri="{FF2B5EF4-FFF2-40B4-BE49-F238E27FC236}">
                      <a16:creationId xmlns="" xmlns:a16="http://schemas.microsoft.com/office/drawing/2014/main" id="{E39CA278-57EC-E375-04DC-69B49B2406F8}"/>
                    </a:ext>
                  </a:extLst>
                </p:cNvPr>
                <p:cNvSpPr>
                  <a:spLocks/>
                </p:cNvSpPr>
                <p:nvPr/>
              </p:nvSpPr>
              <p:spPr bwMode="auto">
                <a:xfrm>
                  <a:off x="4449" y="3734"/>
                  <a:ext cx="43" cy="42"/>
                </a:xfrm>
                <a:custGeom>
                  <a:avLst/>
                  <a:gdLst>
                    <a:gd name="T0" fmla="*/ 0 w 1126"/>
                    <a:gd name="T1" fmla="*/ 0 h 1126"/>
                    <a:gd name="T2" fmla="*/ 0 w 1126"/>
                    <a:gd name="T3" fmla="*/ 0 h 1126"/>
                    <a:gd name="T4" fmla="*/ 0 w 1126"/>
                    <a:gd name="T5" fmla="*/ 0 h 1126"/>
                    <a:gd name="T6" fmla="*/ 0 w 1126"/>
                    <a:gd name="T7" fmla="*/ 0 h 1126"/>
                    <a:gd name="T8" fmla="*/ 0 w 1126"/>
                    <a:gd name="T9" fmla="*/ 0 h 1126"/>
                    <a:gd name="T10" fmla="*/ 0 w 1126"/>
                    <a:gd name="T11" fmla="*/ 0 h 1126"/>
                    <a:gd name="T12" fmla="*/ 0 w 1126"/>
                    <a:gd name="T13" fmla="*/ 0 h 1126"/>
                    <a:gd name="T14" fmla="*/ 0 w 1126"/>
                    <a:gd name="T15" fmla="*/ 0 h 1126"/>
                    <a:gd name="T16" fmla="*/ 0 w 1126"/>
                    <a:gd name="T17" fmla="*/ 0 h 1126"/>
                    <a:gd name="T18" fmla="*/ 0 w 1126"/>
                    <a:gd name="T19" fmla="*/ 0 h 1126"/>
                    <a:gd name="T20" fmla="*/ 0 w 1126"/>
                    <a:gd name="T21" fmla="*/ 0 h 1126"/>
                    <a:gd name="T22" fmla="*/ 0 w 1126"/>
                    <a:gd name="T23" fmla="*/ 0 h 1126"/>
                    <a:gd name="T24" fmla="*/ 0 w 1126"/>
                    <a:gd name="T25" fmla="*/ 0 h 1126"/>
                    <a:gd name="T26" fmla="*/ 0 w 1126"/>
                    <a:gd name="T27" fmla="*/ 0 h 1126"/>
                    <a:gd name="T28" fmla="*/ 0 w 1126"/>
                    <a:gd name="T29" fmla="*/ 0 h 1126"/>
                    <a:gd name="T30" fmla="*/ 0 w 1126"/>
                    <a:gd name="T31" fmla="*/ 0 h 1126"/>
                    <a:gd name="T32" fmla="*/ 0 w 1126"/>
                    <a:gd name="T33" fmla="*/ 0 h 1126"/>
                    <a:gd name="T34" fmla="*/ 0 w 1126"/>
                    <a:gd name="T35" fmla="*/ 0 h 1126"/>
                    <a:gd name="T36" fmla="*/ 0 w 1126"/>
                    <a:gd name="T37" fmla="*/ 0 h 1126"/>
                    <a:gd name="T38" fmla="*/ 0 w 1126"/>
                    <a:gd name="T39" fmla="*/ 0 h 1126"/>
                    <a:gd name="T40" fmla="*/ 0 w 1126"/>
                    <a:gd name="T41" fmla="*/ 0 h 1126"/>
                    <a:gd name="T42" fmla="*/ 0 w 1126"/>
                    <a:gd name="T43" fmla="*/ 0 h 1126"/>
                    <a:gd name="T44" fmla="*/ 0 w 1126"/>
                    <a:gd name="T45" fmla="*/ 0 h 1126"/>
                    <a:gd name="T46" fmla="*/ 0 w 1126"/>
                    <a:gd name="T47" fmla="*/ 0 h 1126"/>
                    <a:gd name="T48" fmla="*/ 0 w 1126"/>
                    <a:gd name="T49" fmla="*/ 0 h 1126"/>
                    <a:gd name="T50" fmla="*/ 0 w 1126"/>
                    <a:gd name="T51" fmla="*/ 0 h 1126"/>
                    <a:gd name="T52" fmla="*/ 0 w 1126"/>
                    <a:gd name="T53" fmla="*/ 0 h 1126"/>
                    <a:gd name="T54" fmla="*/ 0 w 1126"/>
                    <a:gd name="T55" fmla="*/ 0 h 1126"/>
                    <a:gd name="T56" fmla="*/ 0 w 1126"/>
                    <a:gd name="T57" fmla="*/ 0 h 1126"/>
                    <a:gd name="T58" fmla="*/ 0 w 1126"/>
                    <a:gd name="T59" fmla="*/ 0 h 1126"/>
                    <a:gd name="T60" fmla="*/ 0 w 1126"/>
                    <a:gd name="T61" fmla="*/ 0 h 1126"/>
                    <a:gd name="T62" fmla="*/ 0 w 1126"/>
                    <a:gd name="T63" fmla="*/ 0 h 1126"/>
                    <a:gd name="T64" fmla="*/ 0 w 1126"/>
                    <a:gd name="T65" fmla="*/ 0 h 1126"/>
                    <a:gd name="T66" fmla="*/ 0 w 1126"/>
                    <a:gd name="T67" fmla="*/ 0 h 1126"/>
                    <a:gd name="T68" fmla="*/ 0 w 1126"/>
                    <a:gd name="T69" fmla="*/ 0 h 1126"/>
                    <a:gd name="T70" fmla="*/ 0 w 1126"/>
                    <a:gd name="T71" fmla="*/ 0 h 1126"/>
                    <a:gd name="T72" fmla="*/ 0 w 1126"/>
                    <a:gd name="T73" fmla="*/ 0 h 1126"/>
                    <a:gd name="T74" fmla="*/ 0 w 1126"/>
                    <a:gd name="T75" fmla="*/ 0 h 1126"/>
                    <a:gd name="T76" fmla="*/ 0 w 1126"/>
                    <a:gd name="T77" fmla="*/ 0 h 1126"/>
                    <a:gd name="T78" fmla="*/ 0 w 1126"/>
                    <a:gd name="T79" fmla="*/ 0 h 1126"/>
                    <a:gd name="T80" fmla="*/ 0 w 1126"/>
                    <a:gd name="T81" fmla="*/ 0 h 1126"/>
                    <a:gd name="T82" fmla="*/ 0 w 1126"/>
                    <a:gd name="T83" fmla="*/ 0 h 1126"/>
                    <a:gd name="T84" fmla="*/ 0 w 1126"/>
                    <a:gd name="T85" fmla="*/ 0 h 112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26"/>
                    <a:gd name="T130" fmla="*/ 0 h 1126"/>
                    <a:gd name="T131" fmla="*/ 1126 w 1126"/>
                    <a:gd name="T132" fmla="*/ 1126 h 112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26" h="1126">
                      <a:moveTo>
                        <a:pt x="563" y="0"/>
                      </a:moveTo>
                      <a:lnTo>
                        <a:pt x="591" y="1"/>
                      </a:lnTo>
                      <a:lnTo>
                        <a:pt x="620" y="3"/>
                      </a:lnTo>
                      <a:lnTo>
                        <a:pt x="648" y="6"/>
                      </a:lnTo>
                      <a:lnTo>
                        <a:pt x="676" y="12"/>
                      </a:lnTo>
                      <a:lnTo>
                        <a:pt x="703" y="18"/>
                      </a:lnTo>
                      <a:lnTo>
                        <a:pt x="730" y="25"/>
                      </a:lnTo>
                      <a:lnTo>
                        <a:pt x="756" y="35"/>
                      </a:lnTo>
                      <a:lnTo>
                        <a:pt x="782" y="45"/>
                      </a:lnTo>
                      <a:lnTo>
                        <a:pt x="807" y="56"/>
                      </a:lnTo>
                      <a:lnTo>
                        <a:pt x="831" y="68"/>
                      </a:lnTo>
                      <a:lnTo>
                        <a:pt x="854" y="82"/>
                      </a:lnTo>
                      <a:lnTo>
                        <a:pt x="877" y="96"/>
                      </a:lnTo>
                      <a:lnTo>
                        <a:pt x="899" y="113"/>
                      </a:lnTo>
                      <a:lnTo>
                        <a:pt x="921" y="129"/>
                      </a:lnTo>
                      <a:lnTo>
                        <a:pt x="941" y="147"/>
                      </a:lnTo>
                      <a:lnTo>
                        <a:pt x="961" y="165"/>
                      </a:lnTo>
                      <a:lnTo>
                        <a:pt x="979" y="185"/>
                      </a:lnTo>
                      <a:lnTo>
                        <a:pt x="998" y="206"/>
                      </a:lnTo>
                      <a:lnTo>
                        <a:pt x="1014" y="226"/>
                      </a:lnTo>
                      <a:lnTo>
                        <a:pt x="1030" y="248"/>
                      </a:lnTo>
                      <a:lnTo>
                        <a:pt x="1045" y="271"/>
                      </a:lnTo>
                      <a:lnTo>
                        <a:pt x="1058" y="296"/>
                      </a:lnTo>
                      <a:lnTo>
                        <a:pt x="1070" y="320"/>
                      </a:lnTo>
                      <a:lnTo>
                        <a:pt x="1082" y="345"/>
                      </a:lnTo>
                      <a:lnTo>
                        <a:pt x="1092" y="370"/>
                      </a:lnTo>
                      <a:lnTo>
                        <a:pt x="1101" y="396"/>
                      </a:lnTo>
                      <a:lnTo>
                        <a:pt x="1109" y="423"/>
                      </a:lnTo>
                      <a:lnTo>
                        <a:pt x="1115" y="450"/>
                      </a:lnTo>
                      <a:lnTo>
                        <a:pt x="1119" y="477"/>
                      </a:lnTo>
                      <a:lnTo>
                        <a:pt x="1123" y="506"/>
                      </a:lnTo>
                      <a:lnTo>
                        <a:pt x="1125" y="534"/>
                      </a:lnTo>
                      <a:lnTo>
                        <a:pt x="1126" y="563"/>
                      </a:lnTo>
                      <a:lnTo>
                        <a:pt x="1125" y="592"/>
                      </a:lnTo>
                      <a:lnTo>
                        <a:pt x="1123" y="621"/>
                      </a:lnTo>
                      <a:lnTo>
                        <a:pt x="1119" y="649"/>
                      </a:lnTo>
                      <a:lnTo>
                        <a:pt x="1115" y="677"/>
                      </a:lnTo>
                      <a:lnTo>
                        <a:pt x="1109" y="704"/>
                      </a:lnTo>
                      <a:lnTo>
                        <a:pt x="1101" y="730"/>
                      </a:lnTo>
                      <a:lnTo>
                        <a:pt x="1092" y="757"/>
                      </a:lnTo>
                      <a:lnTo>
                        <a:pt x="1082" y="782"/>
                      </a:lnTo>
                      <a:lnTo>
                        <a:pt x="1070" y="807"/>
                      </a:lnTo>
                      <a:lnTo>
                        <a:pt x="1058" y="831"/>
                      </a:lnTo>
                      <a:lnTo>
                        <a:pt x="1045" y="855"/>
                      </a:lnTo>
                      <a:lnTo>
                        <a:pt x="1030" y="877"/>
                      </a:lnTo>
                      <a:lnTo>
                        <a:pt x="1014" y="900"/>
                      </a:lnTo>
                      <a:lnTo>
                        <a:pt x="998" y="921"/>
                      </a:lnTo>
                      <a:lnTo>
                        <a:pt x="979" y="942"/>
                      </a:lnTo>
                      <a:lnTo>
                        <a:pt x="961" y="962"/>
                      </a:lnTo>
                      <a:lnTo>
                        <a:pt x="941" y="980"/>
                      </a:lnTo>
                      <a:lnTo>
                        <a:pt x="921" y="998"/>
                      </a:lnTo>
                      <a:lnTo>
                        <a:pt x="899" y="1014"/>
                      </a:lnTo>
                      <a:lnTo>
                        <a:pt x="877" y="1030"/>
                      </a:lnTo>
                      <a:lnTo>
                        <a:pt x="854" y="1045"/>
                      </a:lnTo>
                      <a:lnTo>
                        <a:pt x="831" y="1058"/>
                      </a:lnTo>
                      <a:lnTo>
                        <a:pt x="807" y="1071"/>
                      </a:lnTo>
                      <a:lnTo>
                        <a:pt x="782" y="1082"/>
                      </a:lnTo>
                      <a:lnTo>
                        <a:pt x="756" y="1092"/>
                      </a:lnTo>
                      <a:lnTo>
                        <a:pt x="730" y="1101"/>
                      </a:lnTo>
                      <a:lnTo>
                        <a:pt x="703" y="1108"/>
                      </a:lnTo>
                      <a:lnTo>
                        <a:pt x="676" y="1115"/>
                      </a:lnTo>
                      <a:lnTo>
                        <a:pt x="648" y="1120"/>
                      </a:lnTo>
                      <a:lnTo>
                        <a:pt x="620" y="1124"/>
                      </a:lnTo>
                      <a:lnTo>
                        <a:pt x="591" y="1126"/>
                      </a:lnTo>
                      <a:lnTo>
                        <a:pt x="563" y="1126"/>
                      </a:lnTo>
                      <a:lnTo>
                        <a:pt x="534" y="1126"/>
                      </a:lnTo>
                      <a:lnTo>
                        <a:pt x="506" y="1124"/>
                      </a:lnTo>
                      <a:lnTo>
                        <a:pt x="477" y="1120"/>
                      </a:lnTo>
                      <a:lnTo>
                        <a:pt x="450" y="1115"/>
                      </a:lnTo>
                      <a:lnTo>
                        <a:pt x="423" y="1108"/>
                      </a:lnTo>
                      <a:lnTo>
                        <a:pt x="395" y="1101"/>
                      </a:lnTo>
                      <a:lnTo>
                        <a:pt x="370" y="1092"/>
                      </a:lnTo>
                      <a:lnTo>
                        <a:pt x="344" y="1082"/>
                      </a:lnTo>
                      <a:lnTo>
                        <a:pt x="320" y="1071"/>
                      </a:lnTo>
                      <a:lnTo>
                        <a:pt x="294" y="1058"/>
                      </a:lnTo>
                      <a:lnTo>
                        <a:pt x="271" y="1045"/>
                      </a:lnTo>
                      <a:lnTo>
                        <a:pt x="248" y="1030"/>
                      </a:lnTo>
                      <a:lnTo>
                        <a:pt x="226" y="1014"/>
                      </a:lnTo>
                      <a:lnTo>
                        <a:pt x="205" y="998"/>
                      </a:lnTo>
                      <a:lnTo>
                        <a:pt x="185" y="980"/>
                      </a:lnTo>
                      <a:lnTo>
                        <a:pt x="165" y="962"/>
                      </a:lnTo>
                      <a:lnTo>
                        <a:pt x="146" y="942"/>
                      </a:lnTo>
                      <a:lnTo>
                        <a:pt x="129" y="921"/>
                      </a:lnTo>
                      <a:lnTo>
                        <a:pt x="111" y="900"/>
                      </a:lnTo>
                      <a:lnTo>
                        <a:pt x="96" y="877"/>
                      </a:lnTo>
                      <a:lnTo>
                        <a:pt x="82" y="855"/>
                      </a:lnTo>
                      <a:lnTo>
                        <a:pt x="68" y="831"/>
                      </a:lnTo>
                      <a:lnTo>
                        <a:pt x="55" y="807"/>
                      </a:lnTo>
                      <a:lnTo>
                        <a:pt x="43" y="782"/>
                      </a:lnTo>
                      <a:lnTo>
                        <a:pt x="34" y="757"/>
                      </a:lnTo>
                      <a:lnTo>
                        <a:pt x="25" y="730"/>
                      </a:lnTo>
                      <a:lnTo>
                        <a:pt x="17" y="704"/>
                      </a:lnTo>
                      <a:lnTo>
                        <a:pt x="11" y="677"/>
                      </a:lnTo>
                      <a:lnTo>
                        <a:pt x="6" y="649"/>
                      </a:lnTo>
                      <a:lnTo>
                        <a:pt x="3" y="621"/>
                      </a:lnTo>
                      <a:lnTo>
                        <a:pt x="1" y="592"/>
                      </a:lnTo>
                      <a:lnTo>
                        <a:pt x="0" y="563"/>
                      </a:lnTo>
                      <a:lnTo>
                        <a:pt x="1" y="534"/>
                      </a:lnTo>
                      <a:lnTo>
                        <a:pt x="3" y="506"/>
                      </a:lnTo>
                      <a:lnTo>
                        <a:pt x="6" y="477"/>
                      </a:lnTo>
                      <a:lnTo>
                        <a:pt x="11" y="450"/>
                      </a:lnTo>
                      <a:lnTo>
                        <a:pt x="17" y="423"/>
                      </a:lnTo>
                      <a:lnTo>
                        <a:pt x="25" y="396"/>
                      </a:lnTo>
                      <a:lnTo>
                        <a:pt x="34" y="370"/>
                      </a:lnTo>
                      <a:lnTo>
                        <a:pt x="43" y="345"/>
                      </a:lnTo>
                      <a:lnTo>
                        <a:pt x="55" y="320"/>
                      </a:lnTo>
                      <a:lnTo>
                        <a:pt x="68" y="296"/>
                      </a:lnTo>
                      <a:lnTo>
                        <a:pt x="82" y="271"/>
                      </a:lnTo>
                      <a:lnTo>
                        <a:pt x="96" y="248"/>
                      </a:lnTo>
                      <a:lnTo>
                        <a:pt x="111" y="226"/>
                      </a:lnTo>
                      <a:lnTo>
                        <a:pt x="129" y="206"/>
                      </a:lnTo>
                      <a:lnTo>
                        <a:pt x="146" y="185"/>
                      </a:lnTo>
                      <a:lnTo>
                        <a:pt x="165" y="165"/>
                      </a:lnTo>
                      <a:lnTo>
                        <a:pt x="185" y="147"/>
                      </a:lnTo>
                      <a:lnTo>
                        <a:pt x="205" y="129"/>
                      </a:lnTo>
                      <a:lnTo>
                        <a:pt x="226" y="113"/>
                      </a:lnTo>
                      <a:lnTo>
                        <a:pt x="248" y="96"/>
                      </a:lnTo>
                      <a:lnTo>
                        <a:pt x="271" y="82"/>
                      </a:lnTo>
                      <a:lnTo>
                        <a:pt x="294" y="68"/>
                      </a:lnTo>
                      <a:lnTo>
                        <a:pt x="320" y="56"/>
                      </a:lnTo>
                      <a:lnTo>
                        <a:pt x="344" y="45"/>
                      </a:lnTo>
                      <a:lnTo>
                        <a:pt x="370" y="35"/>
                      </a:lnTo>
                      <a:lnTo>
                        <a:pt x="395" y="25"/>
                      </a:lnTo>
                      <a:lnTo>
                        <a:pt x="423" y="18"/>
                      </a:lnTo>
                      <a:lnTo>
                        <a:pt x="450" y="12"/>
                      </a:lnTo>
                      <a:lnTo>
                        <a:pt x="477" y="6"/>
                      </a:lnTo>
                      <a:lnTo>
                        <a:pt x="506" y="3"/>
                      </a:lnTo>
                      <a:lnTo>
                        <a:pt x="534" y="1"/>
                      </a:lnTo>
                      <a:lnTo>
                        <a:pt x="563" y="0"/>
                      </a:lnTo>
                      <a:close/>
                    </a:path>
                  </a:pathLst>
                </a:custGeom>
                <a:solidFill>
                  <a:srgbClr val="DC2B19"/>
                </a:solidFill>
                <a:ln>
                  <a:noFill/>
                </a:ln>
              </p:spPr>
              <p:txBody>
                <a:bodyPr/>
                <a:lstStyle/>
                <a:p>
                  <a:pPr>
                    <a:defRPr/>
                  </a:pPr>
                  <a:endParaRPr lang="en-US" sz="1050">
                    <a:latin typeface="+mj-lt"/>
                  </a:endParaRPr>
                </a:p>
              </p:txBody>
            </p:sp>
            <p:sp>
              <p:nvSpPr>
                <p:cNvPr id="41073" name="Freeform 261">
                  <a:extLst>
                    <a:ext uri="{FF2B5EF4-FFF2-40B4-BE49-F238E27FC236}">
                      <a16:creationId xmlns="" xmlns:a16="http://schemas.microsoft.com/office/drawing/2014/main" id="{DB6C88E8-FBC6-4EEF-CB0B-639073AB51E5}"/>
                    </a:ext>
                  </a:extLst>
                </p:cNvPr>
                <p:cNvSpPr>
                  <a:spLocks/>
                </p:cNvSpPr>
                <p:nvPr/>
              </p:nvSpPr>
              <p:spPr bwMode="auto">
                <a:xfrm>
                  <a:off x="4474" y="3731"/>
                  <a:ext cx="22"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7" y="596"/>
                      </a:lnTo>
                      <a:lnTo>
                        <a:pt x="624" y="564"/>
                      </a:lnTo>
                      <a:lnTo>
                        <a:pt x="621" y="534"/>
                      </a:lnTo>
                      <a:lnTo>
                        <a:pt x="615" y="502"/>
                      </a:lnTo>
                      <a:lnTo>
                        <a:pt x="608" y="471"/>
                      </a:lnTo>
                      <a:lnTo>
                        <a:pt x="599" y="442"/>
                      </a:lnTo>
                      <a:lnTo>
                        <a:pt x="589" y="413"/>
                      </a:lnTo>
                      <a:lnTo>
                        <a:pt x="578" y="385"/>
                      </a:lnTo>
                      <a:lnTo>
                        <a:pt x="565" y="356"/>
                      </a:lnTo>
                      <a:lnTo>
                        <a:pt x="552" y="330"/>
                      </a:lnTo>
                      <a:lnTo>
                        <a:pt x="537" y="302"/>
                      </a:lnTo>
                      <a:lnTo>
                        <a:pt x="520" y="277"/>
                      </a:lnTo>
                      <a:lnTo>
                        <a:pt x="503" y="253"/>
                      </a:lnTo>
                      <a:lnTo>
                        <a:pt x="484" y="229"/>
                      </a:lnTo>
                      <a:lnTo>
                        <a:pt x="464" y="206"/>
                      </a:lnTo>
                      <a:lnTo>
                        <a:pt x="444" y="184"/>
                      </a:lnTo>
                      <a:lnTo>
                        <a:pt x="422" y="164"/>
                      </a:lnTo>
                      <a:lnTo>
                        <a:pt x="399" y="145"/>
                      </a:lnTo>
                      <a:lnTo>
                        <a:pt x="376" y="126"/>
                      </a:lnTo>
                      <a:lnTo>
                        <a:pt x="350" y="107"/>
                      </a:lnTo>
                      <a:lnTo>
                        <a:pt x="325" y="92"/>
                      </a:lnTo>
                      <a:lnTo>
                        <a:pt x="299" y="77"/>
                      </a:lnTo>
                      <a:lnTo>
                        <a:pt x="272" y="63"/>
                      </a:lnTo>
                      <a:lnTo>
                        <a:pt x="244" y="50"/>
                      </a:lnTo>
                      <a:lnTo>
                        <a:pt x="216" y="38"/>
                      </a:lnTo>
                      <a:lnTo>
                        <a:pt x="186" y="29"/>
                      </a:lnTo>
                      <a:lnTo>
                        <a:pt x="157" y="21"/>
                      </a:lnTo>
                      <a:lnTo>
                        <a:pt x="126" y="13"/>
                      </a:lnTo>
                      <a:lnTo>
                        <a:pt x="95" y="8"/>
                      </a:lnTo>
                      <a:lnTo>
                        <a:pt x="63" y="3"/>
                      </a:lnTo>
                      <a:lnTo>
                        <a:pt x="32" y="1"/>
                      </a:lnTo>
                      <a:lnTo>
                        <a:pt x="0" y="0"/>
                      </a:lnTo>
                      <a:lnTo>
                        <a:pt x="0" y="129"/>
                      </a:lnTo>
                      <a:lnTo>
                        <a:pt x="25" y="130"/>
                      </a:lnTo>
                      <a:lnTo>
                        <a:pt x="50" y="132"/>
                      </a:lnTo>
                      <a:lnTo>
                        <a:pt x="75" y="136"/>
                      </a:lnTo>
                      <a:lnTo>
                        <a:pt x="101" y="139"/>
                      </a:lnTo>
                      <a:lnTo>
                        <a:pt x="125" y="145"/>
                      </a:lnTo>
                      <a:lnTo>
                        <a:pt x="148" y="152"/>
                      </a:lnTo>
                      <a:lnTo>
                        <a:pt x="171" y="160"/>
                      </a:lnTo>
                      <a:lnTo>
                        <a:pt x="194" y="169"/>
                      </a:lnTo>
                      <a:lnTo>
                        <a:pt x="216" y="179"/>
                      </a:lnTo>
                      <a:lnTo>
                        <a:pt x="238" y="190"/>
                      </a:lnTo>
                      <a:lnTo>
                        <a:pt x="258" y="202"/>
                      </a:lnTo>
                      <a:lnTo>
                        <a:pt x="278" y="215"/>
                      </a:lnTo>
                      <a:lnTo>
                        <a:pt x="298" y="229"/>
                      </a:lnTo>
                      <a:lnTo>
                        <a:pt x="316" y="243"/>
                      </a:lnTo>
                      <a:lnTo>
                        <a:pt x="335" y="260"/>
                      </a:lnTo>
                      <a:lnTo>
                        <a:pt x="353" y="276"/>
                      </a:lnTo>
                      <a:lnTo>
                        <a:pt x="369" y="294"/>
                      </a:lnTo>
                      <a:lnTo>
                        <a:pt x="384" y="311"/>
                      </a:lnTo>
                      <a:lnTo>
                        <a:pt x="400" y="330"/>
                      </a:lnTo>
                      <a:lnTo>
                        <a:pt x="413" y="350"/>
                      </a:lnTo>
                      <a:lnTo>
                        <a:pt x="426" y="370"/>
                      </a:lnTo>
                      <a:lnTo>
                        <a:pt x="438" y="391"/>
                      </a:lnTo>
                      <a:lnTo>
                        <a:pt x="449" y="412"/>
                      </a:lnTo>
                      <a:lnTo>
                        <a:pt x="459" y="434"/>
                      </a:lnTo>
                      <a:lnTo>
                        <a:pt x="469" y="457"/>
                      </a:lnTo>
                      <a:lnTo>
                        <a:pt x="476" y="480"/>
                      </a:lnTo>
                      <a:lnTo>
                        <a:pt x="483" y="504"/>
                      </a:lnTo>
                      <a:lnTo>
                        <a:pt x="489" y="528"/>
                      </a:lnTo>
                      <a:lnTo>
                        <a:pt x="493" y="552"/>
                      </a:lnTo>
                      <a:lnTo>
                        <a:pt x="496" y="577"/>
                      </a:lnTo>
                      <a:lnTo>
                        <a:pt x="498" y="603"/>
                      </a:lnTo>
                      <a:lnTo>
                        <a:pt x="498" y="628"/>
                      </a:lnTo>
                      <a:lnTo>
                        <a:pt x="628" y="628"/>
                      </a:lnTo>
                      <a:close/>
                    </a:path>
                  </a:pathLst>
                </a:custGeom>
                <a:solidFill>
                  <a:srgbClr val="EF2B2F"/>
                </a:solidFill>
                <a:ln>
                  <a:noFill/>
                </a:ln>
              </p:spPr>
              <p:txBody>
                <a:bodyPr/>
                <a:lstStyle/>
                <a:p>
                  <a:pPr>
                    <a:defRPr/>
                  </a:pPr>
                  <a:endParaRPr lang="en-US" sz="1050">
                    <a:latin typeface="+mj-lt"/>
                  </a:endParaRPr>
                </a:p>
              </p:txBody>
            </p:sp>
            <p:sp>
              <p:nvSpPr>
                <p:cNvPr id="41074" name="Freeform 262">
                  <a:extLst>
                    <a:ext uri="{FF2B5EF4-FFF2-40B4-BE49-F238E27FC236}">
                      <a16:creationId xmlns="" xmlns:a16="http://schemas.microsoft.com/office/drawing/2014/main" id="{3CBB2493-7CF3-DAC2-9C4B-45384B2C8857}"/>
                    </a:ext>
                  </a:extLst>
                </p:cNvPr>
                <p:cNvSpPr>
                  <a:spLocks/>
                </p:cNvSpPr>
                <p:nvPr/>
              </p:nvSpPr>
              <p:spPr bwMode="auto">
                <a:xfrm>
                  <a:off x="4474" y="3755"/>
                  <a:ext cx="22"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2" y="628"/>
                      </a:lnTo>
                      <a:lnTo>
                        <a:pt x="63" y="624"/>
                      </a:lnTo>
                      <a:lnTo>
                        <a:pt x="95" y="621"/>
                      </a:lnTo>
                      <a:lnTo>
                        <a:pt x="126" y="615"/>
                      </a:lnTo>
                      <a:lnTo>
                        <a:pt x="157" y="608"/>
                      </a:lnTo>
                      <a:lnTo>
                        <a:pt x="186" y="600"/>
                      </a:lnTo>
                      <a:lnTo>
                        <a:pt x="216" y="590"/>
                      </a:lnTo>
                      <a:lnTo>
                        <a:pt x="244" y="578"/>
                      </a:lnTo>
                      <a:lnTo>
                        <a:pt x="272" y="566"/>
                      </a:lnTo>
                      <a:lnTo>
                        <a:pt x="299" y="552"/>
                      </a:lnTo>
                      <a:lnTo>
                        <a:pt x="325" y="537"/>
                      </a:lnTo>
                      <a:lnTo>
                        <a:pt x="350" y="520"/>
                      </a:lnTo>
                      <a:lnTo>
                        <a:pt x="376" y="503"/>
                      </a:lnTo>
                      <a:lnTo>
                        <a:pt x="399" y="484"/>
                      </a:lnTo>
                      <a:lnTo>
                        <a:pt x="422" y="464"/>
                      </a:lnTo>
                      <a:lnTo>
                        <a:pt x="444" y="443"/>
                      </a:lnTo>
                      <a:lnTo>
                        <a:pt x="464" y="422"/>
                      </a:lnTo>
                      <a:lnTo>
                        <a:pt x="484" y="400"/>
                      </a:lnTo>
                      <a:lnTo>
                        <a:pt x="503" y="376"/>
                      </a:lnTo>
                      <a:lnTo>
                        <a:pt x="520" y="350"/>
                      </a:lnTo>
                      <a:lnTo>
                        <a:pt x="537" y="325"/>
                      </a:lnTo>
                      <a:lnTo>
                        <a:pt x="552" y="299"/>
                      </a:lnTo>
                      <a:lnTo>
                        <a:pt x="565" y="273"/>
                      </a:lnTo>
                      <a:lnTo>
                        <a:pt x="578" y="244"/>
                      </a:lnTo>
                      <a:lnTo>
                        <a:pt x="589" y="216"/>
                      </a:lnTo>
                      <a:lnTo>
                        <a:pt x="599" y="187"/>
                      </a:lnTo>
                      <a:lnTo>
                        <a:pt x="608" y="156"/>
                      </a:lnTo>
                      <a:lnTo>
                        <a:pt x="615" y="127"/>
                      </a:lnTo>
                      <a:lnTo>
                        <a:pt x="621" y="95"/>
                      </a:lnTo>
                      <a:lnTo>
                        <a:pt x="624" y="64"/>
                      </a:lnTo>
                      <a:lnTo>
                        <a:pt x="627" y="33"/>
                      </a:lnTo>
                      <a:lnTo>
                        <a:pt x="628" y="0"/>
                      </a:lnTo>
                      <a:lnTo>
                        <a:pt x="498" y="0"/>
                      </a:lnTo>
                      <a:lnTo>
                        <a:pt x="498" y="26"/>
                      </a:lnTo>
                      <a:lnTo>
                        <a:pt x="496" y="51"/>
                      </a:lnTo>
                      <a:lnTo>
                        <a:pt x="493" y="76"/>
                      </a:lnTo>
                      <a:lnTo>
                        <a:pt x="489" y="101"/>
                      </a:lnTo>
                      <a:lnTo>
                        <a:pt x="483" y="125"/>
                      </a:lnTo>
                      <a:lnTo>
                        <a:pt x="476" y="148"/>
                      </a:lnTo>
                      <a:lnTo>
                        <a:pt x="469" y="172"/>
                      </a:lnTo>
                      <a:lnTo>
                        <a:pt x="459" y="194"/>
                      </a:lnTo>
                      <a:lnTo>
                        <a:pt x="449" y="216"/>
                      </a:lnTo>
                      <a:lnTo>
                        <a:pt x="438" y="238"/>
                      </a:lnTo>
                      <a:lnTo>
                        <a:pt x="426" y="258"/>
                      </a:lnTo>
                      <a:lnTo>
                        <a:pt x="413" y="279"/>
                      </a:lnTo>
                      <a:lnTo>
                        <a:pt x="400" y="298"/>
                      </a:lnTo>
                      <a:lnTo>
                        <a:pt x="384" y="318"/>
                      </a:lnTo>
                      <a:lnTo>
                        <a:pt x="369" y="335"/>
                      </a:lnTo>
                      <a:lnTo>
                        <a:pt x="353" y="353"/>
                      </a:lnTo>
                      <a:lnTo>
                        <a:pt x="335" y="369"/>
                      </a:lnTo>
                      <a:lnTo>
                        <a:pt x="316" y="384"/>
                      </a:lnTo>
                      <a:lnTo>
                        <a:pt x="298" y="400"/>
                      </a:lnTo>
                      <a:lnTo>
                        <a:pt x="278" y="414"/>
                      </a:lnTo>
                      <a:lnTo>
                        <a:pt x="258" y="427"/>
                      </a:lnTo>
                      <a:lnTo>
                        <a:pt x="238" y="439"/>
                      </a:lnTo>
                      <a:lnTo>
                        <a:pt x="216" y="450"/>
                      </a:lnTo>
                      <a:lnTo>
                        <a:pt x="194" y="460"/>
                      </a:lnTo>
                      <a:lnTo>
                        <a:pt x="171" y="469"/>
                      </a:lnTo>
                      <a:lnTo>
                        <a:pt x="148" y="476"/>
                      </a:lnTo>
                      <a:lnTo>
                        <a:pt x="125" y="483"/>
                      </a:lnTo>
                      <a:lnTo>
                        <a:pt x="101" y="488"/>
                      </a:lnTo>
                      <a:lnTo>
                        <a:pt x="75" y="493"/>
                      </a:lnTo>
                      <a:lnTo>
                        <a:pt x="51" y="496"/>
                      </a:lnTo>
                      <a:lnTo>
                        <a:pt x="26" y="498"/>
                      </a:lnTo>
                      <a:lnTo>
                        <a:pt x="0" y="498"/>
                      </a:lnTo>
                      <a:lnTo>
                        <a:pt x="0" y="628"/>
                      </a:lnTo>
                      <a:close/>
                    </a:path>
                  </a:pathLst>
                </a:custGeom>
                <a:solidFill>
                  <a:srgbClr val="EF2B2F"/>
                </a:solidFill>
                <a:ln>
                  <a:noFill/>
                </a:ln>
              </p:spPr>
              <p:txBody>
                <a:bodyPr/>
                <a:lstStyle/>
                <a:p>
                  <a:pPr>
                    <a:defRPr/>
                  </a:pPr>
                  <a:endParaRPr lang="en-US" sz="1050">
                    <a:latin typeface="+mj-lt"/>
                  </a:endParaRPr>
                </a:p>
              </p:txBody>
            </p:sp>
            <p:sp>
              <p:nvSpPr>
                <p:cNvPr id="41075" name="Freeform 263">
                  <a:extLst>
                    <a:ext uri="{FF2B5EF4-FFF2-40B4-BE49-F238E27FC236}">
                      <a16:creationId xmlns="" xmlns:a16="http://schemas.microsoft.com/office/drawing/2014/main" id="{83702F6B-7679-E695-9A1A-C22C0C9A4984}"/>
                    </a:ext>
                  </a:extLst>
                </p:cNvPr>
                <p:cNvSpPr>
                  <a:spLocks/>
                </p:cNvSpPr>
                <p:nvPr/>
              </p:nvSpPr>
              <p:spPr bwMode="auto">
                <a:xfrm>
                  <a:off x="4446" y="3755"/>
                  <a:ext cx="25"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1" y="33"/>
                      </a:lnTo>
                      <a:lnTo>
                        <a:pt x="3" y="64"/>
                      </a:lnTo>
                      <a:lnTo>
                        <a:pt x="8" y="95"/>
                      </a:lnTo>
                      <a:lnTo>
                        <a:pt x="13" y="127"/>
                      </a:lnTo>
                      <a:lnTo>
                        <a:pt x="20" y="156"/>
                      </a:lnTo>
                      <a:lnTo>
                        <a:pt x="28" y="187"/>
                      </a:lnTo>
                      <a:lnTo>
                        <a:pt x="38" y="216"/>
                      </a:lnTo>
                      <a:lnTo>
                        <a:pt x="49" y="244"/>
                      </a:lnTo>
                      <a:lnTo>
                        <a:pt x="62" y="273"/>
                      </a:lnTo>
                      <a:lnTo>
                        <a:pt x="77" y="299"/>
                      </a:lnTo>
                      <a:lnTo>
                        <a:pt x="91" y="325"/>
                      </a:lnTo>
                      <a:lnTo>
                        <a:pt x="107" y="350"/>
                      </a:lnTo>
                      <a:lnTo>
                        <a:pt x="125" y="376"/>
                      </a:lnTo>
                      <a:lnTo>
                        <a:pt x="143" y="400"/>
                      </a:lnTo>
                      <a:lnTo>
                        <a:pt x="163" y="422"/>
                      </a:lnTo>
                      <a:lnTo>
                        <a:pt x="184" y="443"/>
                      </a:lnTo>
                      <a:lnTo>
                        <a:pt x="206" y="464"/>
                      </a:lnTo>
                      <a:lnTo>
                        <a:pt x="229" y="484"/>
                      </a:lnTo>
                      <a:lnTo>
                        <a:pt x="253" y="503"/>
                      </a:lnTo>
                      <a:lnTo>
                        <a:pt x="277" y="520"/>
                      </a:lnTo>
                      <a:lnTo>
                        <a:pt x="302" y="537"/>
                      </a:lnTo>
                      <a:lnTo>
                        <a:pt x="329" y="552"/>
                      </a:lnTo>
                      <a:lnTo>
                        <a:pt x="356" y="566"/>
                      </a:lnTo>
                      <a:lnTo>
                        <a:pt x="383" y="578"/>
                      </a:lnTo>
                      <a:lnTo>
                        <a:pt x="412" y="590"/>
                      </a:lnTo>
                      <a:lnTo>
                        <a:pt x="442" y="600"/>
                      </a:lnTo>
                      <a:lnTo>
                        <a:pt x="471" y="608"/>
                      </a:lnTo>
                      <a:lnTo>
                        <a:pt x="502" y="615"/>
                      </a:lnTo>
                      <a:lnTo>
                        <a:pt x="532" y="621"/>
                      </a:lnTo>
                      <a:lnTo>
                        <a:pt x="564" y="624"/>
                      </a:lnTo>
                      <a:lnTo>
                        <a:pt x="596" y="628"/>
                      </a:lnTo>
                      <a:lnTo>
                        <a:pt x="628" y="628"/>
                      </a:lnTo>
                      <a:lnTo>
                        <a:pt x="628" y="498"/>
                      </a:lnTo>
                      <a:lnTo>
                        <a:pt x="602" y="498"/>
                      </a:lnTo>
                      <a:lnTo>
                        <a:pt x="576" y="496"/>
                      </a:lnTo>
                      <a:lnTo>
                        <a:pt x="552" y="493"/>
                      </a:lnTo>
                      <a:lnTo>
                        <a:pt x="527" y="488"/>
                      </a:lnTo>
                      <a:lnTo>
                        <a:pt x="503" y="483"/>
                      </a:lnTo>
                      <a:lnTo>
                        <a:pt x="480" y="476"/>
                      </a:lnTo>
                      <a:lnTo>
                        <a:pt x="457" y="469"/>
                      </a:lnTo>
                      <a:lnTo>
                        <a:pt x="434" y="460"/>
                      </a:lnTo>
                      <a:lnTo>
                        <a:pt x="412" y="450"/>
                      </a:lnTo>
                      <a:lnTo>
                        <a:pt x="390" y="439"/>
                      </a:lnTo>
                      <a:lnTo>
                        <a:pt x="369" y="427"/>
                      </a:lnTo>
                      <a:lnTo>
                        <a:pt x="349" y="414"/>
                      </a:lnTo>
                      <a:lnTo>
                        <a:pt x="330" y="400"/>
                      </a:lnTo>
                      <a:lnTo>
                        <a:pt x="311" y="384"/>
                      </a:lnTo>
                      <a:lnTo>
                        <a:pt x="293" y="369"/>
                      </a:lnTo>
                      <a:lnTo>
                        <a:pt x="276" y="353"/>
                      </a:lnTo>
                      <a:lnTo>
                        <a:pt x="259" y="335"/>
                      </a:lnTo>
                      <a:lnTo>
                        <a:pt x="243" y="318"/>
                      </a:lnTo>
                      <a:lnTo>
                        <a:pt x="228" y="298"/>
                      </a:lnTo>
                      <a:lnTo>
                        <a:pt x="215" y="279"/>
                      </a:lnTo>
                      <a:lnTo>
                        <a:pt x="202" y="258"/>
                      </a:lnTo>
                      <a:lnTo>
                        <a:pt x="190" y="238"/>
                      </a:lnTo>
                      <a:lnTo>
                        <a:pt x="179" y="216"/>
                      </a:lnTo>
                      <a:lnTo>
                        <a:pt x="169" y="194"/>
                      </a:lnTo>
                      <a:lnTo>
                        <a:pt x="160" y="172"/>
                      </a:lnTo>
                      <a:lnTo>
                        <a:pt x="151" y="148"/>
                      </a:lnTo>
                      <a:lnTo>
                        <a:pt x="145" y="125"/>
                      </a:lnTo>
                      <a:lnTo>
                        <a:pt x="139" y="101"/>
                      </a:lnTo>
                      <a:lnTo>
                        <a:pt x="135" y="76"/>
                      </a:lnTo>
                      <a:lnTo>
                        <a:pt x="131" y="51"/>
                      </a:lnTo>
                      <a:lnTo>
                        <a:pt x="129" y="26"/>
                      </a:lnTo>
                      <a:lnTo>
                        <a:pt x="129" y="0"/>
                      </a:lnTo>
                      <a:lnTo>
                        <a:pt x="0" y="0"/>
                      </a:lnTo>
                      <a:close/>
                    </a:path>
                  </a:pathLst>
                </a:custGeom>
                <a:solidFill>
                  <a:srgbClr val="EF2B2F"/>
                </a:solidFill>
                <a:ln>
                  <a:noFill/>
                </a:ln>
              </p:spPr>
              <p:txBody>
                <a:bodyPr/>
                <a:lstStyle/>
                <a:p>
                  <a:pPr>
                    <a:defRPr/>
                  </a:pPr>
                  <a:endParaRPr lang="en-US" sz="1050">
                    <a:latin typeface="+mj-lt"/>
                  </a:endParaRPr>
                </a:p>
              </p:txBody>
            </p:sp>
            <p:sp>
              <p:nvSpPr>
                <p:cNvPr id="41076" name="Freeform 264">
                  <a:extLst>
                    <a:ext uri="{FF2B5EF4-FFF2-40B4-BE49-F238E27FC236}">
                      <a16:creationId xmlns="" xmlns:a16="http://schemas.microsoft.com/office/drawing/2014/main" id="{6F0BCAAB-5409-5D0F-D0F1-81F4C800BCCF}"/>
                    </a:ext>
                  </a:extLst>
                </p:cNvPr>
                <p:cNvSpPr>
                  <a:spLocks/>
                </p:cNvSpPr>
                <p:nvPr/>
              </p:nvSpPr>
              <p:spPr bwMode="auto">
                <a:xfrm>
                  <a:off x="4446" y="3731"/>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6" y="1"/>
                      </a:lnTo>
                      <a:lnTo>
                        <a:pt x="564" y="3"/>
                      </a:lnTo>
                      <a:lnTo>
                        <a:pt x="532" y="8"/>
                      </a:lnTo>
                      <a:lnTo>
                        <a:pt x="502" y="13"/>
                      </a:lnTo>
                      <a:lnTo>
                        <a:pt x="471" y="21"/>
                      </a:lnTo>
                      <a:lnTo>
                        <a:pt x="442" y="29"/>
                      </a:lnTo>
                      <a:lnTo>
                        <a:pt x="412" y="38"/>
                      </a:lnTo>
                      <a:lnTo>
                        <a:pt x="383" y="50"/>
                      </a:lnTo>
                      <a:lnTo>
                        <a:pt x="356" y="63"/>
                      </a:lnTo>
                      <a:lnTo>
                        <a:pt x="329" y="77"/>
                      </a:lnTo>
                      <a:lnTo>
                        <a:pt x="302" y="92"/>
                      </a:lnTo>
                      <a:lnTo>
                        <a:pt x="277" y="107"/>
                      </a:lnTo>
                      <a:lnTo>
                        <a:pt x="253" y="126"/>
                      </a:lnTo>
                      <a:lnTo>
                        <a:pt x="229" y="145"/>
                      </a:lnTo>
                      <a:lnTo>
                        <a:pt x="206" y="164"/>
                      </a:lnTo>
                      <a:lnTo>
                        <a:pt x="184" y="184"/>
                      </a:lnTo>
                      <a:lnTo>
                        <a:pt x="163" y="206"/>
                      </a:lnTo>
                      <a:lnTo>
                        <a:pt x="143" y="229"/>
                      </a:lnTo>
                      <a:lnTo>
                        <a:pt x="125" y="253"/>
                      </a:lnTo>
                      <a:lnTo>
                        <a:pt x="107" y="277"/>
                      </a:lnTo>
                      <a:lnTo>
                        <a:pt x="91" y="302"/>
                      </a:lnTo>
                      <a:lnTo>
                        <a:pt x="77" y="330"/>
                      </a:lnTo>
                      <a:lnTo>
                        <a:pt x="62" y="356"/>
                      </a:lnTo>
                      <a:lnTo>
                        <a:pt x="49" y="385"/>
                      </a:lnTo>
                      <a:lnTo>
                        <a:pt x="38" y="413"/>
                      </a:lnTo>
                      <a:lnTo>
                        <a:pt x="28" y="442"/>
                      </a:lnTo>
                      <a:lnTo>
                        <a:pt x="20" y="472"/>
                      </a:lnTo>
                      <a:lnTo>
                        <a:pt x="13" y="502"/>
                      </a:lnTo>
                      <a:lnTo>
                        <a:pt x="8" y="534"/>
                      </a:lnTo>
                      <a:lnTo>
                        <a:pt x="3" y="564"/>
                      </a:lnTo>
                      <a:lnTo>
                        <a:pt x="1" y="596"/>
                      </a:lnTo>
                      <a:lnTo>
                        <a:pt x="0" y="628"/>
                      </a:lnTo>
                      <a:lnTo>
                        <a:pt x="129" y="628"/>
                      </a:lnTo>
                      <a:lnTo>
                        <a:pt x="129" y="603"/>
                      </a:lnTo>
                      <a:lnTo>
                        <a:pt x="131" y="577"/>
                      </a:lnTo>
                      <a:lnTo>
                        <a:pt x="135" y="552"/>
                      </a:lnTo>
                      <a:lnTo>
                        <a:pt x="139" y="528"/>
                      </a:lnTo>
                      <a:lnTo>
                        <a:pt x="145" y="504"/>
                      </a:lnTo>
                      <a:lnTo>
                        <a:pt x="151" y="480"/>
                      </a:lnTo>
                      <a:lnTo>
                        <a:pt x="160" y="457"/>
                      </a:lnTo>
                      <a:lnTo>
                        <a:pt x="169" y="434"/>
                      </a:lnTo>
                      <a:lnTo>
                        <a:pt x="179" y="412"/>
                      </a:lnTo>
                      <a:lnTo>
                        <a:pt x="190" y="391"/>
                      </a:lnTo>
                      <a:lnTo>
                        <a:pt x="202" y="370"/>
                      </a:lnTo>
                      <a:lnTo>
                        <a:pt x="215" y="350"/>
                      </a:lnTo>
                      <a:lnTo>
                        <a:pt x="228" y="330"/>
                      </a:lnTo>
                      <a:lnTo>
                        <a:pt x="243" y="311"/>
                      </a:lnTo>
                      <a:lnTo>
                        <a:pt x="259" y="294"/>
                      </a:lnTo>
                      <a:lnTo>
                        <a:pt x="276" y="276"/>
                      </a:lnTo>
                      <a:lnTo>
                        <a:pt x="293" y="260"/>
                      </a:lnTo>
                      <a:lnTo>
                        <a:pt x="311" y="243"/>
                      </a:lnTo>
                      <a:lnTo>
                        <a:pt x="330" y="229"/>
                      </a:lnTo>
                      <a:lnTo>
                        <a:pt x="349" y="215"/>
                      </a:lnTo>
                      <a:lnTo>
                        <a:pt x="369" y="202"/>
                      </a:lnTo>
                      <a:lnTo>
                        <a:pt x="390" y="190"/>
                      </a:lnTo>
                      <a:lnTo>
                        <a:pt x="412" y="179"/>
                      </a:lnTo>
                      <a:lnTo>
                        <a:pt x="434" y="169"/>
                      </a:lnTo>
                      <a:lnTo>
                        <a:pt x="457" y="160"/>
                      </a:lnTo>
                      <a:lnTo>
                        <a:pt x="480" y="152"/>
                      </a:lnTo>
                      <a:lnTo>
                        <a:pt x="504" y="145"/>
                      </a:lnTo>
                      <a:lnTo>
                        <a:pt x="527" y="139"/>
                      </a:lnTo>
                      <a:lnTo>
                        <a:pt x="552" y="136"/>
                      </a:lnTo>
                      <a:lnTo>
                        <a:pt x="577" y="132"/>
                      </a:lnTo>
                      <a:lnTo>
                        <a:pt x="603" y="130"/>
                      </a:lnTo>
                      <a:lnTo>
                        <a:pt x="628" y="129"/>
                      </a:lnTo>
                      <a:lnTo>
                        <a:pt x="628" y="0"/>
                      </a:lnTo>
                      <a:close/>
                    </a:path>
                  </a:pathLst>
                </a:custGeom>
                <a:solidFill>
                  <a:srgbClr val="EF2B2F"/>
                </a:solidFill>
                <a:ln>
                  <a:noFill/>
                </a:ln>
              </p:spPr>
              <p:txBody>
                <a:bodyPr/>
                <a:lstStyle/>
                <a:p>
                  <a:pPr>
                    <a:defRPr/>
                  </a:pPr>
                  <a:endParaRPr lang="en-US" sz="1050">
                    <a:latin typeface="+mj-lt"/>
                  </a:endParaRPr>
                </a:p>
              </p:txBody>
            </p:sp>
            <p:sp>
              <p:nvSpPr>
                <p:cNvPr id="41077" name="Freeform 265">
                  <a:extLst>
                    <a:ext uri="{FF2B5EF4-FFF2-40B4-BE49-F238E27FC236}">
                      <a16:creationId xmlns="" xmlns:a16="http://schemas.microsoft.com/office/drawing/2014/main" id="{14A14E76-E430-FDD1-ABDD-11BB66C393CA}"/>
                    </a:ext>
                  </a:extLst>
                </p:cNvPr>
                <p:cNvSpPr>
                  <a:spLocks/>
                </p:cNvSpPr>
                <p:nvPr/>
              </p:nvSpPr>
              <p:spPr bwMode="auto">
                <a:xfrm>
                  <a:off x="4474" y="3798"/>
                  <a:ext cx="22"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7" y="595"/>
                      </a:lnTo>
                      <a:lnTo>
                        <a:pt x="625" y="564"/>
                      </a:lnTo>
                      <a:lnTo>
                        <a:pt x="622" y="533"/>
                      </a:lnTo>
                      <a:lnTo>
                        <a:pt x="615" y="502"/>
                      </a:lnTo>
                      <a:lnTo>
                        <a:pt x="608" y="472"/>
                      </a:lnTo>
                      <a:lnTo>
                        <a:pt x="600" y="442"/>
                      </a:lnTo>
                      <a:lnTo>
                        <a:pt x="590" y="412"/>
                      </a:lnTo>
                      <a:lnTo>
                        <a:pt x="579" y="384"/>
                      </a:lnTo>
                      <a:lnTo>
                        <a:pt x="567" y="357"/>
                      </a:lnTo>
                      <a:lnTo>
                        <a:pt x="553" y="329"/>
                      </a:lnTo>
                      <a:lnTo>
                        <a:pt x="537" y="303"/>
                      </a:lnTo>
                      <a:lnTo>
                        <a:pt x="521" y="278"/>
                      </a:lnTo>
                      <a:lnTo>
                        <a:pt x="503" y="252"/>
                      </a:lnTo>
                      <a:lnTo>
                        <a:pt x="485" y="229"/>
                      </a:lnTo>
                      <a:lnTo>
                        <a:pt x="465" y="206"/>
                      </a:lnTo>
                      <a:lnTo>
                        <a:pt x="444" y="185"/>
                      </a:lnTo>
                      <a:lnTo>
                        <a:pt x="422" y="164"/>
                      </a:lnTo>
                      <a:lnTo>
                        <a:pt x="399" y="144"/>
                      </a:lnTo>
                      <a:lnTo>
                        <a:pt x="376" y="125"/>
                      </a:lnTo>
                      <a:lnTo>
                        <a:pt x="351" y="108"/>
                      </a:lnTo>
                      <a:lnTo>
                        <a:pt x="326" y="91"/>
                      </a:lnTo>
                      <a:lnTo>
                        <a:pt x="299" y="76"/>
                      </a:lnTo>
                      <a:lnTo>
                        <a:pt x="272" y="62"/>
                      </a:lnTo>
                      <a:lnTo>
                        <a:pt x="245" y="50"/>
                      </a:lnTo>
                      <a:lnTo>
                        <a:pt x="216" y="39"/>
                      </a:lnTo>
                      <a:lnTo>
                        <a:pt x="187" y="29"/>
                      </a:lnTo>
                      <a:lnTo>
                        <a:pt x="157" y="20"/>
                      </a:lnTo>
                      <a:lnTo>
                        <a:pt x="126" y="14"/>
                      </a:lnTo>
                      <a:lnTo>
                        <a:pt x="96" y="7"/>
                      </a:lnTo>
                      <a:lnTo>
                        <a:pt x="65" y="4"/>
                      </a:lnTo>
                      <a:lnTo>
                        <a:pt x="33" y="2"/>
                      </a:lnTo>
                      <a:lnTo>
                        <a:pt x="0" y="0"/>
                      </a:lnTo>
                      <a:lnTo>
                        <a:pt x="0" y="130"/>
                      </a:lnTo>
                      <a:lnTo>
                        <a:pt x="27" y="130"/>
                      </a:lnTo>
                      <a:lnTo>
                        <a:pt x="52" y="132"/>
                      </a:lnTo>
                      <a:lnTo>
                        <a:pt x="77" y="135"/>
                      </a:lnTo>
                      <a:lnTo>
                        <a:pt x="101" y="140"/>
                      </a:lnTo>
                      <a:lnTo>
                        <a:pt x="125" y="145"/>
                      </a:lnTo>
                      <a:lnTo>
                        <a:pt x="148" y="152"/>
                      </a:lnTo>
                      <a:lnTo>
                        <a:pt x="171" y="159"/>
                      </a:lnTo>
                      <a:lnTo>
                        <a:pt x="194" y="168"/>
                      </a:lnTo>
                      <a:lnTo>
                        <a:pt x="216" y="179"/>
                      </a:lnTo>
                      <a:lnTo>
                        <a:pt x="238" y="190"/>
                      </a:lnTo>
                      <a:lnTo>
                        <a:pt x="259" y="202"/>
                      </a:lnTo>
                      <a:lnTo>
                        <a:pt x="279" y="215"/>
                      </a:lnTo>
                      <a:lnTo>
                        <a:pt x="298" y="228"/>
                      </a:lnTo>
                      <a:lnTo>
                        <a:pt x="318" y="244"/>
                      </a:lnTo>
                      <a:lnTo>
                        <a:pt x="336" y="259"/>
                      </a:lnTo>
                      <a:lnTo>
                        <a:pt x="353" y="275"/>
                      </a:lnTo>
                      <a:lnTo>
                        <a:pt x="370" y="293"/>
                      </a:lnTo>
                      <a:lnTo>
                        <a:pt x="385" y="311"/>
                      </a:lnTo>
                      <a:lnTo>
                        <a:pt x="400" y="330"/>
                      </a:lnTo>
                      <a:lnTo>
                        <a:pt x="413" y="350"/>
                      </a:lnTo>
                      <a:lnTo>
                        <a:pt x="426" y="370"/>
                      </a:lnTo>
                      <a:lnTo>
                        <a:pt x="439" y="390"/>
                      </a:lnTo>
                      <a:lnTo>
                        <a:pt x="450" y="412"/>
                      </a:lnTo>
                      <a:lnTo>
                        <a:pt x="460" y="434"/>
                      </a:lnTo>
                      <a:lnTo>
                        <a:pt x="469" y="457"/>
                      </a:lnTo>
                      <a:lnTo>
                        <a:pt x="477" y="480"/>
                      </a:lnTo>
                      <a:lnTo>
                        <a:pt x="483" y="503"/>
                      </a:lnTo>
                      <a:lnTo>
                        <a:pt x="489" y="527"/>
                      </a:lnTo>
                      <a:lnTo>
                        <a:pt x="493" y="552"/>
                      </a:lnTo>
                      <a:lnTo>
                        <a:pt x="497" y="577"/>
                      </a:lnTo>
                      <a:lnTo>
                        <a:pt x="499" y="602"/>
                      </a:lnTo>
                      <a:lnTo>
                        <a:pt x="499" y="628"/>
                      </a:lnTo>
                      <a:lnTo>
                        <a:pt x="628" y="628"/>
                      </a:lnTo>
                      <a:close/>
                    </a:path>
                  </a:pathLst>
                </a:custGeom>
                <a:solidFill>
                  <a:srgbClr val="00A7D1"/>
                </a:solidFill>
                <a:ln>
                  <a:noFill/>
                </a:ln>
              </p:spPr>
              <p:txBody>
                <a:bodyPr/>
                <a:lstStyle/>
                <a:p>
                  <a:pPr>
                    <a:defRPr/>
                  </a:pPr>
                  <a:endParaRPr lang="en-US" sz="1050">
                    <a:latin typeface="+mj-lt"/>
                  </a:endParaRPr>
                </a:p>
              </p:txBody>
            </p:sp>
            <p:sp>
              <p:nvSpPr>
                <p:cNvPr id="41078" name="Freeform 266">
                  <a:extLst>
                    <a:ext uri="{FF2B5EF4-FFF2-40B4-BE49-F238E27FC236}">
                      <a16:creationId xmlns="" xmlns:a16="http://schemas.microsoft.com/office/drawing/2014/main" id="{1B7B691D-CCF1-74FB-A883-08B3855A0973}"/>
                    </a:ext>
                  </a:extLst>
                </p:cNvPr>
                <p:cNvSpPr>
                  <a:spLocks/>
                </p:cNvSpPr>
                <p:nvPr/>
              </p:nvSpPr>
              <p:spPr bwMode="auto">
                <a:xfrm>
                  <a:off x="4474" y="3821"/>
                  <a:ext cx="22"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2" y="627"/>
                      </a:lnTo>
                      <a:lnTo>
                        <a:pt x="64" y="625"/>
                      </a:lnTo>
                      <a:lnTo>
                        <a:pt x="96" y="620"/>
                      </a:lnTo>
                      <a:lnTo>
                        <a:pt x="126" y="615"/>
                      </a:lnTo>
                      <a:lnTo>
                        <a:pt x="157" y="608"/>
                      </a:lnTo>
                      <a:lnTo>
                        <a:pt x="187" y="599"/>
                      </a:lnTo>
                      <a:lnTo>
                        <a:pt x="216" y="590"/>
                      </a:lnTo>
                      <a:lnTo>
                        <a:pt x="245" y="578"/>
                      </a:lnTo>
                      <a:lnTo>
                        <a:pt x="272" y="566"/>
                      </a:lnTo>
                      <a:lnTo>
                        <a:pt x="299" y="551"/>
                      </a:lnTo>
                      <a:lnTo>
                        <a:pt x="326" y="536"/>
                      </a:lnTo>
                      <a:lnTo>
                        <a:pt x="351" y="521"/>
                      </a:lnTo>
                      <a:lnTo>
                        <a:pt x="376" y="503"/>
                      </a:lnTo>
                      <a:lnTo>
                        <a:pt x="399" y="484"/>
                      </a:lnTo>
                      <a:lnTo>
                        <a:pt x="422" y="465"/>
                      </a:lnTo>
                      <a:lnTo>
                        <a:pt x="444" y="444"/>
                      </a:lnTo>
                      <a:lnTo>
                        <a:pt x="465" y="422"/>
                      </a:lnTo>
                      <a:lnTo>
                        <a:pt x="485" y="399"/>
                      </a:lnTo>
                      <a:lnTo>
                        <a:pt x="503" y="375"/>
                      </a:lnTo>
                      <a:lnTo>
                        <a:pt x="521" y="351"/>
                      </a:lnTo>
                      <a:lnTo>
                        <a:pt x="537" y="326"/>
                      </a:lnTo>
                      <a:lnTo>
                        <a:pt x="553" y="299"/>
                      </a:lnTo>
                      <a:lnTo>
                        <a:pt x="567" y="272"/>
                      </a:lnTo>
                      <a:lnTo>
                        <a:pt x="579" y="243"/>
                      </a:lnTo>
                      <a:lnTo>
                        <a:pt x="590" y="215"/>
                      </a:lnTo>
                      <a:lnTo>
                        <a:pt x="600" y="186"/>
                      </a:lnTo>
                      <a:lnTo>
                        <a:pt x="608" y="157"/>
                      </a:lnTo>
                      <a:lnTo>
                        <a:pt x="615" y="126"/>
                      </a:lnTo>
                      <a:lnTo>
                        <a:pt x="622" y="96"/>
                      </a:lnTo>
                      <a:lnTo>
                        <a:pt x="625" y="64"/>
                      </a:lnTo>
                      <a:lnTo>
                        <a:pt x="627" y="32"/>
                      </a:lnTo>
                      <a:lnTo>
                        <a:pt x="628" y="0"/>
                      </a:lnTo>
                      <a:lnTo>
                        <a:pt x="499" y="0"/>
                      </a:lnTo>
                      <a:lnTo>
                        <a:pt x="499" y="25"/>
                      </a:lnTo>
                      <a:lnTo>
                        <a:pt x="497" y="51"/>
                      </a:lnTo>
                      <a:lnTo>
                        <a:pt x="493" y="76"/>
                      </a:lnTo>
                      <a:lnTo>
                        <a:pt x="489" y="100"/>
                      </a:lnTo>
                      <a:lnTo>
                        <a:pt x="483" y="124"/>
                      </a:lnTo>
                      <a:lnTo>
                        <a:pt x="477" y="148"/>
                      </a:lnTo>
                      <a:lnTo>
                        <a:pt x="469" y="171"/>
                      </a:lnTo>
                      <a:lnTo>
                        <a:pt x="460" y="194"/>
                      </a:lnTo>
                      <a:lnTo>
                        <a:pt x="450" y="216"/>
                      </a:lnTo>
                      <a:lnTo>
                        <a:pt x="439" y="237"/>
                      </a:lnTo>
                      <a:lnTo>
                        <a:pt x="426" y="258"/>
                      </a:lnTo>
                      <a:lnTo>
                        <a:pt x="413" y="278"/>
                      </a:lnTo>
                      <a:lnTo>
                        <a:pt x="400" y="298"/>
                      </a:lnTo>
                      <a:lnTo>
                        <a:pt x="385" y="317"/>
                      </a:lnTo>
                      <a:lnTo>
                        <a:pt x="370" y="334"/>
                      </a:lnTo>
                      <a:lnTo>
                        <a:pt x="353" y="352"/>
                      </a:lnTo>
                      <a:lnTo>
                        <a:pt x="336" y="368"/>
                      </a:lnTo>
                      <a:lnTo>
                        <a:pt x="317" y="385"/>
                      </a:lnTo>
                      <a:lnTo>
                        <a:pt x="298" y="399"/>
                      </a:lnTo>
                      <a:lnTo>
                        <a:pt x="279" y="413"/>
                      </a:lnTo>
                      <a:lnTo>
                        <a:pt x="259" y="426"/>
                      </a:lnTo>
                      <a:lnTo>
                        <a:pt x="238" y="438"/>
                      </a:lnTo>
                      <a:lnTo>
                        <a:pt x="216" y="449"/>
                      </a:lnTo>
                      <a:lnTo>
                        <a:pt x="194" y="459"/>
                      </a:lnTo>
                      <a:lnTo>
                        <a:pt x="171" y="468"/>
                      </a:lnTo>
                      <a:lnTo>
                        <a:pt x="148" y="476"/>
                      </a:lnTo>
                      <a:lnTo>
                        <a:pt x="125" y="483"/>
                      </a:lnTo>
                      <a:lnTo>
                        <a:pt x="101" y="489"/>
                      </a:lnTo>
                      <a:lnTo>
                        <a:pt x="77" y="493"/>
                      </a:lnTo>
                      <a:lnTo>
                        <a:pt x="52" y="496"/>
                      </a:lnTo>
                      <a:lnTo>
                        <a:pt x="27" y="498"/>
                      </a:lnTo>
                      <a:lnTo>
                        <a:pt x="0" y="499"/>
                      </a:lnTo>
                      <a:lnTo>
                        <a:pt x="0" y="628"/>
                      </a:lnTo>
                      <a:close/>
                    </a:path>
                  </a:pathLst>
                </a:custGeom>
                <a:solidFill>
                  <a:srgbClr val="00A7D1"/>
                </a:solidFill>
                <a:ln>
                  <a:noFill/>
                </a:ln>
              </p:spPr>
              <p:txBody>
                <a:bodyPr/>
                <a:lstStyle/>
                <a:p>
                  <a:pPr>
                    <a:defRPr/>
                  </a:pPr>
                  <a:endParaRPr lang="en-US" sz="1050">
                    <a:latin typeface="+mj-lt"/>
                  </a:endParaRPr>
                </a:p>
              </p:txBody>
            </p:sp>
            <p:sp>
              <p:nvSpPr>
                <p:cNvPr id="41079" name="Freeform 267">
                  <a:extLst>
                    <a:ext uri="{FF2B5EF4-FFF2-40B4-BE49-F238E27FC236}">
                      <a16:creationId xmlns="" xmlns:a16="http://schemas.microsoft.com/office/drawing/2014/main" id="{57FF2859-BA51-4DAE-809E-217D67D856E0}"/>
                    </a:ext>
                  </a:extLst>
                </p:cNvPr>
                <p:cNvSpPr>
                  <a:spLocks/>
                </p:cNvSpPr>
                <p:nvPr/>
              </p:nvSpPr>
              <p:spPr bwMode="auto">
                <a:xfrm>
                  <a:off x="4446" y="3821"/>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1" y="32"/>
                      </a:lnTo>
                      <a:lnTo>
                        <a:pt x="4" y="64"/>
                      </a:lnTo>
                      <a:lnTo>
                        <a:pt x="8" y="96"/>
                      </a:lnTo>
                      <a:lnTo>
                        <a:pt x="14" y="126"/>
                      </a:lnTo>
                      <a:lnTo>
                        <a:pt x="20" y="157"/>
                      </a:lnTo>
                      <a:lnTo>
                        <a:pt x="29" y="186"/>
                      </a:lnTo>
                      <a:lnTo>
                        <a:pt x="39" y="215"/>
                      </a:lnTo>
                      <a:lnTo>
                        <a:pt x="51" y="243"/>
                      </a:lnTo>
                      <a:lnTo>
                        <a:pt x="63" y="272"/>
                      </a:lnTo>
                      <a:lnTo>
                        <a:pt x="77" y="299"/>
                      </a:lnTo>
                      <a:lnTo>
                        <a:pt x="92" y="326"/>
                      </a:lnTo>
                      <a:lnTo>
                        <a:pt x="108" y="351"/>
                      </a:lnTo>
                      <a:lnTo>
                        <a:pt x="126" y="375"/>
                      </a:lnTo>
                      <a:lnTo>
                        <a:pt x="144" y="399"/>
                      </a:lnTo>
                      <a:lnTo>
                        <a:pt x="164" y="422"/>
                      </a:lnTo>
                      <a:lnTo>
                        <a:pt x="184" y="444"/>
                      </a:lnTo>
                      <a:lnTo>
                        <a:pt x="206" y="465"/>
                      </a:lnTo>
                      <a:lnTo>
                        <a:pt x="229" y="484"/>
                      </a:lnTo>
                      <a:lnTo>
                        <a:pt x="253" y="503"/>
                      </a:lnTo>
                      <a:lnTo>
                        <a:pt x="278" y="521"/>
                      </a:lnTo>
                      <a:lnTo>
                        <a:pt x="303" y="536"/>
                      </a:lnTo>
                      <a:lnTo>
                        <a:pt x="329" y="551"/>
                      </a:lnTo>
                      <a:lnTo>
                        <a:pt x="356" y="566"/>
                      </a:lnTo>
                      <a:lnTo>
                        <a:pt x="385" y="578"/>
                      </a:lnTo>
                      <a:lnTo>
                        <a:pt x="413" y="590"/>
                      </a:lnTo>
                      <a:lnTo>
                        <a:pt x="442" y="599"/>
                      </a:lnTo>
                      <a:lnTo>
                        <a:pt x="472" y="608"/>
                      </a:lnTo>
                      <a:lnTo>
                        <a:pt x="502" y="615"/>
                      </a:lnTo>
                      <a:lnTo>
                        <a:pt x="533" y="620"/>
                      </a:lnTo>
                      <a:lnTo>
                        <a:pt x="565" y="625"/>
                      </a:lnTo>
                      <a:lnTo>
                        <a:pt x="596" y="627"/>
                      </a:lnTo>
                      <a:lnTo>
                        <a:pt x="628" y="628"/>
                      </a:lnTo>
                      <a:lnTo>
                        <a:pt x="628" y="499"/>
                      </a:lnTo>
                      <a:lnTo>
                        <a:pt x="603" y="498"/>
                      </a:lnTo>
                      <a:lnTo>
                        <a:pt x="578" y="496"/>
                      </a:lnTo>
                      <a:lnTo>
                        <a:pt x="553" y="493"/>
                      </a:lnTo>
                      <a:lnTo>
                        <a:pt x="529" y="489"/>
                      </a:lnTo>
                      <a:lnTo>
                        <a:pt x="504" y="483"/>
                      </a:lnTo>
                      <a:lnTo>
                        <a:pt x="480" y="476"/>
                      </a:lnTo>
                      <a:lnTo>
                        <a:pt x="457" y="468"/>
                      </a:lnTo>
                      <a:lnTo>
                        <a:pt x="434" y="459"/>
                      </a:lnTo>
                      <a:lnTo>
                        <a:pt x="412" y="449"/>
                      </a:lnTo>
                      <a:lnTo>
                        <a:pt x="392" y="438"/>
                      </a:lnTo>
                      <a:lnTo>
                        <a:pt x="371" y="426"/>
                      </a:lnTo>
                      <a:lnTo>
                        <a:pt x="350" y="413"/>
                      </a:lnTo>
                      <a:lnTo>
                        <a:pt x="330" y="399"/>
                      </a:lnTo>
                      <a:lnTo>
                        <a:pt x="312" y="385"/>
                      </a:lnTo>
                      <a:lnTo>
                        <a:pt x="294" y="368"/>
                      </a:lnTo>
                      <a:lnTo>
                        <a:pt x="277" y="352"/>
                      </a:lnTo>
                      <a:lnTo>
                        <a:pt x="260" y="334"/>
                      </a:lnTo>
                      <a:lnTo>
                        <a:pt x="244" y="317"/>
                      </a:lnTo>
                      <a:lnTo>
                        <a:pt x="229" y="298"/>
                      </a:lnTo>
                      <a:lnTo>
                        <a:pt x="215" y="278"/>
                      </a:lnTo>
                      <a:lnTo>
                        <a:pt x="202" y="258"/>
                      </a:lnTo>
                      <a:lnTo>
                        <a:pt x="190" y="237"/>
                      </a:lnTo>
                      <a:lnTo>
                        <a:pt x="179" y="216"/>
                      </a:lnTo>
                      <a:lnTo>
                        <a:pt x="169" y="194"/>
                      </a:lnTo>
                      <a:lnTo>
                        <a:pt x="160" y="171"/>
                      </a:lnTo>
                      <a:lnTo>
                        <a:pt x="153" y="148"/>
                      </a:lnTo>
                      <a:lnTo>
                        <a:pt x="145" y="124"/>
                      </a:lnTo>
                      <a:lnTo>
                        <a:pt x="140" y="100"/>
                      </a:lnTo>
                      <a:lnTo>
                        <a:pt x="135" y="76"/>
                      </a:lnTo>
                      <a:lnTo>
                        <a:pt x="132" y="51"/>
                      </a:lnTo>
                      <a:lnTo>
                        <a:pt x="131" y="25"/>
                      </a:lnTo>
                      <a:lnTo>
                        <a:pt x="130" y="0"/>
                      </a:lnTo>
                      <a:lnTo>
                        <a:pt x="0" y="0"/>
                      </a:lnTo>
                      <a:close/>
                    </a:path>
                  </a:pathLst>
                </a:custGeom>
                <a:solidFill>
                  <a:srgbClr val="00A7D1"/>
                </a:solidFill>
                <a:ln>
                  <a:noFill/>
                </a:ln>
              </p:spPr>
              <p:txBody>
                <a:bodyPr/>
                <a:lstStyle/>
                <a:p>
                  <a:pPr>
                    <a:defRPr/>
                  </a:pPr>
                  <a:endParaRPr lang="en-US" sz="1050">
                    <a:latin typeface="+mj-lt"/>
                  </a:endParaRPr>
                </a:p>
              </p:txBody>
            </p:sp>
            <p:sp>
              <p:nvSpPr>
                <p:cNvPr id="41080" name="Freeform 268">
                  <a:extLst>
                    <a:ext uri="{FF2B5EF4-FFF2-40B4-BE49-F238E27FC236}">
                      <a16:creationId xmlns="" xmlns:a16="http://schemas.microsoft.com/office/drawing/2014/main" id="{0F2C318B-0C9E-5456-59B1-A2AC93309B0C}"/>
                    </a:ext>
                  </a:extLst>
                </p:cNvPr>
                <p:cNvSpPr>
                  <a:spLocks/>
                </p:cNvSpPr>
                <p:nvPr/>
              </p:nvSpPr>
              <p:spPr bwMode="auto">
                <a:xfrm>
                  <a:off x="4446" y="3798"/>
                  <a:ext cx="25"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6" y="2"/>
                      </a:lnTo>
                      <a:lnTo>
                        <a:pt x="565" y="4"/>
                      </a:lnTo>
                      <a:lnTo>
                        <a:pt x="533" y="7"/>
                      </a:lnTo>
                      <a:lnTo>
                        <a:pt x="502" y="14"/>
                      </a:lnTo>
                      <a:lnTo>
                        <a:pt x="472" y="20"/>
                      </a:lnTo>
                      <a:lnTo>
                        <a:pt x="442" y="29"/>
                      </a:lnTo>
                      <a:lnTo>
                        <a:pt x="413" y="39"/>
                      </a:lnTo>
                      <a:lnTo>
                        <a:pt x="385" y="50"/>
                      </a:lnTo>
                      <a:lnTo>
                        <a:pt x="356" y="62"/>
                      </a:lnTo>
                      <a:lnTo>
                        <a:pt x="329" y="76"/>
                      </a:lnTo>
                      <a:lnTo>
                        <a:pt x="303" y="91"/>
                      </a:lnTo>
                      <a:lnTo>
                        <a:pt x="278" y="108"/>
                      </a:lnTo>
                      <a:lnTo>
                        <a:pt x="253" y="125"/>
                      </a:lnTo>
                      <a:lnTo>
                        <a:pt x="229" y="144"/>
                      </a:lnTo>
                      <a:lnTo>
                        <a:pt x="206" y="164"/>
                      </a:lnTo>
                      <a:lnTo>
                        <a:pt x="184" y="185"/>
                      </a:lnTo>
                      <a:lnTo>
                        <a:pt x="164" y="206"/>
                      </a:lnTo>
                      <a:lnTo>
                        <a:pt x="144" y="229"/>
                      </a:lnTo>
                      <a:lnTo>
                        <a:pt x="126" y="252"/>
                      </a:lnTo>
                      <a:lnTo>
                        <a:pt x="108" y="278"/>
                      </a:lnTo>
                      <a:lnTo>
                        <a:pt x="92" y="303"/>
                      </a:lnTo>
                      <a:lnTo>
                        <a:pt x="77" y="329"/>
                      </a:lnTo>
                      <a:lnTo>
                        <a:pt x="63" y="357"/>
                      </a:lnTo>
                      <a:lnTo>
                        <a:pt x="51" y="384"/>
                      </a:lnTo>
                      <a:lnTo>
                        <a:pt x="39" y="412"/>
                      </a:lnTo>
                      <a:lnTo>
                        <a:pt x="29" y="442"/>
                      </a:lnTo>
                      <a:lnTo>
                        <a:pt x="20" y="472"/>
                      </a:lnTo>
                      <a:lnTo>
                        <a:pt x="14" y="502"/>
                      </a:lnTo>
                      <a:lnTo>
                        <a:pt x="8" y="533"/>
                      </a:lnTo>
                      <a:lnTo>
                        <a:pt x="4" y="565"/>
                      </a:lnTo>
                      <a:lnTo>
                        <a:pt x="1" y="596"/>
                      </a:lnTo>
                      <a:lnTo>
                        <a:pt x="0" y="628"/>
                      </a:lnTo>
                      <a:lnTo>
                        <a:pt x="130" y="628"/>
                      </a:lnTo>
                      <a:lnTo>
                        <a:pt x="131" y="602"/>
                      </a:lnTo>
                      <a:lnTo>
                        <a:pt x="132" y="577"/>
                      </a:lnTo>
                      <a:lnTo>
                        <a:pt x="135" y="552"/>
                      </a:lnTo>
                      <a:lnTo>
                        <a:pt x="140" y="527"/>
                      </a:lnTo>
                      <a:lnTo>
                        <a:pt x="145" y="503"/>
                      </a:lnTo>
                      <a:lnTo>
                        <a:pt x="153" y="480"/>
                      </a:lnTo>
                      <a:lnTo>
                        <a:pt x="160" y="457"/>
                      </a:lnTo>
                      <a:lnTo>
                        <a:pt x="169" y="434"/>
                      </a:lnTo>
                      <a:lnTo>
                        <a:pt x="179" y="412"/>
                      </a:lnTo>
                      <a:lnTo>
                        <a:pt x="190" y="390"/>
                      </a:lnTo>
                      <a:lnTo>
                        <a:pt x="202" y="370"/>
                      </a:lnTo>
                      <a:lnTo>
                        <a:pt x="215" y="350"/>
                      </a:lnTo>
                      <a:lnTo>
                        <a:pt x="229" y="330"/>
                      </a:lnTo>
                      <a:lnTo>
                        <a:pt x="244" y="312"/>
                      </a:lnTo>
                      <a:lnTo>
                        <a:pt x="260" y="293"/>
                      </a:lnTo>
                      <a:lnTo>
                        <a:pt x="277" y="275"/>
                      </a:lnTo>
                      <a:lnTo>
                        <a:pt x="294" y="259"/>
                      </a:lnTo>
                      <a:lnTo>
                        <a:pt x="312" y="244"/>
                      </a:lnTo>
                      <a:lnTo>
                        <a:pt x="330" y="228"/>
                      </a:lnTo>
                      <a:lnTo>
                        <a:pt x="350" y="215"/>
                      </a:lnTo>
                      <a:lnTo>
                        <a:pt x="371" y="202"/>
                      </a:lnTo>
                      <a:lnTo>
                        <a:pt x="392" y="190"/>
                      </a:lnTo>
                      <a:lnTo>
                        <a:pt x="412" y="179"/>
                      </a:lnTo>
                      <a:lnTo>
                        <a:pt x="434" y="168"/>
                      </a:lnTo>
                      <a:lnTo>
                        <a:pt x="457" y="159"/>
                      </a:lnTo>
                      <a:lnTo>
                        <a:pt x="480" y="152"/>
                      </a:lnTo>
                      <a:lnTo>
                        <a:pt x="504" y="145"/>
                      </a:lnTo>
                      <a:lnTo>
                        <a:pt x="529" y="140"/>
                      </a:lnTo>
                      <a:lnTo>
                        <a:pt x="553" y="135"/>
                      </a:lnTo>
                      <a:lnTo>
                        <a:pt x="578" y="132"/>
                      </a:lnTo>
                      <a:lnTo>
                        <a:pt x="603" y="130"/>
                      </a:lnTo>
                      <a:lnTo>
                        <a:pt x="628" y="130"/>
                      </a:lnTo>
                      <a:lnTo>
                        <a:pt x="628" y="0"/>
                      </a:lnTo>
                      <a:close/>
                    </a:path>
                  </a:pathLst>
                </a:custGeom>
                <a:solidFill>
                  <a:srgbClr val="00A7D1"/>
                </a:solidFill>
                <a:ln>
                  <a:noFill/>
                </a:ln>
              </p:spPr>
              <p:txBody>
                <a:bodyPr/>
                <a:lstStyle/>
                <a:p>
                  <a:pPr>
                    <a:defRPr/>
                  </a:pPr>
                  <a:endParaRPr lang="en-US" sz="1050">
                    <a:latin typeface="+mj-lt"/>
                  </a:endParaRPr>
                </a:p>
              </p:txBody>
            </p:sp>
            <p:sp>
              <p:nvSpPr>
                <p:cNvPr id="41081" name="Freeform 269">
                  <a:extLst>
                    <a:ext uri="{FF2B5EF4-FFF2-40B4-BE49-F238E27FC236}">
                      <a16:creationId xmlns="" xmlns:a16="http://schemas.microsoft.com/office/drawing/2014/main" id="{0974639E-56D1-080E-39EA-0514ED325F4C}"/>
                    </a:ext>
                  </a:extLst>
                </p:cNvPr>
                <p:cNvSpPr>
                  <a:spLocks/>
                </p:cNvSpPr>
                <p:nvPr/>
              </p:nvSpPr>
              <p:spPr bwMode="auto">
                <a:xfrm>
                  <a:off x="4608" y="3515"/>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7" y="596"/>
                      </a:lnTo>
                      <a:lnTo>
                        <a:pt x="624" y="564"/>
                      </a:lnTo>
                      <a:lnTo>
                        <a:pt x="620" y="532"/>
                      </a:lnTo>
                      <a:lnTo>
                        <a:pt x="615" y="502"/>
                      </a:lnTo>
                      <a:lnTo>
                        <a:pt x="608" y="471"/>
                      </a:lnTo>
                      <a:lnTo>
                        <a:pt x="599" y="441"/>
                      </a:lnTo>
                      <a:lnTo>
                        <a:pt x="589" y="413"/>
                      </a:lnTo>
                      <a:lnTo>
                        <a:pt x="577" y="384"/>
                      </a:lnTo>
                      <a:lnTo>
                        <a:pt x="565" y="356"/>
                      </a:lnTo>
                      <a:lnTo>
                        <a:pt x="551" y="330"/>
                      </a:lnTo>
                      <a:lnTo>
                        <a:pt x="536" y="302"/>
                      </a:lnTo>
                      <a:lnTo>
                        <a:pt x="520" y="277"/>
                      </a:lnTo>
                      <a:lnTo>
                        <a:pt x="502" y="253"/>
                      </a:lnTo>
                      <a:lnTo>
                        <a:pt x="484" y="229"/>
                      </a:lnTo>
                      <a:lnTo>
                        <a:pt x="464" y="206"/>
                      </a:lnTo>
                      <a:lnTo>
                        <a:pt x="444" y="185"/>
                      </a:lnTo>
                      <a:lnTo>
                        <a:pt x="422" y="163"/>
                      </a:lnTo>
                      <a:lnTo>
                        <a:pt x="399" y="143"/>
                      </a:lnTo>
                      <a:lnTo>
                        <a:pt x="375" y="126"/>
                      </a:lnTo>
                      <a:lnTo>
                        <a:pt x="351" y="107"/>
                      </a:lnTo>
                      <a:lnTo>
                        <a:pt x="325" y="92"/>
                      </a:lnTo>
                      <a:lnTo>
                        <a:pt x="299" y="77"/>
                      </a:lnTo>
                      <a:lnTo>
                        <a:pt x="272" y="62"/>
                      </a:lnTo>
                      <a:lnTo>
                        <a:pt x="243" y="50"/>
                      </a:lnTo>
                      <a:lnTo>
                        <a:pt x="216" y="38"/>
                      </a:lnTo>
                      <a:lnTo>
                        <a:pt x="186" y="28"/>
                      </a:lnTo>
                      <a:lnTo>
                        <a:pt x="157" y="21"/>
                      </a:lnTo>
                      <a:lnTo>
                        <a:pt x="126" y="13"/>
                      </a:lnTo>
                      <a:lnTo>
                        <a:pt x="95" y="7"/>
                      </a:lnTo>
                      <a:lnTo>
                        <a:pt x="63" y="3"/>
                      </a:lnTo>
                      <a:lnTo>
                        <a:pt x="32" y="1"/>
                      </a:lnTo>
                      <a:lnTo>
                        <a:pt x="0" y="0"/>
                      </a:lnTo>
                      <a:lnTo>
                        <a:pt x="0" y="129"/>
                      </a:lnTo>
                      <a:lnTo>
                        <a:pt x="25" y="130"/>
                      </a:lnTo>
                      <a:lnTo>
                        <a:pt x="50" y="131"/>
                      </a:lnTo>
                      <a:lnTo>
                        <a:pt x="75" y="136"/>
                      </a:lnTo>
                      <a:lnTo>
                        <a:pt x="100" y="139"/>
                      </a:lnTo>
                      <a:lnTo>
                        <a:pt x="124" y="144"/>
                      </a:lnTo>
                      <a:lnTo>
                        <a:pt x="148" y="152"/>
                      </a:lnTo>
                      <a:lnTo>
                        <a:pt x="171" y="160"/>
                      </a:lnTo>
                      <a:lnTo>
                        <a:pt x="194" y="169"/>
                      </a:lnTo>
                      <a:lnTo>
                        <a:pt x="216" y="178"/>
                      </a:lnTo>
                      <a:lnTo>
                        <a:pt x="237" y="189"/>
                      </a:lnTo>
                      <a:lnTo>
                        <a:pt x="257" y="201"/>
                      </a:lnTo>
                      <a:lnTo>
                        <a:pt x="278" y="215"/>
                      </a:lnTo>
                      <a:lnTo>
                        <a:pt x="298" y="229"/>
                      </a:lnTo>
                      <a:lnTo>
                        <a:pt x="317" y="243"/>
                      </a:lnTo>
                      <a:lnTo>
                        <a:pt x="334" y="259"/>
                      </a:lnTo>
                      <a:lnTo>
                        <a:pt x="352" y="276"/>
                      </a:lnTo>
                      <a:lnTo>
                        <a:pt x="368" y="293"/>
                      </a:lnTo>
                      <a:lnTo>
                        <a:pt x="384" y="311"/>
                      </a:lnTo>
                      <a:lnTo>
                        <a:pt x="399" y="330"/>
                      </a:lnTo>
                      <a:lnTo>
                        <a:pt x="413" y="349"/>
                      </a:lnTo>
                      <a:lnTo>
                        <a:pt x="426" y="370"/>
                      </a:lnTo>
                      <a:lnTo>
                        <a:pt x="438" y="391"/>
                      </a:lnTo>
                      <a:lnTo>
                        <a:pt x="449" y="412"/>
                      </a:lnTo>
                      <a:lnTo>
                        <a:pt x="459" y="434"/>
                      </a:lnTo>
                      <a:lnTo>
                        <a:pt x="468" y="457"/>
                      </a:lnTo>
                      <a:lnTo>
                        <a:pt x="475" y="480"/>
                      </a:lnTo>
                      <a:lnTo>
                        <a:pt x="483" y="504"/>
                      </a:lnTo>
                      <a:lnTo>
                        <a:pt x="489" y="528"/>
                      </a:lnTo>
                      <a:lnTo>
                        <a:pt x="493" y="552"/>
                      </a:lnTo>
                      <a:lnTo>
                        <a:pt x="496" y="577"/>
                      </a:lnTo>
                      <a:lnTo>
                        <a:pt x="497" y="602"/>
                      </a:lnTo>
                      <a:lnTo>
                        <a:pt x="498" y="628"/>
                      </a:lnTo>
                      <a:lnTo>
                        <a:pt x="628" y="628"/>
                      </a:lnTo>
                      <a:close/>
                    </a:path>
                  </a:pathLst>
                </a:custGeom>
                <a:solidFill>
                  <a:srgbClr val="EF2B2F"/>
                </a:solidFill>
                <a:ln>
                  <a:noFill/>
                </a:ln>
              </p:spPr>
              <p:txBody>
                <a:bodyPr/>
                <a:lstStyle/>
                <a:p>
                  <a:pPr>
                    <a:defRPr/>
                  </a:pPr>
                  <a:endParaRPr lang="en-US" sz="1050">
                    <a:latin typeface="+mj-lt"/>
                  </a:endParaRPr>
                </a:p>
              </p:txBody>
            </p:sp>
            <p:sp>
              <p:nvSpPr>
                <p:cNvPr id="41082" name="Freeform 270">
                  <a:extLst>
                    <a:ext uri="{FF2B5EF4-FFF2-40B4-BE49-F238E27FC236}">
                      <a16:creationId xmlns="" xmlns:a16="http://schemas.microsoft.com/office/drawing/2014/main" id="{08805685-5B98-2547-E780-CE5E3324824B}"/>
                    </a:ext>
                  </a:extLst>
                </p:cNvPr>
                <p:cNvSpPr>
                  <a:spLocks/>
                </p:cNvSpPr>
                <p:nvPr/>
              </p:nvSpPr>
              <p:spPr bwMode="auto">
                <a:xfrm>
                  <a:off x="4608" y="3539"/>
                  <a:ext cx="25"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627"/>
                      </a:moveTo>
                      <a:lnTo>
                        <a:pt x="0" y="627"/>
                      </a:lnTo>
                      <a:lnTo>
                        <a:pt x="32" y="627"/>
                      </a:lnTo>
                      <a:lnTo>
                        <a:pt x="63" y="624"/>
                      </a:lnTo>
                      <a:lnTo>
                        <a:pt x="95" y="621"/>
                      </a:lnTo>
                      <a:lnTo>
                        <a:pt x="126" y="615"/>
                      </a:lnTo>
                      <a:lnTo>
                        <a:pt x="157" y="608"/>
                      </a:lnTo>
                      <a:lnTo>
                        <a:pt x="186" y="599"/>
                      </a:lnTo>
                      <a:lnTo>
                        <a:pt x="216" y="589"/>
                      </a:lnTo>
                      <a:lnTo>
                        <a:pt x="243" y="578"/>
                      </a:lnTo>
                      <a:lnTo>
                        <a:pt x="272" y="566"/>
                      </a:lnTo>
                      <a:lnTo>
                        <a:pt x="299" y="552"/>
                      </a:lnTo>
                      <a:lnTo>
                        <a:pt x="325" y="536"/>
                      </a:lnTo>
                      <a:lnTo>
                        <a:pt x="351" y="520"/>
                      </a:lnTo>
                      <a:lnTo>
                        <a:pt x="375" y="502"/>
                      </a:lnTo>
                      <a:lnTo>
                        <a:pt x="399" y="484"/>
                      </a:lnTo>
                      <a:lnTo>
                        <a:pt x="422" y="464"/>
                      </a:lnTo>
                      <a:lnTo>
                        <a:pt x="444" y="443"/>
                      </a:lnTo>
                      <a:lnTo>
                        <a:pt x="464" y="421"/>
                      </a:lnTo>
                      <a:lnTo>
                        <a:pt x="484" y="399"/>
                      </a:lnTo>
                      <a:lnTo>
                        <a:pt x="502" y="375"/>
                      </a:lnTo>
                      <a:lnTo>
                        <a:pt x="520" y="350"/>
                      </a:lnTo>
                      <a:lnTo>
                        <a:pt x="536" y="325"/>
                      </a:lnTo>
                      <a:lnTo>
                        <a:pt x="551" y="299"/>
                      </a:lnTo>
                      <a:lnTo>
                        <a:pt x="565" y="271"/>
                      </a:lnTo>
                      <a:lnTo>
                        <a:pt x="577" y="244"/>
                      </a:lnTo>
                      <a:lnTo>
                        <a:pt x="589" y="215"/>
                      </a:lnTo>
                      <a:lnTo>
                        <a:pt x="599" y="186"/>
                      </a:lnTo>
                      <a:lnTo>
                        <a:pt x="608" y="156"/>
                      </a:lnTo>
                      <a:lnTo>
                        <a:pt x="615" y="126"/>
                      </a:lnTo>
                      <a:lnTo>
                        <a:pt x="620" y="95"/>
                      </a:lnTo>
                      <a:lnTo>
                        <a:pt x="624" y="64"/>
                      </a:lnTo>
                      <a:lnTo>
                        <a:pt x="627" y="32"/>
                      </a:lnTo>
                      <a:lnTo>
                        <a:pt x="628" y="0"/>
                      </a:lnTo>
                      <a:lnTo>
                        <a:pt x="498" y="0"/>
                      </a:lnTo>
                      <a:lnTo>
                        <a:pt x="497" y="26"/>
                      </a:lnTo>
                      <a:lnTo>
                        <a:pt x="496" y="51"/>
                      </a:lnTo>
                      <a:lnTo>
                        <a:pt x="493" y="76"/>
                      </a:lnTo>
                      <a:lnTo>
                        <a:pt x="489" y="100"/>
                      </a:lnTo>
                      <a:lnTo>
                        <a:pt x="483" y="124"/>
                      </a:lnTo>
                      <a:lnTo>
                        <a:pt x="475" y="147"/>
                      </a:lnTo>
                      <a:lnTo>
                        <a:pt x="468" y="170"/>
                      </a:lnTo>
                      <a:lnTo>
                        <a:pt x="459" y="193"/>
                      </a:lnTo>
                      <a:lnTo>
                        <a:pt x="449" y="215"/>
                      </a:lnTo>
                      <a:lnTo>
                        <a:pt x="438" y="237"/>
                      </a:lnTo>
                      <a:lnTo>
                        <a:pt x="426" y="258"/>
                      </a:lnTo>
                      <a:lnTo>
                        <a:pt x="413" y="278"/>
                      </a:lnTo>
                      <a:lnTo>
                        <a:pt x="399" y="298"/>
                      </a:lnTo>
                      <a:lnTo>
                        <a:pt x="384" y="316"/>
                      </a:lnTo>
                      <a:lnTo>
                        <a:pt x="368" y="335"/>
                      </a:lnTo>
                      <a:lnTo>
                        <a:pt x="352" y="352"/>
                      </a:lnTo>
                      <a:lnTo>
                        <a:pt x="334" y="369"/>
                      </a:lnTo>
                      <a:lnTo>
                        <a:pt x="317" y="384"/>
                      </a:lnTo>
                      <a:lnTo>
                        <a:pt x="298" y="399"/>
                      </a:lnTo>
                      <a:lnTo>
                        <a:pt x="278" y="414"/>
                      </a:lnTo>
                      <a:lnTo>
                        <a:pt x="257" y="427"/>
                      </a:lnTo>
                      <a:lnTo>
                        <a:pt x="237" y="439"/>
                      </a:lnTo>
                      <a:lnTo>
                        <a:pt x="216" y="450"/>
                      </a:lnTo>
                      <a:lnTo>
                        <a:pt x="194" y="460"/>
                      </a:lnTo>
                      <a:lnTo>
                        <a:pt x="171" y="468"/>
                      </a:lnTo>
                      <a:lnTo>
                        <a:pt x="148" y="476"/>
                      </a:lnTo>
                      <a:lnTo>
                        <a:pt x="124" y="483"/>
                      </a:lnTo>
                      <a:lnTo>
                        <a:pt x="100" y="488"/>
                      </a:lnTo>
                      <a:lnTo>
                        <a:pt x="75" y="493"/>
                      </a:lnTo>
                      <a:lnTo>
                        <a:pt x="50" y="496"/>
                      </a:lnTo>
                      <a:lnTo>
                        <a:pt x="25" y="498"/>
                      </a:lnTo>
                      <a:lnTo>
                        <a:pt x="0" y="498"/>
                      </a:lnTo>
                      <a:lnTo>
                        <a:pt x="0" y="627"/>
                      </a:lnTo>
                      <a:close/>
                    </a:path>
                  </a:pathLst>
                </a:custGeom>
                <a:solidFill>
                  <a:srgbClr val="EF2B2F"/>
                </a:solidFill>
                <a:ln>
                  <a:noFill/>
                </a:ln>
              </p:spPr>
              <p:txBody>
                <a:bodyPr/>
                <a:lstStyle/>
                <a:p>
                  <a:pPr>
                    <a:defRPr/>
                  </a:pPr>
                  <a:endParaRPr lang="en-US" sz="1050">
                    <a:latin typeface="+mj-lt"/>
                  </a:endParaRPr>
                </a:p>
              </p:txBody>
            </p:sp>
            <p:sp>
              <p:nvSpPr>
                <p:cNvPr id="41083" name="Freeform 271">
                  <a:extLst>
                    <a:ext uri="{FF2B5EF4-FFF2-40B4-BE49-F238E27FC236}">
                      <a16:creationId xmlns="" xmlns:a16="http://schemas.microsoft.com/office/drawing/2014/main" id="{24678374-CA68-8D79-A39F-C55DDD63D245}"/>
                    </a:ext>
                  </a:extLst>
                </p:cNvPr>
                <p:cNvSpPr>
                  <a:spLocks/>
                </p:cNvSpPr>
                <p:nvPr/>
              </p:nvSpPr>
              <p:spPr bwMode="auto">
                <a:xfrm>
                  <a:off x="4585" y="3539"/>
                  <a:ext cx="23"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0"/>
                      </a:moveTo>
                      <a:lnTo>
                        <a:pt x="0" y="0"/>
                      </a:lnTo>
                      <a:lnTo>
                        <a:pt x="1" y="31"/>
                      </a:lnTo>
                      <a:lnTo>
                        <a:pt x="3" y="64"/>
                      </a:lnTo>
                      <a:lnTo>
                        <a:pt x="7" y="95"/>
                      </a:lnTo>
                      <a:lnTo>
                        <a:pt x="12" y="126"/>
                      </a:lnTo>
                      <a:lnTo>
                        <a:pt x="20" y="156"/>
                      </a:lnTo>
                      <a:lnTo>
                        <a:pt x="28" y="186"/>
                      </a:lnTo>
                      <a:lnTo>
                        <a:pt x="38" y="215"/>
                      </a:lnTo>
                      <a:lnTo>
                        <a:pt x="49" y="244"/>
                      </a:lnTo>
                      <a:lnTo>
                        <a:pt x="61" y="271"/>
                      </a:lnTo>
                      <a:lnTo>
                        <a:pt x="76" y="299"/>
                      </a:lnTo>
                      <a:lnTo>
                        <a:pt x="91" y="325"/>
                      </a:lnTo>
                      <a:lnTo>
                        <a:pt x="107" y="350"/>
                      </a:lnTo>
                      <a:lnTo>
                        <a:pt x="125" y="375"/>
                      </a:lnTo>
                      <a:lnTo>
                        <a:pt x="144" y="399"/>
                      </a:lnTo>
                      <a:lnTo>
                        <a:pt x="163" y="421"/>
                      </a:lnTo>
                      <a:lnTo>
                        <a:pt x="184" y="443"/>
                      </a:lnTo>
                      <a:lnTo>
                        <a:pt x="206" y="464"/>
                      </a:lnTo>
                      <a:lnTo>
                        <a:pt x="228" y="484"/>
                      </a:lnTo>
                      <a:lnTo>
                        <a:pt x="252" y="502"/>
                      </a:lnTo>
                      <a:lnTo>
                        <a:pt x="277" y="520"/>
                      </a:lnTo>
                      <a:lnTo>
                        <a:pt x="302" y="536"/>
                      </a:lnTo>
                      <a:lnTo>
                        <a:pt x="329" y="552"/>
                      </a:lnTo>
                      <a:lnTo>
                        <a:pt x="356" y="566"/>
                      </a:lnTo>
                      <a:lnTo>
                        <a:pt x="384" y="578"/>
                      </a:lnTo>
                      <a:lnTo>
                        <a:pt x="412" y="589"/>
                      </a:lnTo>
                      <a:lnTo>
                        <a:pt x="442" y="599"/>
                      </a:lnTo>
                      <a:lnTo>
                        <a:pt x="471" y="608"/>
                      </a:lnTo>
                      <a:lnTo>
                        <a:pt x="502" y="615"/>
                      </a:lnTo>
                      <a:lnTo>
                        <a:pt x="533" y="621"/>
                      </a:lnTo>
                      <a:lnTo>
                        <a:pt x="564" y="624"/>
                      </a:lnTo>
                      <a:lnTo>
                        <a:pt x="596" y="627"/>
                      </a:lnTo>
                      <a:lnTo>
                        <a:pt x="628" y="627"/>
                      </a:lnTo>
                      <a:lnTo>
                        <a:pt x="628" y="498"/>
                      </a:lnTo>
                      <a:lnTo>
                        <a:pt x="602" y="498"/>
                      </a:lnTo>
                      <a:lnTo>
                        <a:pt x="576" y="496"/>
                      </a:lnTo>
                      <a:lnTo>
                        <a:pt x="551" y="493"/>
                      </a:lnTo>
                      <a:lnTo>
                        <a:pt x="527" y="488"/>
                      </a:lnTo>
                      <a:lnTo>
                        <a:pt x="503" y="483"/>
                      </a:lnTo>
                      <a:lnTo>
                        <a:pt x="480" y="476"/>
                      </a:lnTo>
                      <a:lnTo>
                        <a:pt x="457" y="468"/>
                      </a:lnTo>
                      <a:lnTo>
                        <a:pt x="434" y="460"/>
                      </a:lnTo>
                      <a:lnTo>
                        <a:pt x="412" y="450"/>
                      </a:lnTo>
                      <a:lnTo>
                        <a:pt x="390" y="439"/>
                      </a:lnTo>
                      <a:lnTo>
                        <a:pt x="369" y="427"/>
                      </a:lnTo>
                      <a:lnTo>
                        <a:pt x="350" y="414"/>
                      </a:lnTo>
                      <a:lnTo>
                        <a:pt x="330" y="399"/>
                      </a:lnTo>
                      <a:lnTo>
                        <a:pt x="311" y="384"/>
                      </a:lnTo>
                      <a:lnTo>
                        <a:pt x="293" y="369"/>
                      </a:lnTo>
                      <a:lnTo>
                        <a:pt x="275" y="352"/>
                      </a:lnTo>
                      <a:lnTo>
                        <a:pt x="259" y="335"/>
                      </a:lnTo>
                      <a:lnTo>
                        <a:pt x="243" y="316"/>
                      </a:lnTo>
                      <a:lnTo>
                        <a:pt x="228" y="298"/>
                      </a:lnTo>
                      <a:lnTo>
                        <a:pt x="215" y="278"/>
                      </a:lnTo>
                      <a:lnTo>
                        <a:pt x="201" y="258"/>
                      </a:lnTo>
                      <a:lnTo>
                        <a:pt x="188" y="237"/>
                      </a:lnTo>
                      <a:lnTo>
                        <a:pt x="178" y="215"/>
                      </a:lnTo>
                      <a:lnTo>
                        <a:pt x="168" y="193"/>
                      </a:lnTo>
                      <a:lnTo>
                        <a:pt x="159" y="170"/>
                      </a:lnTo>
                      <a:lnTo>
                        <a:pt x="151" y="147"/>
                      </a:lnTo>
                      <a:lnTo>
                        <a:pt x="145" y="124"/>
                      </a:lnTo>
                      <a:lnTo>
                        <a:pt x="139" y="100"/>
                      </a:lnTo>
                      <a:lnTo>
                        <a:pt x="135" y="76"/>
                      </a:lnTo>
                      <a:lnTo>
                        <a:pt x="131" y="51"/>
                      </a:lnTo>
                      <a:lnTo>
                        <a:pt x="129" y="26"/>
                      </a:lnTo>
                      <a:lnTo>
                        <a:pt x="129" y="0"/>
                      </a:lnTo>
                      <a:lnTo>
                        <a:pt x="0" y="0"/>
                      </a:lnTo>
                      <a:close/>
                    </a:path>
                  </a:pathLst>
                </a:custGeom>
                <a:solidFill>
                  <a:srgbClr val="EF2B2F"/>
                </a:solidFill>
                <a:ln>
                  <a:noFill/>
                </a:ln>
              </p:spPr>
              <p:txBody>
                <a:bodyPr/>
                <a:lstStyle/>
                <a:p>
                  <a:pPr>
                    <a:defRPr/>
                  </a:pPr>
                  <a:endParaRPr lang="en-US" sz="1050">
                    <a:latin typeface="+mj-lt"/>
                  </a:endParaRPr>
                </a:p>
              </p:txBody>
            </p:sp>
            <p:sp>
              <p:nvSpPr>
                <p:cNvPr id="41084" name="Freeform 272">
                  <a:extLst>
                    <a:ext uri="{FF2B5EF4-FFF2-40B4-BE49-F238E27FC236}">
                      <a16:creationId xmlns="" xmlns:a16="http://schemas.microsoft.com/office/drawing/2014/main" id="{B1BA8FD6-D938-90F8-60D9-B64458AEC31E}"/>
                    </a:ext>
                  </a:extLst>
                </p:cNvPr>
                <p:cNvSpPr>
                  <a:spLocks/>
                </p:cNvSpPr>
                <p:nvPr/>
              </p:nvSpPr>
              <p:spPr bwMode="auto">
                <a:xfrm>
                  <a:off x="4585" y="3515"/>
                  <a:ext cx="23"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5" y="1"/>
                      </a:lnTo>
                      <a:lnTo>
                        <a:pt x="563" y="3"/>
                      </a:lnTo>
                      <a:lnTo>
                        <a:pt x="533" y="7"/>
                      </a:lnTo>
                      <a:lnTo>
                        <a:pt x="502" y="13"/>
                      </a:lnTo>
                      <a:lnTo>
                        <a:pt x="471" y="21"/>
                      </a:lnTo>
                      <a:lnTo>
                        <a:pt x="442" y="28"/>
                      </a:lnTo>
                      <a:lnTo>
                        <a:pt x="412" y="38"/>
                      </a:lnTo>
                      <a:lnTo>
                        <a:pt x="384" y="50"/>
                      </a:lnTo>
                      <a:lnTo>
                        <a:pt x="356" y="62"/>
                      </a:lnTo>
                      <a:lnTo>
                        <a:pt x="329" y="77"/>
                      </a:lnTo>
                      <a:lnTo>
                        <a:pt x="302" y="92"/>
                      </a:lnTo>
                      <a:lnTo>
                        <a:pt x="277" y="107"/>
                      </a:lnTo>
                      <a:lnTo>
                        <a:pt x="252" y="126"/>
                      </a:lnTo>
                      <a:lnTo>
                        <a:pt x="228" y="143"/>
                      </a:lnTo>
                      <a:lnTo>
                        <a:pt x="206" y="163"/>
                      </a:lnTo>
                      <a:lnTo>
                        <a:pt x="184" y="184"/>
                      </a:lnTo>
                      <a:lnTo>
                        <a:pt x="163" y="206"/>
                      </a:lnTo>
                      <a:lnTo>
                        <a:pt x="144" y="229"/>
                      </a:lnTo>
                      <a:lnTo>
                        <a:pt x="125" y="253"/>
                      </a:lnTo>
                      <a:lnTo>
                        <a:pt x="107" y="277"/>
                      </a:lnTo>
                      <a:lnTo>
                        <a:pt x="91" y="302"/>
                      </a:lnTo>
                      <a:lnTo>
                        <a:pt x="76" y="330"/>
                      </a:lnTo>
                      <a:lnTo>
                        <a:pt x="61" y="356"/>
                      </a:lnTo>
                      <a:lnTo>
                        <a:pt x="49" y="384"/>
                      </a:lnTo>
                      <a:lnTo>
                        <a:pt x="38" y="413"/>
                      </a:lnTo>
                      <a:lnTo>
                        <a:pt x="28" y="441"/>
                      </a:lnTo>
                      <a:lnTo>
                        <a:pt x="20" y="471"/>
                      </a:lnTo>
                      <a:lnTo>
                        <a:pt x="12" y="502"/>
                      </a:lnTo>
                      <a:lnTo>
                        <a:pt x="7" y="532"/>
                      </a:lnTo>
                      <a:lnTo>
                        <a:pt x="3" y="564"/>
                      </a:lnTo>
                      <a:lnTo>
                        <a:pt x="1" y="596"/>
                      </a:lnTo>
                      <a:lnTo>
                        <a:pt x="0" y="628"/>
                      </a:lnTo>
                      <a:lnTo>
                        <a:pt x="129" y="628"/>
                      </a:lnTo>
                      <a:lnTo>
                        <a:pt x="129" y="602"/>
                      </a:lnTo>
                      <a:lnTo>
                        <a:pt x="131" y="577"/>
                      </a:lnTo>
                      <a:lnTo>
                        <a:pt x="135" y="552"/>
                      </a:lnTo>
                      <a:lnTo>
                        <a:pt x="139" y="528"/>
                      </a:lnTo>
                      <a:lnTo>
                        <a:pt x="145" y="504"/>
                      </a:lnTo>
                      <a:lnTo>
                        <a:pt x="151" y="480"/>
                      </a:lnTo>
                      <a:lnTo>
                        <a:pt x="159" y="457"/>
                      </a:lnTo>
                      <a:lnTo>
                        <a:pt x="168" y="434"/>
                      </a:lnTo>
                      <a:lnTo>
                        <a:pt x="178" y="412"/>
                      </a:lnTo>
                      <a:lnTo>
                        <a:pt x="188" y="391"/>
                      </a:lnTo>
                      <a:lnTo>
                        <a:pt x="201" y="370"/>
                      </a:lnTo>
                      <a:lnTo>
                        <a:pt x="215" y="349"/>
                      </a:lnTo>
                      <a:lnTo>
                        <a:pt x="228" y="330"/>
                      </a:lnTo>
                      <a:lnTo>
                        <a:pt x="243" y="311"/>
                      </a:lnTo>
                      <a:lnTo>
                        <a:pt x="259" y="293"/>
                      </a:lnTo>
                      <a:lnTo>
                        <a:pt x="275" y="276"/>
                      </a:lnTo>
                      <a:lnTo>
                        <a:pt x="293" y="259"/>
                      </a:lnTo>
                      <a:lnTo>
                        <a:pt x="311" y="243"/>
                      </a:lnTo>
                      <a:lnTo>
                        <a:pt x="330" y="229"/>
                      </a:lnTo>
                      <a:lnTo>
                        <a:pt x="350" y="215"/>
                      </a:lnTo>
                      <a:lnTo>
                        <a:pt x="369" y="201"/>
                      </a:lnTo>
                      <a:lnTo>
                        <a:pt x="390" y="189"/>
                      </a:lnTo>
                      <a:lnTo>
                        <a:pt x="412" y="178"/>
                      </a:lnTo>
                      <a:lnTo>
                        <a:pt x="434" y="169"/>
                      </a:lnTo>
                      <a:lnTo>
                        <a:pt x="457" y="160"/>
                      </a:lnTo>
                      <a:lnTo>
                        <a:pt x="480" y="152"/>
                      </a:lnTo>
                      <a:lnTo>
                        <a:pt x="503" y="144"/>
                      </a:lnTo>
                      <a:lnTo>
                        <a:pt x="527" y="139"/>
                      </a:lnTo>
                      <a:lnTo>
                        <a:pt x="551" y="136"/>
                      </a:lnTo>
                      <a:lnTo>
                        <a:pt x="576" y="131"/>
                      </a:lnTo>
                      <a:lnTo>
                        <a:pt x="602" y="130"/>
                      </a:lnTo>
                      <a:lnTo>
                        <a:pt x="628" y="129"/>
                      </a:lnTo>
                      <a:lnTo>
                        <a:pt x="628" y="0"/>
                      </a:lnTo>
                      <a:close/>
                    </a:path>
                  </a:pathLst>
                </a:custGeom>
                <a:solidFill>
                  <a:srgbClr val="EF2B2F"/>
                </a:solidFill>
                <a:ln>
                  <a:noFill/>
                </a:ln>
              </p:spPr>
              <p:txBody>
                <a:bodyPr/>
                <a:lstStyle/>
                <a:p>
                  <a:pPr>
                    <a:defRPr/>
                  </a:pPr>
                  <a:endParaRPr lang="en-US" sz="1050">
                    <a:latin typeface="+mj-lt"/>
                  </a:endParaRPr>
                </a:p>
              </p:txBody>
            </p:sp>
            <p:sp>
              <p:nvSpPr>
                <p:cNvPr id="41085" name="Freeform 273">
                  <a:extLst>
                    <a:ext uri="{FF2B5EF4-FFF2-40B4-BE49-F238E27FC236}">
                      <a16:creationId xmlns="" xmlns:a16="http://schemas.microsoft.com/office/drawing/2014/main" id="{1DEA816A-0B14-1F7D-9419-E3C36B12DD07}"/>
                    </a:ext>
                  </a:extLst>
                </p:cNvPr>
                <p:cNvSpPr>
                  <a:spLocks/>
                </p:cNvSpPr>
                <p:nvPr/>
              </p:nvSpPr>
              <p:spPr bwMode="auto">
                <a:xfrm>
                  <a:off x="4607" y="3583"/>
                  <a:ext cx="25" cy="16"/>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7" y="595"/>
                      </a:lnTo>
                      <a:lnTo>
                        <a:pt x="625" y="563"/>
                      </a:lnTo>
                      <a:lnTo>
                        <a:pt x="620" y="533"/>
                      </a:lnTo>
                      <a:lnTo>
                        <a:pt x="615" y="501"/>
                      </a:lnTo>
                      <a:lnTo>
                        <a:pt x="608" y="471"/>
                      </a:lnTo>
                      <a:lnTo>
                        <a:pt x="600" y="442"/>
                      </a:lnTo>
                      <a:lnTo>
                        <a:pt x="590" y="412"/>
                      </a:lnTo>
                      <a:lnTo>
                        <a:pt x="579" y="384"/>
                      </a:lnTo>
                      <a:lnTo>
                        <a:pt x="566" y="356"/>
                      </a:lnTo>
                      <a:lnTo>
                        <a:pt x="553" y="329"/>
                      </a:lnTo>
                      <a:lnTo>
                        <a:pt x="537" y="303"/>
                      </a:lnTo>
                      <a:lnTo>
                        <a:pt x="521" y="277"/>
                      </a:lnTo>
                      <a:lnTo>
                        <a:pt x="503" y="252"/>
                      </a:lnTo>
                      <a:lnTo>
                        <a:pt x="485" y="229"/>
                      </a:lnTo>
                      <a:lnTo>
                        <a:pt x="465" y="206"/>
                      </a:lnTo>
                      <a:lnTo>
                        <a:pt x="444" y="184"/>
                      </a:lnTo>
                      <a:lnTo>
                        <a:pt x="422" y="163"/>
                      </a:lnTo>
                      <a:lnTo>
                        <a:pt x="399" y="144"/>
                      </a:lnTo>
                      <a:lnTo>
                        <a:pt x="376" y="125"/>
                      </a:lnTo>
                      <a:lnTo>
                        <a:pt x="351" y="108"/>
                      </a:lnTo>
                      <a:lnTo>
                        <a:pt x="326" y="91"/>
                      </a:lnTo>
                      <a:lnTo>
                        <a:pt x="299" y="76"/>
                      </a:lnTo>
                      <a:lnTo>
                        <a:pt x="272" y="62"/>
                      </a:lnTo>
                      <a:lnTo>
                        <a:pt x="245" y="50"/>
                      </a:lnTo>
                      <a:lnTo>
                        <a:pt x="216" y="39"/>
                      </a:lnTo>
                      <a:lnTo>
                        <a:pt x="187" y="28"/>
                      </a:lnTo>
                      <a:lnTo>
                        <a:pt x="157" y="20"/>
                      </a:lnTo>
                      <a:lnTo>
                        <a:pt x="126" y="12"/>
                      </a:lnTo>
                      <a:lnTo>
                        <a:pt x="96" y="7"/>
                      </a:lnTo>
                      <a:lnTo>
                        <a:pt x="64" y="4"/>
                      </a:lnTo>
                      <a:lnTo>
                        <a:pt x="32" y="0"/>
                      </a:lnTo>
                      <a:lnTo>
                        <a:pt x="0" y="0"/>
                      </a:lnTo>
                      <a:lnTo>
                        <a:pt x="0" y="130"/>
                      </a:lnTo>
                      <a:lnTo>
                        <a:pt x="25" y="130"/>
                      </a:lnTo>
                      <a:lnTo>
                        <a:pt x="51" y="132"/>
                      </a:lnTo>
                      <a:lnTo>
                        <a:pt x="76" y="135"/>
                      </a:lnTo>
                      <a:lnTo>
                        <a:pt x="101" y="139"/>
                      </a:lnTo>
                      <a:lnTo>
                        <a:pt x="124" y="145"/>
                      </a:lnTo>
                      <a:lnTo>
                        <a:pt x="148" y="151"/>
                      </a:lnTo>
                      <a:lnTo>
                        <a:pt x="171" y="159"/>
                      </a:lnTo>
                      <a:lnTo>
                        <a:pt x="194" y="168"/>
                      </a:lnTo>
                      <a:lnTo>
                        <a:pt x="216" y="178"/>
                      </a:lnTo>
                      <a:lnTo>
                        <a:pt x="238" y="189"/>
                      </a:lnTo>
                      <a:lnTo>
                        <a:pt x="259" y="201"/>
                      </a:lnTo>
                      <a:lnTo>
                        <a:pt x="279" y="214"/>
                      </a:lnTo>
                      <a:lnTo>
                        <a:pt x="298" y="228"/>
                      </a:lnTo>
                      <a:lnTo>
                        <a:pt x="317" y="243"/>
                      </a:lnTo>
                      <a:lnTo>
                        <a:pt x="336" y="259"/>
                      </a:lnTo>
                      <a:lnTo>
                        <a:pt x="353" y="275"/>
                      </a:lnTo>
                      <a:lnTo>
                        <a:pt x="370" y="293"/>
                      </a:lnTo>
                      <a:lnTo>
                        <a:pt x="385" y="310"/>
                      </a:lnTo>
                      <a:lnTo>
                        <a:pt x="400" y="330"/>
                      </a:lnTo>
                      <a:lnTo>
                        <a:pt x="413" y="350"/>
                      </a:lnTo>
                      <a:lnTo>
                        <a:pt x="427" y="369"/>
                      </a:lnTo>
                      <a:lnTo>
                        <a:pt x="439" y="390"/>
                      </a:lnTo>
                      <a:lnTo>
                        <a:pt x="450" y="412"/>
                      </a:lnTo>
                      <a:lnTo>
                        <a:pt x="459" y="434"/>
                      </a:lnTo>
                      <a:lnTo>
                        <a:pt x="469" y="456"/>
                      </a:lnTo>
                      <a:lnTo>
                        <a:pt x="477" y="480"/>
                      </a:lnTo>
                      <a:lnTo>
                        <a:pt x="484" y="503"/>
                      </a:lnTo>
                      <a:lnTo>
                        <a:pt x="489" y="527"/>
                      </a:lnTo>
                      <a:lnTo>
                        <a:pt x="493" y="551"/>
                      </a:lnTo>
                      <a:lnTo>
                        <a:pt x="497" y="576"/>
                      </a:lnTo>
                      <a:lnTo>
                        <a:pt x="499" y="602"/>
                      </a:lnTo>
                      <a:lnTo>
                        <a:pt x="499" y="628"/>
                      </a:lnTo>
                      <a:lnTo>
                        <a:pt x="628" y="628"/>
                      </a:lnTo>
                      <a:close/>
                    </a:path>
                  </a:pathLst>
                </a:custGeom>
                <a:solidFill>
                  <a:srgbClr val="00A7D1"/>
                </a:solidFill>
                <a:ln>
                  <a:noFill/>
                </a:ln>
              </p:spPr>
              <p:txBody>
                <a:bodyPr/>
                <a:lstStyle/>
                <a:p>
                  <a:pPr>
                    <a:defRPr/>
                  </a:pPr>
                  <a:endParaRPr lang="en-US" sz="1050">
                    <a:latin typeface="+mj-lt"/>
                  </a:endParaRPr>
                </a:p>
              </p:txBody>
            </p:sp>
            <p:sp>
              <p:nvSpPr>
                <p:cNvPr id="41086" name="Freeform 274">
                  <a:extLst>
                    <a:ext uri="{FF2B5EF4-FFF2-40B4-BE49-F238E27FC236}">
                      <a16:creationId xmlns="" xmlns:a16="http://schemas.microsoft.com/office/drawing/2014/main" id="{F69BFF85-6071-6685-EEA4-35A98DC2B60D}"/>
                    </a:ext>
                  </a:extLst>
                </p:cNvPr>
                <p:cNvSpPr>
                  <a:spLocks/>
                </p:cNvSpPr>
                <p:nvPr/>
              </p:nvSpPr>
              <p:spPr bwMode="auto">
                <a:xfrm>
                  <a:off x="4607" y="3605"/>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2" y="627"/>
                      </a:lnTo>
                      <a:lnTo>
                        <a:pt x="64" y="624"/>
                      </a:lnTo>
                      <a:lnTo>
                        <a:pt x="96" y="620"/>
                      </a:lnTo>
                      <a:lnTo>
                        <a:pt x="126" y="615"/>
                      </a:lnTo>
                      <a:lnTo>
                        <a:pt x="157" y="607"/>
                      </a:lnTo>
                      <a:lnTo>
                        <a:pt x="187" y="599"/>
                      </a:lnTo>
                      <a:lnTo>
                        <a:pt x="216" y="589"/>
                      </a:lnTo>
                      <a:lnTo>
                        <a:pt x="245" y="577"/>
                      </a:lnTo>
                      <a:lnTo>
                        <a:pt x="272" y="565"/>
                      </a:lnTo>
                      <a:lnTo>
                        <a:pt x="299" y="551"/>
                      </a:lnTo>
                      <a:lnTo>
                        <a:pt x="326" y="536"/>
                      </a:lnTo>
                      <a:lnTo>
                        <a:pt x="351" y="520"/>
                      </a:lnTo>
                      <a:lnTo>
                        <a:pt x="376" y="502"/>
                      </a:lnTo>
                      <a:lnTo>
                        <a:pt x="399" y="483"/>
                      </a:lnTo>
                      <a:lnTo>
                        <a:pt x="422" y="463"/>
                      </a:lnTo>
                      <a:lnTo>
                        <a:pt x="444" y="444"/>
                      </a:lnTo>
                      <a:lnTo>
                        <a:pt x="465" y="422"/>
                      </a:lnTo>
                      <a:lnTo>
                        <a:pt x="485" y="399"/>
                      </a:lnTo>
                      <a:lnTo>
                        <a:pt x="503" y="375"/>
                      </a:lnTo>
                      <a:lnTo>
                        <a:pt x="521" y="351"/>
                      </a:lnTo>
                      <a:lnTo>
                        <a:pt x="537" y="325"/>
                      </a:lnTo>
                      <a:lnTo>
                        <a:pt x="553" y="298"/>
                      </a:lnTo>
                      <a:lnTo>
                        <a:pt x="566" y="272"/>
                      </a:lnTo>
                      <a:lnTo>
                        <a:pt x="579" y="243"/>
                      </a:lnTo>
                      <a:lnTo>
                        <a:pt x="590" y="215"/>
                      </a:lnTo>
                      <a:lnTo>
                        <a:pt x="600" y="186"/>
                      </a:lnTo>
                      <a:lnTo>
                        <a:pt x="608" y="157"/>
                      </a:lnTo>
                      <a:lnTo>
                        <a:pt x="615" y="126"/>
                      </a:lnTo>
                      <a:lnTo>
                        <a:pt x="620" y="95"/>
                      </a:lnTo>
                      <a:lnTo>
                        <a:pt x="625" y="64"/>
                      </a:lnTo>
                      <a:lnTo>
                        <a:pt x="627" y="32"/>
                      </a:lnTo>
                      <a:lnTo>
                        <a:pt x="628" y="0"/>
                      </a:lnTo>
                      <a:lnTo>
                        <a:pt x="499" y="0"/>
                      </a:lnTo>
                      <a:lnTo>
                        <a:pt x="499" y="25"/>
                      </a:lnTo>
                      <a:lnTo>
                        <a:pt x="497" y="50"/>
                      </a:lnTo>
                      <a:lnTo>
                        <a:pt x="493" y="76"/>
                      </a:lnTo>
                      <a:lnTo>
                        <a:pt x="489" y="100"/>
                      </a:lnTo>
                      <a:lnTo>
                        <a:pt x="484" y="124"/>
                      </a:lnTo>
                      <a:lnTo>
                        <a:pt x="477" y="148"/>
                      </a:lnTo>
                      <a:lnTo>
                        <a:pt x="469" y="171"/>
                      </a:lnTo>
                      <a:lnTo>
                        <a:pt x="459" y="194"/>
                      </a:lnTo>
                      <a:lnTo>
                        <a:pt x="450" y="216"/>
                      </a:lnTo>
                      <a:lnTo>
                        <a:pt x="439" y="237"/>
                      </a:lnTo>
                      <a:lnTo>
                        <a:pt x="427" y="257"/>
                      </a:lnTo>
                      <a:lnTo>
                        <a:pt x="413" y="278"/>
                      </a:lnTo>
                      <a:lnTo>
                        <a:pt x="400" y="298"/>
                      </a:lnTo>
                      <a:lnTo>
                        <a:pt x="385" y="317"/>
                      </a:lnTo>
                      <a:lnTo>
                        <a:pt x="370" y="334"/>
                      </a:lnTo>
                      <a:lnTo>
                        <a:pt x="353" y="352"/>
                      </a:lnTo>
                      <a:lnTo>
                        <a:pt x="336" y="368"/>
                      </a:lnTo>
                      <a:lnTo>
                        <a:pt x="317" y="385"/>
                      </a:lnTo>
                      <a:lnTo>
                        <a:pt x="298" y="399"/>
                      </a:lnTo>
                      <a:lnTo>
                        <a:pt x="279" y="413"/>
                      </a:lnTo>
                      <a:lnTo>
                        <a:pt x="259" y="426"/>
                      </a:lnTo>
                      <a:lnTo>
                        <a:pt x="238" y="438"/>
                      </a:lnTo>
                      <a:lnTo>
                        <a:pt x="216" y="449"/>
                      </a:lnTo>
                      <a:lnTo>
                        <a:pt x="194" y="459"/>
                      </a:lnTo>
                      <a:lnTo>
                        <a:pt x="171" y="468"/>
                      </a:lnTo>
                      <a:lnTo>
                        <a:pt x="148" y="475"/>
                      </a:lnTo>
                      <a:lnTo>
                        <a:pt x="125" y="483"/>
                      </a:lnTo>
                      <a:lnTo>
                        <a:pt x="101" y="489"/>
                      </a:lnTo>
                      <a:lnTo>
                        <a:pt x="76" y="492"/>
                      </a:lnTo>
                      <a:lnTo>
                        <a:pt x="52" y="495"/>
                      </a:lnTo>
                      <a:lnTo>
                        <a:pt x="27" y="497"/>
                      </a:lnTo>
                      <a:lnTo>
                        <a:pt x="0" y="498"/>
                      </a:lnTo>
                      <a:lnTo>
                        <a:pt x="0" y="628"/>
                      </a:lnTo>
                      <a:close/>
                    </a:path>
                  </a:pathLst>
                </a:custGeom>
                <a:solidFill>
                  <a:srgbClr val="00A7D1"/>
                </a:solidFill>
                <a:ln>
                  <a:noFill/>
                </a:ln>
              </p:spPr>
              <p:txBody>
                <a:bodyPr/>
                <a:lstStyle/>
                <a:p>
                  <a:pPr>
                    <a:defRPr/>
                  </a:pPr>
                  <a:endParaRPr lang="en-US" sz="1050">
                    <a:latin typeface="+mj-lt"/>
                  </a:endParaRPr>
                </a:p>
              </p:txBody>
            </p:sp>
            <p:sp>
              <p:nvSpPr>
                <p:cNvPr id="41087" name="Freeform 275">
                  <a:extLst>
                    <a:ext uri="{FF2B5EF4-FFF2-40B4-BE49-F238E27FC236}">
                      <a16:creationId xmlns="" xmlns:a16="http://schemas.microsoft.com/office/drawing/2014/main" id="{36D66D98-C52F-7EF9-EEC1-CCD4E21B863E}"/>
                    </a:ext>
                  </a:extLst>
                </p:cNvPr>
                <p:cNvSpPr>
                  <a:spLocks/>
                </p:cNvSpPr>
                <p:nvPr/>
              </p:nvSpPr>
              <p:spPr bwMode="auto">
                <a:xfrm>
                  <a:off x="4585" y="3605"/>
                  <a:ext cx="22"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2" y="32"/>
                      </a:lnTo>
                      <a:lnTo>
                        <a:pt x="4" y="64"/>
                      </a:lnTo>
                      <a:lnTo>
                        <a:pt x="8" y="95"/>
                      </a:lnTo>
                      <a:lnTo>
                        <a:pt x="14" y="126"/>
                      </a:lnTo>
                      <a:lnTo>
                        <a:pt x="20" y="156"/>
                      </a:lnTo>
                      <a:lnTo>
                        <a:pt x="29" y="186"/>
                      </a:lnTo>
                      <a:lnTo>
                        <a:pt x="39" y="215"/>
                      </a:lnTo>
                      <a:lnTo>
                        <a:pt x="50" y="243"/>
                      </a:lnTo>
                      <a:lnTo>
                        <a:pt x="63" y="272"/>
                      </a:lnTo>
                      <a:lnTo>
                        <a:pt x="76" y="298"/>
                      </a:lnTo>
                      <a:lnTo>
                        <a:pt x="91" y="325"/>
                      </a:lnTo>
                      <a:lnTo>
                        <a:pt x="108" y="351"/>
                      </a:lnTo>
                      <a:lnTo>
                        <a:pt x="125" y="375"/>
                      </a:lnTo>
                      <a:lnTo>
                        <a:pt x="144" y="399"/>
                      </a:lnTo>
                      <a:lnTo>
                        <a:pt x="164" y="422"/>
                      </a:lnTo>
                      <a:lnTo>
                        <a:pt x="185" y="444"/>
                      </a:lnTo>
                      <a:lnTo>
                        <a:pt x="206" y="463"/>
                      </a:lnTo>
                      <a:lnTo>
                        <a:pt x="229" y="483"/>
                      </a:lnTo>
                      <a:lnTo>
                        <a:pt x="252" y="502"/>
                      </a:lnTo>
                      <a:lnTo>
                        <a:pt x="278" y="520"/>
                      </a:lnTo>
                      <a:lnTo>
                        <a:pt x="303" y="536"/>
                      </a:lnTo>
                      <a:lnTo>
                        <a:pt x="329" y="551"/>
                      </a:lnTo>
                      <a:lnTo>
                        <a:pt x="357" y="565"/>
                      </a:lnTo>
                      <a:lnTo>
                        <a:pt x="384" y="577"/>
                      </a:lnTo>
                      <a:lnTo>
                        <a:pt x="412" y="589"/>
                      </a:lnTo>
                      <a:lnTo>
                        <a:pt x="442" y="599"/>
                      </a:lnTo>
                      <a:lnTo>
                        <a:pt x="472" y="607"/>
                      </a:lnTo>
                      <a:lnTo>
                        <a:pt x="502" y="615"/>
                      </a:lnTo>
                      <a:lnTo>
                        <a:pt x="533" y="620"/>
                      </a:lnTo>
                      <a:lnTo>
                        <a:pt x="565" y="624"/>
                      </a:lnTo>
                      <a:lnTo>
                        <a:pt x="597" y="627"/>
                      </a:lnTo>
                      <a:lnTo>
                        <a:pt x="628" y="628"/>
                      </a:lnTo>
                      <a:lnTo>
                        <a:pt x="628" y="498"/>
                      </a:lnTo>
                      <a:lnTo>
                        <a:pt x="602" y="497"/>
                      </a:lnTo>
                      <a:lnTo>
                        <a:pt x="577" y="495"/>
                      </a:lnTo>
                      <a:lnTo>
                        <a:pt x="553" y="492"/>
                      </a:lnTo>
                      <a:lnTo>
                        <a:pt x="527" y="489"/>
                      </a:lnTo>
                      <a:lnTo>
                        <a:pt x="503" y="483"/>
                      </a:lnTo>
                      <a:lnTo>
                        <a:pt x="480" y="475"/>
                      </a:lnTo>
                      <a:lnTo>
                        <a:pt x="457" y="468"/>
                      </a:lnTo>
                      <a:lnTo>
                        <a:pt x="434" y="459"/>
                      </a:lnTo>
                      <a:lnTo>
                        <a:pt x="412" y="449"/>
                      </a:lnTo>
                      <a:lnTo>
                        <a:pt x="391" y="438"/>
                      </a:lnTo>
                      <a:lnTo>
                        <a:pt x="370" y="426"/>
                      </a:lnTo>
                      <a:lnTo>
                        <a:pt x="350" y="413"/>
                      </a:lnTo>
                      <a:lnTo>
                        <a:pt x="330" y="399"/>
                      </a:lnTo>
                      <a:lnTo>
                        <a:pt x="312" y="385"/>
                      </a:lnTo>
                      <a:lnTo>
                        <a:pt x="293" y="368"/>
                      </a:lnTo>
                      <a:lnTo>
                        <a:pt x="277" y="352"/>
                      </a:lnTo>
                      <a:lnTo>
                        <a:pt x="259" y="334"/>
                      </a:lnTo>
                      <a:lnTo>
                        <a:pt x="244" y="317"/>
                      </a:lnTo>
                      <a:lnTo>
                        <a:pt x="228" y="298"/>
                      </a:lnTo>
                      <a:lnTo>
                        <a:pt x="215" y="278"/>
                      </a:lnTo>
                      <a:lnTo>
                        <a:pt x="202" y="257"/>
                      </a:lnTo>
                      <a:lnTo>
                        <a:pt x="190" y="237"/>
                      </a:lnTo>
                      <a:lnTo>
                        <a:pt x="179" y="216"/>
                      </a:lnTo>
                      <a:lnTo>
                        <a:pt x="169" y="194"/>
                      </a:lnTo>
                      <a:lnTo>
                        <a:pt x="160" y="171"/>
                      </a:lnTo>
                      <a:lnTo>
                        <a:pt x="152" y="148"/>
                      </a:lnTo>
                      <a:lnTo>
                        <a:pt x="145" y="124"/>
                      </a:lnTo>
                      <a:lnTo>
                        <a:pt x="140" y="100"/>
                      </a:lnTo>
                      <a:lnTo>
                        <a:pt x="135" y="76"/>
                      </a:lnTo>
                      <a:lnTo>
                        <a:pt x="132" y="50"/>
                      </a:lnTo>
                      <a:lnTo>
                        <a:pt x="130" y="25"/>
                      </a:lnTo>
                      <a:lnTo>
                        <a:pt x="130" y="0"/>
                      </a:lnTo>
                      <a:lnTo>
                        <a:pt x="0" y="0"/>
                      </a:lnTo>
                      <a:close/>
                    </a:path>
                  </a:pathLst>
                </a:custGeom>
                <a:solidFill>
                  <a:srgbClr val="00A7D1"/>
                </a:solidFill>
                <a:ln>
                  <a:noFill/>
                </a:ln>
              </p:spPr>
              <p:txBody>
                <a:bodyPr/>
                <a:lstStyle/>
                <a:p>
                  <a:pPr>
                    <a:defRPr/>
                  </a:pPr>
                  <a:endParaRPr lang="en-US" sz="1050">
                    <a:latin typeface="+mj-lt"/>
                  </a:endParaRPr>
                </a:p>
              </p:txBody>
            </p:sp>
            <p:sp>
              <p:nvSpPr>
                <p:cNvPr id="41088" name="Freeform 276">
                  <a:extLst>
                    <a:ext uri="{FF2B5EF4-FFF2-40B4-BE49-F238E27FC236}">
                      <a16:creationId xmlns="" xmlns:a16="http://schemas.microsoft.com/office/drawing/2014/main" id="{3624CB6F-D02E-4BF6-D397-10664FB4F47C}"/>
                    </a:ext>
                  </a:extLst>
                </p:cNvPr>
                <p:cNvSpPr>
                  <a:spLocks/>
                </p:cNvSpPr>
                <p:nvPr/>
              </p:nvSpPr>
              <p:spPr bwMode="auto">
                <a:xfrm>
                  <a:off x="4585" y="3583"/>
                  <a:ext cx="22" cy="16"/>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7" y="0"/>
                      </a:lnTo>
                      <a:lnTo>
                        <a:pt x="565" y="4"/>
                      </a:lnTo>
                      <a:lnTo>
                        <a:pt x="533" y="7"/>
                      </a:lnTo>
                      <a:lnTo>
                        <a:pt x="502" y="12"/>
                      </a:lnTo>
                      <a:lnTo>
                        <a:pt x="472" y="20"/>
                      </a:lnTo>
                      <a:lnTo>
                        <a:pt x="442" y="28"/>
                      </a:lnTo>
                      <a:lnTo>
                        <a:pt x="412" y="39"/>
                      </a:lnTo>
                      <a:lnTo>
                        <a:pt x="384" y="50"/>
                      </a:lnTo>
                      <a:lnTo>
                        <a:pt x="357" y="62"/>
                      </a:lnTo>
                      <a:lnTo>
                        <a:pt x="329" y="76"/>
                      </a:lnTo>
                      <a:lnTo>
                        <a:pt x="303" y="91"/>
                      </a:lnTo>
                      <a:lnTo>
                        <a:pt x="278" y="108"/>
                      </a:lnTo>
                      <a:lnTo>
                        <a:pt x="252" y="125"/>
                      </a:lnTo>
                      <a:lnTo>
                        <a:pt x="229" y="144"/>
                      </a:lnTo>
                      <a:lnTo>
                        <a:pt x="206" y="163"/>
                      </a:lnTo>
                      <a:lnTo>
                        <a:pt x="185" y="184"/>
                      </a:lnTo>
                      <a:lnTo>
                        <a:pt x="164" y="206"/>
                      </a:lnTo>
                      <a:lnTo>
                        <a:pt x="144" y="228"/>
                      </a:lnTo>
                      <a:lnTo>
                        <a:pt x="125" y="252"/>
                      </a:lnTo>
                      <a:lnTo>
                        <a:pt x="108" y="277"/>
                      </a:lnTo>
                      <a:lnTo>
                        <a:pt x="91" y="303"/>
                      </a:lnTo>
                      <a:lnTo>
                        <a:pt x="76" y="329"/>
                      </a:lnTo>
                      <a:lnTo>
                        <a:pt x="63" y="356"/>
                      </a:lnTo>
                      <a:lnTo>
                        <a:pt x="50" y="384"/>
                      </a:lnTo>
                      <a:lnTo>
                        <a:pt x="39" y="412"/>
                      </a:lnTo>
                      <a:lnTo>
                        <a:pt x="29" y="442"/>
                      </a:lnTo>
                      <a:lnTo>
                        <a:pt x="20" y="471"/>
                      </a:lnTo>
                      <a:lnTo>
                        <a:pt x="14" y="501"/>
                      </a:lnTo>
                      <a:lnTo>
                        <a:pt x="8" y="533"/>
                      </a:lnTo>
                      <a:lnTo>
                        <a:pt x="4" y="563"/>
                      </a:lnTo>
                      <a:lnTo>
                        <a:pt x="2" y="596"/>
                      </a:lnTo>
                      <a:lnTo>
                        <a:pt x="0" y="628"/>
                      </a:lnTo>
                      <a:lnTo>
                        <a:pt x="130" y="628"/>
                      </a:lnTo>
                      <a:lnTo>
                        <a:pt x="130" y="602"/>
                      </a:lnTo>
                      <a:lnTo>
                        <a:pt x="132" y="576"/>
                      </a:lnTo>
                      <a:lnTo>
                        <a:pt x="135" y="551"/>
                      </a:lnTo>
                      <a:lnTo>
                        <a:pt x="140" y="527"/>
                      </a:lnTo>
                      <a:lnTo>
                        <a:pt x="145" y="503"/>
                      </a:lnTo>
                      <a:lnTo>
                        <a:pt x="152" y="480"/>
                      </a:lnTo>
                      <a:lnTo>
                        <a:pt x="160" y="456"/>
                      </a:lnTo>
                      <a:lnTo>
                        <a:pt x="169" y="434"/>
                      </a:lnTo>
                      <a:lnTo>
                        <a:pt x="179" y="412"/>
                      </a:lnTo>
                      <a:lnTo>
                        <a:pt x="190" y="390"/>
                      </a:lnTo>
                      <a:lnTo>
                        <a:pt x="202" y="369"/>
                      </a:lnTo>
                      <a:lnTo>
                        <a:pt x="215" y="350"/>
                      </a:lnTo>
                      <a:lnTo>
                        <a:pt x="228" y="330"/>
                      </a:lnTo>
                      <a:lnTo>
                        <a:pt x="244" y="311"/>
                      </a:lnTo>
                      <a:lnTo>
                        <a:pt x="259" y="293"/>
                      </a:lnTo>
                      <a:lnTo>
                        <a:pt x="277" y="275"/>
                      </a:lnTo>
                      <a:lnTo>
                        <a:pt x="293" y="259"/>
                      </a:lnTo>
                      <a:lnTo>
                        <a:pt x="312" y="243"/>
                      </a:lnTo>
                      <a:lnTo>
                        <a:pt x="330" y="228"/>
                      </a:lnTo>
                      <a:lnTo>
                        <a:pt x="350" y="214"/>
                      </a:lnTo>
                      <a:lnTo>
                        <a:pt x="370" y="201"/>
                      </a:lnTo>
                      <a:lnTo>
                        <a:pt x="391" y="189"/>
                      </a:lnTo>
                      <a:lnTo>
                        <a:pt x="412" y="178"/>
                      </a:lnTo>
                      <a:lnTo>
                        <a:pt x="434" y="168"/>
                      </a:lnTo>
                      <a:lnTo>
                        <a:pt x="457" y="159"/>
                      </a:lnTo>
                      <a:lnTo>
                        <a:pt x="480" y="151"/>
                      </a:lnTo>
                      <a:lnTo>
                        <a:pt x="504" y="145"/>
                      </a:lnTo>
                      <a:lnTo>
                        <a:pt x="527" y="139"/>
                      </a:lnTo>
                      <a:lnTo>
                        <a:pt x="553" y="135"/>
                      </a:lnTo>
                      <a:lnTo>
                        <a:pt x="578" y="132"/>
                      </a:lnTo>
                      <a:lnTo>
                        <a:pt x="603" y="130"/>
                      </a:lnTo>
                      <a:lnTo>
                        <a:pt x="628" y="130"/>
                      </a:lnTo>
                      <a:lnTo>
                        <a:pt x="628" y="0"/>
                      </a:lnTo>
                      <a:close/>
                    </a:path>
                  </a:pathLst>
                </a:custGeom>
                <a:solidFill>
                  <a:srgbClr val="00A7D1"/>
                </a:solidFill>
                <a:ln>
                  <a:noFill/>
                </a:ln>
              </p:spPr>
              <p:txBody>
                <a:bodyPr/>
                <a:lstStyle/>
                <a:p>
                  <a:pPr>
                    <a:defRPr/>
                  </a:pPr>
                  <a:endParaRPr lang="en-US" sz="1050">
                    <a:latin typeface="+mj-lt"/>
                  </a:endParaRPr>
                </a:p>
              </p:txBody>
            </p:sp>
            <p:sp>
              <p:nvSpPr>
                <p:cNvPr id="41089" name="Freeform 277">
                  <a:extLst>
                    <a:ext uri="{FF2B5EF4-FFF2-40B4-BE49-F238E27FC236}">
                      <a16:creationId xmlns="" xmlns:a16="http://schemas.microsoft.com/office/drawing/2014/main" id="{1EF93DEF-0574-8235-C28B-21BC1C9AE55F}"/>
                    </a:ext>
                  </a:extLst>
                </p:cNvPr>
                <p:cNvSpPr>
                  <a:spLocks/>
                </p:cNvSpPr>
                <p:nvPr/>
              </p:nvSpPr>
              <p:spPr bwMode="auto">
                <a:xfrm>
                  <a:off x="4607" y="3731"/>
                  <a:ext cx="25"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6" y="596"/>
                      </a:lnTo>
                      <a:lnTo>
                        <a:pt x="624" y="563"/>
                      </a:lnTo>
                      <a:lnTo>
                        <a:pt x="621" y="533"/>
                      </a:lnTo>
                      <a:lnTo>
                        <a:pt x="614" y="502"/>
                      </a:lnTo>
                      <a:lnTo>
                        <a:pt x="608" y="471"/>
                      </a:lnTo>
                      <a:lnTo>
                        <a:pt x="599" y="442"/>
                      </a:lnTo>
                      <a:lnTo>
                        <a:pt x="589" y="412"/>
                      </a:lnTo>
                      <a:lnTo>
                        <a:pt x="578" y="384"/>
                      </a:lnTo>
                      <a:lnTo>
                        <a:pt x="565" y="356"/>
                      </a:lnTo>
                      <a:lnTo>
                        <a:pt x="552" y="329"/>
                      </a:lnTo>
                      <a:lnTo>
                        <a:pt x="537" y="303"/>
                      </a:lnTo>
                      <a:lnTo>
                        <a:pt x="520" y="278"/>
                      </a:lnTo>
                      <a:lnTo>
                        <a:pt x="503" y="252"/>
                      </a:lnTo>
                      <a:lnTo>
                        <a:pt x="484" y="229"/>
                      </a:lnTo>
                      <a:lnTo>
                        <a:pt x="464" y="206"/>
                      </a:lnTo>
                      <a:lnTo>
                        <a:pt x="443" y="184"/>
                      </a:lnTo>
                      <a:lnTo>
                        <a:pt x="422" y="164"/>
                      </a:lnTo>
                      <a:lnTo>
                        <a:pt x="399" y="144"/>
                      </a:lnTo>
                      <a:lnTo>
                        <a:pt x="376" y="125"/>
                      </a:lnTo>
                      <a:lnTo>
                        <a:pt x="350" y="108"/>
                      </a:lnTo>
                      <a:lnTo>
                        <a:pt x="325" y="91"/>
                      </a:lnTo>
                      <a:lnTo>
                        <a:pt x="299" y="76"/>
                      </a:lnTo>
                      <a:lnTo>
                        <a:pt x="271" y="63"/>
                      </a:lnTo>
                      <a:lnTo>
                        <a:pt x="244" y="50"/>
                      </a:lnTo>
                      <a:lnTo>
                        <a:pt x="216" y="39"/>
                      </a:lnTo>
                      <a:lnTo>
                        <a:pt x="186" y="29"/>
                      </a:lnTo>
                      <a:lnTo>
                        <a:pt x="156" y="20"/>
                      </a:lnTo>
                      <a:lnTo>
                        <a:pt x="126" y="14"/>
                      </a:lnTo>
                      <a:lnTo>
                        <a:pt x="95" y="7"/>
                      </a:lnTo>
                      <a:lnTo>
                        <a:pt x="64" y="4"/>
                      </a:lnTo>
                      <a:lnTo>
                        <a:pt x="33" y="1"/>
                      </a:lnTo>
                      <a:lnTo>
                        <a:pt x="0" y="0"/>
                      </a:lnTo>
                      <a:lnTo>
                        <a:pt x="0" y="130"/>
                      </a:lnTo>
                      <a:lnTo>
                        <a:pt x="26" y="130"/>
                      </a:lnTo>
                      <a:lnTo>
                        <a:pt x="51" y="132"/>
                      </a:lnTo>
                      <a:lnTo>
                        <a:pt x="76" y="135"/>
                      </a:lnTo>
                      <a:lnTo>
                        <a:pt x="101" y="139"/>
                      </a:lnTo>
                      <a:lnTo>
                        <a:pt x="125" y="145"/>
                      </a:lnTo>
                      <a:lnTo>
                        <a:pt x="148" y="152"/>
                      </a:lnTo>
                      <a:lnTo>
                        <a:pt x="171" y="159"/>
                      </a:lnTo>
                      <a:lnTo>
                        <a:pt x="194" y="168"/>
                      </a:lnTo>
                      <a:lnTo>
                        <a:pt x="216" y="179"/>
                      </a:lnTo>
                      <a:lnTo>
                        <a:pt x="237" y="190"/>
                      </a:lnTo>
                      <a:lnTo>
                        <a:pt x="258" y="202"/>
                      </a:lnTo>
                      <a:lnTo>
                        <a:pt x="278" y="215"/>
                      </a:lnTo>
                      <a:lnTo>
                        <a:pt x="298" y="228"/>
                      </a:lnTo>
                      <a:lnTo>
                        <a:pt x="317" y="244"/>
                      </a:lnTo>
                      <a:lnTo>
                        <a:pt x="335" y="259"/>
                      </a:lnTo>
                      <a:lnTo>
                        <a:pt x="353" y="275"/>
                      </a:lnTo>
                      <a:lnTo>
                        <a:pt x="369" y="293"/>
                      </a:lnTo>
                      <a:lnTo>
                        <a:pt x="384" y="311"/>
                      </a:lnTo>
                      <a:lnTo>
                        <a:pt x="400" y="330"/>
                      </a:lnTo>
                      <a:lnTo>
                        <a:pt x="413" y="350"/>
                      </a:lnTo>
                      <a:lnTo>
                        <a:pt x="426" y="370"/>
                      </a:lnTo>
                      <a:lnTo>
                        <a:pt x="438" y="390"/>
                      </a:lnTo>
                      <a:lnTo>
                        <a:pt x="449" y="412"/>
                      </a:lnTo>
                      <a:lnTo>
                        <a:pt x="460" y="434"/>
                      </a:lnTo>
                      <a:lnTo>
                        <a:pt x="469" y="457"/>
                      </a:lnTo>
                      <a:lnTo>
                        <a:pt x="476" y="480"/>
                      </a:lnTo>
                      <a:lnTo>
                        <a:pt x="483" y="503"/>
                      </a:lnTo>
                      <a:lnTo>
                        <a:pt x="488" y="527"/>
                      </a:lnTo>
                      <a:lnTo>
                        <a:pt x="493" y="553"/>
                      </a:lnTo>
                      <a:lnTo>
                        <a:pt x="496" y="577"/>
                      </a:lnTo>
                      <a:lnTo>
                        <a:pt x="498" y="602"/>
                      </a:lnTo>
                      <a:lnTo>
                        <a:pt x="498" y="628"/>
                      </a:lnTo>
                      <a:lnTo>
                        <a:pt x="628" y="628"/>
                      </a:lnTo>
                      <a:close/>
                    </a:path>
                  </a:pathLst>
                </a:custGeom>
                <a:solidFill>
                  <a:srgbClr val="00A7D1"/>
                </a:solidFill>
                <a:ln>
                  <a:noFill/>
                </a:ln>
              </p:spPr>
              <p:txBody>
                <a:bodyPr/>
                <a:lstStyle/>
                <a:p>
                  <a:pPr>
                    <a:defRPr/>
                  </a:pPr>
                  <a:endParaRPr lang="en-US" sz="1050">
                    <a:latin typeface="+mj-lt"/>
                  </a:endParaRPr>
                </a:p>
              </p:txBody>
            </p:sp>
            <p:sp>
              <p:nvSpPr>
                <p:cNvPr id="41090" name="Freeform 278">
                  <a:extLst>
                    <a:ext uri="{FF2B5EF4-FFF2-40B4-BE49-F238E27FC236}">
                      <a16:creationId xmlns="" xmlns:a16="http://schemas.microsoft.com/office/drawing/2014/main" id="{EE007FFC-E655-841E-F6BE-EB91420AEE21}"/>
                    </a:ext>
                  </a:extLst>
                </p:cNvPr>
                <p:cNvSpPr>
                  <a:spLocks/>
                </p:cNvSpPr>
                <p:nvPr/>
              </p:nvSpPr>
              <p:spPr bwMode="auto">
                <a:xfrm>
                  <a:off x="4607" y="3754"/>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1" y="627"/>
                      </a:lnTo>
                      <a:lnTo>
                        <a:pt x="63" y="625"/>
                      </a:lnTo>
                      <a:lnTo>
                        <a:pt x="95" y="620"/>
                      </a:lnTo>
                      <a:lnTo>
                        <a:pt x="126" y="615"/>
                      </a:lnTo>
                      <a:lnTo>
                        <a:pt x="156" y="608"/>
                      </a:lnTo>
                      <a:lnTo>
                        <a:pt x="186" y="599"/>
                      </a:lnTo>
                      <a:lnTo>
                        <a:pt x="216" y="589"/>
                      </a:lnTo>
                      <a:lnTo>
                        <a:pt x="244" y="579"/>
                      </a:lnTo>
                      <a:lnTo>
                        <a:pt x="271" y="565"/>
                      </a:lnTo>
                      <a:lnTo>
                        <a:pt x="299" y="551"/>
                      </a:lnTo>
                      <a:lnTo>
                        <a:pt x="325" y="537"/>
                      </a:lnTo>
                      <a:lnTo>
                        <a:pt x="350" y="520"/>
                      </a:lnTo>
                      <a:lnTo>
                        <a:pt x="376" y="503"/>
                      </a:lnTo>
                      <a:lnTo>
                        <a:pt x="399" y="484"/>
                      </a:lnTo>
                      <a:lnTo>
                        <a:pt x="422" y="465"/>
                      </a:lnTo>
                      <a:lnTo>
                        <a:pt x="443" y="444"/>
                      </a:lnTo>
                      <a:lnTo>
                        <a:pt x="464" y="422"/>
                      </a:lnTo>
                      <a:lnTo>
                        <a:pt x="484" y="399"/>
                      </a:lnTo>
                      <a:lnTo>
                        <a:pt x="503" y="375"/>
                      </a:lnTo>
                      <a:lnTo>
                        <a:pt x="520" y="351"/>
                      </a:lnTo>
                      <a:lnTo>
                        <a:pt x="537" y="325"/>
                      </a:lnTo>
                      <a:lnTo>
                        <a:pt x="552" y="299"/>
                      </a:lnTo>
                      <a:lnTo>
                        <a:pt x="565" y="272"/>
                      </a:lnTo>
                      <a:lnTo>
                        <a:pt x="578" y="243"/>
                      </a:lnTo>
                      <a:lnTo>
                        <a:pt x="589" y="216"/>
                      </a:lnTo>
                      <a:lnTo>
                        <a:pt x="599" y="186"/>
                      </a:lnTo>
                      <a:lnTo>
                        <a:pt x="608" y="157"/>
                      </a:lnTo>
                      <a:lnTo>
                        <a:pt x="614" y="126"/>
                      </a:lnTo>
                      <a:lnTo>
                        <a:pt x="621" y="95"/>
                      </a:lnTo>
                      <a:lnTo>
                        <a:pt x="624" y="64"/>
                      </a:lnTo>
                      <a:lnTo>
                        <a:pt x="626" y="32"/>
                      </a:lnTo>
                      <a:lnTo>
                        <a:pt x="628" y="0"/>
                      </a:lnTo>
                      <a:lnTo>
                        <a:pt x="498" y="0"/>
                      </a:lnTo>
                      <a:lnTo>
                        <a:pt x="498" y="25"/>
                      </a:lnTo>
                      <a:lnTo>
                        <a:pt x="496" y="50"/>
                      </a:lnTo>
                      <a:lnTo>
                        <a:pt x="493" y="76"/>
                      </a:lnTo>
                      <a:lnTo>
                        <a:pt x="488" y="101"/>
                      </a:lnTo>
                      <a:lnTo>
                        <a:pt x="483" y="124"/>
                      </a:lnTo>
                      <a:lnTo>
                        <a:pt x="476" y="148"/>
                      </a:lnTo>
                      <a:lnTo>
                        <a:pt x="469" y="171"/>
                      </a:lnTo>
                      <a:lnTo>
                        <a:pt x="460" y="194"/>
                      </a:lnTo>
                      <a:lnTo>
                        <a:pt x="449" y="216"/>
                      </a:lnTo>
                      <a:lnTo>
                        <a:pt x="438" y="238"/>
                      </a:lnTo>
                      <a:lnTo>
                        <a:pt x="426" y="259"/>
                      </a:lnTo>
                      <a:lnTo>
                        <a:pt x="413" y="278"/>
                      </a:lnTo>
                      <a:lnTo>
                        <a:pt x="400" y="298"/>
                      </a:lnTo>
                      <a:lnTo>
                        <a:pt x="384" y="317"/>
                      </a:lnTo>
                      <a:lnTo>
                        <a:pt x="369" y="335"/>
                      </a:lnTo>
                      <a:lnTo>
                        <a:pt x="353" y="353"/>
                      </a:lnTo>
                      <a:lnTo>
                        <a:pt x="335" y="369"/>
                      </a:lnTo>
                      <a:lnTo>
                        <a:pt x="316" y="385"/>
                      </a:lnTo>
                      <a:lnTo>
                        <a:pt x="298" y="400"/>
                      </a:lnTo>
                      <a:lnTo>
                        <a:pt x="278" y="413"/>
                      </a:lnTo>
                      <a:lnTo>
                        <a:pt x="258" y="426"/>
                      </a:lnTo>
                      <a:lnTo>
                        <a:pt x="237" y="438"/>
                      </a:lnTo>
                      <a:lnTo>
                        <a:pt x="216" y="449"/>
                      </a:lnTo>
                      <a:lnTo>
                        <a:pt x="194" y="459"/>
                      </a:lnTo>
                      <a:lnTo>
                        <a:pt x="171" y="468"/>
                      </a:lnTo>
                      <a:lnTo>
                        <a:pt x="148" y="477"/>
                      </a:lnTo>
                      <a:lnTo>
                        <a:pt x="125" y="483"/>
                      </a:lnTo>
                      <a:lnTo>
                        <a:pt x="101" y="489"/>
                      </a:lnTo>
                      <a:lnTo>
                        <a:pt x="76" y="493"/>
                      </a:lnTo>
                      <a:lnTo>
                        <a:pt x="51" y="496"/>
                      </a:lnTo>
                      <a:lnTo>
                        <a:pt x="26" y="499"/>
                      </a:lnTo>
                      <a:lnTo>
                        <a:pt x="0" y="499"/>
                      </a:lnTo>
                      <a:lnTo>
                        <a:pt x="0" y="628"/>
                      </a:lnTo>
                      <a:close/>
                    </a:path>
                  </a:pathLst>
                </a:custGeom>
                <a:solidFill>
                  <a:srgbClr val="00A7D1"/>
                </a:solidFill>
                <a:ln>
                  <a:noFill/>
                </a:ln>
              </p:spPr>
              <p:txBody>
                <a:bodyPr/>
                <a:lstStyle/>
                <a:p>
                  <a:pPr>
                    <a:defRPr/>
                  </a:pPr>
                  <a:endParaRPr lang="en-US" sz="1050">
                    <a:latin typeface="+mj-lt"/>
                  </a:endParaRPr>
                </a:p>
              </p:txBody>
            </p:sp>
            <p:sp>
              <p:nvSpPr>
                <p:cNvPr id="41091" name="Freeform 279">
                  <a:extLst>
                    <a:ext uri="{FF2B5EF4-FFF2-40B4-BE49-F238E27FC236}">
                      <a16:creationId xmlns="" xmlns:a16="http://schemas.microsoft.com/office/drawing/2014/main" id="{52F4AEAF-2ED7-6B29-66A4-43A98AEF4AB2}"/>
                    </a:ext>
                  </a:extLst>
                </p:cNvPr>
                <p:cNvSpPr>
                  <a:spLocks/>
                </p:cNvSpPr>
                <p:nvPr/>
              </p:nvSpPr>
              <p:spPr bwMode="auto">
                <a:xfrm>
                  <a:off x="4585" y="3754"/>
                  <a:ext cx="22"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1" y="32"/>
                      </a:lnTo>
                      <a:lnTo>
                        <a:pt x="3" y="64"/>
                      </a:lnTo>
                      <a:lnTo>
                        <a:pt x="8" y="95"/>
                      </a:lnTo>
                      <a:lnTo>
                        <a:pt x="13" y="126"/>
                      </a:lnTo>
                      <a:lnTo>
                        <a:pt x="20" y="157"/>
                      </a:lnTo>
                      <a:lnTo>
                        <a:pt x="28" y="186"/>
                      </a:lnTo>
                      <a:lnTo>
                        <a:pt x="38" y="216"/>
                      </a:lnTo>
                      <a:lnTo>
                        <a:pt x="49" y="243"/>
                      </a:lnTo>
                      <a:lnTo>
                        <a:pt x="62" y="272"/>
                      </a:lnTo>
                      <a:lnTo>
                        <a:pt x="77" y="299"/>
                      </a:lnTo>
                      <a:lnTo>
                        <a:pt x="91" y="325"/>
                      </a:lnTo>
                      <a:lnTo>
                        <a:pt x="107" y="351"/>
                      </a:lnTo>
                      <a:lnTo>
                        <a:pt x="125" y="375"/>
                      </a:lnTo>
                      <a:lnTo>
                        <a:pt x="143" y="399"/>
                      </a:lnTo>
                      <a:lnTo>
                        <a:pt x="163" y="422"/>
                      </a:lnTo>
                      <a:lnTo>
                        <a:pt x="184" y="444"/>
                      </a:lnTo>
                      <a:lnTo>
                        <a:pt x="206" y="465"/>
                      </a:lnTo>
                      <a:lnTo>
                        <a:pt x="229" y="484"/>
                      </a:lnTo>
                      <a:lnTo>
                        <a:pt x="253" y="503"/>
                      </a:lnTo>
                      <a:lnTo>
                        <a:pt x="277" y="520"/>
                      </a:lnTo>
                      <a:lnTo>
                        <a:pt x="302" y="537"/>
                      </a:lnTo>
                      <a:lnTo>
                        <a:pt x="329" y="551"/>
                      </a:lnTo>
                      <a:lnTo>
                        <a:pt x="356" y="565"/>
                      </a:lnTo>
                      <a:lnTo>
                        <a:pt x="384" y="579"/>
                      </a:lnTo>
                      <a:lnTo>
                        <a:pt x="412" y="589"/>
                      </a:lnTo>
                      <a:lnTo>
                        <a:pt x="441" y="599"/>
                      </a:lnTo>
                      <a:lnTo>
                        <a:pt x="471" y="608"/>
                      </a:lnTo>
                      <a:lnTo>
                        <a:pt x="502" y="615"/>
                      </a:lnTo>
                      <a:lnTo>
                        <a:pt x="532" y="620"/>
                      </a:lnTo>
                      <a:lnTo>
                        <a:pt x="564" y="625"/>
                      </a:lnTo>
                      <a:lnTo>
                        <a:pt x="596" y="627"/>
                      </a:lnTo>
                      <a:lnTo>
                        <a:pt x="628" y="628"/>
                      </a:lnTo>
                      <a:lnTo>
                        <a:pt x="628" y="499"/>
                      </a:lnTo>
                      <a:lnTo>
                        <a:pt x="603" y="499"/>
                      </a:lnTo>
                      <a:lnTo>
                        <a:pt x="577" y="496"/>
                      </a:lnTo>
                      <a:lnTo>
                        <a:pt x="552" y="493"/>
                      </a:lnTo>
                      <a:lnTo>
                        <a:pt x="528" y="489"/>
                      </a:lnTo>
                      <a:lnTo>
                        <a:pt x="503" y="483"/>
                      </a:lnTo>
                      <a:lnTo>
                        <a:pt x="480" y="477"/>
                      </a:lnTo>
                      <a:lnTo>
                        <a:pt x="457" y="468"/>
                      </a:lnTo>
                      <a:lnTo>
                        <a:pt x="434" y="459"/>
                      </a:lnTo>
                      <a:lnTo>
                        <a:pt x="412" y="449"/>
                      </a:lnTo>
                      <a:lnTo>
                        <a:pt x="391" y="438"/>
                      </a:lnTo>
                      <a:lnTo>
                        <a:pt x="370" y="426"/>
                      </a:lnTo>
                      <a:lnTo>
                        <a:pt x="349" y="413"/>
                      </a:lnTo>
                      <a:lnTo>
                        <a:pt x="330" y="400"/>
                      </a:lnTo>
                      <a:lnTo>
                        <a:pt x="311" y="385"/>
                      </a:lnTo>
                      <a:lnTo>
                        <a:pt x="294" y="369"/>
                      </a:lnTo>
                      <a:lnTo>
                        <a:pt x="276" y="353"/>
                      </a:lnTo>
                      <a:lnTo>
                        <a:pt x="260" y="335"/>
                      </a:lnTo>
                      <a:lnTo>
                        <a:pt x="243" y="317"/>
                      </a:lnTo>
                      <a:lnTo>
                        <a:pt x="228" y="298"/>
                      </a:lnTo>
                      <a:lnTo>
                        <a:pt x="215" y="278"/>
                      </a:lnTo>
                      <a:lnTo>
                        <a:pt x="201" y="259"/>
                      </a:lnTo>
                      <a:lnTo>
                        <a:pt x="189" y="238"/>
                      </a:lnTo>
                      <a:lnTo>
                        <a:pt x="178" y="216"/>
                      </a:lnTo>
                      <a:lnTo>
                        <a:pt x="169" y="194"/>
                      </a:lnTo>
                      <a:lnTo>
                        <a:pt x="160" y="171"/>
                      </a:lnTo>
                      <a:lnTo>
                        <a:pt x="152" y="148"/>
                      </a:lnTo>
                      <a:lnTo>
                        <a:pt x="144" y="125"/>
                      </a:lnTo>
                      <a:lnTo>
                        <a:pt x="139" y="101"/>
                      </a:lnTo>
                      <a:lnTo>
                        <a:pt x="135" y="76"/>
                      </a:lnTo>
                      <a:lnTo>
                        <a:pt x="131" y="52"/>
                      </a:lnTo>
                      <a:lnTo>
                        <a:pt x="130" y="25"/>
                      </a:lnTo>
                      <a:lnTo>
                        <a:pt x="129" y="0"/>
                      </a:lnTo>
                      <a:lnTo>
                        <a:pt x="0" y="0"/>
                      </a:lnTo>
                      <a:close/>
                    </a:path>
                  </a:pathLst>
                </a:custGeom>
                <a:solidFill>
                  <a:srgbClr val="00A7D1"/>
                </a:solidFill>
                <a:ln>
                  <a:noFill/>
                </a:ln>
              </p:spPr>
              <p:txBody>
                <a:bodyPr/>
                <a:lstStyle/>
                <a:p>
                  <a:pPr>
                    <a:defRPr/>
                  </a:pPr>
                  <a:endParaRPr lang="en-US" sz="1050">
                    <a:latin typeface="+mj-lt"/>
                  </a:endParaRPr>
                </a:p>
              </p:txBody>
            </p:sp>
            <p:sp>
              <p:nvSpPr>
                <p:cNvPr id="41092" name="Freeform 280">
                  <a:extLst>
                    <a:ext uri="{FF2B5EF4-FFF2-40B4-BE49-F238E27FC236}">
                      <a16:creationId xmlns="" xmlns:a16="http://schemas.microsoft.com/office/drawing/2014/main" id="{5B2E9CB4-D103-0AE7-B9D4-D4FF28BFC929}"/>
                    </a:ext>
                  </a:extLst>
                </p:cNvPr>
                <p:cNvSpPr>
                  <a:spLocks/>
                </p:cNvSpPr>
                <p:nvPr/>
              </p:nvSpPr>
              <p:spPr bwMode="auto">
                <a:xfrm>
                  <a:off x="4585" y="3731"/>
                  <a:ext cx="22"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6" y="1"/>
                      </a:lnTo>
                      <a:lnTo>
                        <a:pt x="564" y="4"/>
                      </a:lnTo>
                      <a:lnTo>
                        <a:pt x="532" y="7"/>
                      </a:lnTo>
                      <a:lnTo>
                        <a:pt x="502" y="14"/>
                      </a:lnTo>
                      <a:lnTo>
                        <a:pt x="471" y="20"/>
                      </a:lnTo>
                      <a:lnTo>
                        <a:pt x="441" y="29"/>
                      </a:lnTo>
                      <a:lnTo>
                        <a:pt x="412" y="39"/>
                      </a:lnTo>
                      <a:lnTo>
                        <a:pt x="384" y="50"/>
                      </a:lnTo>
                      <a:lnTo>
                        <a:pt x="356" y="63"/>
                      </a:lnTo>
                      <a:lnTo>
                        <a:pt x="329" y="76"/>
                      </a:lnTo>
                      <a:lnTo>
                        <a:pt x="302" y="91"/>
                      </a:lnTo>
                      <a:lnTo>
                        <a:pt x="277" y="108"/>
                      </a:lnTo>
                      <a:lnTo>
                        <a:pt x="253" y="125"/>
                      </a:lnTo>
                      <a:lnTo>
                        <a:pt x="229" y="144"/>
                      </a:lnTo>
                      <a:lnTo>
                        <a:pt x="206" y="164"/>
                      </a:lnTo>
                      <a:lnTo>
                        <a:pt x="184" y="184"/>
                      </a:lnTo>
                      <a:lnTo>
                        <a:pt x="163" y="206"/>
                      </a:lnTo>
                      <a:lnTo>
                        <a:pt x="143" y="229"/>
                      </a:lnTo>
                      <a:lnTo>
                        <a:pt x="125" y="252"/>
                      </a:lnTo>
                      <a:lnTo>
                        <a:pt x="107" y="278"/>
                      </a:lnTo>
                      <a:lnTo>
                        <a:pt x="91" y="303"/>
                      </a:lnTo>
                      <a:lnTo>
                        <a:pt x="77" y="329"/>
                      </a:lnTo>
                      <a:lnTo>
                        <a:pt x="62" y="356"/>
                      </a:lnTo>
                      <a:lnTo>
                        <a:pt x="49" y="384"/>
                      </a:lnTo>
                      <a:lnTo>
                        <a:pt x="38" y="412"/>
                      </a:lnTo>
                      <a:lnTo>
                        <a:pt x="28" y="442"/>
                      </a:lnTo>
                      <a:lnTo>
                        <a:pt x="20" y="471"/>
                      </a:lnTo>
                      <a:lnTo>
                        <a:pt x="13" y="502"/>
                      </a:lnTo>
                      <a:lnTo>
                        <a:pt x="8" y="533"/>
                      </a:lnTo>
                      <a:lnTo>
                        <a:pt x="3" y="565"/>
                      </a:lnTo>
                      <a:lnTo>
                        <a:pt x="1" y="596"/>
                      </a:lnTo>
                      <a:lnTo>
                        <a:pt x="0" y="628"/>
                      </a:lnTo>
                      <a:lnTo>
                        <a:pt x="129" y="628"/>
                      </a:lnTo>
                      <a:lnTo>
                        <a:pt x="130" y="602"/>
                      </a:lnTo>
                      <a:lnTo>
                        <a:pt x="131" y="577"/>
                      </a:lnTo>
                      <a:lnTo>
                        <a:pt x="135" y="553"/>
                      </a:lnTo>
                      <a:lnTo>
                        <a:pt x="139" y="527"/>
                      </a:lnTo>
                      <a:lnTo>
                        <a:pt x="144" y="503"/>
                      </a:lnTo>
                      <a:lnTo>
                        <a:pt x="152" y="480"/>
                      </a:lnTo>
                      <a:lnTo>
                        <a:pt x="160" y="457"/>
                      </a:lnTo>
                      <a:lnTo>
                        <a:pt x="169" y="434"/>
                      </a:lnTo>
                      <a:lnTo>
                        <a:pt x="178" y="412"/>
                      </a:lnTo>
                      <a:lnTo>
                        <a:pt x="189" y="390"/>
                      </a:lnTo>
                      <a:lnTo>
                        <a:pt x="201" y="370"/>
                      </a:lnTo>
                      <a:lnTo>
                        <a:pt x="215" y="350"/>
                      </a:lnTo>
                      <a:lnTo>
                        <a:pt x="228" y="330"/>
                      </a:lnTo>
                      <a:lnTo>
                        <a:pt x="243" y="311"/>
                      </a:lnTo>
                      <a:lnTo>
                        <a:pt x="260" y="293"/>
                      </a:lnTo>
                      <a:lnTo>
                        <a:pt x="276" y="275"/>
                      </a:lnTo>
                      <a:lnTo>
                        <a:pt x="294" y="259"/>
                      </a:lnTo>
                      <a:lnTo>
                        <a:pt x="311" y="244"/>
                      </a:lnTo>
                      <a:lnTo>
                        <a:pt x="330" y="228"/>
                      </a:lnTo>
                      <a:lnTo>
                        <a:pt x="349" y="215"/>
                      </a:lnTo>
                      <a:lnTo>
                        <a:pt x="370" y="202"/>
                      </a:lnTo>
                      <a:lnTo>
                        <a:pt x="391" y="190"/>
                      </a:lnTo>
                      <a:lnTo>
                        <a:pt x="412" y="179"/>
                      </a:lnTo>
                      <a:lnTo>
                        <a:pt x="434" y="168"/>
                      </a:lnTo>
                      <a:lnTo>
                        <a:pt x="457" y="159"/>
                      </a:lnTo>
                      <a:lnTo>
                        <a:pt x="480" y="152"/>
                      </a:lnTo>
                      <a:lnTo>
                        <a:pt x="504" y="145"/>
                      </a:lnTo>
                      <a:lnTo>
                        <a:pt x="528" y="139"/>
                      </a:lnTo>
                      <a:lnTo>
                        <a:pt x="552" y="135"/>
                      </a:lnTo>
                      <a:lnTo>
                        <a:pt x="577" y="132"/>
                      </a:lnTo>
                      <a:lnTo>
                        <a:pt x="603" y="130"/>
                      </a:lnTo>
                      <a:lnTo>
                        <a:pt x="628" y="130"/>
                      </a:lnTo>
                      <a:lnTo>
                        <a:pt x="628" y="0"/>
                      </a:lnTo>
                      <a:close/>
                    </a:path>
                  </a:pathLst>
                </a:custGeom>
                <a:solidFill>
                  <a:srgbClr val="00A7D1"/>
                </a:solidFill>
                <a:ln>
                  <a:noFill/>
                </a:ln>
              </p:spPr>
              <p:txBody>
                <a:bodyPr/>
                <a:lstStyle/>
                <a:p>
                  <a:pPr>
                    <a:defRPr/>
                  </a:pPr>
                  <a:endParaRPr lang="en-US" sz="1050">
                    <a:latin typeface="+mj-lt"/>
                  </a:endParaRPr>
                </a:p>
              </p:txBody>
            </p:sp>
            <p:sp>
              <p:nvSpPr>
                <p:cNvPr id="41093" name="Freeform 281">
                  <a:extLst>
                    <a:ext uri="{FF2B5EF4-FFF2-40B4-BE49-F238E27FC236}">
                      <a16:creationId xmlns="" xmlns:a16="http://schemas.microsoft.com/office/drawing/2014/main" id="{A5202255-C032-242A-7835-47914D7F95CC}"/>
                    </a:ext>
                  </a:extLst>
                </p:cNvPr>
                <p:cNvSpPr>
                  <a:spLocks/>
                </p:cNvSpPr>
                <p:nvPr/>
              </p:nvSpPr>
              <p:spPr bwMode="auto">
                <a:xfrm>
                  <a:off x="4607" y="3797"/>
                  <a:ext cx="25" cy="24"/>
                </a:xfrm>
                <a:custGeom>
                  <a:avLst/>
                  <a:gdLst>
                    <a:gd name="T0" fmla="*/ 0 w 629"/>
                    <a:gd name="T1" fmla="*/ 0 h 627"/>
                    <a:gd name="T2" fmla="*/ 0 w 629"/>
                    <a:gd name="T3" fmla="*/ 0 h 627"/>
                    <a:gd name="T4" fmla="*/ 0 w 629"/>
                    <a:gd name="T5" fmla="*/ 0 h 627"/>
                    <a:gd name="T6" fmla="*/ 0 w 629"/>
                    <a:gd name="T7" fmla="*/ 0 h 627"/>
                    <a:gd name="T8" fmla="*/ 0 w 629"/>
                    <a:gd name="T9" fmla="*/ 0 h 627"/>
                    <a:gd name="T10" fmla="*/ 0 w 629"/>
                    <a:gd name="T11" fmla="*/ 0 h 627"/>
                    <a:gd name="T12" fmla="*/ 0 w 629"/>
                    <a:gd name="T13" fmla="*/ 0 h 627"/>
                    <a:gd name="T14" fmla="*/ 0 w 629"/>
                    <a:gd name="T15" fmla="*/ 0 h 627"/>
                    <a:gd name="T16" fmla="*/ 0 w 629"/>
                    <a:gd name="T17" fmla="*/ 0 h 627"/>
                    <a:gd name="T18" fmla="*/ 0 w 629"/>
                    <a:gd name="T19" fmla="*/ 0 h 627"/>
                    <a:gd name="T20" fmla="*/ 0 w 629"/>
                    <a:gd name="T21" fmla="*/ 0 h 627"/>
                    <a:gd name="T22" fmla="*/ 0 w 629"/>
                    <a:gd name="T23" fmla="*/ 0 h 627"/>
                    <a:gd name="T24" fmla="*/ 0 w 629"/>
                    <a:gd name="T25" fmla="*/ 0 h 627"/>
                    <a:gd name="T26" fmla="*/ 0 w 629"/>
                    <a:gd name="T27" fmla="*/ 0 h 627"/>
                    <a:gd name="T28" fmla="*/ 0 w 629"/>
                    <a:gd name="T29" fmla="*/ 0 h 627"/>
                    <a:gd name="T30" fmla="*/ 0 w 629"/>
                    <a:gd name="T31" fmla="*/ 0 h 627"/>
                    <a:gd name="T32" fmla="*/ 0 w 629"/>
                    <a:gd name="T33" fmla="*/ 0 h 627"/>
                    <a:gd name="T34" fmla="*/ 0 w 629"/>
                    <a:gd name="T35" fmla="*/ 0 h 627"/>
                    <a:gd name="T36" fmla="*/ 0 w 629"/>
                    <a:gd name="T37" fmla="*/ 0 h 627"/>
                    <a:gd name="T38" fmla="*/ 0 w 629"/>
                    <a:gd name="T39" fmla="*/ 0 h 627"/>
                    <a:gd name="T40" fmla="*/ 0 w 629"/>
                    <a:gd name="T41" fmla="*/ 0 h 627"/>
                    <a:gd name="T42" fmla="*/ 0 w 629"/>
                    <a:gd name="T43" fmla="*/ 0 h 627"/>
                    <a:gd name="T44" fmla="*/ 0 w 629"/>
                    <a:gd name="T45" fmla="*/ 0 h 627"/>
                    <a:gd name="T46" fmla="*/ 0 w 629"/>
                    <a:gd name="T47" fmla="*/ 0 h 627"/>
                    <a:gd name="T48" fmla="*/ 0 w 629"/>
                    <a:gd name="T49" fmla="*/ 0 h 627"/>
                    <a:gd name="T50" fmla="*/ 0 w 629"/>
                    <a:gd name="T51" fmla="*/ 0 h 627"/>
                    <a:gd name="T52" fmla="*/ 0 w 629"/>
                    <a:gd name="T53" fmla="*/ 0 h 627"/>
                    <a:gd name="T54" fmla="*/ 0 w 629"/>
                    <a:gd name="T55" fmla="*/ 0 h 627"/>
                    <a:gd name="T56" fmla="*/ 0 w 629"/>
                    <a:gd name="T57" fmla="*/ 0 h 627"/>
                    <a:gd name="T58" fmla="*/ 0 w 629"/>
                    <a:gd name="T59" fmla="*/ 0 h 627"/>
                    <a:gd name="T60" fmla="*/ 0 w 629"/>
                    <a:gd name="T61" fmla="*/ 0 h 627"/>
                    <a:gd name="T62" fmla="*/ 0 w 629"/>
                    <a:gd name="T63" fmla="*/ 0 h 627"/>
                    <a:gd name="T64" fmla="*/ 0 w 629"/>
                    <a:gd name="T65" fmla="*/ 0 h 627"/>
                    <a:gd name="T66" fmla="*/ 0 w 629"/>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9"/>
                    <a:gd name="T103" fmla="*/ 0 h 627"/>
                    <a:gd name="T104" fmla="*/ 629 w 629"/>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9" h="627">
                      <a:moveTo>
                        <a:pt x="629" y="627"/>
                      </a:moveTo>
                      <a:lnTo>
                        <a:pt x="629" y="627"/>
                      </a:lnTo>
                      <a:lnTo>
                        <a:pt x="628" y="596"/>
                      </a:lnTo>
                      <a:lnTo>
                        <a:pt x="625" y="564"/>
                      </a:lnTo>
                      <a:lnTo>
                        <a:pt x="621" y="532"/>
                      </a:lnTo>
                      <a:lnTo>
                        <a:pt x="616" y="501"/>
                      </a:lnTo>
                      <a:lnTo>
                        <a:pt x="608" y="471"/>
                      </a:lnTo>
                      <a:lnTo>
                        <a:pt x="601" y="441"/>
                      </a:lnTo>
                      <a:lnTo>
                        <a:pt x="591" y="412"/>
                      </a:lnTo>
                      <a:lnTo>
                        <a:pt x="579" y="384"/>
                      </a:lnTo>
                      <a:lnTo>
                        <a:pt x="567" y="356"/>
                      </a:lnTo>
                      <a:lnTo>
                        <a:pt x="552" y="328"/>
                      </a:lnTo>
                      <a:lnTo>
                        <a:pt x="537" y="302"/>
                      </a:lnTo>
                      <a:lnTo>
                        <a:pt x="521" y="277"/>
                      </a:lnTo>
                      <a:lnTo>
                        <a:pt x="503" y="253"/>
                      </a:lnTo>
                      <a:lnTo>
                        <a:pt x="484" y="229"/>
                      </a:lnTo>
                      <a:lnTo>
                        <a:pt x="465" y="206"/>
                      </a:lnTo>
                      <a:lnTo>
                        <a:pt x="444" y="184"/>
                      </a:lnTo>
                      <a:lnTo>
                        <a:pt x="422" y="163"/>
                      </a:lnTo>
                      <a:lnTo>
                        <a:pt x="399" y="143"/>
                      </a:lnTo>
                      <a:lnTo>
                        <a:pt x="376" y="125"/>
                      </a:lnTo>
                      <a:lnTo>
                        <a:pt x="351" y="107"/>
                      </a:lnTo>
                      <a:lnTo>
                        <a:pt x="326" y="92"/>
                      </a:lnTo>
                      <a:lnTo>
                        <a:pt x="299" y="76"/>
                      </a:lnTo>
                      <a:lnTo>
                        <a:pt x="273" y="62"/>
                      </a:lnTo>
                      <a:lnTo>
                        <a:pt x="244" y="49"/>
                      </a:lnTo>
                      <a:lnTo>
                        <a:pt x="216" y="38"/>
                      </a:lnTo>
                      <a:lnTo>
                        <a:pt x="188" y="28"/>
                      </a:lnTo>
                      <a:lnTo>
                        <a:pt x="157" y="19"/>
                      </a:lnTo>
                      <a:lnTo>
                        <a:pt x="127" y="13"/>
                      </a:lnTo>
                      <a:lnTo>
                        <a:pt x="95" y="7"/>
                      </a:lnTo>
                      <a:lnTo>
                        <a:pt x="65" y="3"/>
                      </a:lnTo>
                      <a:lnTo>
                        <a:pt x="33" y="1"/>
                      </a:lnTo>
                      <a:lnTo>
                        <a:pt x="0" y="0"/>
                      </a:lnTo>
                      <a:lnTo>
                        <a:pt x="0" y="129"/>
                      </a:lnTo>
                      <a:lnTo>
                        <a:pt x="26" y="130"/>
                      </a:lnTo>
                      <a:lnTo>
                        <a:pt x="52" y="131"/>
                      </a:lnTo>
                      <a:lnTo>
                        <a:pt x="77" y="134"/>
                      </a:lnTo>
                      <a:lnTo>
                        <a:pt x="101" y="139"/>
                      </a:lnTo>
                      <a:lnTo>
                        <a:pt x="125" y="144"/>
                      </a:lnTo>
                      <a:lnTo>
                        <a:pt x="148" y="152"/>
                      </a:lnTo>
                      <a:lnTo>
                        <a:pt x="172" y="160"/>
                      </a:lnTo>
                      <a:lnTo>
                        <a:pt x="194" y="168"/>
                      </a:lnTo>
                      <a:lnTo>
                        <a:pt x="216" y="178"/>
                      </a:lnTo>
                      <a:lnTo>
                        <a:pt x="238" y="189"/>
                      </a:lnTo>
                      <a:lnTo>
                        <a:pt x="259" y="201"/>
                      </a:lnTo>
                      <a:lnTo>
                        <a:pt x="280" y="214"/>
                      </a:lnTo>
                      <a:lnTo>
                        <a:pt x="298" y="229"/>
                      </a:lnTo>
                      <a:lnTo>
                        <a:pt x="318" y="243"/>
                      </a:lnTo>
                      <a:lnTo>
                        <a:pt x="335" y="259"/>
                      </a:lnTo>
                      <a:lnTo>
                        <a:pt x="353" y="275"/>
                      </a:lnTo>
                      <a:lnTo>
                        <a:pt x="369" y="293"/>
                      </a:lnTo>
                      <a:lnTo>
                        <a:pt x="385" y="311"/>
                      </a:lnTo>
                      <a:lnTo>
                        <a:pt x="400" y="329"/>
                      </a:lnTo>
                      <a:lnTo>
                        <a:pt x="414" y="349"/>
                      </a:lnTo>
                      <a:lnTo>
                        <a:pt x="427" y="370"/>
                      </a:lnTo>
                      <a:lnTo>
                        <a:pt x="440" y="391"/>
                      </a:lnTo>
                      <a:lnTo>
                        <a:pt x="450" y="412"/>
                      </a:lnTo>
                      <a:lnTo>
                        <a:pt x="460" y="434"/>
                      </a:lnTo>
                      <a:lnTo>
                        <a:pt x="469" y="457"/>
                      </a:lnTo>
                      <a:lnTo>
                        <a:pt x="477" y="480"/>
                      </a:lnTo>
                      <a:lnTo>
                        <a:pt x="483" y="504"/>
                      </a:lnTo>
                      <a:lnTo>
                        <a:pt x="489" y="528"/>
                      </a:lnTo>
                      <a:lnTo>
                        <a:pt x="493" y="552"/>
                      </a:lnTo>
                      <a:lnTo>
                        <a:pt x="497" y="577"/>
                      </a:lnTo>
                      <a:lnTo>
                        <a:pt x="499" y="602"/>
                      </a:lnTo>
                      <a:lnTo>
                        <a:pt x="499" y="627"/>
                      </a:lnTo>
                      <a:lnTo>
                        <a:pt x="629" y="627"/>
                      </a:lnTo>
                      <a:close/>
                    </a:path>
                  </a:pathLst>
                </a:custGeom>
                <a:solidFill>
                  <a:srgbClr val="EF2B2F"/>
                </a:solidFill>
                <a:ln>
                  <a:noFill/>
                </a:ln>
              </p:spPr>
              <p:txBody>
                <a:bodyPr/>
                <a:lstStyle/>
                <a:p>
                  <a:pPr>
                    <a:defRPr/>
                  </a:pPr>
                  <a:endParaRPr lang="en-US" sz="1050">
                    <a:latin typeface="+mj-lt"/>
                  </a:endParaRPr>
                </a:p>
              </p:txBody>
            </p:sp>
            <p:sp>
              <p:nvSpPr>
                <p:cNvPr id="41094" name="Freeform 282">
                  <a:extLst>
                    <a:ext uri="{FF2B5EF4-FFF2-40B4-BE49-F238E27FC236}">
                      <a16:creationId xmlns="" xmlns:a16="http://schemas.microsoft.com/office/drawing/2014/main" id="{6B0ACAF6-F517-7FD8-BEDF-61C734721334}"/>
                    </a:ext>
                  </a:extLst>
                </p:cNvPr>
                <p:cNvSpPr>
                  <a:spLocks/>
                </p:cNvSpPr>
                <p:nvPr/>
              </p:nvSpPr>
              <p:spPr bwMode="auto">
                <a:xfrm>
                  <a:off x="4607" y="3821"/>
                  <a:ext cx="25" cy="23"/>
                </a:xfrm>
                <a:custGeom>
                  <a:avLst/>
                  <a:gdLst>
                    <a:gd name="T0" fmla="*/ 0 w 629"/>
                    <a:gd name="T1" fmla="*/ 0 h 628"/>
                    <a:gd name="T2" fmla="*/ 0 w 629"/>
                    <a:gd name="T3" fmla="*/ 0 h 628"/>
                    <a:gd name="T4" fmla="*/ 0 w 629"/>
                    <a:gd name="T5" fmla="*/ 0 h 628"/>
                    <a:gd name="T6" fmla="*/ 0 w 629"/>
                    <a:gd name="T7" fmla="*/ 0 h 628"/>
                    <a:gd name="T8" fmla="*/ 0 w 629"/>
                    <a:gd name="T9" fmla="*/ 0 h 628"/>
                    <a:gd name="T10" fmla="*/ 0 w 629"/>
                    <a:gd name="T11" fmla="*/ 0 h 628"/>
                    <a:gd name="T12" fmla="*/ 0 w 629"/>
                    <a:gd name="T13" fmla="*/ 0 h 628"/>
                    <a:gd name="T14" fmla="*/ 0 w 629"/>
                    <a:gd name="T15" fmla="*/ 0 h 628"/>
                    <a:gd name="T16" fmla="*/ 0 w 629"/>
                    <a:gd name="T17" fmla="*/ 0 h 628"/>
                    <a:gd name="T18" fmla="*/ 0 w 629"/>
                    <a:gd name="T19" fmla="*/ 0 h 628"/>
                    <a:gd name="T20" fmla="*/ 0 w 629"/>
                    <a:gd name="T21" fmla="*/ 0 h 628"/>
                    <a:gd name="T22" fmla="*/ 0 w 629"/>
                    <a:gd name="T23" fmla="*/ 0 h 628"/>
                    <a:gd name="T24" fmla="*/ 0 w 629"/>
                    <a:gd name="T25" fmla="*/ 0 h 628"/>
                    <a:gd name="T26" fmla="*/ 0 w 629"/>
                    <a:gd name="T27" fmla="*/ 0 h 628"/>
                    <a:gd name="T28" fmla="*/ 0 w 629"/>
                    <a:gd name="T29" fmla="*/ 0 h 628"/>
                    <a:gd name="T30" fmla="*/ 0 w 629"/>
                    <a:gd name="T31" fmla="*/ 0 h 628"/>
                    <a:gd name="T32" fmla="*/ 0 w 629"/>
                    <a:gd name="T33" fmla="*/ 0 h 628"/>
                    <a:gd name="T34" fmla="*/ 0 w 629"/>
                    <a:gd name="T35" fmla="*/ 0 h 628"/>
                    <a:gd name="T36" fmla="*/ 0 w 629"/>
                    <a:gd name="T37" fmla="*/ 0 h 628"/>
                    <a:gd name="T38" fmla="*/ 0 w 629"/>
                    <a:gd name="T39" fmla="*/ 0 h 628"/>
                    <a:gd name="T40" fmla="*/ 0 w 629"/>
                    <a:gd name="T41" fmla="*/ 0 h 628"/>
                    <a:gd name="T42" fmla="*/ 0 w 629"/>
                    <a:gd name="T43" fmla="*/ 0 h 628"/>
                    <a:gd name="T44" fmla="*/ 0 w 629"/>
                    <a:gd name="T45" fmla="*/ 0 h 628"/>
                    <a:gd name="T46" fmla="*/ 0 w 629"/>
                    <a:gd name="T47" fmla="*/ 0 h 628"/>
                    <a:gd name="T48" fmla="*/ 0 w 629"/>
                    <a:gd name="T49" fmla="*/ 0 h 628"/>
                    <a:gd name="T50" fmla="*/ 0 w 629"/>
                    <a:gd name="T51" fmla="*/ 0 h 628"/>
                    <a:gd name="T52" fmla="*/ 0 w 629"/>
                    <a:gd name="T53" fmla="*/ 0 h 628"/>
                    <a:gd name="T54" fmla="*/ 0 w 629"/>
                    <a:gd name="T55" fmla="*/ 0 h 628"/>
                    <a:gd name="T56" fmla="*/ 0 w 629"/>
                    <a:gd name="T57" fmla="*/ 0 h 628"/>
                    <a:gd name="T58" fmla="*/ 0 w 629"/>
                    <a:gd name="T59" fmla="*/ 0 h 628"/>
                    <a:gd name="T60" fmla="*/ 0 w 629"/>
                    <a:gd name="T61" fmla="*/ 0 h 628"/>
                    <a:gd name="T62" fmla="*/ 0 w 629"/>
                    <a:gd name="T63" fmla="*/ 0 h 628"/>
                    <a:gd name="T64" fmla="*/ 0 w 629"/>
                    <a:gd name="T65" fmla="*/ 0 h 628"/>
                    <a:gd name="T66" fmla="*/ 0 w 629"/>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9"/>
                    <a:gd name="T103" fmla="*/ 0 h 628"/>
                    <a:gd name="T104" fmla="*/ 629 w 629"/>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9" h="628">
                      <a:moveTo>
                        <a:pt x="0" y="628"/>
                      </a:moveTo>
                      <a:lnTo>
                        <a:pt x="0" y="628"/>
                      </a:lnTo>
                      <a:lnTo>
                        <a:pt x="33" y="627"/>
                      </a:lnTo>
                      <a:lnTo>
                        <a:pt x="65" y="625"/>
                      </a:lnTo>
                      <a:lnTo>
                        <a:pt x="95" y="622"/>
                      </a:lnTo>
                      <a:lnTo>
                        <a:pt x="127" y="615"/>
                      </a:lnTo>
                      <a:lnTo>
                        <a:pt x="157" y="608"/>
                      </a:lnTo>
                      <a:lnTo>
                        <a:pt x="188" y="600"/>
                      </a:lnTo>
                      <a:lnTo>
                        <a:pt x="216" y="590"/>
                      </a:lnTo>
                      <a:lnTo>
                        <a:pt x="244" y="579"/>
                      </a:lnTo>
                      <a:lnTo>
                        <a:pt x="273" y="567"/>
                      </a:lnTo>
                      <a:lnTo>
                        <a:pt x="299" y="553"/>
                      </a:lnTo>
                      <a:lnTo>
                        <a:pt x="326" y="537"/>
                      </a:lnTo>
                      <a:lnTo>
                        <a:pt x="351" y="521"/>
                      </a:lnTo>
                      <a:lnTo>
                        <a:pt x="376" y="503"/>
                      </a:lnTo>
                      <a:lnTo>
                        <a:pt x="400" y="485"/>
                      </a:lnTo>
                      <a:lnTo>
                        <a:pt x="422" y="465"/>
                      </a:lnTo>
                      <a:lnTo>
                        <a:pt x="444" y="444"/>
                      </a:lnTo>
                      <a:lnTo>
                        <a:pt x="465" y="422"/>
                      </a:lnTo>
                      <a:lnTo>
                        <a:pt x="484" y="399"/>
                      </a:lnTo>
                      <a:lnTo>
                        <a:pt x="503" y="376"/>
                      </a:lnTo>
                      <a:lnTo>
                        <a:pt x="521" y="351"/>
                      </a:lnTo>
                      <a:lnTo>
                        <a:pt x="537" y="326"/>
                      </a:lnTo>
                      <a:lnTo>
                        <a:pt x="552" y="299"/>
                      </a:lnTo>
                      <a:lnTo>
                        <a:pt x="567" y="272"/>
                      </a:lnTo>
                      <a:lnTo>
                        <a:pt x="579" y="245"/>
                      </a:lnTo>
                      <a:lnTo>
                        <a:pt x="591" y="216"/>
                      </a:lnTo>
                      <a:lnTo>
                        <a:pt x="601" y="187"/>
                      </a:lnTo>
                      <a:lnTo>
                        <a:pt x="608" y="157"/>
                      </a:lnTo>
                      <a:lnTo>
                        <a:pt x="616" y="126"/>
                      </a:lnTo>
                      <a:lnTo>
                        <a:pt x="621" y="96"/>
                      </a:lnTo>
                      <a:lnTo>
                        <a:pt x="625" y="65"/>
                      </a:lnTo>
                      <a:lnTo>
                        <a:pt x="628" y="33"/>
                      </a:lnTo>
                      <a:lnTo>
                        <a:pt x="629" y="0"/>
                      </a:lnTo>
                      <a:lnTo>
                        <a:pt x="499" y="0"/>
                      </a:lnTo>
                      <a:lnTo>
                        <a:pt x="499" y="27"/>
                      </a:lnTo>
                      <a:lnTo>
                        <a:pt x="497" y="52"/>
                      </a:lnTo>
                      <a:lnTo>
                        <a:pt x="493" y="77"/>
                      </a:lnTo>
                      <a:lnTo>
                        <a:pt x="489" y="101"/>
                      </a:lnTo>
                      <a:lnTo>
                        <a:pt x="483" y="125"/>
                      </a:lnTo>
                      <a:lnTo>
                        <a:pt x="477" y="148"/>
                      </a:lnTo>
                      <a:lnTo>
                        <a:pt x="469" y="171"/>
                      </a:lnTo>
                      <a:lnTo>
                        <a:pt x="460" y="194"/>
                      </a:lnTo>
                      <a:lnTo>
                        <a:pt x="450" y="216"/>
                      </a:lnTo>
                      <a:lnTo>
                        <a:pt x="440" y="238"/>
                      </a:lnTo>
                      <a:lnTo>
                        <a:pt x="427" y="259"/>
                      </a:lnTo>
                      <a:lnTo>
                        <a:pt x="414" y="279"/>
                      </a:lnTo>
                      <a:lnTo>
                        <a:pt x="400" y="298"/>
                      </a:lnTo>
                      <a:lnTo>
                        <a:pt x="385" y="317"/>
                      </a:lnTo>
                      <a:lnTo>
                        <a:pt x="369" y="336"/>
                      </a:lnTo>
                      <a:lnTo>
                        <a:pt x="353" y="353"/>
                      </a:lnTo>
                      <a:lnTo>
                        <a:pt x="335" y="370"/>
                      </a:lnTo>
                      <a:lnTo>
                        <a:pt x="318" y="385"/>
                      </a:lnTo>
                      <a:lnTo>
                        <a:pt x="298" y="400"/>
                      </a:lnTo>
                      <a:lnTo>
                        <a:pt x="280" y="413"/>
                      </a:lnTo>
                      <a:lnTo>
                        <a:pt x="259" y="427"/>
                      </a:lnTo>
                      <a:lnTo>
                        <a:pt x="238" y="439"/>
                      </a:lnTo>
                      <a:lnTo>
                        <a:pt x="216" y="450"/>
                      </a:lnTo>
                      <a:lnTo>
                        <a:pt x="194" y="461"/>
                      </a:lnTo>
                      <a:lnTo>
                        <a:pt x="172" y="469"/>
                      </a:lnTo>
                      <a:lnTo>
                        <a:pt x="148" y="477"/>
                      </a:lnTo>
                      <a:lnTo>
                        <a:pt x="125" y="484"/>
                      </a:lnTo>
                      <a:lnTo>
                        <a:pt x="101" y="489"/>
                      </a:lnTo>
                      <a:lnTo>
                        <a:pt x="77" y="493"/>
                      </a:lnTo>
                      <a:lnTo>
                        <a:pt x="52" y="497"/>
                      </a:lnTo>
                      <a:lnTo>
                        <a:pt x="26" y="499"/>
                      </a:lnTo>
                      <a:lnTo>
                        <a:pt x="0" y="499"/>
                      </a:lnTo>
                      <a:lnTo>
                        <a:pt x="0" y="628"/>
                      </a:lnTo>
                      <a:close/>
                    </a:path>
                  </a:pathLst>
                </a:custGeom>
                <a:solidFill>
                  <a:srgbClr val="EF2B2F"/>
                </a:solidFill>
                <a:ln>
                  <a:noFill/>
                </a:ln>
              </p:spPr>
              <p:txBody>
                <a:bodyPr/>
                <a:lstStyle/>
                <a:p>
                  <a:pPr>
                    <a:defRPr/>
                  </a:pPr>
                  <a:endParaRPr lang="en-US" sz="1050">
                    <a:latin typeface="+mj-lt"/>
                  </a:endParaRPr>
                </a:p>
              </p:txBody>
            </p:sp>
            <p:sp>
              <p:nvSpPr>
                <p:cNvPr id="41095" name="Freeform 283">
                  <a:extLst>
                    <a:ext uri="{FF2B5EF4-FFF2-40B4-BE49-F238E27FC236}">
                      <a16:creationId xmlns="" xmlns:a16="http://schemas.microsoft.com/office/drawing/2014/main" id="{57370885-7576-A811-517F-F5915261B163}"/>
                    </a:ext>
                  </a:extLst>
                </p:cNvPr>
                <p:cNvSpPr>
                  <a:spLocks/>
                </p:cNvSpPr>
                <p:nvPr/>
              </p:nvSpPr>
              <p:spPr bwMode="auto">
                <a:xfrm>
                  <a:off x="4585" y="3821"/>
                  <a:ext cx="22"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1" y="32"/>
                      </a:lnTo>
                      <a:lnTo>
                        <a:pt x="4" y="64"/>
                      </a:lnTo>
                      <a:lnTo>
                        <a:pt x="8" y="96"/>
                      </a:lnTo>
                      <a:lnTo>
                        <a:pt x="13" y="126"/>
                      </a:lnTo>
                      <a:lnTo>
                        <a:pt x="21" y="157"/>
                      </a:lnTo>
                      <a:lnTo>
                        <a:pt x="29" y="187"/>
                      </a:lnTo>
                      <a:lnTo>
                        <a:pt x="39" y="216"/>
                      </a:lnTo>
                      <a:lnTo>
                        <a:pt x="51" y="245"/>
                      </a:lnTo>
                      <a:lnTo>
                        <a:pt x="63" y="272"/>
                      </a:lnTo>
                      <a:lnTo>
                        <a:pt x="77" y="299"/>
                      </a:lnTo>
                      <a:lnTo>
                        <a:pt x="92" y="326"/>
                      </a:lnTo>
                      <a:lnTo>
                        <a:pt x="108" y="351"/>
                      </a:lnTo>
                      <a:lnTo>
                        <a:pt x="126" y="376"/>
                      </a:lnTo>
                      <a:lnTo>
                        <a:pt x="145" y="399"/>
                      </a:lnTo>
                      <a:lnTo>
                        <a:pt x="165" y="422"/>
                      </a:lnTo>
                      <a:lnTo>
                        <a:pt x="184" y="444"/>
                      </a:lnTo>
                      <a:lnTo>
                        <a:pt x="206" y="465"/>
                      </a:lnTo>
                      <a:lnTo>
                        <a:pt x="229" y="485"/>
                      </a:lnTo>
                      <a:lnTo>
                        <a:pt x="253" y="503"/>
                      </a:lnTo>
                      <a:lnTo>
                        <a:pt x="277" y="521"/>
                      </a:lnTo>
                      <a:lnTo>
                        <a:pt x="303" y="537"/>
                      </a:lnTo>
                      <a:lnTo>
                        <a:pt x="330" y="553"/>
                      </a:lnTo>
                      <a:lnTo>
                        <a:pt x="356" y="567"/>
                      </a:lnTo>
                      <a:lnTo>
                        <a:pt x="385" y="579"/>
                      </a:lnTo>
                      <a:lnTo>
                        <a:pt x="413" y="590"/>
                      </a:lnTo>
                      <a:lnTo>
                        <a:pt x="442" y="600"/>
                      </a:lnTo>
                      <a:lnTo>
                        <a:pt x="473" y="608"/>
                      </a:lnTo>
                      <a:lnTo>
                        <a:pt x="502" y="615"/>
                      </a:lnTo>
                      <a:lnTo>
                        <a:pt x="534" y="622"/>
                      </a:lnTo>
                      <a:lnTo>
                        <a:pt x="565" y="625"/>
                      </a:lnTo>
                      <a:lnTo>
                        <a:pt x="596" y="627"/>
                      </a:lnTo>
                      <a:lnTo>
                        <a:pt x="628" y="628"/>
                      </a:lnTo>
                      <a:lnTo>
                        <a:pt x="628" y="499"/>
                      </a:lnTo>
                      <a:lnTo>
                        <a:pt x="603" y="499"/>
                      </a:lnTo>
                      <a:lnTo>
                        <a:pt x="578" y="497"/>
                      </a:lnTo>
                      <a:lnTo>
                        <a:pt x="553" y="493"/>
                      </a:lnTo>
                      <a:lnTo>
                        <a:pt x="528" y="489"/>
                      </a:lnTo>
                      <a:lnTo>
                        <a:pt x="504" y="484"/>
                      </a:lnTo>
                      <a:lnTo>
                        <a:pt x="480" y="477"/>
                      </a:lnTo>
                      <a:lnTo>
                        <a:pt x="457" y="469"/>
                      </a:lnTo>
                      <a:lnTo>
                        <a:pt x="434" y="461"/>
                      </a:lnTo>
                      <a:lnTo>
                        <a:pt x="412" y="450"/>
                      </a:lnTo>
                      <a:lnTo>
                        <a:pt x="391" y="439"/>
                      </a:lnTo>
                      <a:lnTo>
                        <a:pt x="371" y="427"/>
                      </a:lnTo>
                      <a:lnTo>
                        <a:pt x="350" y="413"/>
                      </a:lnTo>
                      <a:lnTo>
                        <a:pt x="330" y="400"/>
                      </a:lnTo>
                      <a:lnTo>
                        <a:pt x="311" y="385"/>
                      </a:lnTo>
                      <a:lnTo>
                        <a:pt x="294" y="370"/>
                      </a:lnTo>
                      <a:lnTo>
                        <a:pt x="276" y="353"/>
                      </a:lnTo>
                      <a:lnTo>
                        <a:pt x="260" y="336"/>
                      </a:lnTo>
                      <a:lnTo>
                        <a:pt x="244" y="317"/>
                      </a:lnTo>
                      <a:lnTo>
                        <a:pt x="229" y="298"/>
                      </a:lnTo>
                      <a:lnTo>
                        <a:pt x="215" y="279"/>
                      </a:lnTo>
                      <a:lnTo>
                        <a:pt x="202" y="259"/>
                      </a:lnTo>
                      <a:lnTo>
                        <a:pt x="190" y="238"/>
                      </a:lnTo>
                      <a:lnTo>
                        <a:pt x="179" y="216"/>
                      </a:lnTo>
                      <a:lnTo>
                        <a:pt x="169" y="194"/>
                      </a:lnTo>
                      <a:lnTo>
                        <a:pt x="160" y="171"/>
                      </a:lnTo>
                      <a:lnTo>
                        <a:pt x="153" y="148"/>
                      </a:lnTo>
                      <a:lnTo>
                        <a:pt x="145" y="125"/>
                      </a:lnTo>
                      <a:lnTo>
                        <a:pt x="139" y="101"/>
                      </a:lnTo>
                      <a:lnTo>
                        <a:pt x="136" y="77"/>
                      </a:lnTo>
                      <a:lnTo>
                        <a:pt x="133" y="52"/>
                      </a:lnTo>
                      <a:lnTo>
                        <a:pt x="131" y="27"/>
                      </a:lnTo>
                      <a:lnTo>
                        <a:pt x="130" y="0"/>
                      </a:lnTo>
                      <a:lnTo>
                        <a:pt x="0" y="0"/>
                      </a:lnTo>
                      <a:close/>
                    </a:path>
                  </a:pathLst>
                </a:custGeom>
                <a:solidFill>
                  <a:srgbClr val="EF2B2F"/>
                </a:solidFill>
                <a:ln>
                  <a:noFill/>
                </a:ln>
              </p:spPr>
              <p:txBody>
                <a:bodyPr/>
                <a:lstStyle/>
                <a:p>
                  <a:pPr>
                    <a:defRPr/>
                  </a:pPr>
                  <a:endParaRPr lang="en-US" sz="1050">
                    <a:latin typeface="+mj-lt"/>
                  </a:endParaRPr>
                </a:p>
              </p:txBody>
            </p:sp>
            <p:sp>
              <p:nvSpPr>
                <p:cNvPr id="41096" name="Freeform 284">
                  <a:extLst>
                    <a:ext uri="{FF2B5EF4-FFF2-40B4-BE49-F238E27FC236}">
                      <a16:creationId xmlns="" xmlns:a16="http://schemas.microsoft.com/office/drawing/2014/main" id="{4548485F-8137-E1D9-1F3F-CDA3C575A5BC}"/>
                    </a:ext>
                  </a:extLst>
                </p:cNvPr>
                <p:cNvSpPr>
                  <a:spLocks/>
                </p:cNvSpPr>
                <p:nvPr/>
              </p:nvSpPr>
              <p:spPr bwMode="auto">
                <a:xfrm>
                  <a:off x="4585" y="3797"/>
                  <a:ext cx="22" cy="24"/>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628" y="0"/>
                      </a:moveTo>
                      <a:lnTo>
                        <a:pt x="628" y="0"/>
                      </a:lnTo>
                      <a:lnTo>
                        <a:pt x="596" y="1"/>
                      </a:lnTo>
                      <a:lnTo>
                        <a:pt x="565" y="3"/>
                      </a:lnTo>
                      <a:lnTo>
                        <a:pt x="534" y="7"/>
                      </a:lnTo>
                      <a:lnTo>
                        <a:pt x="502" y="13"/>
                      </a:lnTo>
                      <a:lnTo>
                        <a:pt x="471" y="19"/>
                      </a:lnTo>
                      <a:lnTo>
                        <a:pt x="442" y="28"/>
                      </a:lnTo>
                      <a:lnTo>
                        <a:pt x="413" y="38"/>
                      </a:lnTo>
                      <a:lnTo>
                        <a:pt x="385" y="49"/>
                      </a:lnTo>
                      <a:lnTo>
                        <a:pt x="356" y="62"/>
                      </a:lnTo>
                      <a:lnTo>
                        <a:pt x="330" y="76"/>
                      </a:lnTo>
                      <a:lnTo>
                        <a:pt x="303" y="92"/>
                      </a:lnTo>
                      <a:lnTo>
                        <a:pt x="277" y="107"/>
                      </a:lnTo>
                      <a:lnTo>
                        <a:pt x="253" y="125"/>
                      </a:lnTo>
                      <a:lnTo>
                        <a:pt x="229" y="143"/>
                      </a:lnTo>
                      <a:lnTo>
                        <a:pt x="206" y="163"/>
                      </a:lnTo>
                      <a:lnTo>
                        <a:pt x="184" y="184"/>
                      </a:lnTo>
                      <a:lnTo>
                        <a:pt x="165" y="206"/>
                      </a:lnTo>
                      <a:lnTo>
                        <a:pt x="145" y="229"/>
                      </a:lnTo>
                      <a:lnTo>
                        <a:pt x="126" y="253"/>
                      </a:lnTo>
                      <a:lnTo>
                        <a:pt x="108" y="277"/>
                      </a:lnTo>
                      <a:lnTo>
                        <a:pt x="92" y="302"/>
                      </a:lnTo>
                      <a:lnTo>
                        <a:pt x="77" y="328"/>
                      </a:lnTo>
                      <a:lnTo>
                        <a:pt x="63" y="356"/>
                      </a:lnTo>
                      <a:lnTo>
                        <a:pt x="51" y="384"/>
                      </a:lnTo>
                      <a:lnTo>
                        <a:pt x="39" y="412"/>
                      </a:lnTo>
                      <a:lnTo>
                        <a:pt x="29" y="441"/>
                      </a:lnTo>
                      <a:lnTo>
                        <a:pt x="21" y="471"/>
                      </a:lnTo>
                      <a:lnTo>
                        <a:pt x="13" y="501"/>
                      </a:lnTo>
                      <a:lnTo>
                        <a:pt x="8" y="532"/>
                      </a:lnTo>
                      <a:lnTo>
                        <a:pt x="4" y="564"/>
                      </a:lnTo>
                      <a:lnTo>
                        <a:pt x="1" y="596"/>
                      </a:lnTo>
                      <a:lnTo>
                        <a:pt x="0" y="627"/>
                      </a:lnTo>
                      <a:lnTo>
                        <a:pt x="130" y="627"/>
                      </a:lnTo>
                      <a:lnTo>
                        <a:pt x="131" y="602"/>
                      </a:lnTo>
                      <a:lnTo>
                        <a:pt x="133" y="577"/>
                      </a:lnTo>
                      <a:lnTo>
                        <a:pt x="136" y="552"/>
                      </a:lnTo>
                      <a:lnTo>
                        <a:pt x="139" y="528"/>
                      </a:lnTo>
                      <a:lnTo>
                        <a:pt x="145" y="504"/>
                      </a:lnTo>
                      <a:lnTo>
                        <a:pt x="153" y="480"/>
                      </a:lnTo>
                      <a:lnTo>
                        <a:pt x="160" y="457"/>
                      </a:lnTo>
                      <a:lnTo>
                        <a:pt x="169" y="434"/>
                      </a:lnTo>
                      <a:lnTo>
                        <a:pt x="179" y="412"/>
                      </a:lnTo>
                      <a:lnTo>
                        <a:pt x="190" y="391"/>
                      </a:lnTo>
                      <a:lnTo>
                        <a:pt x="202" y="370"/>
                      </a:lnTo>
                      <a:lnTo>
                        <a:pt x="215" y="349"/>
                      </a:lnTo>
                      <a:lnTo>
                        <a:pt x="229" y="329"/>
                      </a:lnTo>
                      <a:lnTo>
                        <a:pt x="244" y="311"/>
                      </a:lnTo>
                      <a:lnTo>
                        <a:pt x="260" y="293"/>
                      </a:lnTo>
                      <a:lnTo>
                        <a:pt x="276" y="276"/>
                      </a:lnTo>
                      <a:lnTo>
                        <a:pt x="294" y="259"/>
                      </a:lnTo>
                      <a:lnTo>
                        <a:pt x="311" y="243"/>
                      </a:lnTo>
                      <a:lnTo>
                        <a:pt x="330" y="229"/>
                      </a:lnTo>
                      <a:lnTo>
                        <a:pt x="350" y="214"/>
                      </a:lnTo>
                      <a:lnTo>
                        <a:pt x="371" y="201"/>
                      </a:lnTo>
                      <a:lnTo>
                        <a:pt x="391" y="189"/>
                      </a:lnTo>
                      <a:lnTo>
                        <a:pt x="412" y="178"/>
                      </a:lnTo>
                      <a:lnTo>
                        <a:pt x="434" y="168"/>
                      </a:lnTo>
                      <a:lnTo>
                        <a:pt x="457" y="160"/>
                      </a:lnTo>
                      <a:lnTo>
                        <a:pt x="480" y="152"/>
                      </a:lnTo>
                      <a:lnTo>
                        <a:pt x="504" y="144"/>
                      </a:lnTo>
                      <a:lnTo>
                        <a:pt x="528" y="139"/>
                      </a:lnTo>
                      <a:lnTo>
                        <a:pt x="553" y="134"/>
                      </a:lnTo>
                      <a:lnTo>
                        <a:pt x="578" y="131"/>
                      </a:lnTo>
                      <a:lnTo>
                        <a:pt x="603" y="130"/>
                      </a:lnTo>
                      <a:lnTo>
                        <a:pt x="628" y="129"/>
                      </a:lnTo>
                      <a:lnTo>
                        <a:pt x="628" y="0"/>
                      </a:lnTo>
                      <a:close/>
                    </a:path>
                  </a:pathLst>
                </a:custGeom>
                <a:solidFill>
                  <a:srgbClr val="EF2B2F"/>
                </a:solidFill>
                <a:ln>
                  <a:noFill/>
                </a:ln>
              </p:spPr>
              <p:txBody>
                <a:bodyPr/>
                <a:lstStyle/>
                <a:p>
                  <a:pPr>
                    <a:defRPr/>
                  </a:pPr>
                  <a:endParaRPr lang="en-US" sz="1050">
                    <a:latin typeface="+mj-lt"/>
                  </a:endParaRPr>
                </a:p>
              </p:txBody>
            </p:sp>
            <p:sp>
              <p:nvSpPr>
                <p:cNvPr id="41097" name="Freeform 285">
                  <a:extLst>
                    <a:ext uri="{FF2B5EF4-FFF2-40B4-BE49-F238E27FC236}">
                      <a16:creationId xmlns="" xmlns:a16="http://schemas.microsoft.com/office/drawing/2014/main" id="{7C16807B-033B-BB4F-500A-E0A6282EB346}"/>
                    </a:ext>
                  </a:extLst>
                </p:cNvPr>
                <p:cNvSpPr>
                  <a:spLocks/>
                </p:cNvSpPr>
                <p:nvPr/>
              </p:nvSpPr>
              <p:spPr bwMode="auto">
                <a:xfrm>
                  <a:off x="4496" y="3518"/>
                  <a:ext cx="45" cy="43"/>
                </a:xfrm>
                <a:custGeom>
                  <a:avLst/>
                  <a:gdLst>
                    <a:gd name="T0" fmla="*/ 0 w 1127"/>
                    <a:gd name="T1" fmla="*/ 0 h 1126"/>
                    <a:gd name="T2" fmla="*/ 0 w 1127"/>
                    <a:gd name="T3" fmla="*/ 0 h 1126"/>
                    <a:gd name="T4" fmla="*/ 0 w 1127"/>
                    <a:gd name="T5" fmla="*/ 0 h 1126"/>
                    <a:gd name="T6" fmla="*/ 0 w 1127"/>
                    <a:gd name="T7" fmla="*/ 0 h 1126"/>
                    <a:gd name="T8" fmla="*/ 0 w 1127"/>
                    <a:gd name="T9" fmla="*/ 0 h 1126"/>
                    <a:gd name="T10" fmla="*/ 0 w 1127"/>
                    <a:gd name="T11" fmla="*/ 0 h 1126"/>
                    <a:gd name="T12" fmla="*/ 0 w 1127"/>
                    <a:gd name="T13" fmla="*/ 0 h 1126"/>
                    <a:gd name="T14" fmla="*/ 0 w 1127"/>
                    <a:gd name="T15" fmla="*/ 0 h 1126"/>
                    <a:gd name="T16" fmla="*/ 0 w 1127"/>
                    <a:gd name="T17" fmla="*/ 0 h 1126"/>
                    <a:gd name="T18" fmla="*/ 0 w 1127"/>
                    <a:gd name="T19" fmla="*/ 0 h 1126"/>
                    <a:gd name="T20" fmla="*/ 0 w 1127"/>
                    <a:gd name="T21" fmla="*/ 0 h 1126"/>
                    <a:gd name="T22" fmla="*/ 0 w 1127"/>
                    <a:gd name="T23" fmla="*/ 0 h 1126"/>
                    <a:gd name="T24" fmla="*/ 0 w 1127"/>
                    <a:gd name="T25" fmla="*/ 0 h 1126"/>
                    <a:gd name="T26" fmla="*/ 0 w 1127"/>
                    <a:gd name="T27" fmla="*/ 0 h 1126"/>
                    <a:gd name="T28" fmla="*/ 0 w 1127"/>
                    <a:gd name="T29" fmla="*/ 0 h 1126"/>
                    <a:gd name="T30" fmla="*/ 0 w 1127"/>
                    <a:gd name="T31" fmla="*/ 0 h 1126"/>
                    <a:gd name="T32" fmla="*/ 0 w 1127"/>
                    <a:gd name="T33" fmla="*/ 0 h 1126"/>
                    <a:gd name="T34" fmla="*/ 0 w 1127"/>
                    <a:gd name="T35" fmla="*/ 0 h 1126"/>
                    <a:gd name="T36" fmla="*/ 0 w 1127"/>
                    <a:gd name="T37" fmla="*/ 0 h 1126"/>
                    <a:gd name="T38" fmla="*/ 0 w 1127"/>
                    <a:gd name="T39" fmla="*/ 0 h 1126"/>
                    <a:gd name="T40" fmla="*/ 0 w 1127"/>
                    <a:gd name="T41" fmla="*/ 0 h 1126"/>
                    <a:gd name="T42" fmla="*/ 0 w 1127"/>
                    <a:gd name="T43" fmla="*/ 0 h 1126"/>
                    <a:gd name="T44" fmla="*/ 0 w 1127"/>
                    <a:gd name="T45" fmla="*/ 0 h 1126"/>
                    <a:gd name="T46" fmla="*/ 0 w 1127"/>
                    <a:gd name="T47" fmla="*/ 0 h 1126"/>
                    <a:gd name="T48" fmla="*/ 0 w 1127"/>
                    <a:gd name="T49" fmla="*/ 0 h 1126"/>
                    <a:gd name="T50" fmla="*/ 0 w 1127"/>
                    <a:gd name="T51" fmla="*/ 0 h 1126"/>
                    <a:gd name="T52" fmla="*/ 0 w 1127"/>
                    <a:gd name="T53" fmla="*/ 0 h 1126"/>
                    <a:gd name="T54" fmla="*/ 0 w 1127"/>
                    <a:gd name="T55" fmla="*/ 0 h 1126"/>
                    <a:gd name="T56" fmla="*/ 0 w 1127"/>
                    <a:gd name="T57" fmla="*/ 0 h 1126"/>
                    <a:gd name="T58" fmla="*/ 0 w 1127"/>
                    <a:gd name="T59" fmla="*/ 0 h 1126"/>
                    <a:gd name="T60" fmla="*/ 0 w 1127"/>
                    <a:gd name="T61" fmla="*/ 0 h 1126"/>
                    <a:gd name="T62" fmla="*/ 0 w 1127"/>
                    <a:gd name="T63" fmla="*/ 0 h 1126"/>
                    <a:gd name="T64" fmla="*/ 0 w 1127"/>
                    <a:gd name="T65" fmla="*/ 0 h 1126"/>
                    <a:gd name="T66" fmla="*/ 0 w 1127"/>
                    <a:gd name="T67" fmla="*/ 0 h 1126"/>
                    <a:gd name="T68" fmla="*/ 0 w 1127"/>
                    <a:gd name="T69" fmla="*/ 0 h 1126"/>
                    <a:gd name="T70" fmla="*/ 0 w 1127"/>
                    <a:gd name="T71" fmla="*/ 0 h 1126"/>
                    <a:gd name="T72" fmla="*/ 0 w 1127"/>
                    <a:gd name="T73" fmla="*/ 0 h 1126"/>
                    <a:gd name="T74" fmla="*/ 0 w 1127"/>
                    <a:gd name="T75" fmla="*/ 0 h 1126"/>
                    <a:gd name="T76" fmla="*/ 0 w 1127"/>
                    <a:gd name="T77" fmla="*/ 0 h 1126"/>
                    <a:gd name="T78" fmla="*/ 0 w 1127"/>
                    <a:gd name="T79" fmla="*/ 0 h 1126"/>
                    <a:gd name="T80" fmla="*/ 0 w 1127"/>
                    <a:gd name="T81" fmla="*/ 0 h 1126"/>
                    <a:gd name="T82" fmla="*/ 0 w 1127"/>
                    <a:gd name="T83" fmla="*/ 0 h 1126"/>
                    <a:gd name="T84" fmla="*/ 0 w 1127"/>
                    <a:gd name="T85" fmla="*/ 0 h 112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27"/>
                    <a:gd name="T130" fmla="*/ 0 h 1126"/>
                    <a:gd name="T131" fmla="*/ 1127 w 1127"/>
                    <a:gd name="T132" fmla="*/ 1126 h 112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27" h="1126">
                      <a:moveTo>
                        <a:pt x="564" y="0"/>
                      </a:moveTo>
                      <a:lnTo>
                        <a:pt x="592" y="0"/>
                      </a:lnTo>
                      <a:lnTo>
                        <a:pt x="621" y="2"/>
                      </a:lnTo>
                      <a:lnTo>
                        <a:pt x="649" y="7"/>
                      </a:lnTo>
                      <a:lnTo>
                        <a:pt x="677" y="11"/>
                      </a:lnTo>
                      <a:lnTo>
                        <a:pt x="704" y="18"/>
                      </a:lnTo>
                      <a:lnTo>
                        <a:pt x="730" y="25"/>
                      </a:lnTo>
                      <a:lnTo>
                        <a:pt x="757" y="34"/>
                      </a:lnTo>
                      <a:lnTo>
                        <a:pt x="782" y="44"/>
                      </a:lnTo>
                      <a:lnTo>
                        <a:pt x="807" y="55"/>
                      </a:lnTo>
                      <a:lnTo>
                        <a:pt x="831" y="68"/>
                      </a:lnTo>
                      <a:lnTo>
                        <a:pt x="855" y="81"/>
                      </a:lnTo>
                      <a:lnTo>
                        <a:pt x="878" y="96"/>
                      </a:lnTo>
                      <a:lnTo>
                        <a:pt x="900" y="112"/>
                      </a:lnTo>
                      <a:lnTo>
                        <a:pt x="921" y="128"/>
                      </a:lnTo>
                      <a:lnTo>
                        <a:pt x="942" y="146"/>
                      </a:lnTo>
                      <a:lnTo>
                        <a:pt x="962" y="164"/>
                      </a:lnTo>
                      <a:lnTo>
                        <a:pt x="980" y="184"/>
                      </a:lnTo>
                      <a:lnTo>
                        <a:pt x="998" y="205"/>
                      </a:lnTo>
                      <a:lnTo>
                        <a:pt x="1014" y="226"/>
                      </a:lnTo>
                      <a:lnTo>
                        <a:pt x="1031" y="249"/>
                      </a:lnTo>
                      <a:lnTo>
                        <a:pt x="1045" y="271"/>
                      </a:lnTo>
                      <a:lnTo>
                        <a:pt x="1058" y="295"/>
                      </a:lnTo>
                      <a:lnTo>
                        <a:pt x="1071" y="319"/>
                      </a:lnTo>
                      <a:lnTo>
                        <a:pt x="1082" y="344"/>
                      </a:lnTo>
                      <a:lnTo>
                        <a:pt x="1092" y="369"/>
                      </a:lnTo>
                      <a:lnTo>
                        <a:pt x="1101" y="395"/>
                      </a:lnTo>
                      <a:lnTo>
                        <a:pt x="1108" y="422"/>
                      </a:lnTo>
                      <a:lnTo>
                        <a:pt x="1115" y="449"/>
                      </a:lnTo>
                      <a:lnTo>
                        <a:pt x="1121" y="478"/>
                      </a:lnTo>
                      <a:lnTo>
                        <a:pt x="1124" y="505"/>
                      </a:lnTo>
                      <a:lnTo>
                        <a:pt x="1126" y="534"/>
                      </a:lnTo>
                      <a:lnTo>
                        <a:pt x="1127" y="563"/>
                      </a:lnTo>
                      <a:lnTo>
                        <a:pt x="1126" y="592"/>
                      </a:lnTo>
                      <a:lnTo>
                        <a:pt x="1124" y="620"/>
                      </a:lnTo>
                      <a:lnTo>
                        <a:pt x="1121" y="649"/>
                      </a:lnTo>
                      <a:lnTo>
                        <a:pt x="1115" y="676"/>
                      </a:lnTo>
                      <a:lnTo>
                        <a:pt x="1108" y="703"/>
                      </a:lnTo>
                      <a:lnTo>
                        <a:pt x="1101" y="730"/>
                      </a:lnTo>
                      <a:lnTo>
                        <a:pt x="1092" y="756"/>
                      </a:lnTo>
                      <a:lnTo>
                        <a:pt x="1082" y="781"/>
                      </a:lnTo>
                      <a:lnTo>
                        <a:pt x="1071" y="806"/>
                      </a:lnTo>
                      <a:lnTo>
                        <a:pt x="1058" y="830"/>
                      </a:lnTo>
                      <a:lnTo>
                        <a:pt x="1045" y="855"/>
                      </a:lnTo>
                      <a:lnTo>
                        <a:pt x="1031" y="878"/>
                      </a:lnTo>
                      <a:lnTo>
                        <a:pt x="1014" y="899"/>
                      </a:lnTo>
                      <a:lnTo>
                        <a:pt x="998" y="920"/>
                      </a:lnTo>
                      <a:lnTo>
                        <a:pt x="980" y="941"/>
                      </a:lnTo>
                      <a:lnTo>
                        <a:pt x="962" y="961"/>
                      </a:lnTo>
                      <a:lnTo>
                        <a:pt x="942" y="979"/>
                      </a:lnTo>
                      <a:lnTo>
                        <a:pt x="921" y="997"/>
                      </a:lnTo>
                      <a:lnTo>
                        <a:pt x="900" y="1013"/>
                      </a:lnTo>
                      <a:lnTo>
                        <a:pt x="878" y="1030"/>
                      </a:lnTo>
                      <a:lnTo>
                        <a:pt x="855" y="1044"/>
                      </a:lnTo>
                      <a:lnTo>
                        <a:pt x="831" y="1058"/>
                      </a:lnTo>
                      <a:lnTo>
                        <a:pt x="807" y="1070"/>
                      </a:lnTo>
                      <a:lnTo>
                        <a:pt x="782" y="1081"/>
                      </a:lnTo>
                      <a:lnTo>
                        <a:pt x="757" y="1091"/>
                      </a:lnTo>
                      <a:lnTo>
                        <a:pt x="730" y="1101"/>
                      </a:lnTo>
                      <a:lnTo>
                        <a:pt x="704" y="1109"/>
                      </a:lnTo>
                      <a:lnTo>
                        <a:pt x="677" y="1114"/>
                      </a:lnTo>
                      <a:lnTo>
                        <a:pt x="649" y="1120"/>
                      </a:lnTo>
                      <a:lnTo>
                        <a:pt x="621" y="1123"/>
                      </a:lnTo>
                      <a:lnTo>
                        <a:pt x="592" y="1125"/>
                      </a:lnTo>
                      <a:lnTo>
                        <a:pt x="564" y="1126"/>
                      </a:lnTo>
                      <a:lnTo>
                        <a:pt x="534" y="1125"/>
                      </a:lnTo>
                      <a:lnTo>
                        <a:pt x="506" y="1123"/>
                      </a:lnTo>
                      <a:lnTo>
                        <a:pt x="477" y="1120"/>
                      </a:lnTo>
                      <a:lnTo>
                        <a:pt x="450" y="1114"/>
                      </a:lnTo>
                      <a:lnTo>
                        <a:pt x="423" y="1109"/>
                      </a:lnTo>
                      <a:lnTo>
                        <a:pt x="396" y="1101"/>
                      </a:lnTo>
                      <a:lnTo>
                        <a:pt x="370" y="1091"/>
                      </a:lnTo>
                      <a:lnTo>
                        <a:pt x="345" y="1081"/>
                      </a:lnTo>
                      <a:lnTo>
                        <a:pt x="320" y="1070"/>
                      </a:lnTo>
                      <a:lnTo>
                        <a:pt x="295" y="1058"/>
                      </a:lnTo>
                      <a:lnTo>
                        <a:pt x="271" y="1044"/>
                      </a:lnTo>
                      <a:lnTo>
                        <a:pt x="248" y="1030"/>
                      </a:lnTo>
                      <a:lnTo>
                        <a:pt x="226" y="1013"/>
                      </a:lnTo>
                      <a:lnTo>
                        <a:pt x="206" y="997"/>
                      </a:lnTo>
                      <a:lnTo>
                        <a:pt x="185" y="979"/>
                      </a:lnTo>
                      <a:lnTo>
                        <a:pt x="165" y="961"/>
                      </a:lnTo>
                      <a:lnTo>
                        <a:pt x="146" y="941"/>
                      </a:lnTo>
                      <a:lnTo>
                        <a:pt x="129" y="920"/>
                      </a:lnTo>
                      <a:lnTo>
                        <a:pt x="112" y="899"/>
                      </a:lnTo>
                      <a:lnTo>
                        <a:pt x="96" y="878"/>
                      </a:lnTo>
                      <a:lnTo>
                        <a:pt x="82" y="855"/>
                      </a:lnTo>
                      <a:lnTo>
                        <a:pt x="69" y="830"/>
                      </a:lnTo>
                      <a:lnTo>
                        <a:pt x="55" y="806"/>
                      </a:lnTo>
                      <a:lnTo>
                        <a:pt x="45" y="781"/>
                      </a:lnTo>
                      <a:lnTo>
                        <a:pt x="35" y="756"/>
                      </a:lnTo>
                      <a:lnTo>
                        <a:pt x="26" y="730"/>
                      </a:lnTo>
                      <a:lnTo>
                        <a:pt x="18" y="703"/>
                      </a:lnTo>
                      <a:lnTo>
                        <a:pt x="12" y="676"/>
                      </a:lnTo>
                      <a:lnTo>
                        <a:pt x="6" y="649"/>
                      </a:lnTo>
                      <a:lnTo>
                        <a:pt x="3" y="620"/>
                      </a:lnTo>
                      <a:lnTo>
                        <a:pt x="1" y="592"/>
                      </a:lnTo>
                      <a:lnTo>
                        <a:pt x="0" y="563"/>
                      </a:lnTo>
                      <a:lnTo>
                        <a:pt x="1" y="534"/>
                      </a:lnTo>
                      <a:lnTo>
                        <a:pt x="3" y="505"/>
                      </a:lnTo>
                      <a:lnTo>
                        <a:pt x="6" y="478"/>
                      </a:lnTo>
                      <a:lnTo>
                        <a:pt x="12" y="449"/>
                      </a:lnTo>
                      <a:lnTo>
                        <a:pt x="18" y="422"/>
                      </a:lnTo>
                      <a:lnTo>
                        <a:pt x="26" y="395"/>
                      </a:lnTo>
                      <a:lnTo>
                        <a:pt x="35" y="369"/>
                      </a:lnTo>
                      <a:lnTo>
                        <a:pt x="45" y="344"/>
                      </a:lnTo>
                      <a:lnTo>
                        <a:pt x="55" y="319"/>
                      </a:lnTo>
                      <a:lnTo>
                        <a:pt x="69" y="295"/>
                      </a:lnTo>
                      <a:lnTo>
                        <a:pt x="82" y="271"/>
                      </a:lnTo>
                      <a:lnTo>
                        <a:pt x="96" y="249"/>
                      </a:lnTo>
                      <a:lnTo>
                        <a:pt x="112" y="226"/>
                      </a:lnTo>
                      <a:lnTo>
                        <a:pt x="129" y="205"/>
                      </a:lnTo>
                      <a:lnTo>
                        <a:pt x="146" y="184"/>
                      </a:lnTo>
                      <a:lnTo>
                        <a:pt x="165" y="164"/>
                      </a:lnTo>
                      <a:lnTo>
                        <a:pt x="185" y="146"/>
                      </a:lnTo>
                      <a:lnTo>
                        <a:pt x="206" y="128"/>
                      </a:lnTo>
                      <a:lnTo>
                        <a:pt x="226" y="112"/>
                      </a:lnTo>
                      <a:lnTo>
                        <a:pt x="248" y="96"/>
                      </a:lnTo>
                      <a:lnTo>
                        <a:pt x="271" y="81"/>
                      </a:lnTo>
                      <a:lnTo>
                        <a:pt x="295" y="68"/>
                      </a:lnTo>
                      <a:lnTo>
                        <a:pt x="320" y="55"/>
                      </a:lnTo>
                      <a:lnTo>
                        <a:pt x="345" y="44"/>
                      </a:lnTo>
                      <a:lnTo>
                        <a:pt x="370" y="34"/>
                      </a:lnTo>
                      <a:lnTo>
                        <a:pt x="396" y="25"/>
                      </a:lnTo>
                      <a:lnTo>
                        <a:pt x="423" y="18"/>
                      </a:lnTo>
                      <a:lnTo>
                        <a:pt x="450" y="11"/>
                      </a:lnTo>
                      <a:lnTo>
                        <a:pt x="477" y="7"/>
                      </a:lnTo>
                      <a:lnTo>
                        <a:pt x="506" y="2"/>
                      </a:lnTo>
                      <a:lnTo>
                        <a:pt x="534" y="0"/>
                      </a:lnTo>
                      <a:lnTo>
                        <a:pt x="564" y="0"/>
                      </a:lnTo>
                      <a:close/>
                    </a:path>
                  </a:pathLst>
                </a:custGeom>
                <a:solidFill>
                  <a:srgbClr val="DC2B19"/>
                </a:solidFill>
                <a:ln>
                  <a:noFill/>
                </a:ln>
              </p:spPr>
              <p:txBody>
                <a:bodyPr/>
                <a:lstStyle/>
                <a:p>
                  <a:pPr>
                    <a:defRPr/>
                  </a:pPr>
                  <a:endParaRPr lang="en-US" sz="1050">
                    <a:latin typeface="+mj-lt"/>
                  </a:endParaRPr>
                </a:p>
              </p:txBody>
            </p:sp>
            <p:sp>
              <p:nvSpPr>
                <p:cNvPr id="41098" name="Freeform 286">
                  <a:extLst>
                    <a:ext uri="{FF2B5EF4-FFF2-40B4-BE49-F238E27FC236}">
                      <a16:creationId xmlns="" xmlns:a16="http://schemas.microsoft.com/office/drawing/2014/main" id="{38059DBD-838F-E4B3-96C4-4CB3AB5E3672}"/>
                    </a:ext>
                  </a:extLst>
                </p:cNvPr>
                <p:cNvSpPr>
                  <a:spLocks/>
                </p:cNvSpPr>
                <p:nvPr/>
              </p:nvSpPr>
              <p:spPr bwMode="auto">
                <a:xfrm>
                  <a:off x="4518" y="3516"/>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7" y="595"/>
                      </a:lnTo>
                      <a:lnTo>
                        <a:pt x="623" y="563"/>
                      </a:lnTo>
                      <a:lnTo>
                        <a:pt x="620" y="533"/>
                      </a:lnTo>
                      <a:lnTo>
                        <a:pt x="615" y="501"/>
                      </a:lnTo>
                      <a:lnTo>
                        <a:pt x="607" y="471"/>
                      </a:lnTo>
                      <a:lnTo>
                        <a:pt x="599" y="442"/>
                      </a:lnTo>
                      <a:lnTo>
                        <a:pt x="589" y="412"/>
                      </a:lnTo>
                      <a:lnTo>
                        <a:pt x="577" y="384"/>
                      </a:lnTo>
                      <a:lnTo>
                        <a:pt x="565" y="356"/>
                      </a:lnTo>
                      <a:lnTo>
                        <a:pt x="551" y="329"/>
                      </a:lnTo>
                      <a:lnTo>
                        <a:pt x="536" y="303"/>
                      </a:lnTo>
                      <a:lnTo>
                        <a:pt x="519" y="278"/>
                      </a:lnTo>
                      <a:lnTo>
                        <a:pt x="502" y="252"/>
                      </a:lnTo>
                      <a:lnTo>
                        <a:pt x="483" y="229"/>
                      </a:lnTo>
                      <a:lnTo>
                        <a:pt x="463" y="206"/>
                      </a:lnTo>
                      <a:lnTo>
                        <a:pt x="443" y="184"/>
                      </a:lnTo>
                      <a:lnTo>
                        <a:pt x="422" y="164"/>
                      </a:lnTo>
                      <a:lnTo>
                        <a:pt x="399" y="144"/>
                      </a:lnTo>
                      <a:lnTo>
                        <a:pt x="375" y="125"/>
                      </a:lnTo>
                      <a:lnTo>
                        <a:pt x="351" y="108"/>
                      </a:lnTo>
                      <a:lnTo>
                        <a:pt x="324" y="91"/>
                      </a:lnTo>
                      <a:lnTo>
                        <a:pt x="298" y="76"/>
                      </a:lnTo>
                      <a:lnTo>
                        <a:pt x="272" y="62"/>
                      </a:lnTo>
                      <a:lnTo>
                        <a:pt x="243" y="50"/>
                      </a:lnTo>
                      <a:lnTo>
                        <a:pt x="215" y="39"/>
                      </a:lnTo>
                      <a:lnTo>
                        <a:pt x="186" y="28"/>
                      </a:lnTo>
                      <a:lnTo>
                        <a:pt x="157" y="20"/>
                      </a:lnTo>
                      <a:lnTo>
                        <a:pt x="126" y="12"/>
                      </a:lnTo>
                      <a:lnTo>
                        <a:pt x="94" y="7"/>
                      </a:lnTo>
                      <a:lnTo>
                        <a:pt x="63" y="4"/>
                      </a:lnTo>
                      <a:lnTo>
                        <a:pt x="32" y="0"/>
                      </a:lnTo>
                      <a:lnTo>
                        <a:pt x="0" y="0"/>
                      </a:lnTo>
                      <a:lnTo>
                        <a:pt x="0" y="130"/>
                      </a:lnTo>
                      <a:lnTo>
                        <a:pt x="25" y="130"/>
                      </a:lnTo>
                      <a:lnTo>
                        <a:pt x="50" y="132"/>
                      </a:lnTo>
                      <a:lnTo>
                        <a:pt x="76" y="135"/>
                      </a:lnTo>
                      <a:lnTo>
                        <a:pt x="100" y="139"/>
                      </a:lnTo>
                      <a:lnTo>
                        <a:pt x="124" y="145"/>
                      </a:lnTo>
                      <a:lnTo>
                        <a:pt x="148" y="152"/>
                      </a:lnTo>
                      <a:lnTo>
                        <a:pt x="171" y="159"/>
                      </a:lnTo>
                      <a:lnTo>
                        <a:pt x="194" y="168"/>
                      </a:lnTo>
                      <a:lnTo>
                        <a:pt x="215" y="178"/>
                      </a:lnTo>
                      <a:lnTo>
                        <a:pt x="237" y="189"/>
                      </a:lnTo>
                      <a:lnTo>
                        <a:pt x="257" y="201"/>
                      </a:lnTo>
                      <a:lnTo>
                        <a:pt x="278" y="214"/>
                      </a:lnTo>
                      <a:lnTo>
                        <a:pt x="297" y="228"/>
                      </a:lnTo>
                      <a:lnTo>
                        <a:pt x="317" y="244"/>
                      </a:lnTo>
                      <a:lnTo>
                        <a:pt x="334" y="259"/>
                      </a:lnTo>
                      <a:lnTo>
                        <a:pt x="352" y="275"/>
                      </a:lnTo>
                      <a:lnTo>
                        <a:pt x="368" y="293"/>
                      </a:lnTo>
                      <a:lnTo>
                        <a:pt x="385" y="310"/>
                      </a:lnTo>
                      <a:lnTo>
                        <a:pt x="399" y="330"/>
                      </a:lnTo>
                      <a:lnTo>
                        <a:pt x="413" y="350"/>
                      </a:lnTo>
                      <a:lnTo>
                        <a:pt x="426" y="370"/>
                      </a:lnTo>
                      <a:lnTo>
                        <a:pt x="438" y="390"/>
                      </a:lnTo>
                      <a:lnTo>
                        <a:pt x="449" y="412"/>
                      </a:lnTo>
                      <a:lnTo>
                        <a:pt x="459" y="434"/>
                      </a:lnTo>
                      <a:lnTo>
                        <a:pt x="468" y="457"/>
                      </a:lnTo>
                      <a:lnTo>
                        <a:pt x="475" y="480"/>
                      </a:lnTo>
                      <a:lnTo>
                        <a:pt x="482" y="503"/>
                      </a:lnTo>
                      <a:lnTo>
                        <a:pt x="488" y="527"/>
                      </a:lnTo>
                      <a:lnTo>
                        <a:pt x="492" y="551"/>
                      </a:lnTo>
                      <a:lnTo>
                        <a:pt x="495" y="577"/>
                      </a:lnTo>
                      <a:lnTo>
                        <a:pt x="497" y="602"/>
                      </a:lnTo>
                      <a:lnTo>
                        <a:pt x="498" y="628"/>
                      </a:lnTo>
                      <a:lnTo>
                        <a:pt x="628" y="628"/>
                      </a:lnTo>
                      <a:close/>
                    </a:path>
                  </a:pathLst>
                </a:custGeom>
                <a:solidFill>
                  <a:srgbClr val="EF2B2F"/>
                </a:solidFill>
                <a:ln>
                  <a:noFill/>
                </a:ln>
              </p:spPr>
              <p:txBody>
                <a:bodyPr/>
                <a:lstStyle/>
                <a:p>
                  <a:pPr>
                    <a:defRPr/>
                  </a:pPr>
                  <a:endParaRPr lang="en-US" sz="1050">
                    <a:latin typeface="+mj-lt"/>
                  </a:endParaRPr>
                </a:p>
              </p:txBody>
            </p:sp>
            <p:sp>
              <p:nvSpPr>
                <p:cNvPr id="41099" name="Freeform 287">
                  <a:extLst>
                    <a:ext uri="{FF2B5EF4-FFF2-40B4-BE49-F238E27FC236}">
                      <a16:creationId xmlns="" xmlns:a16="http://schemas.microsoft.com/office/drawing/2014/main" id="{6E45122A-4853-9758-7BF7-0B59C2341B98}"/>
                    </a:ext>
                  </a:extLst>
                </p:cNvPr>
                <p:cNvSpPr>
                  <a:spLocks/>
                </p:cNvSpPr>
                <p:nvPr/>
              </p:nvSpPr>
              <p:spPr bwMode="auto">
                <a:xfrm>
                  <a:off x="4518" y="3540"/>
                  <a:ext cx="25"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2" y="627"/>
                      </a:lnTo>
                      <a:lnTo>
                        <a:pt x="63" y="625"/>
                      </a:lnTo>
                      <a:lnTo>
                        <a:pt x="94" y="620"/>
                      </a:lnTo>
                      <a:lnTo>
                        <a:pt x="126" y="615"/>
                      </a:lnTo>
                      <a:lnTo>
                        <a:pt x="157" y="607"/>
                      </a:lnTo>
                      <a:lnTo>
                        <a:pt x="186" y="599"/>
                      </a:lnTo>
                      <a:lnTo>
                        <a:pt x="215" y="589"/>
                      </a:lnTo>
                      <a:lnTo>
                        <a:pt x="243" y="577"/>
                      </a:lnTo>
                      <a:lnTo>
                        <a:pt x="272" y="565"/>
                      </a:lnTo>
                      <a:lnTo>
                        <a:pt x="298" y="551"/>
                      </a:lnTo>
                      <a:lnTo>
                        <a:pt x="324" y="536"/>
                      </a:lnTo>
                      <a:lnTo>
                        <a:pt x="351" y="520"/>
                      </a:lnTo>
                      <a:lnTo>
                        <a:pt x="375" y="502"/>
                      </a:lnTo>
                      <a:lnTo>
                        <a:pt x="399" y="484"/>
                      </a:lnTo>
                      <a:lnTo>
                        <a:pt x="422" y="465"/>
                      </a:lnTo>
                      <a:lnTo>
                        <a:pt x="443" y="443"/>
                      </a:lnTo>
                      <a:lnTo>
                        <a:pt x="463" y="422"/>
                      </a:lnTo>
                      <a:lnTo>
                        <a:pt x="483" y="399"/>
                      </a:lnTo>
                      <a:lnTo>
                        <a:pt x="502" y="375"/>
                      </a:lnTo>
                      <a:lnTo>
                        <a:pt x="519" y="351"/>
                      </a:lnTo>
                      <a:lnTo>
                        <a:pt x="536" y="325"/>
                      </a:lnTo>
                      <a:lnTo>
                        <a:pt x="551" y="298"/>
                      </a:lnTo>
                      <a:lnTo>
                        <a:pt x="565" y="272"/>
                      </a:lnTo>
                      <a:lnTo>
                        <a:pt x="577" y="243"/>
                      </a:lnTo>
                      <a:lnTo>
                        <a:pt x="589" y="215"/>
                      </a:lnTo>
                      <a:lnTo>
                        <a:pt x="599" y="186"/>
                      </a:lnTo>
                      <a:lnTo>
                        <a:pt x="607" y="157"/>
                      </a:lnTo>
                      <a:lnTo>
                        <a:pt x="615" y="126"/>
                      </a:lnTo>
                      <a:lnTo>
                        <a:pt x="620" y="95"/>
                      </a:lnTo>
                      <a:lnTo>
                        <a:pt x="623" y="64"/>
                      </a:lnTo>
                      <a:lnTo>
                        <a:pt x="627" y="32"/>
                      </a:lnTo>
                      <a:lnTo>
                        <a:pt x="628" y="0"/>
                      </a:lnTo>
                      <a:lnTo>
                        <a:pt x="498" y="0"/>
                      </a:lnTo>
                      <a:lnTo>
                        <a:pt x="497" y="25"/>
                      </a:lnTo>
                      <a:lnTo>
                        <a:pt x="495" y="50"/>
                      </a:lnTo>
                      <a:lnTo>
                        <a:pt x="492" y="76"/>
                      </a:lnTo>
                      <a:lnTo>
                        <a:pt x="488" y="100"/>
                      </a:lnTo>
                      <a:lnTo>
                        <a:pt x="482" y="124"/>
                      </a:lnTo>
                      <a:lnTo>
                        <a:pt x="475" y="148"/>
                      </a:lnTo>
                      <a:lnTo>
                        <a:pt x="468" y="171"/>
                      </a:lnTo>
                      <a:lnTo>
                        <a:pt x="459" y="194"/>
                      </a:lnTo>
                      <a:lnTo>
                        <a:pt x="449" y="216"/>
                      </a:lnTo>
                      <a:lnTo>
                        <a:pt x="438" y="237"/>
                      </a:lnTo>
                      <a:lnTo>
                        <a:pt x="426" y="258"/>
                      </a:lnTo>
                      <a:lnTo>
                        <a:pt x="413" y="278"/>
                      </a:lnTo>
                      <a:lnTo>
                        <a:pt x="399" y="298"/>
                      </a:lnTo>
                      <a:lnTo>
                        <a:pt x="385" y="317"/>
                      </a:lnTo>
                      <a:lnTo>
                        <a:pt x="368" y="334"/>
                      </a:lnTo>
                      <a:lnTo>
                        <a:pt x="352" y="352"/>
                      </a:lnTo>
                      <a:lnTo>
                        <a:pt x="334" y="368"/>
                      </a:lnTo>
                      <a:lnTo>
                        <a:pt x="317" y="385"/>
                      </a:lnTo>
                      <a:lnTo>
                        <a:pt x="297" y="399"/>
                      </a:lnTo>
                      <a:lnTo>
                        <a:pt x="278" y="413"/>
                      </a:lnTo>
                      <a:lnTo>
                        <a:pt x="257" y="426"/>
                      </a:lnTo>
                      <a:lnTo>
                        <a:pt x="237" y="438"/>
                      </a:lnTo>
                      <a:lnTo>
                        <a:pt x="215" y="449"/>
                      </a:lnTo>
                      <a:lnTo>
                        <a:pt x="194" y="459"/>
                      </a:lnTo>
                      <a:lnTo>
                        <a:pt x="171" y="468"/>
                      </a:lnTo>
                      <a:lnTo>
                        <a:pt x="148" y="476"/>
                      </a:lnTo>
                      <a:lnTo>
                        <a:pt x="124" y="483"/>
                      </a:lnTo>
                      <a:lnTo>
                        <a:pt x="100" y="489"/>
                      </a:lnTo>
                      <a:lnTo>
                        <a:pt x="76" y="493"/>
                      </a:lnTo>
                      <a:lnTo>
                        <a:pt x="50" y="496"/>
                      </a:lnTo>
                      <a:lnTo>
                        <a:pt x="25" y="497"/>
                      </a:lnTo>
                      <a:lnTo>
                        <a:pt x="0" y="499"/>
                      </a:lnTo>
                      <a:lnTo>
                        <a:pt x="0" y="628"/>
                      </a:lnTo>
                      <a:close/>
                    </a:path>
                  </a:pathLst>
                </a:custGeom>
                <a:solidFill>
                  <a:srgbClr val="EF2B2F"/>
                </a:solidFill>
                <a:ln>
                  <a:noFill/>
                </a:ln>
              </p:spPr>
              <p:txBody>
                <a:bodyPr/>
                <a:lstStyle/>
                <a:p>
                  <a:pPr>
                    <a:defRPr/>
                  </a:pPr>
                  <a:endParaRPr lang="en-US" sz="1050">
                    <a:latin typeface="+mj-lt"/>
                  </a:endParaRPr>
                </a:p>
              </p:txBody>
            </p:sp>
            <p:sp>
              <p:nvSpPr>
                <p:cNvPr id="41100" name="Freeform 288">
                  <a:extLst>
                    <a:ext uri="{FF2B5EF4-FFF2-40B4-BE49-F238E27FC236}">
                      <a16:creationId xmlns="" xmlns:a16="http://schemas.microsoft.com/office/drawing/2014/main" id="{BF5EB1BB-3F75-4C52-74A8-E691D7E7A1F6}"/>
                    </a:ext>
                  </a:extLst>
                </p:cNvPr>
                <p:cNvSpPr>
                  <a:spLocks/>
                </p:cNvSpPr>
                <p:nvPr/>
              </p:nvSpPr>
              <p:spPr bwMode="auto">
                <a:xfrm>
                  <a:off x="4493" y="3540"/>
                  <a:ext cx="25" cy="23"/>
                </a:xfrm>
                <a:custGeom>
                  <a:avLst/>
                  <a:gdLst>
                    <a:gd name="T0" fmla="*/ 0 w 629"/>
                    <a:gd name="T1" fmla="*/ 0 h 628"/>
                    <a:gd name="T2" fmla="*/ 0 w 629"/>
                    <a:gd name="T3" fmla="*/ 0 h 628"/>
                    <a:gd name="T4" fmla="*/ 0 w 629"/>
                    <a:gd name="T5" fmla="*/ 0 h 628"/>
                    <a:gd name="T6" fmla="*/ 0 w 629"/>
                    <a:gd name="T7" fmla="*/ 0 h 628"/>
                    <a:gd name="T8" fmla="*/ 0 w 629"/>
                    <a:gd name="T9" fmla="*/ 0 h 628"/>
                    <a:gd name="T10" fmla="*/ 0 w 629"/>
                    <a:gd name="T11" fmla="*/ 0 h 628"/>
                    <a:gd name="T12" fmla="*/ 0 w 629"/>
                    <a:gd name="T13" fmla="*/ 0 h 628"/>
                    <a:gd name="T14" fmla="*/ 0 w 629"/>
                    <a:gd name="T15" fmla="*/ 0 h 628"/>
                    <a:gd name="T16" fmla="*/ 0 w 629"/>
                    <a:gd name="T17" fmla="*/ 0 h 628"/>
                    <a:gd name="T18" fmla="*/ 0 w 629"/>
                    <a:gd name="T19" fmla="*/ 0 h 628"/>
                    <a:gd name="T20" fmla="*/ 0 w 629"/>
                    <a:gd name="T21" fmla="*/ 0 h 628"/>
                    <a:gd name="T22" fmla="*/ 0 w 629"/>
                    <a:gd name="T23" fmla="*/ 0 h 628"/>
                    <a:gd name="T24" fmla="*/ 0 w 629"/>
                    <a:gd name="T25" fmla="*/ 0 h 628"/>
                    <a:gd name="T26" fmla="*/ 0 w 629"/>
                    <a:gd name="T27" fmla="*/ 0 h 628"/>
                    <a:gd name="T28" fmla="*/ 0 w 629"/>
                    <a:gd name="T29" fmla="*/ 0 h 628"/>
                    <a:gd name="T30" fmla="*/ 0 w 629"/>
                    <a:gd name="T31" fmla="*/ 0 h 628"/>
                    <a:gd name="T32" fmla="*/ 0 w 629"/>
                    <a:gd name="T33" fmla="*/ 0 h 628"/>
                    <a:gd name="T34" fmla="*/ 0 w 629"/>
                    <a:gd name="T35" fmla="*/ 0 h 628"/>
                    <a:gd name="T36" fmla="*/ 0 w 629"/>
                    <a:gd name="T37" fmla="*/ 0 h 628"/>
                    <a:gd name="T38" fmla="*/ 0 w 629"/>
                    <a:gd name="T39" fmla="*/ 0 h 628"/>
                    <a:gd name="T40" fmla="*/ 0 w 629"/>
                    <a:gd name="T41" fmla="*/ 0 h 628"/>
                    <a:gd name="T42" fmla="*/ 0 w 629"/>
                    <a:gd name="T43" fmla="*/ 0 h 628"/>
                    <a:gd name="T44" fmla="*/ 0 w 629"/>
                    <a:gd name="T45" fmla="*/ 0 h 628"/>
                    <a:gd name="T46" fmla="*/ 0 w 629"/>
                    <a:gd name="T47" fmla="*/ 0 h 628"/>
                    <a:gd name="T48" fmla="*/ 0 w 629"/>
                    <a:gd name="T49" fmla="*/ 0 h 628"/>
                    <a:gd name="T50" fmla="*/ 0 w 629"/>
                    <a:gd name="T51" fmla="*/ 0 h 628"/>
                    <a:gd name="T52" fmla="*/ 0 w 629"/>
                    <a:gd name="T53" fmla="*/ 0 h 628"/>
                    <a:gd name="T54" fmla="*/ 0 w 629"/>
                    <a:gd name="T55" fmla="*/ 0 h 628"/>
                    <a:gd name="T56" fmla="*/ 0 w 629"/>
                    <a:gd name="T57" fmla="*/ 0 h 628"/>
                    <a:gd name="T58" fmla="*/ 0 w 629"/>
                    <a:gd name="T59" fmla="*/ 0 h 628"/>
                    <a:gd name="T60" fmla="*/ 0 w 629"/>
                    <a:gd name="T61" fmla="*/ 0 h 628"/>
                    <a:gd name="T62" fmla="*/ 0 w 629"/>
                    <a:gd name="T63" fmla="*/ 0 h 628"/>
                    <a:gd name="T64" fmla="*/ 0 w 629"/>
                    <a:gd name="T65" fmla="*/ 0 h 628"/>
                    <a:gd name="T66" fmla="*/ 0 w 629"/>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9"/>
                    <a:gd name="T103" fmla="*/ 0 h 628"/>
                    <a:gd name="T104" fmla="*/ 629 w 629"/>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9" h="628">
                      <a:moveTo>
                        <a:pt x="0" y="0"/>
                      </a:moveTo>
                      <a:lnTo>
                        <a:pt x="0" y="0"/>
                      </a:lnTo>
                      <a:lnTo>
                        <a:pt x="1" y="32"/>
                      </a:lnTo>
                      <a:lnTo>
                        <a:pt x="4" y="64"/>
                      </a:lnTo>
                      <a:lnTo>
                        <a:pt x="8" y="95"/>
                      </a:lnTo>
                      <a:lnTo>
                        <a:pt x="13" y="126"/>
                      </a:lnTo>
                      <a:lnTo>
                        <a:pt x="21" y="156"/>
                      </a:lnTo>
                      <a:lnTo>
                        <a:pt x="28" y="186"/>
                      </a:lnTo>
                      <a:lnTo>
                        <a:pt x="38" y="215"/>
                      </a:lnTo>
                      <a:lnTo>
                        <a:pt x="50" y="243"/>
                      </a:lnTo>
                      <a:lnTo>
                        <a:pt x="62" y="272"/>
                      </a:lnTo>
                      <a:lnTo>
                        <a:pt x="77" y="298"/>
                      </a:lnTo>
                      <a:lnTo>
                        <a:pt x="92" y="325"/>
                      </a:lnTo>
                      <a:lnTo>
                        <a:pt x="108" y="351"/>
                      </a:lnTo>
                      <a:lnTo>
                        <a:pt x="126" y="375"/>
                      </a:lnTo>
                      <a:lnTo>
                        <a:pt x="145" y="399"/>
                      </a:lnTo>
                      <a:lnTo>
                        <a:pt x="164" y="422"/>
                      </a:lnTo>
                      <a:lnTo>
                        <a:pt x="185" y="444"/>
                      </a:lnTo>
                      <a:lnTo>
                        <a:pt x="207" y="465"/>
                      </a:lnTo>
                      <a:lnTo>
                        <a:pt x="229" y="484"/>
                      </a:lnTo>
                      <a:lnTo>
                        <a:pt x="253" y="502"/>
                      </a:lnTo>
                      <a:lnTo>
                        <a:pt x="277" y="520"/>
                      </a:lnTo>
                      <a:lnTo>
                        <a:pt x="303" y="536"/>
                      </a:lnTo>
                      <a:lnTo>
                        <a:pt x="330" y="551"/>
                      </a:lnTo>
                      <a:lnTo>
                        <a:pt x="356" y="565"/>
                      </a:lnTo>
                      <a:lnTo>
                        <a:pt x="385" y="577"/>
                      </a:lnTo>
                      <a:lnTo>
                        <a:pt x="413" y="589"/>
                      </a:lnTo>
                      <a:lnTo>
                        <a:pt x="442" y="599"/>
                      </a:lnTo>
                      <a:lnTo>
                        <a:pt x="472" y="607"/>
                      </a:lnTo>
                      <a:lnTo>
                        <a:pt x="502" y="615"/>
                      </a:lnTo>
                      <a:lnTo>
                        <a:pt x="534" y="620"/>
                      </a:lnTo>
                      <a:lnTo>
                        <a:pt x="564" y="625"/>
                      </a:lnTo>
                      <a:lnTo>
                        <a:pt x="596" y="627"/>
                      </a:lnTo>
                      <a:lnTo>
                        <a:pt x="629" y="628"/>
                      </a:lnTo>
                      <a:lnTo>
                        <a:pt x="629" y="499"/>
                      </a:lnTo>
                      <a:lnTo>
                        <a:pt x="603" y="497"/>
                      </a:lnTo>
                      <a:lnTo>
                        <a:pt x="577" y="496"/>
                      </a:lnTo>
                      <a:lnTo>
                        <a:pt x="552" y="493"/>
                      </a:lnTo>
                      <a:lnTo>
                        <a:pt x="528" y="489"/>
                      </a:lnTo>
                      <a:lnTo>
                        <a:pt x="504" y="483"/>
                      </a:lnTo>
                      <a:lnTo>
                        <a:pt x="480" y="476"/>
                      </a:lnTo>
                      <a:lnTo>
                        <a:pt x="457" y="468"/>
                      </a:lnTo>
                      <a:lnTo>
                        <a:pt x="435" y="459"/>
                      </a:lnTo>
                      <a:lnTo>
                        <a:pt x="413" y="449"/>
                      </a:lnTo>
                      <a:lnTo>
                        <a:pt x="391" y="438"/>
                      </a:lnTo>
                      <a:lnTo>
                        <a:pt x="370" y="426"/>
                      </a:lnTo>
                      <a:lnTo>
                        <a:pt x="349" y="413"/>
                      </a:lnTo>
                      <a:lnTo>
                        <a:pt x="331" y="399"/>
                      </a:lnTo>
                      <a:lnTo>
                        <a:pt x="311" y="385"/>
                      </a:lnTo>
                      <a:lnTo>
                        <a:pt x="294" y="368"/>
                      </a:lnTo>
                      <a:lnTo>
                        <a:pt x="276" y="352"/>
                      </a:lnTo>
                      <a:lnTo>
                        <a:pt x="260" y="334"/>
                      </a:lnTo>
                      <a:lnTo>
                        <a:pt x="244" y="317"/>
                      </a:lnTo>
                      <a:lnTo>
                        <a:pt x="229" y="298"/>
                      </a:lnTo>
                      <a:lnTo>
                        <a:pt x="215" y="278"/>
                      </a:lnTo>
                      <a:lnTo>
                        <a:pt x="202" y="258"/>
                      </a:lnTo>
                      <a:lnTo>
                        <a:pt x="190" y="237"/>
                      </a:lnTo>
                      <a:lnTo>
                        <a:pt x="179" y="216"/>
                      </a:lnTo>
                      <a:lnTo>
                        <a:pt x="169" y="194"/>
                      </a:lnTo>
                      <a:lnTo>
                        <a:pt x="160" y="171"/>
                      </a:lnTo>
                      <a:lnTo>
                        <a:pt x="152" y="148"/>
                      </a:lnTo>
                      <a:lnTo>
                        <a:pt x="146" y="124"/>
                      </a:lnTo>
                      <a:lnTo>
                        <a:pt x="140" y="100"/>
                      </a:lnTo>
                      <a:lnTo>
                        <a:pt x="136" y="76"/>
                      </a:lnTo>
                      <a:lnTo>
                        <a:pt x="133" y="50"/>
                      </a:lnTo>
                      <a:lnTo>
                        <a:pt x="130" y="25"/>
                      </a:lnTo>
                      <a:lnTo>
                        <a:pt x="130" y="0"/>
                      </a:lnTo>
                      <a:lnTo>
                        <a:pt x="0" y="0"/>
                      </a:lnTo>
                      <a:close/>
                    </a:path>
                  </a:pathLst>
                </a:custGeom>
                <a:solidFill>
                  <a:srgbClr val="EF2B2F"/>
                </a:solidFill>
                <a:ln>
                  <a:noFill/>
                </a:ln>
              </p:spPr>
              <p:txBody>
                <a:bodyPr/>
                <a:lstStyle/>
                <a:p>
                  <a:pPr>
                    <a:defRPr/>
                  </a:pPr>
                  <a:endParaRPr lang="en-US" sz="1050">
                    <a:latin typeface="+mj-lt"/>
                  </a:endParaRPr>
                </a:p>
              </p:txBody>
            </p:sp>
            <p:sp>
              <p:nvSpPr>
                <p:cNvPr id="41101" name="Freeform 289">
                  <a:extLst>
                    <a:ext uri="{FF2B5EF4-FFF2-40B4-BE49-F238E27FC236}">
                      <a16:creationId xmlns="" xmlns:a16="http://schemas.microsoft.com/office/drawing/2014/main" id="{15F1E115-0BFE-4CD3-E1F7-38DA10BD1393}"/>
                    </a:ext>
                  </a:extLst>
                </p:cNvPr>
                <p:cNvSpPr>
                  <a:spLocks/>
                </p:cNvSpPr>
                <p:nvPr/>
              </p:nvSpPr>
              <p:spPr bwMode="auto">
                <a:xfrm>
                  <a:off x="4493" y="3516"/>
                  <a:ext cx="25" cy="24"/>
                </a:xfrm>
                <a:custGeom>
                  <a:avLst/>
                  <a:gdLst>
                    <a:gd name="T0" fmla="*/ 0 w 629"/>
                    <a:gd name="T1" fmla="*/ 0 h 628"/>
                    <a:gd name="T2" fmla="*/ 0 w 629"/>
                    <a:gd name="T3" fmla="*/ 0 h 628"/>
                    <a:gd name="T4" fmla="*/ 0 w 629"/>
                    <a:gd name="T5" fmla="*/ 0 h 628"/>
                    <a:gd name="T6" fmla="*/ 0 w 629"/>
                    <a:gd name="T7" fmla="*/ 0 h 628"/>
                    <a:gd name="T8" fmla="*/ 0 w 629"/>
                    <a:gd name="T9" fmla="*/ 0 h 628"/>
                    <a:gd name="T10" fmla="*/ 0 w 629"/>
                    <a:gd name="T11" fmla="*/ 0 h 628"/>
                    <a:gd name="T12" fmla="*/ 0 w 629"/>
                    <a:gd name="T13" fmla="*/ 0 h 628"/>
                    <a:gd name="T14" fmla="*/ 0 w 629"/>
                    <a:gd name="T15" fmla="*/ 0 h 628"/>
                    <a:gd name="T16" fmla="*/ 0 w 629"/>
                    <a:gd name="T17" fmla="*/ 0 h 628"/>
                    <a:gd name="T18" fmla="*/ 0 w 629"/>
                    <a:gd name="T19" fmla="*/ 0 h 628"/>
                    <a:gd name="T20" fmla="*/ 0 w 629"/>
                    <a:gd name="T21" fmla="*/ 0 h 628"/>
                    <a:gd name="T22" fmla="*/ 0 w 629"/>
                    <a:gd name="T23" fmla="*/ 0 h 628"/>
                    <a:gd name="T24" fmla="*/ 0 w 629"/>
                    <a:gd name="T25" fmla="*/ 0 h 628"/>
                    <a:gd name="T26" fmla="*/ 0 w 629"/>
                    <a:gd name="T27" fmla="*/ 0 h 628"/>
                    <a:gd name="T28" fmla="*/ 0 w 629"/>
                    <a:gd name="T29" fmla="*/ 0 h 628"/>
                    <a:gd name="T30" fmla="*/ 0 w 629"/>
                    <a:gd name="T31" fmla="*/ 0 h 628"/>
                    <a:gd name="T32" fmla="*/ 0 w 629"/>
                    <a:gd name="T33" fmla="*/ 0 h 628"/>
                    <a:gd name="T34" fmla="*/ 0 w 629"/>
                    <a:gd name="T35" fmla="*/ 0 h 628"/>
                    <a:gd name="T36" fmla="*/ 0 w 629"/>
                    <a:gd name="T37" fmla="*/ 0 h 628"/>
                    <a:gd name="T38" fmla="*/ 0 w 629"/>
                    <a:gd name="T39" fmla="*/ 0 h 628"/>
                    <a:gd name="T40" fmla="*/ 0 w 629"/>
                    <a:gd name="T41" fmla="*/ 0 h 628"/>
                    <a:gd name="T42" fmla="*/ 0 w 629"/>
                    <a:gd name="T43" fmla="*/ 0 h 628"/>
                    <a:gd name="T44" fmla="*/ 0 w 629"/>
                    <a:gd name="T45" fmla="*/ 0 h 628"/>
                    <a:gd name="T46" fmla="*/ 0 w 629"/>
                    <a:gd name="T47" fmla="*/ 0 h 628"/>
                    <a:gd name="T48" fmla="*/ 0 w 629"/>
                    <a:gd name="T49" fmla="*/ 0 h 628"/>
                    <a:gd name="T50" fmla="*/ 0 w 629"/>
                    <a:gd name="T51" fmla="*/ 0 h 628"/>
                    <a:gd name="T52" fmla="*/ 0 w 629"/>
                    <a:gd name="T53" fmla="*/ 0 h 628"/>
                    <a:gd name="T54" fmla="*/ 0 w 629"/>
                    <a:gd name="T55" fmla="*/ 0 h 628"/>
                    <a:gd name="T56" fmla="*/ 0 w 629"/>
                    <a:gd name="T57" fmla="*/ 0 h 628"/>
                    <a:gd name="T58" fmla="*/ 0 w 629"/>
                    <a:gd name="T59" fmla="*/ 0 h 628"/>
                    <a:gd name="T60" fmla="*/ 0 w 629"/>
                    <a:gd name="T61" fmla="*/ 0 h 628"/>
                    <a:gd name="T62" fmla="*/ 0 w 629"/>
                    <a:gd name="T63" fmla="*/ 0 h 628"/>
                    <a:gd name="T64" fmla="*/ 0 w 629"/>
                    <a:gd name="T65" fmla="*/ 0 h 628"/>
                    <a:gd name="T66" fmla="*/ 0 w 629"/>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9"/>
                    <a:gd name="T103" fmla="*/ 0 h 628"/>
                    <a:gd name="T104" fmla="*/ 629 w 629"/>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9" h="628">
                      <a:moveTo>
                        <a:pt x="629" y="0"/>
                      </a:moveTo>
                      <a:lnTo>
                        <a:pt x="629" y="0"/>
                      </a:lnTo>
                      <a:lnTo>
                        <a:pt x="596" y="0"/>
                      </a:lnTo>
                      <a:lnTo>
                        <a:pt x="564" y="4"/>
                      </a:lnTo>
                      <a:lnTo>
                        <a:pt x="534" y="7"/>
                      </a:lnTo>
                      <a:lnTo>
                        <a:pt x="502" y="12"/>
                      </a:lnTo>
                      <a:lnTo>
                        <a:pt x="472" y="20"/>
                      </a:lnTo>
                      <a:lnTo>
                        <a:pt x="442" y="28"/>
                      </a:lnTo>
                      <a:lnTo>
                        <a:pt x="413" y="39"/>
                      </a:lnTo>
                      <a:lnTo>
                        <a:pt x="385" y="50"/>
                      </a:lnTo>
                      <a:lnTo>
                        <a:pt x="356" y="62"/>
                      </a:lnTo>
                      <a:lnTo>
                        <a:pt x="330" y="76"/>
                      </a:lnTo>
                      <a:lnTo>
                        <a:pt x="303" y="91"/>
                      </a:lnTo>
                      <a:lnTo>
                        <a:pt x="277" y="108"/>
                      </a:lnTo>
                      <a:lnTo>
                        <a:pt x="253" y="125"/>
                      </a:lnTo>
                      <a:lnTo>
                        <a:pt x="229" y="144"/>
                      </a:lnTo>
                      <a:lnTo>
                        <a:pt x="207" y="164"/>
                      </a:lnTo>
                      <a:lnTo>
                        <a:pt x="185" y="184"/>
                      </a:lnTo>
                      <a:lnTo>
                        <a:pt x="164" y="206"/>
                      </a:lnTo>
                      <a:lnTo>
                        <a:pt x="145" y="228"/>
                      </a:lnTo>
                      <a:lnTo>
                        <a:pt x="126" y="252"/>
                      </a:lnTo>
                      <a:lnTo>
                        <a:pt x="108" y="278"/>
                      </a:lnTo>
                      <a:lnTo>
                        <a:pt x="92" y="303"/>
                      </a:lnTo>
                      <a:lnTo>
                        <a:pt x="77" y="329"/>
                      </a:lnTo>
                      <a:lnTo>
                        <a:pt x="62" y="356"/>
                      </a:lnTo>
                      <a:lnTo>
                        <a:pt x="50" y="384"/>
                      </a:lnTo>
                      <a:lnTo>
                        <a:pt x="38" y="412"/>
                      </a:lnTo>
                      <a:lnTo>
                        <a:pt x="28" y="442"/>
                      </a:lnTo>
                      <a:lnTo>
                        <a:pt x="21" y="471"/>
                      </a:lnTo>
                      <a:lnTo>
                        <a:pt x="13" y="501"/>
                      </a:lnTo>
                      <a:lnTo>
                        <a:pt x="8" y="533"/>
                      </a:lnTo>
                      <a:lnTo>
                        <a:pt x="4" y="563"/>
                      </a:lnTo>
                      <a:lnTo>
                        <a:pt x="1" y="596"/>
                      </a:lnTo>
                      <a:lnTo>
                        <a:pt x="0" y="628"/>
                      </a:lnTo>
                      <a:lnTo>
                        <a:pt x="130" y="628"/>
                      </a:lnTo>
                      <a:lnTo>
                        <a:pt x="130" y="602"/>
                      </a:lnTo>
                      <a:lnTo>
                        <a:pt x="133" y="577"/>
                      </a:lnTo>
                      <a:lnTo>
                        <a:pt x="136" y="551"/>
                      </a:lnTo>
                      <a:lnTo>
                        <a:pt x="140" y="527"/>
                      </a:lnTo>
                      <a:lnTo>
                        <a:pt x="146" y="503"/>
                      </a:lnTo>
                      <a:lnTo>
                        <a:pt x="152" y="480"/>
                      </a:lnTo>
                      <a:lnTo>
                        <a:pt x="160" y="457"/>
                      </a:lnTo>
                      <a:lnTo>
                        <a:pt x="169" y="434"/>
                      </a:lnTo>
                      <a:lnTo>
                        <a:pt x="179" y="412"/>
                      </a:lnTo>
                      <a:lnTo>
                        <a:pt x="190" y="390"/>
                      </a:lnTo>
                      <a:lnTo>
                        <a:pt x="202" y="370"/>
                      </a:lnTo>
                      <a:lnTo>
                        <a:pt x="215" y="350"/>
                      </a:lnTo>
                      <a:lnTo>
                        <a:pt x="229" y="330"/>
                      </a:lnTo>
                      <a:lnTo>
                        <a:pt x="244" y="311"/>
                      </a:lnTo>
                      <a:lnTo>
                        <a:pt x="260" y="293"/>
                      </a:lnTo>
                      <a:lnTo>
                        <a:pt x="276" y="275"/>
                      </a:lnTo>
                      <a:lnTo>
                        <a:pt x="294" y="259"/>
                      </a:lnTo>
                      <a:lnTo>
                        <a:pt x="311" y="244"/>
                      </a:lnTo>
                      <a:lnTo>
                        <a:pt x="331" y="228"/>
                      </a:lnTo>
                      <a:lnTo>
                        <a:pt x="349" y="214"/>
                      </a:lnTo>
                      <a:lnTo>
                        <a:pt x="370" y="201"/>
                      </a:lnTo>
                      <a:lnTo>
                        <a:pt x="391" y="189"/>
                      </a:lnTo>
                      <a:lnTo>
                        <a:pt x="413" y="178"/>
                      </a:lnTo>
                      <a:lnTo>
                        <a:pt x="435" y="168"/>
                      </a:lnTo>
                      <a:lnTo>
                        <a:pt x="457" y="159"/>
                      </a:lnTo>
                      <a:lnTo>
                        <a:pt x="480" y="152"/>
                      </a:lnTo>
                      <a:lnTo>
                        <a:pt x="504" y="145"/>
                      </a:lnTo>
                      <a:lnTo>
                        <a:pt x="528" y="139"/>
                      </a:lnTo>
                      <a:lnTo>
                        <a:pt x="552" y="135"/>
                      </a:lnTo>
                      <a:lnTo>
                        <a:pt x="577" y="132"/>
                      </a:lnTo>
                      <a:lnTo>
                        <a:pt x="603" y="130"/>
                      </a:lnTo>
                      <a:lnTo>
                        <a:pt x="629" y="130"/>
                      </a:lnTo>
                      <a:lnTo>
                        <a:pt x="629" y="0"/>
                      </a:lnTo>
                      <a:close/>
                    </a:path>
                  </a:pathLst>
                </a:custGeom>
                <a:solidFill>
                  <a:srgbClr val="EF2B2F"/>
                </a:solidFill>
                <a:ln>
                  <a:noFill/>
                </a:ln>
              </p:spPr>
              <p:txBody>
                <a:bodyPr/>
                <a:lstStyle/>
                <a:p>
                  <a:pPr>
                    <a:defRPr/>
                  </a:pPr>
                  <a:endParaRPr lang="en-US" sz="1050">
                    <a:latin typeface="+mj-lt"/>
                  </a:endParaRPr>
                </a:p>
              </p:txBody>
            </p:sp>
            <p:sp>
              <p:nvSpPr>
                <p:cNvPr id="41102" name="Freeform 290">
                  <a:extLst>
                    <a:ext uri="{FF2B5EF4-FFF2-40B4-BE49-F238E27FC236}">
                      <a16:creationId xmlns="" xmlns:a16="http://schemas.microsoft.com/office/drawing/2014/main" id="{34E34C9B-1875-FA80-AA1A-C64CB96C5156}"/>
                    </a:ext>
                  </a:extLst>
                </p:cNvPr>
                <p:cNvSpPr>
                  <a:spLocks/>
                </p:cNvSpPr>
                <p:nvPr/>
              </p:nvSpPr>
              <p:spPr bwMode="auto">
                <a:xfrm>
                  <a:off x="4517" y="3583"/>
                  <a:ext cx="25"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628" y="627"/>
                      </a:moveTo>
                      <a:lnTo>
                        <a:pt x="628" y="627"/>
                      </a:lnTo>
                      <a:lnTo>
                        <a:pt x="627" y="596"/>
                      </a:lnTo>
                      <a:lnTo>
                        <a:pt x="625" y="564"/>
                      </a:lnTo>
                      <a:lnTo>
                        <a:pt x="621" y="532"/>
                      </a:lnTo>
                      <a:lnTo>
                        <a:pt x="615" y="501"/>
                      </a:lnTo>
                      <a:lnTo>
                        <a:pt x="608" y="471"/>
                      </a:lnTo>
                      <a:lnTo>
                        <a:pt x="600" y="441"/>
                      </a:lnTo>
                      <a:lnTo>
                        <a:pt x="590" y="412"/>
                      </a:lnTo>
                      <a:lnTo>
                        <a:pt x="579" y="383"/>
                      </a:lnTo>
                      <a:lnTo>
                        <a:pt x="566" y="356"/>
                      </a:lnTo>
                      <a:lnTo>
                        <a:pt x="551" y="328"/>
                      </a:lnTo>
                      <a:lnTo>
                        <a:pt x="537" y="302"/>
                      </a:lnTo>
                      <a:lnTo>
                        <a:pt x="521" y="277"/>
                      </a:lnTo>
                      <a:lnTo>
                        <a:pt x="503" y="252"/>
                      </a:lnTo>
                      <a:lnTo>
                        <a:pt x="485" y="229"/>
                      </a:lnTo>
                      <a:lnTo>
                        <a:pt x="465" y="206"/>
                      </a:lnTo>
                      <a:lnTo>
                        <a:pt x="444" y="184"/>
                      </a:lnTo>
                      <a:lnTo>
                        <a:pt x="422" y="163"/>
                      </a:lnTo>
                      <a:lnTo>
                        <a:pt x="399" y="143"/>
                      </a:lnTo>
                      <a:lnTo>
                        <a:pt x="375" y="125"/>
                      </a:lnTo>
                      <a:lnTo>
                        <a:pt x="351" y="107"/>
                      </a:lnTo>
                      <a:lnTo>
                        <a:pt x="326" y="91"/>
                      </a:lnTo>
                      <a:lnTo>
                        <a:pt x="299" y="75"/>
                      </a:lnTo>
                      <a:lnTo>
                        <a:pt x="272" y="62"/>
                      </a:lnTo>
                      <a:lnTo>
                        <a:pt x="244" y="49"/>
                      </a:lnTo>
                      <a:lnTo>
                        <a:pt x="216" y="38"/>
                      </a:lnTo>
                      <a:lnTo>
                        <a:pt x="187" y="28"/>
                      </a:lnTo>
                      <a:lnTo>
                        <a:pt x="157" y="19"/>
                      </a:lnTo>
                      <a:lnTo>
                        <a:pt x="126" y="13"/>
                      </a:lnTo>
                      <a:lnTo>
                        <a:pt x="96" y="7"/>
                      </a:lnTo>
                      <a:lnTo>
                        <a:pt x="64" y="3"/>
                      </a:lnTo>
                      <a:lnTo>
                        <a:pt x="32" y="1"/>
                      </a:lnTo>
                      <a:lnTo>
                        <a:pt x="0" y="0"/>
                      </a:lnTo>
                      <a:lnTo>
                        <a:pt x="0" y="129"/>
                      </a:lnTo>
                      <a:lnTo>
                        <a:pt x="26" y="129"/>
                      </a:lnTo>
                      <a:lnTo>
                        <a:pt x="51" y="131"/>
                      </a:lnTo>
                      <a:lnTo>
                        <a:pt x="76" y="134"/>
                      </a:lnTo>
                      <a:lnTo>
                        <a:pt x="100" y="139"/>
                      </a:lnTo>
                      <a:lnTo>
                        <a:pt x="124" y="144"/>
                      </a:lnTo>
                      <a:lnTo>
                        <a:pt x="148" y="151"/>
                      </a:lnTo>
                      <a:lnTo>
                        <a:pt x="171" y="160"/>
                      </a:lnTo>
                      <a:lnTo>
                        <a:pt x="194" y="168"/>
                      </a:lnTo>
                      <a:lnTo>
                        <a:pt x="216" y="178"/>
                      </a:lnTo>
                      <a:lnTo>
                        <a:pt x="237" y="189"/>
                      </a:lnTo>
                      <a:lnTo>
                        <a:pt x="258" y="201"/>
                      </a:lnTo>
                      <a:lnTo>
                        <a:pt x="279" y="214"/>
                      </a:lnTo>
                      <a:lnTo>
                        <a:pt x="298" y="228"/>
                      </a:lnTo>
                      <a:lnTo>
                        <a:pt x="317" y="243"/>
                      </a:lnTo>
                      <a:lnTo>
                        <a:pt x="336" y="258"/>
                      </a:lnTo>
                      <a:lnTo>
                        <a:pt x="353" y="275"/>
                      </a:lnTo>
                      <a:lnTo>
                        <a:pt x="368" y="292"/>
                      </a:lnTo>
                      <a:lnTo>
                        <a:pt x="385" y="311"/>
                      </a:lnTo>
                      <a:lnTo>
                        <a:pt x="399" y="329"/>
                      </a:lnTo>
                      <a:lnTo>
                        <a:pt x="413" y="349"/>
                      </a:lnTo>
                      <a:lnTo>
                        <a:pt x="427" y="369"/>
                      </a:lnTo>
                      <a:lnTo>
                        <a:pt x="439" y="390"/>
                      </a:lnTo>
                      <a:lnTo>
                        <a:pt x="450" y="412"/>
                      </a:lnTo>
                      <a:lnTo>
                        <a:pt x="459" y="434"/>
                      </a:lnTo>
                      <a:lnTo>
                        <a:pt x="468" y="457"/>
                      </a:lnTo>
                      <a:lnTo>
                        <a:pt x="476" y="480"/>
                      </a:lnTo>
                      <a:lnTo>
                        <a:pt x="484" y="503"/>
                      </a:lnTo>
                      <a:lnTo>
                        <a:pt x="489" y="527"/>
                      </a:lnTo>
                      <a:lnTo>
                        <a:pt x="493" y="552"/>
                      </a:lnTo>
                      <a:lnTo>
                        <a:pt x="497" y="576"/>
                      </a:lnTo>
                      <a:lnTo>
                        <a:pt x="498" y="602"/>
                      </a:lnTo>
                      <a:lnTo>
                        <a:pt x="499" y="627"/>
                      </a:lnTo>
                      <a:lnTo>
                        <a:pt x="628" y="627"/>
                      </a:lnTo>
                      <a:close/>
                    </a:path>
                  </a:pathLst>
                </a:custGeom>
                <a:solidFill>
                  <a:srgbClr val="00A7D1"/>
                </a:solidFill>
                <a:ln>
                  <a:noFill/>
                </a:ln>
              </p:spPr>
              <p:txBody>
                <a:bodyPr/>
                <a:lstStyle/>
                <a:p>
                  <a:pPr>
                    <a:defRPr/>
                  </a:pPr>
                  <a:endParaRPr lang="en-US" sz="1050">
                    <a:latin typeface="+mj-lt"/>
                  </a:endParaRPr>
                </a:p>
              </p:txBody>
            </p:sp>
            <p:sp>
              <p:nvSpPr>
                <p:cNvPr id="41103" name="Freeform 291">
                  <a:extLst>
                    <a:ext uri="{FF2B5EF4-FFF2-40B4-BE49-F238E27FC236}">
                      <a16:creationId xmlns="" xmlns:a16="http://schemas.microsoft.com/office/drawing/2014/main" id="{F8BF2256-27A4-5045-E7E8-7C85FA9FF099}"/>
                    </a:ext>
                  </a:extLst>
                </p:cNvPr>
                <p:cNvSpPr>
                  <a:spLocks/>
                </p:cNvSpPr>
                <p:nvPr/>
              </p:nvSpPr>
              <p:spPr bwMode="auto">
                <a:xfrm>
                  <a:off x="4517" y="3607"/>
                  <a:ext cx="25" cy="16"/>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2" y="627"/>
                      </a:lnTo>
                      <a:lnTo>
                        <a:pt x="64" y="625"/>
                      </a:lnTo>
                      <a:lnTo>
                        <a:pt x="96" y="620"/>
                      </a:lnTo>
                      <a:lnTo>
                        <a:pt x="126" y="615"/>
                      </a:lnTo>
                      <a:lnTo>
                        <a:pt x="157" y="608"/>
                      </a:lnTo>
                      <a:lnTo>
                        <a:pt x="187" y="600"/>
                      </a:lnTo>
                      <a:lnTo>
                        <a:pt x="216" y="590"/>
                      </a:lnTo>
                      <a:lnTo>
                        <a:pt x="244" y="579"/>
                      </a:lnTo>
                      <a:lnTo>
                        <a:pt x="272" y="566"/>
                      </a:lnTo>
                      <a:lnTo>
                        <a:pt x="299" y="553"/>
                      </a:lnTo>
                      <a:lnTo>
                        <a:pt x="326" y="537"/>
                      </a:lnTo>
                      <a:lnTo>
                        <a:pt x="351" y="521"/>
                      </a:lnTo>
                      <a:lnTo>
                        <a:pt x="375" y="503"/>
                      </a:lnTo>
                      <a:lnTo>
                        <a:pt x="399" y="485"/>
                      </a:lnTo>
                      <a:lnTo>
                        <a:pt x="422" y="465"/>
                      </a:lnTo>
                      <a:lnTo>
                        <a:pt x="444" y="444"/>
                      </a:lnTo>
                      <a:lnTo>
                        <a:pt x="465" y="422"/>
                      </a:lnTo>
                      <a:lnTo>
                        <a:pt x="485" y="399"/>
                      </a:lnTo>
                      <a:lnTo>
                        <a:pt x="503" y="376"/>
                      </a:lnTo>
                      <a:lnTo>
                        <a:pt x="521" y="351"/>
                      </a:lnTo>
                      <a:lnTo>
                        <a:pt x="537" y="326"/>
                      </a:lnTo>
                      <a:lnTo>
                        <a:pt x="551" y="299"/>
                      </a:lnTo>
                      <a:lnTo>
                        <a:pt x="566" y="272"/>
                      </a:lnTo>
                      <a:lnTo>
                        <a:pt x="579" y="245"/>
                      </a:lnTo>
                      <a:lnTo>
                        <a:pt x="590" y="216"/>
                      </a:lnTo>
                      <a:lnTo>
                        <a:pt x="600" y="187"/>
                      </a:lnTo>
                      <a:lnTo>
                        <a:pt x="608" y="157"/>
                      </a:lnTo>
                      <a:lnTo>
                        <a:pt x="615" y="126"/>
                      </a:lnTo>
                      <a:lnTo>
                        <a:pt x="621" y="96"/>
                      </a:lnTo>
                      <a:lnTo>
                        <a:pt x="625" y="64"/>
                      </a:lnTo>
                      <a:lnTo>
                        <a:pt x="627" y="32"/>
                      </a:lnTo>
                      <a:lnTo>
                        <a:pt x="628" y="0"/>
                      </a:lnTo>
                      <a:lnTo>
                        <a:pt x="499" y="0"/>
                      </a:lnTo>
                      <a:lnTo>
                        <a:pt x="498" y="26"/>
                      </a:lnTo>
                      <a:lnTo>
                        <a:pt x="497" y="51"/>
                      </a:lnTo>
                      <a:lnTo>
                        <a:pt x="493" y="76"/>
                      </a:lnTo>
                      <a:lnTo>
                        <a:pt x="489" y="101"/>
                      </a:lnTo>
                      <a:lnTo>
                        <a:pt x="484" y="124"/>
                      </a:lnTo>
                      <a:lnTo>
                        <a:pt x="476" y="148"/>
                      </a:lnTo>
                      <a:lnTo>
                        <a:pt x="468" y="171"/>
                      </a:lnTo>
                      <a:lnTo>
                        <a:pt x="459" y="194"/>
                      </a:lnTo>
                      <a:lnTo>
                        <a:pt x="450" y="216"/>
                      </a:lnTo>
                      <a:lnTo>
                        <a:pt x="439" y="238"/>
                      </a:lnTo>
                      <a:lnTo>
                        <a:pt x="427" y="259"/>
                      </a:lnTo>
                      <a:lnTo>
                        <a:pt x="413" y="279"/>
                      </a:lnTo>
                      <a:lnTo>
                        <a:pt x="399" y="298"/>
                      </a:lnTo>
                      <a:lnTo>
                        <a:pt x="385" y="317"/>
                      </a:lnTo>
                      <a:lnTo>
                        <a:pt x="368" y="336"/>
                      </a:lnTo>
                      <a:lnTo>
                        <a:pt x="352" y="352"/>
                      </a:lnTo>
                      <a:lnTo>
                        <a:pt x="336" y="370"/>
                      </a:lnTo>
                      <a:lnTo>
                        <a:pt x="317" y="385"/>
                      </a:lnTo>
                      <a:lnTo>
                        <a:pt x="298" y="400"/>
                      </a:lnTo>
                      <a:lnTo>
                        <a:pt x="279" y="413"/>
                      </a:lnTo>
                      <a:lnTo>
                        <a:pt x="258" y="427"/>
                      </a:lnTo>
                      <a:lnTo>
                        <a:pt x="237" y="439"/>
                      </a:lnTo>
                      <a:lnTo>
                        <a:pt x="216" y="450"/>
                      </a:lnTo>
                      <a:lnTo>
                        <a:pt x="194" y="459"/>
                      </a:lnTo>
                      <a:lnTo>
                        <a:pt x="171" y="468"/>
                      </a:lnTo>
                      <a:lnTo>
                        <a:pt x="148" y="477"/>
                      </a:lnTo>
                      <a:lnTo>
                        <a:pt x="125" y="484"/>
                      </a:lnTo>
                      <a:lnTo>
                        <a:pt x="100" y="489"/>
                      </a:lnTo>
                      <a:lnTo>
                        <a:pt x="76" y="493"/>
                      </a:lnTo>
                      <a:lnTo>
                        <a:pt x="51" y="497"/>
                      </a:lnTo>
                      <a:lnTo>
                        <a:pt x="26" y="499"/>
                      </a:lnTo>
                      <a:lnTo>
                        <a:pt x="0" y="499"/>
                      </a:lnTo>
                      <a:lnTo>
                        <a:pt x="0" y="628"/>
                      </a:lnTo>
                      <a:close/>
                    </a:path>
                  </a:pathLst>
                </a:custGeom>
                <a:solidFill>
                  <a:srgbClr val="00A7D1"/>
                </a:solidFill>
                <a:ln>
                  <a:noFill/>
                </a:ln>
              </p:spPr>
              <p:txBody>
                <a:bodyPr/>
                <a:lstStyle/>
                <a:p>
                  <a:pPr>
                    <a:defRPr/>
                  </a:pPr>
                  <a:endParaRPr lang="en-US" sz="1050">
                    <a:latin typeface="+mj-lt"/>
                  </a:endParaRPr>
                </a:p>
              </p:txBody>
            </p:sp>
            <p:sp>
              <p:nvSpPr>
                <p:cNvPr id="41104" name="Freeform 292">
                  <a:extLst>
                    <a:ext uri="{FF2B5EF4-FFF2-40B4-BE49-F238E27FC236}">
                      <a16:creationId xmlns="" xmlns:a16="http://schemas.microsoft.com/office/drawing/2014/main" id="{67F40A0C-7155-8A39-AECF-B8811EC562A4}"/>
                    </a:ext>
                  </a:extLst>
                </p:cNvPr>
                <p:cNvSpPr>
                  <a:spLocks/>
                </p:cNvSpPr>
                <p:nvPr/>
              </p:nvSpPr>
              <p:spPr bwMode="auto">
                <a:xfrm>
                  <a:off x="4493" y="3607"/>
                  <a:ext cx="24" cy="16"/>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2" y="32"/>
                      </a:lnTo>
                      <a:lnTo>
                        <a:pt x="4" y="64"/>
                      </a:lnTo>
                      <a:lnTo>
                        <a:pt x="7" y="96"/>
                      </a:lnTo>
                      <a:lnTo>
                        <a:pt x="14" y="126"/>
                      </a:lnTo>
                      <a:lnTo>
                        <a:pt x="20" y="157"/>
                      </a:lnTo>
                      <a:lnTo>
                        <a:pt x="29" y="187"/>
                      </a:lnTo>
                      <a:lnTo>
                        <a:pt x="39" y="216"/>
                      </a:lnTo>
                      <a:lnTo>
                        <a:pt x="50" y="245"/>
                      </a:lnTo>
                      <a:lnTo>
                        <a:pt x="63" y="272"/>
                      </a:lnTo>
                      <a:lnTo>
                        <a:pt x="76" y="299"/>
                      </a:lnTo>
                      <a:lnTo>
                        <a:pt x="91" y="326"/>
                      </a:lnTo>
                      <a:lnTo>
                        <a:pt x="108" y="351"/>
                      </a:lnTo>
                      <a:lnTo>
                        <a:pt x="125" y="376"/>
                      </a:lnTo>
                      <a:lnTo>
                        <a:pt x="144" y="399"/>
                      </a:lnTo>
                      <a:lnTo>
                        <a:pt x="164" y="422"/>
                      </a:lnTo>
                      <a:lnTo>
                        <a:pt x="185" y="444"/>
                      </a:lnTo>
                      <a:lnTo>
                        <a:pt x="206" y="465"/>
                      </a:lnTo>
                      <a:lnTo>
                        <a:pt x="229" y="485"/>
                      </a:lnTo>
                      <a:lnTo>
                        <a:pt x="252" y="503"/>
                      </a:lnTo>
                      <a:lnTo>
                        <a:pt x="278" y="521"/>
                      </a:lnTo>
                      <a:lnTo>
                        <a:pt x="303" y="537"/>
                      </a:lnTo>
                      <a:lnTo>
                        <a:pt x="329" y="553"/>
                      </a:lnTo>
                      <a:lnTo>
                        <a:pt x="357" y="566"/>
                      </a:lnTo>
                      <a:lnTo>
                        <a:pt x="384" y="579"/>
                      </a:lnTo>
                      <a:lnTo>
                        <a:pt x="412" y="590"/>
                      </a:lnTo>
                      <a:lnTo>
                        <a:pt x="442" y="600"/>
                      </a:lnTo>
                      <a:lnTo>
                        <a:pt x="472" y="608"/>
                      </a:lnTo>
                      <a:lnTo>
                        <a:pt x="502" y="615"/>
                      </a:lnTo>
                      <a:lnTo>
                        <a:pt x="533" y="620"/>
                      </a:lnTo>
                      <a:lnTo>
                        <a:pt x="565" y="625"/>
                      </a:lnTo>
                      <a:lnTo>
                        <a:pt x="597" y="627"/>
                      </a:lnTo>
                      <a:lnTo>
                        <a:pt x="628" y="628"/>
                      </a:lnTo>
                      <a:lnTo>
                        <a:pt x="628" y="499"/>
                      </a:lnTo>
                      <a:lnTo>
                        <a:pt x="602" y="499"/>
                      </a:lnTo>
                      <a:lnTo>
                        <a:pt x="577" y="497"/>
                      </a:lnTo>
                      <a:lnTo>
                        <a:pt x="552" y="493"/>
                      </a:lnTo>
                      <a:lnTo>
                        <a:pt x="528" y="489"/>
                      </a:lnTo>
                      <a:lnTo>
                        <a:pt x="503" y="484"/>
                      </a:lnTo>
                      <a:lnTo>
                        <a:pt x="480" y="477"/>
                      </a:lnTo>
                      <a:lnTo>
                        <a:pt x="457" y="468"/>
                      </a:lnTo>
                      <a:lnTo>
                        <a:pt x="434" y="459"/>
                      </a:lnTo>
                      <a:lnTo>
                        <a:pt x="412" y="450"/>
                      </a:lnTo>
                      <a:lnTo>
                        <a:pt x="391" y="439"/>
                      </a:lnTo>
                      <a:lnTo>
                        <a:pt x="370" y="427"/>
                      </a:lnTo>
                      <a:lnTo>
                        <a:pt x="350" y="413"/>
                      </a:lnTo>
                      <a:lnTo>
                        <a:pt x="330" y="400"/>
                      </a:lnTo>
                      <a:lnTo>
                        <a:pt x="312" y="385"/>
                      </a:lnTo>
                      <a:lnTo>
                        <a:pt x="293" y="370"/>
                      </a:lnTo>
                      <a:lnTo>
                        <a:pt x="275" y="352"/>
                      </a:lnTo>
                      <a:lnTo>
                        <a:pt x="259" y="336"/>
                      </a:lnTo>
                      <a:lnTo>
                        <a:pt x="244" y="317"/>
                      </a:lnTo>
                      <a:lnTo>
                        <a:pt x="228" y="298"/>
                      </a:lnTo>
                      <a:lnTo>
                        <a:pt x="215" y="279"/>
                      </a:lnTo>
                      <a:lnTo>
                        <a:pt x="202" y="259"/>
                      </a:lnTo>
                      <a:lnTo>
                        <a:pt x="190" y="238"/>
                      </a:lnTo>
                      <a:lnTo>
                        <a:pt x="179" y="216"/>
                      </a:lnTo>
                      <a:lnTo>
                        <a:pt x="168" y="194"/>
                      </a:lnTo>
                      <a:lnTo>
                        <a:pt x="159" y="171"/>
                      </a:lnTo>
                      <a:lnTo>
                        <a:pt x="152" y="148"/>
                      </a:lnTo>
                      <a:lnTo>
                        <a:pt x="145" y="125"/>
                      </a:lnTo>
                      <a:lnTo>
                        <a:pt x="140" y="101"/>
                      </a:lnTo>
                      <a:lnTo>
                        <a:pt x="135" y="76"/>
                      </a:lnTo>
                      <a:lnTo>
                        <a:pt x="132" y="52"/>
                      </a:lnTo>
                      <a:lnTo>
                        <a:pt x="130" y="27"/>
                      </a:lnTo>
                      <a:lnTo>
                        <a:pt x="130" y="0"/>
                      </a:lnTo>
                      <a:lnTo>
                        <a:pt x="0" y="0"/>
                      </a:lnTo>
                      <a:close/>
                    </a:path>
                  </a:pathLst>
                </a:custGeom>
                <a:solidFill>
                  <a:srgbClr val="00A7D1"/>
                </a:solidFill>
                <a:ln>
                  <a:noFill/>
                </a:ln>
              </p:spPr>
              <p:txBody>
                <a:bodyPr/>
                <a:lstStyle/>
                <a:p>
                  <a:pPr>
                    <a:defRPr/>
                  </a:pPr>
                  <a:endParaRPr lang="en-US" sz="1050">
                    <a:latin typeface="+mj-lt"/>
                  </a:endParaRPr>
                </a:p>
              </p:txBody>
            </p:sp>
            <p:sp>
              <p:nvSpPr>
                <p:cNvPr id="41105" name="Freeform 293">
                  <a:extLst>
                    <a:ext uri="{FF2B5EF4-FFF2-40B4-BE49-F238E27FC236}">
                      <a16:creationId xmlns="" xmlns:a16="http://schemas.microsoft.com/office/drawing/2014/main" id="{0A59B4C6-E5BD-42B3-BCAD-9F20ED40B0BD}"/>
                    </a:ext>
                  </a:extLst>
                </p:cNvPr>
                <p:cNvSpPr>
                  <a:spLocks/>
                </p:cNvSpPr>
                <p:nvPr/>
              </p:nvSpPr>
              <p:spPr bwMode="auto">
                <a:xfrm>
                  <a:off x="4493" y="3583"/>
                  <a:ext cx="24"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628" y="0"/>
                      </a:moveTo>
                      <a:lnTo>
                        <a:pt x="628" y="0"/>
                      </a:lnTo>
                      <a:lnTo>
                        <a:pt x="595" y="1"/>
                      </a:lnTo>
                      <a:lnTo>
                        <a:pt x="564" y="3"/>
                      </a:lnTo>
                      <a:lnTo>
                        <a:pt x="533" y="7"/>
                      </a:lnTo>
                      <a:lnTo>
                        <a:pt x="502" y="13"/>
                      </a:lnTo>
                      <a:lnTo>
                        <a:pt x="472" y="19"/>
                      </a:lnTo>
                      <a:lnTo>
                        <a:pt x="442" y="28"/>
                      </a:lnTo>
                      <a:lnTo>
                        <a:pt x="412" y="38"/>
                      </a:lnTo>
                      <a:lnTo>
                        <a:pt x="384" y="49"/>
                      </a:lnTo>
                      <a:lnTo>
                        <a:pt x="357" y="62"/>
                      </a:lnTo>
                      <a:lnTo>
                        <a:pt x="329" y="75"/>
                      </a:lnTo>
                      <a:lnTo>
                        <a:pt x="303" y="91"/>
                      </a:lnTo>
                      <a:lnTo>
                        <a:pt x="278" y="107"/>
                      </a:lnTo>
                      <a:lnTo>
                        <a:pt x="252" y="125"/>
                      </a:lnTo>
                      <a:lnTo>
                        <a:pt x="229" y="143"/>
                      </a:lnTo>
                      <a:lnTo>
                        <a:pt x="206" y="163"/>
                      </a:lnTo>
                      <a:lnTo>
                        <a:pt x="185" y="184"/>
                      </a:lnTo>
                      <a:lnTo>
                        <a:pt x="164" y="206"/>
                      </a:lnTo>
                      <a:lnTo>
                        <a:pt x="144" y="229"/>
                      </a:lnTo>
                      <a:lnTo>
                        <a:pt x="125" y="252"/>
                      </a:lnTo>
                      <a:lnTo>
                        <a:pt x="108" y="277"/>
                      </a:lnTo>
                      <a:lnTo>
                        <a:pt x="91" y="302"/>
                      </a:lnTo>
                      <a:lnTo>
                        <a:pt x="76" y="328"/>
                      </a:lnTo>
                      <a:lnTo>
                        <a:pt x="63" y="356"/>
                      </a:lnTo>
                      <a:lnTo>
                        <a:pt x="50" y="383"/>
                      </a:lnTo>
                      <a:lnTo>
                        <a:pt x="39" y="412"/>
                      </a:lnTo>
                      <a:lnTo>
                        <a:pt x="29" y="441"/>
                      </a:lnTo>
                      <a:lnTo>
                        <a:pt x="20" y="471"/>
                      </a:lnTo>
                      <a:lnTo>
                        <a:pt x="14" y="501"/>
                      </a:lnTo>
                      <a:lnTo>
                        <a:pt x="7" y="532"/>
                      </a:lnTo>
                      <a:lnTo>
                        <a:pt x="4" y="564"/>
                      </a:lnTo>
                      <a:lnTo>
                        <a:pt x="2" y="596"/>
                      </a:lnTo>
                      <a:lnTo>
                        <a:pt x="0" y="627"/>
                      </a:lnTo>
                      <a:lnTo>
                        <a:pt x="130" y="627"/>
                      </a:lnTo>
                      <a:lnTo>
                        <a:pt x="130" y="601"/>
                      </a:lnTo>
                      <a:lnTo>
                        <a:pt x="132" y="576"/>
                      </a:lnTo>
                      <a:lnTo>
                        <a:pt x="135" y="552"/>
                      </a:lnTo>
                      <a:lnTo>
                        <a:pt x="140" y="527"/>
                      </a:lnTo>
                      <a:lnTo>
                        <a:pt x="145" y="503"/>
                      </a:lnTo>
                      <a:lnTo>
                        <a:pt x="152" y="480"/>
                      </a:lnTo>
                      <a:lnTo>
                        <a:pt x="159" y="457"/>
                      </a:lnTo>
                      <a:lnTo>
                        <a:pt x="168" y="434"/>
                      </a:lnTo>
                      <a:lnTo>
                        <a:pt x="179" y="412"/>
                      </a:lnTo>
                      <a:lnTo>
                        <a:pt x="190" y="390"/>
                      </a:lnTo>
                      <a:lnTo>
                        <a:pt x="202" y="369"/>
                      </a:lnTo>
                      <a:lnTo>
                        <a:pt x="215" y="349"/>
                      </a:lnTo>
                      <a:lnTo>
                        <a:pt x="228" y="329"/>
                      </a:lnTo>
                      <a:lnTo>
                        <a:pt x="244" y="311"/>
                      </a:lnTo>
                      <a:lnTo>
                        <a:pt x="259" y="292"/>
                      </a:lnTo>
                      <a:lnTo>
                        <a:pt x="275" y="275"/>
                      </a:lnTo>
                      <a:lnTo>
                        <a:pt x="293" y="258"/>
                      </a:lnTo>
                      <a:lnTo>
                        <a:pt x="312" y="243"/>
                      </a:lnTo>
                      <a:lnTo>
                        <a:pt x="330" y="228"/>
                      </a:lnTo>
                      <a:lnTo>
                        <a:pt x="350" y="214"/>
                      </a:lnTo>
                      <a:lnTo>
                        <a:pt x="370" y="201"/>
                      </a:lnTo>
                      <a:lnTo>
                        <a:pt x="391" y="189"/>
                      </a:lnTo>
                      <a:lnTo>
                        <a:pt x="412" y="178"/>
                      </a:lnTo>
                      <a:lnTo>
                        <a:pt x="434" y="168"/>
                      </a:lnTo>
                      <a:lnTo>
                        <a:pt x="457" y="160"/>
                      </a:lnTo>
                      <a:lnTo>
                        <a:pt x="480" y="151"/>
                      </a:lnTo>
                      <a:lnTo>
                        <a:pt x="503" y="144"/>
                      </a:lnTo>
                      <a:lnTo>
                        <a:pt x="528" y="139"/>
                      </a:lnTo>
                      <a:lnTo>
                        <a:pt x="552" y="134"/>
                      </a:lnTo>
                      <a:lnTo>
                        <a:pt x="577" y="131"/>
                      </a:lnTo>
                      <a:lnTo>
                        <a:pt x="602" y="129"/>
                      </a:lnTo>
                      <a:lnTo>
                        <a:pt x="628" y="129"/>
                      </a:lnTo>
                      <a:lnTo>
                        <a:pt x="628" y="0"/>
                      </a:lnTo>
                      <a:close/>
                    </a:path>
                  </a:pathLst>
                </a:custGeom>
                <a:solidFill>
                  <a:srgbClr val="00A7D1"/>
                </a:solidFill>
                <a:ln>
                  <a:noFill/>
                </a:ln>
              </p:spPr>
              <p:txBody>
                <a:bodyPr/>
                <a:lstStyle/>
                <a:p>
                  <a:pPr>
                    <a:defRPr/>
                  </a:pPr>
                  <a:endParaRPr lang="en-US" sz="1050">
                    <a:latin typeface="+mj-lt"/>
                  </a:endParaRPr>
                </a:p>
              </p:txBody>
            </p:sp>
            <p:sp>
              <p:nvSpPr>
                <p:cNvPr id="41106" name="Freeform 294">
                  <a:extLst>
                    <a:ext uri="{FF2B5EF4-FFF2-40B4-BE49-F238E27FC236}">
                      <a16:creationId xmlns="" xmlns:a16="http://schemas.microsoft.com/office/drawing/2014/main" id="{CF7A9618-F792-879F-7E55-FF7764BD543D}"/>
                    </a:ext>
                  </a:extLst>
                </p:cNvPr>
                <p:cNvSpPr>
                  <a:spLocks/>
                </p:cNvSpPr>
                <p:nvPr/>
              </p:nvSpPr>
              <p:spPr bwMode="auto">
                <a:xfrm>
                  <a:off x="4517" y="3731"/>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7" y="596"/>
                      </a:lnTo>
                      <a:lnTo>
                        <a:pt x="624" y="564"/>
                      </a:lnTo>
                      <a:lnTo>
                        <a:pt x="621" y="532"/>
                      </a:lnTo>
                      <a:lnTo>
                        <a:pt x="614" y="502"/>
                      </a:lnTo>
                      <a:lnTo>
                        <a:pt x="608" y="471"/>
                      </a:lnTo>
                      <a:lnTo>
                        <a:pt x="599" y="441"/>
                      </a:lnTo>
                      <a:lnTo>
                        <a:pt x="589" y="413"/>
                      </a:lnTo>
                      <a:lnTo>
                        <a:pt x="578" y="384"/>
                      </a:lnTo>
                      <a:lnTo>
                        <a:pt x="565" y="356"/>
                      </a:lnTo>
                      <a:lnTo>
                        <a:pt x="552" y="328"/>
                      </a:lnTo>
                      <a:lnTo>
                        <a:pt x="537" y="302"/>
                      </a:lnTo>
                      <a:lnTo>
                        <a:pt x="520" y="277"/>
                      </a:lnTo>
                      <a:lnTo>
                        <a:pt x="503" y="253"/>
                      </a:lnTo>
                      <a:lnTo>
                        <a:pt x="484" y="229"/>
                      </a:lnTo>
                      <a:lnTo>
                        <a:pt x="464" y="206"/>
                      </a:lnTo>
                      <a:lnTo>
                        <a:pt x="444" y="184"/>
                      </a:lnTo>
                      <a:lnTo>
                        <a:pt x="422" y="163"/>
                      </a:lnTo>
                      <a:lnTo>
                        <a:pt x="399" y="143"/>
                      </a:lnTo>
                      <a:lnTo>
                        <a:pt x="376" y="126"/>
                      </a:lnTo>
                      <a:lnTo>
                        <a:pt x="350" y="107"/>
                      </a:lnTo>
                      <a:lnTo>
                        <a:pt x="325" y="92"/>
                      </a:lnTo>
                      <a:lnTo>
                        <a:pt x="299" y="76"/>
                      </a:lnTo>
                      <a:lnTo>
                        <a:pt x="271" y="62"/>
                      </a:lnTo>
                      <a:lnTo>
                        <a:pt x="244" y="49"/>
                      </a:lnTo>
                      <a:lnTo>
                        <a:pt x="216" y="38"/>
                      </a:lnTo>
                      <a:lnTo>
                        <a:pt x="186" y="28"/>
                      </a:lnTo>
                      <a:lnTo>
                        <a:pt x="156" y="20"/>
                      </a:lnTo>
                      <a:lnTo>
                        <a:pt x="126" y="13"/>
                      </a:lnTo>
                      <a:lnTo>
                        <a:pt x="95" y="7"/>
                      </a:lnTo>
                      <a:lnTo>
                        <a:pt x="63" y="3"/>
                      </a:lnTo>
                      <a:lnTo>
                        <a:pt x="32" y="1"/>
                      </a:lnTo>
                      <a:lnTo>
                        <a:pt x="0" y="0"/>
                      </a:lnTo>
                      <a:lnTo>
                        <a:pt x="0" y="129"/>
                      </a:lnTo>
                      <a:lnTo>
                        <a:pt x="25" y="130"/>
                      </a:lnTo>
                      <a:lnTo>
                        <a:pt x="50" y="131"/>
                      </a:lnTo>
                      <a:lnTo>
                        <a:pt x="75" y="135"/>
                      </a:lnTo>
                      <a:lnTo>
                        <a:pt x="101" y="139"/>
                      </a:lnTo>
                      <a:lnTo>
                        <a:pt x="124" y="144"/>
                      </a:lnTo>
                      <a:lnTo>
                        <a:pt x="148" y="152"/>
                      </a:lnTo>
                      <a:lnTo>
                        <a:pt x="171" y="160"/>
                      </a:lnTo>
                      <a:lnTo>
                        <a:pt x="194" y="169"/>
                      </a:lnTo>
                      <a:lnTo>
                        <a:pt x="216" y="178"/>
                      </a:lnTo>
                      <a:lnTo>
                        <a:pt x="238" y="189"/>
                      </a:lnTo>
                      <a:lnTo>
                        <a:pt x="258" y="201"/>
                      </a:lnTo>
                      <a:lnTo>
                        <a:pt x="278" y="215"/>
                      </a:lnTo>
                      <a:lnTo>
                        <a:pt x="298" y="229"/>
                      </a:lnTo>
                      <a:lnTo>
                        <a:pt x="316" y="243"/>
                      </a:lnTo>
                      <a:lnTo>
                        <a:pt x="335" y="259"/>
                      </a:lnTo>
                      <a:lnTo>
                        <a:pt x="353" y="276"/>
                      </a:lnTo>
                      <a:lnTo>
                        <a:pt x="369" y="293"/>
                      </a:lnTo>
                      <a:lnTo>
                        <a:pt x="384" y="311"/>
                      </a:lnTo>
                      <a:lnTo>
                        <a:pt x="400" y="330"/>
                      </a:lnTo>
                      <a:lnTo>
                        <a:pt x="413" y="349"/>
                      </a:lnTo>
                      <a:lnTo>
                        <a:pt x="426" y="370"/>
                      </a:lnTo>
                      <a:lnTo>
                        <a:pt x="438" y="391"/>
                      </a:lnTo>
                      <a:lnTo>
                        <a:pt x="449" y="412"/>
                      </a:lnTo>
                      <a:lnTo>
                        <a:pt x="459" y="434"/>
                      </a:lnTo>
                      <a:lnTo>
                        <a:pt x="469" y="457"/>
                      </a:lnTo>
                      <a:lnTo>
                        <a:pt x="476" y="480"/>
                      </a:lnTo>
                      <a:lnTo>
                        <a:pt x="483" y="504"/>
                      </a:lnTo>
                      <a:lnTo>
                        <a:pt x="488" y="528"/>
                      </a:lnTo>
                      <a:lnTo>
                        <a:pt x="493" y="552"/>
                      </a:lnTo>
                      <a:lnTo>
                        <a:pt x="496" y="577"/>
                      </a:lnTo>
                      <a:lnTo>
                        <a:pt x="498" y="602"/>
                      </a:lnTo>
                      <a:lnTo>
                        <a:pt x="498" y="628"/>
                      </a:lnTo>
                      <a:lnTo>
                        <a:pt x="628" y="628"/>
                      </a:lnTo>
                      <a:close/>
                    </a:path>
                  </a:pathLst>
                </a:custGeom>
                <a:solidFill>
                  <a:srgbClr val="00A7D1"/>
                </a:solidFill>
                <a:ln>
                  <a:noFill/>
                </a:ln>
              </p:spPr>
              <p:txBody>
                <a:bodyPr/>
                <a:lstStyle/>
                <a:p>
                  <a:pPr>
                    <a:defRPr/>
                  </a:pPr>
                  <a:endParaRPr lang="en-US" sz="1050">
                    <a:latin typeface="+mj-lt"/>
                  </a:endParaRPr>
                </a:p>
              </p:txBody>
            </p:sp>
            <p:sp>
              <p:nvSpPr>
                <p:cNvPr id="41107" name="Freeform 295">
                  <a:extLst>
                    <a:ext uri="{FF2B5EF4-FFF2-40B4-BE49-F238E27FC236}">
                      <a16:creationId xmlns="" xmlns:a16="http://schemas.microsoft.com/office/drawing/2014/main" id="{B103A7A8-3468-3C28-4D22-2A52E73B9E46}"/>
                    </a:ext>
                  </a:extLst>
                </p:cNvPr>
                <p:cNvSpPr>
                  <a:spLocks/>
                </p:cNvSpPr>
                <p:nvPr/>
              </p:nvSpPr>
              <p:spPr bwMode="auto">
                <a:xfrm>
                  <a:off x="4517" y="3755"/>
                  <a:ext cx="25"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627"/>
                      </a:moveTo>
                      <a:lnTo>
                        <a:pt x="0" y="627"/>
                      </a:lnTo>
                      <a:lnTo>
                        <a:pt x="32" y="626"/>
                      </a:lnTo>
                      <a:lnTo>
                        <a:pt x="63" y="624"/>
                      </a:lnTo>
                      <a:lnTo>
                        <a:pt x="95" y="621"/>
                      </a:lnTo>
                      <a:lnTo>
                        <a:pt x="126" y="614"/>
                      </a:lnTo>
                      <a:lnTo>
                        <a:pt x="156" y="608"/>
                      </a:lnTo>
                      <a:lnTo>
                        <a:pt x="186" y="599"/>
                      </a:lnTo>
                      <a:lnTo>
                        <a:pt x="216" y="589"/>
                      </a:lnTo>
                      <a:lnTo>
                        <a:pt x="244" y="578"/>
                      </a:lnTo>
                      <a:lnTo>
                        <a:pt x="271" y="566"/>
                      </a:lnTo>
                      <a:lnTo>
                        <a:pt x="299" y="552"/>
                      </a:lnTo>
                      <a:lnTo>
                        <a:pt x="325" y="536"/>
                      </a:lnTo>
                      <a:lnTo>
                        <a:pt x="350" y="520"/>
                      </a:lnTo>
                      <a:lnTo>
                        <a:pt x="376" y="502"/>
                      </a:lnTo>
                      <a:lnTo>
                        <a:pt x="399" y="484"/>
                      </a:lnTo>
                      <a:lnTo>
                        <a:pt x="422" y="464"/>
                      </a:lnTo>
                      <a:lnTo>
                        <a:pt x="444" y="443"/>
                      </a:lnTo>
                      <a:lnTo>
                        <a:pt x="464" y="421"/>
                      </a:lnTo>
                      <a:lnTo>
                        <a:pt x="484" y="398"/>
                      </a:lnTo>
                      <a:lnTo>
                        <a:pt x="503" y="375"/>
                      </a:lnTo>
                      <a:lnTo>
                        <a:pt x="520" y="350"/>
                      </a:lnTo>
                      <a:lnTo>
                        <a:pt x="537" y="325"/>
                      </a:lnTo>
                      <a:lnTo>
                        <a:pt x="552" y="299"/>
                      </a:lnTo>
                      <a:lnTo>
                        <a:pt x="565" y="271"/>
                      </a:lnTo>
                      <a:lnTo>
                        <a:pt x="578" y="244"/>
                      </a:lnTo>
                      <a:lnTo>
                        <a:pt x="589" y="215"/>
                      </a:lnTo>
                      <a:lnTo>
                        <a:pt x="599" y="186"/>
                      </a:lnTo>
                      <a:lnTo>
                        <a:pt x="608" y="156"/>
                      </a:lnTo>
                      <a:lnTo>
                        <a:pt x="614" y="126"/>
                      </a:lnTo>
                      <a:lnTo>
                        <a:pt x="621" y="95"/>
                      </a:lnTo>
                      <a:lnTo>
                        <a:pt x="624" y="64"/>
                      </a:lnTo>
                      <a:lnTo>
                        <a:pt x="627" y="32"/>
                      </a:lnTo>
                      <a:lnTo>
                        <a:pt x="628" y="0"/>
                      </a:lnTo>
                      <a:lnTo>
                        <a:pt x="498" y="0"/>
                      </a:lnTo>
                      <a:lnTo>
                        <a:pt x="498" y="26"/>
                      </a:lnTo>
                      <a:lnTo>
                        <a:pt x="496" y="51"/>
                      </a:lnTo>
                      <a:lnTo>
                        <a:pt x="493" y="76"/>
                      </a:lnTo>
                      <a:lnTo>
                        <a:pt x="488" y="100"/>
                      </a:lnTo>
                      <a:lnTo>
                        <a:pt x="483" y="124"/>
                      </a:lnTo>
                      <a:lnTo>
                        <a:pt x="476" y="147"/>
                      </a:lnTo>
                      <a:lnTo>
                        <a:pt x="469" y="170"/>
                      </a:lnTo>
                      <a:lnTo>
                        <a:pt x="459" y="193"/>
                      </a:lnTo>
                      <a:lnTo>
                        <a:pt x="449" y="215"/>
                      </a:lnTo>
                      <a:lnTo>
                        <a:pt x="438" y="237"/>
                      </a:lnTo>
                      <a:lnTo>
                        <a:pt x="426" y="258"/>
                      </a:lnTo>
                      <a:lnTo>
                        <a:pt x="413" y="278"/>
                      </a:lnTo>
                      <a:lnTo>
                        <a:pt x="400" y="298"/>
                      </a:lnTo>
                      <a:lnTo>
                        <a:pt x="384" y="316"/>
                      </a:lnTo>
                      <a:lnTo>
                        <a:pt x="369" y="335"/>
                      </a:lnTo>
                      <a:lnTo>
                        <a:pt x="353" y="352"/>
                      </a:lnTo>
                      <a:lnTo>
                        <a:pt x="335" y="369"/>
                      </a:lnTo>
                      <a:lnTo>
                        <a:pt x="316" y="384"/>
                      </a:lnTo>
                      <a:lnTo>
                        <a:pt x="298" y="399"/>
                      </a:lnTo>
                      <a:lnTo>
                        <a:pt x="278" y="413"/>
                      </a:lnTo>
                      <a:lnTo>
                        <a:pt x="258" y="426"/>
                      </a:lnTo>
                      <a:lnTo>
                        <a:pt x="238" y="438"/>
                      </a:lnTo>
                      <a:lnTo>
                        <a:pt x="216" y="449"/>
                      </a:lnTo>
                      <a:lnTo>
                        <a:pt x="194" y="460"/>
                      </a:lnTo>
                      <a:lnTo>
                        <a:pt x="171" y="468"/>
                      </a:lnTo>
                      <a:lnTo>
                        <a:pt x="148" y="476"/>
                      </a:lnTo>
                      <a:lnTo>
                        <a:pt x="125" y="483"/>
                      </a:lnTo>
                      <a:lnTo>
                        <a:pt x="101" y="488"/>
                      </a:lnTo>
                      <a:lnTo>
                        <a:pt x="75" y="493"/>
                      </a:lnTo>
                      <a:lnTo>
                        <a:pt x="51" y="496"/>
                      </a:lnTo>
                      <a:lnTo>
                        <a:pt x="26" y="498"/>
                      </a:lnTo>
                      <a:lnTo>
                        <a:pt x="0" y="498"/>
                      </a:lnTo>
                      <a:lnTo>
                        <a:pt x="0" y="627"/>
                      </a:lnTo>
                      <a:close/>
                    </a:path>
                  </a:pathLst>
                </a:custGeom>
                <a:solidFill>
                  <a:srgbClr val="00A7D1"/>
                </a:solidFill>
                <a:ln>
                  <a:noFill/>
                </a:ln>
              </p:spPr>
              <p:txBody>
                <a:bodyPr/>
                <a:lstStyle/>
                <a:p>
                  <a:pPr>
                    <a:defRPr/>
                  </a:pPr>
                  <a:endParaRPr lang="en-US" sz="1050">
                    <a:latin typeface="+mj-lt"/>
                  </a:endParaRPr>
                </a:p>
              </p:txBody>
            </p:sp>
            <p:sp>
              <p:nvSpPr>
                <p:cNvPr id="41108" name="Freeform 296">
                  <a:extLst>
                    <a:ext uri="{FF2B5EF4-FFF2-40B4-BE49-F238E27FC236}">
                      <a16:creationId xmlns="" xmlns:a16="http://schemas.microsoft.com/office/drawing/2014/main" id="{A964AA4B-AA09-F508-B64D-779E70A06447}"/>
                    </a:ext>
                  </a:extLst>
                </p:cNvPr>
                <p:cNvSpPr>
                  <a:spLocks/>
                </p:cNvSpPr>
                <p:nvPr/>
              </p:nvSpPr>
              <p:spPr bwMode="auto">
                <a:xfrm>
                  <a:off x="4493" y="3755"/>
                  <a:ext cx="24"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0"/>
                      </a:moveTo>
                      <a:lnTo>
                        <a:pt x="0" y="0"/>
                      </a:lnTo>
                      <a:lnTo>
                        <a:pt x="1" y="31"/>
                      </a:lnTo>
                      <a:lnTo>
                        <a:pt x="3" y="63"/>
                      </a:lnTo>
                      <a:lnTo>
                        <a:pt x="8" y="95"/>
                      </a:lnTo>
                      <a:lnTo>
                        <a:pt x="13" y="126"/>
                      </a:lnTo>
                      <a:lnTo>
                        <a:pt x="20" y="156"/>
                      </a:lnTo>
                      <a:lnTo>
                        <a:pt x="28" y="186"/>
                      </a:lnTo>
                      <a:lnTo>
                        <a:pt x="38" y="215"/>
                      </a:lnTo>
                      <a:lnTo>
                        <a:pt x="49" y="244"/>
                      </a:lnTo>
                      <a:lnTo>
                        <a:pt x="62" y="271"/>
                      </a:lnTo>
                      <a:lnTo>
                        <a:pt x="77" y="299"/>
                      </a:lnTo>
                      <a:lnTo>
                        <a:pt x="91" y="325"/>
                      </a:lnTo>
                      <a:lnTo>
                        <a:pt x="107" y="350"/>
                      </a:lnTo>
                      <a:lnTo>
                        <a:pt x="125" y="375"/>
                      </a:lnTo>
                      <a:lnTo>
                        <a:pt x="143" y="398"/>
                      </a:lnTo>
                      <a:lnTo>
                        <a:pt x="163" y="421"/>
                      </a:lnTo>
                      <a:lnTo>
                        <a:pt x="184" y="443"/>
                      </a:lnTo>
                      <a:lnTo>
                        <a:pt x="206" y="464"/>
                      </a:lnTo>
                      <a:lnTo>
                        <a:pt x="229" y="484"/>
                      </a:lnTo>
                      <a:lnTo>
                        <a:pt x="253" y="502"/>
                      </a:lnTo>
                      <a:lnTo>
                        <a:pt x="277" y="520"/>
                      </a:lnTo>
                      <a:lnTo>
                        <a:pt x="302" y="536"/>
                      </a:lnTo>
                      <a:lnTo>
                        <a:pt x="329" y="552"/>
                      </a:lnTo>
                      <a:lnTo>
                        <a:pt x="356" y="566"/>
                      </a:lnTo>
                      <a:lnTo>
                        <a:pt x="383" y="578"/>
                      </a:lnTo>
                      <a:lnTo>
                        <a:pt x="412" y="589"/>
                      </a:lnTo>
                      <a:lnTo>
                        <a:pt x="441" y="599"/>
                      </a:lnTo>
                      <a:lnTo>
                        <a:pt x="471" y="608"/>
                      </a:lnTo>
                      <a:lnTo>
                        <a:pt x="502" y="614"/>
                      </a:lnTo>
                      <a:lnTo>
                        <a:pt x="532" y="621"/>
                      </a:lnTo>
                      <a:lnTo>
                        <a:pt x="564" y="624"/>
                      </a:lnTo>
                      <a:lnTo>
                        <a:pt x="596" y="626"/>
                      </a:lnTo>
                      <a:lnTo>
                        <a:pt x="628" y="627"/>
                      </a:lnTo>
                      <a:lnTo>
                        <a:pt x="628" y="498"/>
                      </a:lnTo>
                      <a:lnTo>
                        <a:pt x="601" y="498"/>
                      </a:lnTo>
                      <a:lnTo>
                        <a:pt x="576" y="496"/>
                      </a:lnTo>
                      <a:lnTo>
                        <a:pt x="552" y="493"/>
                      </a:lnTo>
                      <a:lnTo>
                        <a:pt x="527" y="488"/>
                      </a:lnTo>
                      <a:lnTo>
                        <a:pt x="503" y="483"/>
                      </a:lnTo>
                      <a:lnTo>
                        <a:pt x="480" y="476"/>
                      </a:lnTo>
                      <a:lnTo>
                        <a:pt x="457" y="468"/>
                      </a:lnTo>
                      <a:lnTo>
                        <a:pt x="434" y="460"/>
                      </a:lnTo>
                      <a:lnTo>
                        <a:pt x="412" y="449"/>
                      </a:lnTo>
                      <a:lnTo>
                        <a:pt x="390" y="438"/>
                      </a:lnTo>
                      <a:lnTo>
                        <a:pt x="369" y="426"/>
                      </a:lnTo>
                      <a:lnTo>
                        <a:pt x="349" y="413"/>
                      </a:lnTo>
                      <a:lnTo>
                        <a:pt x="330" y="399"/>
                      </a:lnTo>
                      <a:lnTo>
                        <a:pt x="311" y="384"/>
                      </a:lnTo>
                      <a:lnTo>
                        <a:pt x="292" y="369"/>
                      </a:lnTo>
                      <a:lnTo>
                        <a:pt x="276" y="352"/>
                      </a:lnTo>
                      <a:lnTo>
                        <a:pt x="258" y="335"/>
                      </a:lnTo>
                      <a:lnTo>
                        <a:pt x="243" y="316"/>
                      </a:lnTo>
                      <a:lnTo>
                        <a:pt x="228" y="298"/>
                      </a:lnTo>
                      <a:lnTo>
                        <a:pt x="215" y="278"/>
                      </a:lnTo>
                      <a:lnTo>
                        <a:pt x="201" y="258"/>
                      </a:lnTo>
                      <a:lnTo>
                        <a:pt x="189" y="237"/>
                      </a:lnTo>
                      <a:lnTo>
                        <a:pt x="178" y="215"/>
                      </a:lnTo>
                      <a:lnTo>
                        <a:pt x="169" y="193"/>
                      </a:lnTo>
                      <a:lnTo>
                        <a:pt x="160" y="170"/>
                      </a:lnTo>
                      <a:lnTo>
                        <a:pt x="151" y="147"/>
                      </a:lnTo>
                      <a:lnTo>
                        <a:pt x="145" y="124"/>
                      </a:lnTo>
                      <a:lnTo>
                        <a:pt x="139" y="100"/>
                      </a:lnTo>
                      <a:lnTo>
                        <a:pt x="135" y="76"/>
                      </a:lnTo>
                      <a:lnTo>
                        <a:pt x="131" y="51"/>
                      </a:lnTo>
                      <a:lnTo>
                        <a:pt x="129" y="26"/>
                      </a:lnTo>
                      <a:lnTo>
                        <a:pt x="129" y="0"/>
                      </a:lnTo>
                      <a:lnTo>
                        <a:pt x="0" y="0"/>
                      </a:lnTo>
                      <a:close/>
                    </a:path>
                  </a:pathLst>
                </a:custGeom>
                <a:solidFill>
                  <a:srgbClr val="00A7D1"/>
                </a:solidFill>
                <a:ln>
                  <a:noFill/>
                </a:ln>
              </p:spPr>
              <p:txBody>
                <a:bodyPr/>
                <a:lstStyle/>
                <a:p>
                  <a:pPr>
                    <a:defRPr/>
                  </a:pPr>
                  <a:endParaRPr lang="en-US" sz="1050">
                    <a:latin typeface="+mj-lt"/>
                  </a:endParaRPr>
                </a:p>
              </p:txBody>
            </p:sp>
            <p:sp>
              <p:nvSpPr>
                <p:cNvPr id="41109" name="Freeform 297">
                  <a:extLst>
                    <a:ext uri="{FF2B5EF4-FFF2-40B4-BE49-F238E27FC236}">
                      <a16:creationId xmlns="" xmlns:a16="http://schemas.microsoft.com/office/drawing/2014/main" id="{809654CC-AB7C-B007-7A70-E411A9972F8C}"/>
                    </a:ext>
                  </a:extLst>
                </p:cNvPr>
                <p:cNvSpPr>
                  <a:spLocks/>
                </p:cNvSpPr>
                <p:nvPr/>
              </p:nvSpPr>
              <p:spPr bwMode="auto">
                <a:xfrm>
                  <a:off x="4493" y="3731"/>
                  <a:ext cx="24"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6" y="1"/>
                      </a:lnTo>
                      <a:lnTo>
                        <a:pt x="564" y="3"/>
                      </a:lnTo>
                      <a:lnTo>
                        <a:pt x="532" y="7"/>
                      </a:lnTo>
                      <a:lnTo>
                        <a:pt x="502" y="13"/>
                      </a:lnTo>
                      <a:lnTo>
                        <a:pt x="471" y="20"/>
                      </a:lnTo>
                      <a:lnTo>
                        <a:pt x="441" y="28"/>
                      </a:lnTo>
                      <a:lnTo>
                        <a:pt x="412" y="38"/>
                      </a:lnTo>
                      <a:lnTo>
                        <a:pt x="383" y="49"/>
                      </a:lnTo>
                      <a:lnTo>
                        <a:pt x="356" y="62"/>
                      </a:lnTo>
                      <a:lnTo>
                        <a:pt x="329" y="76"/>
                      </a:lnTo>
                      <a:lnTo>
                        <a:pt x="302" y="92"/>
                      </a:lnTo>
                      <a:lnTo>
                        <a:pt x="277" y="107"/>
                      </a:lnTo>
                      <a:lnTo>
                        <a:pt x="253" y="126"/>
                      </a:lnTo>
                      <a:lnTo>
                        <a:pt x="229" y="143"/>
                      </a:lnTo>
                      <a:lnTo>
                        <a:pt x="206" y="163"/>
                      </a:lnTo>
                      <a:lnTo>
                        <a:pt x="184" y="184"/>
                      </a:lnTo>
                      <a:lnTo>
                        <a:pt x="163" y="206"/>
                      </a:lnTo>
                      <a:lnTo>
                        <a:pt x="143" y="229"/>
                      </a:lnTo>
                      <a:lnTo>
                        <a:pt x="125" y="253"/>
                      </a:lnTo>
                      <a:lnTo>
                        <a:pt x="107" y="277"/>
                      </a:lnTo>
                      <a:lnTo>
                        <a:pt x="91" y="302"/>
                      </a:lnTo>
                      <a:lnTo>
                        <a:pt x="77" y="328"/>
                      </a:lnTo>
                      <a:lnTo>
                        <a:pt x="62" y="356"/>
                      </a:lnTo>
                      <a:lnTo>
                        <a:pt x="49" y="384"/>
                      </a:lnTo>
                      <a:lnTo>
                        <a:pt x="38" y="413"/>
                      </a:lnTo>
                      <a:lnTo>
                        <a:pt x="28" y="441"/>
                      </a:lnTo>
                      <a:lnTo>
                        <a:pt x="20" y="471"/>
                      </a:lnTo>
                      <a:lnTo>
                        <a:pt x="13" y="502"/>
                      </a:lnTo>
                      <a:lnTo>
                        <a:pt x="8" y="532"/>
                      </a:lnTo>
                      <a:lnTo>
                        <a:pt x="3" y="564"/>
                      </a:lnTo>
                      <a:lnTo>
                        <a:pt x="1" y="596"/>
                      </a:lnTo>
                      <a:lnTo>
                        <a:pt x="0" y="628"/>
                      </a:lnTo>
                      <a:lnTo>
                        <a:pt x="129" y="628"/>
                      </a:lnTo>
                      <a:lnTo>
                        <a:pt x="129" y="602"/>
                      </a:lnTo>
                      <a:lnTo>
                        <a:pt x="131" y="577"/>
                      </a:lnTo>
                      <a:lnTo>
                        <a:pt x="135" y="552"/>
                      </a:lnTo>
                      <a:lnTo>
                        <a:pt x="139" y="528"/>
                      </a:lnTo>
                      <a:lnTo>
                        <a:pt x="145" y="504"/>
                      </a:lnTo>
                      <a:lnTo>
                        <a:pt x="151" y="480"/>
                      </a:lnTo>
                      <a:lnTo>
                        <a:pt x="160" y="457"/>
                      </a:lnTo>
                      <a:lnTo>
                        <a:pt x="169" y="434"/>
                      </a:lnTo>
                      <a:lnTo>
                        <a:pt x="178" y="412"/>
                      </a:lnTo>
                      <a:lnTo>
                        <a:pt x="189" y="391"/>
                      </a:lnTo>
                      <a:lnTo>
                        <a:pt x="201" y="370"/>
                      </a:lnTo>
                      <a:lnTo>
                        <a:pt x="215" y="349"/>
                      </a:lnTo>
                      <a:lnTo>
                        <a:pt x="228" y="330"/>
                      </a:lnTo>
                      <a:lnTo>
                        <a:pt x="243" y="311"/>
                      </a:lnTo>
                      <a:lnTo>
                        <a:pt x="258" y="293"/>
                      </a:lnTo>
                      <a:lnTo>
                        <a:pt x="276" y="276"/>
                      </a:lnTo>
                      <a:lnTo>
                        <a:pt x="292" y="259"/>
                      </a:lnTo>
                      <a:lnTo>
                        <a:pt x="311" y="243"/>
                      </a:lnTo>
                      <a:lnTo>
                        <a:pt x="330" y="229"/>
                      </a:lnTo>
                      <a:lnTo>
                        <a:pt x="349" y="215"/>
                      </a:lnTo>
                      <a:lnTo>
                        <a:pt x="369" y="201"/>
                      </a:lnTo>
                      <a:lnTo>
                        <a:pt x="390" y="189"/>
                      </a:lnTo>
                      <a:lnTo>
                        <a:pt x="412" y="178"/>
                      </a:lnTo>
                      <a:lnTo>
                        <a:pt x="434" y="169"/>
                      </a:lnTo>
                      <a:lnTo>
                        <a:pt x="457" y="160"/>
                      </a:lnTo>
                      <a:lnTo>
                        <a:pt x="480" y="152"/>
                      </a:lnTo>
                      <a:lnTo>
                        <a:pt x="504" y="144"/>
                      </a:lnTo>
                      <a:lnTo>
                        <a:pt x="527" y="139"/>
                      </a:lnTo>
                      <a:lnTo>
                        <a:pt x="552" y="135"/>
                      </a:lnTo>
                      <a:lnTo>
                        <a:pt x="577" y="131"/>
                      </a:lnTo>
                      <a:lnTo>
                        <a:pt x="603" y="130"/>
                      </a:lnTo>
                      <a:lnTo>
                        <a:pt x="628" y="129"/>
                      </a:lnTo>
                      <a:lnTo>
                        <a:pt x="628" y="0"/>
                      </a:lnTo>
                      <a:close/>
                    </a:path>
                  </a:pathLst>
                </a:custGeom>
                <a:solidFill>
                  <a:srgbClr val="00A7D1"/>
                </a:solidFill>
                <a:ln>
                  <a:noFill/>
                </a:ln>
              </p:spPr>
              <p:txBody>
                <a:bodyPr/>
                <a:lstStyle/>
                <a:p>
                  <a:pPr>
                    <a:defRPr/>
                  </a:pPr>
                  <a:endParaRPr lang="en-US" sz="1050">
                    <a:latin typeface="+mj-lt"/>
                  </a:endParaRPr>
                </a:p>
              </p:txBody>
            </p:sp>
            <p:sp>
              <p:nvSpPr>
                <p:cNvPr id="41110" name="Freeform 298">
                  <a:extLst>
                    <a:ext uri="{FF2B5EF4-FFF2-40B4-BE49-F238E27FC236}">
                      <a16:creationId xmlns="" xmlns:a16="http://schemas.microsoft.com/office/drawing/2014/main" id="{5B015BE9-BD6C-91C5-37FC-C796F70E48B0}"/>
                    </a:ext>
                  </a:extLst>
                </p:cNvPr>
                <p:cNvSpPr>
                  <a:spLocks/>
                </p:cNvSpPr>
                <p:nvPr/>
              </p:nvSpPr>
              <p:spPr bwMode="auto">
                <a:xfrm>
                  <a:off x="4494" y="3801"/>
                  <a:ext cx="45" cy="36"/>
                </a:xfrm>
                <a:custGeom>
                  <a:avLst/>
                  <a:gdLst>
                    <a:gd name="T0" fmla="*/ 0 w 1126"/>
                    <a:gd name="T1" fmla="*/ 0 h 1127"/>
                    <a:gd name="T2" fmla="*/ 0 w 1126"/>
                    <a:gd name="T3" fmla="*/ 0 h 1127"/>
                    <a:gd name="T4" fmla="*/ 0 w 1126"/>
                    <a:gd name="T5" fmla="*/ 0 h 1127"/>
                    <a:gd name="T6" fmla="*/ 0 w 1126"/>
                    <a:gd name="T7" fmla="*/ 0 h 1127"/>
                    <a:gd name="T8" fmla="*/ 0 w 1126"/>
                    <a:gd name="T9" fmla="*/ 0 h 1127"/>
                    <a:gd name="T10" fmla="*/ 0 w 1126"/>
                    <a:gd name="T11" fmla="*/ 0 h 1127"/>
                    <a:gd name="T12" fmla="*/ 0 w 1126"/>
                    <a:gd name="T13" fmla="*/ 0 h 1127"/>
                    <a:gd name="T14" fmla="*/ 0 w 1126"/>
                    <a:gd name="T15" fmla="*/ 0 h 1127"/>
                    <a:gd name="T16" fmla="*/ 0 w 1126"/>
                    <a:gd name="T17" fmla="*/ 0 h 1127"/>
                    <a:gd name="T18" fmla="*/ 0 w 1126"/>
                    <a:gd name="T19" fmla="*/ 0 h 1127"/>
                    <a:gd name="T20" fmla="*/ 0 w 1126"/>
                    <a:gd name="T21" fmla="*/ 0 h 1127"/>
                    <a:gd name="T22" fmla="*/ 0 w 1126"/>
                    <a:gd name="T23" fmla="*/ 0 h 1127"/>
                    <a:gd name="T24" fmla="*/ 0 w 1126"/>
                    <a:gd name="T25" fmla="*/ 0 h 1127"/>
                    <a:gd name="T26" fmla="*/ 0 w 1126"/>
                    <a:gd name="T27" fmla="*/ 0 h 1127"/>
                    <a:gd name="T28" fmla="*/ 0 w 1126"/>
                    <a:gd name="T29" fmla="*/ 0 h 1127"/>
                    <a:gd name="T30" fmla="*/ 0 w 1126"/>
                    <a:gd name="T31" fmla="*/ 0 h 1127"/>
                    <a:gd name="T32" fmla="*/ 0 w 1126"/>
                    <a:gd name="T33" fmla="*/ 0 h 1127"/>
                    <a:gd name="T34" fmla="*/ 0 w 1126"/>
                    <a:gd name="T35" fmla="*/ 0 h 1127"/>
                    <a:gd name="T36" fmla="*/ 0 w 1126"/>
                    <a:gd name="T37" fmla="*/ 0 h 1127"/>
                    <a:gd name="T38" fmla="*/ 0 w 1126"/>
                    <a:gd name="T39" fmla="*/ 0 h 1127"/>
                    <a:gd name="T40" fmla="*/ 0 w 1126"/>
                    <a:gd name="T41" fmla="*/ 0 h 1127"/>
                    <a:gd name="T42" fmla="*/ 0 w 1126"/>
                    <a:gd name="T43" fmla="*/ 0 h 1127"/>
                    <a:gd name="T44" fmla="*/ 0 w 1126"/>
                    <a:gd name="T45" fmla="*/ 0 h 1127"/>
                    <a:gd name="T46" fmla="*/ 0 w 1126"/>
                    <a:gd name="T47" fmla="*/ 0 h 1127"/>
                    <a:gd name="T48" fmla="*/ 0 w 1126"/>
                    <a:gd name="T49" fmla="*/ 0 h 1127"/>
                    <a:gd name="T50" fmla="*/ 0 w 1126"/>
                    <a:gd name="T51" fmla="*/ 0 h 1127"/>
                    <a:gd name="T52" fmla="*/ 0 w 1126"/>
                    <a:gd name="T53" fmla="*/ 0 h 1127"/>
                    <a:gd name="T54" fmla="*/ 0 w 1126"/>
                    <a:gd name="T55" fmla="*/ 0 h 1127"/>
                    <a:gd name="T56" fmla="*/ 0 w 1126"/>
                    <a:gd name="T57" fmla="*/ 0 h 1127"/>
                    <a:gd name="T58" fmla="*/ 0 w 1126"/>
                    <a:gd name="T59" fmla="*/ 0 h 1127"/>
                    <a:gd name="T60" fmla="*/ 0 w 1126"/>
                    <a:gd name="T61" fmla="*/ 0 h 1127"/>
                    <a:gd name="T62" fmla="*/ 0 w 1126"/>
                    <a:gd name="T63" fmla="*/ 0 h 1127"/>
                    <a:gd name="T64" fmla="*/ 0 w 1126"/>
                    <a:gd name="T65" fmla="*/ 0 h 1127"/>
                    <a:gd name="T66" fmla="*/ 0 w 1126"/>
                    <a:gd name="T67" fmla="*/ 0 h 1127"/>
                    <a:gd name="T68" fmla="*/ 0 w 1126"/>
                    <a:gd name="T69" fmla="*/ 0 h 1127"/>
                    <a:gd name="T70" fmla="*/ 0 w 1126"/>
                    <a:gd name="T71" fmla="*/ 0 h 1127"/>
                    <a:gd name="T72" fmla="*/ 0 w 1126"/>
                    <a:gd name="T73" fmla="*/ 0 h 1127"/>
                    <a:gd name="T74" fmla="*/ 0 w 1126"/>
                    <a:gd name="T75" fmla="*/ 0 h 1127"/>
                    <a:gd name="T76" fmla="*/ 0 w 1126"/>
                    <a:gd name="T77" fmla="*/ 0 h 1127"/>
                    <a:gd name="T78" fmla="*/ 0 w 1126"/>
                    <a:gd name="T79" fmla="*/ 0 h 1127"/>
                    <a:gd name="T80" fmla="*/ 0 w 1126"/>
                    <a:gd name="T81" fmla="*/ 0 h 1127"/>
                    <a:gd name="T82" fmla="*/ 0 w 1126"/>
                    <a:gd name="T83" fmla="*/ 0 h 1127"/>
                    <a:gd name="T84" fmla="*/ 0 w 1126"/>
                    <a:gd name="T85" fmla="*/ 0 h 112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26"/>
                    <a:gd name="T130" fmla="*/ 0 h 1127"/>
                    <a:gd name="T131" fmla="*/ 1126 w 1126"/>
                    <a:gd name="T132" fmla="*/ 1127 h 112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26" h="1127">
                      <a:moveTo>
                        <a:pt x="563" y="0"/>
                      </a:moveTo>
                      <a:lnTo>
                        <a:pt x="593" y="1"/>
                      </a:lnTo>
                      <a:lnTo>
                        <a:pt x="621" y="3"/>
                      </a:lnTo>
                      <a:lnTo>
                        <a:pt x="649" y="6"/>
                      </a:lnTo>
                      <a:lnTo>
                        <a:pt x="677" y="12"/>
                      </a:lnTo>
                      <a:lnTo>
                        <a:pt x="703" y="18"/>
                      </a:lnTo>
                      <a:lnTo>
                        <a:pt x="731" y="26"/>
                      </a:lnTo>
                      <a:lnTo>
                        <a:pt x="757" y="35"/>
                      </a:lnTo>
                      <a:lnTo>
                        <a:pt x="782" y="45"/>
                      </a:lnTo>
                      <a:lnTo>
                        <a:pt x="808" y="56"/>
                      </a:lnTo>
                      <a:lnTo>
                        <a:pt x="832" y="69"/>
                      </a:lnTo>
                      <a:lnTo>
                        <a:pt x="855" y="82"/>
                      </a:lnTo>
                      <a:lnTo>
                        <a:pt x="878" y="96"/>
                      </a:lnTo>
                      <a:lnTo>
                        <a:pt x="900" y="113"/>
                      </a:lnTo>
                      <a:lnTo>
                        <a:pt x="921" y="129"/>
                      </a:lnTo>
                      <a:lnTo>
                        <a:pt x="942" y="147"/>
                      </a:lnTo>
                      <a:lnTo>
                        <a:pt x="961" y="165"/>
                      </a:lnTo>
                      <a:lnTo>
                        <a:pt x="980" y="185"/>
                      </a:lnTo>
                      <a:lnTo>
                        <a:pt x="998" y="206"/>
                      </a:lnTo>
                      <a:lnTo>
                        <a:pt x="1015" y="227"/>
                      </a:lnTo>
                      <a:lnTo>
                        <a:pt x="1030" y="248"/>
                      </a:lnTo>
                      <a:lnTo>
                        <a:pt x="1045" y="271"/>
                      </a:lnTo>
                      <a:lnTo>
                        <a:pt x="1058" y="296"/>
                      </a:lnTo>
                      <a:lnTo>
                        <a:pt x="1070" y="320"/>
                      </a:lnTo>
                      <a:lnTo>
                        <a:pt x="1083" y="345"/>
                      </a:lnTo>
                      <a:lnTo>
                        <a:pt x="1092" y="370"/>
                      </a:lnTo>
                      <a:lnTo>
                        <a:pt x="1101" y="396"/>
                      </a:lnTo>
                      <a:lnTo>
                        <a:pt x="1109" y="423"/>
                      </a:lnTo>
                      <a:lnTo>
                        <a:pt x="1115" y="450"/>
                      </a:lnTo>
                      <a:lnTo>
                        <a:pt x="1120" y="477"/>
                      </a:lnTo>
                      <a:lnTo>
                        <a:pt x="1124" y="506"/>
                      </a:lnTo>
                      <a:lnTo>
                        <a:pt x="1126" y="534"/>
                      </a:lnTo>
                      <a:lnTo>
                        <a:pt x="1126" y="564"/>
                      </a:lnTo>
                      <a:lnTo>
                        <a:pt x="1126" y="592"/>
                      </a:lnTo>
                      <a:lnTo>
                        <a:pt x="1124" y="621"/>
                      </a:lnTo>
                      <a:lnTo>
                        <a:pt x="1120" y="649"/>
                      </a:lnTo>
                      <a:lnTo>
                        <a:pt x="1115" y="677"/>
                      </a:lnTo>
                      <a:lnTo>
                        <a:pt x="1109" y="704"/>
                      </a:lnTo>
                      <a:lnTo>
                        <a:pt x="1101" y="730"/>
                      </a:lnTo>
                      <a:lnTo>
                        <a:pt x="1092" y="757"/>
                      </a:lnTo>
                      <a:lnTo>
                        <a:pt x="1083" y="782"/>
                      </a:lnTo>
                      <a:lnTo>
                        <a:pt x="1070" y="807"/>
                      </a:lnTo>
                      <a:lnTo>
                        <a:pt x="1058" y="831"/>
                      </a:lnTo>
                      <a:lnTo>
                        <a:pt x="1045" y="855"/>
                      </a:lnTo>
                      <a:lnTo>
                        <a:pt x="1030" y="878"/>
                      </a:lnTo>
                      <a:lnTo>
                        <a:pt x="1015" y="900"/>
                      </a:lnTo>
                      <a:lnTo>
                        <a:pt x="998" y="921"/>
                      </a:lnTo>
                      <a:lnTo>
                        <a:pt x="980" y="942"/>
                      </a:lnTo>
                      <a:lnTo>
                        <a:pt x="961" y="962"/>
                      </a:lnTo>
                      <a:lnTo>
                        <a:pt x="942" y="980"/>
                      </a:lnTo>
                      <a:lnTo>
                        <a:pt x="921" y="998"/>
                      </a:lnTo>
                      <a:lnTo>
                        <a:pt x="900" y="1014"/>
                      </a:lnTo>
                      <a:lnTo>
                        <a:pt x="878" y="1031"/>
                      </a:lnTo>
                      <a:lnTo>
                        <a:pt x="855" y="1045"/>
                      </a:lnTo>
                      <a:lnTo>
                        <a:pt x="832" y="1058"/>
                      </a:lnTo>
                      <a:lnTo>
                        <a:pt x="808" y="1071"/>
                      </a:lnTo>
                      <a:lnTo>
                        <a:pt x="782" y="1082"/>
                      </a:lnTo>
                      <a:lnTo>
                        <a:pt x="757" y="1092"/>
                      </a:lnTo>
                      <a:lnTo>
                        <a:pt x="731" y="1102"/>
                      </a:lnTo>
                      <a:lnTo>
                        <a:pt x="703" y="1108"/>
                      </a:lnTo>
                      <a:lnTo>
                        <a:pt x="677" y="1115"/>
                      </a:lnTo>
                      <a:lnTo>
                        <a:pt x="649" y="1120"/>
                      </a:lnTo>
                      <a:lnTo>
                        <a:pt x="621" y="1124"/>
                      </a:lnTo>
                      <a:lnTo>
                        <a:pt x="593" y="1126"/>
                      </a:lnTo>
                      <a:lnTo>
                        <a:pt x="563" y="1127"/>
                      </a:lnTo>
                      <a:lnTo>
                        <a:pt x="535" y="1126"/>
                      </a:lnTo>
                      <a:lnTo>
                        <a:pt x="506" y="1124"/>
                      </a:lnTo>
                      <a:lnTo>
                        <a:pt x="478" y="1120"/>
                      </a:lnTo>
                      <a:lnTo>
                        <a:pt x="450" y="1115"/>
                      </a:lnTo>
                      <a:lnTo>
                        <a:pt x="423" y="1108"/>
                      </a:lnTo>
                      <a:lnTo>
                        <a:pt x="397" y="1102"/>
                      </a:lnTo>
                      <a:lnTo>
                        <a:pt x="370" y="1092"/>
                      </a:lnTo>
                      <a:lnTo>
                        <a:pt x="344" y="1082"/>
                      </a:lnTo>
                      <a:lnTo>
                        <a:pt x="320" y="1071"/>
                      </a:lnTo>
                      <a:lnTo>
                        <a:pt x="296" y="1058"/>
                      </a:lnTo>
                      <a:lnTo>
                        <a:pt x="272" y="1045"/>
                      </a:lnTo>
                      <a:lnTo>
                        <a:pt x="249" y="1031"/>
                      </a:lnTo>
                      <a:lnTo>
                        <a:pt x="227" y="1014"/>
                      </a:lnTo>
                      <a:lnTo>
                        <a:pt x="206" y="998"/>
                      </a:lnTo>
                      <a:lnTo>
                        <a:pt x="185" y="980"/>
                      </a:lnTo>
                      <a:lnTo>
                        <a:pt x="165" y="962"/>
                      </a:lnTo>
                      <a:lnTo>
                        <a:pt x="147" y="942"/>
                      </a:lnTo>
                      <a:lnTo>
                        <a:pt x="129" y="921"/>
                      </a:lnTo>
                      <a:lnTo>
                        <a:pt x="112" y="900"/>
                      </a:lnTo>
                      <a:lnTo>
                        <a:pt x="96" y="878"/>
                      </a:lnTo>
                      <a:lnTo>
                        <a:pt x="82" y="855"/>
                      </a:lnTo>
                      <a:lnTo>
                        <a:pt x="68" y="831"/>
                      </a:lnTo>
                      <a:lnTo>
                        <a:pt x="56" y="807"/>
                      </a:lnTo>
                      <a:lnTo>
                        <a:pt x="45" y="782"/>
                      </a:lnTo>
                      <a:lnTo>
                        <a:pt x="34" y="757"/>
                      </a:lnTo>
                      <a:lnTo>
                        <a:pt x="25" y="730"/>
                      </a:lnTo>
                      <a:lnTo>
                        <a:pt x="17" y="704"/>
                      </a:lnTo>
                      <a:lnTo>
                        <a:pt x="12" y="677"/>
                      </a:lnTo>
                      <a:lnTo>
                        <a:pt x="7" y="649"/>
                      </a:lnTo>
                      <a:lnTo>
                        <a:pt x="3" y="621"/>
                      </a:lnTo>
                      <a:lnTo>
                        <a:pt x="1" y="592"/>
                      </a:lnTo>
                      <a:lnTo>
                        <a:pt x="0" y="564"/>
                      </a:lnTo>
                      <a:lnTo>
                        <a:pt x="1" y="534"/>
                      </a:lnTo>
                      <a:lnTo>
                        <a:pt x="3" y="506"/>
                      </a:lnTo>
                      <a:lnTo>
                        <a:pt x="7" y="477"/>
                      </a:lnTo>
                      <a:lnTo>
                        <a:pt x="12" y="450"/>
                      </a:lnTo>
                      <a:lnTo>
                        <a:pt x="17" y="423"/>
                      </a:lnTo>
                      <a:lnTo>
                        <a:pt x="25" y="396"/>
                      </a:lnTo>
                      <a:lnTo>
                        <a:pt x="34" y="370"/>
                      </a:lnTo>
                      <a:lnTo>
                        <a:pt x="45" y="345"/>
                      </a:lnTo>
                      <a:lnTo>
                        <a:pt x="56" y="320"/>
                      </a:lnTo>
                      <a:lnTo>
                        <a:pt x="68" y="296"/>
                      </a:lnTo>
                      <a:lnTo>
                        <a:pt x="82" y="271"/>
                      </a:lnTo>
                      <a:lnTo>
                        <a:pt x="96" y="248"/>
                      </a:lnTo>
                      <a:lnTo>
                        <a:pt x="112" y="227"/>
                      </a:lnTo>
                      <a:lnTo>
                        <a:pt x="129" y="206"/>
                      </a:lnTo>
                      <a:lnTo>
                        <a:pt x="147" y="185"/>
                      </a:lnTo>
                      <a:lnTo>
                        <a:pt x="165" y="165"/>
                      </a:lnTo>
                      <a:lnTo>
                        <a:pt x="185" y="147"/>
                      </a:lnTo>
                      <a:lnTo>
                        <a:pt x="206" y="129"/>
                      </a:lnTo>
                      <a:lnTo>
                        <a:pt x="227" y="113"/>
                      </a:lnTo>
                      <a:lnTo>
                        <a:pt x="249" y="96"/>
                      </a:lnTo>
                      <a:lnTo>
                        <a:pt x="272" y="82"/>
                      </a:lnTo>
                      <a:lnTo>
                        <a:pt x="296" y="69"/>
                      </a:lnTo>
                      <a:lnTo>
                        <a:pt x="320" y="56"/>
                      </a:lnTo>
                      <a:lnTo>
                        <a:pt x="344" y="45"/>
                      </a:lnTo>
                      <a:lnTo>
                        <a:pt x="370" y="35"/>
                      </a:lnTo>
                      <a:lnTo>
                        <a:pt x="397" y="26"/>
                      </a:lnTo>
                      <a:lnTo>
                        <a:pt x="423" y="18"/>
                      </a:lnTo>
                      <a:lnTo>
                        <a:pt x="450" y="12"/>
                      </a:lnTo>
                      <a:lnTo>
                        <a:pt x="478" y="6"/>
                      </a:lnTo>
                      <a:lnTo>
                        <a:pt x="506" y="3"/>
                      </a:lnTo>
                      <a:lnTo>
                        <a:pt x="535" y="1"/>
                      </a:lnTo>
                      <a:lnTo>
                        <a:pt x="563" y="0"/>
                      </a:lnTo>
                      <a:close/>
                    </a:path>
                  </a:pathLst>
                </a:custGeom>
                <a:solidFill>
                  <a:srgbClr val="DC2B19"/>
                </a:solidFill>
                <a:ln>
                  <a:noFill/>
                </a:ln>
              </p:spPr>
              <p:txBody>
                <a:bodyPr/>
                <a:lstStyle/>
                <a:p>
                  <a:pPr>
                    <a:defRPr/>
                  </a:pPr>
                  <a:endParaRPr lang="en-US" sz="1050">
                    <a:latin typeface="+mj-lt"/>
                  </a:endParaRPr>
                </a:p>
              </p:txBody>
            </p:sp>
            <p:sp>
              <p:nvSpPr>
                <p:cNvPr id="41111" name="Freeform 299">
                  <a:extLst>
                    <a:ext uri="{FF2B5EF4-FFF2-40B4-BE49-F238E27FC236}">
                      <a16:creationId xmlns="" xmlns:a16="http://schemas.microsoft.com/office/drawing/2014/main" id="{883A243B-CB9B-4BBC-0895-4F233A76E19E}"/>
                    </a:ext>
                  </a:extLst>
                </p:cNvPr>
                <p:cNvSpPr>
                  <a:spLocks/>
                </p:cNvSpPr>
                <p:nvPr/>
              </p:nvSpPr>
              <p:spPr bwMode="auto">
                <a:xfrm>
                  <a:off x="4517" y="3798"/>
                  <a:ext cx="24" cy="23"/>
                </a:xfrm>
                <a:custGeom>
                  <a:avLst/>
                  <a:gdLst>
                    <a:gd name="T0" fmla="*/ 0 w 628"/>
                    <a:gd name="T1" fmla="*/ 0 h 629"/>
                    <a:gd name="T2" fmla="*/ 0 w 628"/>
                    <a:gd name="T3" fmla="*/ 0 h 629"/>
                    <a:gd name="T4" fmla="*/ 0 w 628"/>
                    <a:gd name="T5" fmla="*/ 0 h 629"/>
                    <a:gd name="T6" fmla="*/ 0 w 628"/>
                    <a:gd name="T7" fmla="*/ 0 h 629"/>
                    <a:gd name="T8" fmla="*/ 0 w 628"/>
                    <a:gd name="T9" fmla="*/ 0 h 629"/>
                    <a:gd name="T10" fmla="*/ 0 w 628"/>
                    <a:gd name="T11" fmla="*/ 0 h 629"/>
                    <a:gd name="T12" fmla="*/ 0 w 628"/>
                    <a:gd name="T13" fmla="*/ 0 h 629"/>
                    <a:gd name="T14" fmla="*/ 0 w 628"/>
                    <a:gd name="T15" fmla="*/ 0 h 629"/>
                    <a:gd name="T16" fmla="*/ 0 w 628"/>
                    <a:gd name="T17" fmla="*/ 0 h 629"/>
                    <a:gd name="T18" fmla="*/ 0 w 628"/>
                    <a:gd name="T19" fmla="*/ 0 h 629"/>
                    <a:gd name="T20" fmla="*/ 0 w 628"/>
                    <a:gd name="T21" fmla="*/ 0 h 629"/>
                    <a:gd name="T22" fmla="*/ 0 w 628"/>
                    <a:gd name="T23" fmla="*/ 0 h 629"/>
                    <a:gd name="T24" fmla="*/ 0 w 628"/>
                    <a:gd name="T25" fmla="*/ 0 h 629"/>
                    <a:gd name="T26" fmla="*/ 0 w 628"/>
                    <a:gd name="T27" fmla="*/ 0 h 629"/>
                    <a:gd name="T28" fmla="*/ 0 w 628"/>
                    <a:gd name="T29" fmla="*/ 0 h 629"/>
                    <a:gd name="T30" fmla="*/ 0 w 628"/>
                    <a:gd name="T31" fmla="*/ 0 h 629"/>
                    <a:gd name="T32" fmla="*/ 0 w 628"/>
                    <a:gd name="T33" fmla="*/ 0 h 629"/>
                    <a:gd name="T34" fmla="*/ 0 w 628"/>
                    <a:gd name="T35" fmla="*/ 0 h 629"/>
                    <a:gd name="T36" fmla="*/ 0 w 628"/>
                    <a:gd name="T37" fmla="*/ 0 h 629"/>
                    <a:gd name="T38" fmla="*/ 0 w 628"/>
                    <a:gd name="T39" fmla="*/ 0 h 629"/>
                    <a:gd name="T40" fmla="*/ 0 w 628"/>
                    <a:gd name="T41" fmla="*/ 0 h 629"/>
                    <a:gd name="T42" fmla="*/ 0 w 628"/>
                    <a:gd name="T43" fmla="*/ 0 h 629"/>
                    <a:gd name="T44" fmla="*/ 0 w 628"/>
                    <a:gd name="T45" fmla="*/ 0 h 629"/>
                    <a:gd name="T46" fmla="*/ 0 w 628"/>
                    <a:gd name="T47" fmla="*/ 0 h 629"/>
                    <a:gd name="T48" fmla="*/ 0 w 628"/>
                    <a:gd name="T49" fmla="*/ 0 h 629"/>
                    <a:gd name="T50" fmla="*/ 0 w 628"/>
                    <a:gd name="T51" fmla="*/ 0 h 629"/>
                    <a:gd name="T52" fmla="*/ 0 w 628"/>
                    <a:gd name="T53" fmla="*/ 0 h 629"/>
                    <a:gd name="T54" fmla="*/ 0 w 628"/>
                    <a:gd name="T55" fmla="*/ 0 h 629"/>
                    <a:gd name="T56" fmla="*/ 0 w 628"/>
                    <a:gd name="T57" fmla="*/ 0 h 629"/>
                    <a:gd name="T58" fmla="*/ 0 w 628"/>
                    <a:gd name="T59" fmla="*/ 0 h 629"/>
                    <a:gd name="T60" fmla="*/ 0 w 628"/>
                    <a:gd name="T61" fmla="*/ 0 h 629"/>
                    <a:gd name="T62" fmla="*/ 0 w 628"/>
                    <a:gd name="T63" fmla="*/ 0 h 629"/>
                    <a:gd name="T64" fmla="*/ 0 w 628"/>
                    <a:gd name="T65" fmla="*/ 0 h 629"/>
                    <a:gd name="T66" fmla="*/ 0 w 628"/>
                    <a:gd name="T67" fmla="*/ 0 h 6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9"/>
                    <a:gd name="T104" fmla="*/ 628 w 628"/>
                    <a:gd name="T105" fmla="*/ 629 h 6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9">
                      <a:moveTo>
                        <a:pt x="628" y="629"/>
                      </a:moveTo>
                      <a:lnTo>
                        <a:pt x="628" y="629"/>
                      </a:lnTo>
                      <a:lnTo>
                        <a:pt x="627" y="596"/>
                      </a:lnTo>
                      <a:lnTo>
                        <a:pt x="625" y="564"/>
                      </a:lnTo>
                      <a:lnTo>
                        <a:pt x="621" y="534"/>
                      </a:lnTo>
                      <a:lnTo>
                        <a:pt x="615" y="502"/>
                      </a:lnTo>
                      <a:lnTo>
                        <a:pt x="608" y="472"/>
                      </a:lnTo>
                      <a:lnTo>
                        <a:pt x="600" y="442"/>
                      </a:lnTo>
                      <a:lnTo>
                        <a:pt x="590" y="413"/>
                      </a:lnTo>
                      <a:lnTo>
                        <a:pt x="579" y="385"/>
                      </a:lnTo>
                      <a:lnTo>
                        <a:pt x="567" y="356"/>
                      </a:lnTo>
                      <a:lnTo>
                        <a:pt x="552" y="330"/>
                      </a:lnTo>
                      <a:lnTo>
                        <a:pt x="537" y="304"/>
                      </a:lnTo>
                      <a:lnTo>
                        <a:pt x="521" y="277"/>
                      </a:lnTo>
                      <a:lnTo>
                        <a:pt x="503" y="253"/>
                      </a:lnTo>
                      <a:lnTo>
                        <a:pt x="484" y="230"/>
                      </a:lnTo>
                      <a:lnTo>
                        <a:pt x="465" y="207"/>
                      </a:lnTo>
                      <a:lnTo>
                        <a:pt x="444" y="185"/>
                      </a:lnTo>
                      <a:lnTo>
                        <a:pt x="422" y="164"/>
                      </a:lnTo>
                      <a:lnTo>
                        <a:pt x="399" y="145"/>
                      </a:lnTo>
                      <a:lnTo>
                        <a:pt x="376" y="126"/>
                      </a:lnTo>
                      <a:lnTo>
                        <a:pt x="351" y="109"/>
                      </a:lnTo>
                      <a:lnTo>
                        <a:pt x="326" y="92"/>
                      </a:lnTo>
                      <a:lnTo>
                        <a:pt x="299" y="77"/>
                      </a:lnTo>
                      <a:lnTo>
                        <a:pt x="272" y="63"/>
                      </a:lnTo>
                      <a:lnTo>
                        <a:pt x="245" y="51"/>
                      </a:lnTo>
                      <a:lnTo>
                        <a:pt x="216" y="38"/>
                      </a:lnTo>
                      <a:lnTo>
                        <a:pt x="186" y="29"/>
                      </a:lnTo>
                      <a:lnTo>
                        <a:pt x="157" y="21"/>
                      </a:lnTo>
                      <a:lnTo>
                        <a:pt x="126" y="13"/>
                      </a:lnTo>
                      <a:lnTo>
                        <a:pt x="95" y="8"/>
                      </a:lnTo>
                      <a:lnTo>
                        <a:pt x="65" y="4"/>
                      </a:lnTo>
                      <a:lnTo>
                        <a:pt x="33" y="1"/>
                      </a:lnTo>
                      <a:lnTo>
                        <a:pt x="0" y="0"/>
                      </a:lnTo>
                      <a:lnTo>
                        <a:pt x="0" y="129"/>
                      </a:lnTo>
                      <a:lnTo>
                        <a:pt x="26" y="130"/>
                      </a:lnTo>
                      <a:lnTo>
                        <a:pt x="52" y="133"/>
                      </a:lnTo>
                      <a:lnTo>
                        <a:pt x="77" y="136"/>
                      </a:lnTo>
                      <a:lnTo>
                        <a:pt x="101" y="140"/>
                      </a:lnTo>
                      <a:lnTo>
                        <a:pt x="125" y="146"/>
                      </a:lnTo>
                      <a:lnTo>
                        <a:pt x="148" y="152"/>
                      </a:lnTo>
                      <a:lnTo>
                        <a:pt x="171" y="160"/>
                      </a:lnTo>
                      <a:lnTo>
                        <a:pt x="194" y="169"/>
                      </a:lnTo>
                      <a:lnTo>
                        <a:pt x="216" y="179"/>
                      </a:lnTo>
                      <a:lnTo>
                        <a:pt x="238" y="190"/>
                      </a:lnTo>
                      <a:lnTo>
                        <a:pt x="259" y="202"/>
                      </a:lnTo>
                      <a:lnTo>
                        <a:pt x="278" y="215"/>
                      </a:lnTo>
                      <a:lnTo>
                        <a:pt x="298" y="229"/>
                      </a:lnTo>
                      <a:lnTo>
                        <a:pt x="318" y="244"/>
                      </a:lnTo>
                      <a:lnTo>
                        <a:pt x="335" y="260"/>
                      </a:lnTo>
                      <a:lnTo>
                        <a:pt x="353" y="276"/>
                      </a:lnTo>
                      <a:lnTo>
                        <a:pt x="369" y="294"/>
                      </a:lnTo>
                      <a:lnTo>
                        <a:pt x="385" y="311"/>
                      </a:lnTo>
                      <a:lnTo>
                        <a:pt x="400" y="331"/>
                      </a:lnTo>
                      <a:lnTo>
                        <a:pt x="413" y="350"/>
                      </a:lnTo>
                      <a:lnTo>
                        <a:pt x="426" y="370"/>
                      </a:lnTo>
                      <a:lnTo>
                        <a:pt x="438" y="391"/>
                      </a:lnTo>
                      <a:lnTo>
                        <a:pt x="449" y="413"/>
                      </a:lnTo>
                      <a:lnTo>
                        <a:pt x="460" y="435"/>
                      </a:lnTo>
                      <a:lnTo>
                        <a:pt x="469" y="457"/>
                      </a:lnTo>
                      <a:lnTo>
                        <a:pt x="477" y="480"/>
                      </a:lnTo>
                      <a:lnTo>
                        <a:pt x="483" y="504"/>
                      </a:lnTo>
                      <a:lnTo>
                        <a:pt x="489" y="528"/>
                      </a:lnTo>
                      <a:lnTo>
                        <a:pt x="493" y="552"/>
                      </a:lnTo>
                      <a:lnTo>
                        <a:pt x="497" y="577"/>
                      </a:lnTo>
                      <a:lnTo>
                        <a:pt x="499" y="603"/>
                      </a:lnTo>
                      <a:lnTo>
                        <a:pt x="499" y="629"/>
                      </a:lnTo>
                      <a:lnTo>
                        <a:pt x="628" y="629"/>
                      </a:lnTo>
                      <a:close/>
                    </a:path>
                  </a:pathLst>
                </a:custGeom>
                <a:solidFill>
                  <a:srgbClr val="EF2B2F"/>
                </a:solidFill>
                <a:ln>
                  <a:noFill/>
                </a:ln>
              </p:spPr>
              <p:txBody>
                <a:bodyPr/>
                <a:lstStyle/>
                <a:p>
                  <a:pPr>
                    <a:defRPr/>
                  </a:pPr>
                  <a:endParaRPr lang="en-US" sz="1050">
                    <a:latin typeface="+mj-lt"/>
                  </a:endParaRPr>
                </a:p>
              </p:txBody>
            </p:sp>
            <p:sp>
              <p:nvSpPr>
                <p:cNvPr id="41112" name="Freeform 300">
                  <a:extLst>
                    <a:ext uri="{FF2B5EF4-FFF2-40B4-BE49-F238E27FC236}">
                      <a16:creationId xmlns="" xmlns:a16="http://schemas.microsoft.com/office/drawing/2014/main" id="{C34D5325-88DA-D964-E8A0-4336C313A465}"/>
                    </a:ext>
                  </a:extLst>
                </p:cNvPr>
                <p:cNvSpPr>
                  <a:spLocks/>
                </p:cNvSpPr>
                <p:nvPr/>
              </p:nvSpPr>
              <p:spPr bwMode="auto">
                <a:xfrm>
                  <a:off x="4517" y="3821"/>
                  <a:ext cx="24"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2" y="627"/>
                      </a:lnTo>
                      <a:lnTo>
                        <a:pt x="64" y="624"/>
                      </a:lnTo>
                      <a:lnTo>
                        <a:pt x="95" y="620"/>
                      </a:lnTo>
                      <a:lnTo>
                        <a:pt x="126" y="615"/>
                      </a:lnTo>
                      <a:lnTo>
                        <a:pt x="157" y="607"/>
                      </a:lnTo>
                      <a:lnTo>
                        <a:pt x="186" y="599"/>
                      </a:lnTo>
                      <a:lnTo>
                        <a:pt x="216" y="589"/>
                      </a:lnTo>
                      <a:lnTo>
                        <a:pt x="245" y="577"/>
                      </a:lnTo>
                      <a:lnTo>
                        <a:pt x="272" y="565"/>
                      </a:lnTo>
                      <a:lnTo>
                        <a:pt x="299" y="551"/>
                      </a:lnTo>
                      <a:lnTo>
                        <a:pt x="326" y="536"/>
                      </a:lnTo>
                      <a:lnTo>
                        <a:pt x="351" y="520"/>
                      </a:lnTo>
                      <a:lnTo>
                        <a:pt x="376" y="502"/>
                      </a:lnTo>
                      <a:lnTo>
                        <a:pt x="399" y="483"/>
                      </a:lnTo>
                      <a:lnTo>
                        <a:pt x="422" y="463"/>
                      </a:lnTo>
                      <a:lnTo>
                        <a:pt x="444" y="444"/>
                      </a:lnTo>
                      <a:lnTo>
                        <a:pt x="465" y="422"/>
                      </a:lnTo>
                      <a:lnTo>
                        <a:pt x="484" y="399"/>
                      </a:lnTo>
                      <a:lnTo>
                        <a:pt x="503" y="375"/>
                      </a:lnTo>
                      <a:lnTo>
                        <a:pt x="521" y="351"/>
                      </a:lnTo>
                      <a:lnTo>
                        <a:pt x="537" y="324"/>
                      </a:lnTo>
                      <a:lnTo>
                        <a:pt x="552" y="298"/>
                      </a:lnTo>
                      <a:lnTo>
                        <a:pt x="567" y="272"/>
                      </a:lnTo>
                      <a:lnTo>
                        <a:pt x="579" y="243"/>
                      </a:lnTo>
                      <a:lnTo>
                        <a:pt x="590" y="215"/>
                      </a:lnTo>
                      <a:lnTo>
                        <a:pt x="600" y="186"/>
                      </a:lnTo>
                      <a:lnTo>
                        <a:pt x="608" y="157"/>
                      </a:lnTo>
                      <a:lnTo>
                        <a:pt x="615" y="126"/>
                      </a:lnTo>
                      <a:lnTo>
                        <a:pt x="621" y="94"/>
                      </a:lnTo>
                      <a:lnTo>
                        <a:pt x="625" y="63"/>
                      </a:lnTo>
                      <a:lnTo>
                        <a:pt x="627" y="32"/>
                      </a:lnTo>
                      <a:lnTo>
                        <a:pt x="628" y="0"/>
                      </a:lnTo>
                      <a:lnTo>
                        <a:pt x="499" y="0"/>
                      </a:lnTo>
                      <a:lnTo>
                        <a:pt x="499" y="25"/>
                      </a:lnTo>
                      <a:lnTo>
                        <a:pt x="497" y="50"/>
                      </a:lnTo>
                      <a:lnTo>
                        <a:pt x="493" y="76"/>
                      </a:lnTo>
                      <a:lnTo>
                        <a:pt x="489" y="100"/>
                      </a:lnTo>
                      <a:lnTo>
                        <a:pt x="483" y="124"/>
                      </a:lnTo>
                      <a:lnTo>
                        <a:pt x="477" y="148"/>
                      </a:lnTo>
                      <a:lnTo>
                        <a:pt x="469" y="171"/>
                      </a:lnTo>
                      <a:lnTo>
                        <a:pt x="460" y="194"/>
                      </a:lnTo>
                      <a:lnTo>
                        <a:pt x="449" y="216"/>
                      </a:lnTo>
                      <a:lnTo>
                        <a:pt x="438" y="237"/>
                      </a:lnTo>
                      <a:lnTo>
                        <a:pt x="426" y="257"/>
                      </a:lnTo>
                      <a:lnTo>
                        <a:pt x="413" y="278"/>
                      </a:lnTo>
                      <a:lnTo>
                        <a:pt x="400" y="298"/>
                      </a:lnTo>
                      <a:lnTo>
                        <a:pt x="385" y="317"/>
                      </a:lnTo>
                      <a:lnTo>
                        <a:pt x="369" y="334"/>
                      </a:lnTo>
                      <a:lnTo>
                        <a:pt x="353" y="352"/>
                      </a:lnTo>
                      <a:lnTo>
                        <a:pt x="335" y="368"/>
                      </a:lnTo>
                      <a:lnTo>
                        <a:pt x="317" y="384"/>
                      </a:lnTo>
                      <a:lnTo>
                        <a:pt x="298" y="399"/>
                      </a:lnTo>
                      <a:lnTo>
                        <a:pt x="278" y="413"/>
                      </a:lnTo>
                      <a:lnTo>
                        <a:pt x="259" y="426"/>
                      </a:lnTo>
                      <a:lnTo>
                        <a:pt x="238" y="438"/>
                      </a:lnTo>
                      <a:lnTo>
                        <a:pt x="216" y="449"/>
                      </a:lnTo>
                      <a:lnTo>
                        <a:pt x="194" y="459"/>
                      </a:lnTo>
                      <a:lnTo>
                        <a:pt x="171" y="468"/>
                      </a:lnTo>
                      <a:lnTo>
                        <a:pt x="148" y="475"/>
                      </a:lnTo>
                      <a:lnTo>
                        <a:pt x="125" y="483"/>
                      </a:lnTo>
                      <a:lnTo>
                        <a:pt x="101" y="489"/>
                      </a:lnTo>
                      <a:lnTo>
                        <a:pt x="77" y="492"/>
                      </a:lnTo>
                      <a:lnTo>
                        <a:pt x="52" y="495"/>
                      </a:lnTo>
                      <a:lnTo>
                        <a:pt x="26" y="497"/>
                      </a:lnTo>
                      <a:lnTo>
                        <a:pt x="0" y="498"/>
                      </a:lnTo>
                      <a:lnTo>
                        <a:pt x="0" y="628"/>
                      </a:lnTo>
                      <a:close/>
                    </a:path>
                  </a:pathLst>
                </a:custGeom>
                <a:solidFill>
                  <a:srgbClr val="EF2B2F"/>
                </a:solidFill>
                <a:ln>
                  <a:noFill/>
                </a:ln>
              </p:spPr>
              <p:txBody>
                <a:bodyPr/>
                <a:lstStyle/>
                <a:p>
                  <a:pPr>
                    <a:defRPr/>
                  </a:pPr>
                  <a:endParaRPr lang="en-US" sz="1050">
                    <a:latin typeface="+mj-lt"/>
                  </a:endParaRPr>
                </a:p>
              </p:txBody>
            </p:sp>
            <p:sp>
              <p:nvSpPr>
                <p:cNvPr id="41113" name="Freeform 301">
                  <a:extLst>
                    <a:ext uri="{FF2B5EF4-FFF2-40B4-BE49-F238E27FC236}">
                      <a16:creationId xmlns="" xmlns:a16="http://schemas.microsoft.com/office/drawing/2014/main" id="{9FBE6B4F-0D29-B99D-2244-803DA311F4A0}"/>
                    </a:ext>
                  </a:extLst>
                </p:cNvPr>
                <p:cNvSpPr>
                  <a:spLocks/>
                </p:cNvSpPr>
                <p:nvPr/>
              </p:nvSpPr>
              <p:spPr bwMode="auto">
                <a:xfrm>
                  <a:off x="4493" y="3821"/>
                  <a:ext cx="24"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1" y="32"/>
                      </a:lnTo>
                      <a:lnTo>
                        <a:pt x="4" y="63"/>
                      </a:lnTo>
                      <a:lnTo>
                        <a:pt x="8" y="94"/>
                      </a:lnTo>
                      <a:lnTo>
                        <a:pt x="13" y="126"/>
                      </a:lnTo>
                      <a:lnTo>
                        <a:pt x="20" y="156"/>
                      </a:lnTo>
                      <a:lnTo>
                        <a:pt x="29" y="186"/>
                      </a:lnTo>
                      <a:lnTo>
                        <a:pt x="39" y="215"/>
                      </a:lnTo>
                      <a:lnTo>
                        <a:pt x="50" y="243"/>
                      </a:lnTo>
                      <a:lnTo>
                        <a:pt x="63" y="272"/>
                      </a:lnTo>
                      <a:lnTo>
                        <a:pt x="77" y="298"/>
                      </a:lnTo>
                      <a:lnTo>
                        <a:pt x="91" y="324"/>
                      </a:lnTo>
                      <a:lnTo>
                        <a:pt x="108" y="351"/>
                      </a:lnTo>
                      <a:lnTo>
                        <a:pt x="125" y="375"/>
                      </a:lnTo>
                      <a:lnTo>
                        <a:pt x="144" y="399"/>
                      </a:lnTo>
                      <a:lnTo>
                        <a:pt x="164" y="422"/>
                      </a:lnTo>
                      <a:lnTo>
                        <a:pt x="184" y="444"/>
                      </a:lnTo>
                      <a:lnTo>
                        <a:pt x="206" y="463"/>
                      </a:lnTo>
                      <a:lnTo>
                        <a:pt x="229" y="483"/>
                      </a:lnTo>
                      <a:lnTo>
                        <a:pt x="253" y="502"/>
                      </a:lnTo>
                      <a:lnTo>
                        <a:pt x="278" y="520"/>
                      </a:lnTo>
                      <a:lnTo>
                        <a:pt x="303" y="536"/>
                      </a:lnTo>
                      <a:lnTo>
                        <a:pt x="329" y="551"/>
                      </a:lnTo>
                      <a:lnTo>
                        <a:pt x="356" y="565"/>
                      </a:lnTo>
                      <a:lnTo>
                        <a:pt x="385" y="577"/>
                      </a:lnTo>
                      <a:lnTo>
                        <a:pt x="412" y="589"/>
                      </a:lnTo>
                      <a:lnTo>
                        <a:pt x="442" y="599"/>
                      </a:lnTo>
                      <a:lnTo>
                        <a:pt x="471" y="607"/>
                      </a:lnTo>
                      <a:lnTo>
                        <a:pt x="502" y="615"/>
                      </a:lnTo>
                      <a:lnTo>
                        <a:pt x="533" y="620"/>
                      </a:lnTo>
                      <a:lnTo>
                        <a:pt x="565" y="624"/>
                      </a:lnTo>
                      <a:lnTo>
                        <a:pt x="596" y="627"/>
                      </a:lnTo>
                      <a:lnTo>
                        <a:pt x="628" y="628"/>
                      </a:lnTo>
                      <a:lnTo>
                        <a:pt x="628" y="498"/>
                      </a:lnTo>
                      <a:lnTo>
                        <a:pt x="603" y="497"/>
                      </a:lnTo>
                      <a:lnTo>
                        <a:pt x="578" y="495"/>
                      </a:lnTo>
                      <a:lnTo>
                        <a:pt x="553" y="492"/>
                      </a:lnTo>
                      <a:lnTo>
                        <a:pt x="528" y="489"/>
                      </a:lnTo>
                      <a:lnTo>
                        <a:pt x="504" y="483"/>
                      </a:lnTo>
                      <a:lnTo>
                        <a:pt x="480" y="475"/>
                      </a:lnTo>
                      <a:lnTo>
                        <a:pt x="457" y="468"/>
                      </a:lnTo>
                      <a:lnTo>
                        <a:pt x="434" y="459"/>
                      </a:lnTo>
                      <a:lnTo>
                        <a:pt x="412" y="449"/>
                      </a:lnTo>
                      <a:lnTo>
                        <a:pt x="391" y="438"/>
                      </a:lnTo>
                      <a:lnTo>
                        <a:pt x="371" y="426"/>
                      </a:lnTo>
                      <a:lnTo>
                        <a:pt x="350" y="413"/>
                      </a:lnTo>
                      <a:lnTo>
                        <a:pt x="330" y="399"/>
                      </a:lnTo>
                      <a:lnTo>
                        <a:pt x="311" y="384"/>
                      </a:lnTo>
                      <a:lnTo>
                        <a:pt x="294" y="368"/>
                      </a:lnTo>
                      <a:lnTo>
                        <a:pt x="276" y="352"/>
                      </a:lnTo>
                      <a:lnTo>
                        <a:pt x="260" y="334"/>
                      </a:lnTo>
                      <a:lnTo>
                        <a:pt x="244" y="317"/>
                      </a:lnTo>
                      <a:lnTo>
                        <a:pt x="228" y="298"/>
                      </a:lnTo>
                      <a:lnTo>
                        <a:pt x="215" y="278"/>
                      </a:lnTo>
                      <a:lnTo>
                        <a:pt x="202" y="257"/>
                      </a:lnTo>
                      <a:lnTo>
                        <a:pt x="190" y="237"/>
                      </a:lnTo>
                      <a:lnTo>
                        <a:pt x="179" y="216"/>
                      </a:lnTo>
                      <a:lnTo>
                        <a:pt x="169" y="194"/>
                      </a:lnTo>
                      <a:lnTo>
                        <a:pt x="160" y="171"/>
                      </a:lnTo>
                      <a:lnTo>
                        <a:pt x="153" y="148"/>
                      </a:lnTo>
                      <a:lnTo>
                        <a:pt x="145" y="124"/>
                      </a:lnTo>
                      <a:lnTo>
                        <a:pt x="139" y="100"/>
                      </a:lnTo>
                      <a:lnTo>
                        <a:pt x="135" y="76"/>
                      </a:lnTo>
                      <a:lnTo>
                        <a:pt x="132" y="50"/>
                      </a:lnTo>
                      <a:lnTo>
                        <a:pt x="131" y="25"/>
                      </a:lnTo>
                      <a:lnTo>
                        <a:pt x="130" y="0"/>
                      </a:lnTo>
                      <a:lnTo>
                        <a:pt x="0" y="0"/>
                      </a:lnTo>
                      <a:close/>
                    </a:path>
                  </a:pathLst>
                </a:custGeom>
                <a:solidFill>
                  <a:srgbClr val="EF2B2F"/>
                </a:solidFill>
                <a:ln>
                  <a:noFill/>
                </a:ln>
              </p:spPr>
              <p:txBody>
                <a:bodyPr/>
                <a:lstStyle/>
                <a:p>
                  <a:pPr>
                    <a:defRPr/>
                  </a:pPr>
                  <a:endParaRPr lang="en-US" sz="1050">
                    <a:latin typeface="+mj-lt"/>
                  </a:endParaRPr>
                </a:p>
              </p:txBody>
            </p:sp>
            <p:sp>
              <p:nvSpPr>
                <p:cNvPr id="41114" name="Freeform 302">
                  <a:extLst>
                    <a:ext uri="{FF2B5EF4-FFF2-40B4-BE49-F238E27FC236}">
                      <a16:creationId xmlns="" xmlns:a16="http://schemas.microsoft.com/office/drawing/2014/main" id="{45851632-42AF-F1E5-409F-F35BF5800FE8}"/>
                    </a:ext>
                  </a:extLst>
                </p:cNvPr>
                <p:cNvSpPr>
                  <a:spLocks/>
                </p:cNvSpPr>
                <p:nvPr/>
              </p:nvSpPr>
              <p:spPr bwMode="auto">
                <a:xfrm>
                  <a:off x="4493" y="3798"/>
                  <a:ext cx="24" cy="23"/>
                </a:xfrm>
                <a:custGeom>
                  <a:avLst/>
                  <a:gdLst>
                    <a:gd name="T0" fmla="*/ 0 w 628"/>
                    <a:gd name="T1" fmla="*/ 0 h 629"/>
                    <a:gd name="T2" fmla="*/ 0 w 628"/>
                    <a:gd name="T3" fmla="*/ 0 h 629"/>
                    <a:gd name="T4" fmla="*/ 0 w 628"/>
                    <a:gd name="T5" fmla="*/ 0 h 629"/>
                    <a:gd name="T6" fmla="*/ 0 w 628"/>
                    <a:gd name="T7" fmla="*/ 0 h 629"/>
                    <a:gd name="T8" fmla="*/ 0 w 628"/>
                    <a:gd name="T9" fmla="*/ 0 h 629"/>
                    <a:gd name="T10" fmla="*/ 0 w 628"/>
                    <a:gd name="T11" fmla="*/ 0 h 629"/>
                    <a:gd name="T12" fmla="*/ 0 w 628"/>
                    <a:gd name="T13" fmla="*/ 0 h 629"/>
                    <a:gd name="T14" fmla="*/ 0 w 628"/>
                    <a:gd name="T15" fmla="*/ 0 h 629"/>
                    <a:gd name="T16" fmla="*/ 0 w 628"/>
                    <a:gd name="T17" fmla="*/ 0 h 629"/>
                    <a:gd name="T18" fmla="*/ 0 w 628"/>
                    <a:gd name="T19" fmla="*/ 0 h 629"/>
                    <a:gd name="T20" fmla="*/ 0 w 628"/>
                    <a:gd name="T21" fmla="*/ 0 h 629"/>
                    <a:gd name="T22" fmla="*/ 0 w 628"/>
                    <a:gd name="T23" fmla="*/ 0 h 629"/>
                    <a:gd name="T24" fmla="*/ 0 w 628"/>
                    <a:gd name="T25" fmla="*/ 0 h 629"/>
                    <a:gd name="T26" fmla="*/ 0 w 628"/>
                    <a:gd name="T27" fmla="*/ 0 h 629"/>
                    <a:gd name="T28" fmla="*/ 0 w 628"/>
                    <a:gd name="T29" fmla="*/ 0 h 629"/>
                    <a:gd name="T30" fmla="*/ 0 w 628"/>
                    <a:gd name="T31" fmla="*/ 0 h 629"/>
                    <a:gd name="T32" fmla="*/ 0 w 628"/>
                    <a:gd name="T33" fmla="*/ 0 h 629"/>
                    <a:gd name="T34" fmla="*/ 0 w 628"/>
                    <a:gd name="T35" fmla="*/ 0 h 629"/>
                    <a:gd name="T36" fmla="*/ 0 w 628"/>
                    <a:gd name="T37" fmla="*/ 0 h 629"/>
                    <a:gd name="T38" fmla="*/ 0 w 628"/>
                    <a:gd name="T39" fmla="*/ 0 h 629"/>
                    <a:gd name="T40" fmla="*/ 0 w 628"/>
                    <a:gd name="T41" fmla="*/ 0 h 629"/>
                    <a:gd name="T42" fmla="*/ 0 w 628"/>
                    <a:gd name="T43" fmla="*/ 0 h 629"/>
                    <a:gd name="T44" fmla="*/ 0 w 628"/>
                    <a:gd name="T45" fmla="*/ 0 h 629"/>
                    <a:gd name="T46" fmla="*/ 0 w 628"/>
                    <a:gd name="T47" fmla="*/ 0 h 629"/>
                    <a:gd name="T48" fmla="*/ 0 w 628"/>
                    <a:gd name="T49" fmla="*/ 0 h 629"/>
                    <a:gd name="T50" fmla="*/ 0 w 628"/>
                    <a:gd name="T51" fmla="*/ 0 h 629"/>
                    <a:gd name="T52" fmla="*/ 0 w 628"/>
                    <a:gd name="T53" fmla="*/ 0 h 629"/>
                    <a:gd name="T54" fmla="*/ 0 w 628"/>
                    <a:gd name="T55" fmla="*/ 0 h 629"/>
                    <a:gd name="T56" fmla="*/ 0 w 628"/>
                    <a:gd name="T57" fmla="*/ 0 h 629"/>
                    <a:gd name="T58" fmla="*/ 0 w 628"/>
                    <a:gd name="T59" fmla="*/ 0 h 629"/>
                    <a:gd name="T60" fmla="*/ 0 w 628"/>
                    <a:gd name="T61" fmla="*/ 0 h 629"/>
                    <a:gd name="T62" fmla="*/ 0 w 628"/>
                    <a:gd name="T63" fmla="*/ 0 h 629"/>
                    <a:gd name="T64" fmla="*/ 0 w 628"/>
                    <a:gd name="T65" fmla="*/ 0 h 629"/>
                    <a:gd name="T66" fmla="*/ 0 w 628"/>
                    <a:gd name="T67" fmla="*/ 0 h 6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9"/>
                    <a:gd name="T104" fmla="*/ 628 w 628"/>
                    <a:gd name="T105" fmla="*/ 629 h 6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9">
                      <a:moveTo>
                        <a:pt x="628" y="0"/>
                      </a:moveTo>
                      <a:lnTo>
                        <a:pt x="628" y="0"/>
                      </a:lnTo>
                      <a:lnTo>
                        <a:pt x="596" y="1"/>
                      </a:lnTo>
                      <a:lnTo>
                        <a:pt x="565" y="4"/>
                      </a:lnTo>
                      <a:lnTo>
                        <a:pt x="533" y="8"/>
                      </a:lnTo>
                      <a:lnTo>
                        <a:pt x="502" y="13"/>
                      </a:lnTo>
                      <a:lnTo>
                        <a:pt x="471" y="21"/>
                      </a:lnTo>
                      <a:lnTo>
                        <a:pt x="442" y="29"/>
                      </a:lnTo>
                      <a:lnTo>
                        <a:pt x="412" y="38"/>
                      </a:lnTo>
                      <a:lnTo>
                        <a:pt x="385" y="51"/>
                      </a:lnTo>
                      <a:lnTo>
                        <a:pt x="356" y="63"/>
                      </a:lnTo>
                      <a:lnTo>
                        <a:pt x="329" y="77"/>
                      </a:lnTo>
                      <a:lnTo>
                        <a:pt x="303" y="92"/>
                      </a:lnTo>
                      <a:lnTo>
                        <a:pt x="278" y="109"/>
                      </a:lnTo>
                      <a:lnTo>
                        <a:pt x="253" y="126"/>
                      </a:lnTo>
                      <a:lnTo>
                        <a:pt x="229" y="145"/>
                      </a:lnTo>
                      <a:lnTo>
                        <a:pt x="206" y="164"/>
                      </a:lnTo>
                      <a:lnTo>
                        <a:pt x="184" y="185"/>
                      </a:lnTo>
                      <a:lnTo>
                        <a:pt x="164" y="207"/>
                      </a:lnTo>
                      <a:lnTo>
                        <a:pt x="144" y="229"/>
                      </a:lnTo>
                      <a:lnTo>
                        <a:pt x="125" y="253"/>
                      </a:lnTo>
                      <a:lnTo>
                        <a:pt x="108" y="277"/>
                      </a:lnTo>
                      <a:lnTo>
                        <a:pt x="91" y="304"/>
                      </a:lnTo>
                      <a:lnTo>
                        <a:pt x="77" y="330"/>
                      </a:lnTo>
                      <a:lnTo>
                        <a:pt x="63" y="356"/>
                      </a:lnTo>
                      <a:lnTo>
                        <a:pt x="50" y="385"/>
                      </a:lnTo>
                      <a:lnTo>
                        <a:pt x="39" y="413"/>
                      </a:lnTo>
                      <a:lnTo>
                        <a:pt x="29" y="442"/>
                      </a:lnTo>
                      <a:lnTo>
                        <a:pt x="20" y="472"/>
                      </a:lnTo>
                      <a:lnTo>
                        <a:pt x="13" y="502"/>
                      </a:lnTo>
                      <a:lnTo>
                        <a:pt x="8" y="534"/>
                      </a:lnTo>
                      <a:lnTo>
                        <a:pt x="4" y="564"/>
                      </a:lnTo>
                      <a:lnTo>
                        <a:pt x="1" y="596"/>
                      </a:lnTo>
                      <a:lnTo>
                        <a:pt x="0" y="629"/>
                      </a:lnTo>
                      <a:lnTo>
                        <a:pt x="130" y="629"/>
                      </a:lnTo>
                      <a:lnTo>
                        <a:pt x="131" y="603"/>
                      </a:lnTo>
                      <a:lnTo>
                        <a:pt x="132" y="577"/>
                      </a:lnTo>
                      <a:lnTo>
                        <a:pt x="135" y="552"/>
                      </a:lnTo>
                      <a:lnTo>
                        <a:pt x="139" y="528"/>
                      </a:lnTo>
                      <a:lnTo>
                        <a:pt x="145" y="504"/>
                      </a:lnTo>
                      <a:lnTo>
                        <a:pt x="153" y="480"/>
                      </a:lnTo>
                      <a:lnTo>
                        <a:pt x="160" y="457"/>
                      </a:lnTo>
                      <a:lnTo>
                        <a:pt x="169" y="435"/>
                      </a:lnTo>
                      <a:lnTo>
                        <a:pt x="179" y="413"/>
                      </a:lnTo>
                      <a:lnTo>
                        <a:pt x="190" y="391"/>
                      </a:lnTo>
                      <a:lnTo>
                        <a:pt x="202" y="370"/>
                      </a:lnTo>
                      <a:lnTo>
                        <a:pt x="215" y="350"/>
                      </a:lnTo>
                      <a:lnTo>
                        <a:pt x="228" y="331"/>
                      </a:lnTo>
                      <a:lnTo>
                        <a:pt x="244" y="311"/>
                      </a:lnTo>
                      <a:lnTo>
                        <a:pt x="260" y="294"/>
                      </a:lnTo>
                      <a:lnTo>
                        <a:pt x="276" y="276"/>
                      </a:lnTo>
                      <a:lnTo>
                        <a:pt x="294" y="260"/>
                      </a:lnTo>
                      <a:lnTo>
                        <a:pt x="311" y="244"/>
                      </a:lnTo>
                      <a:lnTo>
                        <a:pt x="330" y="229"/>
                      </a:lnTo>
                      <a:lnTo>
                        <a:pt x="350" y="215"/>
                      </a:lnTo>
                      <a:lnTo>
                        <a:pt x="371" y="202"/>
                      </a:lnTo>
                      <a:lnTo>
                        <a:pt x="391" y="190"/>
                      </a:lnTo>
                      <a:lnTo>
                        <a:pt x="412" y="179"/>
                      </a:lnTo>
                      <a:lnTo>
                        <a:pt x="434" y="169"/>
                      </a:lnTo>
                      <a:lnTo>
                        <a:pt x="457" y="160"/>
                      </a:lnTo>
                      <a:lnTo>
                        <a:pt x="480" y="152"/>
                      </a:lnTo>
                      <a:lnTo>
                        <a:pt x="504" y="146"/>
                      </a:lnTo>
                      <a:lnTo>
                        <a:pt x="528" y="140"/>
                      </a:lnTo>
                      <a:lnTo>
                        <a:pt x="553" y="136"/>
                      </a:lnTo>
                      <a:lnTo>
                        <a:pt x="578" y="133"/>
                      </a:lnTo>
                      <a:lnTo>
                        <a:pt x="603" y="130"/>
                      </a:lnTo>
                      <a:lnTo>
                        <a:pt x="628" y="129"/>
                      </a:lnTo>
                      <a:lnTo>
                        <a:pt x="628" y="0"/>
                      </a:lnTo>
                      <a:close/>
                    </a:path>
                  </a:pathLst>
                </a:custGeom>
                <a:solidFill>
                  <a:srgbClr val="EF2B2F"/>
                </a:solidFill>
                <a:ln>
                  <a:noFill/>
                </a:ln>
              </p:spPr>
              <p:txBody>
                <a:bodyPr/>
                <a:lstStyle/>
                <a:p>
                  <a:pPr>
                    <a:defRPr/>
                  </a:pPr>
                  <a:endParaRPr lang="en-US" sz="1050">
                    <a:latin typeface="+mj-lt"/>
                  </a:endParaRPr>
                </a:p>
              </p:txBody>
            </p:sp>
            <p:sp>
              <p:nvSpPr>
                <p:cNvPr id="41115" name="Freeform 303">
                  <a:extLst>
                    <a:ext uri="{FF2B5EF4-FFF2-40B4-BE49-F238E27FC236}">
                      <a16:creationId xmlns="" xmlns:a16="http://schemas.microsoft.com/office/drawing/2014/main" id="{F488685E-92AB-EA8C-A00B-8A1F8164AFE8}"/>
                    </a:ext>
                  </a:extLst>
                </p:cNvPr>
                <p:cNvSpPr>
                  <a:spLocks/>
                </p:cNvSpPr>
                <p:nvPr/>
              </p:nvSpPr>
              <p:spPr bwMode="auto">
                <a:xfrm>
                  <a:off x="4567" y="3515"/>
                  <a:ext cx="21" cy="24"/>
                </a:xfrm>
                <a:custGeom>
                  <a:avLst/>
                  <a:gdLst>
                    <a:gd name="T0" fmla="*/ 0 w 629"/>
                    <a:gd name="T1" fmla="*/ 0 h 628"/>
                    <a:gd name="T2" fmla="*/ 0 w 629"/>
                    <a:gd name="T3" fmla="*/ 0 h 628"/>
                    <a:gd name="T4" fmla="*/ 0 w 629"/>
                    <a:gd name="T5" fmla="*/ 0 h 628"/>
                    <a:gd name="T6" fmla="*/ 0 w 629"/>
                    <a:gd name="T7" fmla="*/ 0 h 628"/>
                    <a:gd name="T8" fmla="*/ 0 w 629"/>
                    <a:gd name="T9" fmla="*/ 0 h 628"/>
                    <a:gd name="T10" fmla="*/ 0 w 629"/>
                    <a:gd name="T11" fmla="*/ 0 h 628"/>
                    <a:gd name="T12" fmla="*/ 0 w 629"/>
                    <a:gd name="T13" fmla="*/ 0 h 628"/>
                    <a:gd name="T14" fmla="*/ 0 w 629"/>
                    <a:gd name="T15" fmla="*/ 0 h 628"/>
                    <a:gd name="T16" fmla="*/ 0 w 629"/>
                    <a:gd name="T17" fmla="*/ 0 h 628"/>
                    <a:gd name="T18" fmla="*/ 0 w 629"/>
                    <a:gd name="T19" fmla="*/ 0 h 628"/>
                    <a:gd name="T20" fmla="*/ 0 w 629"/>
                    <a:gd name="T21" fmla="*/ 0 h 628"/>
                    <a:gd name="T22" fmla="*/ 0 w 629"/>
                    <a:gd name="T23" fmla="*/ 0 h 628"/>
                    <a:gd name="T24" fmla="*/ 0 w 629"/>
                    <a:gd name="T25" fmla="*/ 0 h 628"/>
                    <a:gd name="T26" fmla="*/ 0 w 629"/>
                    <a:gd name="T27" fmla="*/ 0 h 628"/>
                    <a:gd name="T28" fmla="*/ 0 w 629"/>
                    <a:gd name="T29" fmla="*/ 0 h 628"/>
                    <a:gd name="T30" fmla="*/ 0 w 629"/>
                    <a:gd name="T31" fmla="*/ 0 h 628"/>
                    <a:gd name="T32" fmla="*/ 0 w 629"/>
                    <a:gd name="T33" fmla="*/ 0 h 628"/>
                    <a:gd name="T34" fmla="*/ 0 w 629"/>
                    <a:gd name="T35" fmla="*/ 0 h 628"/>
                    <a:gd name="T36" fmla="*/ 0 w 629"/>
                    <a:gd name="T37" fmla="*/ 0 h 628"/>
                    <a:gd name="T38" fmla="*/ 0 w 629"/>
                    <a:gd name="T39" fmla="*/ 0 h 628"/>
                    <a:gd name="T40" fmla="*/ 0 w 629"/>
                    <a:gd name="T41" fmla="*/ 0 h 628"/>
                    <a:gd name="T42" fmla="*/ 0 w 629"/>
                    <a:gd name="T43" fmla="*/ 0 h 628"/>
                    <a:gd name="T44" fmla="*/ 0 w 629"/>
                    <a:gd name="T45" fmla="*/ 0 h 628"/>
                    <a:gd name="T46" fmla="*/ 0 w 629"/>
                    <a:gd name="T47" fmla="*/ 0 h 628"/>
                    <a:gd name="T48" fmla="*/ 0 w 629"/>
                    <a:gd name="T49" fmla="*/ 0 h 628"/>
                    <a:gd name="T50" fmla="*/ 0 w 629"/>
                    <a:gd name="T51" fmla="*/ 0 h 628"/>
                    <a:gd name="T52" fmla="*/ 0 w 629"/>
                    <a:gd name="T53" fmla="*/ 0 h 628"/>
                    <a:gd name="T54" fmla="*/ 0 w 629"/>
                    <a:gd name="T55" fmla="*/ 0 h 628"/>
                    <a:gd name="T56" fmla="*/ 0 w 629"/>
                    <a:gd name="T57" fmla="*/ 0 h 628"/>
                    <a:gd name="T58" fmla="*/ 0 w 629"/>
                    <a:gd name="T59" fmla="*/ 0 h 628"/>
                    <a:gd name="T60" fmla="*/ 0 w 629"/>
                    <a:gd name="T61" fmla="*/ 0 h 628"/>
                    <a:gd name="T62" fmla="*/ 0 w 629"/>
                    <a:gd name="T63" fmla="*/ 0 h 628"/>
                    <a:gd name="T64" fmla="*/ 0 w 629"/>
                    <a:gd name="T65" fmla="*/ 0 h 628"/>
                    <a:gd name="T66" fmla="*/ 0 w 629"/>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9"/>
                    <a:gd name="T103" fmla="*/ 0 h 628"/>
                    <a:gd name="T104" fmla="*/ 629 w 629"/>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9" h="628">
                      <a:moveTo>
                        <a:pt x="629" y="628"/>
                      </a:moveTo>
                      <a:lnTo>
                        <a:pt x="629" y="628"/>
                      </a:lnTo>
                      <a:lnTo>
                        <a:pt x="628" y="595"/>
                      </a:lnTo>
                      <a:lnTo>
                        <a:pt x="625" y="563"/>
                      </a:lnTo>
                      <a:lnTo>
                        <a:pt x="621" y="532"/>
                      </a:lnTo>
                      <a:lnTo>
                        <a:pt x="616" y="502"/>
                      </a:lnTo>
                      <a:lnTo>
                        <a:pt x="608" y="471"/>
                      </a:lnTo>
                      <a:lnTo>
                        <a:pt x="601" y="441"/>
                      </a:lnTo>
                      <a:lnTo>
                        <a:pt x="591" y="412"/>
                      </a:lnTo>
                      <a:lnTo>
                        <a:pt x="579" y="383"/>
                      </a:lnTo>
                      <a:lnTo>
                        <a:pt x="567" y="356"/>
                      </a:lnTo>
                      <a:lnTo>
                        <a:pt x="552" y="329"/>
                      </a:lnTo>
                      <a:lnTo>
                        <a:pt x="537" y="302"/>
                      </a:lnTo>
                      <a:lnTo>
                        <a:pt x="521" y="277"/>
                      </a:lnTo>
                      <a:lnTo>
                        <a:pt x="503" y="252"/>
                      </a:lnTo>
                      <a:lnTo>
                        <a:pt x="484" y="229"/>
                      </a:lnTo>
                      <a:lnTo>
                        <a:pt x="465" y="206"/>
                      </a:lnTo>
                      <a:lnTo>
                        <a:pt x="444" y="184"/>
                      </a:lnTo>
                      <a:lnTo>
                        <a:pt x="422" y="163"/>
                      </a:lnTo>
                      <a:lnTo>
                        <a:pt x="399" y="143"/>
                      </a:lnTo>
                      <a:lnTo>
                        <a:pt x="376" y="125"/>
                      </a:lnTo>
                      <a:lnTo>
                        <a:pt x="351" y="107"/>
                      </a:lnTo>
                      <a:lnTo>
                        <a:pt x="326" y="91"/>
                      </a:lnTo>
                      <a:lnTo>
                        <a:pt x="299" y="76"/>
                      </a:lnTo>
                      <a:lnTo>
                        <a:pt x="273" y="61"/>
                      </a:lnTo>
                      <a:lnTo>
                        <a:pt x="244" y="49"/>
                      </a:lnTo>
                      <a:lnTo>
                        <a:pt x="216" y="38"/>
                      </a:lnTo>
                      <a:lnTo>
                        <a:pt x="187" y="28"/>
                      </a:lnTo>
                      <a:lnTo>
                        <a:pt x="157" y="20"/>
                      </a:lnTo>
                      <a:lnTo>
                        <a:pt x="127" y="12"/>
                      </a:lnTo>
                      <a:lnTo>
                        <a:pt x="95" y="6"/>
                      </a:lnTo>
                      <a:lnTo>
                        <a:pt x="65" y="3"/>
                      </a:lnTo>
                      <a:lnTo>
                        <a:pt x="33" y="1"/>
                      </a:lnTo>
                      <a:lnTo>
                        <a:pt x="0" y="0"/>
                      </a:lnTo>
                      <a:lnTo>
                        <a:pt x="0" y="129"/>
                      </a:lnTo>
                      <a:lnTo>
                        <a:pt x="26" y="129"/>
                      </a:lnTo>
                      <a:lnTo>
                        <a:pt x="52" y="131"/>
                      </a:lnTo>
                      <a:lnTo>
                        <a:pt x="77" y="135"/>
                      </a:lnTo>
                      <a:lnTo>
                        <a:pt x="101" y="139"/>
                      </a:lnTo>
                      <a:lnTo>
                        <a:pt x="125" y="145"/>
                      </a:lnTo>
                      <a:lnTo>
                        <a:pt x="148" y="151"/>
                      </a:lnTo>
                      <a:lnTo>
                        <a:pt x="172" y="159"/>
                      </a:lnTo>
                      <a:lnTo>
                        <a:pt x="194" y="168"/>
                      </a:lnTo>
                      <a:lnTo>
                        <a:pt x="216" y="178"/>
                      </a:lnTo>
                      <a:lnTo>
                        <a:pt x="238" y="189"/>
                      </a:lnTo>
                      <a:lnTo>
                        <a:pt x="259" y="202"/>
                      </a:lnTo>
                      <a:lnTo>
                        <a:pt x="280" y="215"/>
                      </a:lnTo>
                      <a:lnTo>
                        <a:pt x="298" y="228"/>
                      </a:lnTo>
                      <a:lnTo>
                        <a:pt x="318" y="243"/>
                      </a:lnTo>
                      <a:lnTo>
                        <a:pt x="335" y="258"/>
                      </a:lnTo>
                      <a:lnTo>
                        <a:pt x="353" y="275"/>
                      </a:lnTo>
                      <a:lnTo>
                        <a:pt x="369" y="292"/>
                      </a:lnTo>
                      <a:lnTo>
                        <a:pt x="385" y="310"/>
                      </a:lnTo>
                      <a:lnTo>
                        <a:pt x="400" y="330"/>
                      </a:lnTo>
                      <a:lnTo>
                        <a:pt x="414" y="349"/>
                      </a:lnTo>
                      <a:lnTo>
                        <a:pt x="427" y="369"/>
                      </a:lnTo>
                      <a:lnTo>
                        <a:pt x="439" y="390"/>
                      </a:lnTo>
                      <a:lnTo>
                        <a:pt x="450" y="412"/>
                      </a:lnTo>
                      <a:lnTo>
                        <a:pt x="460" y="434"/>
                      </a:lnTo>
                      <a:lnTo>
                        <a:pt x="469" y="457"/>
                      </a:lnTo>
                      <a:lnTo>
                        <a:pt x="477" y="480"/>
                      </a:lnTo>
                      <a:lnTo>
                        <a:pt x="483" y="503"/>
                      </a:lnTo>
                      <a:lnTo>
                        <a:pt x="489" y="527"/>
                      </a:lnTo>
                      <a:lnTo>
                        <a:pt x="493" y="551"/>
                      </a:lnTo>
                      <a:lnTo>
                        <a:pt x="496" y="576"/>
                      </a:lnTo>
                      <a:lnTo>
                        <a:pt x="499" y="601"/>
                      </a:lnTo>
                      <a:lnTo>
                        <a:pt x="499" y="628"/>
                      </a:lnTo>
                      <a:lnTo>
                        <a:pt x="629" y="628"/>
                      </a:lnTo>
                      <a:close/>
                    </a:path>
                  </a:pathLst>
                </a:custGeom>
                <a:solidFill>
                  <a:srgbClr val="EF2B2F"/>
                </a:solidFill>
                <a:ln>
                  <a:noFill/>
                </a:ln>
              </p:spPr>
              <p:txBody>
                <a:bodyPr/>
                <a:lstStyle/>
                <a:p>
                  <a:pPr>
                    <a:defRPr/>
                  </a:pPr>
                  <a:endParaRPr lang="en-US" sz="1050">
                    <a:latin typeface="+mj-lt"/>
                  </a:endParaRPr>
                </a:p>
              </p:txBody>
            </p:sp>
            <p:sp>
              <p:nvSpPr>
                <p:cNvPr id="41116" name="Freeform 304">
                  <a:extLst>
                    <a:ext uri="{FF2B5EF4-FFF2-40B4-BE49-F238E27FC236}">
                      <a16:creationId xmlns="" xmlns:a16="http://schemas.microsoft.com/office/drawing/2014/main" id="{D95D6A9C-1DC1-9E60-1336-18EAEBB35E84}"/>
                    </a:ext>
                  </a:extLst>
                </p:cNvPr>
                <p:cNvSpPr>
                  <a:spLocks/>
                </p:cNvSpPr>
                <p:nvPr/>
              </p:nvSpPr>
              <p:spPr bwMode="auto">
                <a:xfrm>
                  <a:off x="4567" y="3539"/>
                  <a:ext cx="21" cy="23"/>
                </a:xfrm>
                <a:custGeom>
                  <a:avLst/>
                  <a:gdLst>
                    <a:gd name="T0" fmla="*/ 0 w 629"/>
                    <a:gd name="T1" fmla="*/ 0 h 627"/>
                    <a:gd name="T2" fmla="*/ 0 w 629"/>
                    <a:gd name="T3" fmla="*/ 0 h 627"/>
                    <a:gd name="T4" fmla="*/ 0 w 629"/>
                    <a:gd name="T5" fmla="*/ 0 h 627"/>
                    <a:gd name="T6" fmla="*/ 0 w 629"/>
                    <a:gd name="T7" fmla="*/ 0 h 627"/>
                    <a:gd name="T8" fmla="*/ 0 w 629"/>
                    <a:gd name="T9" fmla="*/ 0 h 627"/>
                    <a:gd name="T10" fmla="*/ 0 w 629"/>
                    <a:gd name="T11" fmla="*/ 0 h 627"/>
                    <a:gd name="T12" fmla="*/ 0 w 629"/>
                    <a:gd name="T13" fmla="*/ 0 h 627"/>
                    <a:gd name="T14" fmla="*/ 0 w 629"/>
                    <a:gd name="T15" fmla="*/ 0 h 627"/>
                    <a:gd name="T16" fmla="*/ 0 w 629"/>
                    <a:gd name="T17" fmla="*/ 0 h 627"/>
                    <a:gd name="T18" fmla="*/ 0 w 629"/>
                    <a:gd name="T19" fmla="*/ 0 h 627"/>
                    <a:gd name="T20" fmla="*/ 0 w 629"/>
                    <a:gd name="T21" fmla="*/ 0 h 627"/>
                    <a:gd name="T22" fmla="*/ 0 w 629"/>
                    <a:gd name="T23" fmla="*/ 0 h 627"/>
                    <a:gd name="T24" fmla="*/ 0 w 629"/>
                    <a:gd name="T25" fmla="*/ 0 h 627"/>
                    <a:gd name="T26" fmla="*/ 0 w 629"/>
                    <a:gd name="T27" fmla="*/ 0 h 627"/>
                    <a:gd name="T28" fmla="*/ 0 w 629"/>
                    <a:gd name="T29" fmla="*/ 0 h 627"/>
                    <a:gd name="T30" fmla="*/ 0 w 629"/>
                    <a:gd name="T31" fmla="*/ 0 h 627"/>
                    <a:gd name="T32" fmla="*/ 0 w 629"/>
                    <a:gd name="T33" fmla="*/ 0 h 627"/>
                    <a:gd name="T34" fmla="*/ 0 w 629"/>
                    <a:gd name="T35" fmla="*/ 0 h 627"/>
                    <a:gd name="T36" fmla="*/ 0 w 629"/>
                    <a:gd name="T37" fmla="*/ 0 h 627"/>
                    <a:gd name="T38" fmla="*/ 0 w 629"/>
                    <a:gd name="T39" fmla="*/ 0 h 627"/>
                    <a:gd name="T40" fmla="*/ 0 w 629"/>
                    <a:gd name="T41" fmla="*/ 0 h 627"/>
                    <a:gd name="T42" fmla="*/ 0 w 629"/>
                    <a:gd name="T43" fmla="*/ 0 h 627"/>
                    <a:gd name="T44" fmla="*/ 0 w 629"/>
                    <a:gd name="T45" fmla="*/ 0 h 627"/>
                    <a:gd name="T46" fmla="*/ 0 w 629"/>
                    <a:gd name="T47" fmla="*/ 0 h 627"/>
                    <a:gd name="T48" fmla="*/ 0 w 629"/>
                    <a:gd name="T49" fmla="*/ 0 h 627"/>
                    <a:gd name="T50" fmla="*/ 0 w 629"/>
                    <a:gd name="T51" fmla="*/ 0 h 627"/>
                    <a:gd name="T52" fmla="*/ 0 w 629"/>
                    <a:gd name="T53" fmla="*/ 0 h 627"/>
                    <a:gd name="T54" fmla="*/ 0 w 629"/>
                    <a:gd name="T55" fmla="*/ 0 h 627"/>
                    <a:gd name="T56" fmla="*/ 0 w 629"/>
                    <a:gd name="T57" fmla="*/ 0 h 627"/>
                    <a:gd name="T58" fmla="*/ 0 w 629"/>
                    <a:gd name="T59" fmla="*/ 0 h 627"/>
                    <a:gd name="T60" fmla="*/ 0 w 629"/>
                    <a:gd name="T61" fmla="*/ 0 h 627"/>
                    <a:gd name="T62" fmla="*/ 0 w 629"/>
                    <a:gd name="T63" fmla="*/ 0 h 627"/>
                    <a:gd name="T64" fmla="*/ 0 w 629"/>
                    <a:gd name="T65" fmla="*/ 0 h 627"/>
                    <a:gd name="T66" fmla="*/ 0 w 629"/>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9"/>
                    <a:gd name="T103" fmla="*/ 0 h 627"/>
                    <a:gd name="T104" fmla="*/ 629 w 629"/>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9" h="627">
                      <a:moveTo>
                        <a:pt x="0" y="627"/>
                      </a:moveTo>
                      <a:lnTo>
                        <a:pt x="0" y="627"/>
                      </a:lnTo>
                      <a:lnTo>
                        <a:pt x="33" y="626"/>
                      </a:lnTo>
                      <a:lnTo>
                        <a:pt x="65" y="624"/>
                      </a:lnTo>
                      <a:lnTo>
                        <a:pt x="95" y="620"/>
                      </a:lnTo>
                      <a:lnTo>
                        <a:pt x="127" y="614"/>
                      </a:lnTo>
                      <a:lnTo>
                        <a:pt x="157" y="607"/>
                      </a:lnTo>
                      <a:lnTo>
                        <a:pt x="187" y="599"/>
                      </a:lnTo>
                      <a:lnTo>
                        <a:pt x="216" y="589"/>
                      </a:lnTo>
                      <a:lnTo>
                        <a:pt x="244" y="577"/>
                      </a:lnTo>
                      <a:lnTo>
                        <a:pt x="273" y="565"/>
                      </a:lnTo>
                      <a:lnTo>
                        <a:pt x="299" y="551"/>
                      </a:lnTo>
                      <a:lnTo>
                        <a:pt x="326" y="535"/>
                      </a:lnTo>
                      <a:lnTo>
                        <a:pt x="351" y="520"/>
                      </a:lnTo>
                      <a:lnTo>
                        <a:pt x="376" y="501"/>
                      </a:lnTo>
                      <a:lnTo>
                        <a:pt x="400" y="484"/>
                      </a:lnTo>
                      <a:lnTo>
                        <a:pt x="422" y="464"/>
                      </a:lnTo>
                      <a:lnTo>
                        <a:pt x="444" y="443"/>
                      </a:lnTo>
                      <a:lnTo>
                        <a:pt x="465" y="421"/>
                      </a:lnTo>
                      <a:lnTo>
                        <a:pt x="484" y="398"/>
                      </a:lnTo>
                      <a:lnTo>
                        <a:pt x="503" y="374"/>
                      </a:lnTo>
                      <a:lnTo>
                        <a:pt x="521" y="350"/>
                      </a:lnTo>
                      <a:lnTo>
                        <a:pt x="537" y="325"/>
                      </a:lnTo>
                      <a:lnTo>
                        <a:pt x="552" y="299"/>
                      </a:lnTo>
                      <a:lnTo>
                        <a:pt x="567" y="271"/>
                      </a:lnTo>
                      <a:lnTo>
                        <a:pt x="579" y="243"/>
                      </a:lnTo>
                      <a:lnTo>
                        <a:pt x="591" y="215"/>
                      </a:lnTo>
                      <a:lnTo>
                        <a:pt x="601" y="186"/>
                      </a:lnTo>
                      <a:lnTo>
                        <a:pt x="608" y="156"/>
                      </a:lnTo>
                      <a:lnTo>
                        <a:pt x="616" y="126"/>
                      </a:lnTo>
                      <a:lnTo>
                        <a:pt x="621" y="95"/>
                      </a:lnTo>
                      <a:lnTo>
                        <a:pt x="625" y="63"/>
                      </a:lnTo>
                      <a:lnTo>
                        <a:pt x="628" y="31"/>
                      </a:lnTo>
                      <a:lnTo>
                        <a:pt x="629" y="0"/>
                      </a:lnTo>
                      <a:lnTo>
                        <a:pt x="499" y="0"/>
                      </a:lnTo>
                      <a:lnTo>
                        <a:pt x="499" y="25"/>
                      </a:lnTo>
                      <a:lnTo>
                        <a:pt x="496" y="50"/>
                      </a:lnTo>
                      <a:lnTo>
                        <a:pt x="493" y="75"/>
                      </a:lnTo>
                      <a:lnTo>
                        <a:pt x="489" y="99"/>
                      </a:lnTo>
                      <a:lnTo>
                        <a:pt x="483" y="123"/>
                      </a:lnTo>
                      <a:lnTo>
                        <a:pt x="477" y="148"/>
                      </a:lnTo>
                      <a:lnTo>
                        <a:pt x="469" y="171"/>
                      </a:lnTo>
                      <a:lnTo>
                        <a:pt x="460" y="194"/>
                      </a:lnTo>
                      <a:lnTo>
                        <a:pt x="450" y="215"/>
                      </a:lnTo>
                      <a:lnTo>
                        <a:pt x="439" y="236"/>
                      </a:lnTo>
                      <a:lnTo>
                        <a:pt x="427" y="257"/>
                      </a:lnTo>
                      <a:lnTo>
                        <a:pt x="414" y="278"/>
                      </a:lnTo>
                      <a:lnTo>
                        <a:pt x="400" y="298"/>
                      </a:lnTo>
                      <a:lnTo>
                        <a:pt x="385" y="316"/>
                      </a:lnTo>
                      <a:lnTo>
                        <a:pt x="369" y="334"/>
                      </a:lnTo>
                      <a:lnTo>
                        <a:pt x="353" y="351"/>
                      </a:lnTo>
                      <a:lnTo>
                        <a:pt x="335" y="368"/>
                      </a:lnTo>
                      <a:lnTo>
                        <a:pt x="318" y="384"/>
                      </a:lnTo>
                      <a:lnTo>
                        <a:pt x="298" y="398"/>
                      </a:lnTo>
                      <a:lnTo>
                        <a:pt x="280" y="413"/>
                      </a:lnTo>
                      <a:lnTo>
                        <a:pt x="259" y="426"/>
                      </a:lnTo>
                      <a:lnTo>
                        <a:pt x="238" y="438"/>
                      </a:lnTo>
                      <a:lnTo>
                        <a:pt x="216" y="449"/>
                      </a:lnTo>
                      <a:lnTo>
                        <a:pt x="194" y="459"/>
                      </a:lnTo>
                      <a:lnTo>
                        <a:pt x="172" y="467"/>
                      </a:lnTo>
                      <a:lnTo>
                        <a:pt x="148" y="475"/>
                      </a:lnTo>
                      <a:lnTo>
                        <a:pt x="125" y="483"/>
                      </a:lnTo>
                      <a:lnTo>
                        <a:pt x="101" y="488"/>
                      </a:lnTo>
                      <a:lnTo>
                        <a:pt x="77" y="492"/>
                      </a:lnTo>
                      <a:lnTo>
                        <a:pt x="52" y="496"/>
                      </a:lnTo>
                      <a:lnTo>
                        <a:pt x="26" y="497"/>
                      </a:lnTo>
                      <a:lnTo>
                        <a:pt x="0" y="498"/>
                      </a:lnTo>
                      <a:lnTo>
                        <a:pt x="0" y="627"/>
                      </a:lnTo>
                      <a:close/>
                    </a:path>
                  </a:pathLst>
                </a:custGeom>
                <a:solidFill>
                  <a:srgbClr val="EF2B2F"/>
                </a:solidFill>
                <a:ln>
                  <a:noFill/>
                </a:ln>
              </p:spPr>
              <p:txBody>
                <a:bodyPr/>
                <a:lstStyle/>
                <a:p>
                  <a:pPr>
                    <a:defRPr/>
                  </a:pPr>
                  <a:endParaRPr lang="en-US" sz="1050">
                    <a:latin typeface="+mj-lt"/>
                  </a:endParaRPr>
                </a:p>
              </p:txBody>
            </p:sp>
            <p:sp>
              <p:nvSpPr>
                <p:cNvPr id="41117" name="Freeform 305">
                  <a:extLst>
                    <a:ext uri="{FF2B5EF4-FFF2-40B4-BE49-F238E27FC236}">
                      <a16:creationId xmlns="" xmlns:a16="http://schemas.microsoft.com/office/drawing/2014/main" id="{A3B59D68-0F24-7449-6D2F-6EE874E62A96}"/>
                    </a:ext>
                  </a:extLst>
                </p:cNvPr>
                <p:cNvSpPr>
                  <a:spLocks/>
                </p:cNvSpPr>
                <p:nvPr/>
              </p:nvSpPr>
              <p:spPr bwMode="auto">
                <a:xfrm>
                  <a:off x="4538" y="3539"/>
                  <a:ext cx="25"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0"/>
                      </a:moveTo>
                      <a:lnTo>
                        <a:pt x="0" y="0"/>
                      </a:lnTo>
                      <a:lnTo>
                        <a:pt x="1" y="31"/>
                      </a:lnTo>
                      <a:lnTo>
                        <a:pt x="4" y="63"/>
                      </a:lnTo>
                      <a:lnTo>
                        <a:pt x="8" y="95"/>
                      </a:lnTo>
                      <a:lnTo>
                        <a:pt x="13" y="126"/>
                      </a:lnTo>
                      <a:lnTo>
                        <a:pt x="21" y="156"/>
                      </a:lnTo>
                      <a:lnTo>
                        <a:pt x="29" y="186"/>
                      </a:lnTo>
                      <a:lnTo>
                        <a:pt x="39" y="215"/>
                      </a:lnTo>
                      <a:lnTo>
                        <a:pt x="51" y="243"/>
                      </a:lnTo>
                      <a:lnTo>
                        <a:pt x="63" y="271"/>
                      </a:lnTo>
                      <a:lnTo>
                        <a:pt x="77" y="299"/>
                      </a:lnTo>
                      <a:lnTo>
                        <a:pt x="92" y="325"/>
                      </a:lnTo>
                      <a:lnTo>
                        <a:pt x="108" y="350"/>
                      </a:lnTo>
                      <a:lnTo>
                        <a:pt x="126" y="374"/>
                      </a:lnTo>
                      <a:lnTo>
                        <a:pt x="145" y="398"/>
                      </a:lnTo>
                      <a:lnTo>
                        <a:pt x="165" y="421"/>
                      </a:lnTo>
                      <a:lnTo>
                        <a:pt x="185" y="443"/>
                      </a:lnTo>
                      <a:lnTo>
                        <a:pt x="206" y="464"/>
                      </a:lnTo>
                      <a:lnTo>
                        <a:pt x="229" y="484"/>
                      </a:lnTo>
                      <a:lnTo>
                        <a:pt x="253" y="501"/>
                      </a:lnTo>
                      <a:lnTo>
                        <a:pt x="277" y="520"/>
                      </a:lnTo>
                      <a:lnTo>
                        <a:pt x="303" y="535"/>
                      </a:lnTo>
                      <a:lnTo>
                        <a:pt x="330" y="551"/>
                      </a:lnTo>
                      <a:lnTo>
                        <a:pt x="356" y="565"/>
                      </a:lnTo>
                      <a:lnTo>
                        <a:pt x="385" y="577"/>
                      </a:lnTo>
                      <a:lnTo>
                        <a:pt x="413" y="589"/>
                      </a:lnTo>
                      <a:lnTo>
                        <a:pt x="442" y="599"/>
                      </a:lnTo>
                      <a:lnTo>
                        <a:pt x="472" y="607"/>
                      </a:lnTo>
                      <a:lnTo>
                        <a:pt x="502" y="614"/>
                      </a:lnTo>
                      <a:lnTo>
                        <a:pt x="534" y="620"/>
                      </a:lnTo>
                      <a:lnTo>
                        <a:pt x="565" y="624"/>
                      </a:lnTo>
                      <a:lnTo>
                        <a:pt x="596" y="626"/>
                      </a:lnTo>
                      <a:lnTo>
                        <a:pt x="628" y="627"/>
                      </a:lnTo>
                      <a:lnTo>
                        <a:pt x="628" y="498"/>
                      </a:lnTo>
                      <a:lnTo>
                        <a:pt x="603" y="497"/>
                      </a:lnTo>
                      <a:lnTo>
                        <a:pt x="578" y="496"/>
                      </a:lnTo>
                      <a:lnTo>
                        <a:pt x="552" y="492"/>
                      </a:lnTo>
                      <a:lnTo>
                        <a:pt x="528" y="488"/>
                      </a:lnTo>
                      <a:lnTo>
                        <a:pt x="504" y="483"/>
                      </a:lnTo>
                      <a:lnTo>
                        <a:pt x="480" y="475"/>
                      </a:lnTo>
                      <a:lnTo>
                        <a:pt x="457" y="467"/>
                      </a:lnTo>
                      <a:lnTo>
                        <a:pt x="434" y="459"/>
                      </a:lnTo>
                      <a:lnTo>
                        <a:pt x="412" y="449"/>
                      </a:lnTo>
                      <a:lnTo>
                        <a:pt x="391" y="438"/>
                      </a:lnTo>
                      <a:lnTo>
                        <a:pt x="371" y="426"/>
                      </a:lnTo>
                      <a:lnTo>
                        <a:pt x="350" y="413"/>
                      </a:lnTo>
                      <a:lnTo>
                        <a:pt x="330" y="398"/>
                      </a:lnTo>
                      <a:lnTo>
                        <a:pt x="311" y="384"/>
                      </a:lnTo>
                      <a:lnTo>
                        <a:pt x="294" y="368"/>
                      </a:lnTo>
                      <a:lnTo>
                        <a:pt x="276" y="351"/>
                      </a:lnTo>
                      <a:lnTo>
                        <a:pt x="260" y="334"/>
                      </a:lnTo>
                      <a:lnTo>
                        <a:pt x="243" y="316"/>
                      </a:lnTo>
                      <a:lnTo>
                        <a:pt x="229" y="298"/>
                      </a:lnTo>
                      <a:lnTo>
                        <a:pt x="215" y="278"/>
                      </a:lnTo>
                      <a:lnTo>
                        <a:pt x="202" y="257"/>
                      </a:lnTo>
                      <a:lnTo>
                        <a:pt x="190" y="236"/>
                      </a:lnTo>
                      <a:lnTo>
                        <a:pt x="179" y="215"/>
                      </a:lnTo>
                      <a:lnTo>
                        <a:pt x="169" y="194"/>
                      </a:lnTo>
                      <a:lnTo>
                        <a:pt x="160" y="171"/>
                      </a:lnTo>
                      <a:lnTo>
                        <a:pt x="153" y="148"/>
                      </a:lnTo>
                      <a:lnTo>
                        <a:pt x="145" y="123"/>
                      </a:lnTo>
                      <a:lnTo>
                        <a:pt x="139" y="99"/>
                      </a:lnTo>
                      <a:lnTo>
                        <a:pt x="136" y="75"/>
                      </a:lnTo>
                      <a:lnTo>
                        <a:pt x="132" y="50"/>
                      </a:lnTo>
                      <a:lnTo>
                        <a:pt x="131" y="25"/>
                      </a:lnTo>
                      <a:lnTo>
                        <a:pt x="130" y="0"/>
                      </a:lnTo>
                      <a:lnTo>
                        <a:pt x="0" y="0"/>
                      </a:lnTo>
                      <a:close/>
                    </a:path>
                  </a:pathLst>
                </a:custGeom>
                <a:solidFill>
                  <a:srgbClr val="EF2B2F"/>
                </a:solidFill>
                <a:ln>
                  <a:noFill/>
                </a:ln>
              </p:spPr>
              <p:txBody>
                <a:bodyPr/>
                <a:lstStyle/>
                <a:p>
                  <a:pPr>
                    <a:defRPr/>
                  </a:pPr>
                  <a:endParaRPr lang="en-US" sz="1050">
                    <a:latin typeface="+mj-lt"/>
                  </a:endParaRPr>
                </a:p>
              </p:txBody>
            </p:sp>
            <p:sp>
              <p:nvSpPr>
                <p:cNvPr id="41118" name="Freeform 306">
                  <a:extLst>
                    <a:ext uri="{FF2B5EF4-FFF2-40B4-BE49-F238E27FC236}">
                      <a16:creationId xmlns="" xmlns:a16="http://schemas.microsoft.com/office/drawing/2014/main" id="{D683F3EB-B514-11D6-A025-0FD9E275C8CC}"/>
                    </a:ext>
                  </a:extLst>
                </p:cNvPr>
                <p:cNvSpPr>
                  <a:spLocks/>
                </p:cNvSpPr>
                <p:nvPr/>
              </p:nvSpPr>
              <p:spPr bwMode="auto">
                <a:xfrm>
                  <a:off x="4538" y="3515"/>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6" y="1"/>
                      </a:lnTo>
                      <a:lnTo>
                        <a:pt x="565" y="3"/>
                      </a:lnTo>
                      <a:lnTo>
                        <a:pt x="534" y="6"/>
                      </a:lnTo>
                      <a:lnTo>
                        <a:pt x="502" y="12"/>
                      </a:lnTo>
                      <a:lnTo>
                        <a:pt x="471" y="20"/>
                      </a:lnTo>
                      <a:lnTo>
                        <a:pt x="442" y="28"/>
                      </a:lnTo>
                      <a:lnTo>
                        <a:pt x="413" y="38"/>
                      </a:lnTo>
                      <a:lnTo>
                        <a:pt x="385" y="49"/>
                      </a:lnTo>
                      <a:lnTo>
                        <a:pt x="356" y="61"/>
                      </a:lnTo>
                      <a:lnTo>
                        <a:pt x="330" y="76"/>
                      </a:lnTo>
                      <a:lnTo>
                        <a:pt x="303" y="91"/>
                      </a:lnTo>
                      <a:lnTo>
                        <a:pt x="277" y="107"/>
                      </a:lnTo>
                      <a:lnTo>
                        <a:pt x="253" y="125"/>
                      </a:lnTo>
                      <a:lnTo>
                        <a:pt x="229" y="143"/>
                      </a:lnTo>
                      <a:lnTo>
                        <a:pt x="206" y="163"/>
                      </a:lnTo>
                      <a:lnTo>
                        <a:pt x="184" y="184"/>
                      </a:lnTo>
                      <a:lnTo>
                        <a:pt x="165" y="206"/>
                      </a:lnTo>
                      <a:lnTo>
                        <a:pt x="145" y="228"/>
                      </a:lnTo>
                      <a:lnTo>
                        <a:pt x="126" y="252"/>
                      </a:lnTo>
                      <a:lnTo>
                        <a:pt x="108" y="277"/>
                      </a:lnTo>
                      <a:lnTo>
                        <a:pt x="92" y="302"/>
                      </a:lnTo>
                      <a:lnTo>
                        <a:pt x="77" y="329"/>
                      </a:lnTo>
                      <a:lnTo>
                        <a:pt x="63" y="356"/>
                      </a:lnTo>
                      <a:lnTo>
                        <a:pt x="51" y="383"/>
                      </a:lnTo>
                      <a:lnTo>
                        <a:pt x="39" y="412"/>
                      </a:lnTo>
                      <a:lnTo>
                        <a:pt x="29" y="441"/>
                      </a:lnTo>
                      <a:lnTo>
                        <a:pt x="21" y="471"/>
                      </a:lnTo>
                      <a:lnTo>
                        <a:pt x="13" y="502"/>
                      </a:lnTo>
                      <a:lnTo>
                        <a:pt x="8" y="532"/>
                      </a:lnTo>
                      <a:lnTo>
                        <a:pt x="4" y="564"/>
                      </a:lnTo>
                      <a:lnTo>
                        <a:pt x="1" y="596"/>
                      </a:lnTo>
                      <a:lnTo>
                        <a:pt x="0" y="628"/>
                      </a:lnTo>
                      <a:lnTo>
                        <a:pt x="130" y="628"/>
                      </a:lnTo>
                      <a:lnTo>
                        <a:pt x="131" y="601"/>
                      </a:lnTo>
                      <a:lnTo>
                        <a:pt x="132" y="576"/>
                      </a:lnTo>
                      <a:lnTo>
                        <a:pt x="136" y="551"/>
                      </a:lnTo>
                      <a:lnTo>
                        <a:pt x="139" y="527"/>
                      </a:lnTo>
                      <a:lnTo>
                        <a:pt x="145" y="503"/>
                      </a:lnTo>
                      <a:lnTo>
                        <a:pt x="153" y="480"/>
                      </a:lnTo>
                      <a:lnTo>
                        <a:pt x="160" y="457"/>
                      </a:lnTo>
                      <a:lnTo>
                        <a:pt x="169" y="434"/>
                      </a:lnTo>
                      <a:lnTo>
                        <a:pt x="179" y="412"/>
                      </a:lnTo>
                      <a:lnTo>
                        <a:pt x="190" y="390"/>
                      </a:lnTo>
                      <a:lnTo>
                        <a:pt x="202" y="369"/>
                      </a:lnTo>
                      <a:lnTo>
                        <a:pt x="215" y="349"/>
                      </a:lnTo>
                      <a:lnTo>
                        <a:pt x="229" y="330"/>
                      </a:lnTo>
                      <a:lnTo>
                        <a:pt x="243" y="311"/>
                      </a:lnTo>
                      <a:lnTo>
                        <a:pt x="260" y="292"/>
                      </a:lnTo>
                      <a:lnTo>
                        <a:pt x="276" y="275"/>
                      </a:lnTo>
                      <a:lnTo>
                        <a:pt x="294" y="258"/>
                      </a:lnTo>
                      <a:lnTo>
                        <a:pt x="311" y="243"/>
                      </a:lnTo>
                      <a:lnTo>
                        <a:pt x="330" y="228"/>
                      </a:lnTo>
                      <a:lnTo>
                        <a:pt x="350" y="215"/>
                      </a:lnTo>
                      <a:lnTo>
                        <a:pt x="371" y="202"/>
                      </a:lnTo>
                      <a:lnTo>
                        <a:pt x="391" y="189"/>
                      </a:lnTo>
                      <a:lnTo>
                        <a:pt x="412" y="178"/>
                      </a:lnTo>
                      <a:lnTo>
                        <a:pt x="434" y="168"/>
                      </a:lnTo>
                      <a:lnTo>
                        <a:pt x="457" y="159"/>
                      </a:lnTo>
                      <a:lnTo>
                        <a:pt x="480" y="151"/>
                      </a:lnTo>
                      <a:lnTo>
                        <a:pt x="504" y="145"/>
                      </a:lnTo>
                      <a:lnTo>
                        <a:pt x="528" y="139"/>
                      </a:lnTo>
                      <a:lnTo>
                        <a:pt x="552" y="135"/>
                      </a:lnTo>
                      <a:lnTo>
                        <a:pt x="578" y="131"/>
                      </a:lnTo>
                      <a:lnTo>
                        <a:pt x="603" y="129"/>
                      </a:lnTo>
                      <a:lnTo>
                        <a:pt x="628" y="129"/>
                      </a:lnTo>
                      <a:lnTo>
                        <a:pt x="628" y="0"/>
                      </a:lnTo>
                      <a:close/>
                    </a:path>
                  </a:pathLst>
                </a:custGeom>
                <a:solidFill>
                  <a:srgbClr val="EF2B2F"/>
                </a:solidFill>
                <a:ln>
                  <a:noFill/>
                </a:ln>
              </p:spPr>
              <p:txBody>
                <a:bodyPr/>
                <a:lstStyle/>
                <a:p>
                  <a:pPr>
                    <a:defRPr/>
                  </a:pPr>
                  <a:endParaRPr lang="en-US" sz="1050">
                    <a:latin typeface="+mj-lt"/>
                  </a:endParaRPr>
                </a:p>
              </p:txBody>
            </p:sp>
            <p:sp>
              <p:nvSpPr>
                <p:cNvPr id="41119" name="Freeform 307">
                  <a:extLst>
                    <a:ext uri="{FF2B5EF4-FFF2-40B4-BE49-F238E27FC236}">
                      <a16:creationId xmlns="" xmlns:a16="http://schemas.microsoft.com/office/drawing/2014/main" id="{68173037-C029-B445-95F2-1492B0B35430}"/>
                    </a:ext>
                  </a:extLst>
                </p:cNvPr>
                <p:cNvSpPr>
                  <a:spLocks/>
                </p:cNvSpPr>
                <p:nvPr/>
              </p:nvSpPr>
              <p:spPr bwMode="auto">
                <a:xfrm>
                  <a:off x="4540" y="3584"/>
                  <a:ext cx="44" cy="36"/>
                </a:xfrm>
                <a:custGeom>
                  <a:avLst/>
                  <a:gdLst>
                    <a:gd name="T0" fmla="*/ 0 w 1127"/>
                    <a:gd name="T1" fmla="*/ 0 h 1126"/>
                    <a:gd name="T2" fmla="*/ 0 w 1127"/>
                    <a:gd name="T3" fmla="*/ 0 h 1126"/>
                    <a:gd name="T4" fmla="*/ 0 w 1127"/>
                    <a:gd name="T5" fmla="*/ 0 h 1126"/>
                    <a:gd name="T6" fmla="*/ 0 w 1127"/>
                    <a:gd name="T7" fmla="*/ 0 h 1126"/>
                    <a:gd name="T8" fmla="*/ 0 w 1127"/>
                    <a:gd name="T9" fmla="*/ 0 h 1126"/>
                    <a:gd name="T10" fmla="*/ 0 w 1127"/>
                    <a:gd name="T11" fmla="*/ 0 h 1126"/>
                    <a:gd name="T12" fmla="*/ 0 w 1127"/>
                    <a:gd name="T13" fmla="*/ 0 h 1126"/>
                    <a:gd name="T14" fmla="*/ 0 w 1127"/>
                    <a:gd name="T15" fmla="*/ 0 h 1126"/>
                    <a:gd name="T16" fmla="*/ 0 w 1127"/>
                    <a:gd name="T17" fmla="*/ 0 h 1126"/>
                    <a:gd name="T18" fmla="*/ 0 w 1127"/>
                    <a:gd name="T19" fmla="*/ 0 h 1126"/>
                    <a:gd name="T20" fmla="*/ 0 w 1127"/>
                    <a:gd name="T21" fmla="*/ 0 h 1126"/>
                    <a:gd name="T22" fmla="*/ 0 w 1127"/>
                    <a:gd name="T23" fmla="*/ 0 h 1126"/>
                    <a:gd name="T24" fmla="*/ 0 w 1127"/>
                    <a:gd name="T25" fmla="*/ 0 h 1126"/>
                    <a:gd name="T26" fmla="*/ 0 w 1127"/>
                    <a:gd name="T27" fmla="*/ 0 h 1126"/>
                    <a:gd name="T28" fmla="*/ 0 w 1127"/>
                    <a:gd name="T29" fmla="*/ 0 h 1126"/>
                    <a:gd name="T30" fmla="*/ 0 w 1127"/>
                    <a:gd name="T31" fmla="*/ 0 h 1126"/>
                    <a:gd name="T32" fmla="*/ 0 w 1127"/>
                    <a:gd name="T33" fmla="*/ 0 h 1126"/>
                    <a:gd name="T34" fmla="*/ 0 w 1127"/>
                    <a:gd name="T35" fmla="*/ 0 h 1126"/>
                    <a:gd name="T36" fmla="*/ 0 w 1127"/>
                    <a:gd name="T37" fmla="*/ 0 h 1126"/>
                    <a:gd name="T38" fmla="*/ 0 w 1127"/>
                    <a:gd name="T39" fmla="*/ 0 h 1126"/>
                    <a:gd name="T40" fmla="*/ 0 w 1127"/>
                    <a:gd name="T41" fmla="*/ 0 h 1126"/>
                    <a:gd name="T42" fmla="*/ 0 w 1127"/>
                    <a:gd name="T43" fmla="*/ 0 h 1126"/>
                    <a:gd name="T44" fmla="*/ 0 w 1127"/>
                    <a:gd name="T45" fmla="*/ 0 h 1126"/>
                    <a:gd name="T46" fmla="*/ 0 w 1127"/>
                    <a:gd name="T47" fmla="*/ 0 h 1126"/>
                    <a:gd name="T48" fmla="*/ 0 w 1127"/>
                    <a:gd name="T49" fmla="*/ 0 h 1126"/>
                    <a:gd name="T50" fmla="*/ 0 w 1127"/>
                    <a:gd name="T51" fmla="*/ 0 h 1126"/>
                    <a:gd name="T52" fmla="*/ 0 w 1127"/>
                    <a:gd name="T53" fmla="*/ 0 h 1126"/>
                    <a:gd name="T54" fmla="*/ 0 w 1127"/>
                    <a:gd name="T55" fmla="*/ 0 h 1126"/>
                    <a:gd name="T56" fmla="*/ 0 w 1127"/>
                    <a:gd name="T57" fmla="*/ 0 h 1126"/>
                    <a:gd name="T58" fmla="*/ 0 w 1127"/>
                    <a:gd name="T59" fmla="*/ 0 h 1126"/>
                    <a:gd name="T60" fmla="*/ 0 w 1127"/>
                    <a:gd name="T61" fmla="*/ 0 h 1126"/>
                    <a:gd name="T62" fmla="*/ 0 w 1127"/>
                    <a:gd name="T63" fmla="*/ 0 h 1126"/>
                    <a:gd name="T64" fmla="*/ 0 w 1127"/>
                    <a:gd name="T65" fmla="*/ 0 h 1126"/>
                    <a:gd name="T66" fmla="*/ 0 w 1127"/>
                    <a:gd name="T67" fmla="*/ 0 h 1126"/>
                    <a:gd name="T68" fmla="*/ 0 w 1127"/>
                    <a:gd name="T69" fmla="*/ 0 h 1126"/>
                    <a:gd name="T70" fmla="*/ 0 w 1127"/>
                    <a:gd name="T71" fmla="*/ 0 h 1126"/>
                    <a:gd name="T72" fmla="*/ 0 w 1127"/>
                    <a:gd name="T73" fmla="*/ 0 h 1126"/>
                    <a:gd name="T74" fmla="*/ 0 w 1127"/>
                    <a:gd name="T75" fmla="*/ 0 h 1126"/>
                    <a:gd name="T76" fmla="*/ 0 w 1127"/>
                    <a:gd name="T77" fmla="*/ 0 h 1126"/>
                    <a:gd name="T78" fmla="*/ 0 w 1127"/>
                    <a:gd name="T79" fmla="*/ 0 h 1126"/>
                    <a:gd name="T80" fmla="*/ 0 w 1127"/>
                    <a:gd name="T81" fmla="*/ 0 h 1126"/>
                    <a:gd name="T82" fmla="*/ 0 w 1127"/>
                    <a:gd name="T83" fmla="*/ 0 h 1126"/>
                    <a:gd name="T84" fmla="*/ 0 w 1127"/>
                    <a:gd name="T85" fmla="*/ 0 h 112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27"/>
                    <a:gd name="T130" fmla="*/ 0 h 1126"/>
                    <a:gd name="T131" fmla="*/ 1127 w 1127"/>
                    <a:gd name="T132" fmla="*/ 1126 h 112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27" h="1126">
                      <a:moveTo>
                        <a:pt x="564" y="0"/>
                      </a:moveTo>
                      <a:lnTo>
                        <a:pt x="592" y="1"/>
                      </a:lnTo>
                      <a:lnTo>
                        <a:pt x="621" y="3"/>
                      </a:lnTo>
                      <a:lnTo>
                        <a:pt x="649" y="6"/>
                      </a:lnTo>
                      <a:lnTo>
                        <a:pt x="676" y="11"/>
                      </a:lnTo>
                      <a:lnTo>
                        <a:pt x="704" y="17"/>
                      </a:lnTo>
                      <a:lnTo>
                        <a:pt x="730" y="25"/>
                      </a:lnTo>
                      <a:lnTo>
                        <a:pt x="756" y="34"/>
                      </a:lnTo>
                      <a:lnTo>
                        <a:pt x="782" y="44"/>
                      </a:lnTo>
                      <a:lnTo>
                        <a:pt x="807" y="56"/>
                      </a:lnTo>
                      <a:lnTo>
                        <a:pt x="831" y="68"/>
                      </a:lnTo>
                      <a:lnTo>
                        <a:pt x="855" y="82"/>
                      </a:lnTo>
                      <a:lnTo>
                        <a:pt x="878" y="96"/>
                      </a:lnTo>
                      <a:lnTo>
                        <a:pt x="900" y="112"/>
                      </a:lnTo>
                      <a:lnTo>
                        <a:pt x="921" y="129"/>
                      </a:lnTo>
                      <a:lnTo>
                        <a:pt x="942" y="147"/>
                      </a:lnTo>
                      <a:lnTo>
                        <a:pt x="961" y="165"/>
                      </a:lnTo>
                      <a:lnTo>
                        <a:pt x="980" y="185"/>
                      </a:lnTo>
                      <a:lnTo>
                        <a:pt x="998" y="205"/>
                      </a:lnTo>
                      <a:lnTo>
                        <a:pt x="1014" y="227"/>
                      </a:lnTo>
                      <a:lnTo>
                        <a:pt x="1030" y="249"/>
                      </a:lnTo>
                      <a:lnTo>
                        <a:pt x="1045" y="272"/>
                      </a:lnTo>
                      <a:lnTo>
                        <a:pt x="1059" y="295"/>
                      </a:lnTo>
                      <a:lnTo>
                        <a:pt x="1071" y="320"/>
                      </a:lnTo>
                      <a:lnTo>
                        <a:pt x="1082" y="344"/>
                      </a:lnTo>
                      <a:lnTo>
                        <a:pt x="1092" y="370"/>
                      </a:lnTo>
                      <a:lnTo>
                        <a:pt x="1102" y="395"/>
                      </a:lnTo>
                      <a:lnTo>
                        <a:pt x="1109" y="423"/>
                      </a:lnTo>
                      <a:lnTo>
                        <a:pt x="1115" y="450"/>
                      </a:lnTo>
                      <a:lnTo>
                        <a:pt x="1120" y="478"/>
                      </a:lnTo>
                      <a:lnTo>
                        <a:pt x="1124" y="506"/>
                      </a:lnTo>
                      <a:lnTo>
                        <a:pt x="1126" y="534"/>
                      </a:lnTo>
                      <a:lnTo>
                        <a:pt x="1127" y="563"/>
                      </a:lnTo>
                      <a:lnTo>
                        <a:pt x="1126" y="591"/>
                      </a:lnTo>
                      <a:lnTo>
                        <a:pt x="1124" y="620"/>
                      </a:lnTo>
                      <a:lnTo>
                        <a:pt x="1120" y="648"/>
                      </a:lnTo>
                      <a:lnTo>
                        <a:pt x="1115" y="676"/>
                      </a:lnTo>
                      <a:lnTo>
                        <a:pt x="1109" y="703"/>
                      </a:lnTo>
                      <a:lnTo>
                        <a:pt x="1102" y="731"/>
                      </a:lnTo>
                      <a:lnTo>
                        <a:pt x="1092" y="757"/>
                      </a:lnTo>
                      <a:lnTo>
                        <a:pt x="1082" y="782"/>
                      </a:lnTo>
                      <a:lnTo>
                        <a:pt x="1071" y="807"/>
                      </a:lnTo>
                      <a:lnTo>
                        <a:pt x="1059" y="831"/>
                      </a:lnTo>
                      <a:lnTo>
                        <a:pt x="1045" y="854"/>
                      </a:lnTo>
                      <a:lnTo>
                        <a:pt x="1030" y="877"/>
                      </a:lnTo>
                      <a:lnTo>
                        <a:pt x="1014" y="899"/>
                      </a:lnTo>
                      <a:lnTo>
                        <a:pt x="998" y="921"/>
                      </a:lnTo>
                      <a:lnTo>
                        <a:pt x="980" y="941"/>
                      </a:lnTo>
                      <a:lnTo>
                        <a:pt x="961" y="961"/>
                      </a:lnTo>
                      <a:lnTo>
                        <a:pt x="942" y="979"/>
                      </a:lnTo>
                      <a:lnTo>
                        <a:pt x="921" y="998"/>
                      </a:lnTo>
                      <a:lnTo>
                        <a:pt x="900" y="1014"/>
                      </a:lnTo>
                      <a:lnTo>
                        <a:pt x="878" y="1030"/>
                      </a:lnTo>
                      <a:lnTo>
                        <a:pt x="855" y="1045"/>
                      </a:lnTo>
                      <a:lnTo>
                        <a:pt x="831" y="1058"/>
                      </a:lnTo>
                      <a:lnTo>
                        <a:pt x="807" y="1070"/>
                      </a:lnTo>
                      <a:lnTo>
                        <a:pt x="782" y="1082"/>
                      </a:lnTo>
                      <a:lnTo>
                        <a:pt x="756" y="1092"/>
                      </a:lnTo>
                      <a:lnTo>
                        <a:pt x="730" y="1101"/>
                      </a:lnTo>
                      <a:lnTo>
                        <a:pt x="704" y="1109"/>
                      </a:lnTo>
                      <a:lnTo>
                        <a:pt x="676" y="1115"/>
                      </a:lnTo>
                      <a:lnTo>
                        <a:pt x="649" y="1119"/>
                      </a:lnTo>
                      <a:lnTo>
                        <a:pt x="621" y="1123"/>
                      </a:lnTo>
                      <a:lnTo>
                        <a:pt x="592" y="1125"/>
                      </a:lnTo>
                      <a:lnTo>
                        <a:pt x="564" y="1126"/>
                      </a:lnTo>
                      <a:lnTo>
                        <a:pt x="534" y="1125"/>
                      </a:lnTo>
                      <a:lnTo>
                        <a:pt x="506" y="1123"/>
                      </a:lnTo>
                      <a:lnTo>
                        <a:pt x="478" y="1119"/>
                      </a:lnTo>
                      <a:lnTo>
                        <a:pt x="450" y="1115"/>
                      </a:lnTo>
                      <a:lnTo>
                        <a:pt x="422" y="1109"/>
                      </a:lnTo>
                      <a:lnTo>
                        <a:pt x="396" y="1101"/>
                      </a:lnTo>
                      <a:lnTo>
                        <a:pt x="370" y="1092"/>
                      </a:lnTo>
                      <a:lnTo>
                        <a:pt x="344" y="1082"/>
                      </a:lnTo>
                      <a:lnTo>
                        <a:pt x="319" y="1070"/>
                      </a:lnTo>
                      <a:lnTo>
                        <a:pt x="295" y="1058"/>
                      </a:lnTo>
                      <a:lnTo>
                        <a:pt x="271" y="1045"/>
                      </a:lnTo>
                      <a:lnTo>
                        <a:pt x="249" y="1030"/>
                      </a:lnTo>
                      <a:lnTo>
                        <a:pt x="226" y="1014"/>
                      </a:lnTo>
                      <a:lnTo>
                        <a:pt x="205" y="998"/>
                      </a:lnTo>
                      <a:lnTo>
                        <a:pt x="184" y="979"/>
                      </a:lnTo>
                      <a:lnTo>
                        <a:pt x="165" y="961"/>
                      </a:lnTo>
                      <a:lnTo>
                        <a:pt x="146" y="941"/>
                      </a:lnTo>
                      <a:lnTo>
                        <a:pt x="129" y="921"/>
                      </a:lnTo>
                      <a:lnTo>
                        <a:pt x="112" y="899"/>
                      </a:lnTo>
                      <a:lnTo>
                        <a:pt x="97" y="877"/>
                      </a:lnTo>
                      <a:lnTo>
                        <a:pt x="81" y="854"/>
                      </a:lnTo>
                      <a:lnTo>
                        <a:pt x="68" y="831"/>
                      </a:lnTo>
                      <a:lnTo>
                        <a:pt x="55" y="807"/>
                      </a:lnTo>
                      <a:lnTo>
                        <a:pt x="44" y="782"/>
                      </a:lnTo>
                      <a:lnTo>
                        <a:pt x="34" y="757"/>
                      </a:lnTo>
                      <a:lnTo>
                        <a:pt x="26" y="731"/>
                      </a:lnTo>
                      <a:lnTo>
                        <a:pt x="18" y="703"/>
                      </a:lnTo>
                      <a:lnTo>
                        <a:pt x="11" y="676"/>
                      </a:lnTo>
                      <a:lnTo>
                        <a:pt x="7" y="648"/>
                      </a:lnTo>
                      <a:lnTo>
                        <a:pt x="3" y="620"/>
                      </a:lnTo>
                      <a:lnTo>
                        <a:pt x="0" y="591"/>
                      </a:lnTo>
                      <a:lnTo>
                        <a:pt x="0" y="563"/>
                      </a:lnTo>
                      <a:lnTo>
                        <a:pt x="0" y="534"/>
                      </a:lnTo>
                      <a:lnTo>
                        <a:pt x="3" y="506"/>
                      </a:lnTo>
                      <a:lnTo>
                        <a:pt x="7" y="478"/>
                      </a:lnTo>
                      <a:lnTo>
                        <a:pt x="11" y="450"/>
                      </a:lnTo>
                      <a:lnTo>
                        <a:pt x="18" y="423"/>
                      </a:lnTo>
                      <a:lnTo>
                        <a:pt x="26" y="395"/>
                      </a:lnTo>
                      <a:lnTo>
                        <a:pt x="34" y="370"/>
                      </a:lnTo>
                      <a:lnTo>
                        <a:pt x="44" y="344"/>
                      </a:lnTo>
                      <a:lnTo>
                        <a:pt x="55" y="320"/>
                      </a:lnTo>
                      <a:lnTo>
                        <a:pt x="68" y="295"/>
                      </a:lnTo>
                      <a:lnTo>
                        <a:pt x="81" y="272"/>
                      </a:lnTo>
                      <a:lnTo>
                        <a:pt x="97" y="249"/>
                      </a:lnTo>
                      <a:lnTo>
                        <a:pt x="112" y="227"/>
                      </a:lnTo>
                      <a:lnTo>
                        <a:pt x="129" y="205"/>
                      </a:lnTo>
                      <a:lnTo>
                        <a:pt x="146" y="185"/>
                      </a:lnTo>
                      <a:lnTo>
                        <a:pt x="165" y="165"/>
                      </a:lnTo>
                      <a:lnTo>
                        <a:pt x="184" y="147"/>
                      </a:lnTo>
                      <a:lnTo>
                        <a:pt x="205" y="129"/>
                      </a:lnTo>
                      <a:lnTo>
                        <a:pt x="226" y="112"/>
                      </a:lnTo>
                      <a:lnTo>
                        <a:pt x="249" y="96"/>
                      </a:lnTo>
                      <a:lnTo>
                        <a:pt x="271" y="82"/>
                      </a:lnTo>
                      <a:lnTo>
                        <a:pt x="295" y="68"/>
                      </a:lnTo>
                      <a:lnTo>
                        <a:pt x="319" y="56"/>
                      </a:lnTo>
                      <a:lnTo>
                        <a:pt x="344" y="44"/>
                      </a:lnTo>
                      <a:lnTo>
                        <a:pt x="370" y="34"/>
                      </a:lnTo>
                      <a:lnTo>
                        <a:pt x="396" y="25"/>
                      </a:lnTo>
                      <a:lnTo>
                        <a:pt x="422" y="17"/>
                      </a:lnTo>
                      <a:lnTo>
                        <a:pt x="450" y="11"/>
                      </a:lnTo>
                      <a:lnTo>
                        <a:pt x="478" y="6"/>
                      </a:lnTo>
                      <a:lnTo>
                        <a:pt x="506" y="3"/>
                      </a:lnTo>
                      <a:lnTo>
                        <a:pt x="534" y="1"/>
                      </a:lnTo>
                      <a:lnTo>
                        <a:pt x="564" y="0"/>
                      </a:lnTo>
                      <a:close/>
                    </a:path>
                  </a:pathLst>
                </a:custGeom>
                <a:solidFill>
                  <a:srgbClr val="00A7D1"/>
                </a:solidFill>
                <a:ln>
                  <a:noFill/>
                </a:ln>
              </p:spPr>
              <p:txBody>
                <a:bodyPr/>
                <a:lstStyle/>
                <a:p>
                  <a:pPr>
                    <a:defRPr/>
                  </a:pPr>
                  <a:endParaRPr lang="en-US" sz="1050">
                    <a:latin typeface="+mj-lt"/>
                  </a:endParaRPr>
                </a:p>
              </p:txBody>
            </p:sp>
            <p:sp>
              <p:nvSpPr>
                <p:cNvPr id="41120" name="Freeform 308">
                  <a:extLst>
                    <a:ext uri="{FF2B5EF4-FFF2-40B4-BE49-F238E27FC236}">
                      <a16:creationId xmlns="" xmlns:a16="http://schemas.microsoft.com/office/drawing/2014/main" id="{E8C5C15B-9B77-D05A-5950-D36B1A07196A}"/>
                    </a:ext>
                  </a:extLst>
                </p:cNvPr>
                <p:cNvSpPr>
                  <a:spLocks/>
                </p:cNvSpPr>
                <p:nvPr/>
              </p:nvSpPr>
              <p:spPr bwMode="auto">
                <a:xfrm>
                  <a:off x="4567" y="3583"/>
                  <a:ext cx="20" cy="16"/>
                </a:xfrm>
                <a:custGeom>
                  <a:avLst/>
                  <a:gdLst>
                    <a:gd name="T0" fmla="*/ 0 w 627"/>
                    <a:gd name="T1" fmla="*/ 0 h 628"/>
                    <a:gd name="T2" fmla="*/ 0 w 627"/>
                    <a:gd name="T3" fmla="*/ 0 h 628"/>
                    <a:gd name="T4" fmla="*/ 0 w 627"/>
                    <a:gd name="T5" fmla="*/ 0 h 628"/>
                    <a:gd name="T6" fmla="*/ 0 w 627"/>
                    <a:gd name="T7" fmla="*/ 0 h 628"/>
                    <a:gd name="T8" fmla="*/ 0 w 627"/>
                    <a:gd name="T9" fmla="*/ 0 h 628"/>
                    <a:gd name="T10" fmla="*/ 0 w 627"/>
                    <a:gd name="T11" fmla="*/ 0 h 628"/>
                    <a:gd name="T12" fmla="*/ 0 w 627"/>
                    <a:gd name="T13" fmla="*/ 0 h 628"/>
                    <a:gd name="T14" fmla="*/ 0 w 627"/>
                    <a:gd name="T15" fmla="*/ 0 h 628"/>
                    <a:gd name="T16" fmla="*/ 0 w 627"/>
                    <a:gd name="T17" fmla="*/ 0 h 628"/>
                    <a:gd name="T18" fmla="*/ 0 w 627"/>
                    <a:gd name="T19" fmla="*/ 0 h 628"/>
                    <a:gd name="T20" fmla="*/ 0 w 627"/>
                    <a:gd name="T21" fmla="*/ 0 h 628"/>
                    <a:gd name="T22" fmla="*/ 0 w 627"/>
                    <a:gd name="T23" fmla="*/ 0 h 628"/>
                    <a:gd name="T24" fmla="*/ 0 w 627"/>
                    <a:gd name="T25" fmla="*/ 0 h 628"/>
                    <a:gd name="T26" fmla="*/ 0 w 627"/>
                    <a:gd name="T27" fmla="*/ 0 h 628"/>
                    <a:gd name="T28" fmla="*/ 0 w 627"/>
                    <a:gd name="T29" fmla="*/ 0 h 628"/>
                    <a:gd name="T30" fmla="*/ 0 w 627"/>
                    <a:gd name="T31" fmla="*/ 0 h 628"/>
                    <a:gd name="T32" fmla="*/ 0 w 627"/>
                    <a:gd name="T33" fmla="*/ 0 h 628"/>
                    <a:gd name="T34" fmla="*/ 0 w 627"/>
                    <a:gd name="T35" fmla="*/ 0 h 628"/>
                    <a:gd name="T36" fmla="*/ 0 w 627"/>
                    <a:gd name="T37" fmla="*/ 0 h 628"/>
                    <a:gd name="T38" fmla="*/ 0 w 627"/>
                    <a:gd name="T39" fmla="*/ 0 h 628"/>
                    <a:gd name="T40" fmla="*/ 0 w 627"/>
                    <a:gd name="T41" fmla="*/ 0 h 628"/>
                    <a:gd name="T42" fmla="*/ 0 w 627"/>
                    <a:gd name="T43" fmla="*/ 0 h 628"/>
                    <a:gd name="T44" fmla="*/ 0 w 627"/>
                    <a:gd name="T45" fmla="*/ 0 h 628"/>
                    <a:gd name="T46" fmla="*/ 0 w 627"/>
                    <a:gd name="T47" fmla="*/ 0 h 628"/>
                    <a:gd name="T48" fmla="*/ 0 w 627"/>
                    <a:gd name="T49" fmla="*/ 0 h 628"/>
                    <a:gd name="T50" fmla="*/ 0 w 627"/>
                    <a:gd name="T51" fmla="*/ 0 h 628"/>
                    <a:gd name="T52" fmla="*/ 0 w 627"/>
                    <a:gd name="T53" fmla="*/ 0 h 628"/>
                    <a:gd name="T54" fmla="*/ 0 w 627"/>
                    <a:gd name="T55" fmla="*/ 0 h 628"/>
                    <a:gd name="T56" fmla="*/ 0 w 627"/>
                    <a:gd name="T57" fmla="*/ 0 h 628"/>
                    <a:gd name="T58" fmla="*/ 0 w 627"/>
                    <a:gd name="T59" fmla="*/ 0 h 628"/>
                    <a:gd name="T60" fmla="*/ 0 w 627"/>
                    <a:gd name="T61" fmla="*/ 0 h 628"/>
                    <a:gd name="T62" fmla="*/ 0 w 627"/>
                    <a:gd name="T63" fmla="*/ 0 h 628"/>
                    <a:gd name="T64" fmla="*/ 0 w 627"/>
                    <a:gd name="T65" fmla="*/ 0 h 628"/>
                    <a:gd name="T66" fmla="*/ 0 w 627"/>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7"/>
                    <a:gd name="T103" fmla="*/ 0 h 628"/>
                    <a:gd name="T104" fmla="*/ 627 w 627"/>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7" h="628">
                      <a:moveTo>
                        <a:pt x="627" y="628"/>
                      </a:moveTo>
                      <a:lnTo>
                        <a:pt x="627" y="628"/>
                      </a:lnTo>
                      <a:lnTo>
                        <a:pt x="626" y="596"/>
                      </a:lnTo>
                      <a:lnTo>
                        <a:pt x="624" y="564"/>
                      </a:lnTo>
                      <a:lnTo>
                        <a:pt x="620" y="533"/>
                      </a:lnTo>
                      <a:lnTo>
                        <a:pt x="614" y="502"/>
                      </a:lnTo>
                      <a:lnTo>
                        <a:pt x="607" y="471"/>
                      </a:lnTo>
                      <a:lnTo>
                        <a:pt x="599" y="442"/>
                      </a:lnTo>
                      <a:lnTo>
                        <a:pt x="589" y="412"/>
                      </a:lnTo>
                      <a:lnTo>
                        <a:pt x="577" y="384"/>
                      </a:lnTo>
                      <a:lnTo>
                        <a:pt x="565" y="356"/>
                      </a:lnTo>
                      <a:lnTo>
                        <a:pt x="551" y="329"/>
                      </a:lnTo>
                      <a:lnTo>
                        <a:pt x="535" y="303"/>
                      </a:lnTo>
                      <a:lnTo>
                        <a:pt x="520" y="277"/>
                      </a:lnTo>
                      <a:lnTo>
                        <a:pt x="501" y="253"/>
                      </a:lnTo>
                      <a:lnTo>
                        <a:pt x="484" y="229"/>
                      </a:lnTo>
                      <a:lnTo>
                        <a:pt x="464" y="206"/>
                      </a:lnTo>
                      <a:lnTo>
                        <a:pt x="442" y="184"/>
                      </a:lnTo>
                      <a:lnTo>
                        <a:pt x="421" y="163"/>
                      </a:lnTo>
                      <a:lnTo>
                        <a:pt x="398" y="144"/>
                      </a:lnTo>
                      <a:lnTo>
                        <a:pt x="374" y="125"/>
                      </a:lnTo>
                      <a:lnTo>
                        <a:pt x="350" y="108"/>
                      </a:lnTo>
                      <a:lnTo>
                        <a:pt x="325" y="91"/>
                      </a:lnTo>
                      <a:lnTo>
                        <a:pt x="298" y="77"/>
                      </a:lnTo>
                      <a:lnTo>
                        <a:pt x="271" y="63"/>
                      </a:lnTo>
                      <a:lnTo>
                        <a:pt x="243" y="50"/>
                      </a:lnTo>
                      <a:lnTo>
                        <a:pt x="214" y="39"/>
                      </a:lnTo>
                      <a:lnTo>
                        <a:pt x="186" y="29"/>
                      </a:lnTo>
                      <a:lnTo>
                        <a:pt x="156" y="20"/>
                      </a:lnTo>
                      <a:lnTo>
                        <a:pt x="126" y="13"/>
                      </a:lnTo>
                      <a:lnTo>
                        <a:pt x="95" y="8"/>
                      </a:lnTo>
                      <a:lnTo>
                        <a:pt x="63" y="4"/>
                      </a:lnTo>
                      <a:lnTo>
                        <a:pt x="31" y="1"/>
                      </a:lnTo>
                      <a:lnTo>
                        <a:pt x="0" y="0"/>
                      </a:lnTo>
                      <a:lnTo>
                        <a:pt x="0" y="130"/>
                      </a:lnTo>
                      <a:lnTo>
                        <a:pt x="25" y="130"/>
                      </a:lnTo>
                      <a:lnTo>
                        <a:pt x="50" y="132"/>
                      </a:lnTo>
                      <a:lnTo>
                        <a:pt x="75" y="135"/>
                      </a:lnTo>
                      <a:lnTo>
                        <a:pt x="99" y="139"/>
                      </a:lnTo>
                      <a:lnTo>
                        <a:pt x="123" y="145"/>
                      </a:lnTo>
                      <a:lnTo>
                        <a:pt x="148" y="151"/>
                      </a:lnTo>
                      <a:lnTo>
                        <a:pt x="171" y="160"/>
                      </a:lnTo>
                      <a:lnTo>
                        <a:pt x="194" y="169"/>
                      </a:lnTo>
                      <a:lnTo>
                        <a:pt x="215" y="179"/>
                      </a:lnTo>
                      <a:lnTo>
                        <a:pt x="236" y="190"/>
                      </a:lnTo>
                      <a:lnTo>
                        <a:pt x="257" y="202"/>
                      </a:lnTo>
                      <a:lnTo>
                        <a:pt x="278" y="215"/>
                      </a:lnTo>
                      <a:lnTo>
                        <a:pt x="298" y="228"/>
                      </a:lnTo>
                      <a:lnTo>
                        <a:pt x="316" y="243"/>
                      </a:lnTo>
                      <a:lnTo>
                        <a:pt x="334" y="259"/>
                      </a:lnTo>
                      <a:lnTo>
                        <a:pt x="351" y="276"/>
                      </a:lnTo>
                      <a:lnTo>
                        <a:pt x="368" y="293"/>
                      </a:lnTo>
                      <a:lnTo>
                        <a:pt x="384" y="311"/>
                      </a:lnTo>
                      <a:lnTo>
                        <a:pt x="398" y="330"/>
                      </a:lnTo>
                      <a:lnTo>
                        <a:pt x="413" y="350"/>
                      </a:lnTo>
                      <a:lnTo>
                        <a:pt x="426" y="371"/>
                      </a:lnTo>
                      <a:lnTo>
                        <a:pt x="438" y="390"/>
                      </a:lnTo>
                      <a:lnTo>
                        <a:pt x="449" y="412"/>
                      </a:lnTo>
                      <a:lnTo>
                        <a:pt x="459" y="434"/>
                      </a:lnTo>
                      <a:lnTo>
                        <a:pt x="467" y="457"/>
                      </a:lnTo>
                      <a:lnTo>
                        <a:pt x="475" y="480"/>
                      </a:lnTo>
                      <a:lnTo>
                        <a:pt x="483" y="504"/>
                      </a:lnTo>
                      <a:lnTo>
                        <a:pt x="488" y="527"/>
                      </a:lnTo>
                      <a:lnTo>
                        <a:pt x="492" y="552"/>
                      </a:lnTo>
                      <a:lnTo>
                        <a:pt x="496" y="578"/>
                      </a:lnTo>
                      <a:lnTo>
                        <a:pt x="497" y="603"/>
                      </a:lnTo>
                      <a:lnTo>
                        <a:pt x="498" y="628"/>
                      </a:lnTo>
                      <a:lnTo>
                        <a:pt x="627" y="628"/>
                      </a:lnTo>
                      <a:close/>
                    </a:path>
                  </a:pathLst>
                </a:custGeom>
                <a:solidFill>
                  <a:srgbClr val="00A7D1"/>
                </a:solidFill>
                <a:ln>
                  <a:noFill/>
                </a:ln>
              </p:spPr>
              <p:txBody>
                <a:bodyPr/>
                <a:lstStyle/>
                <a:p>
                  <a:pPr>
                    <a:defRPr/>
                  </a:pPr>
                  <a:endParaRPr lang="en-US" sz="1050">
                    <a:latin typeface="+mj-lt"/>
                  </a:endParaRPr>
                </a:p>
              </p:txBody>
            </p:sp>
            <p:sp>
              <p:nvSpPr>
                <p:cNvPr id="41121" name="Freeform 309">
                  <a:extLst>
                    <a:ext uri="{FF2B5EF4-FFF2-40B4-BE49-F238E27FC236}">
                      <a16:creationId xmlns="" xmlns:a16="http://schemas.microsoft.com/office/drawing/2014/main" id="{188A96DA-B266-A40F-5893-120F1F2293CB}"/>
                    </a:ext>
                  </a:extLst>
                </p:cNvPr>
                <p:cNvSpPr>
                  <a:spLocks/>
                </p:cNvSpPr>
                <p:nvPr/>
              </p:nvSpPr>
              <p:spPr bwMode="auto">
                <a:xfrm>
                  <a:off x="4567" y="3605"/>
                  <a:ext cx="20" cy="24"/>
                </a:xfrm>
                <a:custGeom>
                  <a:avLst/>
                  <a:gdLst>
                    <a:gd name="T0" fmla="*/ 0 w 627"/>
                    <a:gd name="T1" fmla="*/ 0 h 628"/>
                    <a:gd name="T2" fmla="*/ 0 w 627"/>
                    <a:gd name="T3" fmla="*/ 0 h 628"/>
                    <a:gd name="T4" fmla="*/ 0 w 627"/>
                    <a:gd name="T5" fmla="*/ 0 h 628"/>
                    <a:gd name="T6" fmla="*/ 0 w 627"/>
                    <a:gd name="T7" fmla="*/ 0 h 628"/>
                    <a:gd name="T8" fmla="*/ 0 w 627"/>
                    <a:gd name="T9" fmla="*/ 0 h 628"/>
                    <a:gd name="T10" fmla="*/ 0 w 627"/>
                    <a:gd name="T11" fmla="*/ 0 h 628"/>
                    <a:gd name="T12" fmla="*/ 0 w 627"/>
                    <a:gd name="T13" fmla="*/ 0 h 628"/>
                    <a:gd name="T14" fmla="*/ 0 w 627"/>
                    <a:gd name="T15" fmla="*/ 0 h 628"/>
                    <a:gd name="T16" fmla="*/ 0 w 627"/>
                    <a:gd name="T17" fmla="*/ 0 h 628"/>
                    <a:gd name="T18" fmla="*/ 0 w 627"/>
                    <a:gd name="T19" fmla="*/ 0 h 628"/>
                    <a:gd name="T20" fmla="*/ 0 w 627"/>
                    <a:gd name="T21" fmla="*/ 0 h 628"/>
                    <a:gd name="T22" fmla="*/ 0 w 627"/>
                    <a:gd name="T23" fmla="*/ 0 h 628"/>
                    <a:gd name="T24" fmla="*/ 0 w 627"/>
                    <a:gd name="T25" fmla="*/ 0 h 628"/>
                    <a:gd name="T26" fmla="*/ 0 w 627"/>
                    <a:gd name="T27" fmla="*/ 0 h 628"/>
                    <a:gd name="T28" fmla="*/ 0 w 627"/>
                    <a:gd name="T29" fmla="*/ 0 h 628"/>
                    <a:gd name="T30" fmla="*/ 0 w 627"/>
                    <a:gd name="T31" fmla="*/ 0 h 628"/>
                    <a:gd name="T32" fmla="*/ 0 w 627"/>
                    <a:gd name="T33" fmla="*/ 0 h 628"/>
                    <a:gd name="T34" fmla="*/ 0 w 627"/>
                    <a:gd name="T35" fmla="*/ 0 h 628"/>
                    <a:gd name="T36" fmla="*/ 0 w 627"/>
                    <a:gd name="T37" fmla="*/ 0 h 628"/>
                    <a:gd name="T38" fmla="*/ 0 w 627"/>
                    <a:gd name="T39" fmla="*/ 0 h 628"/>
                    <a:gd name="T40" fmla="*/ 0 w 627"/>
                    <a:gd name="T41" fmla="*/ 0 h 628"/>
                    <a:gd name="T42" fmla="*/ 0 w 627"/>
                    <a:gd name="T43" fmla="*/ 0 h 628"/>
                    <a:gd name="T44" fmla="*/ 0 w 627"/>
                    <a:gd name="T45" fmla="*/ 0 h 628"/>
                    <a:gd name="T46" fmla="*/ 0 w 627"/>
                    <a:gd name="T47" fmla="*/ 0 h 628"/>
                    <a:gd name="T48" fmla="*/ 0 w 627"/>
                    <a:gd name="T49" fmla="*/ 0 h 628"/>
                    <a:gd name="T50" fmla="*/ 0 w 627"/>
                    <a:gd name="T51" fmla="*/ 0 h 628"/>
                    <a:gd name="T52" fmla="*/ 0 w 627"/>
                    <a:gd name="T53" fmla="*/ 0 h 628"/>
                    <a:gd name="T54" fmla="*/ 0 w 627"/>
                    <a:gd name="T55" fmla="*/ 0 h 628"/>
                    <a:gd name="T56" fmla="*/ 0 w 627"/>
                    <a:gd name="T57" fmla="*/ 0 h 628"/>
                    <a:gd name="T58" fmla="*/ 0 w 627"/>
                    <a:gd name="T59" fmla="*/ 0 h 628"/>
                    <a:gd name="T60" fmla="*/ 0 w 627"/>
                    <a:gd name="T61" fmla="*/ 0 h 628"/>
                    <a:gd name="T62" fmla="*/ 0 w 627"/>
                    <a:gd name="T63" fmla="*/ 0 h 628"/>
                    <a:gd name="T64" fmla="*/ 0 w 627"/>
                    <a:gd name="T65" fmla="*/ 0 h 628"/>
                    <a:gd name="T66" fmla="*/ 0 w 627"/>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7"/>
                    <a:gd name="T103" fmla="*/ 0 h 628"/>
                    <a:gd name="T104" fmla="*/ 627 w 627"/>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7" h="628">
                      <a:moveTo>
                        <a:pt x="0" y="628"/>
                      </a:moveTo>
                      <a:lnTo>
                        <a:pt x="0" y="628"/>
                      </a:lnTo>
                      <a:lnTo>
                        <a:pt x="31" y="627"/>
                      </a:lnTo>
                      <a:lnTo>
                        <a:pt x="63" y="624"/>
                      </a:lnTo>
                      <a:lnTo>
                        <a:pt x="95" y="621"/>
                      </a:lnTo>
                      <a:lnTo>
                        <a:pt x="126" y="615"/>
                      </a:lnTo>
                      <a:lnTo>
                        <a:pt x="155" y="608"/>
                      </a:lnTo>
                      <a:lnTo>
                        <a:pt x="186" y="599"/>
                      </a:lnTo>
                      <a:lnTo>
                        <a:pt x="214" y="589"/>
                      </a:lnTo>
                      <a:lnTo>
                        <a:pt x="243" y="578"/>
                      </a:lnTo>
                      <a:lnTo>
                        <a:pt x="271" y="565"/>
                      </a:lnTo>
                      <a:lnTo>
                        <a:pt x="298" y="552"/>
                      </a:lnTo>
                      <a:lnTo>
                        <a:pt x="325" y="537"/>
                      </a:lnTo>
                      <a:lnTo>
                        <a:pt x="350" y="520"/>
                      </a:lnTo>
                      <a:lnTo>
                        <a:pt x="374" y="503"/>
                      </a:lnTo>
                      <a:lnTo>
                        <a:pt x="398" y="484"/>
                      </a:lnTo>
                      <a:lnTo>
                        <a:pt x="421" y="464"/>
                      </a:lnTo>
                      <a:lnTo>
                        <a:pt x="443" y="444"/>
                      </a:lnTo>
                      <a:lnTo>
                        <a:pt x="464" y="422"/>
                      </a:lnTo>
                      <a:lnTo>
                        <a:pt x="484" y="399"/>
                      </a:lnTo>
                      <a:lnTo>
                        <a:pt x="501" y="376"/>
                      </a:lnTo>
                      <a:lnTo>
                        <a:pt x="520" y="351"/>
                      </a:lnTo>
                      <a:lnTo>
                        <a:pt x="535" y="325"/>
                      </a:lnTo>
                      <a:lnTo>
                        <a:pt x="551" y="299"/>
                      </a:lnTo>
                      <a:lnTo>
                        <a:pt x="565" y="272"/>
                      </a:lnTo>
                      <a:lnTo>
                        <a:pt x="577" y="244"/>
                      </a:lnTo>
                      <a:lnTo>
                        <a:pt x="589" y="216"/>
                      </a:lnTo>
                      <a:lnTo>
                        <a:pt x="599" y="186"/>
                      </a:lnTo>
                      <a:lnTo>
                        <a:pt x="607" y="157"/>
                      </a:lnTo>
                      <a:lnTo>
                        <a:pt x="614" y="126"/>
                      </a:lnTo>
                      <a:lnTo>
                        <a:pt x="620" y="95"/>
                      </a:lnTo>
                      <a:lnTo>
                        <a:pt x="624" y="64"/>
                      </a:lnTo>
                      <a:lnTo>
                        <a:pt x="626" y="32"/>
                      </a:lnTo>
                      <a:lnTo>
                        <a:pt x="627" y="0"/>
                      </a:lnTo>
                      <a:lnTo>
                        <a:pt x="498" y="0"/>
                      </a:lnTo>
                      <a:lnTo>
                        <a:pt x="497" y="25"/>
                      </a:lnTo>
                      <a:lnTo>
                        <a:pt x="496" y="50"/>
                      </a:lnTo>
                      <a:lnTo>
                        <a:pt x="492" y="76"/>
                      </a:lnTo>
                      <a:lnTo>
                        <a:pt x="488" y="101"/>
                      </a:lnTo>
                      <a:lnTo>
                        <a:pt x="483" y="125"/>
                      </a:lnTo>
                      <a:lnTo>
                        <a:pt x="475" y="148"/>
                      </a:lnTo>
                      <a:lnTo>
                        <a:pt x="467" y="171"/>
                      </a:lnTo>
                      <a:lnTo>
                        <a:pt x="459" y="194"/>
                      </a:lnTo>
                      <a:lnTo>
                        <a:pt x="449" y="216"/>
                      </a:lnTo>
                      <a:lnTo>
                        <a:pt x="438" y="238"/>
                      </a:lnTo>
                      <a:lnTo>
                        <a:pt x="426" y="259"/>
                      </a:lnTo>
                      <a:lnTo>
                        <a:pt x="413" y="278"/>
                      </a:lnTo>
                      <a:lnTo>
                        <a:pt x="398" y="298"/>
                      </a:lnTo>
                      <a:lnTo>
                        <a:pt x="384" y="317"/>
                      </a:lnTo>
                      <a:lnTo>
                        <a:pt x="368" y="335"/>
                      </a:lnTo>
                      <a:lnTo>
                        <a:pt x="351" y="353"/>
                      </a:lnTo>
                      <a:lnTo>
                        <a:pt x="334" y="369"/>
                      </a:lnTo>
                      <a:lnTo>
                        <a:pt x="316" y="385"/>
                      </a:lnTo>
                      <a:lnTo>
                        <a:pt x="298" y="400"/>
                      </a:lnTo>
                      <a:lnTo>
                        <a:pt x="278" y="413"/>
                      </a:lnTo>
                      <a:lnTo>
                        <a:pt x="257" y="426"/>
                      </a:lnTo>
                      <a:lnTo>
                        <a:pt x="236" y="438"/>
                      </a:lnTo>
                      <a:lnTo>
                        <a:pt x="215" y="449"/>
                      </a:lnTo>
                      <a:lnTo>
                        <a:pt x="194" y="459"/>
                      </a:lnTo>
                      <a:lnTo>
                        <a:pt x="171" y="469"/>
                      </a:lnTo>
                      <a:lnTo>
                        <a:pt x="148" y="477"/>
                      </a:lnTo>
                      <a:lnTo>
                        <a:pt x="123" y="483"/>
                      </a:lnTo>
                      <a:lnTo>
                        <a:pt x="99" y="489"/>
                      </a:lnTo>
                      <a:lnTo>
                        <a:pt x="75" y="493"/>
                      </a:lnTo>
                      <a:lnTo>
                        <a:pt x="50" y="496"/>
                      </a:lnTo>
                      <a:lnTo>
                        <a:pt x="25" y="498"/>
                      </a:lnTo>
                      <a:lnTo>
                        <a:pt x="0" y="498"/>
                      </a:lnTo>
                      <a:lnTo>
                        <a:pt x="0" y="628"/>
                      </a:lnTo>
                      <a:close/>
                    </a:path>
                  </a:pathLst>
                </a:custGeom>
                <a:solidFill>
                  <a:srgbClr val="00A7D1"/>
                </a:solidFill>
                <a:ln>
                  <a:noFill/>
                </a:ln>
              </p:spPr>
              <p:txBody>
                <a:bodyPr/>
                <a:lstStyle/>
                <a:p>
                  <a:pPr>
                    <a:defRPr/>
                  </a:pPr>
                  <a:endParaRPr lang="en-US" sz="1050">
                    <a:latin typeface="+mj-lt"/>
                  </a:endParaRPr>
                </a:p>
              </p:txBody>
            </p:sp>
            <p:sp>
              <p:nvSpPr>
                <p:cNvPr id="41122" name="Freeform 310">
                  <a:extLst>
                    <a:ext uri="{FF2B5EF4-FFF2-40B4-BE49-F238E27FC236}">
                      <a16:creationId xmlns="" xmlns:a16="http://schemas.microsoft.com/office/drawing/2014/main" id="{304F295E-842A-C0A9-4B48-D13FF3530CB6}"/>
                    </a:ext>
                  </a:extLst>
                </p:cNvPr>
                <p:cNvSpPr>
                  <a:spLocks/>
                </p:cNvSpPr>
                <p:nvPr/>
              </p:nvSpPr>
              <p:spPr bwMode="auto">
                <a:xfrm>
                  <a:off x="4537" y="3605"/>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1" y="32"/>
                      </a:lnTo>
                      <a:lnTo>
                        <a:pt x="3" y="64"/>
                      </a:lnTo>
                      <a:lnTo>
                        <a:pt x="6" y="95"/>
                      </a:lnTo>
                      <a:lnTo>
                        <a:pt x="12" y="126"/>
                      </a:lnTo>
                      <a:lnTo>
                        <a:pt x="19" y="157"/>
                      </a:lnTo>
                      <a:lnTo>
                        <a:pt x="28" y="186"/>
                      </a:lnTo>
                      <a:lnTo>
                        <a:pt x="38" y="216"/>
                      </a:lnTo>
                      <a:lnTo>
                        <a:pt x="49" y="244"/>
                      </a:lnTo>
                      <a:lnTo>
                        <a:pt x="61" y="272"/>
                      </a:lnTo>
                      <a:lnTo>
                        <a:pt x="75" y="299"/>
                      </a:lnTo>
                      <a:lnTo>
                        <a:pt x="91" y="325"/>
                      </a:lnTo>
                      <a:lnTo>
                        <a:pt x="107" y="351"/>
                      </a:lnTo>
                      <a:lnTo>
                        <a:pt x="125" y="376"/>
                      </a:lnTo>
                      <a:lnTo>
                        <a:pt x="143" y="399"/>
                      </a:lnTo>
                      <a:lnTo>
                        <a:pt x="163" y="422"/>
                      </a:lnTo>
                      <a:lnTo>
                        <a:pt x="184" y="444"/>
                      </a:lnTo>
                      <a:lnTo>
                        <a:pt x="206" y="464"/>
                      </a:lnTo>
                      <a:lnTo>
                        <a:pt x="228" y="484"/>
                      </a:lnTo>
                      <a:lnTo>
                        <a:pt x="252" y="503"/>
                      </a:lnTo>
                      <a:lnTo>
                        <a:pt x="277" y="520"/>
                      </a:lnTo>
                      <a:lnTo>
                        <a:pt x="302" y="537"/>
                      </a:lnTo>
                      <a:lnTo>
                        <a:pt x="328" y="552"/>
                      </a:lnTo>
                      <a:lnTo>
                        <a:pt x="356" y="565"/>
                      </a:lnTo>
                      <a:lnTo>
                        <a:pt x="383" y="578"/>
                      </a:lnTo>
                      <a:lnTo>
                        <a:pt x="412" y="589"/>
                      </a:lnTo>
                      <a:lnTo>
                        <a:pt x="441" y="599"/>
                      </a:lnTo>
                      <a:lnTo>
                        <a:pt x="471" y="608"/>
                      </a:lnTo>
                      <a:lnTo>
                        <a:pt x="502" y="615"/>
                      </a:lnTo>
                      <a:lnTo>
                        <a:pt x="532" y="621"/>
                      </a:lnTo>
                      <a:lnTo>
                        <a:pt x="563" y="624"/>
                      </a:lnTo>
                      <a:lnTo>
                        <a:pt x="596" y="627"/>
                      </a:lnTo>
                      <a:lnTo>
                        <a:pt x="628" y="628"/>
                      </a:lnTo>
                      <a:lnTo>
                        <a:pt x="628" y="498"/>
                      </a:lnTo>
                      <a:lnTo>
                        <a:pt x="601" y="498"/>
                      </a:lnTo>
                      <a:lnTo>
                        <a:pt x="576" y="496"/>
                      </a:lnTo>
                      <a:lnTo>
                        <a:pt x="551" y="493"/>
                      </a:lnTo>
                      <a:lnTo>
                        <a:pt x="527" y="489"/>
                      </a:lnTo>
                      <a:lnTo>
                        <a:pt x="503" y="483"/>
                      </a:lnTo>
                      <a:lnTo>
                        <a:pt x="480" y="477"/>
                      </a:lnTo>
                      <a:lnTo>
                        <a:pt x="456" y="469"/>
                      </a:lnTo>
                      <a:lnTo>
                        <a:pt x="434" y="459"/>
                      </a:lnTo>
                      <a:lnTo>
                        <a:pt x="412" y="449"/>
                      </a:lnTo>
                      <a:lnTo>
                        <a:pt x="390" y="438"/>
                      </a:lnTo>
                      <a:lnTo>
                        <a:pt x="369" y="426"/>
                      </a:lnTo>
                      <a:lnTo>
                        <a:pt x="349" y="413"/>
                      </a:lnTo>
                      <a:lnTo>
                        <a:pt x="330" y="400"/>
                      </a:lnTo>
                      <a:lnTo>
                        <a:pt x="311" y="385"/>
                      </a:lnTo>
                      <a:lnTo>
                        <a:pt x="292" y="369"/>
                      </a:lnTo>
                      <a:lnTo>
                        <a:pt x="275" y="353"/>
                      </a:lnTo>
                      <a:lnTo>
                        <a:pt x="258" y="335"/>
                      </a:lnTo>
                      <a:lnTo>
                        <a:pt x="243" y="317"/>
                      </a:lnTo>
                      <a:lnTo>
                        <a:pt x="228" y="298"/>
                      </a:lnTo>
                      <a:lnTo>
                        <a:pt x="213" y="278"/>
                      </a:lnTo>
                      <a:lnTo>
                        <a:pt x="200" y="259"/>
                      </a:lnTo>
                      <a:lnTo>
                        <a:pt x="188" y="238"/>
                      </a:lnTo>
                      <a:lnTo>
                        <a:pt x="177" y="216"/>
                      </a:lnTo>
                      <a:lnTo>
                        <a:pt x="167" y="194"/>
                      </a:lnTo>
                      <a:lnTo>
                        <a:pt x="159" y="171"/>
                      </a:lnTo>
                      <a:lnTo>
                        <a:pt x="151" y="148"/>
                      </a:lnTo>
                      <a:lnTo>
                        <a:pt x="144" y="125"/>
                      </a:lnTo>
                      <a:lnTo>
                        <a:pt x="139" y="101"/>
                      </a:lnTo>
                      <a:lnTo>
                        <a:pt x="135" y="76"/>
                      </a:lnTo>
                      <a:lnTo>
                        <a:pt x="131" y="51"/>
                      </a:lnTo>
                      <a:lnTo>
                        <a:pt x="129" y="26"/>
                      </a:lnTo>
                      <a:lnTo>
                        <a:pt x="129" y="0"/>
                      </a:lnTo>
                      <a:lnTo>
                        <a:pt x="0" y="0"/>
                      </a:lnTo>
                      <a:close/>
                    </a:path>
                  </a:pathLst>
                </a:custGeom>
                <a:solidFill>
                  <a:srgbClr val="00A7D1"/>
                </a:solidFill>
                <a:ln>
                  <a:noFill/>
                </a:ln>
              </p:spPr>
              <p:txBody>
                <a:bodyPr/>
                <a:lstStyle/>
                <a:p>
                  <a:pPr>
                    <a:defRPr/>
                  </a:pPr>
                  <a:endParaRPr lang="en-US" sz="1050">
                    <a:latin typeface="+mj-lt"/>
                  </a:endParaRPr>
                </a:p>
              </p:txBody>
            </p:sp>
            <p:sp>
              <p:nvSpPr>
                <p:cNvPr id="41123" name="Freeform 311">
                  <a:extLst>
                    <a:ext uri="{FF2B5EF4-FFF2-40B4-BE49-F238E27FC236}">
                      <a16:creationId xmlns="" xmlns:a16="http://schemas.microsoft.com/office/drawing/2014/main" id="{3FE875DA-1963-4039-B49C-5B50CEB4FDEB}"/>
                    </a:ext>
                  </a:extLst>
                </p:cNvPr>
                <p:cNvSpPr>
                  <a:spLocks/>
                </p:cNvSpPr>
                <p:nvPr/>
              </p:nvSpPr>
              <p:spPr bwMode="auto">
                <a:xfrm>
                  <a:off x="4537" y="3583"/>
                  <a:ext cx="25" cy="16"/>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5" y="1"/>
                      </a:lnTo>
                      <a:lnTo>
                        <a:pt x="563" y="4"/>
                      </a:lnTo>
                      <a:lnTo>
                        <a:pt x="532" y="8"/>
                      </a:lnTo>
                      <a:lnTo>
                        <a:pt x="502" y="13"/>
                      </a:lnTo>
                      <a:lnTo>
                        <a:pt x="471" y="20"/>
                      </a:lnTo>
                      <a:lnTo>
                        <a:pt x="441" y="29"/>
                      </a:lnTo>
                      <a:lnTo>
                        <a:pt x="412" y="39"/>
                      </a:lnTo>
                      <a:lnTo>
                        <a:pt x="383" y="50"/>
                      </a:lnTo>
                      <a:lnTo>
                        <a:pt x="356" y="63"/>
                      </a:lnTo>
                      <a:lnTo>
                        <a:pt x="328" y="77"/>
                      </a:lnTo>
                      <a:lnTo>
                        <a:pt x="302" y="91"/>
                      </a:lnTo>
                      <a:lnTo>
                        <a:pt x="277" y="108"/>
                      </a:lnTo>
                      <a:lnTo>
                        <a:pt x="252" y="125"/>
                      </a:lnTo>
                      <a:lnTo>
                        <a:pt x="228" y="144"/>
                      </a:lnTo>
                      <a:lnTo>
                        <a:pt x="206" y="163"/>
                      </a:lnTo>
                      <a:lnTo>
                        <a:pt x="184" y="184"/>
                      </a:lnTo>
                      <a:lnTo>
                        <a:pt x="163" y="206"/>
                      </a:lnTo>
                      <a:lnTo>
                        <a:pt x="143" y="229"/>
                      </a:lnTo>
                      <a:lnTo>
                        <a:pt x="125" y="253"/>
                      </a:lnTo>
                      <a:lnTo>
                        <a:pt x="107" y="277"/>
                      </a:lnTo>
                      <a:lnTo>
                        <a:pt x="91" y="303"/>
                      </a:lnTo>
                      <a:lnTo>
                        <a:pt x="75" y="329"/>
                      </a:lnTo>
                      <a:lnTo>
                        <a:pt x="61" y="356"/>
                      </a:lnTo>
                      <a:lnTo>
                        <a:pt x="49" y="384"/>
                      </a:lnTo>
                      <a:lnTo>
                        <a:pt x="38" y="412"/>
                      </a:lnTo>
                      <a:lnTo>
                        <a:pt x="28" y="442"/>
                      </a:lnTo>
                      <a:lnTo>
                        <a:pt x="19" y="471"/>
                      </a:lnTo>
                      <a:lnTo>
                        <a:pt x="12" y="502"/>
                      </a:lnTo>
                      <a:lnTo>
                        <a:pt x="6" y="533"/>
                      </a:lnTo>
                      <a:lnTo>
                        <a:pt x="3" y="564"/>
                      </a:lnTo>
                      <a:lnTo>
                        <a:pt x="1" y="596"/>
                      </a:lnTo>
                      <a:lnTo>
                        <a:pt x="0" y="628"/>
                      </a:lnTo>
                      <a:lnTo>
                        <a:pt x="129" y="628"/>
                      </a:lnTo>
                      <a:lnTo>
                        <a:pt x="129" y="602"/>
                      </a:lnTo>
                      <a:lnTo>
                        <a:pt x="131" y="576"/>
                      </a:lnTo>
                      <a:lnTo>
                        <a:pt x="135" y="552"/>
                      </a:lnTo>
                      <a:lnTo>
                        <a:pt x="139" y="527"/>
                      </a:lnTo>
                      <a:lnTo>
                        <a:pt x="144" y="504"/>
                      </a:lnTo>
                      <a:lnTo>
                        <a:pt x="151" y="480"/>
                      </a:lnTo>
                      <a:lnTo>
                        <a:pt x="159" y="457"/>
                      </a:lnTo>
                      <a:lnTo>
                        <a:pt x="167" y="434"/>
                      </a:lnTo>
                      <a:lnTo>
                        <a:pt x="177" y="412"/>
                      </a:lnTo>
                      <a:lnTo>
                        <a:pt x="188" y="390"/>
                      </a:lnTo>
                      <a:lnTo>
                        <a:pt x="200" y="371"/>
                      </a:lnTo>
                      <a:lnTo>
                        <a:pt x="213" y="350"/>
                      </a:lnTo>
                      <a:lnTo>
                        <a:pt x="228" y="330"/>
                      </a:lnTo>
                      <a:lnTo>
                        <a:pt x="243" y="311"/>
                      </a:lnTo>
                      <a:lnTo>
                        <a:pt x="258" y="293"/>
                      </a:lnTo>
                      <a:lnTo>
                        <a:pt x="275" y="276"/>
                      </a:lnTo>
                      <a:lnTo>
                        <a:pt x="292" y="259"/>
                      </a:lnTo>
                      <a:lnTo>
                        <a:pt x="311" y="243"/>
                      </a:lnTo>
                      <a:lnTo>
                        <a:pt x="330" y="228"/>
                      </a:lnTo>
                      <a:lnTo>
                        <a:pt x="349" y="215"/>
                      </a:lnTo>
                      <a:lnTo>
                        <a:pt x="369" y="202"/>
                      </a:lnTo>
                      <a:lnTo>
                        <a:pt x="390" y="190"/>
                      </a:lnTo>
                      <a:lnTo>
                        <a:pt x="412" y="179"/>
                      </a:lnTo>
                      <a:lnTo>
                        <a:pt x="434" y="169"/>
                      </a:lnTo>
                      <a:lnTo>
                        <a:pt x="456" y="160"/>
                      </a:lnTo>
                      <a:lnTo>
                        <a:pt x="480" y="151"/>
                      </a:lnTo>
                      <a:lnTo>
                        <a:pt x="503" y="145"/>
                      </a:lnTo>
                      <a:lnTo>
                        <a:pt x="527" y="139"/>
                      </a:lnTo>
                      <a:lnTo>
                        <a:pt x="551" y="135"/>
                      </a:lnTo>
                      <a:lnTo>
                        <a:pt x="576" y="132"/>
                      </a:lnTo>
                      <a:lnTo>
                        <a:pt x="601" y="130"/>
                      </a:lnTo>
                      <a:lnTo>
                        <a:pt x="628" y="130"/>
                      </a:lnTo>
                      <a:lnTo>
                        <a:pt x="628" y="0"/>
                      </a:lnTo>
                      <a:close/>
                    </a:path>
                  </a:pathLst>
                </a:custGeom>
                <a:solidFill>
                  <a:srgbClr val="00A7D1"/>
                </a:solidFill>
                <a:ln>
                  <a:noFill/>
                </a:ln>
              </p:spPr>
              <p:txBody>
                <a:bodyPr/>
                <a:lstStyle/>
                <a:p>
                  <a:pPr>
                    <a:defRPr/>
                  </a:pPr>
                  <a:endParaRPr lang="en-US" sz="1050">
                    <a:latin typeface="+mj-lt"/>
                  </a:endParaRPr>
                </a:p>
              </p:txBody>
            </p:sp>
            <p:sp>
              <p:nvSpPr>
                <p:cNvPr id="41124" name="Freeform 312">
                  <a:extLst>
                    <a:ext uri="{FF2B5EF4-FFF2-40B4-BE49-F238E27FC236}">
                      <a16:creationId xmlns="" xmlns:a16="http://schemas.microsoft.com/office/drawing/2014/main" id="{86FFB958-8F08-7B05-A0F1-C8DAECE9D1AA}"/>
                    </a:ext>
                  </a:extLst>
                </p:cNvPr>
                <p:cNvSpPr>
                  <a:spLocks/>
                </p:cNvSpPr>
                <p:nvPr/>
              </p:nvSpPr>
              <p:spPr bwMode="auto">
                <a:xfrm>
                  <a:off x="4540" y="3733"/>
                  <a:ext cx="44" cy="36"/>
                </a:xfrm>
                <a:custGeom>
                  <a:avLst/>
                  <a:gdLst>
                    <a:gd name="T0" fmla="*/ 0 w 1126"/>
                    <a:gd name="T1" fmla="*/ 0 h 1126"/>
                    <a:gd name="T2" fmla="*/ 0 w 1126"/>
                    <a:gd name="T3" fmla="*/ 0 h 1126"/>
                    <a:gd name="T4" fmla="*/ 0 w 1126"/>
                    <a:gd name="T5" fmla="*/ 0 h 1126"/>
                    <a:gd name="T6" fmla="*/ 0 w 1126"/>
                    <a:gd name="T7" fmla="*/ 0 h 1126"/>
                    <a:gd name="T8" fmla="*/ 0 w 1126"/>
                    <a:gd name="T9" fmla="*/ 0 h 1126"/>
                    <a:gd name="T10" fmla="*/ 0 w 1126"/>
                    <a:gd name="T11" fmla="*/ 0 h 1126"/>
                    <a:gd name="T12" fmla="*/ 0 w 1126"/>
                    <a:gd name="T13" fmla="*/ 0 h 1126"/>
                    <a:gd name="T14" fmla="*/ 0 w 1126"/>
                    <a:gd name="T15" fmla="*/ 0 h 1126"/>
                    <a:gd name="T16" fmla="*/ 0 w 1126"/>
                    <a:gd name="T17" fmla="*/ 0 h 1126"/>
                    <a:gd name="T18" fmla="*/ 0 w 1126"/>
                    <a:gd name="T19" fmla="*/ 0 h 1126"/>
                    <a:gd name="T20" fmla="*/ 0 w 1126"/>
                    <a:gd name="T21" fmla="*/ 0 h 1126"/>
                    <a:gd name="T22" fmla="*/ 0 w 1126"/>
                    <a:gd name="T23" fmla="*/ 0 h 1126"/>
                    <a:gd name="T24" fmla="*/ 0 w 1126"/>
                    <a:gd name="T25" fmla="*/ 0 h 1126"/>
                    <a:gd name="T26" fmla="*/ 0 w 1126"/>
                    <a:gd name="T27" fmla="*/ 0 h 1126"/>
                    <a:gd name="T28" fmla="*/ 0 w 1126"/>
                    <a:gd name="T29" fmla="*/ 0 h 1126"/>
                    <a:gd name="T30" fmla="*/ 0 w 1126"/>
                    <a:gd name="T31" fmla="*/ 0 h 1126"/>
                    <a:gd name="T32" fmla="*/ 0 w 1126"/>
                    <a:gd name="T33" fmla="*/ 0 h 1126"/>
                    <a:gd name="T34" fmla="*/ 0 w 1126"/>
                    <a:gd name="T35" fmla="*/ 0 h 1126"/>
                    <a:gd name="T36" fmla="*/ 0 w 1126"/>
                    <a:gd name="T37" fmla="*/ 0 h 1126"/>
                    <a:gd name="T38" fmla="*/ 0 w 1126"/>
                    <a:gd name="T39" fmla="*/ 0 h 1126"/>
                    <a:gd name="T40" fmla="*/ 0 w 1126"/>
                    <a:gd name="T41" fmla="*/ 0 h 1126"/>
                    <a:gd name="T42" fmla="*/ 0 w 1126"/>
                    <a:gd name="T43" fmla="*/ 0 h 1126"/>
                    <a:gd name="T44" fmla="*/ 0 w 1126"/>
                    <a:gd name="T45" fmla="*/ 0 h 1126"/>
                    <a:gd name="T46" fmla="*/ 0 w 1126"/>
                    <a:gd name="T47" fmla="*/ 0 h 1126"/>
                    <a:gd name="T48" fmla="*/ 0 w 1126"/>
                    <a:gd name="T49" fmla="*/ 0 h 1126"/>
                    <a:gd name="T50" fmla="*/ 0 w 1126"/>
                    <a:gd name="T51" fmla="*/ 0 h 1126"/>
                    <a:gd name="T52" fmla="*/ 0 w 1126"/>
                    <a:gd name="T53" fmla="*/ 0 h 1126"/>
                    <a:gd name="T54" fmla="*/ 0 w 1126"/>
                    <a:gd name="T55" fmla="*/ 0 h 1126"/>
                    <a:gd name="T56" fmla="*/ 0 w 1126"/>
                    <a:gd name="T57" fmla="*/ 0 h 1126"/>
                    <a:gd name="T58" fmla="*/ 0 w 1126"/>
                    <a:gd name="T59" fmla="*/ 0 h 1126"/>
                    <a:gd name="T60" fmla="*/ 0 w 1126"/>
                    <a:gd name="T61" fmla="*/ 0 h 1126"/>
                    <a:gd name="T62" fmla="*/ 0 w 1126"/>
                    <a:gd name="T63" fmla="*/ 0 h 1126"/>
                    <a:gd name="T64" fmla="*/ 0 w 1126"/>
                    <a:gd name="T65" fmla="*/ 0 h 1126"/>
                    <a:gd name="T66" fmla="*/ 0 w 1126"/>
                    <a:gd name="T67" fmla="*/ 0 h 1126"/>
                    <a:gd name="T68" fmla="*/ 0 w 1126"/>
                    <a:gd name="T69" fmla="*/ 0 h 1126"/>
                    <a:gd name="T70" fmla="*/ 0 w 1126"/>
                    <a:gd name="T71" fmla="*/ 0 h 1126"/>
                    <a:gd name="T72" fmla="*/ 0 w 1126"/>
                    <a:gd name="T73" fmla="*/ 0 h 1126"/>
                    <a:gd name="T74" fmla="*/ 0 w 1126"/>
                    <a:gd name="T75" fmla="*/ 0 h 1126"/>
                    <a:gd name="T76" fmla="*/ 0 w 1126"/>
                    <a:gd name="T77" fmla="*/ 0 h 1126"/>
                    <a:gd name="T78" fmla="*/ 0 w 1126"/>
                    <a:gd name="T79" fmla="*/ 0 h 1126"/>
                    <a:gd name="T80" fmla="*/ 0 w 1126"/>
                    <a:gd name="T81" fmla="*/ 0 h 1126"/>
                    <a:gd name="T82" fmla="*/ 0 w 1126"/>
                    <a:gd name="T83" fmla="*/ 0 h 1126"/>
                    <a:gd name="T84" fmla="*/ 0 w 1126"/>
                    <a:gd name="T85" fmla="*/ 0 h 112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26"/>
                    <a:gd name="T130" fmla="*/ 0 h 1126"/>
                    <a:gd name="T131" fmla="*/ 1126 w 1126"/>
                    <a:gd name="T132" fmla="*/ 1126 h 112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26" h="1126">
                      <a:moveTo>
                        <a:pt x="563" y="0"/>
                      </a:moveTo>
                      <a:lnTo>
                        <a:pt x="592" y="1"/>
                      </a:lnTo>
                      <a:lnTo>
                        <a:pt x="620" y="3"/>
                      </a:lnTo>
                      <a:lnTo>
                        <a:pt x="649" y="7"/>
                      </a:lnTo>
                      <a:lnTo>
                        <a:pt x="676" y="12"/>
                      </a:lnTo>
                      <a:lnTo>
                        <a:pt x="703" y="18"/>
                      </a:lnTo>
                      <a:lnTo>
                        <a:pt x="730" y="25"/>
                      </a:lnTo>
                      <a:lnTo>
                        <a:pt x="756" y="35"/>
                      </a:lnTo>
                      <a:lnTo>
                        <a:pt x="782" y="45"/>
                      </a:lnTo>
                      <a:lnTo>
                        <a:pt x="806" y="56"/>
                      </a:lnTo>
                      <a:lnTo>
                        <a:pt x="831" y="68"/>
                      </a:lnTo>
                      <a:lnTo>
                        <a:pt x="855" y="82"/>
                      </a:lnTo>
                      <a:lnTo>
                        <a:pt x="878" y="96"/>
                      </a:lnTo>
                      <a:lnTo>
                        <a:pt x="899" y="113"/>
                      </a:lnTo>
                      <a:lnTo>
                        <a:pt x="921" y="129"/>
                      </a:lnTo>
                      <a:lnTo>
                        <a:pt x="941" y="147"/>
                      </a:lnTo>
                      <a:lnTo>
                        <a:pt x="961" y="165"/>
                      </a:lnTo>
                      <a:lnTo>
                        <a:pt x="979" y="185"/>
                      </a:lnTo>
                      <a:lnTo>
                        <a:pt x="997" y="206"/>
                      </a:lnTo>
                      <a:lnTo>
                        <a:pt x="1014" y="227"/>
                      </a:lnTo>
                      <a:lnTo>
                        <a:pt x="1030" y="249"/>
                      </a:lnTo>
                      <a:lnTo>
                        <a:pt x="1044" y="272"/>
                      </a:lnTo>
                      <a:lnTo>
                        <a:pt x="1058" y="296"/>
                      </a:lnTo>
                      <a:lnTo>
                        <a:pt x="1070" y="320"/>
                      </a:lnTo>
                      <a:lnTo>
                        <a:pt x="1081" y="345"/>
                      </a:lnTo>
                      <a:lnTo>
                        <a:pt x="1092" y="370"/>
                      </a:lnTo>
                      <a:lnTo>
                        <a:pt x="1101" y="397"/>
                      </a:lnTo>
                      <a:lnTo>
                        <a:pt x="1109" y="423"/>
                      </a:lnTo>
                      <a:lnTo>
                        <a:pt x="1115" y="450"/>
                      </a:lnTo>
                      <a:lnTo>
                        <a:pt x="1120" y="478"/>
                      </a:lnTo>
                      <a:lnTo>
                        <a:pt x="1123" y="506"/>
                      </a:lnTo>
                      <a:lnTo>
                        <a:pt x="1125" y="535"/>
                      </a:lnTo>
                      <a:lnTo>
                        <a:pt x="1126" y="563"/>
                      </a:lnTo>
                      <a:lnTo>
                        <a:pt x="1125" y="593"/>
                      </a:lnTo>
                      <a:lnTo>
                        <a:pt x="1123" y="621"/>
                      </a:lnTo>
                      <a:lnTo>
                        <a:pt x="1120" y="649"/>
                      </a:lnTo>
                      <a:lnTo>
                        <a:pt x="1115" y="677"/>
                      </a:lnTo>
                      <a:lnTo>
                        <a:pt x="1109" y="704"/>
                      </a:lnTo>
                      <a:lnTo>
                        <a:pt x="1101" y="731"/>
                      </a:lnTo>
                      <a:lnTo>
                        <a:pt x="1092" y="757"/>
                      </a:lnTo>
                      <a:lnTo>
                        <a:pt x="1081" y="782"/>
                      </a:lnTo>
                      <a:lnTo>
                        <a:pt x="1070" y="807"/>
                      </a:lnTo>
                      <a:lnTo>
                        <a:pt x="1058" y="831"/>
                      </a:lnTo>
                      <a:lnTo>
                        <a:pt x="1044" y="856"/>
                      </a:lnTo>
                      <a:lnTo>
                        <a:pt x="1030" y="878"/>
                      </a:lnTo>
                      <a:lnTo>
                        <a:pt x="1014" y="901"/>
                      </a:lnTo>
                      <a:lnTo>
                        <a:pt x="997" y="921"/>
                      </a:lnTo>
                      <a:lnTo>
                        <a:pt x="979" y="942"/>
                      </a:lnTo>
                      <a:lnTo>
                        <a:pt x="961" y="962"/>
                      </a:lnTo>
                      <a:lnTo>
                        <a:pt x="941" y="980"/>
                      </a:lnTo>
                      <a:lnTo>
                        <a:pt x="921" y="998"/>
                      </a:lnTo>
                      <a:lnTo>
                        <a:pt x="899" y="1014"/>
                      </a:lnTo>
                      <a:lnTo>
                        <a:pt x="878" y="1030"/>
                      </a:lnTo>
                      <a:lnTo>
                        <a:pt x="855" y="1045"/>
                      </a:lnTo>
                      <a:lnTo>
                        <a:pt x="831" y="1058"/>
                      </a:lnTo>
                      <a:lnTo>
                        <a:pt x="806" y="1071"/>
                      </a:lnTo>
                      <a:lnTo>
                        <a:pt x="782" y="1082"/>
                      </a:lnTo>
                      <a:lnTo>
                        <a:pt x="756" y="1092"/>
                      </a:lnTo>
                      <a:lnTo>
                        <a:pt x="730" y="1101"/>
                      </a:lnTo>
                      <a:lnTo>
                        <a:pt x="703" y="1109"/>
                      </a:lnTo>
                      <a:lnTo>
                        <a:pt x="676" y="1115"/>
                      </a:lnTo>
                      <a:lnTo>
                        <a:pt x="649" y="1120"/>
                      </a:lnTo>
                      <a:lnTo>
                        <a:pt x="620" y="1124"/>
                      </a:lnTo>
                      <a:lnTo>
                        <a:pt x="592" y="1126"/>
                      </a:lnTo>
                      <a:lnTo>
                        <a:pt x="563" y="1126"/>
                      </a:lnTo>
                      <a:lnTo>
                        <a:pt x="535" y="1126"/>
                      </a:lnTo>
                      <a:lnTo>
                        <a:pt x="505" y="1124"/>
                      </a:lnTo>
                      <a:lnTo>
                        <a:pt x="478" y="1120"/>
                      </a:lnTo>
                      <a:lnTo>
                        <a:pt x="450" y="1115"/>
                      </a:lnTo>
                      <a:lnTo>
                        <a:pt x="423" y="1109"/>
                      </a:lnTo>
                      <a:lnTo>
                        <a:pt x="395" y="1101"/>
                      </a:lnTo>
                      <a:lnTo>
                        <a:pt x="369" y="1092"/>
                      </a:lnTo>
                      <a:lnTo>
                        <a:pt x="344" y="1082"/>
                      </a:lnTo>
                      <a:lnTo>
                        <a:pt x="319" y="1071"/>
                      </a:lnTo>
                      <a:lnTo>
                        <a:pt x="295" y="1058"/>
                      </a:lnTo>
                      <a:lnTo>
                        <a:pt x="272" y="1045"/>
                      </a:lnTo>
                      <a:lnTo>
                        <a:pt x="249" y="1030"/>
                      </a:lnTo>
                      <a:lnTo>
                        <a:pt x="227" y="1014"/>
                      </a:lnTo>
                      <a:lnTo>
                        <a:pt x="205" y="998"/>
                      </a:lnTo>
                      <a:lnTo>
                        <a:pt x="185" y="980"/>
                      </a:lnTo>
                      <a:lnTo>
                        <a:pt x="165" y="962"/>
                      </a:lnTo>
                      <a:lnTo>
                        <a:pt x="147" y="942"/>
                      </a:lnTo>
                      <a:lnTo>
                        <a:pt x="128" y="921"/>
                      </a:lnTo>
                      <a:lnTo>
                        <a:pt x="112" y="901"/>
                      </a:lnTo>
                      <a:lnTo>
                        <a:pt x="96" y="878"/>
                      </a:lnTo>
                      <a:lnTo>
                        <a:pt x="81" y="856"/>
                      </a:lnTo>
                      <a:lnTo>
                        <a:pt x="68" y="831"/>
                      </a:lnTo>
                      <a:lnTo>
                        <a:pt x="56" y="807"/>
                      </a:lnTo>
                      <a:lnTo>
                        <a:pt x="44" y="782"/>
                      </a:lnTo>
                      <a:lnTo>
                        <a:pt x="34" y="757"/>
                      </a:lnTo>
                      <a:lnTo>
                        <a:pt x="25" y="731"/>
                      </a:lnTo>
                      <a:lnTo>
                        <a:pt x="17" y="704"/>
                      </a:lnTo>
                      <a:lnTo>
                        <a:pt x="11" y="677"/>
                      </a:lnTo>
                      <a:lnTo>
                        <a:pt x="6" y="649"/>
                      </a:lnTo>
                      <a:lnTo>
                        <a:pt x="2" y="621"/>
                      </a:lnTo>
                      <a:lnTo>
                        <a:pt x="0" y="593"/>
                      </a:lnTo>
                      <a:lnTo>
                        <a:pt x="0" y="563"/>
                      </a:lnTo>
                      <a:lnTo>
                        <a:pt x="0" y="535"/>
                      </a:lnTo>
                      <a:lnTo>
                        <a:pt x="2" y="506"/>
                      </a:lnTo>
                      <a:lnTo>
                        <a:pt x="6" y="478"/>
                      </a:lnTo>
                      <a:lnTo>
                        <a:pt x="11" y="450"/>
                      </a:lnTo>
                      <a:lnTo>
                        <a:pt x="17" y="423"/>
                      </a:lnTo>
                      <a:lnTo>
                        <a:pt x="25" y="397"/>
                      </a:lnTo>
                      <a:lnTo>
                        <a:pt x="34" y="370"/>
                      </a:lnTo>
                      <a:lnTo>
                        <a:pt x="44" y="345"/>
                      </a:lnTo>
                      <a:lnTo>
                        <a:pt x="56" y="320"/>
                      </a:lnTo>
                      <a:lnTo>
                        <a:pt x="68" y="296"/>
                      </a:lnTo>
                      <a:lnTo>
                        <a:pt x="81" y="272"/>
                      </a:lnTo>
                      <a:lnTo>
                        <a:pt x="96" y="249"/>
                      </a:lnTo>
                      <a:lnTo>
                        <a:pt x="112" y="227"/>
                      </a:lnTo>
                      <a:lnTo>
                        <a:pt x="128" y="206"/>
                      </a:lnTo>
                      <a:lnTo>
                        <a:pt x="147" y="185"/>
                      </a:lnTo>
                      <a:lnTo>
                        <a:pt x="165" y="165"/>
                      </a:lnTo>
                      <a:lnTo>
                        <a:pt x="185" y="147"/>
                      </a:lnTo>
                      <a:lnTo>
                        <a:pt x="205" y="129"/>
                      </a:lnTo>
                      <a:lnTo>
                        <a:pt x="227" y="113"/>
                      </a:lnTo>
                      <a:lnTo>
                        <a:pt x="249" y="96"/>
                      </a:lnTo>
                      <a:lnTo>
                        <a:pt x="272" y="82"/>
                      </a:lnTo>
                      <a:lnTo>
                        <a:pt x="295" y="68"/>
                      </a:lnTo>
                      <a:lnTo>
                        <a:pt x="319" y="56"/>
                      </a:lnTo>
                      <a:lnTo>
                        <a:pt x="344" y="45"/>
                      </a:lnTo>
                      <a:lnTo>
                        <a:pt x="369" y="35"/>
                      </a:lnTo>
                      <a:lnTo>
                        <a:pt x="395" y="25"/>
                      </a:lnTo>
                      <a:lnTo>
                        <a:pt x="423" y="18"/>
                      </a:lnTo>
                      <a:lnTo>
                        <a:pt x="450" y="12"/>
                      </a:lnTo>
                      <a:lnTo>
                        <a:pt x="478" y="7"/>
                      </a:lnTo>
                      <a:lnTo>
                        <a:pt x="505" y="3"/>
                      </a:lnTo>
                      <a:lnTo>
                        <a:pt x="535" y="1"/>
                      </a:lnTo>
                      <a:lnTo>
                        <a:pt x="563" y="0"/>
                      </a:lnTo>
                      <a:close/>
                    </a:path>
                  </a:pathLst>
                </a:custGeom>
                <a:solidFill>
                  <a:srgbClr val="00A7D1"/>
                </a:solidFill>
                <a:ln>
                  <a:noFill/>
                </a:ln>
              </p:spPr>
              <p:txBody>
                <a:bodyPr/>
                <a:lstStyle/>
                <a:p>
                  <a:pPr>
                    <a:defRPr/>
                  </a:pPr>
                  <a:endParaRPr lang="en-US" sz="1050">
                    <a:latin typeface="+mj-lt"/>
                  </a:endParaRPr>
                </a:p>
              </p:txBody>
            </p:sp>
            <p:sp>
              <p:nvSpPr>
                <p:cNvPr id="41125" name="Freeform 313">
                  <a:extLst>
                    <a:ext uri="{FF2B5EF4-FFF2-40B4-BE49-F238E27FC236}">
                      <a16:creationId xmlns="" xmlns:a16="http://schemas.microsoft.com/office/drawing/2014/main" id="{F284A341-2EF0-F85C-B1DB-041286A4209C}"/>
                    </a:ext>
                  </a:extLst>
                </p:cNvPr>
                <p:cNvSpPr>
                  <a:spLocks/>
                </p:cNvSpPr>
                <p:nvPr/>
              </p:nvSpPr>
              <p:spPr bwMode="auto">
                <a:xfrm>
                  <a:off x="4567" y="3731"/>
                  <a:ext cx="20"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628"/>
                      </a:moveTo>
                      <a:lnTo>
                        <a:pt x="628" y="628"/>
                      </a:lnTo>
                      <a:lnTo>
                        <a:pt x="627" y="596"/>
                      </a:lnTo>
                      <a:lnTo>
                        <a:pt x="625" y="565"/>
                      </a:lnTo>
                      <a:lnTo>
                        <a:pt x="620" y="533"/>
                      </a:lnTo>
                      <a:lnTo>
                        <a:pt x="615" y="502"/>
                      </a:lnTo>
                      <a:lnTo>
                        <a:pt x="608" y="471"/>
                      </a:lnTo>
                      <a:lnTo>
                        <a:pt x="599" y="442"/>
                      </a:lnTo>
                      <a:lnTo>
                        <a:pt x="590" y="413"/>
                      </a:lnTo>
                      <a:lnTo>
                        <a:pt x="579" y="385"/>
                      </a:lnTo>
                      <a:lnTo>
                        <a:pt x="565" y="356"/>
                      </a:lnTo>
                      <a:lnTo>
                        <a:pt x="551" y="330"/>
                      </a:lnTo>
                      <a:lnTo>
                        <a:pt x="537" y="303"/>
                      </a:lnTo>
                      <a:lnTo>
                        <a:pt x="521" y="278"/>
                      </a:lnTo>
                      <a:lnTo>
                        <a:pt x="503" y="253"/>
                      </a:lnTo>
                      <a:lnTo>
                        <a:pt x="484" y="229"/>
                      </a:lnTo>
                      <a:lnTo>
                        <a:pt x="465" y="206"/>
                      </a:lnTo>
                      <a:lnTo>
                        <a:pt x="444" y="184"/>
                      </a:lnTo>
                      <a:lnTo>
                        <a:pt x="422" y="165"/>
                      </a:lnTo>
                      <a:lnTo>
                        <a:pt x="399" y="144"/>
                      </a:lnTo>
                      <a:lnTo>
                        <a:pt x="375" y="126"/>
                      </a:lnTo>
                      <a:lnTo>
                        <a:pt x="351" y="108"/>
                      </a:lnTo>
                      <a:lnTo>
                        <a:pt x="325" y="92"/>
                      </a:lnTo>
                      <a:lnTo>
                        <a:pt x="299" y="77"/>
                      </a:lnTo>
                      <a:lnTo>
                        <a:pt x="272" y="63"/>
                      </a:lnTo>
                      <a:lnTo>
                        <a:pt x="244" y="51"/>
                      </a:lnTo>
                      <a:lnTo>
                        <a:pt x="216" y="39"/>
                      </a:lnTo>
                      <a:lnTo>
                        <a:pt x="186" y="29"/>
                      </a:lnTo>
                      <a:lnTo>
                        <a:pt x="157" y="21"/>
                      </a:lnTo>
                      <a:lnTo>
                        <a:pt x="126" y="14"/>
                      </a:lnTo>
                      <a:lnTo>
                        <a:pt x="95" y="8"/>
                      </a:lnTo>
                      <a:lnTo>
                        <a:pt x="64" y="4"/>
                      </a:lnTo>
                      <a:lnTo>
                        <a:pt x="32" y="1"/>
                      </a:lnTo>
                      <a:lnTo>
                        <a:pt x="0" y="0"/>
                      </a:lnTo>
                      <a:lnTo>
                        <a:pt x="0" y="130"/>
                      </a:lnTo>
                      <a:lnTo>
                        <a:pt x="25" y="131"/>
                      </a:lnTo>
                      <a:lnTo>
                        <a:pt x="50" y="132"/>
                      </a:lnTo>
                      <a:lnTo>
                        <a:pt x="76" y="135"/>
                      </a:lnTo>
                      <a:lnTo>
                        <a:pt x="101" y="139"/>
                      </a:lnTo>
                      <a:lnTo>
                        <a:pt x="124" y="145"/>
                      </a:lnTo>
                      <a:lnTo>
                        <a:pt x="148" y="153"/>
                      </a:lnTo>
                      <a:lnTo>
                        <a:pt x="171" y="160"/>
                      </a:lnTo>
                      <a:lnTo>
                        <a:pt x="194" y="169"/>
                      </a:lnTo>
                      <a:lnTo>
                        <a:pt x="216" y="179"/>
                      </a:lnTo>
                      <a:lnTo>
                        <a:pt x="237" y="190"/>
                      </a:lnTo>
                      <a:lnTo>
                        <a:pt x="258" y="202"/>
                      </a:lnTo>
                      <a:lnTo>
                        <a:pt x="278" y="215"/>
                      </a:lnTo>
                      <a:lnTo>
                        <a:pt x="298" y="229"/>
                      </a:lnTo>
                      <a:lnTo>
                        <a:pt x="317" y="244"/>
                      </a:lnTo>
                      <a:lnTo>
                        <a:pt x="335" y="260"/>
                      </a:lnTo>
                      <a:lnTo>
                        <a:pt x="352" y="276"/>
                      </a:lnTo>
                      <a:lnTo>
                        <a:pt x="369" y="294"/>
                      </a:lnTo>
                      <a:lnTo>
                        <a:pt x="385" y="311"/>
                      </a:lnTo>
                      <a:lnTo>
                        <a:pt x="400" y="330"/>
                      </a:lnTo>
                      <a:lnTo>
                        <a:pt x="413" y="350"/>
                      </a:lnTo>
                      <a:lnTo>
                        <a:pt x="426" y="371"/>
                      </a:lnTo>
                      <a:lnTo>
                        <a:pt x="438" y="391"/>
                      </a:lnTo>
                      <a:lnTo>
                        <a:pt x="449" y="412"/>
                      </a:lnTo>
                      <a:lnTo>
                        <a:pt x="459" y="434"/>
                      </a:lnTo>
                      <a:lnTo>
                        <a:pt x="468" y="457"/>
                      </a:lnTo>
                      <a:lnTo>
                        <a:pt x="477" y="480"/>
                      </a:lnTo>
                      <a:lnTo>
                        <a:pt x="483" y="504"/>
                      </a:lnTo>
                      <a:lnTo>
                        <a:pt x="489" y="528"/>
                      </a:lnTo>
                      <a:lnTo>
                        <a:pt x="493" y="553"/>
                      </a:lnTo>
                      <a:lnTo>
                        <a:pt x="496" y="578"/>
                      </a:lnTo>
                      <a:lnTo>
                        <a:pt x="499" y="603"/>
                      </a:lnTo>
                      <a:lnTo>
                        <a:pt x="499" y="628"/>
                      </a:lnTo>
                      <a:lnTo>
                        <a:pt x="628" y="628"/>
                      </a:lnTo>
                      <a:close/>
                    </a:path>
                  </a:pathLst>
                </a:custGeom>
                <a:solidFill>
                  <a:srgbClr val="00A7D1"/>
                </a:solidFill>
                <a:ln>
                  <a:noFill/>
                </a:ln>
              </p:spPr>
              <p:txBody>
                <a:bodyPr/>
                <a:lstStyle/>
                <a:p>
                  <a:pPr>
                    <a:defRPr/>
                  </a:pPr>
                  <a:endParaRPr lang="en-US" sz="1050">
                    <a:latin typeface="+mj-lt"/>
                  </a:endParaRPr>
                </a:p>
              </p:txBody>
            </p:sp>
            <p:sp>
              <p:nvSpPr>
                <p:cNvPr id="41126" name="Freeform 314">
                  <a:extLst>
                    <a:ext uri="{FF2B5EF4-FFF2-40B4-BE49-F238E27FC236}">
                      <a16:creationId xmlns="" xmlns:a16="http://schemas.microsoft.com/office/drawing/2014/main" id="{D628BA08-7430-E994-171A-F2F059C82122}"/>
                    </a:ext>
                  </a:extLst>
                </p:cNvPr>
                <p:cNvSpPr>
                  <a:spLocks/>
                </p:cNvSpPr>
                <p:nvPr/>
              </p:nvSpPr>
              <p:spPr bwMode="auto">
                <a:xfrm>
                  <a:off x="4567" y="3754"/>
                  <a:ext cx="20"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628"/>
                      </a:moveTo>
                      <a:lnTo>
                        <a:pt x="0" y="628"/>
                      </a:lnTo>
                      <a:lnTo>
                        <a:pt x="32" y="628"/>
                      </a:lnTo>
                      <a:lnTo>
                        <a:pt x="64" y="625"/>
                      </a:lnTo>
                      <a:lnTo>
                        <a:pt x="95" y="621"/>
                      </a:lnTo>
                      <a:lnTo>
                        <a:pt x="126" y="616"/>
                      </a:lnTo>
                      <a:lnTo>
                        <a:pt x="157" y="608"/>
                      </a:lnTo>
                      <a:lnTo>
                        <a:pt x="186" y="599"/>
                      </a:lnTo>
                      <a:lnTo>
                        <a:pt x="216" y="589"/>
                      </a:lnTo>
                      <a:lnTo>
                        <a:pt x="243" y="579"/>
                      </a:lnTo>
                      <a:lnTo>
                        <a:pt x="272" y="566"/>
                      </a:lnTo>
                      <a:lnTo>
                        <a:pt x="299" y="552"/>
                      </a:lnTo>
                      <a:lnTo>
                        <a:pt x="325" y="537"/>
                      </a:lnTo>
                      <a:lnTo>
                        <a:pt x="351" y="520"/>
                      </a:lnTo>
                      <a:lnTo>
                        <a:pt x="375" y="503"/>
                      </a:lnTo>
                      <a:lnTo>
                        <a:pt x="399" y="484"/>
                      </a:lnTo>
                      <a:lnTo>
                        <a:pt x="422" y="465"/>
                      </a:lnTo>
                      <a:lnTo>
                        <a:pt x="444" y="444"/>
                      </a:lnTo>
                      <a:lnTo>
                        <a:pt x="465" y="422"/>
                      </a:lnTo>
                      <a:lnTo>
                        <a:pt x="484" y="400"/>
                      </a:lnTo>
                      <a:lnTo>
                        <a:pt x="503" y="376"/>
                      </a:lnTo>
                      <a:lnTo>
                        <a:pt x="521" y="351"/>
                      </a:lnTo>
                      <a:lnTo>
                        <a:pt x="537" y="325"/>
                      </a:lnTo>
                      <a:lnTo>
                        <a:pt x="551" y="299"/>
                      </a:lnTo>
                      <a:lnTo>
                        <a:pt x="565" y="273"/>
                      </a:lnTo>
                      <a:lnTo>
                        <a:pt x="579" y="244"/>
                      </a:lnTo>
                      <a:lnTo>
                        <a:pt x="590" y="216"/>
                      </a:lnTo>
                      <a:lnTo>
                        <a:pt x="599" y="186"/>
                      </a:lnTo>
                      <a:lnTo>
                        <a:pt x="608" y="157"/>
                      </a:lnTo>
                      <a:lnTo>
                        <a:pt x="615" y="127"/>
                      </a:lnTo>
                      <a:lnTo>
                        <a:pt x="620" y="95"/>
                      </a:lnTo>
                      <a:lnTo>
                        <a:pt x="625" y="65"/>
                      </a:lnTo>
                      <a:lnTo>
                        <a:pt x="627" y="33"/>
                      </a:lnTo>
                      <a:lnTo>
                        <a:pt x="628" y="0"/>
                      </a:lnTo>
                      <a:lnTo>
                        <a:pt x="499" y="0"/>
                      </a:lnTo>
                      <a:lnTo>
                        <a:pt x="499" y="26"/>
                      </a:lnTo>
                      <a:lnTo>
                        <a:pt x="496" y="52"/>
                      </a:lnTo>
                      <a:lnTo>
                        <a:pt x="493" y="77"/>
                      </a:lnTo>
                      <a:lnTo>
                        <a:pt x="489" y="101"/>
                      </a:lnTo>
                      <a:lnTo>
                        <a:pt x="483" y="125"/>
                      </a:lnTo>
                      <a:lnTo>
                        <a:pt x="477" y="148"/>
                      </a:lnTo>
                      <a:lnTo>
                        <a:pt x="468" y="172"/>
                      </a:lnTo>
                      <a:lnTo>
                        <a:pt x="459" y="194"/>
                      </a:lnTo>
                      <a:lnTo>
                        <a:pt x="449" y="216"/>
                      </a:lnTo>
                      <a:lnTo>
                        <a:pt x="438" y="238"/>
                      </a:lnTo>
                      <a:lnTo>
                        <a:pt x="426" y="259"/>
                      </a:lnTo>
                      <a:lnTo>
                        <a:pt x="413" y="278"/>
                      </a:lnTo>
                      <a:lnTo>
                        <a:pt x="400" y="298"/>
                      </a:lnTo>
                      <a:lnTo>
                        <a:pt x="385" y="317"/>
                      </a:lnTo>
                      <a:lnTo>
                        <a:pt x="369" y="335"/>
                      </a:lnTo>
                      <a:lnTo>
                        <a:pt x="353" y="353"/>
                      </a:lnTo>
                      <a:lnTo>
                        <a:pt x="335" y="369"/>
                      </a:lnTo>
                      <a:lnTo>
                        <a:pt x="317" y="385"/>
                      </a:lnTo>
                      <a:lnTo>
                        <a:pt x="298" y="400"/>
                      </a:lnTo>
                      <a:lnTo>
                        <a:pt x="278" y="414"/>
                      </a:lnTo>
                      <a:lnTo>
                        <a:pt x="258" y="427"/>
                      </a:lnTo>
                      <a:lnTo>
                        <a:pt x="237" y="439"/>
                      </a:lnTo>
                      <a:lnTo>
                        <a:pt x="216" y="450"/>
                      </a:lnTo>
                      <a:lnTo>
                        <a:pt x="194" y="460"/>
                      </a:lnTo>
                      <a:lnTo>
                        <a:pt x="171" y="469"/>
                      </a:lnTo>
                      <a:lnTo>
                        <a:pt x="148" y="477"/>
                      </a:lnTo>
                      <a:lnTo>
                        <a:pt x="125" y="483"/>
                      </a:lnTo>
                      <a:lnTo>
                        <a:pt x="101" y="489"/>
                      </a:lnTo>
                      <a:lnTo>
                        <a:pt x="76" y="493"/>
                      </a:lnTo>
                      <a:lnTo>
                        <a:pt x="52" y="496"/>
                      </a:lnTo>
                      <a:lnTo>
                        <a:pt x="26" y="499"/>
                      </a:lnTo>
                      <a:lnTo>
                        <a:pt x="0" y="499"/>
                      </a:lnTo>
                      <a:lnTo>
                        <a:pt x="0" y="628"/>
                      </a:lnTo>
                      <a:close/>
                    </a:path>
                  </a:pathLst>
                </a:custGeom>
                <a:solidFill>
                  <a:srgbClr val="00A7D1"/>
                </a:solidFill>
                <a:ln>
                  <a:noFill/>
                </a:ln>
              </p:spPr>
              <p:txBody>
                <a:bodyPr/>
                <a:lstStyle/>
                <a:p>
                  <a:pPr>
                    <a:defRPr/>
                  </a:pPr>
                  <a:endParaRPr lang="en-US" sz="1050">
                    <a:latin typeface="+mj-lt"/>
                  </a:endParaRPr>
                </a:p>
              </p:txBody>
            </p:sp>
            <p:sp>
              <p:nvSpPr>
                <p:cNvPr id="41127" name="Freeform 315">
                  <a:extLst>
                    <a:ext uri="{FF2B5EF4-FFF2-40B4-BE49-F238E27FC236}">
                      <a16:creationId xmlns="" xmlns:a16="http://schemas.microsoft.com/office/drawing/2014/main" id="{D565D8EE-5BB2-1392-4DD4-E9EA5B397BDD}"/>
                    </a:ext>
                  </a:extLst>
                </p:cNvPr>
                <p:cNvSpPr>
                  <a:spLocks/>
                </p:cNvSpPr>
                <p:nvPr/>
              </p:nvSpPr>
              <p:spPr bwMode="auto">
                <a:xfrm>
                  <a:off x="4537" y="3754"/>
                  <a:ext cx="25" cy="24"/>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0" y="0"/>
                      </a:moveTo>
                      <a:lnTo>
                        <a:pt x="0" y="0"/>
                      </a:lnTo>
                      <a:lnTo>
                        <a:pt x="1" y="32"/>
                      </a:lnTo>
                      <a:lnTo>
                        <a:pt x="3" y="65"/>
                      </a:lnTo>
                      <a:lnTo>
                        <a:pt x="7" y="95"/>
                      </a:lnTo>
                      <a:lnTo>
                        <a:pt x="13" y="127"/>
                      </a:lnTo>
                      <a:lnTo>
                        <a:pt x="20" y="157"/>
                      </a:lnTo>
                      <a:lnTo>
                        <a:pt x="29" y="186"/>
                      </a:lnTo>
                      <a:lnTo>
                        <a:pt x="39" y="216"/>
                      </a:lnTo>
                      <a:lnTo>
                        <a:pt x="49" y="244"/>
                      </a:lnTo>
                      <a:lnTo>
                        <a:pt x="63" y="273"/>
                      </a:lnTo>
                      <a:lnTo>
                        <a:pt x="76" y="299"/>
                      </a:lnTo>
                      <a:lnTo>
                        <a:pt x="91" y="325"/>
                      </a:lnTo>
                      <a:lnTo>
                        <a:pt x="108" y="351"/>
                      </a:lnTo>
                      <a:lnTo>
                        <a:pt x="125" y="376"/>
                      </a:lnTo>
                      <a:lnTo>
                        <a:pt x="144" y="400"/>
                      </a:lnTo>
                      <a:lnTo>
                        <a:pt x="163" y="422"/>
                      </a:lnTo>
                      <a:lnTo>
                        <a:pt x="184" y="444"/>
                      </a:lnTo>
                      <a:lnTo>
                        <a:pt x="206" y="465"/>
                      </a:lnTo>
                      <a:lnTo>
                        <a:pt x="229" y="484"/>
                      </a:lnTo>
                      <a:lnTo>
                        <a:pt x="252" y="503"/>
                      </a:lnTo>
                      <a:lnTo>
                        <a:pt x="277" y="520"/>
                      </a:lnTo>
                      <a:lnTo>
                        <a:pt x="303" y="537"/>
                      </a:lnTo>
                      <a:lnTo>
                        <a:pt x="329" y="552"/>
                      </a:lnTo>
                      <a:lnTo>
                        <a:pt x="356" y="566"/>
                      </a:lnTo>
                      <a:lnTo>
                        <a:pt x="384" y="579"/>
                      </a:lnTo>
                      <a:lnTo>
                        <a:pt x="412" y="589"/>
                      </a:lnTo>
                      <a:lnTo>
                        <a:pt x="442" y="599"/>
                      </a:lnTo>
                      <a:lnTo>
                        <a:pt x="471" y="608"/>
                      </a:lnTo>
                      <a:lnTo>
                        <a:pt x="502" y="616"/>
                      </a:lnTo>
                      <a:lnTo>
                        <a:pt x="533" y="621"/>
                      </a:lnTo>
                      <a:lnTo>
                        <a:pt x="564" y="625"/>
                      </a:lnTo>
                      <a:lnTo>
                        <a:pt x="596" y="628"/>
                      </a:lnTo>
                      <a:lnTo>
                        <a:pt x="628" y="628"/>
                      </a:lnTo>
                      <a:lnTo>
                        <a:pt x="628" y="499"/>
                      </a:lnTo>
                      <a:lnTo>
                        <a:pt x="602" y="499"/>
                      </a:lnTo>
                      <a:lnTo>
                        <a:pt x="577" y="496"/>
                      </a:lnTo>
                      <a:lnTo>
                        <a:pt x="552" y="493"/>
                      </a:lnTo>
                      <a:lnTo>
                        <a:pt x="527" y="489"/>
                      </a:lnTo>
                      <a:lnTo>
                        <a:pt x="503" y="483"/>
                      </a:lnTo>
                      <a:lnTo>
                        <a:pt x="480" y="477"/>
                      </a:lnTo>
                      <a:lnTo>
                        <a:pt x="457" y="469"/>
                      </a:lnTo>
                      <a:lnTo>
                        <a:pt x="434" y="460"/>
                      </a:lnTo>
                      <a:lnTo>
                        <a:pt x="412" y="450"/>
                      </a:lnTo>
                      <a:lnTo>
                        <a:pt x="390" y="439"/>
                      </a:lnTo>
                      <a:lnTo>
                        <a:pt x="369" y="427"/>
                      </a:lnTo>
                      <a:lnTo>
                        <a:pt x="350" y="414"/>
                      </a:lnTo>
                      <a:lnTo>
                        <a:pt x="330" y="400"/>
                      </a:lnTo>
                      <a:lnTo>
                        <a:pt x="311" y="385"/>
                      </a:lnTo>
                      <a:lnTo>
                        <a:pt x="293" y="369"/>
                      </a:lnTo>
                      <a:lnTo>
                        <a:pt x="275" y="353"/>
                      </a:lnTo>
                      <a:lnTo>
                        <a:pt x="259" y="335"/>
                      </a:lnTo>
                      <a:lnTo>
                        <a:pt x="243" y="317"/>
                      </a:lnTo>
                      <a:lnTo>
                        <a:pt x="228" y="298"/>
                      </a:lnTo>
                      <a:lnTo>
                        <a:pt x="215" y="278"/>
                      </a:lnTo>
                      <a:lnTo>
                        <a:pt x="202" y="259"/>
                      </a:lnTo>
                      <a:lnTo>
                        <a:pt x="190" y="238"/>
                      </a:lnTo>
                      <a:lnTo>
                        <a:pt x="179" y="216"/>
                      </a:lnTo>
                      <a:lnTo>
                        <a:pt x="169" y="194"/>
                      </a:lnTo>
                      <a:lnTo>
                        <a:pt x="159" y="172"/>
                      </a:lnTo>
                      <a:lnTo>
                        <a:pt x="151" y="148"/>
                      </a:lnTo>
                      <a:lnTo>
                        <a:pt x="145" y="125"/>
                      </a:lnTo>
                      <a:lnTo>
                        <a:pt x="139" y="101"/>
                      </a:lnTo>
                      <a:lnTo>
                        <a:pt x="135" y="77"/>
                      </a:lnTo>
                      <a:lnTo>
                        <a:pt x="132" y="52"/>
                      </a:lnTo>
                      <a:lnTo>
                        <a:pt x="129" y="26"/>
                      </a:lnTo>
                      <a:lnTo>
                        <a:pt x="129" y="0"/>
                      </a:lnTo>
                      <a:lnTo>
                        <a:pt x="0" y="0"/>
                      </a:lnTo>
                      <a:close/>
                    </a:path>
                  </a:pathLst>
                </a:custGeom>
                <a:solidFill>
                  <a:srgbClr val="00A7D1"/>
                </a:solidFill>
                <a:ln>
                  <a:noFill/>
                </a:ln>
              </p:spPr>
              <p:txBody>
                <a:bodyPr/>
                <a:lstStyle/>
                <a:p>
                  <a:pPr>
                    <a:defRPr/>
                  </a:pPr>
                  <a:endParaRPr lang="en-US" sz="1050">
                    <a:latin typeface="+mj-lt"/>
                  </a:endParaRPr>
                </a:p>
              </p:txBody>
            </p:sp>
            <p:sp>
              <p:nvSpPr>
                <p:cNvPr id="41128" name="Freeform 316">
                  <a:extLst>
                    <a:ext uri="{FF2B5EF4-FFF2-40B4-BE49-F238E27FC236}">
                      <a16:creationId xmlns="" xmlns:a16="http://schemas.microsoft.com/office/drawing/2014/main" id="{8C82E76A-D6D0-A81A-A20A-83639FC82477}"/>
                    </a:ext>
                  </a:extLst>
                </p:cNvPr>
                <p:cNvSpPr>
                  <a:spLocks/>
                </p:cNvSpPr>
                <p:nvPr/>
              </p:nvSpPr>
              <p:spPr bwMode="auto">
                <a:xfrm>
                  <a:off x="4537" y="3731"/>
                  <a:ext cx="25" cy="23"/>
                </a:xfrm>
                <a:custGeom>
                  <a:avLst/>
                  <a:gdLst>
                    <a:gd name="T0" fmla="*/ 0 w 628"/>
                    <a:gd name="T1" fmla="*/ 0 h 628"/>
                    <a:gd name="T2" fmla="*/ 0 w 628"/>
                    <a:gd name="T3" fmla="*/ 0 h 628"/>
                    <a:gd name="T4" fmla="*/ 0 w 628"/>
                    <a:gd name="T5" fmla="*/ 0 h 628"/>
                    <a:gd name="T6" fmla="*/ 0 w 628"/>
                    <a:gd name="T7" fmla="*/ 0 h 628"/>
                    <a:gd name="T8" fmla="*/ 0 w 628"/>
                    <a:gd name="T9" fmla="*/ 0 h 628"/>
                    <a:gd name="T10" fmla="*/ 0 w 628"/>
                    <a:gd name="T11" fmla="*/ 0 h 628"/>
                    <a:gd name="T12" fmla="*/ 0 w 628"/>
                    <a:gd name="T13" fmla="*/ 0 h 628"/>
                    <a:gd name="T14" fmla="*/ 0 w 628"/>
                    <a:gd name="T15" fmla="*/ 0 h 628"/>
                    <a:gd name="T16" fmla="*/ 0 w 628"/>
                    <a:gd name="T17" fmla="*/ 0 h 628"/>
                    <a:gd name="T18" fmla="*/ 0 w 628"/>
                    <a:gd name="T19" fmla="*/ 0 h 628"/>
                    <a:gd name="T20" fmla="*/ 0 w 628"/>
                    <a:gd name="T21" fmla="*/ 0 h 628"/>
                    <a:gd name="T22" fmla="*/ 0 w 628"/>
                    <a:gd name="T23" fmla="*/ 0 h 628"/>
                    <a:gd name="T24" fmla="*/ 0 w 628"/>
                    <a:gd name="T25" fmla="*/ 0 h 628"/>
                    <a:gd name="T26" fmla="*/ 0 w 628"/>
                    <a:gd name="T27" fmla="*/ 0 h 628"/>
                    <a:gd name="T28" fmla="*/ 0 w 628"/>
                    <a:gd name="T29" fmla="*/ 0 h 628"/>
                    <a:gd name="T30" fmla="*/ 0 w 628"/>
                    <a:gd name="T31" fmla="*/ 0 h 628"/>
                    <a:gd name="T32" fmla="*/ 0 w 628"/>
                    <a:gd name="T33" fmla="*/ 0 h 628"/>
                    <a:gd name="T34" fmla="*/ 0 w 628"/>
                    <a:gd name="T35" fmla="*/ 0 h 628"/>
                    <a:gd name="T36" fmla="*/ 0 w 628"/>
                    <a:gd name="T37" fmla="*/ 0 h 628"/>
                    <a:gd name="T38" fmla="*/ 0 w 628"/>
                    <a:gd name="T39" fmla="*/ 0 h 628"/>
                    <a:gd name="T40" fmla="*/ 0 w 628"/>
                    <a:gd name="T41" fmla="*/ 0 h 628"/>
                    <a:gd name="T42" fmla="*/ 0 w 628"/>
                    <a:gd name="T43" fmla="*/ 0 h 628"/>
                    <a:gd name="T44" fmla="*/ 0 w 628"/>
                    <a:gd name="T45" fmla="*/ 0 h 628"/>
                    <a:gd name="T46" fmla="*/ 0 w 628"/>
                    <a:gd name="T47" fmla="*/ 0 h 628"/>
                    <a:gd name="T48" fmla="*/ 0 w 628"/>
                    <a:gd name="T49" fmla="*/ 0 h 628"/>
                    <a:gd name="T50" fmla="*/ 0 w 628"/>
                    <a:gd name="T51" fmla="*/ 0 h 628"/>
                    <a:gd name="T52" fmla="*/ 0 w 628"/>
                    <a:gd name="T53" fmla="*/ 0 h 628"/>
                    <a:gd name="T54" fmla="*/ 0 w 628"/>
                    <a:gd name="T55" fmla="*/ 0 h 628"/>
                    <a:gd name="T56" fmla="*/ 0 w 628"/>
                    <a:gd name="T57" fmla="*/ 0 h 628"/>
                    <a:gd name="T58" fmla="*/ 0 w 628"/>
                    <a:gd name="T59" fmla="*/ 0 h 628"/>
                    <a:gd name="T60" fmla="*/ 0 w 628"/>
                    <a:gd name="T61" fmla="*/ 0 h 628"/>
                    <a:gd name="T62" fmla="*/ 0 w 628"/>
                    <a:gd name="T63" fmla="*/ 0 h 628"/>
                    <a:gd name="T64" fmla="*/ 0 w 628"/>
                    <a:gd name="T65" fmla="*/ 0 h 628"/>
                    <a:gd name="T66" fmla="*/ 0 w 628"/>
                    <a:gd name="T67" fmla="*/ 0 h 6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8"/>
                    <a:gd name="T104" fmla="*/ 628 w 628"/>
                    <a:gd name="T105" fmla="*/ 628 h 6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8">
                      <a:moveTo>
                        <a:pt x="628" y="0"/>
                      </a:moveTo>
                      <a:lnTo>
                        <a:pt x="628" y="0"/>
                      </a:lnTo>
                      <a:lnTo>
                        <a:pt x="596" y="1"/>
                      </a:lnTo>
                      <a:lnTo>
                        <a:pt x="563" y="4"/>
                      </a:lnTo>
                      <a:lnTo>
                        <a:pt x="533" y="8"/>
                      </a:lnTo>
                      <a:lnTo>
                        <a:pt x="502" y="14"/>
                      </a:lnTo>
                      <a:lnTo>
                        <a:pt x="471" y="21"/>
                      </a:lnTo>
                      <a:lnTo>
                        <a:pt x="442" y="29"/>
                      </a:lnTo>
                      <a:lnTo>
                        <a:pt x="412" y="39"/>
                      </a:lnTo>
                      <a:lnTo>
                        <a:pt x="384" y="51"/>
                      </a:lnTo>
                      <a:lnTo>
                        <a:pt x="356" y="63"/>
                      </a:lnTo>
                      <a:lnTo>
                        <a:pt x="329" y="77"/>
                      </a:lnTo>
                      <a:lnTo>
                        <a:pt x="303" y="92"/>
                      </a:lnTo>
                      <a:lnTo>
                        <a:pt x="277" y="108"/>
                      </a:lnTo>
                      <a:lnTo>
                        <a:pt x="252" y="126"/>
                      </a:lnTo>
                      <a:lnTo>
                        <a:pt x="229" y="144"/>
                      </a:lnTo>
                      <a:lnTo>
                        <a:pt x="206" y="165"/>
                      </a:lnTo>
                      <a:lnTo>
                        <a:pt x="184" y="184"/>
                      </a:lnTo>
                      <a:lnTo>
                        <a:pt x="163" y="206"/>
                      </a:lnTo>
                      <a:lnTo>
                        <a:pt x="144" y="229"/>
                      </a:lnTo>
                      <a:lnTo>
                        <a:pt x="125" y="253"/>
                      </a:lnTo>
                      <a:lnTo>
                        <a:pt x="108" y="278"/>
                      </a:lnTo>
                      <a:lnTo>
                        <a:pt x="91" y="303"/>
                      </a:lnTo>
                      <a:lnTo>
                        <a:pt x="76" y="330"/>
                      </a:lnTo>
                      <a:lnTo>
                        <a:pt x="63" y="356"/>
                      </a:lnTo>
                      <a:lnTo>
                        <a:pt x="49" y="385"/>
                      </a:lnTo>
                      <a:lnTo>
                        <a:pt x="39" y="413"/>
                      </a:lnTo>
                      <a:lnTo>
                        <a:pt x="29" y="442"/>
                      </a:lnTo>
                      <a:lnTo>
                        <a:pt x="20" y="473"/>
                      </a:lnTo>
                      <a:lnTo>
                        <a:pt x="13" y="502"/>
                      </a:lnTo>
                      <a:lnTo>
                        <a:pt x="7" y="533"/>
                      </a:lnTo>
                      <a:lnTo>
                        <a:pt x="3" y="565"/>
                      </a:lnTo>
                      <a:lnTo>
                        <a:pt x="1" y="596"/>
                      </a:lnTo>
                      <a:lnTo>
                        <a:pt x="0" y="628"/>
                      </a:lnTo>
                      <a:lnTo>
                        <a:pt x="129" y="628"/>
                      </a:lnTo>
                      <a:lnTo>
                        <a:pt x="129" y="603"/>
                      </a:lnTo>
                      <a:lnTo>
                        <a:pt x="132" y="578"/>
                      </a:lnTo>
                      <a:lnTo>
                        <a:pt x="135" y="553"/>
                      </a:lnTo>
                      <a:lnTo>
                        <a:pt x="139" y="528"/>
                      </a:lnTo>
                      <a:lnTo>
                        <a:pt x="145" y="504"/>
                      </a:lnTo>
                      <a:lnTo>
                        <a:pt x="151" y="480"/>
                      </a:lnTo>
                      <a:lnTo>
                        <a:pt x="159" y="457"/>
                      </a:lnTo>
                      <a:lnTo>
                        <a:pt x="169" y="434"/>
                      </a:lnTo>
                      <a:lnTo>
                        <a:pt x="179" y="412"/>
                      </a:lnTo>
                      <a:lnTo>
                        <a:pt x="190" y="391"/>
                      </a:lnTo>
                      <a:lnTo>
                        <a:pt x="202" y="371"/>
                      </a:lnTo>
                      <a:lnTo>
                        <a:pt x="215" y="350"/>
                      </a:lnTo>
                      <a:lnTo>
                        <a:pt x="228" y="330"/>
                      </a:lnTo>
                      <a:lnTo>
                        <a:pt x="243" y="311"/>
                      </a:lnTo>
                      <a:lnTo>
                        <a:pt x="259" y="294"/>
                      </a:lnTo>
                      <a:lnTo>
                        <a:pt x="275" y="276"/>
                      </a:lnTo>
                      <a:lnTo>
                        <a:pt x="293" y="260"/>
                      </a:lnTo>
                      <a:lnTo>
                        <a:pt x="311" y="244"/>
                      </a:lnTo>
                      <a:lnTo>
                        <a:pt x="330" y="229"/>
                      </a:lnTo>
                      <a:lnTo>
                        <a:pt x="350" y="215"/>
                      </a:lnTo>
                      <a:lnTo>
                        <a:pt x="369" y="202"/>
                      </a:lnTo>
                      <a:lnTo>
                        <a:pt x="390" y="190"/>
                      </a:lnTo>
                      <a:lnTo>
                        <a:pt x="412" y="179"/>
                      </a:lnTo>
                      <a:lnTo>
                        <a:pt x="434" y="169"/>
                      </a:lnTo>
                      <a:lnTo>
                        <a:pt x="457" y="160"/>
                      </a:lnTo>
                      <a:lnTo>
                        <a:pt x="480" y="153"/>
                      </a:lnTo>
                      <a:lnTo>
                        <a:pt x="503" y="145"/>
                      </a:lnTo>
                      <a:lnTo>
                        <a:pt x="527" y="139"/>
                      </a:lnTo>
                      <a:lnTo>
                        <a:pt x="552" y="135"/>
                      </a:lnTo>
                      <a:lnTo>
                        <a:pt x="577" y="132"/>
                      </a:lnTo>
                      <a:lnTo>
                        <a:pt x="603" y="131"/>
                      </a:lnTo>
                      <a:lnTo>
                        <a:pt x="628" y="130"/>
                      </a:lnTo>
                      <a:lnTo>
                        <a:pt x="628" y="0"/>
                      </a:lnTo>
                      <a:close/>
                    </a:path>
                  </a:pathLst>
                </a:custGeom>
                <a:solidFill>
                  <a:srgbClr val="00A7D1"/>
                </a:solidFill>
                <a:ln>
                  <a:noFill/>
                </a:ln>
              </p:spPr>
              <p:txBody>
                <a:bodyPr/>
                <a:lstStyle/>
                <a:p>
                  <a:pPr>
                    <a:defRPr/>
                  </a:pPr>
                  <a:endParaRPr lang="en-US" sz="1050">
                    <a:latin typeface="+mj-lt"/>
                  </a:endParaRPr>
                </a:p>
              </p:txBody>
            </p:sp>
            <p:sp>
              <p:nvSpPr>
                <p:cNvPr id="41129" name="Freeform 317">
                  <a:extLst>
                    <a:ext uri="{FF2B5EF4-FFF2-40B4-BE49-F238E27FC236}">
                      <a16:creationId xmlns="" xmlns:a16="http://schemas.microsoft.com/office/drawing/2014/main" id="{C3562765-8B33-22AC-9BED-8A0F06070C64}"/>
                    </a:ext>
                  </a:extLst>
                </p:cNvPr>
                <p:cNvSpPr>
                  <a:spLocks/>
                </p:cNvSpPr>
                <p:nvPr/>
              </p:nvSpPr>
              <p:spPr bwMode="auto">
                <a:xfrm>
                  <a:off x="4567" y="3797"/>
                  <a:ext cx="20" cy="24"/>
                </a:xfrm>
                <a:custGeom>
                  <a:avLst/>
                  <a:gdLst>
                    <a:gd name="T0" fmla="*/ 0 w 628"/>
                    <a:gd name="T1" fmla="*/ 0 h 629"/>
                    <a:gd name="T2" fmla="*/ 0 w 628"/>
                    <a:gd name="T3" fmla="*/ 0 h 629"/>
                    <a:gd name="T4" fmla="*/ 0 w 628"/>
                    <a:gd name="T5" fmla="*/ 0 h 629"/>
                    <a:gd name="T6" fmla="*/ 0 w 628"/>
                    <a:gd name="T7" fmla="*/ 0 h 629"/>
                    <a:gd name="T8" fmla="*/ 0 w 628"/>
                    <a:gd name="T9" fmla="*/ 0 h 629"/>
                    <a:gd name="T10" fmla="*/ 0 w 628"/>
                    <a:gd name="T11" fmla="*/ 0 h 629"/>
                    <a:gd name="T12" fmla="*/ 0 w 628"/>
                    <a:gd name="T13" fmla="*/ 0 h 629"/>
                    <a:gd name="T14" fmla="*/ 0 w 628"/>
                    <a:gd name="T15" fmla="*/ 0 h 629"/>
                    <a:gd name="T16" fmla="*/ 0 w 628"/>
                    <a:gd name="T17" fmla="*/ 0 h 629"/>
                    <a:gd name="T18" fmla="*/ 0 w 628"/>
                    <a:gd name="T19" fmla="*/ 0 h 629"/>
                    <a:gd name="T20" fmla="*/ 0 w 628"/>
                    <a:gd name="T21" fmla="*/ 0 h 629"/>
                    <a:gd name="T22" fmla="*/ 0 w 628"/>
                    <a:gd name="T23" fmla="*/ 0 h 629"/>
                    <a:gd name="T24" fmla="*/ 0 w 628"/>
                    <a:gd name="T25" fmla="*/ 0 h 629"/>
                    <a:gd name="T26" fmla="*/ 0 w 628"/>
                    <a:gd name="T27" fmla="*/ 0 h 629"/>
                    <a:gd name="T28" fmla="*/ 0 w 628"/>
                    <a:gd name="T29" fmla="*/ 0 h 629"/>
                    <a:gd name="T30" fmla="*/ 0 w 628"/>
                    <a:gd name="T31" fmla="*/ 0 h 629"/>
                    <a:gd name="T32" fmla="*/ 0 w 628"/>
                    <a:gd name="T33" fmla="*/ 0 h 629"/>
                    <a:gd name="T34" fmla="*/ 0 w 628"/>
                    <a:gd name="T35" fmla="*/ 0 h 629"/>
                    <a:gd name="T36" fmla="*/ 0 w 628"/>
                    <a:gd name="T37" fmla="*/ 0 h 629"/>
                    <a:gd name="T38" fmla="*/ 0 w 628"/>
                    <a:gd name="T39" fmla="*/ 0 h 629"/>
                    <a:gd name="T40" fmla="*/ 0 w 628"/>
                    <a:gd name="T41" fmla="*/ 0 h 629"/>
                    <a:gd name="T42" fmla="*/ 0 w 628"/>
                    <a:gd name="T43" fmla="*/ 0 h 629"/>
                    <a:gd name="T44" fmla="*/ 0 w 628"/>
                    <a:gd name="T45" fmla="*/ 0 h 629"/>
                    <a:gd name="T46" fmla="*/ 0 w 628"/>
                    <a:gd name="T47" fmla="*/ 0 h 629"/>
                    <a:gd name="T48" fmla="*/ 0 w 628"/>
                    <a:gd name="T49" fmla="*/ 0 h 629"/>
                    <a:gd name="T50" fmla="*/ 0 w 628"/>
                    <a:gd name="T51" fmla="*/ 0 h 629"/>
                    <a:gd name="T52" fmla="*/ 0 w 628"/>
                    <a:gd name="T53" fmla="*/ 0 h 629"/>
                    <a:gd name="T54" fmla="*/ 0 w 628"/>
                    <a:gd name="T55" fmla="*/ 0 h 629"/>
                    <a:gd name="T56" fmla="*/ 0 w 628"/>
                    <a:gd name="T57" fmla="*/ 0 h 629"/>
                    <a:gd name="T58" fmla="*/ 0 w 628"/>
                    <a:gd name="T59" fmla="*/ 0 h 629"/>
                    <a:gd name="T60" fmla="*/ 0 w 628"/>
                    <a:gd name="T61" fmla="*/ 0 h 629"/>
                    <a:gd name="T62" fmla="*/ 0 w 628"/>
                    <a:gd name="T63" fmla="*/ 0 h 629"/>
                    <a:gd name="T64" fmla="*/ 0 w 628"/>
                    <a:gd name="T65" fmla="*/ 0 h 629"/>
                    <a:gd name="T66" fmla="*/ 0 w 628"/>
                    <a:gd name="T67" fmla="*/ 0 h 6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9"/>
                    <a:gd name="T104" fmla="*/ 628 w 628"/>
                    <a:gd name="T105" fmla="*/ 629 h 6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9">
                      <a:moveTo>
                        <a:pt x="628" y="629"/>
                      </a:moveTo>
                      <a:lnTo>
                        <a:pt x="628" y="629"/>
                      </a:lnTo>
                      <a:lnTo>
                        <a:pt x="627" y="596"/>
                      </a:lnTo>
                      <a:lnTo>
                        <a:pt x="625" y="564"/>
                      </a:lnTo>
                      <a:lnTo>
                        <a:pt x="622" y="533"/>
                      </a:lnTo>
                      <a:lnTo>
                        <a:pt x="615" y="501"/>
                      </a:lnTo>
                      <a:lnTo>
                        <a:pt x="609" y="472"/>
                      </a:lnTo>
                      <a:lnTo>
                        <a:pt x="600" y="442"/>
                      </a:lnTo>
                      <a:lnTo>
                        <a:pt x="590" y="413"/>
                      </a:lnTo>
                      <a:lnTo>
                        <a:pt x="579" y="384"/>
                      </a:lnTo>
                      <a:lnTo>
                        <a:pt x="566" y="357"/>
                      </a:lnTo>
                      <a:lnTo>
                        <a:pt x="553" y="329"/>
                      </a:lnTo>
                      <a:lnTo>
                        <a:pt x="537" y="303"/>
                      </a:lnTo>
                      <a:lnTo>
                        <a:pt x="521" y="278"/>
                      </a:lnTo>
                      <a:lnTo>
                        <a:pt x="503" y="253"/>
                      </a:lnTo>
                      <a:lnTo>
                        <a:pt x="485" y="230"/>
                      </a:lnTo>
                      <a:lnTo>
                        <a:pt x="465" y="207"/>
                      </a:lnTo>
                      <a:lnTo>
                        <a:pt x="444" y="185"/>
                      </a:lnTo>
                      <a:lnTo>
                        <a:pt x="422" y="164"/>
                      </a:lnTo>
                      <a:lnTo>
                        <a:pt x="399" y="144"/>
                      </a:lnTo>
                      <a:lnTo>
                        <a:pt x="376" y="126"/>
                      </a:lnTo>
                      <a:lnTo>
                        <a:pt x="351" y="108"/>
                      </a:lnTo>
                      <a:lnTo>
                        <a:pt x="326" y="92"/>
                      </a:lnTo>
                      <a:lnTo>
                        <a:pt x="300" y="76"/>
                      </a:lnTo>
                      <a:lnTo>
                        <a:pt x="272" y="62"/>
                      </a:lnTo>
                      <a:lnTo>
                        <a:pt x="245" y="50"/>
                      </a:lnTo>
                      <a:lnTo>
                        <a:pt x="216" y="38"/>
                      </a:lnTo>
                      <a:lnTo>
                        <a:pt x="187" y="28"/>
                      </a:lnTo>
                      <a:lnTo>
                        <a:pt x="157" y="20"/>
                      </a:lnTo>
                      <a:lnTo>
                        <a:pt x="126" y="13"/>
                      </a:lnTo>
                      <a:lnTo>
                        <a:pt x="96" y="7"/>
                      </a:lnTo>
                      <a:lnTo>
                        <a:pt x="64" y="4"/>
                      </a:lnTo>
                      <a:lnTo>
                        <a:pt x="32" y="1"/>
                      </a:lnTo>
                      <a:lnTo>
                        <a:pt x="0" y="0"/>
                      </a:lnTo>
                      <a:lnTo>
                        <a:pt x="0" y="130"/>
                      </a:lnTo>
                      <a:lnTo>
                        <a:pt x="26" y="130"/>
                      </a:lnTo>
                      <a:lnTo>
                        <a:pt x="51" y="132"/>
                      </a:lnTo>
                      <a:lnTo>
                        <a:pt x="76" y="136"/>
                      </a:lnTo>
                      <a:lnTo>
                        <a:pt x="101" y="140"/>
                      </a:lnTo>
                      <a:lnTo>
                        <a:pt x="124" y="145"/>
                      </a:lnTo>
                      <a:lnTo>
                        <a:pt x="148" y="152"/>
                      </a:lnTo>
                      <a:lnTo>
                        <a:pt x="171" y="160"/>
                      </a:lnTo>
                      <a:lnTo>
                        <a:pt x="194" y="168"/>
                      </a:lnTo>
                      <a:lnTo>
                        <a:pt x="216" y="178"/>
                      </a:lnTo>
                      <a:lnTo>
                        <a:pt x="238" y="189"/>
                      </a:lnTo>
                      <a:lnTo>
                        <a:pt x="259" y="201"/>
                      </a:lnTo>
                      <a:lnTo>
                        <a:pt x="279" y="214"/>
                      </a:lnTo>
                      <a:lnTo>
                        <a:pt x="299" y="229"/>
                      </a:lnTo>
                      <a:lnTo>
                        <a:pt x="317" y="244"/>
                      </a:lnTo>
                      <a:lnTo>
                        <a:pt x="336" y="259"/>
                      </a:lnTo>
                      <a:lnTo>
                        <a:pt x="353" y="276"/>
                      </a:lnTo>
                      <a:lnTo>
                        <a:pt x="370" y="293"/>
                      </a:lnTo>
                      <a:lnTo>
                        <a:pt x="385" y="311"/>
                      </a:lnTo>
                      <a:lnTo>
                        <a:pt x="400" y="331"/>
                      </a:lnTo>
                      <a:lnTo>
                        <a:pt x="414" y="350"/>
                      </a:lnTo>
                      <a:lnTo>
                        <a:pt x="427" y="370"/>
                      </a:lnTo>
                      <a:lnTo>
                        <a:pt x="439" y="391"/>
                      </a:lnTo>
                      <a:lnTo>
                        <a:pt x="450" y="413"/>
                      </a:lnTo>
                      <a:lnTo>
                        <a:pt x="460" y="435"/>
                      </a:lnTo>
                      <a:lnTo>
                        <a:pt x="469" y="457"/>
                      </a:lnTo>
                      <a:lnTo>
                        <a:pt x="477" y="481"/>
                      </a:lnTo>
                      <a:lnTo>
                        <a:pt x="484" y="504"/>
                      </a:lnTo>
                      <a:lnTo>
                        <a:pt x="489" y="528"/>
                      </a:lnTo>
                      <a:lnTo>
                        <a:pt x="494" y="552"/>
                      </a:lnTo>
                      <a:lnTo>
                        <a:pt x="497" y="577"/>
                      </a:lnTo>
                      <a:lnTo>
                        <a:pt x="499" y="602"/>
                      </a:lnTo>
                      <a:lnTo>
                        <a:pt x="499" y="629"/>
                      </a:lnTo>
                      <a:lnTo>
                        <a:pt x="628" y="629"/>
                      </a:lnTo>
                      <a:close/>
                    </a:path>
                  </a:pathLst>
                </a:custGeom>
                <a:solidFill>
                  <a:srgbClr val="EF2B2F"/>
                </a:solidFill>
                <a:ln>
                  <a:noFill/>
                </a:ln>
              </p:spPr>
              <p:txBody>
                <a:bodyPr/>
                <a:lstStyle/>
                <a:p>
                  <a:pPr>
                    <a:defRPr/>
                  </a:pPr>
                  <a:endParaRPr lang="en-US" sz="1050">
                    <a:latin typeface="+mj-lt"/>
                  </a:endParaRPr>
                </a:p>
              </p:txBody>
            </p:sp>
            <p:sp>
              <p:nvSpPr>
                <p:cNvPr id="41130" name="Freeform 318">
                  <a:extLst>
                    <a:ext uri="{FF2B5EF4-FFF2-40B4-BE49-F238E27FC236}">
                      <a16:creationId xmlns="" xmlns:a16="http://schemas.microsoft.com/office/drawing/2014/main" id="{E6B13326-50BE-9974-B532-BF35E6D2DA6D}"/>
                    </a:ext>
                  </a:extLst>
                </p:cNvPr>
                <p:cNvSpPr>
                  <a:spLocks/>
                </p:cNvSpPr>
                <p:nvPr/>
              </p:nvSpPr>
              <p:spPr bwMode="auto">
                <a:xfrm>
                  <a:off x="4567" y="3821"/>
                  <a:ext cx="20" cy="23"/>
                </a:xfrm>
                <a:custGeom>
                  <a:avLst/>
                  <a:gdLst>
                    <a:gd name="T0" fmla="*/ 0 w 628"/>
                    <a:gd name="T1" fmla="*/ 0 h 627"/>
                    <a:gd name="T2" fmla="*/ 0 w 628"/>
                    <a:gd name="T3" fmla="*/ 0 h 627"/>
                    <a:gd name="T4" fmla="*/ 0 w 628"/>
                    <a:gd name="T5" fmla="*/ 0 h 627"/>
                    <a:gd name="T6" fmla="*/ 0 w 628"/>
                    <a:gd name="T7" fmla="*/ 0 h 627"/>
                    <a:gd name="T8" fmla="*/ 0 w 628"/>
                    <a:gd name="T9" fmla="*/ 0 h 627"/>
                    <a:gd name="T10" fmla="*/ 0 w 628"/>
                    <a:gd name="T11" fmla="*/ 0 h 627"/>
                    <a:gd name="T12" fmla="*/ 0 w 628"/>
                    <a:gd name="T13" fmla="*/ 0 h 627"/>
                    <a:gd name="T14" fmla="*/ 0 w 628"/>
                    <a:gd name="T15" fmla="*/ 0 h 627"/>
                    <a:gd name="T16" fmla="*/ 0 w 628"/>
                    <a:gd name="T17" fmla="*/ 0 h 627"/>
                    <a:gd name="T18" fmla="*/ 0 w 628"/>
                    <a:gd name="T19" fmla="*/ 0 h 627"/>
                    <a:gd name="T20" fmla="*/ 0 w 628"/>
                    <a:gd name="T21" fmla="*/ 0 h 627"/>
                    <a:gd name="T22" fmla="*/ 0 w 628"/>
                    <a:gd name="T23" fmla="*/ 0 h 627"/>
                    <a:gd name="T24" fmla="*/ 0 w 628"/>
                    <a:gd name="T25" fmla="*/ 0 h 627"/>
                    <a:gd name="T26" fmla="*/ 0 w 628"/>
                    <a:gd name="T27" fmla="*/ 0 h 627"/>
                    <a:gd name="T28" fmla="*/ 0 w 628"/>
                    <a:gd name="T29" fmla="*/ 0 h 627"/>
                    <a:gd name="T30" fmla="*/ 0 w 628"/>
                    <a:gd name="T31" fmla="*/ 0 h 627"/>
                    <a:gd name="T32" fmla="*/ 0 w 628"/>
                    <a:gd name="T33" fmla="*/ 0 h 627"/>
                    <a:gd name="T34" fmla="*/ 0 w 628"/>
                    <a:gd name="T35" fmla="*/ 0 h 627"/>
                    <a:gd name="T36" fmla="*/ 0 w 628"/>
                    <a:gd name="T37" fmla="*/ 0 h 627"/>
                    <a:gd name="T38" fmla="*/ 0 w 628"/>
                    <a:gd name="T39" fmla="*/ 0 h 627"/>
                    <a:gd name="T40" fmla="*/ 0 w 628"/>
                    <a:gd name="T41" fmla="*/ 0 h 627"/>
                    <a:gd name="T42" fmla="*/ 0 w 628"/>
                    <a:gd name="T43" fmla="*/ 0 h 627"/>
                    <a:gd name="T44" fmla="*/ 0 w 628"/>
                    <a:gd name="T45" fmla="*/ 0 h 627"/>
                    <a:gd name="T46" fmla="*/ 0 w 628"/>
                    <a:gd name="T47" fmla="*/ 0 h 627"/>
                    <a:gd name="T48" fmla="*/ 0 w 628"/>
                    <a:gd name="T49" fmla="*/ 0 h 627"/>
                    <a:gd name="T50" fmla="*/ 0 w 628"/>
                    <a:gd name="T51" fmla="*/ 0 h 627"/>
                    <a:gd name="T52" fmla="*/ 0 w 628"/>
                    <a:gd name="T53" fmla="*/ 0 h 627"/>
                    <a:gd name="T54" fmla="*/ 0 w 628"/>
                    <a:gd name="T55" fmla="*/ 0 h 627"/>
                    <a:gd name="T56" fmla="*/ 0 w 628"/>
                    <a:gd name="T57" fmla="*/ 0 h 627"/>
                    <a:gd name="T58" fmla="*/ 0 w 628"/>
                    <a:gd name="T59" fmla="*/ 0 h 627"/>
                    <a:gd name="T60" fmla="*/ 0 w 628"/>
                    <a:gd name="T61" fmla="*/ 0 h 627"/>
                    <a:gd name="T62" fmla="*/ 0 w 628"/>
                    <a:gd name="T63" fmla="*/ 0 h 627"/>
                    <a:gd name="T64" fmla="*/ 0 w 628"/>
                    <a:gd name="T65" fmla="*/ 0 h 627"/>
                    <a:gd name="T66" fmla="*/ 0 w 628"/>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8"/>
                    <a:gd name="T103" fmla="*/ 0 h 627"/>
                    <a:gd name="T104" fmla="*/ 628 w 628"/>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8" h="627">
                      <a:moveTo>
                        <a:pt x="0" y="627"/>
                      </a:moveTo>
                      <a:lnTo>
                        <a:pt x="0" y="627"/>
                      </a:lnTo>
                      <a:lnTo>
                        <a:pt x="32" y="626"/>
                      </a:lnTo>
                      <a:lnTo>
                        <a:pt x="64" y="624"/>
                      </a:lnTo>
                      <a:lnTo>
                        <a:pt x="96" y="620"/>
                      </a:lnTo>
                      <a:lnTo>
                        <a:pt x="126" y="614"/>
                      </a:lnTo>
                      <a:lnTo>
                        <a:pt x="157" y="606"/>
                      </a:lnTo>
                      <a:lnTo>
                        <a:pt x="187" y="599"/>
                      </a:lnTo>
                      <a:lnTo>
                        <a:pt x="216" y="589"/>
                      </a:lnTo>
                      <a:lnTo>
                        <a:pt x="245" y="577"/>
                      </a:lnTo>
                      <a:lnTo>
                        <a:pt x="272" y="565"/>
                      </a:lnTo>
                      <a:lnTo>
                        <a:pt x="300" y="551"/>
                      </a:lnTo>
                      <a:lnTo>
                        <a:pt x="326" y="535"/>
                      </a:lnTo>
                      <a:lnTo>
                        <a:pt x="351" y="520"/>
                      </a:lnTo>
                      <a:lnTo>
                        <a:pt x="376" y="501"/>
                      </a:lnTo>
                      <a:lnTo>
                        <a:pt x="399" y="484"/>
                      </a:lnTo>
                      <a:lnTo>
                        <a:pt x="422" y="463"/>
                      </a:lnTo>
                      <a:lnTo>
                        <a:pt x="444" y="443"/>
                      </a:lnTo>
                      <a:lnTo>
                        <a:pt x="465" y="421"/>
                      </a:lnTo>
                      <a:lnTo>
                        <a:pt x="485" y="398"/>
                      </a:lnTo>
                      <a:lnTo>
                        <a:pt x="503" y="374"/>
                      </a:lnTo>
                      <a:lnTo>
                        <a:pt x="521" y="350"/>
                      </a:lnTo>
                      <a:lnTo>
                        <a:pt x="537" y="325"/>
                      </a:lnTo>
                      <a:lnTo>
                        <a:pt x="553" y="297"/>
                      </a:lnTo>
                      <a:lnTo>
                        <a:pt x="566" y="271"/>
                      </a:lnTo>
                      <a:lnTo>
                        <a:pt x="579" y="243"/>
                      </a:lnTo>
                      <a:lnTo>
                        <a:pt x="590" y="214"/>
                      </a:lnTo>
                      <a:lnTo>
                        <a:pt x="600" y="186"/>
                      </a:lnTo>
                      <a:lnTo>
                        <a:pt x="609" y="156"/>
                      </a:lnTo>
                      <a:lnTo>
                        <a:pt x="615" y="125"/>
                      </a:lnTo>
                      <a:lnTo>
                        <a:pt x="622" y="95"/>
                      </a:lnTo>
                      <a:lnTo>
                        <a:pt x="625" y="63"/>
                      </a:lnTo>
                      <a:lnTo>
                        <a:pt x="627" y="31"/>
                      </a:lnTo>
                      <a:lnTo>
                        <a:pt x="628" y="0"/>
                      </a:lnTo>
                      <a:lnTo>
                        <a:pt x="499" y="0"/>
                      </a:lnTo>
                      <a:lnTo>
                        <a:pt x="499" y="25"/>
                      </a:lnTo>
                      <a:lnTo>
                        <a:pt x="497" y="50"/>
                      </a:lnTo>
                      <a:lnTo>
                        <a:pt x="494" y="75"/>
                      </a:lnTo>
                      <a:lnTo>
                        <a:pt x="489" y="99"/>
                      </a:lnTo>
                      <a:lnTo>
                        <a:pt x="484" y="123"/>
                      </a:lnTo>
                      <a:lnTo>
                        <a:pt x="477" y="147"/>
                      </a:lnTo>
                      <a:lnTo>
                        <a:pt x="469" y="170"/>
                      </a:lnTo>
                      <a:lnTo>
                        <a:pt x="460" y="193"/>
                      </a:lnTo>
                      <a:lnTo>
                        <a:pt x="450" y="215"/>
                      </a:lnTo>
                      <a:lnTo>
                        <a:pt x="439" y="236"/>
                      </a:lnTo>
                      <a:lnTo>
                        <a:pt x="427" y="257"/>
                      </a:lnTo>
                      <a:lnTo>
                        <a:pt x="414" y="278"/>
                      </a:lnTo>
                      <a:lnTo>
                        <a:pt x="400" y="297"/>
                      </a:lnTo>
                      <a:lnTo>
                        <a:pt x="385" y="316"/>
                      </a:lnTo>
                      <a:lnTo>
                        <a:pt x="370" y="334"/>
                      </a:lnTo>
                      <a:lnTo>
                        <a:pt x="353" y="351"/>
                      </a:lnTo>
                      <a:lnTo>
                        <a:pt x="336" y="368"/>
                      </a:lnTo>
                      <a:lnTo>
                        <a:pt x="317" y="384"/>
                      </a:lnTo>
                      <a:lnTo>
                        <a:pt x="299" y="398"/>
                      </a:lnTo>
                      <a:lnTo>
                        <a:pt x="279" y="413"/>
                      </a:lnTo>
                      <a:lnTo>
                        <a:pt x="259" y="426"/>
                      </a:lnTo>
                      <a:lnTo>
                        <a:pt x="238" y="438"/>
                      </a:lnTo>
                      <a:lnTo>
                        <a:pt x="216" y="449"/>
                      </a:lnTo>
                      <a:lnTo>
                        <a:pt x="194" y="459"/>
                      </a:lnTo>
                      <a:lnTo>
                        <a:pt x="171" y="467"/>
                      </a:lnTo>
                      <a:lnTo>
                        <a:pt x="148" y="475"/>
                      </a:lnTo>
                      <a:lnTo>
                        <a:pt x="124" y="483"/>
                      </a:lnTo>
                      <a:lnTo>
                        <a:pt x="101" y="488"/>
                      </a:lnTo>
                      <a:lnTo>
                        <a:pt x="76" y="491"/>
                      </a:lnTo>
                      <a:lnTo>
                        <a:pt x="52" y="496"/>
                      </a:lnTo>
                      <a:lnTo>
                        <a:pt x="27" y="497"/>
                      </a:lnTo>
                      <a:lnTo>
                        <a:pt x="0" y="498"/>
                      </a:lnTo>
                      <a:lnTo>
                        <a:pt x="0" y="627"/>
                      </a:lnTo>
                      <a:close/>
                    </a:path>
                  </a:pathLst>
                </a:custGeom>
                <a:solidFill>
                  <a:srgbClr val="EF2B2F"/>
                </a:solidFill>
                <a:ln>
                  <a:noFill/>
                </a:ln>
              </p:spPr>
              <p:txBody>
                <a:bodyPr/>
                <a:lstStyle/>
                <a:p>
                  <a:pPr>
                    <a:defRPr/>
                  </a:pPr>
                  <a:endParaRPr lang="en-US" sz="1050">
                    <a:latin typeface="+mj-lt"/>
                  </a:endParaRPr>
                </a:p>
              </p:txBody>
            </p:sp>
            <p:sp>
              <p:nvSpPr>
                <p:cNvPr id="41131" name="Freeform 319">
                  <a:extLst>
                    <a:ext uri="{FF2B5EF4-FFF2-40B4-BE49-F238E27FC236}">
                      <a16:creationId xmlns="" xmlns:a16="http://schemas.microsoft.com/office/drawing/2014/main" id="{B2E95C32-CB76-7190-A8EE-6277E00BB53E}"/>
                    </a:ext>
                  </a:extLst>
                </p:cNvPr>
                <p:cNvSpPr>
                  <a:spLocks/>
                </p:cNvSpPr>
                <p:nvPr/>
              </p:nvSpPr>
              <p:spPr bwMode="auto">
                <a:xfrm>
                  <a:off x="4537" y="3821"/>
                  <a:ext cx="25" cy="23"/>
                </a:xfrm>
                <a:custGeom>
                  <a:avLst/>
                  <a:gdLst>
                    <a:gd name="T0" fmla="*/ 0 w 627"/>
                    <a:gd name="T1" fmla="*/ 0 h 627"/>
                    <a:gd name="T2" fmla="*/ 0 w 627"/>
                    <a:gd name="T3" fmla="*/ 0 h 627"/>
                    <a:gd name="T4" fmla="*/ 0 w 627"/>
                    <a:gd name="T5" fmla="*/ 0 h 627"/>
                    <a:gd name="T6" fmla="*/ 0 w 627"/>
                    <a:gd name="T7" fmla="*/ 0 h 627"/>
                    <a:gd name="T8" fmla="*/ 0 w 627"/>
                    <a:gd name="T9" fmla="*/ 0 h 627"/>
                    <a:gd name="T10" fmla="*/ 0 w 627"/>
                    <a:gd name="T11" fmla="*/ 0 h 627"/>
                    <a:gd name="T12" fmla="*/ 0 w 627"/>
                    <a:gd name="T13" fmla="*/ 0 h 627"/>
                    <a:gd name="T14" fmla="*/ 0 w 627"/>
                    <a:gd name="T15" fmla="*/ 0 h 627"/>
                    <a:gd name="T16" fmla="*/ 0 w 627"/>
                    <a:gd name="T17" fmla="*/ 0 h 627"/>
                    <a:gd name="T18" fmla="*/ 0 w 627"/>
                    <a:gd name="T19" fmla="*/ 0 h 627"/>
                    <a:gd name="T20" fmla="*/ 0 w 627"/>
                    <a:gd name="T21" fmla="*/ 0 h 627"/>
                    <a:gd name="T22" fmla="*/ 0 w 627"/>
                    <a:gd name="T23" fmla="*/ 0 h 627"/>
                    <a:gd name="T24" fmla="*/ 0 w 627"/>
                    <a:gd name="T25" fmla="*/ 0 h 627"/>
                    <a:gd name="T26" fmla="*/ 0 w 627"/>
                    <a:gd name="T27" fmla="*/ 0 h 627"/>
                    <a:gd name="T28" fmla="*/ 0 w 627"/>
                    <a:gd name="T29" fmla="*/ 0 h 627"/>
                    <a:gd name="T30" fmla="*/ 0 w 627"/>
                    <a:gd name="T31" fmla="*/ 0 h 627"/>
                    <a:gd name="T32" fmla="*/ 0 w 627"/>
                    <a:gd name="T33" fmla="*/ 0 h 627"/>
                    <a:gd name="T34" fmla="*/ 0 w 627"/>
                    <a:gd name="T35" fmla="*/ 0 h 627"/>
                    <a:gd name="T36" fmla="*/ 0 w 627"/>
                    <a:gd name="T37" fmla="*/ 0 h 627"/>
                    <a:gd name="T38" fmla="*/ 0 w 627"/>
                    <a:gd name="T39" fmla="*/ 0 h 627"/>
                    <a:gd name="T40" fmla="*/ 0 w 627"/>
                    <a:gd name="T41" fmla="*/ 0 h 627"/>
                    <a:gd name="T42" fmla="*/ 0 w 627"/>
                    <a:gd name="T43" fmla="*/ 0 h 627"/>
                    <a:gd name="T44" fmla="*/ 0 w 627"/>
                    <a:gd name="T45" fmla="*/ 0 h 627"/>
                    <a:gd name="T46" fmla="*/ 0 w 627"/>
                    <a:gd name="T47" fmla="*/ 0 h 627"/>
                    <a:gd name="T48" fmla="*/ 0 w 627"/>
                    <a:gd name="T49" fmla="*/ 0 h 627"/>
                    <a:gd name="T50" fmla="*/ 0 w 627"/>
                    <a:gd name="T51" fmla="*/ 0 h 627"/>
                    <a:gd name="T52" fmla="*/ 0 w 627"/>
                    <a:gd name="T53" fmla="*/ 0 h 627"/>
                    <a:gd name="T54" fmla="*/ 0 w 627"/>
                    <a:gd name="T55" fmla="*/ 0 h 627"/>
                    <a:gd name="T56" fmla="*/ 0 w 627"/>
                    <a:gd name="T57" fmla="*/ 0 h 627"/>
                    <a:gd name="T58" fmla="*/ 0 w 627"/>
                    <a:gd name="T59" fmla="*/ 0 h 627"/>
                    <a:gd name="T60" fmla="*/ 0 w 627"/>
                    <a:gd name="T61" fmla="*/ 0 h 627"/>
                    <a:gd name="T62" fmla="*/ 0 w 627"/>
                    <a:gd name="T63" fmla="*/ 0 h 627"/>
                    <a:gd name="T64" fmla="*/ 0 w 627"/>
                    <a:gd name="T65" fmla="*/ 0 h 627"/>
                    <a:gd name="T66" fmla="*/ 0 w 627"/>
                    <a:gd name="T67" fmla="*/ 0 h 6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7"/>
                    <a:gd name="T103" fmla="*/ 0 h 627"/>
                    <a:gd name="T104" fmla="*/ 627 w 627"/>
                    <a:gd name="T105" fmla="*/ 627 h 6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7" h="627">
                      <a:moveTo>
                        <a:pt x="0" y="0"/>
                      </a:moveTo>
                      <a:lnTo>
                        <a:pt x="0" y="0"/>
                      </a:lnTo>
                      <a:lnTo>
                        <a:pt x="1" y="31"/>
                      </a:lnTo>
                      <a:lnTo>
                        <a:pt x="3" y="63"/>
                      </a:lnTo>
                      <a:lnTo>
                        <a:pt x="7" y="95"/>
                      </a:lnTo>
                      <a:lnTo>
                        <a:pt x="13" y="125"/>
                      </a:lnTo>
                      <a:lnTo>
                        <a:pt x="19" y="155"/>
                      </a:lnTo>
                      <a:lnTo>
                        <a:pt x="28" y="186"/>
                      </a:lnTo>
                      <a:lnTo>
                        <a:pt x="38" y="214"/>
                      </a:lnTo>
                      <a:lnTo>
                        <a:pt x="49" y="243"/>
                      </a:lnTo>
                      <a:lnTo>
                        <a:pt x="62" y="271"/>
                      </a:lnTo>
                      <a:lnTo>
                        <a:pt x="76" y="297"/>
                      </a:lnTo>
                      <a:lnTo>
                        <a:pt x="91" y="325"/>
                      </a:lnTo>
                      <a:lnTo>
                        <a:pt x="107" y="350"/>
                      </a:lnTo>
                      <a:lnTo>
                        <a:pt x="125" y="374"/>
                      </a:lnTo>
                      <a:lnTo>
                        <a:pt x="143" y="398"/>
                      </a:lnTo>
                      <a:lnTo>
                        <a:pt x="163" y="421"/>
                      </a:lnTo>
                      <a:lnTo>
                        <a:pt x="184" y="443"/>
                      </a:lnTo>
                      <a:lnTo>
                        <a:pt x="206" y="463"/>
                      </a:lnTo>
                      <a:lnTo>
                        <a:pt x="229" y="484"/>
                      </a:lnTo>
                      <a:lnTo>
                        <a:pt x="253" y="501"/>
                      </a:lnTo>
                      <a:lnTo>
                        <a:pt x="277" y="520"/>
                      </a:lnTo>
                      <a:lnTo>
                        <a:pt x="302" y="535"/>
                      </a:lnTo>
                      <a:lnTo>
                        <a:pt x="328" y="551"/>
                      </a:lnTo>
                      <a:lnTo>
                        <a:pt x="356" y="565"/>
                      </a:lnTo>
                      <a:lnTo>
                        <a:pt x="383" y="577"/>
                      </a:lnTo>
                      <a:lnTo>
                        <a:pt x="412" y="589"/>
                      </a:lnTo>
                      <a:lnTo>
                        <a:pt x="441" y="599"/>
                      </a:lnTo>
                      <a:lnTo>
                        <a:pt x="471" y="606"/>
                      </a:lnTo>
                      <a:lnTo>
                        <a:pt x="501" y="614"/>
                      </a:lnTo>
                      <a:lnTo>
                        <a:pt x="532" y="620"/>
                      </a:lnTo>
                      <a:lnTo>
                        <a:pt x="564" y="624"/>
                      </a:lnTo>
                      <a:lnTo>
                        <a:pt x="596" y="626"/>
                      </a:lnTo>
                      <a:lnTo>
                        <a:pt x="627" y="627"/>
                      </a:lnTo>
                      <a:lnTo>
                        <a:pt x="627" y="498"/>
                      </a:lnTo>
                      <a:lnTo>
                        <a:pt x="601" y="497"/>
                      </a:lnTo>
                      <a:lnTo>
                        <a:pt x="576" y="496"/>
                      </a:lnTo>
                      <a:lnTo>
                        <a:pt x="552" y="491"/>
                      </a:lnTo>
                      <a:lnTo>
                        <a:pt x="527" y="488"/>
                      </a:lnTo>
                      <a:lnTo>
                        <a:pt x="503" y="483"/>
                      </a:lnTo>
                      <a:lnTo>
                        <a:pt x="480" y="475"/>
                      </a:lnTo>
                      <a:lnTo>
                        <a:pt x="457" y="467"/>
                      </a:lnTo>
                      <a:lnTo>
                        <a:pt x="434" y="459"/>
                      </a:lnTo>
                      <a:lnTo>
                        <a:pt x="412" y="449"/>
                      </a:lnTo>
                      <a:lnTo>
                        <a:pt x="390" y="438"/>
                      </a:lnTo>
                      <a:lnTo>
                        <a:pt x="369" y="426"/>
                      </a:lnTo>
                      <a:lnTo>
                        <a:pt x="349" y="413"/>
                      </a:lnTo>
                      <a:lnTo>
                        <a:pt x="329" y="398"/>
                      </a:lnTo>
                      <a:lnTo>
                        <a:pt x="311" y="384"/>
                      </a:lnTo>
                      <a:lnTo>
                        <a:pt x="292" y="368"/>
                      </a:lnTo>
                      <a:lnTo>
                        <a:pt x="275" y="351"/>
                      </a:lnTo>
                      <a:lnTo>
                        <a:pt x="258" y="334"/>
                      </a:lnTo>
                      <a:lnTo>
                        <a:pt x="243" y="316"/>
                      </a:lnTo>
                      <a:lnTo>
                        <a:pt x="228" y="297"/>
                      </a:lnTo>
                      <a:lnTo>
                        <a:pt x="214" y="278"/>
                      </a:lnTo>
                      <a:lnTo>
                        <a:pt x="201" y="257"/>
                      </a:lnTo>
                      <a:lnTo>
                        <a:pt x="189" y="236"/>
                      </a:lnTo>
                      <a:lnTo>
                        <a:pt x="178" y="215"/>
                      </a:lnTo>
                      <a:lnTo>
                        <a:pt x="168" y="193"/>
                      </a:lnTo>
                      <a:lnTo>
                        <a:pt x="160" y="170"/>
                      </a:lnTo>
                      <a:lnTo>
                        <a:pt x="151" y="147"/>
                      </a:lnTo>
                      <a:lnTo>
                        <a:pt x="144" y="123"/>
                      </a:lnTo>
                      <a:lnTo>
                        <a:pt x="139" y="99"/>
                      </a:lnTo>
                      <a:lnTo>
                        <a:pt x="134" y="75"/>
                      </a:lnTo>
                      <a:lnTo>
                        <a:pt x="131" y="50"/>
                      </a:lnTo>
                      <a:lnTo>
                        <a:pt x="129" y="25"/>
                      </a:lnTo>
                      <a:lnTo>
                        <a:pt x="129" y="0"/>
                      </a:lnTo>
                      <a:lnTo>
                        <a:pt x="0" y="0"/>
                      </a:lnTo>
                      <a:close/>
                    </a:path>
                  </a:pathLst>
                </a:custGeom>
                <a:solidFill>
                  <a:srgbClr val="EF2B2F"/>
                </a:solidFill>
                <a:ln>
                  <a:noFill/>
                </a:ln>
              </p:spPr>
              <p:txBody>
                <a:bodyPr/>
                <a:lstStyle/>
                <a:p>
                  <a:pPr>
                    <a:defRPr/>
                  </a:pPr>
                  <a:endParaRPr lang="en-US" sz="1050">
                    <a:latin typeface="+mj-lt"/>
                  </a:endParaRPr>
                </a:p>
              </p:txBody>
            </p:sp>
            <p:sp>
              <p:nvSpPr>
                <p:cNvPr id="41132" name="Freeform 320">
                  <a:extLst>
                    <a:ext uri="{FF2B5EF4-FFF2-40B4-BE49-F238E27FC236}">
                      <a16:creationId xmlns="" xmlns:a16="http://schemas.microsoft.com/office/drawing/2014/main" id="{CC03919C-055A-3B0B-D79F-7FAAC68E0CC3}"/>
                    </a:ext>
                  </a:extLst>
                </p:cNvPr>
                <p:cNvSpPr>
                  <a:spLocks/>
                </p:cNvSpPr>
                <p:nvPr/>
              </p:nvSpPr>
              <p:spPr bwMode="auto">
                <a:xfrm>
                  <a:off x="4537" y="3797"/>
                  <a:ext cx="25" cy="24"/>
                </a:xfrm>
                <a:custGeom>
                  <a:avLst/>
                  <a:gdLst>
                    <a:gd name="T0" fmla="*/ 0 w 627"/>
                    <a:gd name="T1" fmla="*/ 0 h 629"/>
                    <a:gd name="T2" fmla="*/ 0 w 627"/>
                    <a:gd name="T3" fmla="*/ 0 h 629"/>
                    <a:gd name="T4" fmla="*/ 0 w 627"/>
                    <a:gd name="T5" fmla="*/ 0 h 629"/>
                    <a:gd name="T6" fmla="*/ 0 w 627"/>
                    <a:gd name="T7" fmla="*/ 0 h 629"/>
                    <a:gd name="T8" fmla="*/ 0 w 627"/>
                    <a:gd name="T9" fmla="*/ 0 h 629"/>
                    <a:gd name="T10" fmla="*/ 0 w 627"/>
                    <a:gd name="T11" fmla="*/ 0 h 629"/>
                    <a:gd name="T12" fmla="*/ 0 w 627"/>
                    <a:gd name="T13" fmla="*/ 0 h 629"/>
                    <a:gd name="T14" fmla="*/ 0 w 627"/>
                    <a:gd name="T15" fmla="*/ 0 h 629"/>
                    <a:gd name="T16" fmla="*/ 0 w 627"/>
                    <a:gd name="T17" fmla="*/ 0 h 629"/>
                    <a:gd name="T18" fmla="*/ 0 w 627"/>
                    <a:gd name="T19" fmla="*/ 0 h 629"/>
                    <a:gd name="T20" fmla="*/ 0 w 627"/>
                    <a:gd name="T21" fmla="*/ 0 h 629"/>
                    <a:gd name="T22" fmla="*/ 0 w 627"/>
                    <a:gd name="T23" fmla="*/ 0 h 629"/>
                    <a:gd name="T24" fmla="*/ 0 w 627"/>
                    <a:gd name="T25" fmla="*/ 0 h 629"/>
                    <a:gd name="T26" fmla="*/ 0 w 627"/>
                    <a:gd name="T27" fmla="*/ 0 h 629"/>
                    <a:gd name="T28" fmla="*/ 0 w 627"/>
                    <a:gd name="T29" fmla="*/ 0 h 629"/>
                    <a:gd name="T30" fmla="*/ 0 w 627"/>
                    <a:gd name="T31" fmla="*/ 0 h 629"/>
                    <a:gd name="T32" fmla="*/ 0 w 627"/>
                    <a:gd name="T33" fmla="*/ 0 h 629"/>
                    <a:gd name="T34" fmla="*/ 0 w 627"/>
                    <a:gd name="T35" fmla="*/ 0 h 629"/>
                    <a:gd name="T36" fmla="*/ 0 w 627"/>
                    <a:gd name="T37" fmla="*/ 0 h 629"/>
                    <a:gd name="T38" fmla="*/ 0 w 627"/>
                    <a:gd name="T39" fmla="*/ 0 h 629"/>
                    <a:gd name="T40" fmla="*/ 0 w 627"/>
                    <a:gd name="T41" fmla="*/ 0 h 629"/>
                    <a:gd name="T42" fmla="*/ 0 w 627"/>
                    <a:gd name="T43" fmla="*/ 0 h 629"/>
                    <a:gd name="T44" fmla="*/ 0 w 627"/>
                    <a:gd name="T45" fmla="*/ 0 h 629"/>
                    <a:gd name="T46" fmla="*/ 0 w 627"/>
                    <a:gd name="T47" fmla="*/ 0 h 629"/>
                    <a:gd name="T48" fmla="*/ 0 w 627"/>
                    <a:gd name="T49" fmla="*/ 0 h 629"/>
                    <a:gd name="T50" fmla="*/ 0 w 627"/>
                    <a:gd name="T51" fmla="*/ 0 h 629"/>
                    <a:gd name="T52" fmla="*/ 0 w 627"/>
                    <a:gd name="T53" fmla="*/ 0 h 629"/>
                    <a:gd name="T54" fmla="*/ 0 w 627"/>
                    <a:gd name="T55" fmla="*/ 0 h 629"/>
                    <a:gd name="T56" fmla="*/ 0 w 627"/>
                    <a:gd name="T57" fmla="*/ 0 h 629"/>
                    <a:gd name="T58" fmla="*/ 0 w 627"/>
                    <a:gd name="T59" fmla="*/ 0 h 629"/>
                    <a:gd name="T60" fmla="*/ 0 w 627"/>
                    <a:gd name="T61" fmla="*/ 0 h 629"/>
                    <a:gd name="T62" fmla="*/ 0 w 627"/>
                    <a:gd name="T63" fmla="*/ 0 h 629"/>
                    <a:gd name="T64" fmla="*/ 0 w 627"/>
                    <a:gd name="T65" fmla="*/ 0 h 629"/>
                    <a:gd name="T66" fmla="*/ 0 w 627"/>
                    <a:gd name="T67" fmla="*/ 0 h 6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27"/>
                    <a:gd name="T103" fmla="*/ 0 h 629"/>
                    <a:gd name="T104" fmla="*/ 627 w 627"/>
                    <a:gd name="T105" fmla="*/ 629 h 6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27" h="629">
                      <a:moveTo>
                        <a:pt x="627" y="0"/>
                      </a:moveTo>
                      <a:lnTo>
                        <a:pt x="627" y="0"/>
                      </a:lnTo>
                      <a:lnTo>
                        <a:pt x="596" y="1"/>
                      </a:lnTo>
                      <a:lnTo>
                        <a:pt x="564" y="4"/>
                      </a:lnTo>
                      <a:lnTo>
                        <a:pt x="532" y="7"/>
                      </a:lnTo>
                      <a:lnTo>
                        <a:pt x="501" y="13"/>
                      </a:lnTo>
                      <a:lnTo>
                        <a:pt x="471" y="20"/>
                      </a:lnTo>
                      <a:lnTo>
                        <a:pt x="441" y="28"/>
                      </a:lnTo>
                      <a:lnTo>
                        <a:pt x="412" y="38"/>
                      </a:lnTo>
                      <a:lnTo>
                        <a:pt x="383" y="50"/>
                      </a:lnTo>
                      <a:lnTo>
                        <a:pt x="356" y="62"/>
                      </a:lnTo>
                      <a:lnTo>
                        <a:pt x="328" y="76"/>
                      </a:lnTo>
                      <a:lnTo>
                        <a:pt x="302" y="92"/>
                      </a:lnTo>
                      <a:lnTo>
                        <a:pt x="277" y="108"/>
                      </a:lnTo>
                      <a:lnTo>
                        <a:pt x="253" y="126"/>
                      </a:lnTo>
                      <a:lnTo>
                        <a:pt x="229" y="144"/>
                      </a:lnTo>
                      <a:lnTo>
                        <a:pt x="206" y="164"/>
                      </a:lnTo>
                      <a:lnTo>
                        <a:pt x="184" y="185"/>
                      </a:lnTo>
                      <a:lnTo>
                        <a:pt x="163" y="207"/>
                      </a:lnTo>
                      <a:lnTo>
                        <a:pt x="143" y="229"/>
                      </a:lnTo>
                      <a:lnTo>
                        <a:pt x="125" y="253"/>
                      </a:lnTo>
                      <a:lnTo>
                        <a:pt x="107" y="278"/>
                      </a:lnTo>
                      <a:lnTo>
                        <a:pt x="91" y="303"/>
                      </a:lnTo>
                      <a:lnTo>
                        <a:pt x="76" y="329"/>
                      </a:lnTo>
                      <a:lnTo>
                        <a:pt x="62" y="357"/>
                      </a:lnTo>
                      <a:lnTo>
                        <a:pt x="49" y="384"/>
                      </a:lnTo>
                      <a:lnTo>
                        <a:pt x="38" y="413"/>
                      </a:lnTo>
                      <a:lnTo>
                        <a:pt x="28" y="442"/>
                      </a:lnTo>
                      <a:lnTo>
                        <a:pt x="19" y="472"/>
                      </a:lnTo>
                      <a:lnTo>
                        <a:pt x="13" y="501"/>
                      </a:lnTo>
                      <a:lnTo>
                        <a:pt x="7" y="533"/>
                      </a:lnTo>
                      <a:lnTo>
                        <a:pt x="3" y="564"/>
                      </a:lnTo>
                      <a:lnTo>
                        <a:pt x="1" y="597"/>
                      </a:lnTo>
                      <a:lnTo>
                        <a:pt x="0" y="629"/>
                      </a:lnTo>
                      <a:lnTo>
                        <a:pt x="129" y="629"/>
                      </a:lnTo>
                      <a:lnTo>
                        <a:pt x="129" y="602"/>
                      </a:lnTo>
                      <a:lnTo>
                        <a:pt x="131" y="577"/>
                      </a:lnTo>
                      <a:lnTo>
                        <a:pt x="134" y="552"/>
                      </a:lnTo>
                      <a:lnTo>
                        <a:pt x="139" y="528"/>
                      </a:lnTo>
                      <a:lnTo>
                        <a:pt x="144" y="504"/>
                      </a:lnTo>
                      <a:lnTo>
                        <a:pt x="151" y="481"/>
                      </a:lnTo>
                      <a:lnTo>
                        <a:pt x="160" y="457"/>
                      </a:lnTo>
                      <a:lnTo>
                        <a:pt x="168" y="435"/>
                      </a:lnTo>
                      <a:lnTo>
                        <a:pt x="178" y="413"/>
                      </a:lnTo>
                      <a:lnTo>
                        <a:pt x="189" y="391"/>
                      </a:lnTo>
                      <a:lnTo>
                        <a:pt x="201" y="370"/>
                      </a:lnTo>
                      <a:lnTo>
                        <a:pt x="214" y="350"/>
                      </a:lnTo>
                      <a:lnTo>
                        <a:pt x="228" y="331"/>
                      </a:lnTo>
                      <a:lnTo>
                        <a:pt x="243" y="312"/>
                      </a:lnTo>
                      <a:lnTo>
                        <a:pt x="258" y="293"/>
                      </a:lnTo>
                      <a:lnTo>
                        <a:pt x="276" y="276"/>
                      </a:lnTo>
                      <a:lnTo>
                        <a:pt x="292" y="259"/>
                      </a:lnTo>
                      <a:lnTo>
                        <a:pt x="311" y="244"/>
                      </a:lnTo>
                      <a:lnTo>
                        <a:pt x="329" y="229"/>
                      </a:lnTo>
                      <a:lnTo>
                        <a:pt x="349" y="214"/>
                      </a:lnTo>
                      <a:lnTo>
                        <a:pt x="369" y="201"/>
                      </a:lnTo>
                      <a:lnTo>
                        <a:pt x="390" y="189"/>
                      </a:lnTo>
                      <a:lnTo>
                        <a:pt x="412" y="178"/>
                      </a:lnTo>
                      <a:lnTo>
                        <a:pt x="434" y="168"/>
                      </a:lnTo>
                      <a:lnTo>
                        <a:pt x="457" y="160"/>
                      </a:lnTo>
                      <a:lnTo>
                        <a:pt x="480" y="152"/>
                      </a:lnTo>
                      <a:lnTo>
                        <a:pt x="504" y="145"/>
                      </a:lnTo>
                      <a:lnTo>
                        <a:pt x="527" y="140"/>
                      </a:lnTo>
                      <a:lnTo>
                        <a:pt x="552" y="136"/>
                      </a:lnTo>
                      <a:lnTo>
                        <a:pt x="577" y="132"/>
                      </a:lnTo>
                      <a:lnTo>
                        <a:pt x="602" y="130"/>
                      </a:lnTo>
                      <a:lnTo>
                        <a:pt x="627" y="130"/>
                      </a:lnTo>
                      <a:lnTo>
                        <a:pt x="627" y="0"/>
                      </a:lnTo>
                      <a:close/>
                    </a:path>
                  </a:pathLst>
                </a:custGeom>
                <a:solidFill>
                  <a:srgbClr val="EF2B2F"/>
                </a:solidFill>
                <a:ln>
                  <a:noFill/>
                </a:ln>
              </p:spPr>
              <p:txBody>
                <a:bodyPr/>
                <a:lstStyle/>
                <a:p>
                  <a:pPr>
                    <a:defRPr/>
                  </a:pPr>
                  <a:endParaRPr lang="en-US" sz="1050">
                    <a:latin typeface="+mj-lt"/>
                  </a:endParaRPr>
                </a:p>
              </p:txBody>
            </p:sp>
            <p:sp>
              <p:nvSpPr>
                <p:cNvPr id="41133" name="Text Box 321">
                  <a:extLst>
                    <a:ext uri="{FF2B5EF4-FFF2-40B4-BE49-F238E27FC236}">
                      <a16:creationId xmlns="" xmlns:a16="http://schemas.microsoft.com/office/drawing/2014/main" id="{30EC4F0B-89D4-AC11-0153-9A3ED41A0476}"/>
                    </a:ext>
                  </a:extLst>
                </p:cNvPr>
                <p:cNvSpPr txBox="1">
                  <a:spLocks noChangeArrowheads="1"/>
                </p:cNvSpPr>
                <p:nvPr/>
              </p:nvSpPr>
              <p:spPr bwMode="auto">
                <a:xfrm>
                  <a:off x="4236" y="3661"/>
                  <a:ext cx="205" cy="128"/>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80000"/>
                    </a:lnSpc>
                    <a:spcBef>
                      <a:spcPct val="50000"/>
                    </a:spcBef>
                    <a:defRPr/>
                  </a:pPr>
                  <a:r>
                    <a:rPr lang="en-US" altLang="en-US" sz="525">
                      <a:latin typeface="+mj-lt"/>
                    </a:rPr>
                    <a:t>O</a:t>
                  </a:r>
                </a:p>
              </p:txBody>
            </p:sp>
            <p:sp>
              <p:nvSpPr>
                <p:cNvPr id="41134" name="Text Box 322">
                  <a:extLst>
                    <a:ext uri="{FF2B5EF4-FFF2-40B4-BE49-F238E27FC236}">
                      <a16:creationId xmlns="" xmlns:a16="http://schemas.microsoft.com/office/drawing/2014/main" id="{3F79A87F-10F9-E322-553A-91D29EFFD0D7}"/>
                    </a:ext>
                  </a:extLst>
                </p:cNvPr>
                <p:cNvSpPr txBox="1">
                  <a:spLocks noChangeArrowheads="1"/>
                </p:cNvSpPr>
                <p:nvPr/>
              </p:nvSpPr>
              <p:spPr bwMode="auto">
                <a:xfrm>
                  <a:off x="4274" y="3446"/>
                  <a:ext cx="145" cy="128"/>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80000"/>
                    </a:lnSpc>
                    <a:spcBef>
                      <a:spcPct val="50000"/>
                    </a:spcBef>
                    <a:defRPr/>
                  </a:pPr>
                  <a:r>
                    <a:rPr lang="en-US" altLang="en-US" sz="525">
                      <a:latin typeface="+mj-lt"/>
                    </a:rPr>
                    <a:t>P</a:t>
                  </a:r>
                </a:p>
              </p:txBody>
            </p:sp>
            <p:sp>
              <p:nvSpPr>
                <p:cNvPr id="41135" name="Line 323">
                  <a:extLst>
                    <a:ext uri="{FF2B5EF4-FFF2-40B4-BE49-F238E27FC236}">
                      <a16:creationId xmlns="" xmlns:a16="http://schemas.microsoft.com/office/drawing/2014/main" id="{136FC8D2-8CC5-A7F2-B0ED-64556A47386E}"/>
                    </a:ext>
                  </a:extLst>
                </p:cNvPr>
                <p:cNvSpPr>
                  <a:spLocks noChangeShapeType="1"/>
                </p:cNvSpPr>
                <p:nvPr/>
              </p:nvSpPr>
              <p:spPr bwMode="auto">
                <a:xfrm rot="1335817" flipH="1">
                  <a:off x="4535" y="3636"/>
                  <a:ext cx="209" cy="80"/>
                </a:xfrm>
                <a:prstGeom prst="line">
                  <a:avLst/>
                </a:prstGeom>
                <a:noFill/>
                <a:ln w="31750">
                  <a:solidFill>
                    <a:srgbClr val="D1CC00"/>
                  </a:solidFill>
                  <a:round/>
                  <a:headEnd/>
                  <a:tailEnd type="stealth" w="sm" len="med"/>
                </a:ln>
              </p:spPr>
              <p:txBody>
                <a:bodyPr/>
                <a:lstStyle/>
                <a:p>
                  <a:pPr>
                    <a:defRPr/>
                  </a:pPr>
                  <a:endParaRPr lang="en-US" sz="1050">
                    <a:latin typeface="+mj-lt"/>
                  </a:endParaRPr>
                </a:p>
              </p:txBody>
            </p:sp>
            <p:grpSp>
              <p:nvGrpSpPr>
                <p:cNvPr id="29872" name="Group 324">
                  <a:extLst>
                    <a:ext uri="{FF2B5EF4-FFF2-40B4-BE49-F238E27FC236}">
                      <a16:creationId xmlns="" xmlns:a16="http://schemas.microsoft.com/office/drawing/2014/main" id="{A290F46A-5A12-C102-7FBE-E5169988AD83}"/>
                    </a:ext>
                  </a:extLst>
                </p:cNvPr>
                <p:cNvGrpSpPr>
                  <a:grpSpLocks/>
                </p:cNvGrpSpPr>
                <p:nvPr/>
              </p:nvGrpSpPr>
              <p:grpSpPr bwMode="auto">
                <a:xfrm>
                  <a:off x="3072" y="3100"/>
                  <a:ext cx="631" cy="607"/>
                  <a:chOff x="1433" y="1250"/>
                  <a:chExt cx="2572" cy="2573"/>
                </a:xfrm>
              </p:grpSpPr>
              <p:sp>
                <p:nvSpPr>
                  <p:cNvPr id="41546" name="Freeform 325">
                    <a:extLst>
                      <a:ext uri="{FF2B5EF4-FFF2-40B4-BE49-F238E27FC236}">
                        <a16:creationId xmlns="" xmlns:a16="http://schemas.microsoft.com/office/drawing/2014/main" id="{3BA76141-0319-4938-2D95-34B1D1925B52}"/>
                      </a:ext>
                    </a:extLst>
                  </p:cNvPr>
                  <p:cNvSpPr>
                    <a:spLocks/>
                  </p:cNvSpPr>
                  <p:nvPr/>
                </p:nvSpPr>
                <p:spPr bwMode="auto">
                  <a:xfrm>
                    <a:off x="1431" y="1252"/>
                    <a:ext cx="2573" cy="2573"/>
                  </a:xfrm>
                  <a:custGeom>
                    <a:avLst/>
                    <a:gdLst>
                      <a:gd name="T0" fmla="*/ 0 w 15436"/>
                      <a:gd name="T1" fmla="*/ 0 h 15438"/>
                      <a:gd name="T2" fmla="*/ 0 w 15436"/>
                      <a:gd name="T3" fmla="*/ 0 h 15438"/>
                      <a:gd name="T4" fmla="*/ 0 w 15436"/>
                      <a:gd name="T5" fmla="*/ 0 h 15438"/>
                      <a:gd name="T6" fmla="*/ 0 w 15436"/>
                      <a:gd name="T7" fmla="*/ 0 h 15438"/>
                      <a:gd name="T8" fmla="*/ 0 w 15436"/>
                      <a:gd name="T9" fmla="*/ 0 h 15438"/>
                      <a:gd name="T10" fmla="*/ 0 w 15436"/>
                      <a:gd name="T11" fmla="*/ 0 h 15438"/>
                      <a:gd name="T12" fmla="*/ 0 w 15436"/>
                      <a:gd name="T13" fmla="*/ 0 h 15438"/>
                      <a:gd name="T14" fmla="*/ 0 w 15436"/>
                      <a:gd name="T15" fmla="*/ 0 h 15438"/>
                      <a:gd name="T16" fmla="*/ 0 w 15436"/>
                      <a:gd name="T17" fmla="*/ 0 h 15438"/>
                      <a:gd name="T18" fmla="*/ 0 w 15436"/>
                      <a:gd name="T19" fmla="*/ 0 h 15438"/>
                      <a:gd name="T20" fmla="*/ 0 w 15436"/>
                      <a:gd name="T21" fmla="*/ 0 h 15438"/>
                      <a:gd name="T22" fmla="*/ 0 w 15436"/>
                      <a:gd name="T23" fmla="*/ 0 h 15438"/>
                      <a:gd name="T24" fmla="*/ 0 w 15436"/>
                      <a:gd name="T25" fmla="*/ 0 h 15438"/>
                      <a:gd name="T26" fmla="*/ 0 w 15436"/>
                      <a:gd name="T27" fmla="*/ 0 h 15438"/>
                      <a:gd name="T28" fmla="*/ 0 w 15436"/>
                      <a:gd name="T29" fmla="*/ 0 h 15438"/>
                      <a:gd name="T30" fmla="*/ 0 w 15436"/>
                      <a:gd name="T31" fmla="*/ 0 h 15438"/>
                      <a:gd name="T32" fmla="*/ 0 w 15436"/>
                      <a:gd name="T33" fmla="*/ 0 h 15438"/>
                      <a:gd name="T34" fmla="*/ 0 w 15436"/>
                      <a:gd name="T35" fmla="*/ 0 h 15438"/>
                      <a:gd name="T36" fmla="*/ 0 w 15436"/>
                      <a:gd name="T37" fmla="*/ 0 h 15438"/>
                      <a:gd name="T38" fmla="*/ 0 w 15436"/>
                      <a:gd name="T39" fmla="*/ 0 h 15438"/>
                      <a:gd name="T40" fmla="*/ 0 w 15436"/>
                      <a:gd name="T41" fmla="*/ 0 h 15438"/>
                      <a:gd name="T42" fmla="*/ 0 w 15436"/>
                      <a:gd name="T43" fmla="*/ 0 h 15438"/>
                      <a:gd name="T44" fmla="*/ 0 w 15436"/>
                      <a:gd name="T45" fmla="*/ 0 h 15438"/>
                      <a:gd name="T46" fmla="*/ 0 w 15436"/>
                      <a:gd name="T47" fmla="*/ 0 h 15438"/>
                      <a:gd name="T48" fmla="*/ 0 w 15436"/>
                      <a:gd name="T49" fmla="*/ 0 h 15438"/>
                      <a:gd name="T50" fmla="*/ 0 w 15436"/>
                      <a:gd name="T51" fmla="*/ 0 h 15438"/>
                      <a:gd name="T52" fmla="*/ 0 w 15436"/>
                      <a:gd name="T53" fmla="*/ 0 h 15438"/>
                      <a:gd name="T54" fmla="*/ 0 w 15436"/>
                      <a:gd name="T55" fmla="*/ 0 h 15438"/>
                      <a:gd name="T56" fmla="*/ 0 w 15436"/>
                      <a:gd name="T57" fmla="*/ 0 h 15438"/>
                      <a:gd name="T58" fmla="*/ 0 w 15436"/>
                      <a:gd name="T59" fmla="*/ 0 h 15438"/>
                      <a:gd name="T60" fmla="*/ 0 w 15436"/>
                      <a:gd name="T61" fmla="*/ 0 h 15438"/>
                      <a:gd name="T62" fmla="*/ 0 w 15436"/>
                      <a:gd name="T63" fmla="*/ 0 h 15438"/>
                      <a:gd name="T64" fmla="*/ 0 w 15436"/>
                      <a:gd name="T65" fmla="*/ 0 h 15438"/>
                      <a:gd name="T66" fmla="*/ 0 w 15436"/>
                      <a:gd name="T67" fmla="*/ 0 h 15438"/>
                      <a:gd name="T68" fmla="*/ 0 w 15436"/>
                      <a:gd name="T69" fmla="*/ 0 h 15438"/>
                      <a:gd name="T70" fmla="*/ 0 w 15436"/>
                      <a:gd name="T71" fmla="*/ 0 h 15438"/>
                      <a:gd name="T72" fmla="*/ 0 w 15436"/>
                      <a:gd name="T73" fmla="*/ 0 h 15438"/>
                      <a:gd name="T74" fmla="*/ 0 w 15436"/>
                      <a:gd name="T75" fmla="*/ 0 h 15438"/>
                      <a:gd name="T76" fmla="*/ 0 w 15436"/>
                      <a:gd name="T77" fmla="*/ 0 h 15438"/>
                      <a:gd name="T78" fmla="*/ 0 w 15436"/>
                      <a:gd name="T79" fmla="*/ 0 h 15438"/>
                      <a:gd name="T80" fmla="*/ 0 w 15436"/>
                      <a:gd name="T81" fmla="*/ 0 h 15438"/>
                      <a:gd name="T82" fmla="*/ 0 w 15436"/>
                      <a:gd name="T83" fmla="*/ 0 h 15438"/>
                      <a:gd name="T84" fmla="*/ 0 w 15436"/>
                      <a:gd name="T85" fmla="*/ 0 h 1543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436"/>
                      <a:gd name="T130" fmla="*/ 0 h 15438"/>
                      <a:gd name="T131" fmla="*/ 15436 w 15436"/>
                      <a:gd name="T132" fmla="*/ 15438 h 1543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436" h="15438">
                        <a:moveTo>
                          <a:pt x="7717" y="0"/>
                        </a:moveTo>
                        <a:lnTo>
                          <a:pt x="8114" y="10"/>
                        </a:lnTo>
                        <a:lnTo>
                          <a:pt x="8505" y="40"/>
                        </a:lnTo>
                        <a:lnTo>
                          <a:pt x="8891" y="89"/>
                        </a:lnTo>
                        <a:lnTo>
                          <a:pt x="9270" y="157"/>
                        </a:lnTo>
                        <a:lnTo>
                          <a:pt x="9642" y="243"/>
                        </a:lnTo>
                        <a:lnTo>
                          <a:pt x="10009" y="347"/>
                        </a:lnTo>
                        <a:lnTo>
                          <a:pt x="10367" y="469"/>
                        </a:lnTo>
                        <a:lnTo>
                          <a:pt x="10717" y="608"/>
                        </a:lnTo>
                        <a:lnTo>
                          <a:pt x="11059" y="763"/>
                        </a:lnTo>
                        <a:lnTo>
                          <a:pt x="11392" y="934"/>
                        </a:lnTo>
                        <a:lnTo>
                          <a:pt x="11714" y="1120"/>
                        </a:lnTo>
                        <a:lnTo>
                          <a:pt x="12028" y="1321"/>
                        </a:lnTo>
                        <a:lnTo>
                          <a:pt x="12330" y="1537"/>
                        </a:lnTo>
                        <a:lnTo>
                          <a:pt x="12622" y="1767"/>
                        </a:lnTo>
                        <a:lnTo>
                          <a:pt x="12903" y="2009"/>
                        </a:lnTo>
                        <a:lnTo>
                          <a:pt x="13171" y="2265"/>
                        </a:lnTo>
                        <a:lnTo>
                          <a:pt x="13426" y="2534"/>
                        </a:lnTo>
                        <a:lnTo>
                          <a:pt x="13670" y="2814"/>
                        </a:lnTo>
                        <a:lnTo>
                          <a:pt x="13899" y="3105"/>
                        </a:lnTo>
                        <a:lnTo>
                          <a:pt x="14114" y="3408"/>
                        </a:lnTo>
                        <a:lnTo>
                          <a:pt x="14315" y="3721"/>
                        </a:lnTo>
                        <a:lnTo>
                          <a:pt x="14502" y="4045"/>
                        </a:lnTo>
                        <a:lnTo>
                          <a:pt x="14672" y="4378"/>
                        </a:lnTo>
                        <a:lnTo>
                          <a:pt x="14828" y="4719"/>
                        </a:lnTo>
                        <a:lnTo>
                          <a:pt x="14966" y="5070"/>
                        </a:lnTo>
                        <a:lnTo>
                          <a:pt x="15087" y="5428"/>
                        </a:lnTo>
                        <a:lnTo>
                          <a:pt x="15192" y="5793"/>
                        </a:lnTo>
                        <a:lnTo>
                          <a:pt x="15279" y="6167"/>
                        </a:lnTo>
                        <a:lnTo>
                          <a:pt x="15346" y="6546"/>
                        </a:lnTo>
                        <a:lnTo>
                          <a:pt x="15396" y="6932"/>
                        </a:lnTo>
                        <a:lnTo>
                          <a:pt x="15425" y="7323"/>
                        </a:lnTo>
                        <a:lnTo>
                          <a:pt x="15436" y="7719"/>
                        </a:lnTo>
                        <a:lnTo>
                          <a:pt x="15425" y="8115"/>
                        </a:lnTo>
                        <a:lnTo>
                          <a:pt x="15396" y="8506"/>
                        </a:lnTo>
                        <a:lnTo>
                          <a:pt x="15346" y="8892"/>
                        </a:lnTo>
                        <a:lnTo>
                          <a:pt x="15279" y="9271"/>
                        </a:lnTo>
                        <a:lnTo>
                          <a:pt x="15192" y="9644"/>
                        </a:lnTo>
                        <a:lnTo>
                          <a:pt x="15087" y="10010"/>
                        </a:lnTo>
                        <a:lnTo>
                          <a:pt x="14966" y="10369"/>
                        </a:lnTo>
                        <a:lnTo>
                          <a:pt x="14828" y="10719"/>
                        </a:lnTo>
                        <a:lnTo>
                          <a:pt x="14672" y="11061"/>
                        </a:lnTo>
                        <a:lnTo>
                          <a:pt x="14502" y="11393"/>
                        </a:lnTo>
                        <a:lnTo>
                          <a:pt x="14315" y="11716"/>
                        </a:lnTo>
                        <a:lnTo>
                          <a:pt x="14114" y="12030"/>
                        </a:lnTo>
                        <a:lnTo>
                          <a:pt x="13899" y="12332"/>
                        </a:lnTo>
                        <a:lnTo>
                          <a:pt x="13670" y="12625"/>
                        </a:lnTo>
                        <a:lnTo>
                          <a:pt x="13426" y="12905"/>
                        </a:lnTo>
                        <a:lnTo>
                          <a:pt x="13171" y="13173"/>
                        </a:lnTo>
                        <a:lnTo>
                          <a:pt x="12903" y="13429"/>
                        </a:lnTo>
                        <a:lnTo>
                          <a:pt x="12622" y="13672"/>
                        </a:lnTo>
                        <a:lnTo>
                          <a:pt x="12330" y="13901"/>
                        </a:lnTo>
                        <a:lnTo>
                          <a:pt x="12028" y="14116"/>
                        </a:lnTo>
                        <a:lnTo>
                          <a:pt x="11714" y="14319"/>
                        </a:lnTo>
                        <a:lnTo>
                          <a:pt x="11392" y="14504"/>
                        </a:lnTo>
                        <a:lnTo>
                          <a:pt x="11059" y="14675"/>
                        </a:lnTo>
                        <a:lnTo>
                          <a:pt x="10717" y="14830"/>
                        </a:lnTo>
                        <a:lnTo>
                          <a:pt x="10367" y="14968"/>
                        </a:lnTo>
                        <a:lnTo>
                          <a:pt x="10009" y="15090"/>
                        </a:lnTo>
                        <a:lnTo>
                          <a:pt x="9642" y="15194"/>
                        </a:lnTo>
                        <a:lnTo>
                          <a:pt x="9270" y="15281"/>
                        </a:lnTo>
                        <a:lnTo>
                          <a:pt x="8891" y="15349"/>
                        </a:lnTo>
                        <a:lnTo>
                          <a:pt x="8505" y="15399"/>
                        </a:lnTo>
                        <a:lnTo>
                          <a:pt x="8114" y="15428"/>
                        </a:lnTo>
                        <a:lnTo>
                          <a:pt x="7717" y="15438"/>
                        </a:lnTo>
                        <a:lnTo>
                          <a:pt x="7322" y="15428"/>
                        </a:lnTo>
                        <a:lnTo>
                          <a:pt x="6931" y="15399"/>
                        </a:lnTo>
                        <a:lnTo>
                          <a:pt x="6545" y="15349"/>
                        </a:lnTo>
                        <a:lnTo>
                          <a:pt x="6165" y="15281"/>
                        </a:lnTo>
                        <a:lnTo>
                          <a:pt x="5792" y="15194"/>
                        </a:lnTo>
                        <a:lnTo>
                          <a:pt x="5427" y="15090"/>
                        </a:lnTo>
                        <a:lnTo>
                          <a:pt x="5069" y="14968"/>
                        </a:lnTo>
                        <a:lnTo>
                          <a:pt x="4718" y="14830"/>
                        </a:lnTo>
                        <a:lnTo>
                          <a:pt x="4377" y="14675"/>
                        </a:lnTo>
                        <a:lnTo>
                          <a:pt x="4044" y="14504"/>
                        </a:lnTo>
                        <a:lnTo>
                          <a:pt x="3721" y="14319"/>
                        </a:lnTo>
                        <a:lnTo>
                          <a:pt x="3408" y="14116"/>
                        </a:lnTo>
                        <a:lnTo>
                          <a:pt x="3105" y="13901"/>
                        </a:lnTo>
                        <a:lnTo>
                          <a:pt x="2813" y="13672"/>
                        </a:lnTo>
                        <a:lnTo>
                          <a:pt x="2533" y="13429"/>
                        </a:lnTo>
                        <a:lnTo>
                          <a:pt x="2265" y="13173"/>
                        </a:lnTo>
                        <a:lnTo>
                          <a:pt x="2008" y="12905"/>
                        </a:lnTo>
                        <a:lnTo>
                          <a:pt x="1766" y="12625"/>
                        </a:lnTo>
                        <a:lnTo>
                          <a:pt x="1536" y="12332"/>
                        </a:lnTo>
                        <a:lnTo>
                          <a:pt x="1321" y="12030"/>
                        </a:lnTo>
                        <a:lnTo>
                          <a:pt x="1120" y="11716"/>
                        </a:lnTo>
                        <a:lnTo>
                          <a:pt x="933" y="11393"/>
                        </a:lnTo>
                        <a:lnTo>
                          <a:pt x="762" y="11061"/>
                        </a:lnTo>
                        <a:lnTo>
                          <a:pt x="608" y="10719"/>
                        </a:lnTo>
                        <a:lnTo>
                          <a:pt x="469" y="10369"/>
                        </a:lnTo>
                        <a:lnTo>
                          <a:pt x="347" y="10010"/>
                        </a:lnTo>
                        <a:lnTo>
                          <a:pt x="243" y="9644"/>
                        </a:lnTo>
                        <a:lnTo>
                          <a:pt x="157" y="9271"/>
                        </a:lnTo>
                        <a:lnTo>
                          <a:pt x="89" y="8892"/>
                        </a:lnTo>
                        <a:lnTo>
                          <a:pt x="40" y="8506"/>
                        </a:lnTo>
                        <a:lnTo>
                          <a:pt x="10" y="8115"/>
                        </a:lnTo>
                        <a:lnTo>
                          <a:pt x="0" y="7719"/>
                        </a:lnTo>
                        <a:lnTo>
                          <a:pt x="10" y="7323"/>
                        </a:lnTo>
                        <a:lnTo>
                          <a:pt x="40" y="6932"/>
                        </a:lnTo>
                        <a:lnTo>
                          <a:pt x="89" y="6546"/>
                        </a:lnTo>
                        <a:lnTo>
                          <a:pt x="157" y="6167"/>
                        </a:lnTo>
                        <a:lnTo>
                          <a:pt x="243" y="5793"/>
                        </a:lnTo>
                        <a:lnTo>
                          <a:pt x="347" y="5428"/>
                        </a:lnTo>
                        <a:lnTo>
                          <a:pt x="469" y="5070"/>
                        </a:lnTo>
                        <a:lnTo>
                          <a:pt x="608" y="4719"/>
                        </a:lnTo>
                        <a:lnTo>
                          <a:pt x="762" y="4378"/>
                        </a:lnTo>
                        <a:lnTo>
                          <a:pt x="933" y="4045"/>
                        </a:lnTo>
                        <a:lnTo>
                          <a:pt x="1120" y="3721"/>
                        </a:lnTo>
                        <a:lnTo>
                          <a:pt x="1321" y="3408"/>
                        </a:lnTo>
                        <a:lnTo>
                          <a:pt x="1536" y="3105"/>
                        </a:lnTo>
                        <a:lnTo>
                          <a:pt x="1766" y="2814"/>
                        </a:lnTo>
                        <a:lnTo>
                          <a:pt x="2008" y="2534"/>
                        </a:lnTo>
                        <a:lnTo>
                          <a:pt x="2265" y="2265"/>
                        </a:lnTo>
                        <a:lnTo>
                          <a:pt x="2533" y="2009"/>
                        </a:lnTo>
                        <a:lnTo>
                          <a:pt x="2813" y="1767"/>
                        </a:lnTo>
                        <a:lnTo>
                          <a:pt x="3105" y="1537"/>
                        </a:lnTo>
                        <a:lnTo>
                          <a:pt x="3408" y="1321"/>
                        </a:lnTo>
                        <a:lnTo>
                          <a:pt x="3721" y="1120"/>
                        </a:lnTo>
                        <a:lnTo>
                          <a:pt x="4044" y="934"/>
                        </a:lnTo>
                        <a:lnTo>
                          <a:pt x="4377" y="763"/>
                        </a:lnTo>
                        <a:lnTo>
                          <a:pt x="4718" y="608"/>
                        </a:lnTo>
                        <a:lnTo>
                          <a:pt x="5069" y="469"/>
                        </a:lnTo>
                        <a:lnTo>
                          <a:pt x="5427" y="347"/>
                        </a:lnTo>
                        <a:lnTo>
                          <a:pt x="5792" y="243"/>
                        </a:lnTo>
                        <a:lnTo>
                          <a:pt x="6165" y="157"/>
                        </a:lnTo>
                        <a:lnTo>
                          <a:pt x="6545" y="89"/>
                        </a:lnTo>
                        <a:lnTo>
                          <a:pt x="6931" y="40"/>
                        </a:lnTo>
                        <a:lnTo>
                          <a:pt x="7322" y="10"/>
                        </a:lnTo>
                        <a:lnTo>
                          <a:pt x="7717" y="0"/>
                        </a:lnTo>
                        <a:close/>
                      </a:path>
                    </a:pathLst>
                  </a:custGeom>
                  <a:solidFill>
                    <a:srgbClr val="FFFFFF"/>
                  </a:solidFill>
                  <a:ln>
                    <a:noFill/>
                  </a:ln>
                </p:spPr>
                <p:txBody>
                  <a:bodyPr/>
                  <a:lstStyle/>
                  <a:p>
                    <a:pPr>
                      <a:defRPr/>
                    </a:pPr>
                    <a:endParaRPr lang="en-US" sz="1050">
                      <a:latin typeface="+mj-lt"/>
                    </a:endParaRPr>
                  </a:p>
                </p:txBody>
              </p:sp>
              <p:sp>
                <p:nvSpPr>
                  <p:cNvPr id="41547" name="Freeform 326">
                    <a:extLst>
                      <a:ext uri="{FF2B5EF4-FFF2-40B4-BE49-F238E27FC236}">
                        <a16:creationId xmlns="" xmlns:a16="http://schemas.microsoft.com/office/drawing/2014/main" id="{91387337-9436-E61D-0D48-9D77BE3026B7}"/>
                      </a:ext>
                    </a:extLst>
                  </p:cNvPr>
                  <p:cNvSpPr>
                    <a:spLocks/>
                  </p:cNvSpPr>
                  <p:nvPr/>
                </p:nvSpPr>
                <p:spPr bwMode="auto">
                  <a:xfrm>
                    <a:off x="1431" y="1252"/>
                    <a:ext cx="2573" cy="2573"/>
                  </a:xfrm>
                  <a:custGeom>
                    <a:avLst/>
                    <a:gdLst>
                      <a:gd name="T0" fmla="*/ 0 w 15436"/>
                      <a:gd name="T1" fmla="*/ 0 h 15438"/>
                      <a:gd name="T2" fmla="*/ 0 w 15436"/>
                      <a:gd name="T3" fmla="*/ 0 h 15438"/>
                      <a:gd name="T4" fmla="*/ 0 w 15436"/>
                      <a:gd name="T5" fmla="*/ 0 h 15438"/>
                      <a:gd name="T6" fmla="*/ 0 w 15436"/>
                      <a:gd name="T7" fmla="*/ 0 h 15438"/>
                      <a:gd name="T8" fmla="*/ 0 w 15436"/>
                      <a:gd name="T9" fmla="*/ 0 h 15438"/>
                      <a:gd name="T10" fmla="*/ 0 w 15436"/>
                      <a:gd name="T11" fmla="*/ 0 h 15438"/>
                      <a:gd name="T12" fmla="*/ 0 w 15436"/>
                      <a:gd name="T13" fmla="*/ 0 h 15438"/>
                      <a:gd name="T14" fmla="*/ 0 w 15436"/>
                      <a:gd name="T15" fmla="*/ 0 h 15438"/>
                      <a:gd name="T16" fmla="*/ 0 w 15436"/>
                      <a:gd name="T17" fmla="*/ 0 h 15438"/>
                      <a:gd name="T18" fmla="*/ 0 w 15436"/>
                      <a:gd name="T19" fmla="*/ 0 h 15438"/>
                      <a:gd name="T20" fmla="*/ 0 w 15436"/>
                      <a:gd name="T21" fmla="*/ 0 h 15438"/>
                      <a:gd name="T22" fmla="*/ 0 w 15436"/>
                      <a:gd name="T23" fmla="*/ 0 h 15438"/>
                      <a:gd name="T24" fmla="*/ 0 w 15436"/>
                      <a:gd name="T25" fmla="*/ 0 h 15438"/>
                      <a:gd name="T26" fmla="*/ 0 w 15436"/>
                      <a:gd name="T27" fmla="*/ 0 h 15438"/>
                      <a:gd name="T28" fmla="*/ 0 w 15436"/>
                      <a:gd name="T29" fmla="*/ 0 h 15438"/>
                      <a:gd name="T30" fmla="*/ 0 w 15436"/>
                      <a:gd name="T31" fmla="*/ 0 h 15438"/>
                      <a:gd name="T32" fmla="*/ 0 w 15436"/>
                      <a:gd name="T33" fmla="*/ 0 h 15438"/>
                      <a:gd name="T34" fmla="*/ 0 w 15436"/>
                      <a:gd name="T35" fmla="*/ 0 h 15438"/>
                      <a:gd name="T36" fmla="*/ 0 w 15436"/>
                      <a:gd name="T37" fmla="*/ 0 h 15438"/>
                      <a:gd name="T38" fmla="*/ 0 w 15436"/>
                      <a:gd name="T39" fmla="*/ 0 h 15438"/>
                      <a:gd name="T40" fmla="*/ 0 w 15436"/>
                      <a:gd name="T41" fmla="*/ 0 h 15438"/>
                      <a:gd name="T42" fmla="*/ 0 w 15436"/>
                      <a:gd name="T43" fmla="*/ 0 h 15438"/>
                      <a:gd name="T44" fmla="*/ 0 w 15436"/>
                      <a:gd name="T45" fmla="*/ 0 h 15438"/>
                      <a:gd name="T46" fmla="*/ 0 w 15436"/>
                      <a:gd name="T47" fmla="*/ 0 h 15438"/>
                      <a:gd name="T48" fmla="*/ 0 w 15436"/>
                      <a:gd name="T49" fmla="*/ 0 h 15438"/>
                      <a:gd name="T50" fmla="*/ 0 w 15436"/>
                      <a:gd name="T51" fmla="*/ 0 h 15438"/>
                      <a:gd name="T52" fmla="*/ 0 w 15436"/>
                      <a:gd name="T53" fmla="*/ 0 h 15438"/>
                      <a:gd name="T54" fmla="*/ 0 w 15436"/>
                      <a:gd name="T55" fmla="*/ 0 h 15438"/>
                      <a:gd name="T56" fmla="*/ 0 w 15436"/>
                      <a:gd name="T57" fmla="*/ 0 h 15438"/>
                      <a:gd name="T58" fmla="*/ 0 w 15436"/>
                      <a:gd name="T59" fmla="*/ 0 h 15438"/>
                      <a:gd name="T60" fmla="*/ 0 w 15436"/>
                      <a:gd name="T61" fmla="*/ 0 h 15438"/>
                      <a:gd name="T62" fmla="*/ 0 w 15436"/>
                      <a:gd name="T63" fmla="*/ 0 h 15438"/>
                      <a:gd name="T64" fmla="*/ 0 w 15436"/>
                      <a:gd name="T65" fmla="*/ 0 h 15438"/>
                      <a:gd name="T66" fmla="*/ 0 w 15436"/>
                      <a:gd name="T67" fmla="*/ 0 h 15438"/>
                      <a:gd name="T68" fmla="*/ 0 w 15436"/>
                      <a:gd name="T69" fmla="*/ 0 h 15438"/>
                      <a:gd name="T70" fmla="*/ 0 w 15436"/>
                      <a:gd name="T71" fmla="*/ 0 h 15438"/>
                      <a:gd name="T72" fmla="*/ 0 w 15436"/>
                      <a:gd name="T73" fmla="*/ 0 h 15438"/>
                      <a:gd name="T74" fmla="*/ 0 w 15436"/>
                      <a:gd name="T75" fmla="*/ 0 h 15438"/>
                      <a:gd name="T76" fmla="*/ 0 w 15436"/>
                      <a:gd name="T77" fmla="*/ 0 h 15438"/>
                      <a:gd name="T78" fmla="*/ 0 w 15436"/>
                      <a:gd name="T79" fmla="*/ 0 h 15438"/>
                      <a:gd name="T80" fmla="*/ 0 w 15436"/>
                      <a:gd name="T81" fmla="*/ 0 h 15438"/>
                      <a:gd name="T82" fmla="*/ 0 w 15436"/>
                      <a:gd name="T83" fmla="*/ 0 h 15438"/>
                      <a:gd name="T84" fmla="*/ 0 w 15436"/>
                      <a:gd name="T85" fmla="*/ 0 h 1543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436"/>
                      <a:gd name="T130" fmla="*/ 0 h 15438"/>
                      <a:gd name="T131" fmla="*/ 15436 w 15436"/>
                      <a:gd name="T132" fmla="*/ 15438 h 1543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436" h="15438">
                        <a:moveTo>
                          <a:pt x="7717" y="0"/>
                        </a:moveTo>
                        <a:lnTo>
                          <a:pt x="8114" y="10"/>
                        </a:lnTo>
                        <a:lnTo>
                          <a:pt x="8505" y="40"/>
                        </a:lnTo>
                        <a:lnTo>
                          <a:pt x="8891" y="89"/>
                        </a:lnTo>
                        <a:lnTo>
                          <a:pt x="9270" y="157"/>
                        </a:lnTo>
                        <a:lnTo>
                          <a:pt x="9642" y="243"/>
                        </a:lnTo>
                        <a:lnTo>
                          <a:pt x="10009" y="347"/>
                        </a:lnTo>
                        <a:lnTo>
                          <a:pt x="10367" y="469"/>
                        </a:lnTo>
                        <a:lnTo>
                          <a:pt x="10717" y="608"/>
                        </a:lnTo>
                        <a:lnTo>
                          <a:pt x="11059" y="763"/>
                        </a:lnTo>
                        <a:lnTo>
                          <a:pt x="11392" y="934"/>
                        </a:lnTo>
                        <a:lnTo>
                          <a:pt x="11714" y="1120"/>
                        </a:lnTo>
                        <a:lnTo>
                          <a:pt x="12028" y="1321"/>
                        </a:lnTo>
                        <a:lnTo>
                          <a:pt x="12330" y="1537"/>
                        </a:lnTo>
                        <a:lnTo>
                          <a:pt x="12622" y="1767"/>
                        </a:lnTo>
                        <a:lnTo>
                          <a:pt x="12903" y="2009"/>
                        </a:lnTo>
                        <a:lnTo>
                          <a:pt x="13171" y="2265"/>
                        </a:lnTo>
                        <a:lnTo>
                          <a:pt x="13426" y="2534"/>
                        </a:lnTo>
                        <a:lnTo>
                          <a:pt x="13670" y="2814"/>
                        </a:lnTo>
                        <a:lnTo>
                          <a:pt x="13899" y="3105"/>
                        </a:lnTo>
                        <a:lnTo>
                          <a:pt x="14114" y="3408"/>
                        </a:lnTo>
                        <a:lnTo>
                          <a:pt x="14315" y="3721"/>
                        </a:lnTo>
                        <a:lnTo>
                          <a:pt x="14502" y="4045"/>
                        </a:lnTo>
                        <a:lnTo>
                          <a:pt x="14672" y="4378"/>
                        </a:lnTo>
                        <a:lnTo>
                          <a:pt x="14828" y="4719"/>
                        </a:lnTo>
                        <a:lnTo>
                          <a:pt x="14966" y="5070"/>
                        </a:lnTo>
                        <a:lnTo>
                          <a:pt x="15087" y="5428"/>
                        </a:lnTo>
                        <a:lnTo>
                          <a:pt x="15192" y="5793"/>
                        </a:lnTo>
                        <a:lnTo>
                          <a:pt x="15279" y="6167"/>
                        </a:lnTo>
                        <a:lnTo>
                          <a:pt x="15346" y="6546"/>
                        </a:lnTo>
                        <a:lnTo>
                          <a:pt x="15396" y="6932"/>
                        </a:lnTo>
                        <a:lnTo>
                          <a:pt x="15425" y="7323"/>
                        </a:lnTo>
                        <a:lnTo>
                          <a:pt x="15436" y="7719"/>
                        </a:lnTo>
                        <a:lnTo>
                          <a:pt x="15425" y="8115"/>
                        </a:lnTo>
                        <a:lnTo>
                          <a:pt x="15396" y="8506"/>
                        </a:lnTo>
                        <a:lnTo>
                          <a:pt x="15346" y="8892"/>
                        </a:lnTo>
                        <a:lnTo>
                          <a:pt x="15279" y="9271"/>
                        </a:lnTo>
                        <a:lnTo>
                          <a:pt x="15192" y="9644"/>
                        </a:lnTo>
                        <a:lnTo>
                          <a:pt x="15087" y="10010"/>
                        </a:lnTo>
                        <a:lnTo>
                          <a:pt x="14966" y="10369"/>
                        </a:lnTo>
                        <a:lnTo>
                          <a:pt x="14828" y="10719"/>
                        </a:lnTo>
                        <a:lnTo>
                          <a:pt x="14672" y="11061"/>
                        </a:lnTo>
                        <a:lnTo>
                          <a:pt x="14502" y="11393"/>
                        </a:lnTo>
                        <a:lnTo>
                          <a:pt x="14315" y="11716"/>
                        </a:lnTo>
                        <a:lnTo>
                          <a:pt x="14114" y="12030"/>
                        </a:lnTo>
                        <a:lnTo>
                          <a:pt x="13899" y="12332"/>
                        </a:lnTo>
                        <a:lnTo>
                          <a:pt x="13670" y="12625"/>
                        </a:lnTo>
                        <a:lnTo>
                          <a:pt x="13426" y="12905"/>
                        </a:lnTo>
                        <a:lnTo>
                          <a:pt x="13171" y="13173"/>
                        </a:lnTo>
                        <a:lnTo>
                          <a:pt x="12903" y="13429"/>
                        </a:lnTo>
                        <a:lnTo>
                          <a:pt x="12622" y="13672"/>
                        </a:lnTo>
                        <a:lnTo>
                          <a:pt x="12330" y="13901"/>
                        </a:lnTo>
                        <a:lnTo>
                          <a:pt x="12028" y="14116"/>
                        </a:lnTo>
                        <a:lnTo>
                          <a:pt x="11714" y="14319"/>
                        </a:lnTo>
                        <a:lnTo>
                          <a:pt x="11392" y="14504"/>
                        </a:lnTo>
                        <a:lnTo>
                          <a:pt x="11059" y="14675"/>
                        </a:lnTo>
                        <a:lnTo>
                          <a:pt x="10717" y="14830"/>
                        </a:lnTo>
                        <a:lnTo>
                          <a:pt x="10367" y="14968"/>
                        </a:lnTo>
                        <a:lnTo>
                          <a:pt x="10009" y="15090"/>
                        </a:lnTo>
                        <a:lnTo>
                          <a:pt x="9642" y="15194"/>
                        </a:lnTo>
                        <a:lnTo>
                          <a:pt x="9270" y="15281"/>
                        </a:lnTo>
                        <a:lnTo>
                          <a:pt x="8891" y="15349"/>
                        </a:lnTo>
                        <a:lnTo>
                          <a:pt x="8505" y="15399"/>
                        </a:lnTo>
                        <a:lnTo>
                          <a:pt x="8114" y="15428"/>
                        </a:lnTo>
                        <a:lnTo>
                          <a:pt x="7717" y="15438"/>
                        </a:lnTo>
                        <a:lnTo>
                          <a:pt x="7322" y="15428"/>
                        </a:lnTo>
                        <a:lnTo>
                          <a:pt x="6931" y="15399"/>
                        </a:lnTo>
                        <a:lnTo>
                          <a:pt x="6545" y="15349"/>
                        </a:lnTo>
                        <a:lnTo>
                          <a:pt x="6165" y="15281"/>
                        </a:lnTo>
                        <a:lnTo>
                          <a:pt x="5792" y="15194"/>
                        </a:lnTo>
                        <a:lnTo>
                          <a:pt x="5427" y="15090"/>
                        </a:lnTo>
                        <a:lnTo>
                          <a:pt x="5069" y="14968"/>
                        </a:lnTo>
                        <a:lnTo>
                          <a:pt x="4718" y="14830"/>
                        </a:lnTo>
                        <a:lnTo>
                          <a:pt x="4377" y="14675"/>
                        </a:lnTo>
                        <a:lnTo>
                          <a:pt x="4044" y="14504"/>
                        </a:lnTo>
                        <a:lnTo>
                          <a:pt x="3721" y="14319"/>
                        </a:lnTo>
                        <a:lnTo>
                          <a:pt x="3408" y="14116"/>
                        </a:lnTo>
                        <a:lnTo>
                          <a:pt x="3105" y="13901"/>
                        </a:lnTo>
                        <a:lnTo>
                          <a:pt x="2813" y="13672"/>
                        </a:lnTo>
                        <a:lnTo>
                          <a:pt x="2533" y="13429"/>
                        </a:lnTo>
                        <a:lnTo>
                          <a:pt x="2265" y="13173"/>
                        </a:lnTo>
                        <a:lnTo>
                          <a:pt x="2008" y="12905"/>
                        </a:lnTo>
                        <a:lnTo>
                          <a:pt x="1766" y="12625"/>
                        </a:lnTo>
                        <a:lnTo>
                          <a:pt x="1536" y="12332"/>
                        </a:lnTo>
                        <a:lnTo>
                          <a:pt x="1321" y="12030"/>
                        </a:lnTo>
                        <a:lnTo>
                          <a:pt x="1120" y="11716"/>
                        </a:lnTo>
                        <a:lnTo>
                          <a:pt x="933" y="11393"/>
                        </a:lnTo>
                        <a:lnTo>
                          <a:pt x="762" y="11061"/>
                        </a:lnTo>
                        <a:lnTo>
                          <a:pt x="608" y="10719"/>
                        </a:lnTo>
                        <a:lnTo>
                          <a:pt x="469" y="10369"/>
                        </a:lnTo>
                        <a:lnTo>
                          <a:pt x="347" y="10010"/>
                        </a:lnTo>
                        <a:lnTo>
                          <a:pt x="243" y="9644"/>
                        </a:lnTo>
                        <a:lnTo>
                          <a:pt x="157" y="9271"/>
                        </a:lnTo>
                        <a:lnTo>
                          <a:pt x="89" y="8892"/>
                        </a:lnTo>
                        <a:lnTo>
                          <a:pt x="40" y="8506"/>
                        </a:lnTo>
                        <a:lnTo>
                          <a:pt x="10" y="8115"/>
                        </a:lnTo>
                        <a:lnTo>
                          <a:pt x="0" y="7719"/>
                        </a:lnTo>
                        <a:lnTo>
                          <a:pt x="10" y="7323"/>
                        </a:lnTo>
                        <a:lnTo>
                          <a:pt x="40" y="6932"/>
                        </a:lnTo>
                        <a:lnTo>
                          <a:pt x="89" y="6546"/>
                        </a:lnTo>
                        <a:lnTo>
                          <a:pt x="157" y="6167"/>
                        </a:lnTo>
                        <a:lnTo>
                          <a:pt x="243" y="5793"/>
                        </a:lnTo>
                        <a:lnTo>
                          <a:pt x="347" y="5428"/>
                        </a:lnTo>
                        <a:lnTo>
                          <a:pt x="469" y="5070"/>
                        </a:lnTo>
                        <a:lnTo>
                          <a:pt x="608" y="4719"/>
                        </a:lnTo>
                        <a:lnTo>
                          <a:pt x="762" y="4378"/>
                        </a:lnTo>
                        <a:lnTo>
                          <a:pt x="933" y="4045"/>
                        </a:lnTo>
                        <a:lnTo>
                          <a:pt x="1120" y="3721"/>
                        </a:lnTo>
                        <a:lnTo>
                          <a:pt x="1321" y="3408"/>
                        </a:lnTo>
                        <a:lnTo>
                          <a:pt x="1536" y="3105"/>
                        </a:lnTo>
                        <a:lnTo>
                          <a:pt x="1766" y="2814"/>
                        </a:lnTo>
                        <a:lnTo>
                          <a:pt x="2008" y="2534"/>
                        </a:lnTo>
                        <a:lnTo>
                          <a:pt x="2265" y="2265"/>
                        </a:lnTo>
                        <a:lnTo>
                          <a:pt x="2533" y="2009"/>
                        </a:lnTo>
                        <a:lnTo>
                          <a:pt x="2813" y="1767"/>
                        </a:lnTo>
                        <a:lnTo>
                          <a:pt x="3105" y="1537"/>
                        </a:lnTo>
                        <a:lnTo>
                          <a:pt x="3408" y="1321"/>
                        </a:lnTo>
                        <a:lnTo>
                          <a:pt x="3721" y="1120"/>
                        </a:lnTo>
                        <a:lnTo>
                          <a:pt x="4044" y="934"/>
                        </a:lnTo>
                        <a:lnTo>
                          <a:pt x="4377" y="763"/>
                        </a:lnTo>
                        <a:lnTo>
                          <a:pt x="4718" y="608"/>
                        </a:lnTo>
                        <a:lnTo>
                          <a:pt x="5069" y="469"/>
                        </a:lnTo>
                        <a:lnTo>
                          <a:pt x="5427" y="347"/>
                        </a:lnTo>
                        <a:lnTo>
                          <a:pt x="5792" y="243"/>
                        </a:lnTo>
                        <a:lnTo>
                          <a:pt x="6165" y="157"/>
                        </a:lnTo>
                        <a:lnTo>
                          <a:pt x="6545" y="89"/>
                        </a:lnTo>
                        <a:lnTo>
                          <a:pt x="6931" y="40"/>
                        </a:lnTo>
                        <a:lnTo>
                          <a:pt x="7322" y="10"/>
                        </a:lnTo>
                        <a:lnTo>
                          <a:pt x="7717" y="0"/>
                        </a:lnTo>
                      </a:path>
                    </a:pathLst>
                  </a:custGeom>
                  <a:noFill/>
                  <a:ln w="4763">
                    <a:solidFill>
                      <a:srgbClr val="1F1A17"/>
                    </a:solidFill>
                    <a:round/>
                    <a:headEnd/>
                    <a:tailEnd/>
                  </a:ln>
                </p:spPr>
                <p:txBody>
                  <a:bodyPr/>
                  <a:lstStyle/>
                  <a:p>
                    <a:pPr>
                      <a:defRPr/>
                    </a:pPr>
                    <a:endParaRPr lang="en-US" sz="1050">
                      <a:latin typeface="+mj-lt"/>
                    </a:endParaRPr>
                  </a:p>
                </p:txBody>
              </p:sp>
              <p:sp>
                <p:nvSpPr>
                  <p:cNvPr id="41548" name="Freeform 327">
                    <a:extLst>
                      <a:ext uri="{FF2B5EF4-FFF2-40B4-BE49-F238E27FC236}">
                        <a16:creationId xmlns="" xmlns:a16="http://schemas.microsoft.com/office/drawing/2014/main" id="{FD9032C3-ACB5-2F2B-4DB0-B8A040639B41}"/>
                      </a:ext>
                    </a:extLst>
                  </p:cNvPr>
                  <p:cNvSpPr>
                    <a:spLocks/>
                  </p:cNvSpPr>
                  <p:nvPr/>
                </p:nvSpPr>
                <p:spPr bwMode="auto">
                  <a:xfrm>
                    <a:off x="1569" y="2282"/>
                    <a:ext cx="168" cy="171"/>
                  </a:xfrm>
                  <a:custGeom>
                    <a:avLst/>
                    <a:gdLst>
                      <a:gd name="T0" fmla="*/ 0 w 1028"/>
                      <a:gd name="T1" fmla="*/ 0 h 1027"/>
                      <a:gd name="T2" fmla="*/ 0 w 1028"/>
                      <a:gd name="T3" fmla="*/ 0 h 1027"/>
                      <a:gd name="T4" fmla="*/ 0 w 1028"/>
                      <a:gd name="T5" fmla="*/ 0 h 1027"/>
                      <a:gd name="T6" fmla="*/ 0 w 1028"/>
                      <a:gd name="T7" fmla="*/ 0 h 1027"/>
                      <a:gd name="T8" fmla="*/ 0 w 1028"/>
                      <a:gd name="T9" fmla="*/ 0 h 1027"/>
                      <a:gd name="T10" fmla="*/ 0 w 1028"/>
                      <a:gd name="T11" fmla="*/ 0 h 1027"/>
                      <a:gd name="T12" fmla="*/ 0 w 1028"/>
                      <a:gd name="T13" fmla="*/ 0 h 1027"/>
                      <a:gd name="T14" fmla="*/ 0 w 1028"/>
                      <a:gd name="T15" fmla="*/ 0 h 1027"/>
                      <a:gd name="T16" fmla="*/ 0 w 1028"/>
                      <a:gd name="T17" fmla="*/ 0 h 1027"/>
                      <a:gd name="T18" fmla="*/ 0 w 1028"/>
                      <a:gd name="T19" fmla="*/ 0 h 1027"/>
                      <a:gd name="T20" fmla="*/ 0 w 1028"/>
                      <a:gd name="T21" fmla="*/ 0 h 1027"/>
                      <a:gd name="T22" fmla="*/ 0 w 1028"/>
                      <a:gd name="T23" fmla="*/ 0 h 1027"/>
                      <a:gd name="T24" fmla="*/ 0 w 1028"/>
                      <a:gd name="T25" fmla="*/ 0 h 1027"/>
                      <a:gd name="T26" fmla="*/ 0 w 1028"/>
                      <a:gd name="T27" fmla="*/ 0 h 1027"/>
                      <a:gd name="T28" fmla="*/ 0 w 1028"/>
                      <a:gd name="T29" fmla="*/ 0 h 1027"/>
                      <a:gd name="T30" fmla="*/ 0 w 1028"/>
                      <a:gd name="T31" fmla="*/ 0 h 1027"/>
                      <a:gd name="T32" fmla="*/ 0 w 1028"/>
                      <a:gd name="T33" fmla="*/ 0 h 1027"/>
                      <a:gd name="T34" fmla="*/ 0 w 1028"/>
                      <a:gd name="T35" fmla="*/ 0 h 1027"/>
                      <a:gd name="T36" fmla="*/ 0 w 1028"/>
                      <a:gd name="T37" fmla="*/ 0 h 1027"/>
                      <a:gd name="T38" fmla="*/ 0 w 1028"/>
                      <a:gd name="T39" fmla="*/ 0 h 1027"/>
                      <a:gd name="T40" fmla="*/ 0 w 1028"/>
                      <a:gd name="T41" fmla="*/ 0 h 1027"/>
                      <a:gd name="T42" fmla="*/ 0 w 1028"/>
                      <a:gd name="T43" fmla="*/ 0 h 1027"/>
                      <a:gd name="T44" fmla="*/ 0 w 1028"/>
                      <a:gd name="T45" fmla="*/ 0 h 1027"/>
                      <a:gd name="T46" fmla="*/ 0 w 1028"/>
                      <a:gd name="T47" fmla="*/ 0 h 1027"/>
                      <a:gd name="T48" fmla="*/ 0 w 1028"/>
                      <a:gd name="T49" fmla="*/ 0 h 1027"/>
                      <a:gd name="T50" fmla="*/ 0 w 1028"/>
                      <a:gd name="T51" fmla="*/ 0 h 1027"/>
                      <a:gd name="T52" fmla="*/ 0 w 1028"/>
                      <a:gd name="T53" fmla="*/ 0 h 1027"/>
                      <a:gd name="T54" fmla="*/ 0 w 1028"/>
                      <a:gd name="T55" fmla="*/ 0 h 1027"/>
                      <a:gd name="T56" fmla="*/ 0 w 1028"/>
                      <a:gd name="T57" fmla="*/ 0 h 1027"/>
                      <a:gd name="T58" fmla="*/ 0 w 1028"/>
                      <a:gd name="T59" fmla="*/ 0 h 1027"/>
                      <a:gd name="T60" fmla="*/ 0 w 1028"/>
                      <a:gd name="T61" fmla="*/ 0 h 1027"/>
                      <a:gd name="T62" fmla="*/ 0 w 1028"/>
                      <a:gd name="T63" fmla="*/ 0 h 1027"/>
                      <a:gd name="T64" fmla="*/ 0 w 1028"/>
                      <a:gd name="T65" fmla="*/ 0 h 1027"/>
                      <a:gd name="T66" fmla="*/ 0 w 1028"/>
                      <a:gd name="T67" fmla="*/ 0 h 1027"/>
                      <a:gd name="T68" fmla="*/ 0 w 1028"/>
                      <a:gd name="T69" fmla="*/ 0 h 1027"/>
                      <a:gd name="T70" fmla="*/ 0 w 1028"/>
                      <a:gd name="T71" fmla="*/ 0 h 1027"/>
                      <a:gd name="T72" fmla="*/ 0 w 1028"/>
                      <a:gd name="T73" fmla="*/ 0 h 1027"/>
                      <a:gd name="T74" fmla="*/ 0 w 1028"/>
                      <a:gd name="T75" fmla="*/ 0 h 1027"/>
                      <a:gd name="T76" fmla="*/ 0 w 1028"/>
                      <a:gd name="T77" fmla="*/ 0 h 1027"/>
                      <a:gd name="T78" fmla="*/ 0 w 1028"/>
                      <a:gd name="T79" fmla="*/ 0 h 1027"/>
                      <a:gd name="T80" fmla="*/ 0 w 1028"/>
                      <a:gd name="T81" fmla="*/ 0 h 1027"/>
                      <a:gd name="T82" fmla="*/ 0 w 1028"/>
                      <a:gd name="T83" fmla="*/ 0 h 1027"/>
                      <a:gd name="T84" fmla="*/ 0 w 1028"/>
                      <a:gd name="T85" fmla="*/ 0 h 102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28"/>
                      <a:gd name="T130" fmla="*/ 0 h 1027"/>
                      <a:gd name="T131" fmla="*/ 1028 w 1028"/>
                      <a:gd name="T132" fmla="*/ 1027 h 102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28" h="1027">
                        <a:moveTo>
                          <a:pt x="514" y="0"/>
                        </a:moveTo>
                        <a:lnTo>
                          <a:pt x="540" y="1"/>
                        </a:lnTo>
                        <a:lnTo>
                          <a:pt x="566" y="2"/>
                        </a:lnTo>
                        <a:lnTo>
                          <a:pt x="593" y="6"/>
                        </a:lnTo>
                        <a:lnTo>
                          <a:pt x="618" y="11"/>
                        </a:lnTo>
                        <a:lnTo>
                          <a:pt x="642" y="17"/>
                        </a:lnTo>
                        <a:lnTo>
                          <a:pt x="666" y="23"/>
                        </a:lnTo>
                        <a:lnTo>
                          <a:pt x="690" y="32"/>
                        </a:lnTo>
                        <a:lnTo>
                          <a:pt x="714" y="40"/>
                        </a:lnTo>
                        <a:lnTo>
                          <a:pt x="737" y="51"/>
                        </a:lnTo>
                        <a:lnTo>
                          <a:pt x="759" y="62"/>
                        </a:lnTo>
                        <a:lnTo>
                          <a:pt x="780" y="75"/>
                        </a:lnTo>
                        <a:lnTo>
                          <a:pt x="801" y="88"/>
                        </a:lnTo>
                        <a:lnTo>
                          <a:pt x="822" y="102"/>
                        </a:lnTo>
                        <a:lnTo>
                          <a:pt x="841" y="118"/>
                        </a:lnTo>
                        <a:lnTo>
                          <a:pt x="860" y="134"/>
                        </a:lnTo>
                        <a:lnTo>
                          <a:pt x="877" y="151"/>
                        </a:lnTo>
                        <a:lnTo>
                          <a:pt x="895" y="169"/>
                        </a:lnTo>
                        <a:lnTo>
                          <a:pt x="911" y="187"/>
                        </a:lnTo>
                        <a:lnTo>
                          <a:pt x="926" y="207"/>
                        </a:lnTo>
                        <a:lnTo>
                          <a:pt x="940" y="227"/>
                        </a:lnTo>
                        <a:lnTo>
                          <a:pt x="953" y="248"/>
                        </a:lnTo>
                        <a:lnTo>
                          <a:pt x="966" y="270"/>
                        </a:lnTo>
                        <a:lnTo>
                          <a:pt x="977" y="291"/>
                        </a:lnTo>
                        <a:lnTo>
                          <a:pt x="988" y="314"/>
                        </a:lnTo>
                        <a:lnTo>
                          <a:pt x="997" y="337"/>
                        </a:lnTo>
                        <a:lnTo>
                          <a:pt x="1005" y="361"/>
                        </a:lnTo>
                        <a:lnTo>
                          <a:pt x="1012" y="386"/>
                        </a:lnTo>
                        <a:lnTo>
                          <a:pt x="1017" y="411"/>
                        </a:lnTo>
                        <a:lnTo>
                          <a:pt x="1022" y="436"/>
                        </a:lnTo>
                        <a:lnTo>
                          <a:pt x="1025" y="462"/>
                        </a:lnTo>
                        <a:lnTo>
                          <a:pt x="1027" y="488"/>
                        </a:lnTo>
                        <a:lnTo>
                          <a:pt x="1028" y="514"/>
                        </a:lnTo>
                        <a:lnTo>
                          <a:pt x="1027" y="540"/>
                        </a:lnTo>
                        <a:lnTo>
                          <a:pt x="1025" y="566"/>
                        </a:lnTo>
                        <a:lnTo>
                          <a:pt x="1022" y="592"/>
                        </a:lnTo>
                        <a:lnTo>
                          <a:pt x="1017" y="617"/>
                        </a:lnTo>
                        <a:lnTo>
                          <a:pt x="1012" y="642"/>
                        </a:lnTo>
                        <a:lnTo>
                          <a:pt x="1005" y="666"/>
                        </a:lnTo>
                        <a:lnTo>
                          <a:pt x="997" y="690"/>
                        </a:lnTo>
                        <a:lnTo>
                          <a:pt x="988" y="713"/>
                        </a:lnTo>
                        <a:lnTo>
                          <a:pt x="977" y="736"/>
                        </a:lnTo>
                        <a:lnTo>
                          <a:pt x="966" y="759"/>
                        </a:lnTo>
                        <a:lnTo>
                          <a:pt x="953" y="780"/>
                        </a:lnTo>
                        <a:lnTo>
                          <a:pt x="940" y="801"/>
                        </a:lnTo>
                        <a:lnTo>
                          <a:pt x="926" y="821"/>
                        </a:lnTo>
                        <a:lnTo>
                          <a:pt x="911" y="840"/>
                        </a:lnTo>
                        <a:lnTo>
                          <a:pt x="895" y="859"/>
                        </a:lnTo>
                        <a:lnTo>
                          <a:pt x="877" y="877"/>
                        </a:lnTo>
                        <a:lnTo>
                          <a:pt x="860" y="893"/>
                        </a:lnTo>
                        <a:lnTo>
                          <a:pt x="841" y="910"/>
                        </a:lnTo>
                        <a:lnTo>
                          <a:pt x="822" y="925"/>
                        </a:lnTo>
                        <a:lnTo>
                          <a:pt x="801" y="940"/>
                        </a:lnTo>
                        <a:lnTo>
                          <a:pt x="780" y="953"/>
                        </a:lnTo>
                        <a:lnTo>
                          <a:pt x="759" y="965"/>
                        </a:lnTo>
                        <a:lnTo>
                          <a:pt x="737" y="977"/>
                        </a:lnTo>
                        <a:lnTo>
                          <a:pt x="714" y="987"/>
                        </a:lnTo>
                        <a:lnTo>
                          <a:pt x="690" y="997"/>
                        </a:lnTo>
                        <a:lnTo>
                          <a:pt x="666" y="1004"/>
                        </a:lnTo>
                        <a:lnTo>
                          <a:pt x="642" y="1012"/>
                        </a:lnTo>
                        <a:lnTo>
                          <a:pt x="618" y="1017"/>
                        </a:lnTo>
                        <a:lnTo>
                          <a:pt x="593" y="1022"/>
                        </a:lnTo>
                        <a:lnTo>
                          <a:pt x="566" y="1025"/>
                        </a:lnTo>
                        <a:lnTo>
                          <a:pt x="540" y="1027"/>
                        </a:lnTo>
                        <a:lnTo>
                          <a:pt x="514" y="1027"/>
                        </a:lnTo>
                        <a:lnTo>
                          <a:pt x="488" y="1027"/>
                        </a:lnTo>
                        <a:lnTo>
                          <a:pt x="462" y="1025"/>
                        </a:lnTo>
                        <a:lnTo>
                          <a:pt x="436" y="1022"/>
                        </a:lnTo>
                        <a:lnTo>
                          <a:pt x="411" y="1017"/>
                        </a:lnTo>
                        <a:lnTo>
                          <a:pt x="386" y="1012"/>
                        </a:lnTo>
                        <a:lnTo>
                          <a:pt x="362" y="1004"/>
                        </a:lnTo>
                        <a:lnTo>
                          <a:pt x="338" y="997"/>
                        </a:lnTo>
                        <a:lnTo>
                          <a:pt x="314" y="987"/>
                        </a:lnTo>
                        <a:lnTo>
                          <a:pt x="292" y="977"/>
                        </a:lnTo>
                        <a:lnTo>
                          <a:pt x="270" y="965"/>
                        </a:lnTo>
                        <a:lnTo>
                          <a:pt x="248" y="953"/>
                        </a:lnTo>
                        <a:lnTo>
                          <a:pt x="227" y="940"/>
                        </a:lnTo>
                        <a:lnTo>
                          <a:pt x="207" y="925"/>
                        </a:lnTo>
                        <a:lnTo>
                          <a:pt x="188" y="910"/>
                        </a:lnTo>
                        <a:lnTo>
                          <a:pt x="169" y="893"/>
                        </a:lnTo>
                        <a:lnTo>
                          <a:pt x="151" y="877"/>
                        </a:lnTo>
                        <a:lnTo>
                          <a:pt x="134" y="859"/>
                        </a:lnTo>
                        <a:lnTo>
                          <a:pt x="118" y="840"/>
                        </a:lnTo>
                        <a:lnTo>
                          <a:pt x="103" y="821"/>
                        </a:lnTo>
                        <a:lnTo>
                          <a:pt x="88" y="801"/>
                        </a:lnTo>
                        <a:lnTo>
                          <a:pt x="75" y="780"/>
                        </a:lnTo>
                        <a:lnTo>
                          <a:pt x="63" y="759"/>
                        </a:lnTo>
                        <a:lnTo>
                          <a:pt x="52" y="736"/>
                        </a:lnTo>
                        <a:lnTo>
                          <a:pt x="42" y="713"/>
                        </a:lnTo>
                        <a:lnTo>
                          <a:pt x="32" y="690"/>
                        </a:lnTo>
                        <a:lnTo>
                          <a:pt x="24" y="666"/>
                        </a:lnTo>
                        <a:lnTo>
                          <a:pt x="17" y="642"/>
                        </a:lnTo>
                        <a:lnTo>
                          <a:pt x="11" y="617"/>
                        </a:lnTo>
                        <a:lnTo>
                          <a:pt x="7" y="592"/>
                        </a:lnTo>
                        <a:lnTo>
                          <a:pt x="4" y="566"/>
                        </a:lnTo>
                        <a:lnTo>
                          <a:pt x="2" y="540"/>
                        </a:lnTo>
                        <a:lnTo>
                          <a:pt x="0" y="514"/>
                        </a:lnTo>
                        <a:lnTo>
                          <a:pt x="2" y="488"/>
                        </a:lnTo>
                        <a:lnTo>
                          <a:pt x="4" y="462"/>
                        </a:lnTo>
                        <a:lnTo>
                          <a:pt x="7" y="436"/>
                        </a:lnTo>
                        <a:lnTo>
                          <a:pt x="11" y="411"/>
                        </a:lnTo>
                        <a:lnTo>
                          <a:pt x="17" y="386"/>
                        </a:lnTo>
                        <a:lnTo>
                          <a:pt x="24" y="361"/>
                        </a:lnTo>
                        <a:lnTo>
                          <a:pt x="32" y="337"/>
                        </a:lnTo>
                        <a:lnTo>
                          <a:pt x="42" y="314"/>
                        </a:lnTo>
                        <a:lnTo>
                          <a:pt x="52" y="291"/>
                        </a:lnTo>
                        <a:lnTo>
                          <a:pt x="63" y="270"/>
                        </a:lnTo>
                        <a:lnTo>
                          <a:pt x="75" y="248"/>
                        </a:lnTo>
                        <a:lnTo>
                          <a:pt x="88" y="227"/>
                        </a:lnTo>
                        <a:lnTo>
                          <a:pt x="103" y="207"/>
                        </a:lnTo>
                        <a:lnTo>
                          <a:pt x="118" y="187"/>
                        </a:lnTo>
                        <a:lnTo>
                          <a:pt x="134" y="169"/>
                        </a:lnTo>
                        <a:lnTo>
                          <a:pt x="151" y="151"/>
                        </a:lnTo>
                        <a:lnTo>
                          <a:pt x="169" y="134"/>
                        </a:lnTo>
                        <a:lnTo>
                          <a:pt x="188" y="118"/>
                        </a:lnTo>
                        <a:lnTo>
                          <a:pt x="207" y="102"/>
                        </a:lnTo>
                        <a:lnTo>
                          <a:pt x="227" y="88"/>
                        </a:lnTo>
                        <a:lnTo>
                          <a:pt x="248" y="75"/>
                        </a:lnTo>
                        <a:lnTo>
                          <a:pt x="270" y="62"/>
                        </a:lnTo>
                        <a:lnTo>
                          <a:pt x="292" y="51"/>
                        </a:lnTo>
                        <a:lnTo>
                          <a:pt x="314" y="40"/>
                        </a:lnTo>
                        <a:lnTo>
                          <a:pt x="338" y="32"/>
                        </a:lnTo>
                        <a:lnTo>
                          <a:pt x="362" y="23"/>
                        </a:lnTo>
                        <a:lnTo>
                          <a:pt x="386" y="17"/>
                        </a:lnTo>
                        <a:lnTo>
                          <a:pt x="411" y="11"/>
                        </a:lnTo>
                        <a:lnTo>
                          <a:pt x="436" y="6"/>
                        </a:lnTo>
                        <a:lnTo>
                          <a:pt x="462" y="2"/>
                        </a:lnTo>
                        <a:lnTo>
                          <a:pt x="488" y="1"/>
                        </a:lnTo>
                        <a:lnTo>
                          <a:pt x="514" y="0"/>
                        </a:lnTo>
                        <a:close/>
                      </a:path>
                    </a:pathLst>
                  </a:custGeom>
                  <a:solidFill>
                    <a:srgbClr val="DC2B19"/>
                  </a:solidFill>
                  <a:ln>
                    <a:noFill/>
                  </a:ln>
                </p:spPr>
                <p:txBody>
                  <a:bodyPr/>
                  <a:lstStyle/>
                  <a:p>
                    <a:pPr>
                      <a:defRPr/>
                    </a:pPr>
                    <a:endParaRPr lang="en-US" sz="1050">
                      <a:latin typeface="+mj-lt"/>
                    </a:endParaRPr>
                  </a:p>
                </p:txBody>
              </p:sp>
              <p:sp>
                <p:nvSpPr>
                  <p:cNvPr id="41549" name="Freeform 328">
                    <a:extLst>
                      <a:ext uri="{FF2B5EF4-FFF2-40B4-BE49-F238E27FC236}">
                        <a16:creationId xmlns="" xmlns:a16="http://schemas.microsoft.com/office/drawing/2014/main" id="{02209CC8-0205-A50C-D69E-DC78A30E6C6C}"/>
                      </a:ext>
                    </a:extLst>
                  </p:cNvPr>
                  <p:cNvSpPr>
                    <a:spLocks/>
                  </p:cNvSpPr>
                  <p:nvPr/>
                </p:nvSpPr>
                <p:spPr bwMode="auto">
                  <a:xfrm>
                    <a:off x="1660" y="2265"/>
                    <a:ext cx="103" cy="102"/>
                  </a:xfrm>
                  <a:custGeom>
                    <a:avLst/>
                    <a:gdLst>
                      <a:gd name="T0" fmla="*/ 0 w 604"/>
                      <a:gd name="T1" fmla="*/ 0 h 604"/>
                      <a:gd name="T2" fmla="*/ 0 w 604"/>
                      <a:gd name="T3" fmla="*/ 0 h 604"/>
                      <a:gd name="T4" fmla="*/ 0 w 604"/>
                      <a:gd name="T5" fmla="*/ 0 h 604"/>
                      <a:gd name="T6" fmla="*/ 0 w 604"/>
                      <a:gd name="T7" fmla="*/ 0 h 604"/>
                      <a:gd name="T8" fmla="*/ 0 w 604"/>
                      <a:gd name="T9" fmla="*/ 0 h 604"/>
                      <a:gd name="T10" fmla="*/ 0 w 604"/>
                      <a:gd name="T11" fmla="*/ 0 h 604"/>
                      <a:gd name="T12" fmla="*/ 0 w 604"/>
                      <a:gd name="T13" fmla="*/ 0 h 604"/>
                      <a:gd name="T14" fmla="*/ 0 w 604"/>
                      <a:gd name="T15" fmla="*/ 0 h 604"/>
                      <a:gd name="T16" fmla="*/ 0 w 604"/>
                      <a:gd name="T17" fmla="*/ 0 h 604"/>
                      <a:gd name="T18" fmla="*/ 0 w 604"/>
                      <a:gd name="T19" fmla="*/ 0 h 604"/>
                      <a:gd name="T20" fmla="*/ 0 w 604"/>
                      <a:gd name="T21" fmla="*/ 0 h 604"/>
                      <a:gd name="T22" fmla="*/ 0 w 604"/>
                      <a:gd name="T23" fmla="*/ 0 h 604"/>
                      <a:gd name="T24" fmla="*/ 0 w 604"/>
                      <a:gd name="T25" fmla="*/ 0 h 604"/>
                      <a:gd name="T26" fmla="*/ 0 w 604"/>
                      <a:gd name="T27" fmla="*/ 0 h 604"/>
                      <a:gd name="T28" fmla="*/ 0 w 604"/>
                      <a:gd name="T29" fmla="*/ 0 h 604"/>
                      <a:gd name="T30" fmla="*/ 0 w 604"/>
                      <a:gd name="T31" fmla="*/ 0 h 604"/>
                      <a:gd name="T32" fmla="*/ 0 w 604"/>
                      <a:gd name="T33" fmla="*/ 0 h 604"/>
                      <a:gd name="T34" fmla="*/ 0 w 604"/>
                      <a:gd name="T35" fmla="*/ 0 h 604"/>
                      <a:gd name="T36" fmla="*/ 0 w 604"/>
                      <a:gd name="T37" fmla="*/ 0 h 604"/>
                      <a:gd name="T38" fmla="*/ 0 w 604"/>
                      <a:gd name="T39" fmla="*/ 0 h 604"/>
                      <a:gd name="T40" fmla="*/ 0 w 604"/>
                      <a:gd name="T41" fmla="*/ 0 h 604"/>
                      <a:gd name="T42" fmla="*/ 0 w 604"/>
                      <a:gd name="T43" fmla="*/ 0 h 604"/>
                      <a:gd name="T44" fmla="*/ 0 w 604"/>
                      <a:gd name="T45" fmla="*/ 0 h 604"/>
                      <a:gd name="T46" fmla="*/ 0 w 604"/>
                      <a:gd name="T47" fmla="*/ 0 h 604"/>
                      <a:gd name="T48" fmla="*/ 0 w 604"/>
                      <a:gd name="T49" fmla="*/ 0 h 604"/>
                      <a:gd name="T50" fmla="*/ 0 w 604"/>
                      <a:gd name="T51" fmla="*/ 0 h 604"/>
                      <a:gd name="T52" fmla="*/ 0 w 604"/>
                      <a:gd name="T53" fmla="*/ 0 h 604"/>
                      <a:gd name="T54" fmla="*/ 0 w 604"/>
                      <a:gd name="T55" fmla="*/ 0 h 604"/>
                      <a:gd name="T56" fmla="*/ 0 w 604"/>
                      <a:gd name="T57" fmla="*/ 0 h 604"/>
                      <a:gd name="T58" fmla="*/ 0 w 604"/>
                      <a:gd name="T59" fmla="*/ 0 h 604"/>
                      <a:gd name="T60" fmla="*/ 0 w 604"/>
                      <a:gd name="T61" fmla="*/ 0 h 604"/>
                      <a:gd name="T62" fmla="*/ 0 w 604"/>
                      <a:gd name="T63" fmla="*/ 0 h 604"/>
                      <a:gd name="T64" fmla="*/ 0 w 604"/>
                      <a:gd name="T65" fmla="*/ 0 h 604"/>
                      <a:gd name="T66" fmla="*/ 0 w 604"/>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4"/>
                      <a:gd name="T104" fmla="*/ 604 w 604"/>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4">
                        <a:moveTo>
                          <a:pt x="604" y="604"/>
                        </a:moveTo>
                        <a:lnTo>
                          <a:pt x="604" y="604"/>
                        </a:lnTo>
                        <a:lnTo>
                          <a:pt x="603" y="573"/>
                        </a:lnTo>
                        <a:lnTo>
                          <a:pt x="600" y="542"/>
                        </a:lnTo>
                        <a:lnTo>
                          <a:pt x="597" y="513"/>
                        </a:lnTo>
                        <a:lnTo>
                          <a:pt x="591" y="483"/>
                        </a:lnTo>
                        <a:lnTo>
                          <a:pt x="585" y="453"/>
                        </a:lnTo>
                        <a:lnTo>
                          <a:pt x="576" y="425"/>
                        </a:lnTo>
                        <a:lnTo>
                          <a:pt x="567" y="397"/>
                        </a:lnTo>
                        <a:lnTo>
                          <a:pt x="557" y="370"/>
                        </a:lnTo>
                        <a:lnTo>
                          <a:pt x="543" y="342"/>
                        </a:lnTo>
                        <a:lnTo>
                          <a:pt x="530" y="316"/>
                        </a:lnTo>
                        <a:lnTo>
                          <a:pt x="516" y="291"/>
                        </a:lnTo>
                        <a:lnTo>
                          <a:pt x="500" y="267"/>
                        </a:lnTo>
                        <a:lnTo>
                          <a:pt x="484" y="243"/>
                        </a:lnTo>
                        <a:lnTo>
                          <a:pt x="465" y="221"/>
                        </a:lnTo>
                        <a:lnTo>
                          <a:pt x="447" y="199"/>
                        </a:lnTo>
                        <a:lnTo>
                          <a:pt x="426" y="177"/>
                        </a:lnTo>
                        <a:lnTo>
                          <a:pt x="406" y="158"/>
                        </a:lnTo>
                        <a:lnTo>
                          <a:pt x="384" y="139"/>
                        </a:lnTo>
                        <a:lnTo>
                          <a:pt x="361" y="121"/>
                        </a:lnTo>
                        <a:lnTo>
                          <a:pt x="337" y="103"/>
                        </a:lnTo>
                        <a:lnTo>
                          <a:pt x="313" y="88"/>
                        </a:lnTo>
                        <a:lnTo>
                          <a:pt x="287" y="74"/>
                        </a:lnTo>
                        <a:lnTo>
                          <a:pt x="262" y="60"/>
                        </a:lnTo>
                        <a:lnTo>
                          <a:pt x="235" y="48"/>
                        </a:lnTo>
                        <a:lnTo>
                          <a:pt x="208" y="37"/>
                        </a:lnTo>
                        <a:lnTo>
                          <a:pt x="180" y="27"/>
                        </a:lnTo>
                        <a:lnTo>
                          <a:pt x="151" y="20"/>
                        </a:lnTo>
                        <a:lnTo>
                          <a:pt x="122" y="13"/>
                        </a:lnTo>
                        <a:lnTo>
                          <a:pt x="92" y="8"/>
                        </a:lnTo>
                        <a:lnTo>
                          <a:pt x="62" y="3"/>
                        </a:lnTo>
                        <a:lnTo>
                          <a:pt x="32" y="1"/>
                        </a:lnTo>
                        <a:lnTo>
                          <a:pt x="0" y="0"/>
                        </a:lnTo>
                        <a:lnTo>
                          <a:pt x="0" y="180"/>
                        </a:lnTo>
                        <a:lnTo>
                          <a:pt x="22" y="180"/>
                        </a:lnTo>
                        <a:lnTo>
                          <a:pt x="44" y="182"/>
                        </a:lnTo>
                        <a:lnTo>
                          <a:pt x="65" y="185"/>
                        </a:lnTo>
                        <a:lnTo>
                          <a:pt x="86" y="188"/>
                        </a:lnTo>
                        <a:lnTo>
                          <a:pt x="106" y="194"/>
                        </a:lnTo>
                        <a:lnTo>
                          <a:pt x="126" y="199"/>
                        </a:lnTo>
                        <a:lnTo>
                          <a:pt x="146" y="205"/>
                        </a:lnTo>
                        <a:lnTo>
                          <a:pt x="165" y="213"/>
                        </a:lnTo>
                        <a:lnTo>
                          <a:pt x="184" y="222"/>
                        </a:lnTo>
                        <a:lnTo>
                          <a:pt x="202" y="232"/>
                        </a:lnTo>
                        <a:lnTo>
                          <a:pt x="220" y="241"/>
                        </a:lnTo>
                        <a:lnTo>
                          <a:pt x="237" y="252"/>
                        </a:lnTo>
                        <a:lnTo>
                          <a:pt x="253" y="264"/>
                        </a:lnTo>
                        <a:lnTo>
                          <a:pt x="270" y="277"/>
                        </a:lnTo>
                        <a:lnTo>
                          <a:pt x="285" y="290"/>
                        </a:lnTo>
                        <a:lnTo>
                          <a:pt x="300" y="304"/>
                        </a:lnTo>
                        <a:lnTo>
                          <a:pt x="314" y="320"/>
                        </a:lnTo>
                        <a:lnTo>
                          <a:pt x="327" y="335"/>
                        </a:lnTo>
                        <a:lnTo>
                          <a:pt x="340" y="351"/>
                        </a:lnTo>
                        <a:lnTo>
                          <a:pt x="351" y="367"/>
                        </a:lnTo>
                        <a:lnTo>
                          <a:pt x="363" y="385"/>
                        </a:lnTo>
                        <a:lnTo>
                          <a:pt x="373" y="402"/>
                        </a:lnTo>
                        <a:lnTo>
                          <a:pt x="383" y="421"/>
                        </a:lnTo>
                        <a:lnTo>
                          <a:pt x="391" y="439"/>
                        </a:lnTo>
                        <a:lnTo>
                          <a:pt x="399" y="459"/>
                        </a:lnTo>
                        <a:lnTo>
                          <a:pt x="406" y="478"/>
                        </a:lnTo>
                        <a:lnTo>
                          <a:pt x="411" y="499"/>
                        </a:lnTo>
                        <a:lnTo>
                          <a:pt x="416" y="518"/>
                        </a:lnTo>
                        <a:lnTo>
                          <a:pt x="420" y="539"/>
                        </a:lnTo>
                        <a:lnTo>
                          <a:pt x="422" y="561"/>
                        </a:lnTo>
                        <a:lnTo>
                          <a:pt x="424" y="583"/>
                        </a:lnTo>
                        <a:lnTo>
                          <a:pt x="424" y="604"/>
                        </a:lnTo>
                        <a:lnTo>
                          <a:pt x="604" y="604"/>
                        </a:lnTo>
                        <a:close/>
                      </a:path>
                    </a:pathLst>
                  </a:custGeom>
                  <a:solidFill>
                    <a:srgbClr val="EF2B2F"/>
                  </a:solidFill>
                  <a:ln>
                    <a:noFill/>
                  </a:ln>
                </p:spPr>
                <p:txBody>
                  <a:bodyPr/>
                  <a:lstStyle/>
                  <a:p>
                    <a:pPr>
                      <a:defRPr/>
                    </a:pPr>
                    <a:endParaRPr lang="en-US" sz="1050">
                      <a:latin typeface="+mj-lt"/>
                    </a:endParaRPr>
                  </a:p>
                </p:txBody>
              </p:sp>
              <p:sp>
                <p:nvSpPr>
                  <p:cNvPr id="41550" name="Freeform 329">
                    <a:extLst>
                      <a:ext uri="{FF2B5EF4-FFF2-40B4-BE49-F238E27FC236}">
                        <a16:creationId xmlns="" xmlns:a16="http://schemas.microsoft.com/office/drawing/2014/main" id="{2A94AF5A-0EFC-16A0-02EF-994117C2EE99}"/>
                      </a:ext>
                    </a:extLst>
                  </p:cNvPr>
                  <p:cNvSpPr>
                    <a:spLocks/>
                  </p:cNvSpPr>
                  <p:nvPr/>
                </p:nvSpPr>
                <p:spPr bwMode="auto">
                  <a:xfrm>
                    <a:off x="1660" y="2367"/>
                    <a:ext cx="103" cy="98"/>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0" y="603"/>
                        </a:moveTo>
                        <a:lnTo>
                          <a:pt x="0" y="603"/>
                        </a:lnTo>
                        <a:lnTo>
                          <a:pt x="31" y="602"/>
                        </a:lnTo>
                        <a:lnTo>
                          <a:pt x="61" y="600"/>
                        </a:lnTo>
                        <a:lnTo>
                          <a:pt x="92" y="597"/>
                        </a:lnTo>
                        <a:lnTo>
                          <a:pt x="122" y="591"/>
                        </a:lnTo>
                        <a:lnTo>
                          <a:pt x="150" y="584"/>
                        </a:lnTo>
                        <a:lnTo>
                          <a:pt x="180" y="576"/>
                        </a:lnTo>
                        <a:lnTo>
                          <a:pt x="208" y="566"/>
                        </a:lnTo>
                        <a:lnTo>
                          <a:pt x="235" y="555"/>
                        </a:lnTo>
                        <a:lnTo>
                          <a:pt x="262" y="544"/>
                        </a:lnTo>
                        <a:lnTo>
                          <a:pt x="287" y="530"/>
                        </a:lnTo>
                        <a:lnTo>
                          <a:pt x="313" y="515"/>
                        </a:lnTo>
                        <a:lnTo>
                          <a:pt x="337" y="500"/>
                        </a:lnTo>
                        <a:lnTo>
                          <a:pt x="361" y="484"/>
                        </a:lnTo>
                        <a:lnTo>
                          <a:pt x="384" y="465"/>
                        </a:lnTo>
                        <a:lnTo>
                          <a:pt x="406" y="447"/>
                        </a:lnTo>
                        <a:lnTo>
                          <a:pt x="426" y="426"/>
                        </a:lnTo>
                        <a:lnTo>
                          <a:pt x="447" y="406"/>
                        </a:lnTo>
                        <a:lnTo>
                          <a:pt x="465" y="384"/>
                        </a:lnTo>
                        <a:lnTo>
                          <a:pt x="484" y="361"/>
                        </a:lnTo>
                        <a:lnTo>
                          <a:pt x="500" y="337"/>
                        </a:lnTo>
                        <a:lnTo>
                          <a:pt x="516" y="313"/>
                        </a:lnTo>
                        <a:lnTo>
                          <a:pt x="530" y="287"/>
                        </a:lnTo>
                        <a:lnTo>
                          <a:pt x="543" y="261"/>
                        </a:lnTo>
                        <a:lnTo>
                          <a:pt x="557" y="235"/>
                        </a:lnTo>
                        <a:lnTo>
                          <a:pt x="567" y="207"/>
                        </a:lnTo>
                        <a:lnTo>
                          <a:pt x="576" y="180"/>
                        </a:lnTo>
                        <a:lnTo>
                          <a:pt x="585" y="150"/>
                        </a:lnTo>
                        <a:lnTo>
                          <a:pt x="591" y="121"/>
                        </a:lnTo>
                        <a:lnTo>
                          <a:pt x="597" y="92"/>
                        </a:lnTo>
                        <a:lnTo>
                          <a:pt x="600" y="61"/>
                        </a:lnTo>
                        <a:lnTo>
                          <a:pt x="603" y="31"/>
                        </a:lnTo>
                        <a:lnTo>
                          <a:pt x="604" y="0"/>
                        </a:lnTo>
                        <a:lnTo>
                          <a:pt x="424" y="0"/>
                        </a:lnTo>
                        <a:lnTo>
                          <a:pt x="424" y="22"/>
                        </a:lnTo>
                        <a:lnTo>
                          <a:pt x="422" y="44"/>
                        </a:lnTo>
                        <a:lnTo>
                          <a:pt x="420" y="64"/>
                        </a:lnTo>
                        <a:lnTo>
                          <a:pt x="416" y="85"/>
                        </a:lnTo>
                        <a:lnTo>
                          <a:pt x="411" y="106"/>
                        </a:lnTo>
                        <a:lnTo>
                          <a:pt x="406" y="126"/>
                        </a:lnTo>
                        <a:lnTo>
                          <a:pt x="399" y="146"/>
                        </a:lnTo>
                        <a:lnTo>
                          <a:pt x="391" y="164"/>
                        </a:lnTo>
                        <a:lnTo>
                          <a:pt x="383" y="184"/>
                        </a:lnTo>
                        <a:lnTo>
                          <a:pt x="373" y="201"/>
                        </a:lnTo>
                        <a:lnTo>
                          <a:pt x="363" y="220"/>
                        </a:lnTo>
                        <a:lnTo>
                          <a:pt x="351" y="237"/>
                        </a:lnTo>
                        <a:lnTo>
                          <a:pt x="340" y="253"/>
                        </a:lnTo>
                        <a:lnTo>
                          <a:pt x="327" y="270"/>
                        </a:lnTo>
                        <a:lnTo>
                          <a:pt x="314" y="285"/>
                        </a:lnTo>
                        <a:lnTo>
                          <a:pt x="300" y="299"/>
                        </a:lnTo>
                        <a:lnTo>
                          <a:pt x="285" y="313"/>
                        </a:lnTo>
                        <a:lnTo>
                          <a:pt x="270" y="327"/>
                        </a:lnTo>
                        <a:lnTo>
                          <a:pt x="253" y="339"/>
                        </a:lnTo>
                        <a:lnTo>
                          <a:pt x="237" y="351"/>
                        </a:lnTo>
                        <a:lnTo>
                          <a:pt x="220" y="363"/>
                        </a:lnTo>
                        <a:lnTo>
                          <a:pt x="202" y="373"/>
                        </a:lnTo>
                        <a:lnTo>
                          <a:pt x="184" y="383"/>
                        </a:lnTo>
                        <a:lnTo>
                          <a:pt x="165" y="390"/>
                        </a:lnTo>
                        <a:lnTo>
                          <a:pt x="146" y="398"/>
                        </a:lnTo>
                        <a:lnTo>
                          <a:pt x="126" y="404"/>
                        </a:lnTo>
                        <a:lnTo>
                          <a:pt x="107" y="411"/>
                        </a:lnTo>
                        <a:lnTo>
                          <a:pt x="86" y="415"/>
                        </a:lnTo>
                        <a:lnTo>
                          <a:pt x="65" y="419"/>
                        </a:lnTo>
                        <a:lnTo>
                          <a:pt x="44" y="422"/>
                        </a:lnTo>
                        <a:lnTo>
                          <a:pt x="22" y="424"/>
                        </a:lnTo>
                        <a:lnTo>
                          <a:pt x="0" y="424"/>
                        </a:lnTo>
                        <a:lnTo>
                          <a:pt x="0" y="603"/>
                        </a:lnTo>
                        <a:close/>
                      </a:path>
                    </a:pathLst>
                  </a:custGeom>
                  <a:solidFill>
                    <a:srgbClr val="EF2B2F"/>
                  </a:solidFill>
                  <a:ln>
                    <a:noFill/>
                  </a:ln>
                </p:spPr>
                <p:txBody>
                  <a:bodyPr/>
                  <a:lstStyle/>
                  <a:p>
                    <a:pPr>
                      <a:defRPr/>
                    </a:pPr>
                    <a:endParaRPr lang="en-US" sz="1050">
                      <a:latin typeface="+mj-lt"/>
                    </a:endParaRPr>
                  </a:p>
                </p:txBody>
              </p:sp>
              <p:sp>
                <p:nvSpPr>
                  <p:cNvPr id="41551" name="Freeform 330">
                    <a:extLst>
                      <a:ext uri="{FF2B5EF4-FFF2-40B4-BE49-F238E27FC236}">
                        <a16:creationId xmlns="" xmlns:a16="http://schemas.microsoft.com/office/drawing/2014/main" id="{7CDCED00-B1A0-34B6-B326-103A9B32777B}"/>
                      </a:ext>
                    </a:extLst>
                  </p:cNvPr>
                  <p:cNvSpPr>
                    <a:spLocks/>
                  </p:cNvSpPr>
                  <p:nvPr/>
                </p:nvSpPr>
                <p:spPr bwMode="auto">
                  <a:xfrm>
                    <a:off x="1556" y="2367"/>
                    <a:ext cx="99" cy="98"/>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0" y="0"/>
                        </a:moveTo>
                        <a:lnTo>
                          <a:pt x="0" y="0"/>
                        </a:lnTo>
                        <a:lnTo>
                          <a:pt x="1" y="31"/>
                        </a:lnTo>
                        <a:lnTo>
                          <a:pt x="4" y="61"/>
                        </a:lnTo>
                        <a:lnTo>
                          <a:pt x="7" y="92"/>
                        </a:lnTo>
                        <a:lnTo>
                          <a:pt x="12" y="121"/>
                        </a:lnTo>
                        <a:lnTo>
                          <a:pt x="19" y="150"/>
                        </a:lnTo>
                        <a:lnTo>
                          <a:pt x="28" y="180"/>
                        </a:lnTo>
                        <a:lnTo>
                          <a:pt x="37" y="207"/>
                        </a:lnTo>
                        <a:lnTo>
                          <a:pt x="48" y="234"/>
                        </a:lnTo>
                        <a:lnTo>
                          <a:pt x="60" y="261"/>
                        </a:lnTo>
                        <a:lnTo>
                          <a:pt x="73" y="287"/>
                        </a:lnTo>
                        <a:lnTo>
                          <a:pt x="88" y="313"/>
                        </a:lnTo>
                        <a:lnTo>
                          <a:pt x="104" y="337"/>
                        </a:lnTo>
                        <a:lnTo>
                          <a:pt x="120" y="361"/>
                        </a:lnTo>
                        <a:lnTo>
                          <a:pt x="138" y="384"/>
                        </a:lnTo>
                        <a:lnTo>
                          <a:pt x="157" y="406"/>
                        </a:lnTo>
                        <a:lnTo>
                          <a:pt x="177" y="426"/>
                        </a:lnTo>
                        <a:lnTo>
                          <a:pt x="198" y="447"/>
                        </a:lnTo>
                        <a:lnTo>
                          <a:pt x="220" y="465"/>
                        </a:lnTo>
                        <a:lnTo>
                          <a:pt x="243" y="484"/>
                        </a:lnTo>
                        <a:lnTo>
                          <a:pt x="267" y="500"/>
                        </a:lnTo>
                        <a:lnTo>
                          <a:pt x="290" y="515"/>
                        </a:lnTo>
                        <a:lnTo>
                          <a:pt x="316" y="530"/>
                        </a:lnTo>
                        <a:lnTo>
                          <a:pt x="343" y="544"/>
                        </a:lnTo>
                        <a:lnTo>
                          <a:pt x="369" y="555"/>
                        </a:lnTo>
                        <a:lnTo>
                          <a:pt x="396" y="566"/>
                        </a:lnTo>
                        <a:lnTo>
                          <a:pt x="424" y="576"/>
                        </a:lnTo>
                        <a:lnTo>
                          <a:pt x="453" y="584"/>
                        </a:lnTo>
                        <a:lnTo>
                          <a:pt x="483" y="591"/>
                        </a:lnTo>
                        <a:lnTo>
                          <a:pt x="512" y="597"/>
                        </a:lnTo>
                        <a:lnTo>
                          <a:pt x="542" y="600"/>
                        </a:lnTo>
                        <a:lnTo>
                          <a:pt x="573" y="602"/>
                        </a:lnTo>
                        <a:lnTo>
                          <a:pt x="603" y="603"/>
                        </a:lnTo>
                        <a:lnTo>
                          <a:pt x="603" y="424"/>
                        </a:lnTo>
                        <a:lnTo>
                          <a:pt x="582" y="424"/>
                        </a:lnTo>
                        <a:lnTo>
                          <a:pt x="560" y="422"/>
                        </a:lnTo>
                        <a:lnTo>
                          <a:pt x="538" y="419"/>
                        </a:lnTo>
                        <a:lnTo>
                          <a:pt x="517" y="415"/>
                        </a:lnTo>
                        <a:lnTo>
                          <a:pt x="497" y="411"/>
                        </a:lnTo>
                        <a:lnTo>
                          <a:pt x="477" y="404"/>
                        </a:lnTo>
                        <a:lnTo>
                          <a:pt x="458" y="398"/>
                        </a:lnTo>
                        <a:lnTo>
                          <a:pt x="438" y="390"/>
                        </a:lnTo>
                        <a:lnTo>
                          <a:pt x="420" y="383"/>
                        </a:lnTo>
                        <a:lnTo>
                          <a:pt x="401" y="373"/>
                        </a:lnTo>
                        <a:lnTo>
                          <a:pt x="384" y="363"/>
                        </a:lnTo>
                        <a:lnTo>
                          <a:pt x="366" y="351"/>
                        </a:lnTo>
                        <a:lnTo>
                          <a:pt x="350" y="339"/>
                        </a:lnTo>
                        <a:lnTo>
                          <a:pt x="334" y="327"/>
                        </a:lnTo>
                        <a:lnTo>
                          <a:pt x="319" y="313"/>
                        </a:lnTo>
                        <a:lnTo>
                          <a:pt x="303" y="299"/>
                        </a:lnTo>
                        <a:lnTo>
                          <a:pt x="289" y="285"/>
                        </a:lnTo>
                        <a:lnTo>
                          <a:pt x="276" y="270"/>
                        </a:lnTo>
                        <a:lnTo>
                          <a:pt x="264" y="253"/>
                        </a:lnTo>
                        <a:lnTo>
                          <a:pt x="252" y="237"/>
                        </a:lnTo>
                        <a:lnTo>
                          <a:pt x="240" y="220"/>
                        </a:lnTo>
                        <a:lnTo>
                          <a:pt x="231" y="201"/>
                        </a:lnTo>
                        <a:lnTo>
                          <a:pt x="221" y="184"/>
                        </a:lnTo>
                        <a:lnTo>
                          <a:pt x="212" y="165"/>
                        </a:lnTo>
                        <a:lnTo>
                          <a:pt x="206" y="146"/>
                        </a:lnTo>
                        <a:lnTo>
                          <a:pt x="198" y="126"/>
                        </a:lnTo>
                        <a:lnTo>
                          <a:pt x="193" y="106"/>
                        </a:lnTo>
                        <a:lnTo>
                          <a:pt x="188" y="85"/>
                        </a:lnTo>
                        <a:lnTo>
                          <a:pt x="184" y="64"/>
                        </a:lnTo>
                        <a:lnTo>
                          <a:pt x="182" y="44"/>
                        </a:lnTo>
                        <a:lnTo>
                          <a:pt x="180" y="22"/>
                        </a:lnTo>
                        <a:lnTo>
                          <a:pt x="180" y="0"/>
                        </a:lnTo>
                        <a:lnTo>
                          <a:pt x="0" y="0"/>
                        </a:lnTo>
                        <a:close/>
                      </a:path>
                    </a:pathLst>
                  </a:custGeom>
                  <a:solidFill>
                    <a:srgbClr val="EF2B2F"/>
                  </a:solidFill>
                  <a:ln>
                    <a:noFill/>
                  </a:ln>
                </p:spPr>
                <p:txBody>
                  <a:bodyPr/>
                  <a:lstStyle/>
                  <a:p>
                    <a:pPr>
                      <a:defRPr/>
                    </a:pPr>
                    <a:endParaRPr lang="en-US" sz="1050">
                      <a:latin typeface="+mj-lt"/>
                    </a:endParaRPr>
                  </a:p>
                </p:txBody>
              </p:sp>
              <p:sp>
                <p:nvSpPr>
                  <p:cNvPr id="41552" name="Freeform 331">
                    <a:extLst>
                      <a:ext uri="{FF2B5EF4-FFF2-40B4-BE49-F238E27FC236}">
                        <a16:creationId xmlns="" xmlns:a16="http://schemas.microsoft.com/office/drawing/2014/main" id="{444CFCD5-444A-D249-ACED-9633FA81F44E}"/>
                      </a:ext>
                    </a:extLst>
                  </p:cNvPr>
                  <p:cNvSpPr>
                    <a:spLocks/>
                  </p:cNvSpPr>
                  <p:nvPr/>
                </p:nvSpPr>
                <p:spPr bwMode="auto">
                  <a:xfrm>
                    <a:off x="1556" y="2265"/>
                    <a:ext cx="99" cy="102"/>
                  </a:xfrm>
                  <a:custGeom>
                    <a:avLst/>
                    <a:gdLst>
                      <a:gd name="T0" fmla="*/ 0 w 603"/>
                      <a:gd name="T1" fmla="*/ 0 h 604"/>
                      <a:gd name="T2" fmla="*/ 0 w 603"/>
                      <a:gd name="T3" fmla="*/ 0 h 604"/>
                      <a:gd name="T4" fmla="*/ 0 w 603"/>
                      <a:gd name="T5" fmla="*/ 0 h 604"/>
                      <a:gd name="T6" fmla="*/ 0 w 603"/>
                      <a:gd name="T7" fmla="*/ 0 h 604"/>
                      <a:gd name="T8" fmla="*/ 0 w 603"/>
                      <a:gd name="T9" fmla="*/ 0 h 604"/>
                      <a:gd name="T10" fmla="*/ 0 w 603"/>
                      <a:gd name="T11" fmla="*/ 0 h 604"/>
                      <a:gd name="T12" fmla="*/ 0 w 603"/>
                      <a:gd name="T13" fmla="*/ 0 h 604"/>
                      <a:gd name="T14" fmla="*/ 0 w 603"/>
                      <a:gd name="T15" fmla="*/ 0 h 604"/>
                      <a:gd name="T16" fmla="*/ 0 w 603"/>
                      <a:gd name="T17" fmla="*/ 0 h 604"/>
                      <a:gd name="T18" fmla="*/ 0 w 603"/>
                      <a:gd name="T19" fmla="*/ 0 h 604"/>
                      <a:gd name="T20" fmla="*/ 0 w 603"/>
                      <a:gd name="T21" fmla="*/ 0 h 604"/>
                      <a:gd name="T22" fmla="*/ 0 w 603"/>
                      <a:gd name="T23" fmla="*/ 0 h 604"/>
                      <a:gd name="T24" fmla="*/ 0 w 603"/>
                      <a:gd name="T25" fmla="*/ 0 h 604"/>
                      <a:gd name="T26" fmla="*/ 0 w 603"/>
                      <a:gd name="T27" fmla="*/ 0 h 604"/>
                      <a:gd name="T28" fmla="*/ 0 w 603"/>
                      <a:gd name="T29" fmla="*/ 0 h 604"/>
                      <a:gd name="T30" fmla="*/ 0 w 603"/>
                      <a:gd name="T31" fmla="*/ 0 h 604"/>
                      <a:gd name="T32" fmla="*/ 0 w 603"/>
                      <a:gd name="T33" fmla="*/ 0 h 604"/>
                      <a:gd name="T34" fmla="*/ 0 w 603"/>
                      <a:gd name="T35" fmla="*/ 0 h 604"/>
                      <a:gd name="T36" fmla="*/ 0 w 603"/>
                      <a:gd name="T37" fmla="*/ 0 h 604"/>
                      <a:gd name="T38" fmla="*/ 0 w 603"/>
                      <a:gd name="T39" fmla="*/ 0 h 604"/>
                      <a:gd name="T40" fmla="*/ 0 w 603"/>
                      <a:gd name="T41" fmla="*/ 0 h 604"/>
                      <a:gd name="T42" fmla="*/ 0 w 603"/>
                      <a:gd name="T43" fmla="*/ 0 h 604"/>
                      <a:gd name="T44" fmla="*/ 0 w 603"/>
                      <a:gd name="T45" fmla="*/ 0 h 604"/>
                      <a:gd name="T46" fmla="*/ 0 w 603"/>
                      <a:gd name="T47" fmla="*/ 0 h 604"/>
                      <a:gd name="T48" fmla="*/ 0 w 603"/>
                      <a:gd name="T49" fmla="*/ 0 h 604"/>
                      <a:gd name="T50" fmla="*/ 0 w 603"/>
                      <a:gd name="T51" fmla="*/ 0 h 604"/>
                      <a:gd name="T52" fmla="*/ 0 w 603"/>
                      <a:gd name="T53" fmla="*/ 0 h 604"/>
                      <a:gd name="T54" fmla="*/ 0 w 603"/>
                      <a:gd name="T55" fmla="*/ 0 h 604"/>
                      <a:gd name="T56" fmla="*/ 0 w 603"/>
                      <a:gd name="T57" fmla="*/ 0 h 604"/>
                      <a:gd name="T58" fmla="*/ 0 w 603"/>
                      <a:gd name="T59" fmla="*/ 0 h 604"/>
                      <a:gd name="T60" fmla="*/ 0 w 603"/>
                      <a:gd name="T61" fmla="*/ 0 h 604"/>
                      <a:gd name="T62" fmla="*/ 0 w 603"/>
                      <a:gd name="T63" fmla="*/ 0 h 604"/>
                      <a:gd name="T64" fmla="*/ 0 w 603"/>
                      <a:gd name="T65" fmla="*/ 0 h 604"/>
                      <a:gd name="T66" fmla="*/ 0 w 603"/>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4"/>
                      <a:gd name="T104" fmla="*/ 603 w 603"/>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4">
                        <a:moveTo>
                          <a:pt x="603" y="0"/>
                        </a:moveTo>
                        <a:lnTo>
                          <a:pt x="603" y="0"/>
                        </a:lnTo>
                        <a:lnTo>
                          <a:pt x="573" y="1"/>
                        </a:lnTo>
                        <a:lnTo>
                          <a:pt x="541" y="3"/>
                        </a:lnTo>
                        <a:lnTo>
                          <a:pt x="512" y="8"/>
                        </a:lnTo>
                        <a:lnTo>
                          <a:pt x="483" y="13"/>
                        </a:lnTo>
                        <a:lnTo>
                          <a:pt x="452" y="20"/>
                        </a:lnTo>
                        <a:lnTo>
                          <a:pt x="424" y="27"/>
                        </a:lnTo>
                        <a:lnTo>
                          <a:pt x="396" y="37"/>
                        </a:lnTo>
                        <a:lnTo>
                          <a:pt x="369" y="48"/>
                        </a:lnTo>
                        <a:lnTo>
                          <a:pt x="343" y="60"/>
                        </a:lnTo>
                        <a:lnTo>
                          <a:pt x="316" y="74"/>
                        </a:lnTo>
                        <a:lnTo>
                          <a:pt x="290" y="88"/>
                        </a:lnTo>
                        <a:lnTo>
                          <a:pt x="267" y="103"/>
                        </a:lnTo>
                        <a:lnTo>
                          <a:pt x="243" y="121"/>
                        </a:lnTo>
                        <a:lnTo>
                          <a:pt x="220" y="139"/>
                        </a:lnTo>
                        <a:lnTo>
                          <a:pt x="198" y="158"/>
                        </a:lnTo>
                        <a:lnTo>
                          <a:pt x="177" y="177"/>
                        </a:lnTo>
                        <a:lnTo>
                          <a:pt x="157" y="199"/>
                        </a:lnTo>
                        <a:lnTo>
                          <a:pt x="138" y="221"/>
                        </a:lnTo>
                        <a:lnTo>
                          <a:pt x="120" y="243"/>
                        </a:lnTo>
                        <a:lnTo>
                          <a:pt x="104" y="267"/>
                        </a:lnTo>
                        <a:lnTo>
                          <a:pt x="88" y="291"/>
                        </a:lnTo>
                        <a:lnTo>
                          <a:pt x="73" y="316"/>
                        </a:lnTo>
                        <a:lnTo>
                          <a:pt x="60" y="342"/>
                        </a:lnTo>
                        <a:lnTo>
                          <a:pt x="48" y="370"/>
                        </a:lnTo>
                        <a:lnTo>
                          <a:pt x="37" y="397"/>
                        </a:lnTo>
                        <a:lnTo>
                          <a:pt x="28" y="425"/>
                        </a:lnTo>
                        <a:lnTo>
                          <a:pt x="19" y="454"/>
                        </a:lnTo>
                        <a:lnTo>
                          <a:pt x="12" y="483"/>
                        </a:lnTo>
                        <a:lnTo>
                          <a:pt x="7" y="513"/>
                        </a:lnTo>
                        <a:lnTo>
                          <a:pt x="4" y="543"/>
                        </a:lnTo>
                        <a:lnTo>
                          <a:pt x="1" y="574"/>
                        </a:lnTo>
                        <a:lnTo>
                          <a:pt x="0" y="604"/>
                        </a:lnTo>
                        <a:lnTo>
                          <a:pt x="180" y="604"/>
                        </a:lnTo>
                        <a:lnTo>
                          <a:pt x="180" y="581"/>
                        </a:lnTo>
                        <a:lnTo>
                          <a:pt x="182" y="561"/>
                        </a:lnTo>
                        <a:lnTo>
                          <a:pt x="184" y="539"/>
                        </a:lnTo>
                        <a:lnTo>
                          <a:pt x="188" y="518"/>
                        </a:lnTo>
                        <a:lnTo>
                          <a:pt x="193" y="498"/>
                        </a:lnTo>
                        <a:lnTo>
                          <a:pt x="198" y="478"/>
                        </a:lnTo>
                        <a:lnTo>
                          <a:pt x="206" y="459"/>
                        </a:lnTo>
                        <a:lnTo>
                          <a:pt x="212" y="439"/>
                        </a:lnTo>
                        <a:lnTo>
                          <a:pt x="221" y="421"/>
                        </a:lnTo>
                        <a:lnTo>
                          <a:pt x="231" y="402"/>
                        </a:lnTo>
                        <a:lnTo>
                          <a:pt x="240" y="385"/>
                        </a:lnTo>
                        <a:lnTo>
                          <a:pt x="252" y="367"/>
                        </a:lnTo>
                        <a:lnTo>
                          <a:pt x="264" y="351"/>
                        </a:lnTo>
                        <a:lnTo>
                          <a:pt x="276" y="335"/>
                        </a:lnTo>
                        <a:lnTo>
                          <a:pt x="289" y="320"/>
                        </a:lnTo>
                        <a:lnTo>
                          <a:pt x="303" y="304"/>
                        </a:lnTo>
                        <a:lnTo>
                          <a:pt x="319" y="290"/>
                        </a:lnTo>
                        <a:lnTo>
                          <a:pt x="334" y="277"/>
                        </a:lnTo>
                        <a:lnTo>
                          <a:pt x="350" y="264"/>
                        </a:lnTo>
                        <a:lnTo>
                          <a:pt x="366" y="252"/>
                        </a:lnTo>
                        <a:lnTo>
                          <a:pt x="384" y="241"/>
                        </a:lnTo>
                        <a:lnTo>
                          <a:pt x="401" y="232"/>
                        </a:lnTo>
                        <a:lnTo>
                          <a:pt x="420" y="222"/>
                        </a:lnTo>
                        <a:lnTo>
                          <a:pt x="438" y="213"/>
                        </a:lnTo>
                        <a:lnTo>
                          <a:pt x="458" y="205"/>
                        </a:lnTo>
                        <a:lnTo>
                          <a:pt x="477" y="199"/>
                        </a:lnTo>
                        <a:lnTo>
                          <a:pt x="498" y="194"/>
                        </a:lnTo>
                        <a:lnTo>
                          <a:pt x="517" y="188"/>
                        </a:lnTo>
                        <a:lnTo>
                          <a:pt x="538" y="185"/>
                        </a:lnTo>
                        <a:lnTo>
                          <a:pt x="560" y="182"/>
                        </a:lnTo>
                        <a:lnTo>
                          <a:pt x="582" y="180"/>
                        </a:lnTo>
                        <a:lnTo>
                          <a:pt x="603" y="180"/>
                        </a:lnTo>
                        <a:lnTo>
                          <a:pt x="603" y="0"/>
                        </a:lnTo>
                        <a:close/>
                      </a:path>
                    </a:pathLst>
                  </a:custGeom>
                  <a:solidFill>
                    <a:srgbClr val="EF2B2F"/>
                  </a:solidFill>
                  <a:ln>
                    <a:noFill/>
                  </a:ln>
                </p:spPr>
                <p:txBody>
                  <a:bodyPr/>
                  <a:lstStyle/>
                  <a:p>
                    <a:pPr>
                      <a:defRPr/>
                    </a:pPr>
                    <a:endParaRPr lang="en-US" sz="1050">
                      <a:latin typeface="+mj-lt"/>
                    </a:endParaRPr>
                  </a:p>
                </p:txBody>
              </p:sp>
              <p:sp>
                <p:nvSpPr>
                  <p:cNvPr id="41553" name="Freeform 332">
                    <a:extLst>
                      <a:ext uri="{FF2B5EF4-FFF2-40B4-BE49-F238E27FC236}">
                        <a16:creationId xmlns="" xmlns:a16="http://schemas.microsoft.com/office/drawing/2014/main" id="{23FF9F45-640E-563A-C85D-16D11D10F896}"/>
                      </a:ext>
                    </a:extLst>
                  </p:cNvPr>
                  <p:cNvSpPr>
                    <a:spLocks/>
                  </p:cNvSpPr>
                  <p:nvPr/>
                </p:nvSpPr>
                <p:spPr bwMode="auto">
                  <a:xfrm>
                    <a:off x="1810" y="2184"/>
                    <a:ext cx="95" cy="102"/>
                  </a:xfrm>
                  <a:custGeom>
                    <a:avLst/>
                    <a:gdLst>
                      <a:gd name="T0" fmla="*/ 0 w 603"/>
                      <a:gd name="T1" fmla="*/ 0 h 604"/>
                      <a:gd name="T2" fmla="*/ 0 w 603"/>
                      <a:gd name="T3" fmla="*/ 0 h 604"/>
                      <a:gd name="T4" fmla="*/ 0 w 603"/>
                      <a:gd name="T5" fmla="*/ 0 h 604"/>
                      <a:gd name="T6" fmla="*/ 0 w 603"/>
                      <a:gd name="T7" fmla="*/ 0 h 604"/>
                      <a:gd name="T8" fmla="*/ 0 w 603"/>
                      <a:gd name="T9" fmla="*/ 0 h 604"/>
                      <a:gd name="T10" fmla="*/ 0 w 603"/>
                      <a:gd name="T11" fmla="*/ 0 h 604"/>
                      <a:gd name="T12" fmla="*/ 0 w 603"/>
                      <a:gd name="T13" fmla="*/ 0 h 604"/>
                      <a:gd name="T14" fmla="*/ 0 w 603"/>
                      <a:gd name="T15" fmla="*/ 0 h 604"/>
                      <a:gd name="T16" fmla="*/ 0 w 603"/>
                      <a:gd name="T17" fmla="*/ 0 h 604"/>
                      <a:gd name="T18" fmla="*/ 0 w 603"/>
                      <a:gd name="T19" fmla="*/ 0 h 604"/>
                      <a:gd name="T20" fmla="*/ 0 w 603"/>
                      <a:gd name="T21" fmla="*/ 0 h 604"/>
                      <a:gd name="T22" fmla="*/ 0 w 603"/>
                      <a:gd name="T23" fmla="*/ 0 h 604"/>
                      <a:gd name="T24" fmla="*/ 0 w 603"/>
                      <a:gd name="T25" fmla="*/ 0 h 604"/>
                      <a:gd name="T26" fmla="*/ 0 w 603"/>
                      <a:gd name="T27" fmla="*/ 0 h 604"/>
                      <a:gd name="T28" fmla="*/ 0 w 603"/>
                      <a:gd name="T29" fmla="*/ 0 h 604"/>
                      <a:gd name="T30" fmla="*/ 0 w 603"/>
                      <a:gd name="T31" fmla="*/ 0 h 604"/>
                      <a:gd name="T32" fmla="*/ 0 w 603"/>
                      <a:gd name="T33" fmla="*/ 0 h 604"/>
                      <a:gd name="T34" fmla="*/ 0 w 603"/>
                      <a:gd name="T35" fmla="*/ 0 h 604"/>
                      <a:gd name="T36" fmla="*/ 0 w 603"/>
                      <a:gd name="T37" fmla="*/ 0 h 604"/>
                      <a:gd name="T38" fmla="*/ 0 w 603"/>
                      <a:gd name="T39" fmla="*/ 0 h 604"/>
                      <a:gd name="T40" fmla="*/ 0 w 603"/>
                      <a:gd name="T41" fmla="*/ 0 h 604"/>
                      <a:gd name="T42" fmla="*/ 0 w 603"/>
                      <a:gd name="T43" fmla="*/ 0 h 604"/>
                      <a:gd name="T44" fmla="*/ 0 w 603"/>
                      <a:gd name="T45" fmla="*/ 0 h 604"/>
                      <a:gd name="T46" fmla="*/ 0 w 603"/>
                      <a:gd name="T47" fmla="*/ 0 h 604"/>
                      <a:gd name="T48" fmla="*/ 0 w 603"/>
                      <a:gd name="T49" fmla="*/ 0 h 604"/>
                      <a:gd name="T50" fmla="*/ 0 w 603"/>
                      <a:gd name="T51" fmla="*/ 0 h 604"/>
                      <a:gd name="T52" fmla="*/ 0 w 603"/>
                      <a:gd name="T53" fmla="*/ 0 h 604"/>
                      <a:gd name="T54" fmla="*/ 0 w 603"/>
                      <a:gd name="T55" fmla="*/ 0 h 604"/>
                      <a:gd name="T56" fmla="*/ 0 w 603"/>
                      <a:gd name="T57" fmla="*/ 0 h 604"/>
                      <a:gd name="T58" fmla="*/ 0 w 603"/>
                      <a:gd name="T59" fmla="*/ 0 h 604"/>
                      <a:gd name="T60" fmla="*/ 0 w 603"/>
                      <a:gd name="T61" fmla="*/ 0 h 604"/>
                      <a:gd name="T62" fmla="*/ 0 w 603"/>
                      <a:gd name="T63" fmla="*/ 0 h 604"/>
                      <a:gd name="T64" fmla="*/ 0 w 603"/>
                      <a:gd name="T65" fmla="*/ 0 h 604"/>
                      <a:gd name="T66" fmla="*/ 0 w 603"/>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4"/>
                      <a:gd name="T104" fmla="*/ 603 w 603"/>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4">
                        <a:moveTo>
                          <a:pt x="603" y="604"/>
                        </a:moveTo>
                        <a:lnTo>
                          <a:pt x="603" y="604"/>
                        </a:lnTo>
                        <a:lnTo>
                          <a:pt x="602" y="572"/>
                        </a:lnTo>
                        <a:lnTo>
                          <a:pt x="600" y="542"/>
                        </a:lnTo>
                        <a:lnTo>
                          <a:pt x="597" y="513"/>
                        </a:lnTo>
                        <a:lnTo>
                          <a:pt x="591" y="482"/>
                        </a:lnTo>
                        <a:lnTo>
                          <a:pt x="584" y="453"/>
                        </a:lnTo>
                        <a:lnTo>
                          <a:pt x="576" y="425"/>
                        </a:lnTo>
                        <a:lnTo>
                          <a:pt x="566" y="396"/>
                        </a:lnTo>
                        <a:lnTo>
                          <a:pt x="556" y="369"/>
                        </a:lnTo>
                        <a:lnTo>
                          <a:pt x="544" y="342"/>
                        </a:lnTo>
                        <a:lnTo>
                          <a:pt x="531" y="316"/>
                        </a:lnTo>
                        <a:lnTo>
                          <a:pt x="515" y="291"/>
                        </a:lnTo>
                        <a:lnTo>
                          <a:pt x="500" y="266"/>
                        </a:lnTo>
                        <a:lnTo>
                          <a:pt x="483" y="243"/>
                        </a:lnTo>
                        <a:lnTo>
                          <a:pt x="465" y="220"/>
                        </a:lnTo>
                        <a:lnTo>
                          <a:pt x="447" y="199"/>
                        </a:lnTo>
                        <a:lnTo>
                          <a:pt x="426" y="177"/>
                        </a:lnTo>
                        <a:lnTo>
                          <a:pt x="406" y="157"/>
                        </a:lnTo>
                        <a:lnTo>
                          <a:pt x="384" y="139"/>
                        </a:lnTo>
                        <a:lnTo>
                          <a:pt x="361" y="120"/>
                        </a:lnTo>
                        <a:lnTo>
                          <a:pt x="337" y="103"/>
                        </a:lnTo>
                        <a:lnTo>
                          <a:pt x="313" y="88"/>
                        </a:lnTo>
                        <a:lnTo>
                          <a:pt x="287" y="74"/>
                        </a:lnTo>
                        <a:lnTo>
                          <a:pt x="261" y="60"/>
                        </a:lnTo>
                        <a:lnTo>
                          <a:pt x="235" y="48"/>
                        </a:lnTo>
                        <a:lnTo>
                          <a:pt x="208" y="37"/>
                        </a:lnTo>
                        <a:lnTo>
                          <a:pt x="180" y="27"/>
                        </a:lnTo>
                        <a:lnTo>
                          <a:pt x="150" y="19"/>
                        </a:lnTo>
                        <a:lnTo>
                          <a:pt x="121" y="13"/>
                        </a:lnTo>
                        <a:lnTo>
                          <a:pt x="92" y="7"/>
                        </a:lnTo>
                        <a:lnTo>
                          <a:pt x="61" y="3"/>
                        </a:lnTo>
                        <a:lnTo>
                          <a:pt x="31" y="1"/>
                        </a:lnTo>
                        <a:lnTo>
                          <a:pt x="0" y="0"/>
                        </a:lnTo>
                        <a:lnTo>
                          <a:pt x="0" y="180"/>
                        </a:lnTo>
                        <a:lnTo>
                          <a:pt x="22" y="180"/>
                        </a:lnTo>
                        <a:lnTo>
                          <a:pt x="44" y="181"/>
                        </a:lnTo>
                        <a:lnTo>
                          <a:pt x="64" y="185"/>
                        </a:lnTo>
                        <a:lnTo>
                          <a:pt x="85" y="188"/>
                        </a:lnTo>
                        <a:lnTo>
                          <a:pt x="106" y="193"/>
                        </a:lnTo>
                        <a:lnTo>
                          <a:pt x="126" y="199"/>
                        </a:lnTo>
                        <a:lnTo>
                          <a:pt x="146" y="205"/>
                        </a:lnTo>
                        <a:lnTo>
                          <a:pt x="166" y="213"/>
                        </a:lnTo>
                        <a:lnTo>
                          <a:pt x="184" y="222"/>
                        </a:lnTo>
                        <a:lnTo>
                          <a:pt x="201" y="230"/>
                        </a:lnTo>
                        <a:lnTo>
                          <a:pt x="220" y="241"/>
                        </a:lnTo>
                        <a:lnTo>
                          <a:pt x="237" y="252"/>
                        </a:lnTo>
                        <a:lnTo>
                          <a:pt x="254" y="264"/>
                        </a:lnTo>
                        <a:lnTo>
                          <a:pt x="270" y="277"/>
                        </a:lnTo>
                        <a:lnTo>
                          <a:pt x="285" y="290"/>
                        </a:lnTo>
                        <a:lnTo>
                          <a:pt x="299" y="304"/>
                        </a:lnTo>
                        <a:lnTo>
                          <a:pt x="313" y="319"/>
                        </a:lnTo>
                        <a:lnTo>
                          <a:pt x="327" y="335"/>
                        </a:lnTo>
                        <a:lnTo>
                          <a:pt x="340" y="351"/>
                        </a:lnTo>
                        <a:lnTo>
                          <a:pt x="351" y="367"/>
                        </a:lnTo>
                        <a:lnTo>
                          <a:pt x="363" y="384"/>
                        </a:lnTo>
                        <a:lnTo>
                          <a:pt x="373" y="402"/>
                        </a:lnTo>
                        <a:lnTo>
                          <a:pt x="383" y="420"/>
                        </a:lnTo>
                        <a:lnTo>
                          <a:pt x="390" y="439"/>
                        </a:lnTo>
                        <a:lnTo>
                          <a:pt x="398" y="458"/>
                        </a:lnTo>
                        <a:lnTo>
                          <a:pt x="405" y="478"/>
                        </a:lnTo>
                        <a:lnTo>
                          <a:pt x="411" y="497"/>
                        </a:lnTo>
                        <a:lnTo>
                          <a:pt x="415" y="518"/>
                        </a:lnTo>
                        <a:lnTo>
                          <a:pt x="419" y="539"/>
                        </a:lnTo>
                        <a:lnTo>
                          <a:pt x="422" y="561"/>
                        </a:lnTo>
                        <a:lnTo>
                          <a:pt x="424" y="582"/>
                        </a:lnTo>
                        <a:lnTo>
                          <a:pt x="424" y="604"/>
                        </a:lnTo>
                        <a:lnTo>
                          <a:pt x="603" y="604"/>
                        </a:lnTo>
                        <a:close/>
                      </a:path>
                    </a:pathLst>
                  </a:custGeom>
                  <a:solidFill>
                    <a:srgbClr val="EF2B2F"/>
                  </a:solidFill>
                  <a:ln>
                    <a:noFill/>
                  </a:ln>
                </p:spPr>
                <p:txBody>
                  <a:bodyPr/>
                  <a:lstStyle/>
                  <a:p>
                    <a:pPr>
                      <a:defRPr/>
                    </a:pPr>
                    <a:endParaRPr lang="en-US" sz="1050">
                      <a:latin typeface="+mj-lt"/>
                    </a:endParaRPr>
                  </a:p>
                </p:txBody>
              </p:sp>
              <p:sp>
                <p:nvSpPr>
                  <p:cNvPr id="41554" name="Freeform 333">
                    <a:extLst>
                      <a:ext uri="{FF2B5EF4-FFF2-40B4-BE49-F238E27FC236}">
                        <a16:creationId xmlns="" xmlns:a16="http://schemas.microsoft.com/office/drawing/2014/main" id="{3F553079-E516-EEC3-3921-EF8373BE0529}"/>
                      </a:ext>
                    </a:extLst>
                  </p:cNvPr>
                  <p:cNvSpPr>
                    <a:spLocks/>
                  </p:cNvSpPr>
                  <p:nvPr/>
                </p:nvSpPr>
                <p:spPr bwMode="auto">
                  <a:xfrm>
                    <a:off x="1810" y="2286"/>
                    <a:ext cx="95" cy="110"/>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0" y="603"/>
                        </a:moveTo>
                        <a:lnTo>
                          <a:pt x="0" y="603"/>
                        </a:lnTo>
                        <a:lnTo>
                          <a:pt x="31" y="602"/>
                        </a:lnTo>
                        <a:lnTo>
                          <a:pt x="61" y="600"/>
                        </a:lnTo>
                        <a:lnTo>
                          <a:pt x="92" y="597"/>
                        </a:lnTo>
                        <a:lnTo>
                          <a:pt x="121" y="590"/>
                        </a:lnTo>
                        <a:lnTo>
                          <a:pt x="150" y="583"/>
                        </a:lnTo>
                        <a:lnTo>
                          <a:pt x="180" y="576"/>
                        </a:lnTo>
                        <a:lnTo>
                          <a:pt x="208" y="566"/>
                        </a:lnTo>
                        <a:lnTo>
                          <a:pt x="235" y="555"/>
                        </a:lnTo>
                        <a:lnTo>
                          <a:pt x="261" y="543"/>
                        </a:lnTo>
                        <a:lnTo>
                          <a:pt x="287" y="530"/>
                        </a:lnTo>
                        <a:lnTo>
                          <a:pt x="313" y="515"/>
                        </a:lnTo>
                        <a:lnTo>
                          <a:pt x="337" y="500"/>
                        </a:lnTo>
                        <a:lnTo>
                          <a:pt x="361" y="483"/>
                        </a:lnTo>
                        <a:lnTo>
                          <a:pt x="384" y="465"/>
                        </a:lnTo>
                        <a:lnTo>
                          <a:pt x="406" y="445"/>
                        </a:lnTo>
                        <a:lnTo>
                          <a:pt x="426" y="426"/>
                        </a:lnTo>
                        <a:lnTo>
                          <a:pt x="447" y="405"/>
                        </a:lnTo>
                        <a:lnTo>
                          <a:pt x="465" y="384"/>
                        </a:lnTo>
                        <a:lnTo>
                          <a:pt x="483" y="361"/>
                        </a:lnTo>
                        <a:lnTo>
                          <a:pt x="500" y="337"/>
                        </a:lnTo>
                        <a:lnTo>
                          <a:pt x="515" y="313"/>
                        </a:lnTo>
                        <a:lnTo>
                          <a:pt x="531" y="287"/>
                        </a:lnTo>
                        <a:lnTo>
                          <a:pt x="544" y="261"/>
                        </a:lnTo>
                        <a:lnTo>
                          <a:pt x="556" y="234"/>
                        </a:lnTo>
                        <a:lnTo>
                          <a:pt x="566" y="206"/>
                        </a:lnTo>
                        <a:lnTo>
                          <a:pt x="576" y="179"/>
                        </a:lnTo>
                        <a:lnTo>
                          <a:pt x="584" y="150"/>
                        </a:lnTo>
                        <a:lnTo>
                          <a:pt x="591" y="121"/>
                        </a:lnTo>
                        <a:lnTo>
                          <a:pt x="597" y="91"/>
                        </a:lnTo>
                        <a:lnTo>
                          <a:pt x="600" y="61"/>
                        </a:lnTo>
                        <a:lnTo>
                          <a:pt x="602" y="30"/>
                        </a:lnTo>
                        <a:lnTo>
                          <a:pt x="603" y="0"/>
                        </a:lnTo>
                        <a:lnTo>
                          <a:pt x="424" y="0"/>
                        </a:lnTo>
                        <a:lnTo>
                          <a:pt x="424" y="22"/>
                        </a:lnTo>
                        <a:lnTo>
                          <a:pt x="422" y="43"/>
                        </a:lnTo>
                        <a:lnTo>
                          <a:pt x="419" y="64"/>
                        </a:lnTo>
                        <a:lnTo>
                          <a:pt x="415" y="85"/>
                        </a:lnTo>
                        <a:lnTo>
                          <a:pt x="411" y="105"/>
                        </a:lnTo>
                        <a:lnTo>
                          <a:pt x="405" y="125"/>
                        </a:lnTo>
                        <a:lnTo>
                          <a:pt x="398" y="146"/>
                        </a:lnTo>
                        <a:lnTo>
                          <a:pt x="390" y="164"/>
                        </a:lnTo>
                        <a:lnTo>
                          <a:pt x="383" y="184"/>
                        </a:lnTo>
                        <a:lnTo>
                          <a:pt x="373" y="201"/>
                        </a:lnTo>
                        <a:lnTo>
                          <a:pt x="363" y="219"/>
                        </a:lnTo>
                        <a:lnTo>
                          <a:pt x="351" y="237"/>
                        </a:lnTo>
                        <a:lnTo>
                          <a:pt x="340" y="253"/>
                        </a:lnTo>
                        <a:lnTo>
                          <a:pt x="327" y="269"/>
                        </a:lnTo>
                        <a:lnTo>
                          <a:pt x="313" y="285"/>
                        </a:lnTo>
                        <a:lnTo>
                          <a:pt x="299" y="299"/>
                        </a:lnTo>
                        <a:lnTo>
                          <a:pt x="285" y="313"/>
                        </a:lnTo>
                        <a:lnTo>
                          <a:pt x="270" y="327"/>
                        </a:lnTo>
                        <a:lnTo>
                          <a:pt x="254" y="339"/>
                        </a:lnTo>
                        <a:lnTo>
                          <a:pt x="237" y="351"/>
                        </a:lnTo>
                        <a:lnTo>
                          <a:pt x="220" y="362"/>
                        </a:lnTo>
                        <a:lnTo>
                          <a:pt x="201" y="373"/>
                        </a:lnTo>
                        <a:lnTo>
                          <a:pt x="184" y="381"/>
                        </a:lnTo>
                        <a:lnTo>
                          <a:pt x="166" y="390"/>
                        </a:lnTo>
                        <a:lnTo>
                          <a:pt x="146" y="398"/>
                        </a:lnTo>
                        <a:lnTo>
                          <a:pt x="126" y="404"/>
                        </a:lnTo>
                        <a:lnTo>
                          <a:pt x="106" y="411"/>
                        </a:lnTo>
                        <a:lnTo>
                          <a:pt x="85" y="415"/>
                        </a:lnTo>
                        <a:lnTo>
                          <a:pt x="64" y="418"/>
                        </a:lnTo>
                        <a:lnTo>
                          <a:pt x="44" y="422"/>
                        </a:lnTo>
                        <a:lnTo>
                          <a:pt x="22" y="423"/>
                        </a:lnTo>
                        <a:lnTo>
                          <a:pt x="0" y="424"/>
                        </a:lnTo>
                        <a:lnTo>
                          <a:pt x="0" y="603"/>
                        </a:lnTo>
                        <a:close/>
                      </a:path>
                    </a:pathLst>
                  </a:custGeom>
                  <a:solidFill>
                    <a:srgbClr val="EF2B2F"/>
                  </a:solidFill>
                  <a:ln>
                    <a:noFill/>
                  </a:ln>
                </p:spPr>
                <p:txBody>
                  <a:bodyPr/>
                  <a:lstStyle/>
                  <a:p>
                    <a:pPr>
                      <a:defRPr/>
                    </a:pPr>
                    <a:endParaRPr lang="en-US" sz="1050">
                      <a:latin typeface="+mj-lt"/>
                    </a:endParaRPr>
                  </a:p>
                </p:txBody>
              </p:sp>
              <p:sp>
                <p:nvSpPr>
                  <p:cNvPr id="41555" name="Freeform 334">
                    <a:extLst>
                      <a:ext uri="{FF2B5EF4-FFF2-40B4-BE49-F238E27FC236}">
                        <a16:creationId xmlns="" xmlns:a16="http://schemas.microsoft.com/office/drawing/2014/main" id="{00FFCB6F-9BF4-AEF8-8CA6-B804BC6504EF}"/>
                      </a:ext>
                    </a:extLst>
                  </p:cNvPr>
                  <p:cNvSpPr>
                    <a:spLocks/>
                  </p:cNvSpPr>
                  <p:nvPr/>
                </p:nvSpPr>
                <p:spPr bwMode="auto">
                  <a:xfrm>
                    <a:off x="1711" y="2286"/>
                    <a:ext cx="99" cy="110"/>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0" y="0"/>
                        </a:moveTo>
                        <a:lnTo>
                          <a:pt x="0" y="0"/>
                        </a:lnTo>
                        <a:lnTo>
                          <a:pt x="0" y="30"/>
                        </a:lnTo>
                        <a:lnTo>
                          <a:pt x="4" y="61"/>
                        </a:lnTo>
                        <a:lnTo>
                          <a:pt x="7" y="91"/>
                        </a:lnTo>
                        <a:lnTo>
                          <a:pt x="12" y="121"/>
                        </a:lnTo>
                        <a:lnTo>
                          <a:pt x="19" y="150"/>
                        </a:lnTo>
                        <a:lnTo>
                          <a:pt x="28" y="179"/>
                        </a:lnTo>
                        <a:lnTo>
                          <a:pt x="36" y="206"/>
                        </a:lnTo>
                        <a:lnTo>
                          <a:pt x="48" y="234"/>
                        </a:lnTo>
                        <a:lnTo>
                          <a:pt x="60" y="261"/>
                        </a:lnTo>
                        <a:lnTo>
                          <a:pt x="73" y="287"/>
                        </a:lnTo>
                        <a:lnTo>
                          <a:pt x="87" y="313"/>
                        </a:lnTo>
                        <a:lnTo>
                          <a:pt x="104" y="337"/>
                        </a:lnTo>
                        <a:lnTo>
                          <a:pt x="120" y="361"/>
                        </a:lnTo>
                        <a:lnTo>
                          <a:pt x="138" y="384"/>
                        </a:lnTo>
                        <a:lnTo>
                          <a:pt x="157" y="405"/>
                        </a:lnTo>
                        <a:lnTo>
                          <a:pt x="176" y="426"/>
                        </a:lnTo>
                        <a:lnTo>
                          <a:pt x="198" y="445"/>
                        </a:lnTo>
                        <a:lnTo>
                          <a:pt x="220" y="465"/>
                        </a:lnTo>
                        <a:lnTo>
                          <a:pt x="243" y="483"/>
                        </a:lnTo>
                        <a:lnTo>
                          <a:pt x="267" y="500"/>
                        </a:lnTo>
                        <a:lnTo>
                          <a:pt x="291" y="515"/>
                        </a:lnTo>
                        <a:lnTo>
                          <a:pt x="315" y="530"/>
                        </a:lnTo>
                        <a:lnTo>
                          <a:pt x="342" y="543"/>
                        </a:lnTo>
                        <a:lnTo>
                          <a:pt x="369" y="555"/>
                        </a:lnTo>
                        <a:lnTo>
                          <a:pt x="396" y="566"/>
                        </a:lnTo>
                        <a:lnTo>
                          <a:pt x="424" y="576"/>
                        </a:lnTo>
                        <a:lnTo>
                          <a:pt x="453" y="583"/>
                        </a:lnTo>
                        <a:lnTo>
                          <a:pt x="482" y="590"/>
                        </a:lnTo>
                        <a:lnTo>
                          <a:pt x="512" y="597"/>
                        </a:lnTo>
                        <a:lnTo>
                          <a:pt x="543" y="600"/>
                        </a:lnTo>
                        <a:lnTo>
                          <a:pt x="573" y="602"/>
                        </a:lnTo>
                        <a:lnTo>
                          <a:pt x="603" y="603"/>
                        </a:lnTo>
                        <a:lnTo>
                          <a:pt x="603" y="424"/>
                        </a:lnTo>
                        <a:lnTo>
                          <a:pt x="581" y="423"/>
                        </a:lnTo>
                        <a:lnTo>
                          <a:pt x="560" y="422"/>
                        </a:lnTo>
                        <a:lnTo>
                          <a:pt x="538" y="418"/>
                        </a:lnTo>
                        <a:lnTo>
                          <a:pt x="518" y="415"/>
                        </a:lnTo>
                        <a:lnTo>
                          <a:pt x="497" y="411"/>
                        </a:lnTo>
                        <a:lnTo>
                          <a:pt x="477" y="404"/>
                        </a:lnTo>
                        <a:lnTo>
                          <a:pt x="458" y="398"/>
                        </a:lnTo>
                        <a:lnTo>
                          <a:pt x="438" y="390"/>
                        </a:lnTo>
                        <a:lnTo>
                          <a:pt x="420" y="381"/>
                        </a:lnTo>
                        <a:lnTo>
                          <a:pt x="401" y="373"/>
                        </a:lnTo>
                        <a:lnTo>
                          <a:pt x="384" y="362"/>
                        </a:lnTo>
                        <a:lnTo>
                          <a:pt x="367" y="351"/>
                        </a:lnTo>
                        <a:lnTo>
                          <a:pt x="350" y="339"/>
                        </a:lnTo>
                        <a:lnTo>
                          <a:pt x="334" y="327"/>
                        </a:lnTo>
                        <a:lnTo>
                          <a:pt x="319" y="313"/>
                        </a:lnTo>
                        <a:lnTo>
                          <a:pt x="304" y="299"/>
                        </a:lnTo>
                        <a:lnTo>
                          <a:pt x="289" y="285"/>
                        </a:lnTo>
                        <a:lnTo>
                          <a:pt x="276" y="269"/>
                        </a:lnTo>
                        <a:lnTo>
                          <a:pt x="263" y="253"/>
                        </a:lnTo>
                        <a:lnTo>
                          <a:pt x="252" y="237"/>
                        </a:lnTo>
                        <a:lnTo>
                          <a:pt x="241" y="219"/>
                        </a:lnTo>
                        <a:lnTo>
                          <a:pt x="231" y="201"/>
                        </a:lnTo>
                        <a:lnTo>
                          <a:pt x="221" y="184"/>
                        </a:lnTo>
                        <a:lnTo>
                          <a:pt x="212" y="164"/>
                        </a:lnTo>
                        <a:lnTo>
                          <a:pt x="205" y="146"/>
                        </a:lnTo>
                        <a:lnTo>
                          <a:pt x="198" y="125"/>
                        </a:lnTo>
                        <a:lnTo>
                          <a:pt x="193" y="105"/>
                        </a:lnTo>
                        <a:lnTo>
                          <a:pt x="188" y="85"/>
                        </a:lnTo>
                        <a:lnTo>
                          <a:pt x="184" y="64"/>
                        </a:lnTo>
                        <a:lnTo>
                          <a:pt x="182" y="43"/>
                        </a:lnTo>
                        <a:lnTo>
                          <a:pt x="180" y="22"/>
                        </a:lnTo>
                        <a:lnTo>
                          <a:pt x="180" y="0"/>
                        </a:lnTo>
                        <a:lnTo>
                          <a:pt x="0" y="0"/>
                        </a:lnTo>
                        <a:close/>
                      </a:path>
                    </a:pathLst>
                  </a:custGeom>
                  <a:solidFill>
                    <a:srgbClr val="EF2B2F"/>
                  </a:solidFill>
                  <a:ln>
                    <a:noFill/>
                  </a:ln>
                </p:spPr>
                <p:txBody>
                  <a:bodyPr/>
                  <a:lstStyle/>
                  <a:p>
                    <a:pPr>
                      <a:defRPr/>
                    </a:pPr>
                    <a:endParaRPr lang="en-US" sz="1050">
                      <a:latin typeface="+mj-lt"/>
                    </a:endParaRPr>
                  </a:p>
                </p:txBody>
              </p:sp>
              <p:sp>
                <p:nvSpPr>
                  <p:cNvPr id="41556" name="Freeform 335">
                    <a:extLst>
                      <a:ext uri="{FF2B5EF4-FFF2-40B4-BE49-F238E27FC236}">
                        <a16:creationId xmlns="" xmlns:a16="http://schemas.microsoft.com/office/drawing/2014/main" id="{4F6DD4E6-5329-D175-2242-078272257B7F}"/>
                      </a:ext>
                    </a:extLst>
                  </p:cNvPr>
                  <p:cNvSpPr>
                    <a:spLocks/>
                  </p:cNvSpPr>
                  <p:nvPr/>
                </p:nvSpPr>
                <p:spPr bwMode="auto">
                  <a:xfrm>
                    <a:off x="1711" y="2184"/>
                    <a:ext cx="99" cy="102"/>
                  </a:xfrm>
                  <a:custGeom>
                    <a:avLst/>
                    <a:gdLst>
                      <a:gd name="T0" fmla="*/ 0 w 603"/>
                      <a:gd name="T1" fmla="*/ 0 h 604"/>
                      <a:gd name="T2" fmla="*/ 0 w 603"/>
                      <a:gd name="T3" fmla="*/ 0 h 604"/>
                      <a:gd name="T4" fmla="*/ 0 w 603"/>
                      <a:gd name="T5" fmla="*/ 0 h 604"/>
                      <a:gd name="T6" fmla="*/ 0 w 603"/>
                      <a:gd name="T7" fmla="*/ 0 h 604"/>
                      <a:gd name="T8" fmla="*/ 0 w 603"/>
                      <a:gd name="T9" fmla="*/ 0 h 604"/>
                      <a:gd name="T10" fmla="*/ 0 w 603"/>
                      <a:gd name="T11" fmla="*/ 0 h 604"/>
                      <a:gd name="T12" fmla="*/ 0 w 603"/>
                      <a:gd name="T13" fmla="*/ 0 h 604"/>
                      <a:gd name="T14" fmla="*/ 0 w 603"/>
                      <a:gd name="T15" fmla="*/ 0 h 604"/>
                      <a:gd name="T16" fmla="*/ 0 w 603"/>
                      <a:gd name="T17" fmla="*/ 0 h 604"/>
                      <a:gd name="T18" fmla="*/ 0 w 603"/>
                      <a:gd name="T19" fmla="*/ 0 h 604"/>
                      <a:gd name="T20" fmla="*/ 0 w 603"/>
                      <a:gd name="T21" fmla="*/ 0 h 604"/>
                      <a:gd name="T22" fmla="*/ 0 w 603"/>
                      <a:gd name="T23" fmla="*/ 0 h 604"/>
                      <a:gd name="T24" fmla="*/ 0 w 603"/>
                      <a:gd name="T25" fmla="*/ 0 h 604"/>
                      <a:gd name="T26" fmla="*/ 0 w 603"/>
                      <a:gd name="T27" fmla="*/ 0 h 604"/>
                      <a:gd name="T28" fmla="*/ 0 w 603"/>
                      <a:gd name="T29" fmla="*/ 0 h 604"/>
                      <a:gd name="T30" fmla="*/ 0 w 603"/>
                      <a:gd name="T31" fmla="*/ 0 h 604"/>
                      <a:gd name="T32" fmla="*/ 0 w 603"/>
                      <a:gd name="T33" fmla="*/ 0 h 604"/>
                      <a:gd name="T34" fmla="*/ 0 w 603"/>
                      <a:gd name="T35" fmla="*/ 0 h 604"/>
                      <a:gd name="T36" fmla="*/ 0 w 603"/>
                      <a:gd name="T37" fmla="*/ 0 h 604"/>
                      <a:gd name="T38" fmla="*/ 0 w 603"/>
                      <a:gd name="T39" fmla="*/ 0 h 604"/>
                      <a:gd name="T40" fmla="*/ 0 w 603"/>
                      <a:gd name="T41" fmla="*/ 0 h 604"/>
                      <a:gd name="T42" fmla="*/ 0 w 603"/>
                      <a:gd name="T43" fmla="*/ 0 h 604"/>
                      <a:gd name="T44" fmla="*/ 0 w 603"/>
                      <a:gd name="T45" fmla="*/ 0 h 604"/>
                      <a:gd name="T46" fmla="*/ 0 w 603"/>
                      <a:gd name="T47" fmla="*/ 0 h 604"/>
                      <a:gd name="T48" fmla="*/ 0 w 603"/>
                      <a:gd name="T49" fmla="*/ 0 h 604"/>
                      <a:gd name="T50" fmla="*/ 0 w 603"/>
                      <a:gd name="T51" fmla="*/ 0 h 604"/>
                      <a:gd name="T52" fmla="*/ 0 w 603"/>
                      <a:gd name="T53" fmla="*/ 0 h 604"/>
                      <a:gd name="T54" fmla="*/ 0 w 603"/>
                      <a:gd name="T55" fmla="*/ 0 h 604"/>
                      <a:gd name="T56" fmla="*/ 0 w 603"/>
                      <a:gd name="T57" fmla="*/ 0 h 604"/>
                      <a:gd name="T58" fmla="*/ 0 w 603"/>
                      <a:gd name="T59" fmla="*/ 0 h 604"/>
                      <a:gd name="T60" fmla="*/ 0 w 603"/>
                      <a:gd name="T61" fmla="*/ 0 h 604"/>
                      <a:gd name="T62" fmla="*/ 0 w 603"/>
                      <a:gd name="T63" fmla="*/ 0 h 604"/>
                      <a:gd name="T64" fmla="*/ 0 w 603"/>
                      <a:gd name="T65" fmla="*/ 0 h 604"/>
                      <a:gd name="T66" fmla="*/ 0 w 603"/>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4"/>
                      <a:gd name="T104" fmla="*/ 603 w 603"/>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4">
                        <a:moveTo>
                          <a:pt x="603" y="0"/>
                        </a:moveTo>
                        <a:lnTo>
                          <a:pt x="603" y="0"/>
                        </a:lnTo>
                        <a:lnTo>
                          <a:pt x="572" y="1"/>
                        </a:lnTo>
                        <a:lnTo>
                          <a:pt x="541" y="3"/>
                        </a:lnTo>
                        <a:lnTo>
                          <a:pt x="512" y="7"/>
                        </a:lnTo>
                        <a:lnTo>
                          <a:pt x="482" y="13"/>
                        </a:lnTo>
                        <a:lnTo>
                          <a:pt x="452" y="19"/>
                        </a:lnTo>
                        <a:lnTo>
                          <a:pt x="424" y="27"/>
                        </a:lnTo>
                        <a:lnTo>
                          <a:pt x="396" y="37"/>
                        </a:lnTo>
                        <a:lnTo>
                          <a:pt x="369" y="48"/>
                        </a:lnTo>
                        <a:lnTo>
                          <a:pt x="342" y="60"/>
                        </a:lnTo>
                        <a:lnTo>
                          <a:pt x="315" y="74"/>
                        </a:lnTo>
                        <a:lnTo>
                          <a:pt x="291" y="88"/>
                        </a:lnTo>
                        <a:lnTo>
                          <a:pt x="267" y="103"/>
                        </a:lnTo>
                        <a:lnTo>
                          <a:pt x="243" y="120"/>
                        </a:lnTo>
                        <a:lnTo>
                          <a:pt x="220" y="139"/>
                        </a:lnTo>
                        <a:lnTo>
                          <a:pt x="198" y="157"/>
                        </a:lnTo>
                        <a:lnTo>
                          <a:pt x="176" y="177"/>
                        </a:lnTo>
                        <a:lnTo>
                          <a:pt x="157" y="199"/>
                        </a:lnTo>
                        <a:lnTo>
                          <a:pt x="138" y="220"/>
                        </a:lnTo>
                        <a:lnTo>
                          <a:pt x="120" y="243"/>
                        </a:lnTo>
                        <a:lnTo>
                          <a:pt x="104" y="266"/>
                        </a:lnTo>
                        <a:lnTo>
                          <a:pt x="87" y="291"/>
                        </a:lnTo>
                        <a:lnTo>
                          <a:pt x="73" y="316"/>
                        </a:lnTo>
                        <a:lnTo>
                          <a:pt x="60" y="342"/>
                        </a:lnTo>
                        <a:lnTo>
                          <a:pt x="48" y="369"/>
                        </a:lnTo>
                        <a:lnTo>
                          <a:pt x="36" y="396"/>
                        </a:lnTo>
                        <a:lnTo>
                          <a:pt x="28" y="425"/>
                        </a:lnTo>
                        <a:lnTo>
                          <a:pt x="19" y="453"/>
                        </a:lnTo>
                        <a:lnTo>
                          <a:pt x="12" y="482"/>
                        </a:lnTo>
                        <a:lnTo>
                          <a:pt x="7" y="513"/>
                        </a:lnTo>
                        <a:lnTo>
                          <a:pt x="4" y="542"/>
                        </a:lnTo>
                        <a:lnTo>
                          <a:pt x="0" y="574"/>
                        </a:lnTo>
                        <a:lnTo>
                          <a:pt x="0" y="604"/>
                        </a:lnTo>
                        <a:lnTo>
                          <a:pt x="180" y="604"/>
                        </a:lnTo>
                        <a:lnTo>
                          <a:pt x="180" y="581"/>
                        </a:lnTo>
                        <a:lnTo>
                          <a:pt x="182" y="561"/>
                        </a:lnTo>
                        <a:lnTo>
                          <a:pt x="184" y="539"/>
                        </a:lnTo>
                        <a:lnTo>
                          <a:pt x="188" y="518"/>
                        </a:lnTo>
                        <a:lnTo>
                          <a:pt x="193" y="497"/>
                        </a:lnTo>
                        <a:lnTo>
                          <a:pt x="198" y="478"/>
                        </a:lnTo>
                        <a:lnTo>
                          <a:pt x="205" y="458"/>
                        </a:lnTo>
                        <a:lnTo>
                          <a:pt x="212" y="439"/>
                        </a:lnTo>
                        <a:lnTo>
                          <a:pt x="221" y="420"/>
                        </a:lnTo>
                        <a:lnTo>
                          <a:pt x="231" y="402"/>
                        </a:lnTo>
                        <a:lnTo>
                          <a:pt x="241" y="384"/>
                        </a:lnTo>
                        <a:lnTo>
                          <a:pt x="252" y="367"/>
                        </a:lnTo>
                        <a:lnTo>
                          <a:pt x="263" y="351"/>
                        </a:lnTo>
                        <a:lnTo>
                          <a:pt x="276" y="335"/>
                        </a:lnTo>
                        <a:lnTo>
                          <a:pt x="289" y="319"/>
                        </a:lnTo>
                        <a:lnTo>
                          <a:pt x="304" y="304"/>
                        </a:lnTo>
                        <a:lnTo>
                          <a:pt x="319" y="290"/>
                        </a:lnTo>
                        <a:lnTo>
                          <a:pt x="334" y="277"/>
                        </a:lnTo>
                        <a:lnTo>
                          <a:pt x="350" y="264"/>
                        </a:lnTo>
                        <a:lnTo>
                          <a:pt x="367" y="252"/>
                        </a:lnTo>
                        <a:lnTo>
                          <a:pt x="384" y="241"/>
                        </a:lnTo>
                        <a:lnTo>
                          <a:pt x="401" y="230"/>
                        </a:lnTo>
                        <a:lnTo>
                          <a:pt x="420" y="222"/>
                        </a:lnTo>
                        <a:lnTo>
                          <a:pt x="438" y="213"/>
                        </a:lnTo>
                        <a:lnTo>
                          <a:pt x="458" y="205"/>
                        </a:lnTo>
                        <a:lnTo>
                          <a:pt x="477" y="199"/>
                        </a:lnTo>
                        <a:lnTo>
                          <a:pt x="498" y="193"/>
                        </a:lnTo>
                        <a:lnTo>
                          <a:pt x="518" y="188"/>
                        </a:lnTo>
                        <a:lnTo>
                          <a:pt x="538" y="185"/>
                        </a:lnTo>
                        <a:lnTo>
                          <a:pt x="560" y="181"/>
                        </a:lnTo>
                        <a:lnTo>
                          <a:pt x="582" y="180"/>
                        </a:lnTo>
                        <a:lnTo>
                          <a:pt x="603" y="180"/>
                        </a:lnTo>
                        <a:lnTo>
                          <a:pt x="603" y="0"/>
                        </a:lnTo>
                        <a:close/>
                      </a:path>
                    </a:pathLst>
                  </a:custGeom>
                  <a:solidFill>
                    <a:srgbClr val="EF2B2F"/>
                  </a:solidFill>
                  <a:ln>
                    <a:noFill/>
                  </a:ln>
                </p:spPr>
                <p:txBody>
                  <a:bodyPr/>
                  <a:lstStyle/>
                  <a:p>
                    <a:pPr>
                      <a:defRPr/>
                    </a:pPr>
                    <a:endParaRPr lang="en-US" sz="1050">
                      <a:latin typeface="+mj-lt"/>
                    </a:endParaRPr>
                  </a:p>
                </p:txBody>
              </p:sp>
              <p:sp>
                <p:nvSpPr>
                  <p:cNvPr id="41557" name="Freeform 336">
                    <a:extLst>
                      <a:ext uri="{FF2B5EF4-FFF2-40B4-BE49-F238E27FC236}">
                        <a16:creationId xmlns="" xmlns:a16="http://schemas.microsoft.com/office/drawing/2014/main" id="{41D38BE4-C568-B7B3-0A20-3D6BC4A246FE}"/>
                      </a:ext>
                    </a:extLst>
                  </p:cNvPr>
                  <p:cNvSpPr>
                    <a:spLocks/>
                  </p:cNvSpPr>
                  <p:nvPr/>
                </p:nvSpPr>
                <p:spPr bwMode="auto">
                  <a:xfrm>
                    <a:off x="1892" y="2192"/>
                    <a:ext cx="168" cy="171"/>
                  </a:xfrm>
                  <a:custGeom>
                    <a:avLst/>
                    <a:gdLst>
                      <a:gd name="T0" fmla="*/ 0 w 1027"/>
                      <a:gd name="T1" fmla="*/ 0 h 1027"/>
                      <a:gd name="T2" fmla="*/ 0 w 1027"/>
                      <a:gd name="T3" fmla="*/ 0 h 1027"/>
                      <a:gd name="T4" fmla="*/ 0 w 1027"/>
                      <a:gd name="T5" fmla="*/ 0 h 1027"/>
                      <a:gd name="T6" fmla="*/ 0 w 1027"/>
                      <a:gd name="T7" fmla="*/ 0 h 1027"/>
                      <a:gd name="T8" fmla="*/ 0 w 1027"/>
                      <a:gd name="T9" fmla="*/ 0 h 1027"/>
                      <a:gd name="T10" fmla="*/ 0 w 1027"/>
                      <a:gd name="T11" fmla="*/ 0 h 1027"/>
                      <a:gd name="T12" fmla="*/ 0 w 1027"/>
                      <a:gd name="T13" fmla="*/ 0 h 1027"/>
                      <a:gd name="T14" fmla="*/ 0 w 1027"/>
                      <a:gd name="T15" fmla="*/ 0 h 1027"/>
                      <a:gd name="T16" fmla="*/ 0 w 1027"/>
                      <a:gd name="T17" fmla="*/ 0 h 1027"/>
                      <a:gd name="T18" fmla="*/ 0 w 1027"/>
                      <a:gd name="T19" fmla="*/ 0 h 1027"/>
                      <a:gd name="T20" fmla="*/ 0 w 1027"/>
                      <a:gd name="T21" fmla="*/ 0 h 1027"/>
                      <a:gd name="T22" fmla="*/ 0 w 1027"/>
                      <a:gd name="T23" fmla="*/ 0 h 1027"/>
                      <a:gd name="T24" fmla="*/ 0 w 1027"/>
                      <a:gd name="T25" fmla="*/ 0 h 1027"/>
                      <a:gd name="T26" fmla="*/ 0 w 1027"/>
                      <a:gd name="T27" fmla="*/ 0 h 1027"/>
                      <a:gd name="T28" fmla="*/ 0 w 1027"/>
                      <a:gd name="T29" fmla="*/ 0 h 1027"/>
                      <a:gd name="T30" fmla="*/ 0 w 1027"/>
                      <a:gd name="T31" fmla="*/ 0 h 1027"/>
                      <a:gd name="T32" fmla="*/ 0 w 1027"/>
                      <a:gd name="T33" fmla="*/ 0 h 1027"/>
                      <a:gd name="T34" fmla="*/ 0 w 1027"/>
                      <a:gd name="T35" fmla="*/ 0 h 1027"/>
                      <a:gd name="T36" fmla="*/ 0 w 1027"/>
                      <a:gd name="T37" fmla="*/ 0 h 1027"/>
                      <a:gd name="T38" fmla="*/ 0 w 1027"/>
                      <a:gd name="T39" fmla="*/ 0 h 1027"/>
                      <a:gd name="T40" fmla="*/ 0 w 1027"/>
                      <a:gd name="T41" fmla="*/ 0 h 1027"/>
                      <a:gd name="T42" fmla="*/ 0 w 1027"/>
                      <a:gd name="T43" fmla="*/ 0 h 1027"/>
                      <a:gd name="T44" fmla="*/ 0 w 1027"/>
                      <a:gd name="T45" fmla="*/ 0 h 1027"/>
                      <a:gd name="T46" fmla="*/ 0 w 1027"/>
                      <a:gd name="T47" fmla="*/ 0 h 1027"/>
                      <a:gd name="T48" fmla="*/ 0 w 1027"/>
                      <a:gd name="T49" fmla="*/ 0 h 1027"/>
                      <a:gd name="T50" fmla="*/ 0 w 1027"/>
                      <a:gd name="T51" fmla="*/ 0 h 1027"/>
                      <a:gd name="T52" fmla="*/ 0 w 1027"/>
                      <a:gd name="T53" fmla="*/ 0 h 1027"/>
                      <a:gd name="T54" fmla="*/ 0 w 1027"/>
                      <a:gd name="T55" fmla="*/ 0 h 1027"/>
                      <a:gd name="T56" fmla="*/ 0 w 1027"/>
                      <a:gd name="T57" fmla="*/ 0 h 1027"/>
                      <a:gd name="T58" fmla="*/ 0 w 1027"/>
                      <a:gd name="T59" fmla="*/ 0 h 1027"/>
                      <a:gd name="T60" fmla="*/ 0 w 1027"/>
                      <a:gd name="T61" fmla="*/ 0 h 1027"/>
                      <a:gd name="T62" fmla="*/ 0 w 1027"/>
                      <a:gd name="T63" fmla="*/ 0 h 1027"/>
                      <a:gd name="T64" fmla="*/ 0 w 1027"/>
                      <a:gd name="T65" fmla="*/ 0 h 1027"/>
                      <a:gd name="T66" fmla="*/ 0 w 1027"/>
                      <a:gd name="T67" fmla="*/ 0 h 1027"/>
                      <a:gd name="T68" fmla="*/ 0 w 1027"/>
                      <a:gd name="T69" fmla="*/ 0 h 1027"/>
                      <a:gd name="T70" fmla="*/ 0 w 1027"/>
                      <a:gd name="T71" fmla="*/ 0 h 1027"/>
                      <a:gd name="T72" fmla="*/ 0 w 1027"/>
                      <a:gd name="T73" fmla="*/ 0 h 1027"/>
                      <a:gd name="T74" fmla="*/ 0 w 1027"/>
                      <a:gd name="T75" fmla="*/ 0 h 1027"/>
                      <a:gd name="T76" fmla="*/ 0 w 1027"/>
                      <a:gd name="T77" fmla="*/ 0 h 1027"/>
                      <a:gd name="T78" fmla="*/ 0 w 1027"/>
                      <a:gd name="T79" fmla="*/ 0 h 1027"/>
                      <a:gd name="T80" fmla="*/ 0 w 1027"/>
                      <a:gd name="T81" fmla="*/ 0 h 1027"/>
                      <a:gd name="T82" fmla="*/ 0 w 1027"/>
                      <a:gd name="T83" fmla="*/ 0 h 1027"/>
                      <a:gd name="T84" fmla="*/ 0 w 1027"/>
                      <a:gd name="T85" fmla="*/ 0 h 102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27"/>
                      <a:gd name="T130" fmla="*/ 0 h 1027"/>
                      <a:gd name="T131" fmla="*/ 1027 w 1027"/>
                      <a:gd name="T132" fmla="*/ 1027 h 102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27" h="1027">
                        <a:moveTo>
                          <a:pt x="514" y="0"/>
                        </a:moveTo>
                        <a:lnTo>
                          <a:pt x="540" y="0"/>
                        </a:lnTo>
                        <a:lnTo>
                          <a:pt x="566" y="2"/>
                        </a:lnTo>
                        <a:lnTo>
                          <a:pt x="591" y="5"/>
                        </a:lnTo>
                        <a:lnTo>
                          <a:pt x="617" y="10"/>
                        </a:lnTo>
                        <a:lnTo>
                          <a:pt x="641" y="16"/>
                        </a:lnTo>
                        <a:lnTo>
                          <a:pt x="666" y="23"/>
                        </a:lnTo>
                        <a:lnTo>
                          <a:pt x="690" y="30"/>
                        </a:lnTo>
                        <a:lnTo>
                          <a:pt x="713" y="40"/>
                        </a:lnTo>
                        <a:lnTo>
                          <a:pt x="735" y="50"/>
                        </a:lnTo>
                        <a:lnTo>
                          <a:pt x="758" y="62"/>
                        </a:lnTo>
                        <a:lnTo>
                          <a:pt x="779" y="74"/>
                        </a:lnTo>
                        <a:lnTo>
                          <a:pt x="801" y="88"/>
                        </a:lnTo>
                        <a:lnTo>
                          <a:pt x="820" y="102"/>
                        </a:lnTo>
                        <a:lnTo>
                          <a:pt x="840" y="117"/>
                        </a:lnTo>
                        <a:lnTo>
                          <a:pt x="858" y="133"/>
                        </a:lnTo>
                        <a:lnTo>
                          <a:pt x="877" y="150"/>
                        </a:lnTo>
                        <a:lnTo>
                          <a:pt x="893" y="168"/>
                        </a:lnTo>
                        <a:lnTo>
                          <a:pt x="909" y="187"/>
                        </a:lnTo>
                        <a:lnTo>
                          <a:pt x="924" y="206"/>
                        </a:lnTo>
                        <a:lnTo>
                          <a:pt x="939" y="226"/>
                        </a:lnTo>
                        <a:lnTo>
                          <a:pt x="953" y="248"/>
                        </a:lnTo>
                        <a:lnTo>
                          <a:pt x="965" y="268"/>
                        </a:lnTo>
                        <a:lnTo>
                          <a:pt x="977" y="291"/>
                        </a:lnTo>
                        <a:lnTo>
                          <a:pt x="986" y="314"/>
                        </a:lnTo>
                        <a:lnTo>
                          <a:pt x="996" y="337"/>
                        </a:lnTo>
                        <a:lnTo>
                          <a:pt x="1004" y="361"/>
                        </a:lnTo>
                        <a:lnTo>
                          <a:pt x="1010" y="384"/>
                        </a:lnTo>
                        <a:lnTo>
                          <a:pt x="1017" y="409"/>
                        </a:lnTo>
                        <a:lnTo>
                          <a:pt x="1021" y="436"/>
                        </a:lnTo>
                        <a:lnTo>
                          <a:pt x="1024" y="460"/>
                        </a:lnTo>
                        <a:lnTo>
                          <a:pt x="1027" y="487"/>
                        </a:lnTo>
                        <a:lnTo>
                          <a:pt x="1027" y="513"/>
                        </a:lnTo>
                        <a:lnTo>
                          <a:pt x="1027" y="540"/>
                        </a:lnTo>
                        <a:lnTo>
                          <a:pt x="1024" y="566"/>
                        </a:lnTo>
                        <a:lnTo>
                          <a:pt x="1021" y="591"/>
                        </a:lnTo>
                        <a:lnTo>
                          <a:pt x="1017" y="616"/>
                        </a:lnTo>
                        <a:lnTo>
                          <a:pt x="1010" y="641"/>
                        </a:lnTo>
                        <a:lnTo>
                          <a:pt x="1004" y="666"/>
                        </a:lnTo>
                        <a:lnTo>
                          <a:pt x="996" y="690"/>
                        </a:lnTo>
                        <a:lnTo>
                          <a:pt x="986" y="713"/>
                        </a:lnTo>
                        <a:lnTo>
                          <a:pt x="977" y="735"/>
                        </a:lnTo>
                        <a:lnTo>
                          <a:pt x="965" y="757"/>
                        </a:lnTo>
                        <a:lnTo>
                          <a:pt x="953" y="779"/>
                        </a:lnTo>
                        <a:lnTo>
                          <a:pt x="939" y="800"/>
                        </a:lnTo>
                        <a:lnTo>
                          <a:pt x="924" y="820"/>
                        </a:lnTo>
                        <a:lnTo>
                          <a:pt x="909" y="840"/>
                        </a:lnTo>
                        <a:lnTo>
                          <a:pt x="893" y="858"/>
                        </a:lnTo>
                        <a:lnTo>
                          <a:pt x="877" y="876"/>
                        </a:lnTo>
                        <a:lnTo>
                          <a:pt x="858" y="893"/>
                        </a:lnTo>
                        <a:lnTo>
                          <a:pt x="840" y="909"/>
                        </a:lnTo>
                        <a:lnTo>
                          <a:pt x="820" y="924"/>
                        </a:lnTo>
                        <a:lnTo>
                          <a:pt x="801" y="939"/>
                        </a:lnTo>
                        <a:lnTo>
                          <a:pt x="779" y="953"/>
                        </a:lnTo>
                        <a:lnTo>
                          <a:pt x="758" y="965"/>
                        </a:lnTo>
                        <a:lnTo>
                          <a:pt x="735" y="976"/>
                        </a:lnTo>
                        <a:lnTo>
                          <a:pt x="713" y="986"/>
                        </a:lnTo>
                        <a:lnTo>
                          <a:pt x="690" y="995"/>
                        </a:lnTo>
                        <a:lnTo>
                          <a:pt x="666" y="1004"/>
                        </a:lnTo>
                        <a:lnTo>
                          <a:pt x="641" y="1010"/>
                        </a:lnTo>
                        <a:lnTo>
                          <a:pt x="617" y="1016"/>
                        </a:lnTo>
                        <a:lnTo>
                          <a:pt x="591" y="1021"/>
                        </a:lnTo>
                        <a:lnTo>
                          <a:pt x="566" y="1024"/>
                        </a:lnTo>
                        <a:lnTo>
                          <a:pt x="540" y="1026"/>
                        </a:lnTo>
                        <a:lnTo>
                          <a:pt x="514" y="1027"/>
                        </a:lnTo>
                        <a:lnTo>
                          <a:pt x="487" y="1026"/>
                        </a:lnTo>
                        <a:lnTo>
                          <a:pt x="461" y="1024"/>
                        </a:lnTo>
                        <a:lnTo>
                          <a:pt x="436" y="1021"/>
                        </a:lnTo>
                        <a:lnTo>
                          <a:pt x="411" y="1016"/>
                        </a:lnTo>
                        <a:lnTo>
                          <a:pt x="386" y="1010"/>
                        </a:lnTo>
                        <a:lnTo>
                          <a:pt x="361" y="1004"/>
                        </a:lnTo>
                        <a:lnTo>
                          <a:pt x="337" y="995"/>
                        </a:lnTo>
                        <a:lnTo>
                          <a:pt x="314" y="986"/>
                        </a:lnTo>
                        <a:lnTo>
                          <a:pt x="291" y="976"/>
                        </a:lnTo>
                        <a:lnTo>
                          <a:pt x="269" y="965"/>
                        </a:lnTo>
                        <a:lnTo>
                          <a:pt x="248" y="953"/>
                        </a:lnTo>
                        <a:lnTo>
                          <a:pt x="227" y="939"/>
                        </a:lnTo>
                        <a:lnTo>
                          <a:pt x="206" y="924"/>
                        </a:lnTo>
                        <a:lnTo>
                          <a:pt x="187" y="909"/>
                        </a:lnTo>
                        <a:lnTo>
                          <a:pt x="168" y="893"/>
                        </a:lnTo>
                        <a:lnTo>
                          <a:pt x="151" y="876"/>
                        </a:lnTo>
                        <a:lnTo>
                          <a:pt x="134" y="858"/>
                        </a:lnTo>
                        <a:lnTo>
                          <a:pt x="117" y="840"/>
                        </a:lnTo>
                        <a:lnTo>
                          <a:pt x="102" y="820"/>
                        </a:lnTo>
                        <a:lnTo>
                          <a:pt x="88" y="800"/>
                        </a:lnTo>
                        <a:lnTo>
                          <a:pt x="75" y="779"/>
                        </a:lnTo>
                        <a:lnTo>
                          <a:pt x="62" y="757"/>
                        </a:lnTo>
                        <a:lnTo>
                          <a:pt x="51" y="735"/>
                        </a:lnTo>
                        <a:lnTo>
                          <a:pt x="40" y="713"/>
                        </a:lnTo>
                        <a:lnTo>
                          <a:pt x="31" y="690"/>
                        </a:lnTo>
                        <a:lnTo>
                          <a:pt x="23" y="666"/>
                        </a:lnTo>
                        <a:lnTo>
                          <a:pt x="16" y="641"/>
                        </a:lnTo>
                        <a:lnTo>
                          <a:pt x="11" y="616"/>
                        </a:lnTo>
                        <a:lnTo>
                          <a:pt x="5" y="591"/>
                        </a:lnTo>
                        <a:lnTo>
                          <a:pt x="2" y="566"/>
                        </a:lnTo>
                        <a:lnTo>
                          <a:pt x="1" y="540"/>
                        </a:lnTo>
                        <a:lnTo>
                          <a:pt x="0" y="513"/>
                        </a:lnTo>
                        <a:lnTo>
                          <a:pt x="1" y="487"/>
                        </a:lnTo>
                        <a:lnTo>
                          <a:pt x="2" y="460"/>
                        </a:lnTo>
                        <a:lnTo>
                          <a:pt x="5" y="436"/>
                        </a:lnTo>
                        <a:lnTo>
                          <a:pt x="11" y="409"/>
                        </a:lnTo>
                        <a:lnTo>
                          <a:pt x="16" y="384"/>
                        </a:lnTo>
                        <a:lnTo>
                          <a:pt x="23" y="361"/>
                        </a:lnTo>
                        <a:lnTo>
                          <a:pt x="31" y="337"/>
                        </a:lnTo>
                        <a:lnTo>
                          <a:pt x="40" y="314"/>
                        </a:lnTo>
                        <a:lnTo>
                          <a:pt x="51" y="291"/>
                        </a:lnTo>
                        <a:lnTo>
                          <a:pt x="62" y="268"/>
                        </a:lnTo>
                        <a:lnTo>
                          <a:pt x="75" y="248"/>
                        </a:lnTo>
                        <a:lnTo>
                          <a:pt x="88" y="226"/>
                        </a:lnTo>
                        <a:lnTo>
                          <a:pt x="102" y="206"/>
                        </a:lnTo>
                        <a:lnTo>
                          <a:pt x="117" y="187"/>
                        </a:lnTo>
                        <a:lnTo>
                          <a:pt x="134" y="168"/>
                        </a:lnTo>
                        <a:lnTo>
                          <a:pt x="151" y="150"/>
                        </a:lnTo>
                        <a:lnTo>
                          <a:pt x="168" y="133"/>
                        </a:lnTo>
                        <a:lnTo>
                          <a:pt x="187" y="117"/>
                        </a:lnTo>
                        <a:lnTo>
                          <a:pt x="206" y="102"/>
                        </a:lnTo>
                        <a:lnTo>
                          <a:pt x="227" y="88"/>
                        </a:lnTo>
                        <a:lnTo>
                          <a:pt x="248" y="74"/>
                        </a:lnTo>
                        <a:lnTo>
                          <a:pt x="269" y="62"/>
                        </a:lnTo>
                        <a:lnTo>
                          <a:pt x="291" y="50"/>
                        </a:lnTo>
                        <a:lnTo>
                          <a:pt x="314" y="40"/>
                        </a:lnTo>
                        <a:lnTo>
                          <a:pt x="337" y="30"/>
                        </a:lnTo>
                        <a:lnTo>
                          <a:pt x="361" y="23"/>
                        </a:lnTo>
                        <a:lnTo>
                          <a:pt x="386" y="16"/>
                        </a:lnTo>
                        <a:lnTo>
                          <a:pt x="411" y="10"/>
                        </a:lnTo>
                        <a:lnTo>
                          <a:pt x="436" y="5"/>
                        </a:lnTo>
                        <a:lnTo>
                          <a:pt x="461" y="2"/>
                        </a:lnTo>
                        <a:lnTo>
                          <a:pt x="487" y="0"/>
                        </a:lnTo>
                        <a:lnTo>
                          <a:pt x="514" y="0"/>
                        </a:lnTo>
                        <a:close/>
                      </a:path>
                    </a:pathLst>
                  </a:custGeom>
                  <a:solidFill>
                    <a:srgbClr val="DC2B19"/>
                  </a:solidFill>
                  <a:ln>
                    <a:noFill/>
                  </a:ln>
                </p:spPr>
                <p:txBody>
                  <a:bodyPr/>
                  <a:lstStyle/>
                  <a:p>
                    <a:pPr>
                      <a:defRPr/>
                    </a:pPr>
                    <a:endParaRPr lang="en-US" sz="1050">
                      <a:latin typeface="+mj-lt"/>
                    </a:endParaRPr>
                  </a:p>
                </p:txBody>
              </p:sp>
              <p:sp>
                <p:nvSpPr>
                  <p:cNvPr id="41558" name="Freeform 337">
                    <a:extLst>
                      <a:ext uri="{FF2B5EF4-FFF2-40B4-BE49-F238E27FC236}">
                        <a16:creationId xmlns="" xmlns:a16="http://schemas.microsoft.com/office/drawing/2014/main" id="{742EDC8B-B6C6-5BC3-6655-2E5F5E306CB4}"/>
                      </a:ext>
                    </a:extLst>
                  </p:cNvPr>
                  <p:cNvSpPr>
                    <a:spLocks/>
                  </p:cNvSpPr>
                  <p:nvPr/>
                </p:nvSpPr>
                <p:spPr bwMode="auto">
                  <a:xfrm>
                    <a:off x="1979" y="2176"/>
                    <a:ext cx="103" cy="106"/>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603"/>
                        </a:moveTo>
                        <a:lnTo>
                          <a:pt x="603" y="603"/>
                        </a:lnTo>
                        <a:lnTo>
                          <a:pt x="602" y="572"/>
                        </a:lnTo>
                        <a:lnTo>
                          <a:pt x="600" y="542"/>
                        </a:lnTo>
                        <a:lnTo>
                          <a:pt x="596" y="511"/>
                        </a:lnTo>
                        <a:lnTo>
                          <a:pt x="591" y="482"/>
                        </a:lnTo>
                        <a:lnTo>
                          <a:pt x="583" y="453"/>
                        </a:lnTo>
                        <a:lnTo>
                          <a:pt x="576" y="424"/>
                        </a:lnTo>
                        <a:lnTo>
                          <a:pt x="566" y="396"/>
                        </a:lnTo>
                        <a:lnTo>
                          <a:pt x="555" y="368"/>
                        </a:lnTo>
                        <a:lnTo>
                          <a:pt x="543" y="342"/>
                        </a:lnTo>
                        <a:lnTo>
                          <a:pt x="530" y="316"/>
                        </a:lnTo>
                        <a:lnTo>
                          <a:pt x="515" y="291"/>
                        </a:lnTo>
                        <a:lnTo>
                          <a:pt x="500" y="266"/>
                        </a:lnTo>
                        <a:lnTo>
                          <a:pt x="482" y="242"/>
                        </a:lnTo>
                        <a:lnTo>
                          <a:pt x="465" y="219"/>
                        </a:lnTo>
                        <a:lnTo>
                          <a:pt x="445" y="197"/>
                        </a:lnTo>
                        <a:lnTo>
                          <a:pt x="426" y="177"/>
                        </a:lnTo>
                        <a:lnTo>
                          <a:pt x="405" y="157"/>
                        </a:lnTo>
                        <a:lnTo>
                          <a:pt x="383" y="138"/>
                        </a:lnTo>
                        <a:lnTo>
                          <a:pt x="361" y="120"/>
                        </a:lnTo>
                        <a:lnTo>
                          <a:pt x="337" y="103"/>
                        </a:lnTo>
                        <a:lnTo>
                          <a:pt x="312" y="88"/>
                        </a:lnTo>
                        <a:lnTo>
                          <a:pt x="287" y="73"/>
                        </a:lnTo>
                        <a:lnTo>
                          <a:pt x="261" y="59"/>
                        </a:lnTo>
                        <a:lnTo>
                          <a:pt x="233" y="47"/>
                        </a:lnTo>
                        <a:lnTo>
                          <a:pt x="206" y="37"/>
                        </a:lnTo>
                        <a:lnTo>
                          <a:pt x="178" y="27"/>
                        </a:lnTo>
                        <a:lnTo>
                          <a:pt x="150" y="19"/>
                        </a:lnTo>
                        <a:lnTo>
                          <a:pt x="120" y="13"/>
                        </a:lnTo>
                        <a:lnTo>
                          <a:pt x="91" y="6"/>
                        </a:lnTo>
                        <a:lnTo>
                          <a:pt x="61" y="3"/>
                        </a:lnTo>
                        <a:lnTo>
                          <a:pt x="30" y="1"/>
                        </a:lnTo>
                        <a:lnTo>
                          <a:pt x="0" y="0"/>
                        </a:lnTo>
                        <a:lnTo>
                          <a:pt x="0" y="179"/>
                        </a:lnTo>
                        <a:lnTo>
                          <a:pt x="22" y="180"/>
                        </a:lnTo>
                        <a:lnTo>
                          <a:pt x="42" y="181"/>
                        </a:lnTo>
                        <a:lnTo>
                          <a:pt x="64" y="184"/>
                        </a:lnTo>
                        <a:lnTo>
                          <a:pt x="85" y="188"/>
                        </a:lnTo>
                        <a:lnTo>
                          <a:pt x="105" y="192"/>
                        </a:lnTo>
                        <a:lnTo>
                          <a:pt x="125" y="198"/>
                        </a:lnTo>
                        <a:lnTo>
                          <a:pt x="144" y="205"/>
                        </a:lnTo>
                        <a:lnTo>
                          <a:pt x="164" y="213"/>
                        </a:lnTo>
                        <a:lnTo>
                          <a:pt x="182" y="221"/>
                        </a:lnTo>
                        <a:lnTo>
                          <a:pt x="201" y="230"/>
                        </a:lnTo>
                        <a:lnTo>
                          <a:pt x="219" y="241"/>
                        </a:lnTo>
                        <a:lnTo>
                          <a:pt x="236" y="252"/>
                        </a:lnTo>
                        <a:lnTo>
                          <a:pt x="253" y="264"/>
                        </a:lnTo>
                        <a:lnTo>
                          <a:pt x="268" y="276"/>
                        </a:lnTo>
                        <a:lnTo>
                          <a:pt x="284" y="290"/>
                        </a:lnTo>
                        <a:lnTo>
                          <a:pt x="300" y="304"/>
                        </a:lnTo>
                        <a:lnTo>
                          <a:pt x="313" y="318"/>
                        </a:lnTo>
                        <a:lnTo>
                          <a:pt x="327" y="334"/>
                        </a:lnTo>
                        <a:lnTo>
                          <a:pt x="339" y="349"/>
                        </a:lnTo>
                        <a:lnTo>
                          <a:pt x="351" y="367"/>
                        </a:lnTo>
                        <a:lnTo>
                          <a:pt x="362" y="384"/>
                        </a:lnTo>
                        <a:lnTo>
                          <a:pt x="372" y="402"/>
                        </a:lnTo>
                        <a:lnTo>
                          <a:pt x="381" y="420"/>
                        </a:lnTo>
                        <a:lnTo>
                          <a:pt x="390" y="439"/>
                        </a:lnTo>
                        <a:lnTo>
                          <a:pt x="397" y="458"/>
                        </a:lnTo>
                        <a:lnTo>
                          <a:pt x="404" y="478"/>
                        </a:lnTo>
                        <a:lnTo>
                          <a:pt x="410" y="497"/>
                        </a:lnTo>
                        <a:lnTo>
                          <a:pt x="415" y="518"/>
                        </a:lnTo>
                        <a:lnTo>
                          <a:pt x="418" y="539"/>
                        </a:lnTo>
                        <a:lnTo>
                          <a:pt x="421" y="560"/>
                        </a:lnTo>
                        <a:lnTo>
                          <a:pt x="422" y="581"/>
                        </a:lnTo>
                        <a:lnTo>
                          <a:pt x="424" y="603"/>
                        </a:lnTo>
                        <a:lnTo>
                          <a:pt x="603" y="603"/>
                        </a:lnTo>
                        <a:close/>
                      </a:path>
                    </a:pathLst>
                  </a:custGeom>
                  <a:solidFill>
                    <a:srgbClr val="EF2B2F"/>
                  </a:solidFill>
                  <a:ln>
                    <a:noFill/>
                  </a:ln>
                </p:spPr>
                <p:txBody>
                  <a:bodyPr/>
                  <a:lstStyle/>
                  <a:p>
                    <a:pPr>
                      <a:defRPr/>
                    </a:pPr>
                    <a:endParaRPr lang="en-US" sz="1050">
                      <a:latin typeface="+mj-lt"/>
                    </a:endParaRPr>
                  </a:p>
                </p:txBody>
              </p:sp>
              <p:sp>
                <p:nvSpPr>
                  <p:cNvPr id="41559" name="Freeform 338">
                    <a:extLst>
                      <a:ext uri="{FF2B5EF4-FFF2-40B4-BE49-F238E27FC236}">
                        <a16:creationId xmlns="" xmlns:a16="http://schemas.microsoft.com/office/drawing/2014/main" id="{0780E8C7-CC53-A47A-BD80-413AE0ED43C5}"/>
                      </a:ext>
                    </a:extLst>
                  </p:cNvPr>
                  <p:cNvSpPr>
                    <a:spLocks/>
                  </p:cNvSpPr>
                  <p:nvPr/>
                </p:nvSpPr>
                <p:spPr bwMode="auto">
                  <a:xfrm>
                    <a:off x="1979" y="2282"/>
                    <a:ext cx="103" cy="114"/>
                  </a:xfrm>
                  <a:custGeom>
                    <a:avLst/>
                    <a:gdLst>
                      <a:gd name="T0" fmla="*/ 0 w 603"/>
                      <a:gd name="T1" fmla="*/ 0 h 604"/>
                      <a:gd name="T2" fmla="*/ 0 w 603"/>
                      <a:gd name="T3" fmla="*/ 0 h 604"/>
                      <a:gd name="T4" fmla="*/ 0 w 603"/>
                      <a:gd name="T5" fmla="*/ 0 h 604"/>
                      <a:gd name="T6" fmla="*/ 0 w 603"/>
                      <a:gd name="T7" fmla="*/ 0 h 604"/>
                      <a:gd name="T8" fmla="*/ 0 w 603"/>
                      <a:gd name="T9" fmla="*/ 0 h 604"/>
                      <a:gd name="T10" fmla="*/ 0 w 603"/>
                      <a:gd name="T11" fmla="*/ 0 h 604"/>
                      <a:gd name="T12" fmla="*/ 0 w 603"/>
                      <a:gd name="T13" fmla="*/ 0 h 604"/>
                      <a:gd name="T14" fmla="*/ 0 w 603"/>
                      <a:gd name="T15" fmla="*/ 0 h 604"/>
                      <a:gd name="T16" fmla="*/ 0 w 603"/>
                      <a:gd name="T17" fmla="*/ 0 h 604"/>
                      <a:gd name="T18" fmla="*/ 0 w 603"/>
                      <a:gd name="T19" fmla="*/ 0 h 604"/>
                      <a:gd name="T20" fmla="*/ 0 w 603"/>
                      <a:gd name="T21" fmla="*/ 0 h 604"/>
                      <a:gd name="T22" fmla="*/ 0 w 603"/>
                      <a:gd name="T23" fmla="*/ 0 h 604"/>
                      <a:gd name="T24" fmla="*/ 0 w 603"/>
                      <a:gd name="T25" fmla="*/ 0 h 604"/>
                      <a:gd name="T26" fmla="*/ 0 w 603"/>
                      <a:gd name="T27" fmla="*/ 0 h 604"/>
                      <a:gd name="T28" fmla="*/ 0 w 603"/>
                      <a:gd name="T29" fmla="*/ 0 h 604"/>
                      <a:gd name="T30" fmla="*/ 0 w 603"/>
                      <a:gd name="T31" fmla="*/ 0 h 604"/>
                      <a:gd name="T32" fmla="*/ 0 w 603"/>
                      <a:gd name="T33" fmla="*/ 0 h 604"/>
                      <a:gd name="T34" fmla="*/ 0 w 603"/>
                      <a:gd name="T35" fmla="*/ 0 h 604"/>
                      <a:gd name="T36" fmla="*/ 0 w 603"/>
                      <a:gd name="T37" fmla="*/ 0 h 604"/>
                      <a:gd name="T38" fmla="*/ 0 w 603"/>
                      <a:gd name="T39" fmla="*/ 0 h 604"/>
                      <a:gd name="T40" fmla="*/ 0 w 603"/>
                      <a:gd name="T41" fmla="*/ 0 h 604"/>
                      <a:gd name="T42" fmla="*/ 0 w 603"/>
                      <a:gd name="T43" fmla="*/ 0 h 604"/>
                      <a:gd name="T44" fmla="*/ 0 w 603"/>
                      <a:gd name="T45" fmla="*/ 0 h 604"/>
                      <a:gd name="T46" fmla="*/ 0 w 603"/>
                      <a:gd name="T47" fmla="*/ 0 h 604"/>
                      <a:gd name="T48" fmla="*/ 0 w 603"/>
                      <a:gd name="T49" fmla="*/ 0 h 604"/>
                      <a:gd name="T50" fmla="*/ 0 w 603"/>
                      <a:gd name="T51" fmla="*/ 0 h 604"/>
                      <a:gd name="T52" fmla="*/ 0 w 603"/>
                      <a:gd name="T53" fmla="*/ 0 h 604"/>
                      <a:gd name="T54" fmla="*/ 0 w 603"/>
                      <a:gd name="T55" fmla="*/ 0 h 604"/>
                      <a:gd name="T56" fmla="*/ 0 w 603"/>
                      <a:gd name="T57" fmla="*/ 0 h 604"/>
                      <a:gd name="T58" fmla="*/ 0 w 603"/>
                      <a:gd name="T59" fmla="*/ 0 h 604"/>
                      <a:gd name="T60" fmla="*/ 0 w 603"/>
                      <a:gd name="T61" fmla="*/ 0 h 604"/>
                      <a:gd name="T62" fmla="*/ 0 w 603"/>
                      <a:gd name="T63" fmla="*/ 0 h 604"/>
                      <a:gd name="T64" fmla="*/ 0 w 603"/>
                      <a:gd name="T65" fmla="*/ 0 h 604"/>
                      <a:gd name="T66" fmla="*/ 0 w 603"/>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4"/>
                      <a:gd name="T104" fmla="*/ 603 w 603"/>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4">
                        <a:moveTo>
                          <a:pt x="0" y="604"/>
                        </a:moveTo>
                        <a:lnTo>
                          <a:pt x="0" y="604"/>
                        </a:lnTo>
                        <a:lnTo>
                          <a:pt x="30" y="603"/>
                        </a:lnTo>
                        <a:lnTo>
                          <a:pt x="61" y="601"/>
                        </a:lnTo>
                        <a:lnTo>
                          <a:pt x="91" y="596"/>
                        </a:lnTo>
                        <a:lnTo>
                          <a:pt x="120" y="591"/>
                        </a:lnTo>
                        <a:lnTo>
                          <a:pt x="150" y="584"/>
                        </a:lnTo>
                        <a:lnTo>
                          <a:pt x="178" y="577"/>
                        </a:lnTo>
                        <a:lnTo>
                          <a:pt x="206" y="567"/>
                        </a:lnTo>
                        <a:lnTo>
                          <a:pt x="233" y="556"/>
                        </a:lnTo>
                        <a:lnTo>
                          <a:pt x="261" y="544"/>
                        </a:lnTo>
                        <a:lnTo>
                          <a:pt x="287" y="530"/>
                        </a:lnTo>
                        <a:lnTo>
                          <a:pt x="312" y="516"/>
                        </a:lnTo>
                        <a:lnTo>
                          <a:pt x="337" y="501"/>
                        </a:lnTo>
                        <a:lnTo>
                          <a:pt x="361" y="483"/>
                        </a:lnTo>
                        <a:lnTo>
                          <a:pt x="383" y="466"/>
                        </a:lnTo>
                        <a:lnTo>
                          <a:pt x="405" y="446"/>
                        </a:lnTo>
                        <a:lnTo>
                          <a:pt x="426" y="427"/>
                        </a:lnTo>
                        <a:lnTo>
                          <a:pt x="445" y="405"/>
                        </a:lnTo>
                        <a:lnTo>
                          <a:pt x="465" y="383"/>
                        </a:lnTo>
                        <a:lnTo>
                          <a:pt x="482" y="360"/>
                        </a:lnTo>
                        <a:lnTo>
                          <a:pt x="500" y="338"/>
                        </a:lnTo>
                        <a:lnTo>
                          <a:pt x="515" y="313"/>
                        </a:lnTo>
                        <a:lnTo>
                          <a:pt x="530" y="288"/>
                        </a:lnTo>
                        <a:lnTo>
                          <a:pt x="543" y="262"/>
                        </a:lnTo>
                        <a:lnTo>
                          <a:pt x="555" y="234"/>
                        </a:lnTo>
                        <a:lnTo>
                          <a:pt x="566" y="207"/>
                        </a:lnTo>
                        <a:lnTo>
                          <a:pt x="576" y="179"/>
                        </a:lnTo>
                        <a:lnTo>
                          <a:pt x="583" y="151"/>
                        </a:lnTo>
                        <a:lnTo>
                          <a:pt x="591" y="121"/>
                        </a:lnTo>
                        <a:lnTo>
                          <a:pt x="596" y="91"/>
                        </a:lnTo>
                        <a:lnTo>
                          <a:pt x="600" y="62"/>
                        </a:lnTo>
                        <a:lnTo>
                          <a:pt x="602" y="31"/>
                        </a:lnTo>
                        <a:lnTo>
                          <a:pt x="603" y="0"/>
                        </a:lnTo>
                        <a:lnTo>
                          <a:pt x="424" y="0"/>
                        </a:lnTo>
                        <a:lnTo>
                          <a:pt x="422" y="21"/>
                        </a:lnTo>
                        <a:lnTo>
                          <a:pt x="421" y="43"/>
                        </a:lnTo>
                        <a:lnTo>
                          <a:pt x="418" y="65"/>
                        </a:lnTo>
                        <a:lnTo>
                          <a:pt x="415" y="85"/>
                        </a:lnTo>
                        <a:lnTo>
                          <a:pt x="410" y="106"/>
                        </a:lnTo>
                        <a:lnTo>
                          <a:pt x="404" y="126"/>
                        </a:lnTo>
                        <a:lnTo>
                          <a:pt x="397" y="145"/>
                        </a:lnTo>
                        <a:lnTo>
                          <a:pt x="390" y="165"/>
                        </a:lnTo>
                        <a:lnTo>
                          <a:pt x="381" y="183"/>
                        </a:lnTo>
                        <a:lnTo>
                          <a:pt x="372" y="202"/>
                        </a:lnTo>
                        <a:lnTo>
                          <a:pt x="362" y="219"/>
                        </a:lnTo>
                        <a:lnTo>
                          <a:pt x="351" y="237"/>
                        </a:lnTo>
                        <a:lnTo>
                          <a:pt x="339" y="254"/>
                        </a:lnTo>
                        <a:lnTo>
                          <a:pt x="327" y="269"/>
                        </a:lnTo>
                        <a:lnTo>
                          <a:pt x="313" y="284"/>
                        </a:lnTo>
                        <a:lnTo>
                          <a:pt x="300" y="300"/>
                        </a:lnTo>
                        <a:lnTo>
                          <a:pt x="284" y="314"/>
                        </a:lnTo>
                        <a:lnTo>
                          <a:pt x="268" y="327"/>
                        </a:lnTo>
                        <a:lnTo>
                          <a:pt x="253" y="340"/>
                        </a:lnTo>
                        <a:lnTo>
                          <a:pt x="236" y="352"/>
                        </a:lnTo>
                        <a:lnTo>
                          <a:pt x="218" y="363"/>
                        </a:lnTo>
                        <a:lnTo>
                          <a:pt x="201" y="373"/>
                        </a:lnTo>
                        <a:lnTo>
                          <a:pt x="182" y="382"/>
                        </a:lnTo>
                        <a:lnTo>
                          <a:pt x="164" y="391"/>
                        </a:lnTo>
                        <a:lnTo>
                          <a:pt x="144" y="398"/>
                        </a:lnTo>
                        <a:lnTo>
                          <a:pt x="125" y="405"/>
                        </a:lnTo>
                        <a:lnTo>
                          <a:pt x="105" y="410"/>
                        </a:lnTo>
                        <a:lnTo>
                          <a:pt x="85" y="416"/>
                        </a:lnTo>
                        <a:lnTo>
                          <a:pt x="64" y="419"/>
                        </a:lnTo>
                        <a:lnTo>
                          <a:pt x="43" y="422"/>
                        </a:lnTo>
                        <a:lnTo>
                          <a:pt x="22" y="423"/>
                        </a:lnTo>
                        <a:lnTo>
                          <a:pt x="0" y="423"/>
                        </a:lnTo>
                        <a:lnTo>
                          <a:pt x="0" y="604"/>
                        </a:lnTo>
                        <a:close/>
                      </a:path>
                    </a:pathLst>
                  </a:custGeom>
                  <a:solidFill>
                    <a:srgbClr val="EF2B2F"/>
                  </a:solidFill>
                  <a:ln>
                    <a:noFill/>
                  </a:ln>
                </p:spPr>
                <p:txBody>
                  <a:bodyPr/>
                  <a:lstStyle/>
                  <a:p>
                    <a:pPr>
                      <a:defRPr/>
                    </a:pPr>
                    <a:endParaRPr lang="en-US" sz="1050">
                      <a:latin typeface="+mj-lt"/>
                    </a:endParaRPr>
                  </a:p>
                </p:txBody>
              </p:sp>
              <p:sp>
                <p:nvSpPr>
                  <p:cNvPr id="41560" name="Freeform 339">
                    <a:extLst>
                      <a:ext uri="{FF2B5EF4-FFF2-40B4-BE49-F238E27FC236}">
                        <a16:creationId xmlns="" xmlns:a16="http://schemas.microsoft.com/office/drawing/2014/main" id="{B2F1E458-9C00-7BC5-16B6-6E71172E398D}"/>
                      </a:ext>
                    </a:extLst>
                  </p:cNvPr>
                  <p:cNvSpPr>
                    <a:spLocks/>
                  </p:cNvSpPr>
                  <p:nvPr/>
                </p:nvSpPr>
                <p:spPr bwMode="auto">
                  <a:xfrm>
                    <a:off x="1879" y="2282"/>
                    <a:ext cx="99" cy="114"/>
                  </a:xfrm>
                  <a:custGeom>
                    <a:avLst/>
                    <a:gdLst>
                      <a:gd name="T0" fmla="*/ 0 w 604"/>
                      <a:gd name="T1" fmla="*/ 0 h 604"/>
                      <a:gd name="T2" fmla="*/ 0 w 604"/>
                      <a:gd name="T3" fmla="*/ 0 h 604"/>
                      <a:gd name="T4" fmla="*/ 0 w 604"/>
                      <a:gd name="T5" fmla="*/ 0 h 604"/>
                      <a:gd name="T6" fmla="*/ 0 w 604"/>
                      <a:gd name="T7" fmla="*/ 0 h 604"/>
                      <a:gd name="T8" fmla="*/ 0 w 604"/>
                      <a:gd name="T9" fmla="*/ 0 h 604"/>
                      <a:gd name="T10" fmla="*/ 0 w 604"/>
                      <a:gd name="T11" fmla="*/ 0 h 604"/>
                      <a:gd name="T12" fmla="*/ 0 w 604"/>
                      <a:gd name="T13" fmla="*/ 0 h 604"/>
                      <a:gd name="T14" fmla="*/ 0 w 604"/>
                      <a:gd name="T15" fmla="*/ 0 h 604"/>
                      <a:gd name="T16" fmla="*/ 0 w 604"/>
                      <a:gd name="T17" fmla="*/ 0 h 604"/>
                      <a:gd name="T18" fmla="*/ 0 w 604"/>
                      <a:gd name="T19" fmla="*/ 0 h 604"/>
                      <a:gd name="T20" fmla="*/ 0 w 604"/>
                      <a:gd name="T21" fmla="*/ 0 h 604"/>
                      <a:gd name="T22" fmla="*/ 0 w 604"/>
                      <a:gd name="T23" fmla="*/ 0 h 604"/>
                      <a:gd name="T24" fmla="*/ 0 w 604"/>
                      <a:gd name="T25" fmla="*/ 0 h 604"/>
                      <a:gd name="T26" fmla="*/ 0 w 604"/>
                      <a:gd name="T27" fmla="*/ 0 h 604"/>
                      <a:gd name="T28" fmla="*/ 0 w 604"/>
                      <a:gd name="T29" fmla="*/ 0 h 604"/>
                      <a:gd name="T30" fmla="*/ 0 w 604"/>
                      <a:gd name="T31" fmla="*/ 0 h 604"/>
                      <a:gd name="T32" fmla="*/ 0 w 604"/>
                      <a:gd name="T33" fmla="*/ 0 h 604"/>
                      <a:gd name="T34" fmla="*/ 0 w 604"/>
                      <a:gd name="T35" fmla="*/ 0 h 604"/>
                      <a:gd name="T36" fmla="*/ 0 w 604"/>
                      <a:gd name="T37" fmla="*/ 0 h 604"/>
                      <a:gd name="T38" fmla="*/ 0 w 604"/>
                      <a:gd name="T39" fmla="*/ 0 h 604"/>
                      <a:gd name="T40" fmla="*/ 0 w 604"/>
                      <a:gd name="T41" fmla="*/ 0 h 604"/>
                      <a:gd name="T42" fmla="*/ 0 w 604"/>
                      <a:gd name="T43" fmla="*/ 0 h 604"/>
                      <a:gd name="T44" fmla="*/ 0 w 604"/>
                      <a:gd name="T45" fmla="*/ 0 h 604"/>
                      <a:gd name="T46" fmla="*/ 0 w 604"/>
                      <a:gd name="T47" fmla="*/ 0 h 604"/>
                      <a:gd name="T48" fmla="*/ 0 w 604"/>
                      <a:gd name="T49" fmla="*/ 0 h 604"/>
                      <a:gd name="T50" fmla="*/ 0 w 604"/>
                      <a:gd name="T51" fmla="*/ 0 h 604"/>
                      <a:gd name="T52" fmla="*/ 0 w 604"/>
                      <a:gd name="T53" fmla="*/ 0 h 604"/>
                      <a:gd name="T54" fmla="*/ 0 w 604"/>
                      <a:gd name="T55" fmla="*/ 0 h 604"/>
                      <a:gd name="T56" fmla="*/ 0 w 604"/>
                      <a:gd name="T57" fmla="*/ 0 h 604"/>
                      <a:gd name="T58" fmla="*/ 0 w 604"/>
                      <a:gd name="T59" fmla="*/ 0 h 604"/>
                      <a:gd name="T60" fmla="*/ 0 w 604"/>
                      <a:gd name="T61" fmla="*/ 0 h 604"/>
                      <a:gd name="T62" fmla="*/ 0 w 604"/>
                      <a:gd name="T63" fmla="*/ 0 h 604"/>
                      <a:gd name="T64" fmla="*/ 0 w 604"/>
                      <a:gd name="T65" fmla="*/ 0 h 604"/>
                      <a:gd name="T66" fmla="*/ 0 w 604"/>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4"/>
                      <a:gd name="T104" fmla="*/ 604 w 604"/>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4">
                        <a:moveTo>
                          <a:pt x="0" y="0"/>
                        </a:moveTo>
                        <a:lnTo>
                          <a:pt x="0" y="0"/>
                        </a:lnTo>
                        <a:lnTo>
                          <a:pt x="1" y="30"/>
                        </a:lnTo>
                        <a:lnTo>
                          <a:pt x="3" y="62"/>
                        </a:lnTo>
                        <a:lnTo>
                          <a:pt x="7" y="91"/>
                        </a:lnTo>
                        <a:lnTo>
                          <a:pt x="13" y="121"/>
                        </a:lnTo>
                        <a:lnTo>
                          <a:pt x="19" y="151"/>
                        </a:lnTo>
                        <a:lnTo>
                          <a:pt x="27" y="179"/>
                        </a:lnTo>
                        <a:lnTo>
                          <a:pt x="37" y="207"/>
                        </a:lnTo>
                        <a:lnTo>
                          <a:pt x="48" y="234"/>
                        </a:lnTo>
                        <a:lnTo>
                          <a:pt x="60" y="262"/>
                        </a:lnTo>
                        <a:lnTo>
                          <a:pt x="74" y="288"/>
                        </a:lnTo>
                        <a:lnTo>
                          <a:pt x="88" y="313"/>
                        </a:lnTo>
                        <a:lnTo>
                          <a:pt x="103" y="338"/>
                        </a:lnTo>
                        <a:lnTo>
                          <a:pt x="120" y="360"/>
                        </a:lnTo>
                        <a:lnTo>
                          <a:pt x="138" y="383"/>
                        </a:lnTo>
                        <a:lnTo>
                          <a:pt x="157" y="405"/>
                        </a:lnTo>
                        <a:lnTo>
                          <a:pt x="177" y="427"/>
                        </a:lnTo>
                        <a:lnTo>
                          <a:pt x="199" y="446"/>
                        </a:lnTo>
                        <a:lnTo>
                          <a:pt x="220" y="466"/>
                        </a:lnTo>
                        <a:lnTo>
                          <a:pt x="243" y="483"/>
                        </a:lnTo>
                        <a:lnTo>
                          <a:pt x="266" y="501"/>
                        </a:lnTo>
                        <a:lnTo>
                          <a:pt x="291" y="516"/>
                        </a:lnTo>
                        <a:lnTo>
                          <a:pt x="316" y="530"/>
                        </a:lnTo>
                        <a:lnTo>
                          <a:pt x="342" y="544"/>
                        </a:lnTo>
                        <a:lnTo>
                          <a:pt x="369" y="556"/>
                        </a:lnTo>
                        <a:lnTo>
                          <a:pt x="396" y="567"/>
                        </a:lnTo>
                        <a:lnTo>
                          <a:pt x="425" y="577"/>
                        </a:lnTo>
                        <a:lnTo>
                          <a:pt x="453" y="584"/>
                        </a:lnTo>
                        <a:lnTo>
                          <a:pt x="482" y="591"/>
                        </a:lnTo>
                        <a:lnTo>
                          <a:pt x="511" y="596"/>
                        </a:lnTo>
                        <a:lnTo>
                          <a:pt x="542" y="601"/>
                        </a:lnTo>
                        <a:lnTo>
                          <a:pt x="572" y="603"/>
                        </a:lnTo>
                        <a:lnTo>
                          <a:pt x="604" y="604"/>
                        </a:lnTo>
                        <a:lnTo>
                          <a:pt x="604" y="423"/>
                        </a:lnTo>
                        <a:lnTo>
                          <a:pt x="581" y="423"/>
                        </a:lnTo>
                        <a:lnTo>
                          <a:pt x="559" y="422"/>
                        </a:lnTo>
                        <a:lnTo>
                          <a:pt x="539" y="419"/>
                        </a:lnTo>
                        <a:lnTo>
                          <a:pt x="518" y="416"/>
                        </a:lnTo>
                        <a:lnTo>
                          <a:pt x="497" y="410"/>
                        </a:lnTo>
                        <a:lnTo>
                          <a:pt x="478" y="405"/>
                        </a:lnTo>
                        <a:lnTo>
                          <a:pt x="458" y="398"/>
                        </a:lnTo>
                        <a:lnTo>
                          <a:pt x="439" y="391"/>
                        </a:lnTo>
                        <a:lnTo>
                          <a:pt x="420" y="382"/>
                        </a:lnTo>
                        <a:lnTo>
                          <a:pt x="402" y="373"/>
                        </a:lnTo>
                        <a:lnTo>
                          <a:pt x="384" y="363"/>
                        </a:lnTo>
                        <a:lnTo>
                          <a:pt x="367" y="352"/>
                        </a:lnTo>
                        <a:lnTo>
                          <a:pt x="351" y="340"/>
                        </a:lnTo>
                        <a:lnTo>
                          <a:pt x="334" y="327"/>
                        </a:lnTo>
                        <a:lnTo>
                          <a:pt x="319" y="314"/>
                        </a:lnTo>
                        <a:lnTo>
                          <a:pt x="304" y="300"/>
                        </a:lnTo>
                        <a:lnTo>
                          <a:pt x="290" y="284"/>
                        </a:lnTo>
                        <a:lnTo>
                          <a:pt x="277" y="269"/>
                        </a:lnTo>
                        <a:lnTo>
                          <a:pt x="264" y="254"/>
                        </a:lnTo>
                        <a:lnTo>
                          <a:pt x="252" y="237"/>
                        </a:lnTo>
                        <a:lnTo>
                          <a:pt x="241" y="219"/>
                        </a:lnTo>
                        <a:lnTo>
                          <a:pt x="230" y="202"/>
                        </a:lnTo>
                        <a:lnTo>
                          <a:pt x="221" y="183"/>
                        </a:lnTo>
                        <a:lnTo>
                          <a:pt x="213" y="165"/>
                        </a:lnTo>
                        <a:lnTo>
                          <a:pt x="205" y="145"/>
                        </a:lnTo>
                        <a:lnTo>
                          <a:pt x="199" y="126"/>
                        </a:lnTo>
                        <a:lnTo>
                          <a:pt x="193" y="106"/>
                        </a:lnTo>
                        <a:lnTo>
                          <a:pt x="188" y="85"/>
                        </a:lnTo>
                        <a:lnTo>
                          <a:pt x="184" y="65"/>
                        </a:lnTo>
                        <a:lnTo>
                          <a:pt x="181" y="43"/>
                        </a:lnTo>
                        <a:lnTo>
                          <a:pt x="180" y="22"/>
                        </a:lnTo>
                        <a:lnTo>
                          <a:pt x="180" y="0"/>
                        </a:lnTo>
                        <a:lnTo>
                          <a:pt x="0" y="0"/>
                        </a:lnTo>
                        <a:close/>
                      </a:path>
                    </a:pathLst>
                  </a:custGeom>
                  <a:solidFill>
                    <a:srgbClr val="EF2B2F"/>
                  </a:solidFill>
                  <a:ln>
                    <a:noFill/>
                  </a:ln>
                </p:spPr>
                <p:txBody>
                  <a:bodyPr/>
                  <a:lstStyle/>
                  <a:p>
                    <a:pPr>
                      <a:defRPr/>
                    </a:pPr>
                    <a:endParaRPr lang="en-US" sz="1050">
                      <a:latin typeface="+mj-lt"/>
                    </a:endParaRPr>
                  </a:p>
                </p:txBody>
              </p:sp>
              <p:sp>
                <p:nvSpPr>
                  <p:cNvPr id="41561" name="Freeform 340">
                    <a:extLst>
                      <a:ext uri="{FF2B5EF4-FFF2-40B4-BE49-F238E27FC236}">
                        <a16:creationId xmlns="" xmlns:a16="http://schemas.microsoft.com/office/drawing/2014/main" id="{6A83F8E9-2132-C4F3-62D3-9099B6ECBCF2}"/>
                      </a:ext>
                    </a:extLst>
                  </p:cNvPr>
                  <p:cNvSpPr>
                    <a:spLocks/>
                  </p:cNvSpPr>
                  <p:nvPr/>
                </p:nvSpPr>
                <p:spPr bwMode="auto">
                  <a:xfrm>
                    <a:off x="1879" y="2176"/>
                    <a:ext cx="99" cy="106"/>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604" y="0"/>
                        </a:moveTo>
                        <a:lnTo>
                          <a:pt x="604" y="0"/>
                        </a:lnTo>
                        <a:lnTo>
                          <a:pt x="572" y="1"/>
                        </a:lnTo>
                        <a:lnTo>
                          <a:pt x="542" y="3"/>
                        </a:lnTo>
                        <a:lnTo>
                          <a:pt x="511" y="6"/>
                        </a:lnTo>
                        <a:lnTo>
                          <a:pt x="482" y="13"/>
                        </a:lnTo>
                        <a:lnTo>
                          <a:pt x="453" y="19"/>
                        </a:lnTo>
                        <a:lnTo>
                          <a:pt x="425" y="27"/>
                        </a:lnTo>
                        <a:lnTo>
                          <a:pt x="396" y="37"/>
                        </a:lnTo>
                        <a:lnTo>
                          <a:pt x="369" y="47"/>
                        </a:lnTo>
                        <a:lnTo>
                          <a:pt x="342" y="59"/>
                        </a:lnTo>
                        <a:lnTo>
                          <a:pt x="316" y="73"/>
                        </a:lnTo>
                        <a:lnTo>
                          <a:pt x="291" y="88"/>
                        </a:lnTo>
                        <a:lnTo>
                          <a:pt x="266" y="103"/>
                        </a:lnTo>
                        <a:lnTo>
                          <a:pt x="243" y="120"/>
                        </a:lnTo>
                        <a:lnTo>
                          <a:pt x="220" y="138"/>
                        </a:lnTo>
                        <a:lnTo>
                          <a:pt x="199" y="157"/>
                        </a:lnTo>
                        <a:lnTo>
                          <a:pt x="177" y="177"/>
                        </a:lnTo>
                        <a:lnTo>
                          <a:pt x="157" y="197"/>
                        </a:lnTo>
                        <a:lnTo>
                          <a:pt x="138" y="219"/>
                        </a:lnTo>
                        <a:lnTo>
                          <a:pt x="120" y="242"/>
                        </a:lnTo>
                        <a:lnTo>
                          <a:pt x="103" y="266"/>
                        </a:lnTo>
                        <a:lnTo>
                          <a:pt x="88" y="291"/>
                        </a:lnTo>
                        <a:lnTo>
                          <a:pt x="74" y="316"/>
                        </a:lnTo>
                        <a:lnTo>
                          <a:pt x="60" y="342"/>
                        </a:lnTo>
                        <a:lnTo>
                          <a:pt x="48" y="369"/>
                        </a:lnTo>
                        <a:lnTo>
                          <a:pt x="37" y="396"/>
                        </a:lnTo>
                        <a:lnTo>
                          <a:pt x="27" y="424"/>
                        </a:lnTo>
                        <a:lnTo>
                          <a:pt x="19" y="453"/>
                        </a:lnTo>
                        <a:lnTo>
                          <a:pt x="13" y="482"/>
                        </a:lnTo>
                        <a:lnTo>
                          <a:pt x="7" y="511"/>
                        </a:lnTo>
                        <a:lnTo>
                          <a:pt x="3" y="542"/>
                        </a:lnTo>
                        <a:lnTo>
                          <a:pt x="1" y="572"/>
                        </a:lnTo>
                        <a:lnTo>
                          <a:pt x="0" y="603"/>
                        </a:lnTo>
                        <a:lnTo>
                          <a:pt x="180" y="603"/>
                        </a:lnTo>
                        <a:lnTo>
                          <a:pt x="180" y="581"/>
                        </a:lnTo>
                        <a:lnTo>
                          <a:pt x="181" y="559"/>
                        </a:lnTo>
                        <a:lnTo>
                          <a:pt x="184" y="539"/>
                        </a:lnTo>
                        <a:lnTo>
                          <a:pt x="188" y="518"/>
                        </a:lnTo>
                        <a:lnTo>
                          <a:pt x="193" y="497"/>
                        </a:lnTo>
                        <a:lnTo>
                          <a:pt x="199" y="478"/>
                        </a:lnTo>
                        <a:lnTo>
                          <a:pt x="205" y="458"/>
                        </a:lnTo>
                        <a:lnTo>
                          <a:pt x="213" y="439"/>
                        </a:lnTo>
                        <a:lnTo>
                          <a:pt x="221" y="420"/>
                        </a:lnTo>
                        <a:lnTo>
                          <a:pt x="230" y="402"/>
                        </a:lnTo>
                        <a:lnTo>
                          <a:pt x="241" y="384"/>
                        </a:lnTo>
                        <a:lnTo>
                          <a:pt x="252" y="367"/>
                        </a:lnTo>
                        <a:lnTo>
                          <a:pt x="264" y="349"/>
                        </a:lnTo>
                        <a:lnTo>
                          <a:pt x="277" y="334"/>
                        </a:lnTo>
                        <a:lnTo>
                          <a:pt x="290" y="318"/>
                        </a:lnTo>
                        <a:lnTo>
                          <a:pt x="304" y="304"/>
                        </a:lnTo>
                        <a:lnTo>
                          <a:pt x="319" y="290"/>
                        </a:lnTo>
                        <a:lnTo>
                          <a:pt x="334" y="276"/>
                        </a:lnTo>
                        <a:lnTo>
                          <a:pt x="351" y="264"/>
                        </a:lnTo>
                        <a:lnTo>
                          <a:pt x="367" y="252"/>
                        </a:lnTo>
                        <a:lnTo>
                          <a:pt x="384" y="241"/>
                        </a:lnTo>
                        <a:lnTo>
                          <a:pt x="402" y="230"/>
                        </a:lnTo>
                        <a:lnTo>
                          <a:pt x="420" y="221"/>
                        </a:lnTo>
                        <a:lnTo>
                          <a:pt x="439" y="213"/>
                        </a:lnTo>
                        <a:lnTo>
                          <a:pt x="458" y="205"/>
                        </a:lnTo>
                        <a:lnTo>
                          <a:pt x="478" y="198"/>
                        </a:lnTo>
                        <a:lnTo>
                          <a:pt x="497" y="192"/>
                        </a:lnTo>
                        <a:lnTo>
                          <a:pt x="518" y="188"/>
                        </a:lnTo>
                        <a:lnTo>
                          <a:pt x="539" y="184"/>
                        </a:lnTo>
                        <a:lnTo>
                          <a:pt x="560" y="181"/>
                        </a:lnTo>
                        <a:lnTo>
                          <a:pt x="582" y="180"/>
                        </a:lnTo>
                        <a:lnTo>
                          <a:pt x="604" y="179"/>
                        </a:lnTo>
                        <a:lnTo>
                          <a:pt x="604" y="0"/>
                        </a:lnTo>
                        <a:close/>
                      </a:path>
                    </a:pathLst>
                  </a:custGeom>
                  <a:solidFill>
                    <a:srgbClr val="EF2B2F"/>
                  </a:solidFill>
                  <a:ln>
                    <a:noFill/>
                  </a:ln>
                </p:spPr>
                <p:txBody>
                  <a:bodyPr/>
                  <a:lstStyle/>
                  <a:p>
                    <a:pPr>
                      <a:defRPr/>
                    </a:pPr>
                    <a:endParaRPr lang="en-US" sz="1050">
                      <a:latin typeface="+mj-lt"/>
                    </a:endParaRPr>
                  </a:p>
                </p:txBody>
              </p:sp>
              <p:sp>
                <p:nvSpPr>
                  <p:cNvPr id="41562" name="Freeform 341">
                    <a:extLst>
                      <a:ext uri="{FF2B5EF4-FFF2-40B4-BE49-F238E27FC236}">
                        <a16:creationId xmlns="" xmlns:a16="http://schemas.microsoft.com/office/drawing/2014/main" id="{5FDF0BAF-A8C0-F651-FE3A-DFDB0D3CD7BD}"/>
                      </a:ext>
                    </a:extLst>
                  </p:cNvPr>
                  <p:cNvSpPr>
                    <a:spLocks/>
                  </p:cNvSpPr>
                  <p:nvPr/>
                </p:nvSpPr>
                <p:spPr bwMode="auto">
                  <a:xfrm>
                    <a:off x="2065" y="2192"/>
                    <a:ext cx="172" cy="171"/>
                  </a:xfrm>
                  <a:custGeom>
                    <a:avLst/>
                    <a:gdLst>
                      <a:gd name="T0" fmla="*/ 0 w 1028"/>
                      <a:gd name="T1" fmla="*/ 0 h 1028"/>
                      <a:gd name="T2" fmla="*/ 0 w 1028"/>
                      <a:gd name="T3" fmla="*/ 0 h 1028"/>
                      <a:gd name="T4" fmla="*/ 0 w 1028"/>
                      <a:gd name="T5" fmla="*/ 0 h 1028"/>
                      <a:gd name="T6" fmla="*/ 0 w 1028"/>
                      <a:gd name="T7" fmla="*/ 0 h 1028"/>
                      <a:gd name="T8" fmla="*/ 0 w 1028"/>
                      <a:gd name="T9" fmla="*/ 0 h 1028"/>
                      <a:gd name="T10" fmla="*/ 0 w 1028"/>
                      <a:gd name="T11" fmla="*/ 0 h 1028"/>
                      <a:gd name="T12" fmla="*/ 0 w 1028"/>
                      <a:gd name="T13" fmla="*/ 0 h 1028"/>
                      <a:gd name="T14" fmla="*/ 0 w 1028"/>
                      <a:gd name="T15" fmla="*/ 0 h 1028"/>
                      <a:gd name="T16" fmla="*/ 0 w 1028"/>
                      <a:gd name="T17" fmla="*/ 0 h 1028"/>
                      <a:gd name="T18" fmla="*/ 0 w 1028"/>
                      <a:gd name="T19" fmla="*/ 0 h 1028"/>
                      <a:gd name="T20" fmla="*/ 0 w 1028"/>
                      <a:gd name="T21" fmla="*/ 0 h 1028"/>
                      <a:gd name="T22" fmla="*/ 0 w 1028"/>
                      <a:gd name="T23" fmla="*/ 0 h 1028"/>
                      <a:gd name="T24" fmla="*/ 0 w 1028"/>
                      <a:gd name="T25" fmla="*/ 0 h 1028"/>
                      <a:gd name="T26" fmla="*/ 0 w 1028"/>
                      <a:gd name="T27" fmla="*/ 0 h 1028"/>
                      <a:gd name="T28" fmla="*/ 0 w 1028"/>
                      <a:gd name="T29" fmla="*/ 0 h 1028"/>
                      <a:gd name="T30" fmla="*/ 0 w 1028"/>
                      <a:gd name="T31" fmla="*/ 0 h 1028"/>
                      <a:gd name="T32" fmla="*/ 0 w 1028"/>
                      <a:gd name="T33" fmla="*/ 0 h 1028"/>
                      <a:gd name="T34" fmla="*/ 0 w 1028"/>
                      <a:gd name="T35" fmla="*/ 0 h 1028"/>
                      <a:gd name="T36" fmla="*/ 0 w 1028"/>
                      <a:gd name="T37" fmla="*/ 0 h 1028"/>
                      <a:gd name="T38" fmla="*/ 0 w 1028"/>
                      <a:gd name="T39" fmla="*/ 0 h 1028"/>
                      <a:gd name="T40" fmla="*/ 0 w 1028"/>
                      <a:gd name="T41" fmla="*/ 0 h 1028"/>
                      <a:gd name="T42" fmla="*/ 0 w 1028"/>
                      <a:gd name="T43" fmla="*/ 0 h 1028"/>
                      <a:gd name="T44" fmla="*/ 0 w 1028"/>
                      <a:gd name="T45" fmla="*/ 0 h 1028"/>
                      <a:gd name="T46" fmla="*/ 0 w 1028"/>
                      <a:gd name="T47" fmla="*/ 0 h 1028"/>
                      <a:gd name="T48" fmla="*/ 0 w 1028"/>
                      <a:gd name="T49" fmla="*/ 0 h 1028"/>
                      <a:gd name="T50" fmla="*/ 0 w 1028"/>
                      <a:gd name="T51" fmla="*/ 0 h 1028"/>
                      <a:gd name="T52" fmla="*/ 0 w 1028"/>
                      <a:gd name="T53" fmla="*/ 0 h 1028"/>
                      <a:gd name="T54" fmla="*/ 0 w 1028"/>
                      <a:gd name="T55" fmla="*/ 0 h 1028"/>
                      <a:gd name="T56" fmla="*/ 0 w 1028"/>
                      <a:gd name="T57" fmla="*/ 0 h 1028"/>
                      <a:gd name="T58" fmla="*/ 0 w 1028"/>
                      <a:gd name="T59" fmla="*/ 0 h 1028"/>
                      <a:gd name="T60" fmla="*/ 0 w 1028"/>
                      <a:gd name="T61" fmla="*/ 0 h 1028"/>
                      <a:gd name="T62" fmla="*/ 0 w 1028"/>
                      <a:gd name="T63" fmla="*/ 0 h 1028"/>
                      <a:gd name="T64" fmla="*/ 0 w 1028"/>
                      <a:gd name="T65" fmla="*/ 0 h 1028"/>
                      <a:gd name="T66" fmla="*/ 0 w 1028"/>
                      <a:gd name="T67" fmla="*/ 0 h 1028"/>
                      <a:gd name="T68" fmla="*/ 0 w 1028"/>
                      <a:gd name="T69" fmla="*/ 0 h 1028"/>
                      <a:gd name="T70" fmla="*/ 0 w 1028"/>
                      <a:gd name="T71" fmla="*/ 0 h 1028"/>
                      <a:gd name="T72" fmla="*/ 0 w 1028"/>
                      <a:gd name="T73" fmla="*/ 0 h 1028"/>
                      <a:gd name="T74" fmla="*/ 0 w 1028"/>
                      <a:gd name="T75" fmla="*/ 0 h 1028"/>
                      <a:gd name="T76" fmla="*/ 0 w 1028"/>
                      <a:gd name="T77" fmla="*/ 0 h 1028"/>
                      <a:gd name="T78" fmla="*/ 0 w 1028"/>
                      <a:gd name="T79" fmla="*/ 0 h 1028"/>
                      <a:gd name="T80" fmla="*/ 0 w 1028"/>
                      <a:gd name="T81" fmla="*/ 0 h 1028"/>
                      <a:gd name="T82" fmla="*/ 0 w 1028"/>
                      <a:gd name="T83" fmla="*/ 0 h 1028"/>
                      <a:gd name="T84" fmla="*/ 0 w 1028"/>
                      <a:gd name="T85" fmla="*/ 0 h 102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28"/>
                      <a:gd name="T130" fmla="*/ 0 h 1028"/>
                      <a:gd name="T131" fmla="*/ 1028 w 1028"/>
                      <a:gd name="T132" fmla="*/ 1028 h 102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28" h="1028">
                        <a:moveTo>
                          <a:pt x="514" y="0"/>
                        </a:moveTo>
                        <a:lnTo>
                          <a:pt x="541" y="1"/>
                        </a:lnTo>
                        <a:lnTo>
                          <a:pt x="566" y="3"/>
                        </a:lnTo>
                        <a:lnTo>
                          <a:pt x="592" y="6"/>
                        </a:lnTo>
                        <a:lnTo>
                          <a:pt x="617" y="11"/>
                        </a:lnTo>
                        <a:lnTo>
                          <a:pt x="642" y="16"/>
                        </a:lnTo>
                        <a:lnTo>
                          <a:pt x="667" y="24"/>
                        </a:lnTo>
                        <a:lnTo>
                          <a:pt x="691" y="31"/>
                        </a:lnTo>
                        <a:lnTo>
                          <a:pt x="714" y="41"/>
                        </a:lnTo>
                        <a:lnTo>
                          <a:pt x="737" y="51"/>
                        </a:lnTo>
                        <a:lnTo>
                          <a:pt x="758" y="63"/>
                        </a:lnTo>
                        <a:lnTo>
                          <a:pt x="780" y="75"/>
                        </a:lnTo>
                        <a:lnTo>
                          <a:pt x="801" y="88"/>
                        </a:lnTo>
                        <a:lnTo>
                          <a:pt x="821" y="102"/>
                        </a:lnTo>
                        <a:lnTo>
                          <a:pt x="841" y="118"/>
                        </a:lnTo>
                        <a:lnTo>
                          <a:pt x="859" y="134"/>
                        </a:lnTo>
                        <a:lnTo>
                          <a:pt x="877" y="151"/>
                        </a:lnTo>
                        <a:lnTo>
                          <a:pt x="894" y="169"/>
                        </a:lnTo>
                        <a:lnTo>
                          <a:pt x="910" y="188"/>
                        </a:lnTo>
                        <a:lnTo>
                          <a:pt x="926" y="207"/>
                        </a:lnTo>
                        <a:lnTo>
                          <a:pt x="940" y="227"/>
                        </a:lnTo>
                        <a:lnTo>
                          <a:pt x="953" y="248"/>
                        </a:lnTo>
                        <a:lnTo>
                          <a:pt x="966" y="269"/>
                        </a:lnTo>
                        <a:lnTo>
                          <a:pt x="977" y="292"/>
                        </a:lnTo>
                        <a:lnTo>
                          <a:pt x="988" y="314"/>
                        </a:lnTo>
                        <a:lnTo>
                          <a:pt x="996" y="338"/>
                        </a:lnTo>
                        <a:lnTo>
                          <a:pt x="1005" y="362"/>
                        </a:lnTo>
                        <a:lnTo>
                          <a:pt x="1012" y="386"/>
                        </a:lnTo>
                        <a:lnTo>
                          <a:pt x="1017" y="411"/>
                        </a:lnTo>
                        <a:lnTo>
                          <a:pt x="1021" y="436"/>
                        </a:lnTo>
                        <a:lnTo>
                          <a:pt x="1025" y="462"/>
                        </a:lnTo>
                        <a:lnTo>
                          <a:pt x="1027" y="488"/>
                        </a:lnTo>
                        <a:lnTo>
                          <a:pt x="1028" y="514"/>
                        </a:lnTo>
                        <a:lnTo>
                          <a:pt x="1027" y="540"/>
                        </a:lnTo>
                        <a:lnTo>
                          <a:pt x="1025" y="566"/>
                        </a:lnTo>
                        <a:lnTo>
                          <a:pt x="1021" y="592"/>
                        </a:lnTo>
                        <a:lnTo>
                          <a:pt x="1017" y="617"/>
                        </a:lnTo>
                        <a:lnTo>
                          <a:pt x="1012" y="642"/>
                        </a:lnTo>
                        <a:lnTo>
                          <a:pt x="1005" y="666"/>
                        </a:lnTo>
                        <a:lnTo>
                          <a:pt x="996" y="690"/>
                        </a:lnTo>
                        <a:lnTo>
                          <a:pt x="988" y="714"/>
                        </a:lnTo>
                        <a:lnTo>
                          <a:pt x="977" y="737"/>
                        </a:lnTo>
                        <a:lnTo>
                          <a:pt x="966" y="758"/>
                        </a:lnTo>
                        <a:lnTo>
                          <a:pt x="953" y="780"/>
                        </a:lnTo>
                        <a:lnTo>
                          <a:pt x="940" y="801"/>
                        </a:lnTo>
                        <a:lnTo>
                          <a:pt x="926" y="821"/>
                        </a:lnTo>
                        <a:lnTo>
                          <a:pt x="910" y="841"/>
                        </a:lnTo>
                        <a:lnTo>
                          <a:pt x="894" y="859"/>
                        </a:lnTo>
                        <a:lnTo>
                          <a:pt x="877" y="877"/>
                        </a:lnTo>
                        <a:lnTo>
                          <a:pt x="859" y="894"/>
                        </a:lnTo>
                        <a:lnTo>
                          <a:pt x="841" y="910"/>
                        </a:lnTo>
                        <a:lnTo>
                          <a:pt x="821" y="926"/>
                        </a:lnTo>
                        <a:lnTo>
                          <a:pt x="801" y="940"/>
                        </a:lnTo>
                        <a:lnTo>
                          <a:pt x="780" y="953"/>
                        </a:lnTo>
                        <a:lnTo>
                          <a:pt x="758" y="966"/>
                        </a:lnTo>
                        <a:lnTo>
                          <a:pt x="737" y="977"/>
                        </a:lnTo>
                        <a:lnTo>
                          <a:pt x="714" y="988"/>
                        </a:lnTo>
                        <a:lnTo>
                          <a:pt x="691" y="996"/>
                        </a:lnTo>
                        <a:lnTo>
                          <a:pt x="667" y="1005"/>
                        </a:lnTo>
                        <a:lnTo>
                          <a:pt x="642" y="1012"/>
                        </a:lnTo>
                        <a:lnTo>
                          <a:pt x="617" y="1017"/>
                        </a:lnTo>
                        <a:lnTo>
                          <a:pt x="592" y="1021"/>
                        </a:lnTo>
                        <a:lnTo>
                          <a:pt x="566" y="1025"/>
                        </a:lnTo>
                        <a:lnTo>
                          <a:pt x="541" y="1027"/>
                        </a:lnTo>
                        <a:lnTo>
                          <a:pt x="514" y="1028"/>
                        </a:lnTo>
                        <a:lnTo>
                          <a:pt x="488" y="1027"/>
                        </a:lnTo>
                        <a:lnTo>
                          <a:pt x="462" y="1025"/>
                        </a:lnTo>
                        <a:lnTo>
                          <a:pt x="436" y="1021"/>
                        </a:lnTo>
                        <a:lnTo>
                          <a:pt x="411" y="1017"/>
                        </a:lnTo>
                        <a:lnTo>
                          <a:pt x="386" y="1012"/>
                        </a:lnTo>
                        <a:lnTo>
                          <a:pt x="362" y="1005"/>
                        </a:lnTo>
                        <a:lnTo>
                          <a:pt x="338" y="996"/>
                        </a:lnTo>
                        <a:lnTo>
                          <a:pt x="314" y="988"/>
                        </a:lnTo>
                        <a:lnTo>
                          <a:pt x="291" y="977"/>
                        </a:lnTo>
                        <a:lnTo>
                          <a:pt x="270" y="966"/>
                        </a:lnTo>
                        <a:lnTo>
                          <a:pt x="248" y="953"/>
                        </a:lnTo>
                        <a:lnTo>
                          <a:pt x="227" y="940"/>
                        </a:lnTo>
                        <a:lnTo>
                          <a:pt x="208" y="926"/>
                        </a:lnTo>
                        <a:lnTo>
                          <a:pt x="188" y="910"/>
                        </a:lnTo>
                        <a:lnTo>
                          <a:pt x="170" y="894"/>
                        </a:lnTo>
                        <a:lnTo>
                          <a:pt x="151" y="877"/>
                        </a:lnTo>
                        <a:lnTo>
                          <a:pt x="134" y="859"/>
                        </a:lnTo>
                        <a:lnTo>
                          <a:pt x="119" y="841"/>
                        </a:lnTo>
                        <a:lnTo>
                          <a:pt x="103" y="821"/>
                        </a:lnTo>
                        <a:lnTo>
                          <a:pt x="88" y="801"/>
                        </a:lnTo>
                        <a:lnTo>
                          <a:pt x="75" y="780"/>
                        </a:lnTo>
                        <a:lnTo>
                          <a:pt x="63" y="758"/>
                        </a:lnTo>
                        <a:lnTo>
                          <a:pt x="51" y="737"/>
                        </a:lnTo>
                        <a:lnTo>
                          <a:pt x="41" y="714"/>
                        </a:lnTo>
                        <a:lnTo>
                          <a:pt x="32" y="690"/>
                        </a:lnTo>
                        <a:lnTo>
                          <a:pt x="24" y="666"/>
                        </a:lnTo>
                        <a:lnTo>
                          <a:pt x="16" y="642"/>
                        </a:lnTo>
                        <a:lnTo>
                          <a:pt x="11" y="617"/>
                        </a:lnTo>
                        <a:lnTo>
                          <a:pt x="7" y="592"/>
                        </a:lnTo>
                        <a:lnTo>
                          <a:pt x="3" y="566"/>
                        </a:lnTo>
                        <a:lnTo>
                          <a:pt x="1" y="540"/>
                        </a:lnTo>
                        <a:lnTo>
                          <a:pt x="0" y="514"/>
                        </a:lnTo>
                        <a:lnTo>
                          <a:pt x="1" y="488"/>
                        </a:lnTo>
                        <a:lnTo>
                          <a:pt x="3" y="462"/>
                        </a:lnTo>
                        <a:lnTo>
                          <a:pt x="7" y="436"/>
                        </a:lnTo>
                        <a:lnTo>
                          <a:pt x="11" y="411"/>
                        </a:lnTo>
                        <a:lnTo>
                          <a:pt x="16" y="386"/>
                        </a:lnTo>
                        <a:lnTo>
                          <a:pt x="24" y="362"/>
                        </a:lnTo>
                        <a:lnTo>
                          <a:pt x="32" y="338"/>
                        </a:lnTo>
                        <a:lnTo>
                          <a:pt x="41" y="314"/>
                        </a:lnTo>
                        <a:lnTo>
                          <a:pt x="51" y="292"/>
                        </a:lnTo>
                        <a:lnTo>
                          <a:pt x="63" y="269"/>
                        </a:lnTo>
                        <a:lnTo>
                          <a:pt x="75" y="248"/>
                        </a:lnTo>
                        <a:lnTo>
                          <a:pt x="88" y="227"/>
                        </a:lnTo>
                        <a:lnTo>
                          <a:pt x="103" y="207"/>
                        </a:lnTo>
                        <a:lnTo>
                          <a:pt x="119" y="188"/>
                        </a:lnTo>
                        <a:lnTo>
                          <a:pt x="134" y="169"/>
                        </a:lnTo>
                        <a:lnTo>
                          <a:pt x="151" y="151"/>
                        </a:lnTo>
                        <a:lnTo>
                          <a:pt x="170" y="134"/>
                        </a:lnTo>
                        <a:lnTo>
                          <a:pt x="188" y="118"/>
                        </a:lnTo>
                        <a:lnTo>
                          <a:pt x="208" y="102"/>
                        </a:lnTo>
                        <a:lnTo>
                          <a:pt x="227" y="88"/>
                        </a:lnTo>
                        <a:lnTo>
                          <a:pt x="248" y="75"/>
                        </a:lnTo>
                        <a:lnTo>
                          <a:pt x="270" y="63"/>
                        </a:lnTo>
                        <a:lnTo>
                          <a:pt x="291" y="51"/>
                        </a:lnTo>
                        <a:lnTo>
                          <a:pt x="314" y="41"/>
                        </a:lnTo>
                        <a:lnTo>
                          <a:pt x="338" y="31"/>
                        </a:lnTo>
                        <a:lnTo>
                          <a:pt x="362" y="24"/>
                        </a:lnTo>
                        <a:lnTo>
                          <a:pt x="386" y="16"/>
                        </a:lnTo>
                        <a:lnTo>
                          <a:pt x="411" y="11"/>
                        </a:lnTo>
                        <a:lnTo>
                          <a:pt x="436" y="6"/>
                        </a:lnTo>
                        <a:lnTo>
                          <a:pt x="462" y="3"/>
                        </a:lnTo>
                        <a:lnTo>
                          <a:pt x="488" y="1"/>
                        </a:lnTo>
                        <a:lnTo>
                          <a:pt x="514" y="0"/>
                        </a:lnTo>
                        <a:close/>
                      </a:path>
                    </a:pathLst>
                  </a:custGeom>
                  <a:solidFill>
                    <a:srgbClr val="DC2B19"/>
                  </a:solidFill>
                  <a:ln>
                    <a:noFill/>
                  </a:ln>
                </p:spPr>
                <p:txBody>
                  <a:bodyPr/>
                  <a:lstStyle/>
                  <a:p>
                    <a:pPr>
                      <a:defRPr/>
                    </a:pPr>
                    <a:endParaRPr lang="en-US" sz="1050">
                      <a:latin typeface="+mj-lt"/>
                    </a:endParaRPr>
                  </a:p>
                </p:txBody>
              </p:sp>
              <p:sp>
                <p:nvSpPr>
                  <p:cNvPr id="41563" name="Freeform 342">
                    <a:extLst>
                      <a:ext uri="{FF2B5EF4-FFF2-40B4-BE49-F238E27FC236}">
                        <a16:creationId xmlns="" xmlns:a16="http://schemas.microsoft.com/office/drawing/2014/main" id="{60CAC89F-D49B-1F8F-FFE7-C6D68C9D6340}"/>
                      </a:ext>
                    </a:extLst>
                  </p:cNvPr>
                  <p:cNvSpPr>
                    <a:spLocks/>
                  </p:cNvSpPr>
                  <p:nvPr/>
                </p:nvSpPr>
                <p:spPr bwMode="auto">
                  <a:xfrm>
                    <a:off x="2151" y="2176"/>
                    <a:ext cx="99" cy="106"/>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604" y="603"/>
                        </a:moveTo>
                        <a:lnTo>
                          <a:pt x="604" y="603"/>
                        </a:lnTo>
                        <a:lnTo>
                          <a:pt x="603" y="572"/>
                        </a:lnTo>
                        <a:lnTo>
                          <a:pt x="600" y="542"/>
                        </a:lnTo>
                        <a:lnTo>
                          <a:pt x="596" y="512"/>
                        </a:lnTo>
                        <a:lnTo>
                          <a:pt x="591" y="482"/>
                        </a:lnTo>
                        <a:lnTo>
                          <a:pt x="584" y="453"/>
                        </a:lnTo>
                        <a:lnTo>
                          <a:pt x="576" y="424"/>
                        </a:lnTo>
                        <a:lnTo>
                          <a:pt x="567" y="396"/>
                        </a:lnTo>
                        <a:lnTo>
                          <a:pt x="556" y="368"/>
                        </a:lnTo>
                        <a:lnTo>
                          <a:pt x="543" y="342"/>
                        </a:lnTo>
                        <a:lnTo>
                          <a:pt x="530" y="316"/>
                        </a:lnTo>
                        <a:lnTo>
                          <a:pt x="516" y="291"/>
                        </a:lnTo>
                        <a:lnTo>
                          <a:pt x="500" y="266"/>
                        </a:lnTo>
                        <a:lnTo>
                          <a:pt x="483" y="242"/>
                        </a:lnTo>
                        <a:lnTo>
                          <a:pt x="465" y="219"/>
                        </a:lnTo>
                        <a:lnTo>
                          <a:pt x="446" y="198"/>
                        </a:lnTo>
                        <a:lnTo>
                          <a:pt x="427" y="177"/>
                        </a:lnTo>
                        <a:lnTo>
                          <a:pt x="405" y="156"/>
                        </a:lnTo>
                        <a:lnTo>
                          <a:pt x="383" y="138"/>
                        </a:lnTo>
                        <a:lnTo>
                          <a:pt x="361" y="120"/>
                        </a:lnTo>
                        <a:lnTo>
                          <a:pt x="337" y="103"/>
                        </a:lnTo>
                        <a:lnTo>
                          <a:pt x="313" y="88"/>
                        </a:lnTo>
                        <a:lnTo>
                          <a:pt x="288" y="73"/>
                        </a:lnTo>
                        <a:lnTo>
                          <a:pt x="262" y="60"/>
                        </a:lnTo>
                        <a:lnTo>
                          <a:pt x="235" y="48"/>
                        </a:lnTo>
                        <a:lnTo>
                          <a:pt x="207" y="37"/>
                        </a:lnTo>
                        <a:lnTo>
                          <a:pt x="179" y="27"/>
                        </a:lnTo>
                        <a:lnTo>
                          <a:pt x="151" y="18"/>
                        </a:lnTo>
                        <a:lnTo>
                          <a:pt x="122" y="12"/>
                        </a:lnTo>
                        <a:lnTo>
                          <a:pt x="91" y="6"/>
                        </a:lnTo>
                        <a:lnTo>
                          <a:pt x="62" y="3"/>
                        </a:lnTo>
                        <a:lnTo>
                          <a:pt x="31" y="1"/>
                        </a:lnTo>
                        <a:lnTo>
                          <a:pt x="0" y="0"/>
                        </a:lnTo>
                        <a:lnTo>
                          <a:pt x="0" y="179"/>
                        </a:lnTo>
                        <a:lnTo>
                          <a:pt x="22" y="179"/>
                        </a:lnTo>
                        <a:lnTo>
                          <a:pt x="43" y="181"/>
                        </a:lnTo>
                        <a:lnTo>
                          <a:pt x="65" y="183"/>
                        </a:lnTo>
                        <a:lnTo>
                          <a:pt x="86" y="188"/>
                        </a:lnTo>
                        <a:lnTo>
                          <a:pt x="105" y="192"/>
                        </a:lnTo>
                        <a:lnTo>
                          <a:pt x="126" y="198"/>
                        </a:lnTo>
                        <a:lnTo>
                          <a:pt x="146" y="205"/>
                        </a:lnTo>
                        <a:lnTo>
                          <a:pt x="165" y="212"/>
                        </a:lnTo>
                        <a:lnTo>
                          <a:pt x="184" y="220"/>
                        </a:lnTo>
                        <a:lnTo>
                          <a:pt x="202" y="230"/>
                        </a:lnTo>
                        <a:lnTo>
                          <a:pt x="219" y="240"/>
                        </a:lnTo>
                        <a:lnTo>
                          <a:pt x="237" y="252"/>
                        </a:lnTo>
                        <a:lnTo>
                          <a:pt x="253" y="263"/>
                        </a:lnTo>
                        <a:lnTo>
                          <a:pt x="269" y="276"/>
                        </a:lnTo>
                        <a:lnTo>
                          <a:pt x="285" y="289"/>
                        </a:lnTo>
                        <a:lnTo>
                          <a:pt x="300" y="303"/>
                        </a:lnTo>
                        <a:lnTo>
                          <a:pt x="314" y="318"/>
                        </a:lnTo>
                        <a:lnTo>
                          <a:pt x="327" y="333"/>
                        </a:lnTo>
                        <a:lnTo>
                          <a:pt x="340" y="350"/>
                        </a:lnTo>
                        <a:lnTo>
                          <a:pt x="352" y="366"/>
                        </a:lnTo>
                        <a:lnTo>
                          <a:pt x="363" y="383"/>
                        </a:lnTo>
                        <a:lnTo>
                          <a:pt x="373" y="402"/>
                        </a:lnTo>
                        <a:lnTo>
                          <a:pt x="382" y="419"/>
                        </a:lnTo>
                        <a:lnTo>
                          <a:pt x="391" y="438"/>
                        </a:lnTo>
                        <a:lnTo>
                          <a:pt x="399" y="457"/>
                        </a:lnTo>
                        <a:lnTo>
                          <a:pt x="405" y="477"/>
                        </a:lnTo>
                        <a:lnTo>
                          <a:pt x="411" y="497"/>
                        </a:lnTo>
                        <a:lnTo>
                          <a:pt x="416" y="518"/>
                        </a:lnTo>
                        <a:lnTo>
                          <a:pt x="419" y="539"/>
                        </a:lnTo>
                        <a:lnTo>
                          <a:pt x="421" y="559"/>
                        </a:lnTo>
                        <a:lnTo>
                          <a:pt x="424" y="581"/>
                        </a:lnTo>
                        <a:lnTo>
                          <a:pt x="424" y="603"/>
                        </a:lnTo>
                        <a:lnTo>
                          <a:pt x="604" y="603"/>
                        </a:lnTo>
                        <a:close/>
                      </a:path>
                    </a:pathLst>
                  </a:custGeom>
                  <a:solidFill>
                    <a:srgbClr val="EF2B2F"/>
                  </a:solidFill>
                  <a:ln>
                    <a:noFill/>
                  </a:ln>
                </p:spPr>
                <p:txBody>
                  <a:bodyPr/>
                  <a:lstStyle/>
                  <a:p>
                    <a:pPr>
                      <a:defRPr/>
                    </a:pPr>
                    <a:endParaRPr lang="en-US" sz="1050">
                      <a:latin typeface="+mj-lt"/>
                    </a:endParaRPr>
                  </a:p>
                </p:txBody>
              </p:sp>
              <p:sp>
                <p:nvSpPr>
                  <p:cNvPr id="41564" name="Freeform 343">
                    <a:extLst>
                      <a:ext uri="{FF2B5EF4-FFF2-40B4-BE49-F238E27FC236}">
                        <a16:creationId xmlns="" xmlns:a16="http://schemas.microsoft.com/office/drawing/2014/main" id="{2F2507B7-013B-EDFC-E687-02941ECEE0E0}"/>
                      </a:ext>
                    </a:extLst>
                  </p:cNvPr>
                  <p:cNvSpPr>
                    <a:spLocks/>
                  </p:cNvSpPr>
                  <p:nvPr/>
                </p:nvSpPr>
                <p:spPr bwMode="auto">
                  <a:xfrm>
                    <a:off x="2151" y="2282"/>
                    <a:ext cx="99" cy="114"/>
                  </a:xfrm>
                  <a:custGeom>
                    <a:avLst/>
                    <a:gdLst>
                      <a:gd name="T0" fmla="*/ 0 w 604"/>
                      <a:gd name="T1" fmla="*/ 0 h 604"/>
                      <a:gd name="T2" fmla="*/ 0 w 604"/>
                      <a:gd name="T3" fmla="*/ 0 h 604"/>
                      <a:gd name="T4" fmla="*/ 0 w 604"/>
                      <a:gd name="T5" fmla="*/ 0 h 604"/>
                      <a:gd name="T6" fmla="*/ 0 w 604"/>
                      <a:gd name="T7" fmla="*/ 0 h 604"/>
                      <a:gd name="T8" fmla="*/ 0 w 604"/>
                      <a:gd name="T9" fmla="*/ 0 h 604"/>
                      <a:gd name="T10" fmla="*/ 0 w 604"/>
                      <a:gd name="T11" fmla="*/ 0 h 604"/>
                      <a:gd name="T12" fmla="*/ 0 w 604"/>
                      <a:gd name="T13" fmla="*/ 0 h 604"/>
                      <a:gd name="T14" fmla="*/ 0 w 604"/>
                      <a:gd name="T15" fmla="*/ 0 h 604"/>
                      <a:gd name="T16" fmla="*/ 0 w 604"/>
                      <a:gd name="T17" fmla="*/ 0 h 604"/>
                      <a:gd name="T18" fmla="*/ 0 w 604"/>
                      <a:gd name="T19" fmla="*/ 0 h 604"/>
                      <a:gd name="T20" fmla="*/ 0 w 604"/>
                      <a:gd name="T21" fmla="*/ 0 h 604"/>
                      <a:gd name="T22" fmla="*/ 0 w 604"/>
                      <a:gd name="T23" fmla="*/ 0 h 604"/>
                      <a:gd name="T24" fmla="*/ 0 w 604"/>
                      <a:gd name="T25" fmla="*/ 0 h 604"/>
                      <a:gd name="T26" fmla="*/ 0 w 604"/>
                      <a:gd name="T27" fmla="*/ 0 h 604"/>
                      <a:gd name="T28" fmla="*/ 0 w 604"/>
                      <a:gd name="T29" fmla="*/ 0 h 604"/>
                      <a:gd name="T30" fmla="*/ 0 w 604"/>
                      <a:gd name="T31" fmla="*/ 0 h 604"/>
                      <a:gd name="T32" fmla="*/ 0 w 604"/>
                      <a:gd name="T33" fmla="*/ 0 h 604"/>
                      <a:gd name="T34" fmla="*/ 0 w 604"/>
                      <a:gd name="T35" fmla="*/ 0 h 604"/>
                      <a:gd name="T36" fmla="*/ 0 w 604"/>
                      <a:gd name="T37" fmla="*/ 0 h 604"/>
                      <a:gd name="T38" fmla="*/ 0 w 604"/>
                      <a:gd name="T39" fmla="*/ 0 h 604"/>
                      <a:gd name="T40" fmla="*/ 0 w 604"/>
                      <a:gd name="T41" fmla="*/ 0 h 604"/>
                      <a:gd name="T42" fmla="*/ 0 w 604"/>
                      <a:gd name="T43" fmla="*/ 0 h 604"/>
                      <a:gd name="T44" fmla="*/ 0 w 604"/>
                      <a:gd name="T45" fmla="*/ 0 h 604"/>
                      <a:gd name="T46" fmla="*/ 0 w 604"/>
                      <a:gd name="T47" fmla="*/ 0 h 604"/>
                      <a:gd name="T48" fmla="*/ 0 w 604"/>
                      <a:gd name="T49" fmla="*/ 0 h 604"/>
                      <a:gd name="T50" fmla="*/ 0 w 604"/>
                      <a:gd name="T51" fmla="*/ 0 h 604"/>
                      <a:gd name="T52" fmla="*/ 0 w 604"/>
                      <a:gd name="T53" fmla="*/ 0 h 604"/>
                      <a:gd name="T54" fmla="*/ 0 w 604"/>
                      <a:gd name="T55" fmla="*/ 0 h 604"/>
                      <a:gd name="T56" fmla="*/ 0 w 604"/>
                      <a:gd name="T57" fmla="*/ 0 h 604"/>
                      <a:gd name="T58" fmla="*/ 0 w 604"/>
                      <a:gd name="T59" fmla="*/ 0 h 604"/>
                      <a:gd name="T60" fmla="*/ 0 w 604"/>
                      <a:gd name="T61" fmla="*/ 0 h 604"/>
                      <a:gd name="T62" fmla="*/ 0 w 604"/>
                      <a:gd name="T63" fmla="*/ 0 h 604"/>
                      <a:gd name="T64" fmla="*/ 0 w 604"/>
                      <a:gd name="T65" fmla="*/ 0 h 604"/>
                      <a:gd name="T66" fmla="*/ 0 w 604"/>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4"/>
                      <a:gd name="T104" fmla="*/ 604 w 604"/>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4">
                        <a:moveTo>
                          <a:pt x="0" y="604"/>
                        </a:moveTo>
                        <a:lnTo>
                          <a:pt x="0" y="604"/>
                        </a:lnTo>
                        <a:lnTo>
                          <a:pt x="30" y="603"/>
                        </a:lnTo>
                        <a:lnTo>
                          <a:pt x="62" y="600"/>
                        </a:lnTo>
                        <a:lnTo>
                          <a:pt x="91" y="596"/>
                        </a:lnTo>
                        <a:lnTo>
                          <a:pt x="122" y="591"/>
                        </a:lnTo>
                        <a:lnTo>
                          <a:pt x="151" y="584"/>
                        </a:lnTo>
                        <a:lnTo>
                          <a:pt x="179" y="576"/>
                        </a:lnTo>
                        <a:lnTo>
                          <a:pt x="207" y="567"/>
                        </a:lnTo>
                        <a:lnTo>
                          <a:pt x="235" y="556"/>
                        </a:lnTo>
                        <a:lnTo>
                          <a:pt x="262" y="543"/>
                        </a:lnTo>
                        <a:lnTo>
                          <a:pt x="288" y="530"/>
                        </a:lnTo>
                        <a:lnTo>
                          <a:pt x="313" y="516"/>
                        </a:lnTo>
                        <a:lnTo>
                          <a:pt x="337" y="500"/>
                        </a:lnTo>
                        <a:lnTo>
                          <a:pt x="361" y="483"/>
                        </a:lnTo>
                        <a:lnTo>
                          <a:pt x="383" y="465"/>
                        </a:lnTo>
                        <a:lnTo>
                          <a:pt x="405" y="446"/>
                        </a:lnTo>
                        <a:lnTo>
                          <a:pt x="427" y="427"/>
                        </a:lnTo>
                        <a:lnTo>
                          <a:pt x="446" y="405"/>
                        </a:lnTo>
                        <a:lnTo>
                          <a:pt x="465" y="383"/>
                        </a:lnTo>
                        <a:lnTo>
                          <a:pt x="483" y="361"/>
                        </a:lnTo>
                        <a:lnTo>
                          <a:pt x="500" y="337"/>
                        </a:lnTo>
                        <a:lnTo>
                          <a:pt x="516" y="313"/>
                        </a:lnTo>
                        <a:lnTo>
                          <a:pt x="530" y="288"/>
                        </a:lnTo>
                        <a:lnTo>
                          <a:pt x="543" y="262"/>
                        </a:lnTo>
                        <a:lnTo>
                          <a:pt x="556" y="235"/>
                        </a:lnTo>
                        <a:lnTo>
                          <a:pt x="567" y="207"/>
                        </a:lnTo>
                        <a:lnTo>
                          <a:pt x="576" y="179"/>
                        </a:lnTo>
                        <a:lnTo>
                          <a:pt x="584" y="151"/>
                        </a:lnTo>
                        <a:lnTo>
                          <a:pt x="591" y="122"/>
                        </a:lnTo>
                        <a:lnTo>
                          <a:pt x="596" y="91"/>
                        </a:lnTo>
                        <a:lnTo>
                          <a:pt x="600" y="62"/>
                        </a:lnTo>
                        <a:lnTo>
                          <a:pt x="603" y="31"/>
                        </a:lnTo>
                        <a:lnTo>
                          <a:pt x="604" y="0"/>
                        </a:lnTo>
                        <a:lnTo>
                          <a:pt x="424" y="0"/>
                        </a:lnTo>
                        <a:lnTo>
                          <a:pt x="424" y="22"/>
                        </a:lnTo>
                        <a:lnTo>
                          <a:pt x="421" y="43"/>
                        </a:lnTo>
                        <a:lnTo>
                          <a:pt x="419" y="65"/>
                        </a:lnTo>
                        <a:lnTo>
                          <a:pt x="416" y="86"/>
                        </a:lnTo>
                        <a:lnTo>
                          <a:pt x="411" y="105"/>
                        </a:lnTo>
                        <a:lnTo>
                          <a:pt x="405" y="126"/>
                        </a:lnTo>
                        <a:lnTo>
                          <a:pt x="399" y="145"/>
                        </a:lnTo>
                        <a:lnTo>
                          <a:pt x="391" y="165"/>
                        </a:lnTo>
                        <a:lnTo>
                          <a:pt x="382" y="183"/>
                        </a:lnTo>
                        <a:lnTo>
                          <a:pt x="373" y="202"/>
                        </a:lnTo>
                        <a:lnTo>
                          <a:pt x="363" y="219"/>
                        </a:lnTo>
                        <a:lnTo>
                          <a:pt x="352" y="237"/>
                        </a:lnTo>
                        <a:lnTo>
                          <a:pt x="340" y="253"/>
                        </a:lnTo>
                        <a:lnTo>
                          <a:pt x="327" y="269"/>
                        </a:lnTo>
                        <a:lnTo>
                          <a:pt x="314" y="285"/>
                        </a:lnTo>
                        <a:lnTo>
                          <a:pt x="300" y="300"/>
                        </a:lnTo>
                        <a:lnTo>
                          <a:pt x="285" y="314"/>
                        </a:lnTo>
                        <a:lnTo>
                          <a:pt x="269" y="327"/>
                        </a:lnTo>
                        <a:lnTo>
                          <a:pt x="253" y="340"/>
                        </a:lnTo>
                        <a:lnTo>
                          <a:pt x="237" y="351"/>
                        </a:lnTo>
                        <a:lnTo>
                          <a:pt x="219" y="363"/>
                        </a:lnTo>
                        <a:lnTo>
                          <a:pt x="202" y="373"/>
                        </a:lnTo>
                        <a:lnTo>
                          <a:pt x="184" y="382"/>
                        </a:lnTo>
                        <a:lnTo>
                          <a:pt x="165" y="391"/>
                        </a:lnTo>
                        <a:lnTo>
                          <a:pt x="146" y="399"/>
                        </a:lnTo>
                        <a:lnTo>
                          <a:pt x="126" y="405"/>
                        </a:lnTo>
                        <a:lnTo>
                          <a:pt x="106" y="411"/>
                        </a:lnTo>
                        <a:lnTo>
                          <a:pt x="86" y="416"/>
                        </a:lnTo>
                        <a:lnTo>
                          <a:pt x="65" y="419"/>
                        </a:lnTo>
                        <a:lnTo>
                          <a:pt x="43" y="421"/>
                        </a:lnTo>
                        <a:lnTo>
                          <a:pt x="23" y="424"/>
                        </a:lnTo>
                        <a:lnTo>
                          <a:pt x="0" y="424"/>
                        </a:lnTo>
                        <a:lnTo>
                          <a:pt x="0" y="604"/>
                        </a:lnTo>
                        <a:close/>
                      </a:path>
                    </a:pathLst>
                  </a:custGeom>
                  <a:solidFill>
                    <a:srgbClr val="EF2B2F"/>
                  </a:solidFill>
                  <a:ln>
                    <a:noFill/>
                  </a:ln>
                </p:spPr>
                <p:txBody>
                  <a:bodyPr/>
                  <a:lstStyle/>
                  <a:p>
                    <a:pPr>
                      <a:defRPr/>
                    </a:pPr>
                    <a:endParaRPr lang="en-US" sz="1050">
                      <a:latin typeface="+mj-lt"/>
                    </a:endParaRPr>
                  </a:p>
                </p:txBody>
              </p:sp>
              <p:sp>
                <p:nvSpPr>
                  <p:cNvPr id="41565" name="Freeform 344">
                    <a:extLst>
                      <a:ext uri="{FF2B5EF4-FFF2-40B4-BE49-F238E27FC236}">
                        <a16:creationId xmlns="" xmlns:a16="http://schemas.microsoft.com/office/drawing/2014/main" id="{5FBDCD00-3227-7D46-05BA-B1BD2D2B2DAB}"/>
                      </a:ext>
                    </a:extLst>
                  </p:cNvPr>
                  <p:cNvSpPr>
                    <a:spLocks/>
                  </p:cNvSpPr>
                  <p:nvPr/>
                </p:nvSpPr>
                <p:spPr bwMode="auto">
                  <a:xfrm>
                    <a:off x="2052" y="2282"/>
                    <a:ext cx="99" cy="114"/>
                  </a:xfrm>
                  <a:custGeom>
                    <a:avLst/>
                    <a:gdLst>
                      <a:gd name="T0" fmla="*/ 0 w 603"/>
                      <a:gd name="T1" fmla="*/ 0 h 604"/>
                      <a:gd name="T2" fmla="*/ 0 w 603"/>
                      <a:gd name="T3" fmla="*/ 0 h 604"/>
                      <a:gd name="T4" fmla="*/ 0 w 603"/>
                      <a:gd name="T5" fmla="*/ 0 h 604"/>
                      <a:gd name="T6" fmla="*/ 0 w 603"/>
                      <a:gd name="T7" fmla="*/ 0 h 604"/>
                      <a:gd name="T8" fmla="*/ 0 w 603"/>
                      <a:gd name="T9" fmla="*/ 0 h 604"/>
                      <a:gd name="T10" fmla="*/ 0 w 603"/>
                      <a:gd name="T11" fmla="*/ 0 h 604"/>
                      <a:gd name="T12" fmla="*/ 0 w 603"/>
                      <a:gd name="T13" fmla="*/ 0 h 604"/>
                      <a:gd name="T14" fmla="*/ 0 w 603"/>
                      <a:gd name="T15" fmla="*/ 0 h 604"/>
                      <a:gd name="T16" fmla="*/ 0 w 603"/>
                      <a:gd name="T17" fmla="*/ 0 h 604"/>
                      <a:gd name="T18" fmla="*/ 0 w 603"/>
                      <a:gd name="T19" fmla="*/ 0 h 604"/>
                      <a:gd name="T20" fmla="*/ 0 w 603"/>
                      <a:gd name="T21" fmla="*/ 0 h 604"/>
                      <a:gd name="T22" fmla="*/ 0 w 603"/>
                      <a:gd name="T23" fmla="*/ 0 h 604"/>
                      <a:gd name="T24" fmla="*/ 0 w 603"/>
                      <a:gd name="T25" fmla="*/ 0 h 604"/>
                      <a:gd name="T26" fmla="*/ 0 w 603"/>
                      <a:gd name="T27" fmla="*/ 0 h 604"/>
                      <a:gd name="T28" fmla="*/ 0 w 603"/>
                      <a:gd name="T29" fmla="*/ 0 h 604"/>
                      <a:gd name="T30" fmla="*/ 0 w 603"/>
                      <a:gd name="T31" fmla="*/ 0 h 604"/>
                      <a:gd name="T32" fmla="*/ 0 w 603"/>
                      <a:gd name="T33" fmla="*/ 0 h 604"/>
                      <a:gd name="T34" fmla="*/ 0 w 603"/>
                      <a:gd name="T35" fmla="*/ 0 h 604"/>
                      <a:gd name="T36" fmla="*/ 0 w 603"/>
                      <a:gd name="T37" fmla="*/ 0 h 604"/>
                      <a:gd name="T38" fmla="*/ 0 w 603"/>
                      <a:gd name="T39" fmla="*/ 0 h 604"/>
                      <a:gd name="T40" fmla="*/ 0 w 603"/>
                      <a:gd name="T41" fmla="*/ 0 h 604"/>
                      <a:gd name="T42" fmla="*/ 0 w 603"/>
                      <a:gd name="T43" fmla="*/ 0 h 604"/>
                      <a:gd name="T44" fmla="*/ 0 w 603"/>
                      <a:gd name="T45" fmla="*/ 0 h 604"/>
                      <a:gd name="T46" fmla="*/ 0 w 603"/>
                      <a:gd name="T47" fmla="*/ 0 h 604"/>
                      <a:gd name="T48" fmla="*/ 0 w 603"/>
                      <a:gd name="T49" fmla="*/ 0 h 604"/>
                      <a:gd name="T50" fmla="*/ 0 w 603"/>
                      <a:gd name="T51" fmla="*/ 0 h 604"/>
                      <a:gd name="T52" fmla="*/ 0 w 603"/>
                      <a:gd name="T53" fmla="*/ 0 h 604"/>
                      <a:gd name="T54" fmla="*/ 0 w 603"/>
                      <a:gd name="T55" fmla="*/ 0 h 604"/>
                      <a:gd name="T56" fmla="*/ 0 w 603"/>
                      <a:gd name="T57" fmla="*/ 0 h 604"/>
                      <a:gd name="T58" fmla="*/ 0 w 603"/>
                      <a:gd name="T59" fmla="*/ 0 h 604"/>
                      <a:gd name="T60" fmla="*/ 0 w 603"/>
                      <a:gd name="T61" fmla="*/ 0 h 604"/>
                      <a:gd name="T62" fmla="*/ 0 w 603"/>
                      <a:gd name="T63" fmla="*/ 0 h 604"/>
                      <a:gd name="T64" fmla="*/ 0 w 603"/>
                      <a:gd name="T65" fmla="*/ 0 h 604"/>
                      <a:gd name="T66" fmla="*/ 0 w 603"/>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4"/>
                      <a:gd name="T104" fmla="*/ 603 w 603"/>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4">
                        <a:moveTo>
                          <a:pt x="0" y="0"/>
                        </a:moveTo>
                        <a:lnTo>
                          <a:pt x="0" y="0"/>
                        </a:lnTo>
                        <a:lnTo>
                          <a:pt x="1" y="30"/>
                        </a:lnTo>
                        <a:lnTo>
                          <a:pt x="3" y="62"/>
                        </a:lnTo>
                        <a:lnTo>
                          <a:pt x="7" y="91"/>
                        </a:lnTo>
                        <a:lnTo>
                          <a:pt x="12" y="122"/>
                        </a:lnTo>
                        <a:lnTo>
                          <a:pt x="20" y="150"/>
                        </a:lnTo>
                        <a:lnTo>
                          <a:pt x="27" y="179"/>
                        </a:lnTo>
                        <a:lnTo>
                          <a:pt x="37" y="207"/>
                        </a:lnTo>
                        <a:lnTo>
                          <a:pt x="48" y="235"/>
                        </a:lnTo>
                        <a:lnTo>
                          <a:pt x="60" y="262"/>
                        </a:lnTo>
                        <a:lnTo>
                          <a:pt x="73" y="288"/>
                        </a:lnTo>
                        <a:lnTo>
                          <a:pt x="88" y="313"/>
                        </a:lnTo>
                        <a:lnTo>
                          <a:pt x="103" y="337"/>
                        </a:lnTo>
                        <a:lnTo>
                          <a:pt x="120" y="361"/>
                        </a:lnTo>
                        <a:lnTo>
                          <a:pt x="138" y="383"/>
                        </a:lnTo>
                        <a:lnTo>
                          <a:pt x="156" y="405"/>
                        </a:lnTo>
                        <a:lnTo>
                          <a:pt x="177" y="427"/>
                        </a:lnTo>
                        <a:lnTo>
                          <a:pt x="198" y="446"/>
                        </a:lnTo>
                        <a:lnTo>
                          <a:pt x="219" y="465"/>
                        </a:lnTo>
                        <a:lnTo>
                          <a:pt x="242" y="483"/>
                        </a:lnTo>
                        <a:lnTo>
                          <a:pt x="266" y="500"/>
                        </a:lnTo>
                        <a:lnTo>
                          <a:pt x="290" y="516"/>
                        </a:lnTo>
                        <a:lnTo>
                          <a:pt x="316" y="530"/>
                        </a:lnTo>
                        <a:lnTo>
                          <a:pt x="342" y="543"/>
                        </a:lnTo>
                        <a:lnTo>
                          <a:pt x="369" y="556"/>
                        </a:lnTo>
                        <a:lnTo>
                          <a:pt x="395" y="567"/>
                        </a:lnTo>
                        <a:lnTo>
                          <a:pt x="424" y="576"/>
                        </a:lnTo>
                        <a:lnTo>
                          <a:pt x="453" y="584"/>
                        </a:lnTo>
                        <a:lnTo>
                          <a:pt x="482" y="591"/>
                        </a:lnTo>
                        <a:lnTo>
                          <a:pt x="512" y="596"/>
                        </a:lnTo>
                        <a:lnTo>
                          <a:pt x="542" y="600"/>
                        </a:lnTo>
                        <a:lnTo>
                          <a:pt x="573" y="603"/>
                        </a:lnTo>
                        <a:lnTo>
                          <a:pt x="603" y="604"/>
                        </a:lnTo>
                        <a:lnTo>
                          <a:pt x="603" y="424"/>
                        </a:lnTo>
                        <a:lnTo>
                          <a:pt x="581" y="424"/>
                        </a:lnTo>
                        <a:lnTo>
                          <a:pt x="559" y="421"/>
                        </a:lnTo>
                        <a:lnTo>
                          <a:pt x="539" y="419"/>
                        </a:lnTo>
                        <a:lnTo>
                          <a:pt x="518" y="416"/>
                        </a:lnTo>
                        <a:lnTo>
                          <a:pt x="498" y="411"/>
                        </a:lnTo>
                        <a:lnTo>
                          <a:pt x="477" y="405"/>
                        </a:lnTo>
                        <a:lnTo>
                          <a:pt x="457" y="399"/>
                        </a:lnTo>
                        <a:lnTo>
                          <a:pt x="438" y="391"/>
                        </a:lnTo>
                        <a:lnTo>
                          <a:pt x="419" y="382"/>
                        </a:lnTo>
                        <a:lnTo>
                          <a:pt x="402" y="373"/>
                        </a:lnTo>
                        <a:lnTo>
                          <a:pt x="383" y="363"/>
                        </a:lnTo>
                        <a:lnTo>
                          <a:pt x="366" y="351"/>
                        </a:lnTo>
                        <a:lnTo>
                          <a:pt x="350" y="340"/>
                        </a:lnTo>
                        <a:lnTo>
                          <a:pt x="334" y="327"/>
                        </a:lnTo>
                        <a:lnTo>
                          <a:pt x="318" y="314"/>
                        </a:lnTo>
                        <a:lnTo>
                          <a:pt x="304" y="300"/>
                        </a:lnTo>
                        <a:lnTo>
                          <a:pt x="289" y="285"/>
                        </a:lnTo>
                        <a:lnTo>
                          <a:pt x="276" y="269"/>
                        </a:lnTo>
                        <a:lnTo>
                          <a:pt x="264" y="253"/>
                        </a:lnTo>
                        <a:lnTo>
                          <a:pt x="252" y="237"/>
                        </a:lnTo>
                        <a:lnTo>
                          <a:pt x="240" y="219"/>
                        </a:lnTo>
                        <a:lnTo>
                          <a:pt x="230" y="202"/>
                        </a:lnTo>
                        <a:lnTo>
                          <a:pt x="221" y="183"/>
                        </a:lnTo>
                        <a:lnTo>
                          <a:pt x="213" y="165"/>
                        </a:lnTo>
                        <a:lnTo>
                          <a:pt x="205" y="145"/>
                        </a:lnTo>
                        <a:lnTo>
                          <a:pt x="199" y="126"/>
                        </a:lnTo>
                        <a:lnTo>
                          <a:pt x="192" y="106"/>
                        </a:lnTo>
                        <a:lnTo>
                          <a:pt x="188" y="86"/>
                        </a:lnTo>
                        <a:lnTo>
                          <a:pt x="185" y="65"/>
                        </a:lnTo>
                        <a:lnTo>
                          <a:pt x="181" y="43"/>
                        </a:lnTo>
                        <a:lnTo>
                          <a:pt x="179" y="23"/>
                        </a:lnTo>
                        <a:lnTo>
                          <a:pt x="179" y="0"/>
                        </a:lnTo>
                        <a:lnTo>
                          <a:pt x="0" y="0"/>
                        </a:lnTo>
                        <a:close/>
                      </a:path>
                    </a:pathLst>
                  </a:custGeom>
                  <a:solidFill>
                    <a:srgbClr val="EF2B2F"/>
                  </a:solidFill>
                  <a:ln>
                    <a:noFill/>
                  </a:ln>
                </p:spPr>
                <p:txBody>
                  <a:bodyPr/>
                  <a:lstStyle/>
                  <a:p>
                    <a:pPr>
                      <a:defRPr/>
                    </a:pPr>
                    <a:endParaRPr lang="en-US" sz="1050">
                      <a:latin typeface="+mj-lt"/>
                    </a:endParaRPr>
                  </a:p>
                </p:txBody>
              </p:sp>
              <p:sp>
                <p:nvSpPr>
                  <p:cNvPr id="41566" name="Freeform 345">
                    <a:extLst>
                      <a:ext uri="{FF2B5EF4-FFF2-40B4-BE49-F238E27FC236}">
                        <a16:creationId xmlns="" xmlns:a16="http://schemas.microsoft.com/office/drawing/2014/main" id="{19FFE31C-5946-C2E8-AB28-C31401B29CDE}"/>
                      </a:ext>
                    </a:extLst>
                  </p:cNvPr>
                  <p:cNvSpPr>
                    <a:spLocks/>
                  </p:cNvSpPr>
                  <p:nvPr/>
                </p:nvSpPr>
                <p:spPr bwMode="auto">
                  <a:xfrm>
                    <a:off x="2052" y="2176"/>
                    <a:ext cx="99" cy="106"/>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0"/>
                        </a:moveTo>
                        <a:lnTo>
                          <a:pt x="603" y="0"/>
                        </a:lnTo>
                        <a:lnTo>
                          <a:pt x="573" y="1"/>
                        </a:lnTo>
                        <a:lnTo>
                          <a:pt x="542" y="3"/>
                        </a:lnTo>
                        <a:lnTo>
                          <a:pt x="512" y="6"/>
                        </a:lnTo>
                        <a:lnTo>
                          <a:pt x="482" y="12"/>
                        </a:lnTo>
                        <a:lnTo>
                          <a:pt x="453" y="18"/>
                        </a:lnTo>
                        <a:lnTo>
                          <a:pt x="424" y="27"/>
                        </a:lnTo>
                        <a:lnTo>
                          <a:pt x="395" y="37"/>
                        </a:lnTo>
                        <a:lnTo>
                          <a:pt x="369" y="48"/>
                        </a:lnTo>
                        <a:lnTo>
                          <a:pt x="342" y="60"/>
                        </a:lnTo>
                        <a:lnTo>
                          <a:pt x="316" y="73"/>
                        </a:lnTo>
                        <a:lnTo>
                          <a:pt x="290" y="88"/>
                        </a:lnTo>
                        <a:lnTo>
                          <a:pt x="266" y="103"/>
                        </a:lnTo>
                        <a:lnTo>
                          <a:pt x="242" y="120"/>
                        </a:lnTo>
                        <a:lnTo>
                          <a:pt x="219" y="138"/>
                        </a:lnTo>
                        <a:lnTo>
                          <a:pt x="198" y="156"/>
                        </a:lnTo>
                        <a:lnTo>
                          <a:pt x="177" y="177"/>
                        </a:lnTo>
                        <a:lnTo>
                          <a:pt x="156" y="198"/>
                        </a:lnTo>
                        <a:lnTo>
                          <a:pt x="138" y="219"/>
                        </a:lnTo>
                        <a:lnTo>
                          <a:pt x="120" y="242"/>
                        </a:lnTo>
                        <a:lnTo>
                          <a:pt x="103" y="266"/>
                        </a:lnTo>
                        <a:lnTo>
                          <a:pt x="88" y="290"/>
                        </a:lnTo>
                        <a:lnTo>
                          <a:pt x="73" y="316"/>
                        </a:lnTo>
                        <a:lnTo>
                          <a:pt x="60" y="342"/>
                        </a:lnTo>
                        <a:lnTo>
                          <a:pt x="48" y="368"/>
                        </a:lnTo>
                        <a:lnTo>
                          <a:pt x="37" y="395"/>
                        </a:lnTo>
                        <a:lnTo>
                          <a:pt x="27" y="424"/>
                        </a:lnTo>
                        <a:lnTo>
                          <a:pt x="20" y="453"/>
                        </a:lnTo>
                        <a:lnTo>
                          <a:pt x="12" y="482"/>
                        </a:lnTo>
                        <a:lnTo>
                          <a:pt x="7" y="512"/>
                        </a:lnTo>
                        <a:lnTo>
                          <a:pt x="3" y="542"/>
                        </a:lnTo>
                        <a:lnTo>
                          <a:pt x="1" y="572"/>
                        </a:lnTo>
                        <a:lnTo>
                          <a:pt x="0" y="603"/>
                        </a:lnTo>
                        <a:lnTo>
                          <a:pt x="179" y="603"/>
                        </a:lnTo>
                        <a:lnTo>
                          <a:pt x="179" y="581"/>
                        </a:lnTo>
                        <a:lnTo>
                          <a:pt x="181" y="559"/>
                        </a:lnTo>
                        <a:lnTo>
                          <a:pt x="185" y="539"/>
                        </a:lnTo>
                        <a:lnTo>
                          <a:pt x="188" y="518"/>
                        </a:lnTo>
                        <a:lnTo>
                          <a:pt x="192" y="497"/>
                        </a:lnTo>
                        <a:lnTo>
                          <a:pt x="199" y="477"/>
                        </a:lnTo>
                        <a:lnTo>
                          <a:pt x="205" y="457"/>
                        </a:lnTo>
                        <a:lnTo>
                          <a:pt x="213" y="438"/>
                        </a:lnTo>
                        <a:lnTo>
                          <a:pt x="221" y="419"/>
                        </a:lnTo>
                        <a:lnTo>
                          <a:pt x="230" y="402"/>
                        </a:lnTo>
                        <a:lnTo>
                          <a:pt x="240" y="383"/>
                        </a:lnTo>
                        <a:lnTo>
                          <a:pt x="252" y="366"/>
                        </a:lnTo>
                        <a:lnTo>
                          <a:pt x="264" y="350"/>
                        </a:lnTo>
                        <a:lnTo>
                          <a:pt x="276" y="333"/>
                        </a:lnTo>
                        <a:lnTo>
                          <a:pt x="289" y="318"/>
                        </a:lnTo>
                        <a:lnTo>
                          <a:pt x="304" y="303"/>
                        </a:lnTo>
                        <a:lnTo>
                          <a:pt x="318" y="289"/>
                        </a:lnTo>
                        <a:lnTo>
                          <a:pt x="334" y="276"/>
                        </a:lnTo>
                        <a:lnTo>
                          <a:pt x="350" y="263"/>
                        </a:lnTo>
                        <a:lnTo>
                          <a:pt x="366" y="252"/>
                        </a:lnTo>
                        <a:lnTo>
                          <a:pt x="383" y="240"/>
                        </a:lnTo>
                        <a:lnTo>
                          <a:pt x="402" y="230"/>
                        </a:lnTo>
                        <a:lnTo>
                          <a:pt x="419" y="220"/>
                        </a:lnTo>
                        <a:lnTo>
                          <a:pt x="438" y="212"/>
                        </a:lnTo>
                        <a:lnTo>
                          <a:pt x="457" y="205"/>
                        </a:lnTo>
                        <a:lnTo>
                          <a:pt x="477" y="198"/>
                        </a:lnTo>
                        <a:lnTo>
                          <a:pt x="498" y="192"/>
                        </a:lnTo>
                        <a:lnTo>
                          <a:pt x="518" y="188"/>
                        </a:lnTo>
                        <a:lnTo>
                          <a:pt x="539" y="183"/>
                        </a:lnTo>
                        <a:lnTo>
                          <a:pt x="559" y="181"/>
                        </a:lnTo>
                        <a:lnTo>
                          <a:pt x="581" y="179"/>
                        </a:lnTo>
                        <a:lnTo>
                          <a:pt x="603" y="179"/>
                        </a:lnTo>
                        <a:lnTo>
                          <a:pt x="603" y="0"/>
                        </a:lnTo>
                        <a:close/>
                      </a:path>
                    </a:pathLst>
                  </a:custGeom>
                  <a:solidFill>
                    <a:srgbClr val="EF2B2F"/>
                  </a:solidFill>
                  <a:ln>
                    <a:noFill/>
                  </a:ln>
                </p:spPr>
                <p:txBody>
                  <a:bodyPr/>
                  <a:lstStyle/>
                  <a:p>
                    <a:pPr>
                      <a:defRPr/>
                    </a:pPr>
                    <a:endParaRPr lang="en-US" sz="1050">
                      <a:latin typeface="+mj-lt"/>
                    </a:endParaRPr>
                  </a:p>
                </p:txBody>
              </p:sp>
              <p:sp>
                <p:nvSpPr>
                  <p:cNvPr id="41567" name="Freeform 346">
                    <a:extLst>
                      <a:ext uri="{FF2B5EF4-FFF2-40B4-BE49-F238E27FC236}">
                        <a16:creationId xmlns="" xmlns:a16="http://schemas.microsoft.com/office/drawing/2014/main" id="{14CDC293-6804-D518-074D-F516F7BEBD70}"/>
                      </a:ext>
                    </a:extLst>
                  </p:cNvPr>
                  <p:cNvSpPr>
                    <a:spLocks/>
                  </p:cNvSpPr>
                  <p:nvPr/>
                </p:nvSpPr>
                <p:spPr bwMode="auto">
                  <a:xfrm>
                    <a:off x="2306" y="2115"/>
                    <a:ext cx="103" cy="110"/>
                  </a:xfrm>
                  <a:custGeom>
                    <a:avLst/>
                    <a:gdLst>
                      <a:gd name="T0" fmla="*/ 0 w 604"/>
                      <a:gd name="T1" fmla="*/ 0 h 604"/>
                      <a:gd name="T2" fmla="*/ 0 w 604"/>
                      <a:gd name="T3" fmla="*/ 0 h 604"/>
                      <a:gd name="T4" fmla="*/ 0 w 604"/>
                      <a:gd name="T5" fmla="*/ 0 h 604"/>
                      <a:gd name="T6" fmla="*/ 0 w 604"/>
                      <a:gd name="T7" fmla="*/ 0 h 604"/>
                      <a:gd name="T8" fmla="*/ 0 w 604"/>
                      <a:gd name="T9" fmla="*/ 0 h 604"/>
                      <a:gd name="T10" fmla="*/ 0 w 604"/>
                      <a:gd name="T11" fmla="*/ 0 h 604"/>
                      <a:gd name="T12" fmla="*/ 0 w 604"/>
                      <a:gd name="T13" fmla="*/ 0 h 604"/>
                      <a:gd name="T14" fmla="*/ 0 w 604"/>
                      <a:gd name="T15" fmla="*/ 0 h 604"/>
                      <a:gd name="T16" fmla="*/ 0 w 604"/>
                      <a:gd name="T17" fmla="*/ 0 h 604"/>
                      <a:gd name="T18" fmla="*/ 0 w 604"/>
                      <a:gd name="T19" fmla="*/ 0 h 604"/>
                      <a:gd name="T20" fmla="*/ 0 w 604"/>
                      <a:gd name="T21" fmla="*/ 0 h 604"/>
                      <a:gd name="T22" fmla="*/ 0 w 604"/>
                      <a:gd name="T23" fmla="*/ 0 h 604"/>
                      <a:gd name="T24" fmla="*/ 0 w 604"/>
                      <a:gd name="T25" fmla="*/ 0 h 604"/>
                      <a:gd name="T26" fmla="*/ 0 w 604"/>
                      <a:gd name="T27" fmla="*/ 0 h 604"/>
                      <a:gd name="T28" fmla="*/ 0 w 604"/>
                      <a:gd name="T29" fmla="*/ 0 h 604"/>
                      <a:gd name="T30" fmla="*/ 0 w 604"/>
                      <a:gd name="T31" fmla="*/ 0 h 604"/>
                      <a:gd name="T32" fmla="*/ 0 w 604"/>
                      <a:gd name="T33" fmla="*/ 0 h 604"/>
                      <a:gd name="T34" fmla="*/ 0 w 604"/>
                      <a:gd name="T35" fmla="*/ 0 h 604"/>
                      <a:gd name="T36" fmla="*/ 0 w 604"/>
                      <a:gd name="T37" fmla="*/ 0 h 604"/>
                      <a:gd name="T38" fmla="*/ 0 w 604"/>
                      <a:gd name="T39" fmla="*/ 0 h 604"/>
                      <a:gd name="T40" fmla="*/ 0 w 604"/>
                      <a:gd name="T41" fmla="*/ 0 h 604"/>
                      <a:gd name="T42" fmla="*/ 0 w 604"/>
                      <a:gd name="T43" fmla="*/ 0 h 604"/>
                      <a:gd name="T44" fmla="*/ 0 w 604"/>
                      <a:gd name="T45" fmla="*/ 0 h 604"/>
                      <a:gd name="T46" fmla="*/ 0 w 604"/>
                      <a:gd name="T47" fmla="*/ 0 h 604"/>
                      <a:gd name="T48" fmla="*/ 0 w 604"/>
                      <a:gd name="T49" fmla="*/ 0 h 604"/>
                      <a:gd name="T50" fmla="*/ 0 w 604"/>
                      <a:gd name="T51" fmla="*/ 0 h 604"/>
                      <a:gd name="T52" fmla="*/ 0 w 604"/>
                      <a:gd name="T53" fmla="*/ 0 h 604"/>
                      <a:gd name="T54" fmla="*/ 0 w 604"/>
                      <a:gd name="T55" fmla="*/ 0 h 604"/>
                      <a:gd name="T56" fmla="*/ 0 w 604"/>
                      <a:gd name="T57" fmla="*/ 0 h 604"/>
                      <a:gd name="T58" fmla="*/ 0 w 604"/>
                      <a:gd name="T59" fmla="*/ 0 h 604"/>
                      <a:gd name="T60" fmla="*/ 0 w 604"/>
                      <a:gd name="T61" fmla="*/ 0 h 604"/>
                      <a:gd name="T62" fmla="*/ 0 w 604"/>
                      <a:gd name="T63" fmla="*/ 0 h 604"/>
                      <a:gd name="T64" fmla="*/ 0 w 604"/>
                      <a:gd name="T65" fmla="*/ 0 h 604"/>
                      <a:gd name="T66" fmla="*/ 0 w 604"/>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4"/>
                      <a:gd name="T104" fmla="*/ 604 w 604"/>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4">
                        <a:moveTo>
                          <a:pt x="604" y="604"/>
                        </a:moveTo>
                        <a:lnTo>
                          <a:pt x="604" y="604"/>
                        </a:lnTo>
                        <a:lnTo>
                          <a:pt x="603" y="573"/>
                        </a:lnTo>
                        <a:lnTo>
                          <a:pt x="601" y="542"/>
                        </a:lnTo>
                        <a:lnTo>
                          <a:pt x="596" y="513"/>
                        </a:lnTo>
                        <a:lnTo>
                          <a:pt x="591" y="483"/>
                        </a:lnTo>
                        <a:lnTo>
                          <a:pt x="584" y="453"/>
                        </a:lnTo>
                        <a:lnTo>
                          <a:pt x="577" y="425"/>
                        </a:lnTo>
                        <a:lnTo>
                          <a:pt x="567" y="397"/>
                        </a:lnTo>
                        <a:lnTo>
                          <a:pt x="556" y="370"/>
                        </a:lnTo>
                        <a:lnTo>
                          <a:pt x="544" y="342"/>
                        </a:lnTo>
                        <a:lnTo>
                          <a:pt x="530" y="316"/>
                        </a:lnTo>
                        <a:lnTo>
                          <a:pt x="516" y="291"/>
                        </a:lnTo>
                        <a:lnTo>
                          <a:pt x="501" y="267"/>
                        </a:lnTo>
                        <a:lnTo>
                          <a:pt x="483" y="243"/>
                        </a:lnTo>
                        <a:lnTo>
                          <a:pt x="466" y="221"/>
                        </a:lnTo>
                        <a:lnTo>
                          <a:pt x="446" y="199"/>
                        </a:lnTo>
                        <a:lnTo>
                          <a:pt x="427" y="177"/>
                        </a:lnTo>
                        <a:lnTo>
                          <a:pt x="405" y="158"/>
                        </a:lnTo>
                        <a:lnTo>
                          <a:pt x="383" y="139"/>
                        </a:lnTo>
                        <a:lnTo>
                          <a:pt x="361" y="121"/>
                        </a:lnTo>
                        <a:lnTo>
                          <a:pt x="338" y="103"/>
                        </a:lnTo>
                        <a:lnTo>
                          <a:pt x="313" y="88"/>
                        </a:lnTo>
                        <a:lnTo>
                          <a:pt x="288" y="74"/>
                        </a:lnTo>
                        <a:lnTo>
                          <a:pt x="262" y="61"/>
                        </a:lnTo>
                        <a:lnTo>
                          <a:pt x="235" y="48"/>
                        </a:lnTo>
                        <a:lnTo>
                          <a:pt x="207" y="37"/>
                        </a:lnTo>
                        <a:lnTo>
                          <a:pt x="179" y="28"/>
                        </a:lnTo>
                        <a:lnTo>
                          <a:pt x="151" y="20"/>
                        </a:lnTo>
                        <a:lnTo>
                          <a:pt x="122" y="13"/>
                        </a:lnTo>
                        <a:lnTo>
                          <a:pt x="91" y="8"/>
                        </a:lnTo>
                        <a:lnTo>
                          <a:pt x="62" y="3"/>
                        </a:lnTo>
                        <a:lnTo>
                          <a:pt x="31" y="1"/>
                        </a:lnTo>
                        <a:lnTo>
                          <a:pt x="0" y="0"/>
                        </a:lnTo>
                        <a:lnTo>
                          <a:pt x="0" y="180"/>
                        </a:lnTo>
                        <a:lnTo>
                          <a:pt x="22" y="180"/>
                        </a:lnTo>
                        <a:lnTo>
                          <a:pt x="43" y="182"/>
                        </a:lnTo>
                        <a:lnTo>
                          <a:pt x="65" y="185"/>
                        </a:lnTo>
                        <a:lnTo>
                          <a:pt x="86" y="188"/>
                        </a:lnTo>
                        <a:lnTo>
                          <a:pt x="106" y="193"/>
                        </a:lnTo>
                        <a:lnTo>
                          <a:pt x="126" y="199"/>
                        </a:lnTo>
                        <a:lnTo>
                          <a:pt x="145" y="205"/>
                        </a:lnTo>
                        <a:lnTo>
                          <a:pt x="165" y="213"/>
                        </a:lnTo>
                        <a:lnTo>
                          <a:pt x="184" y="222"/>
                        </a:lnTo>
                        <a:lnTo>
                          <a:pt x="202" y="232"/>
                        </a:lnTo>
                        <a:lnTo>
                          <a:pt x="219" y="241"/>
                        </a:lnTo>
                        <a:lnTo>
                          <a:pt x="237" y="252"/>
                        </a:lnTo>
                        <a:lnTo>
                          <a:pt x="253" y="264"/>
                        </a:lnTo>
                        <a:lnTo>
                          <a:pt x="269" y="277"/>
                        </a:lnTo>
                        <a:lnTo>
                          <a:pt x="285" y="290"/>
                        </a:lnTo>
                        <a:lnTo>
                          <a:pt x="300" y="304"/>
                        </a:lnTo>
                        <a:lnTo>
                          <a:pt x="314" y="320"/>
                        </a:lnTo>
                        <a:lnTo>
                          <a:pt x="327" y="335"/>
                        </a:lnTo>
                        <a:lnTo>
                          <a:pt x="340" y="351"/>
                        </a:lnTo>
                        <a:lnTo>
                          <a:pt x="352" y="367"/>
                        </a:lnTo>
                        <a:lnTo>
                          <a:pt x="363" y="385"/>
                        </a:lnTo>
                        <a:lnTo>
                          <a:pt x="374" y="402"/>
                        </a:lnTo>
                        <a:lnTo>
                          <a:pt x="382" y="421"/>
                        </a:lnTo>
                        <a:lnTo>
                          <a:pt x="391" y="439"/>
                        </a:lnTo>
                        <a:lnTo>
                          <a:pt x="399" y="459"/>
                        </a:lnTo>
                        <a:lnTo>
                          <a:pt x="405" y="478"/>
                        </a:lnTo>
                        <a:lnTo>
                          <a:pt x="411" y="499"/>
                        </a:lnTo>
                        <a:lnTo>
                          <a:pt x="416" y="518"/>
                        </a:lnTo>
                        <a:lnTo>
                          <a:pt x="419" y="539"/>
                        </a:lnTo>
                        <a:lnTo>
                          <a:pt x="423" y="561"/>
                        </a:lnTo>
                        <a:lnTo>
                          <a:pt x="424" y="582"/>
                        </a:lnTo>
                        <a:lnTo>
                          <a:pt x="424" y="604"/>
                        </a:lnTo>
                        <a:lnTo>
                          <a:pt x="604" y="604"/>
                        </a:lnTo>
                        <a:close/>
                      </a:path>
                    </a:pathLst>
                  </a:custGeom>
                  <a:solidFill>
                    <a:srgbClr val="EF2B2F"/>
                  </a:solidFill>
                  <a:ln>
                    <a:noFill/>
                  </a:ln>
                </p:spPr>
                <p:txBody>
                  <a:bodyPr/>
                  <a:lstStyle/>
                  <a:p>
                    <a:pPr>
                      <a:defRPr/>
                    </a:pPr>
                    <a:endParaRPr lang="en-US" sz="1050">
                      <a:latin typeface="+mj-lt"/>
                    </a:endParaRPr>
                  </a:p>
                </p:txBody>
              </p:sp>
              <p:sp>
                <p:nvSpPr>
                  <p:cNvPr id="41568" name="Freeform 347">
                    <a:extLst>
                      <a:ext uri="{FF2B5EF4-FFF2-40B4-BE49-F238E27FC236}">
                        <a16:creationId xmlns="" xmlns:a16="http://schemas.microsoft.com/office/drawing/2014/main" id="{CE998B34-327D-2D3C-0B9D-2B94674B0FC2}"/>
                      </a:ext>
                    </a:extLst>
                  </p:cNvPr>
                  <p:cNvSpPr>
                    <a:spLocks/>
                  </p:cNvSpPr>
                  <p:nvPr/>
                </p:nvSpPr>
                <p:spPr bwMode="auto">
                  <a:xfrm>
                    <a:off x="2306" y="2225"/>
                    <a:ext cx="103" cy="114"/>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0" y="603"/>
                        </a:moveTo>
                        <a:lnTo>
                          <a:pt x="0" y="603"/>
                        </a:lnTo>
                        <a:lnTo>
                          <a:pt x="31" y="602"/>
                        </a:lnTo>
                        <a:lnTo>
                          <a:pt x="62" y="600"/>
                        </a:lnTo>
                        <a:lnTo>
                          <a:pt x="91" y="597"/>
                        </a:lnTo>
                        <a:lnTo>
                          <a:pt x="122" y="591"/>
                        </a:lnTo>
                        <a:lnTo>
                          <a:pt x="151" y="584"/>
                        </a:lnTo>
                        <a:lnTo>
                          <a:pt x="179" y="576"/>
                        </a:lnTo>
                        <a:lnTo>
                          <a:pt x="207" y="566"/>
                        </a:lnTo>
                        <a:lnTo>
                          <a:pt x="235" y="555"/>
                        </a:lnTo>
                        <a:lnTo>
                          <a:pt x="262" y="543"/>
                        </a:lnTo>
                        <a:lnTo>
                          <a:pt x="288" y="530"/>
                        </a:lnTo>
                        <a:lnTo>
                          <a:pt x="313" y="515"/>
                        </a:lnTo>
                        <a:lnTo>
                          <a:pt x="338" y="500"/>
                        </a:lnTo>
                        <a:lnTo>
                          <a:pt x="361" y="484"/>
                        </a:lnTo>
                        <a:lnTo>
                          <a:pt x="383" y="465"/>
                        </a:lnTo>
                        <a:lnTo>
                          <a:pt x="405" y="447"/>
                        </a:lnTo>
                        <a:lnTo>
                          <a:pt x="427" y="426"/>
                        </a:lnTo>
                        <a:lnTo>
                          <a:pt x="446" y="406"/>
                        </a:lnTo>
                        <a:lnTo>
                          <a:pt x="466" y="384"/>
                        </a:lnTo>
                        <a:lnTo>
                          <a:pt x="483" y="361"/>
                        </a:lnTo>
                        <a:lnTo>
                          <a:pt x="501" y="337"/>
                        </a:lnTo>
                        <a:lnTo>
                          <a:pt x="516" y="313"/>
                        </a:lnTo>
                        <a:lnTo>
                          <a:pt x="530" y="287"/>
                        </a:lnTo>
                        <a:lnTo>
                          <a:pt x="544" y="261"/>
                        </a:lnTo>
                        <a:lnTo>
                          <a:pt x="556" y="234"/>
                        </a:lnTo>
                        <a:lnTo>
                          <a:pt x="567" y="208"/>
                        </a:lnTo>
                        <a:lnTo>
                          <a:pt x="577" y="179"/>
                        </a:lnTo>
                        <a:lnTo>
                          <a:pt x="584" y="150"/>
                        </a:lnTo>
                        <a:lnTo>
                          <a:pt x="591" y="121"/>
                        </a:lnTo>
                        <a:lnTo>
                          <a:pt x="596" y="91"/>
                        </a:lnTo>
                        <a:lnTo>
                          <a:pt x="601" y="61"/>
                        </a:lnTo>
                        <a:lnTo>
                          <a:pt x="603" y="31"/>
                        </a:lnTo>
                        <a:lnTo>
                          <a:pt x="604" y="0"/>
                        </a:lnTo>
                        <a:lnTo>
                          <a:pt x="424" y="0"/>
                        </a:lnTo>
                        <a:lnTo>
                          <a:pt x="424" y="22"/>
                        </a:lnTo>
                        <a:lnTo>
                          <a:pt x="423" y="44"/>
                        </a:lnTo>
                        <a:lnTo>
                          <a:pt x="419" y="64"/>
                        </a:lnTo>
                        <a:lnTo>
                          <a:pt x="416" y="85"/>
                        </a:lnTo>
                        <a:lnTo>
                          <a:pt x="411" y="106"/>
                        </a:lnTo>
                        <a:lnTo>
                          <a:pt x="405" y="126"/>
                        </a:lnTo>
                        <a:lnTo>
                          <a:pt x="399" y="146"/>
                        </a:lnTo>
                        <a:lnTo>
                          <a:pt x="391" y="165"/>
                        </a:lnTo>
                        <a:lnTo>
                          <a:pt x="382" y="184"/>
                        </a:lnTo>
                        <a:lnTo>
                          <a:pt x="374" y="201"/>
                        </a:lnTo>
                        <a:lnTo>
                          <a:pt x="363" y="220"/>
                        </a:lnTo>
                        <a:lnTo>
                          <a:pt x="352" y="237"/>
                        </a:lnTo>
                        <a:lnTo>
                          <a:pt x="340" y="253"/>
                        </a:lnTo>
                        <a:lnTo>
                          <a:pt x="327" y="270"/>
                        </a:lnTo>
                        <a:lnTo>
                          <a:pt x="314" y="285"/>
                        </a:lnTo>
                        <a:lnTo>
                          <a:pt x="300" y="299"/>
                        </a:lnTo>
                        <a:lnTo>
                          <a:pt x="285" y="313"/>
                        </a:lnTo>
                        <a:lnTo>
                          <a:pt x="269" y="327"/>
                        </a:lnTo>
                        <a:lnTo>
                          <a:pt x="253" y="339"/>
                        </a:lnTo>
                        <a:lnTo>
                          <a:pt x="237" y="351"/>
                        </a:lnTo>
                        <a:lnTo>
                          <a:pt x="219" y="363"/>
                        </a:lnTo>
                        <a:lnTo>
                          <a:pt x="202" y="373"/>
                        </a:lnTo>
                        <a:lnTo>
                          <a:pt x="184" y="382"/>
                        </a:lnTo>
                        <a:lnTo>
                          <a:pt x="165" y="390"/>
                        </a:lnTo>
                        <a:lnTo>
                          <a:pt x="145" y="398"/>
                        </a:lnTo>
                        <a:lnTo>
                          <a:pt x="126" y="404"/>
                        </a:lnTo>
                        <a:lnTo>
                          <a:pt x="106" y="411"/>
                        </a:lnTo>
                        <a:lnTo>
                          <a:pt x="86" y="415"/>
                        </a:lnTo>
                        <a:lnTo>
                          <a:pt x="65" y="419"/>
                        </a:lnTo>
                        <a:lnTo>
                          <a:pt x="44" y="422"/>
                        </a:lnTo>
                        <a:lnTo>
                          <a:pt x="23" y="424"/>
                        </a:lnTo>
                        <a:lnTo>
                          <a:pt x="0" y="424"/>
                        </a:lnTo>
                        <a:lnTo>
                          <a:pt x="0" y="603"/>
                        </a:lnTo>
                        <a:close/>
                      </a:path>
                    </a:pathLst>
                  </a:custGeom>
                  <a:solidFill>
                    <a:srgbClr val="EF2B2F"/>
                  </a:solidFill>
                  <a:ln>
                    <a:noFill/>
                  </a:ln>
                </p:spPr>
                <p:txBody>
                  <a:bodyPr/>
                  <a:lstStyle/>
                  <a:p>
                    <a:pPr>
                      <a:defRPr/>
                    </a:pPr>
                    <a:endParaRPr lang="en-US" sz="1050">
                      <a:latin typeface="+mj-lt"/>
                    </a:endParaRPr>
                  </a:p>
                </p:txBody>
              </p:sp>
              <p:sp>
                <p:nvSpPr>
                  <p:cNvPr id="41569" name="Freeform 348">
                    <a:extLst>
                      <a:ext uri="{FF2B5EF4-FFF2-40B4-BE49-F238E27FC236}">
                        <a16:creationId xmlns="" xmlns:a16="http://schemas.microsoft.com/office/drawing/2014/main" id="{12A21A41-5DA5-B8B7-50FC-06C10E8F28BE}"/>
                      </a:ext>
                    </a:extLst>
                  </p:cNvPr>
                  <p:cNvSpPr>
                    <a:spLocks/>
                  </p:cNvSpPr>
                  <p:nvPr/>
                </p:nvSpPr>
                <p:spPr bwMode="auto">
                  <a:xfrm>
                    <a:off x="2207" y="2225"/>
                    <a:ext cx="99" cy="114"/>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0" y="0"/>
                        </a:moveTo>
                        <a:lnTo>
                          <a:pt x="0" y="0"/>
                        </a:lnTo>
                        <a:lnTo>
                          <a:pt x="1" y="31"/>
                        </a:lnTo>
                        <a:lnTo>
                          <a:pt x="3" y="61"/>
                        </a:lnTo>
                        <a:lnTo>
                          <a:pt x="6" y="91"/>
                        </a:lnTo>
                        <a:lnTo>
                          <a:pt x="13" y="121"/>
                        </a:lnTo>
                        <a:lnTo>
                          <a:pt x="20" y="150"/>
                        </a:lnTo>
                        <a:lnTo>
                          <a:pt x="27" y="179"/>
                        </a:lnTo>
                        <a:lnTo>
                          <a:pt x="37" y="208"/>
                        </a:lnTo>
                        <a:lnTo>
                          <a:pt x="48" y="235"/>
                        </a:lnTo>
                        <a:lnTo>
                          <a:pt x="60" y="261"/>
                        </a:lnTo>
                        <a:lnTo>
                          <a:pt x="73" y="287"/>
                        </a:lnTo>
                        <a:lnTo>
                          <a:pt x="88" y="313"/>
                        </a:lnTo>
                        <a:lnTo>
                          <a:pt x="103" y="337"/>
                        </a:lnTo>
                        <a:lnTo>
                          <a:pt x="121" y="361"/>
                        </a:lnTo>
                        <a:lnTo>
                          <a:pt x="138" y="384"/>
                        </a:lnTo>
                        <a:lnTo>
                          <a:pt x="158" y="406"/>
                        </a:lnTo>
                        <a:lnTo>
                          <a:pt x="177" y="426"/>
                        </a:lnTo>
                        <a:lnTo>
                          <a:pt x="198" y="447"/>
                        </a:lnTo>
                        <a:lnTo>
                          <a:pt x="219" y="465"/>
                        </a:lnTo>
                        <a:lnTo>
                          <a:pt x="242" y="484"/>
                        </a:lnTo>
                        <a:lnTo>
                          <a:pt x="266" y="500"/>
                        </a:lnTo>
                        <a:lnTo>
                          <a:pt x="291" y="515"/>
                        </a:lnTo>
                        <a:lnTo>
                          <a:pt x="316" y="530"/>
                        </a:lnTo>
                        <a:lnTo>
                          <a:pt x="342" y="543"/>
                        </a:lnTo>
                        <a:lnTo>
                          <a:pt x="369" y="555"/>
                        </a:lnTo>
                        <a:lnTo>
                          <a:pt x="397" y="566"/>
                        </a:lnTo>
                        <a:lnTo>
                          <a:pt x="425" y="576"/>
                        </a:lnTo>
                        <a:lnTo>
                          <a:pt x="453" y="584"/>
                        </a:lnTo>
                        <a:lnTo>
                          <a:pt x="482" y="591"/>
                        </a:lnTo>
                        <a:lnTo>
                          <a:pt x="512" y="597"/>
                        </a:lnTo>
                        <a:lnTo>
                          <a:pt x="542" y="600"/>
                        </a:lnTo>
                        <a:lnTo>
                          <a:pt x="573" y="602"/>
                        </a:lnTo>
                        <a:lnTo>
                          <a:pt x="603" y="603"/>
                        </a:lnTo>
                        <a:lnTo>
                          <a:pt x="603" y="424"/>
                        </a:lnTo>
                        <a:lnTo>
                          <a:pt x="581" y="424"/>
                        </a:lnTo>
                        <a:lnTo>
                          <a:pt x="559" y="422"/>
                        </a:lnTo>
                        <a:lnTo>
                          <a:pt x="539" y="419"/>
                        </a:lnTo>
                        <a:lnTo>
                          <a:pt x="518" y="415"/>
                        </a:lnTo>
                        <a:lnTo>
                          <a:pt x="498" y="411"/>
                        </a:lnTo>
                        <a:lnTo>
                          <a:pt x="478" y="404"/>
                        </a:lnTo>
                        <a:lnTo>
                          <a:pt x="458" y="398"/>
                        </a:lnTo>
                        <a:lnTo>
                          <a:pt x="439" y="390"/>
                        </a:lnTo>
                        <a:lnTo>
                          <a:pt x="420" y="382"/>
                        </a:lnTo>
                        <a:lnTo>
                          <a:pt x="402" y="373"/>
                        </a:lnTo>
                        <a:lnTo>
                          <a:pt x="385" y="363"/>
                        </a:lnTo>
                        <a:lnTo>
                          <a:pt x="367" y="351"/>
                        </a:lnTo>
                        <a:lnTo>
                          <a:pt x="350" y="339"/>
                        </a:lnTo>
                        <a:lnTo>
                          <a:pt x="335" y="327"/>
                        </a:lnTo>
                        <a:lnTo>
                          <a:pt x="318" y="313"/>
                        </a:lnTo>
                        <a:lnTo>
                          <a:pt x="304" y="299"/>
                        </a:lnTo>
                        <a:lnTo>
                          <a:pt x="290" y="285"/>
                        </a:lnTo>
                        <a:lnTo>
                          <a:pt x="276" y="270"/>
                        </a:lnTo>
                        <a:lnTo>
                          <a:pt x="264" y="253"/>
                        </a:lnTo>
                        <a:lnTo>
                          <a:pt x="252" y="237"/>
                        </a:lnTo>
                        <a:lnTo>
                          <a:pt x="241" y="220"/>
                        </a:lnTo>
                        <a:lnTo>
                          <a:pt x="230" y="201"/>
                        </a:lnTo>
                        <a:lnTo>
                          <a:pt x="222" y="184"/>
                        </a:lnTo>
                        <a:lnTo>
                          <a:pt x="213" y="164"/>
                        </a:lnTo>
                        <a:lnTo>
                          <a:pt x="205" y="146"/>
                        </a:lnTo>
                        <a:lnTo>
                          <a:pt x="199" y="126"/>
                        </a:lnTo>
                        <a:lnTo>
                          <a:pt x="192" y="106"/>
                        </a:lnTo>
                        <a:lnTo>
                          <a:pt x="188" y="85"/>
                        </a:lnTo>
                        <a:lnTo>
                          <a:pt x="185" y="64"/>
                        </a:lnTo>
                        <a:lnTo>
                          <a:pt x="181" y="44"/>
                        </a:lnTo>
                        <a:lnTo>
                          <a:pt x="180" y="22"/>
                        </a:lnTo>
                        <a:lnTo>
                          <a:pt x="179" y="0"/>
                        </a:lnTo>
                        <a:lnTo>
                          <a:pt x="0" y="0"/>
                        </a:lnTo>
                        <a:close/>
                      </a:path>
                    </a:pathLst>
                  </a:custGeom>
                  <a:solidFill>
                    <a:srgbClr val="EF2B2F"/>
                  </a:solidFill>
                  <a:ln>
                    <a:noFill/>
                  </a:ln>
                </p:spPr>
                <p:txBody>
                  <a:bodyPr/>
                  <a:lstStyle/>
                  <a:p>
                    <a:pPr>
                      <a:defRPr/>
                    </a:pPr>
                    <a:endParaRPr lang="en-US" sz="1050">
                      <a:latin typeface="+mj-lt"/>
                    </a:endParaRPr>
                  </a:p>
                </p:txBody>
              </p:sp>
              <p:sp>
                <p:nvSpPr>
                  <p:cNvPr id="41570" name="Freeform 349">
                    <a:extLst>
                      <a:ext uri="{FF2B5EF4-FFF2-40B4-BE49-F238E27FC236}">
                        <a16:creationId xmlns="" xmlns:a16="http://schemas.microsoft.com/office/drawing/2014/main" id="{EA879C00-5F38-6FD5-4A2B-D9D0CC91113F}"/>
                      </a:ext>
                    </a:extLst>
                  </p:cNvPr>
                  <p:cNvSpPr>
                    <a:spLocks/>
                  </p:cNvSpPr>
                  <p:nvPr/>
                </p:nvSpPr>
                <p:spPr bwMode="auto">
                  <a:xfrm>
                    <a:off x="2207" y="2115"/>
                    <a:ext cx="99" cy="110"/>
                  </a:xfrm>
                  <a:custGeom>
                    <a:avLst/>
                    <a:gdLst>
                      <a:gd name="T0" fmla="*/ 0 w 603"/>
                      <a:gd name="T1" fmla="*/ 0 h 604"/>
                      <a:gd name="T2" fmla="*/ 0 w 603"/>
                      <a:gd name="T3" fmla="*/ 0 h 604"/>
                      <a:gd name="T4" fmla="*/ 0 w 603"/>
                      <a:gd name="T5" fmla="*/ 0 h 604"/>
                      <a:gd name="T6" fmla="*/ 0 w 603"/>
                      <a:gd name="T7" fmla="*/ 0 h 604"/>
                      <a:gd name="T8" fmla="*/ 0 w 603"/>
                      <a:gd name="T9" fmla="*/ 0 h 604"/>
                      <a:gd name="T10" fmla="*/ 0 w 603"/>
                      <a:gd name="T11" fmla="*/ 0 h 604"/>
                      <a:gd name="T12" fmla="*/ 0 w 603"/>
                      <a:gd name="T13" fmla="*/ 0 h 604"/>
                      <a:gd name="T14" fmla="*/ 0 w 603"/>
                      <a:gd name="T15" fmla="*/ 0 h 604"/>
                      <a:gd name="T16" fmla="*/ 0 w 603"/>
                      <a:gd name="T17" fmla="*/ 0 h 604"/>
                      <a:gd name="T18" fmla="*/ 0 w 603"/>
                      <a:gd name="T19" fmla="*/ 0 h 604"/>
                      <a:gd name="T20" fmla="*/ 0 w 603"/>
                      <a:gd name="T21" fmla="*/ 0 h 604"/>
                      <a:gd name="T22" fmla="*/ 0 w 603"/>
                      <a:gd name="T23" fmla="*/ 0 h 604"/>
                      <a:gd name="T24" fmla="*/ 0 w 603"/>
                      <a:gd name="T25" fmla="*/ 0 h 604"/>
                      <a:gd name="T26" fmla="*/ 0 w 603"/>
                      <a:gd name="T27" fmla="*/ 0 h 604"/>
                      <a:gd name="T28" fmla="*/ 0 w 603"/>
                      <a:gd name="T29" fmla="*/ 0 h 604"/>
                      <a:gd name="T30" fmla="*/ 0 w 603"/>
                      <a:gd name="T31" fmla="*/ 0 h 604"/>
                      <a:gd name="T32" fmla="*/ 0 w 603"/>
                      <a:gd name="T33" fmla="*/ 0 h 604"/>
                      <a:gd name="T34" fmla="*/ 0 w 603"/>
                      <a:gd name="T35" fmla="*/ 0 h 604"/>
                      <a:gd name="T36" fmla="*/ 0 w 603"/>
                      <a:gd name="T37" fmla="*/ 0 h 604"/>
                      <a:gd name="T38" fmla="*/ 0 w 603"/>
                      <a:gd name="T39" fmla="*/ 0 h 604"/>
                      <a:gd name="T40" fmla="*/ 0 w 603"/>
                      <a:gd name="T41" fmla="*/ 0 h 604"/>
                      <a:gd name="T42" fmla="*/ 0 w 603"/>
                      <a:gd name="T43" fmla="*/ 0 h 604"/>
                      <a:gd name="T44" fmla="*/ 0 w 603"/>
                      <a:gd name="T45" fmla="*/ 0 h 604"/>
                      <a:gd name="T46" fmla="*/ 0 w 603"/>
                      <a:gd name="T47" fmla="*/ 0 h 604"/>
                      <a:gd name="T48" fmla="*/ 0 w 603"/>
                      <a:gd name="T49" fmla="*/ 0 h 604"/>
                      <a:gd name="T50" fmla="*/ 0 w 603"/>
                      <a:gd name="T51" fmla="*/ 0 h 604"/>
                      <a:gd name="T52" fmla="*/ 0 w 603"/>
                      <a:gd name="T53" fmla="*/ 0 h 604"/>
                      <a:gd name="T54" fmla="*/ 0 w 603"/>
                      <a:gd name="T55" fmla="*/ 0 h 604"/>
                      <a:gd name="T56" fmla="*/ 0 w 603"/>
                      <a:gd name="T57" fmla="*/ 0 h 604"/>
                      <a:gd name="T58" fmla="*/ 0 w 603"/>
                      <a:gd name="T59" fmla="*/ 0 h 604"/>
                      <a:gd name="T60" fmla="*/ 0 w 603"/>
                      <a:gd name="T61" fmla="*/ 0 h 604"/>
                      <a:gd name="T62" fmla="*/ 0 w 603"/>
                      <a:gd name="T63" fmla="*/ 0 h 604"/>
                      <a:gd name="T64" fmla="*/ 0 w 603"/>
                      <a:gd name="T65" fmla="*/ 0 h 604"/>
                      <a:gd name="T66" fmla="*/ 0 w 603"/>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4"/>
                      <a:gd name="T104" fmla="*/ 603 w 603"/>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4">
                        <a:moveTo>
                          <a:pt x="603" y="0"/>
                        </a:moveTo>
                        <a:lnTo>
                          <a:pt x="603" y="0"/>
                        </a:lnTo>
                        <a:lnTo>
                          <a:pt x="573" y="1"/>
                        </a:lnTo>
                        <a:lnTo>
                          <a:pt x="542" y="3"/>
                        </a:lnTo>
                        <a:lnTo>
                          <a:pt x="512" y="8"/>
                        </a:lnTo>
                        <a:lnTo>
                          <a:pt x="482" y="13"/>
                        </a:lnTo>
                        <a:lnTo>
                          <a:pt x="453" y="20"/>
                        </a:lnTo>
                        <a:lnTo>
                          <a:pt x="425" y="28"/>
                        </a:lnTo>
                        <a:lnTo>
                          <a:pt x="397" y="37"/>
                        </a:lnTo>
                        <a:lnTo>
                          <a:pt x="369" y="48"/>
                        </a:lnTo>
                        <a:lnTo>
                          <a:pt x="342" y="61"/>
                        </a:lnTo>
                        <a:lnTo>
                          <a:pt x="316" y="74"/>
                        </a:lnTo>
                        <a:lnTo>
                          <a:pt x="291" y="88"/>
                        </a:lnTo>
                        <a:lnTo>
                          <a:pt x="266" y="103"/>
                        </a:lnTo>
                        <a:lnTo>
                          <a:pt x="242" y="121"/>
                        </a:lnTo>
                        <a:lnTo>
                          <a:pt x="219" y="139"/>
                        </a:lnTo>
                        <a:lnTo>
                          <a:pt x="198" y="158"/>
                        </a:lnTo>
                        <a:lnTo>
                          <a:pt x="177" y="177"/>
                        </a:lnTo>
                        <a:lnTo>
                          <a:pt x="158" y="199"/>
                        </a:lnTo>
                        <a:lnTo>
                          <a:pt x="138" y="221"/>
                        </a:lnTo>
                        <a:lnTo>
                          <a:pt x="121" y="243"/>
                        </a:lnTo>
                        <a:lnTo>
                          <a:pt x="103" y="267"/>
                        </a:lnTo>
                        <a:lnTo>
                          <a:pt x="88" y="291"/>
                        </a:lnTo>
                        <a:lnTo>
                          <a:pt x="73" y="316"/>
                        </a:lnTo>
                        <a:lnTo>
                          <a:pt x="60" y="342"/>
                        </a:lnTo>
                        <a:lnTo>
                          <a:pt x="48" y="370"/>
                        </a:lnTo>
                        <a:lnTo>
                          <a:pt x="37" y="397"/>
                        </a:lnTo>
                        <a:lnTo>
                          <a:pt x="27" y="425"/>
                        </a:lnTo>
                        <a:lnTo>
                          <a:pt x="20" y="454"/>
                        </a:lnTo>
                        <a:lnTo>
                          <a:pt x="13" y="483"/>
                        </a:lnTo>
                        <a:lnTo>
                          <a:pt x="6" y="513"/>
                        </a:lnTo>
                        <a:lnTo>
                          <a:pt x="3" y="543"/>
                        </a:lnTo>
                        <a:lnTo>
                          <a:pt x="1" y="574"/>
                        </a:lnTo>
                        <a:lnTo>
                          <a:pt x="0" y="604"/>
                        </a:lnTo>
                        <a:lnTo>
                          <a:pt x="179" y="604"/>
                        </a:lnTo>
                        <a:lnTo>
                          <a:pt x="180" y="581"/>
                        </a:lnTo>
                        <a:lnTo>
                          <a:pt x="181" y="561"/>
                        </a:lnTo>
                        <a:lnTo>
                          <a:pt x="185" y="539"/>
                        </a:lnTo>
                        <a:lnTo>
                          <a:pt x="188" y="518"/>
                        </a:lnTo>
                        <a:lnTo>
                          <a:pt x="192" y="498"/>
                        </a:lnTo>
                        <a:lnTo>
                          <a:pt x="199" y="478"/>
                        </a:lnTo>
                        <a:lnTo>
                          <a:pt x="205" y="459"/>
                        </a:lnTo>
                        <a:lnTo>
                          <a:pt x="213" y="439"/>
                        </a:lnTo>
                        <a:lnTo>
                          <a:pt x="222" y="421"/>
                        </a:lnTo>
                        <a:lnTo>
                          <a:pt x="230" y="402"/>
                        </a:lnTo>
                        <a:lnTo>
                          <a:pt x="241" y="385"/>
                        </a:lnTo>
                        <a:lnTo>
                          <a:pt x="252" y="367"/>
                        </a:lnTo>
                        <a:lnTo>
                          <a:pt x="264" y="351"/>
                        </a:lnTo>
                        <a:lnTo>
                          <a:pt x="276" y="335"/>
                        </a:lnTo>
                        <a:lnTo>
                          <a:pt x="290" y="320"/>
                        </a:lnTo>
                        <a:lnTo>
                          <a:pt x="304" y="304"/>
                        </a:lnTo>
                        <a:lnTo>
                          <a:pt x="318" y="290"/>
                        </a:lnTo>
                        <a:lnTo>
                          <a:pt x="335" y="277"/>
                        </a:lnTo>
                        <a:lnTo>
                          <a:pt x="350" y="264"/>
                        </a:lnTo>
                        <a:lnTo>
                          <a:pt x="367" y="252"/>
                        </a:lnTo>
                        <a:lnTo>
                          <a:pt x="385" y="241"/>
                        </a:lnTo>
                        <a:lnTo>
                          <a:pt x="402" y="232"/>
                        </a:lnTo>
                        <a:lnTo>
                          <a:pt x="420" y="222"/>
                        </a:lnTo>
                        <a:lnTo>
                          <a:pt x="439" y="213"/>
                        </a:lnTo>
                        <a:lnTo>
                          <a:pt x="458" y="205"/>
                        </a:lnTo>
                        <a:lnTo>
                          <a:pt x="478" y="199"/>
                        </a:lnTo>
                        <a:lnTo>
                          <a:pt x="498" y="193"/>
                        </a:lnTo>
                        <a:lnTo>
                          <a:pt x="518" y="188"/>
                        </a:lnTo>
                        <a:lnTo>
                          <a:pt x="539" y="185"/>
                        </a:lnTo>
                        <a:lnTo>
                          <a:pt x="561" y="182"/>
                        </a:lnTo>
                        <a:lnTo>
                          <a:pt x="581" y="180"/>
                        </a:lnTo>
                        <a:lnTo>
                          <a:pt x="603" y="180"/>
                        </a:lnTo>
                        <a:lnTo>
                          <a:pt x="603" y="0"/>
                        </a:lnTo>
                        <a:close/>
                      </a:path>
                    </a:pathLst>
                  </a:custGeom>
                  <a:solidFill>
                    <a:srgbClr val="EF2B2F"/>
                  </a:solidFill>
                  <a:ln>
                    <a:noFill/>
                  </a:ln>
                </p:spPr>
                <p:txBody>
                  <a:bodyPr/>
                  <a:lstStyle/>
                  <a:p>
                    <a:pPr>
                      <a:defRPr/>
                    </a:pPr>
                    <a:endParaRPr lang="en-US" sz="1050">
                      <a:latin typeface="+mj-lt"/>
                    </a:endParaRPr>
                  </a:p>
                </p:txBody>
              </p:sp>
              <p:sp>
                <p:nvSpPr>
                  <p:cNvPr id="41571" name="Freeform 350">
                    <a:extLst>
                      <a:ext uri="{FF2B5EF4-FFF2-40B4-BE49-F238E27FC236}">
                        <a16:creationId xmlns="" xmlns:a16="http://schemas.microsoft.com/office/drawing/2014/main" id="{1E1E7747-26E4-4D9B-6A1E-7C88B3ADA553}"/>
                      </a:ext>
                    </a:extLst>
                  </p:cNvPr>
                  <p:cNvSpPr>
                    <a:spLocks/>
                  </p:cNvSpPr>
                  <p:nvPr/>
                </p:nvSpPr>
                <p:spPr bwMode="auto">
                  <a:xfrm>
                    <a:off x="2453" y="2017"/>
                    <a:ext cx="99" cy="102"/>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604" y="603"/>
                        </a:moveTo>
                        <a:lnTo>
                          <a:pt x="604" y="603"/>
                        </a:lnTo>
                        <a:lnTo>
                          <a:pt x="603" y="572"/>
                        </a:lnTo>
                        <a:lnTo>
                          <a:pt x="601" y="542"/>
                        </a:lnTo>
                        <a:lnTo>
                          <a:pt x="596" y="511"/>
                        </a:lnTo>
                        <a:lnTo>
                          <a:pt x="591" y="482"/>
                        </a:lnTo>
                        <a:lnTo>
                          <a:pt x="584" y="453"/>
                        </a:lnTo>
                        <a:lnTo>
                          <a:pt x="576" y="425"/>
                        </a:lnTo>
                        <a:lnTo>
                          <a:pt x="567" y="396"/>
                        </a:lnTo>
                        <a:lnTo>
                          <a:pt x="556" y="369"/>
                        </a:lnTo>
                        <a:lnTo>
                          <a:pt x="544" y="342"/>
                        </a:lnTo>
                        <a:lnTo>
                          <a:pt x="530" y="316"/>
                        </a:lnTo>
                        <a:lnTo>
                          <a:pt x="516" y="291"/>
                        </a:lnTo>
                        <a:lnTo>
                          <a:pt x="501" y="266"/>
                        </a:lnTo>
                        <a:lnTo>
                          <a:pt x="483" y="242"/>
                        </a:lnTo>
                        <a:lnTo>
                          <a:pt x="465" y="219"/>
                        </a:lnTo>
                        <a:lnTo>
                          <a:pt x="447" y="197"/>
                        </a:lnTo>
                        <a:lnTo>
                          <a:pt x="427" y="177"/>
                        </a:lnTo>
                        <a:lnTo>
                          <a:pt x="405" y="157"/>
                        </a:lnTo>
                        <a:lnTo>
                          <a:pt x="384" y="138"/>
                        </a:lnTo>
                        <a:lnTo>
                          <a:pt x="361" y="120"/>
                        </a:lnTo>
                        <a:lnTo>
                          <a:pt x="337" y="103"/>
                        </a:lnTo>
                        <a:lnTo>
                          <a:pt x="313" y="88"/>
                        </a:lnTo>
                        <a:lnTo>
                          <a:pt x="288" y="74"/>
                        </a:lnTo>
                        <a:lnTo>
                          <a:pt x="262" y="59"/>
                        </a:lnTo>
                        <a:lnTo>
                          <a:pt x="235" y="47"/>
                        </a:lnTo>
                        <a:lnTo>
                          <a:pt x="208" y="37"/>
                        </a:lnTo>
                        <a:lnTo>
                          <a:pt x="179" y="27"/>
                        </a:lnTo>
                        <a:lnTo>
                          <a:pt x="151" y="19"/>
                        </a:lnTo>
                        <a:lnTo>
                          <a:pt x="122" y="13"/>
                        </a:lnTo>
                        <a:lnTo>
                          <a:pt x="91" y="6"/>
                        </a:lnTo>
                        <a:lnTo>
                          <a:pt x="62" y="3"/>
                        </a:lnTo>
                        <a:lnTo>
                          <a:pt x="32" y="1"/>
                        </a:lnTo>
                        <a:lnTo>
                          <a:pt x="0" y="0"/>
                        </a:lnTo>
                        <a:lnTo>
                          <a:pt x="0" y="179"/>
                        </a:lnTo>
                        <a:lnTo>
                          <a:pt x="22" y="180"/>
                        </a:lnTo>
                        <a:lnTo>
                          <a:pt x="43" y="181"/>
                        </a:lnTo>
                        <a:lnTo>
                          <a:pt x="65" y="184"/>
                        </a:lnTo>
                        <a:lnTo>
                          <a:pt x="86" y="188"/>
                        </a:lnTo>
                        <a:lnTo>
                          <a:pt x="106" y="192"/>
                        </a:lnTo>
                        <a:lnTo>
                          <a:pt x="126" y="199"/>
                        </a:lnTo>
                        <a:lnTo>
                          <a:pt x="146" y="205"/>
                        </a:lnTo>
                        <a:lnTo>
                          <a:pt x="165" y="213"/>
                        </a:lnTo>
                        <a:lnTo>
                          <a:pt x="184" y="221"/>
                        </a:lnTo>
                        <a:lnTo>
                          <a:pt x="202" y="230"/>
                        </a:lnTo>
                        <a:lnTo>
                          <a:pt x="219" y="241"/>
                        </a:lnTo>
                        <a:lnTo>
                          <a:pt x="237" y="252"/>
                        </a:lnTo>
                        <a:lnTo>
                          <a:pt x="253" y="264"/>
                        </a:lnTo>
                        <a:lnTo>
                          <a:pt x="269" y="276"/>
                        </a:lnTo>
                        <a:lnTo>
                          <a:pt x="285" y="290"/>
                        </a:lnTo>
                        <a:lnTo>
                          <a:pt x="300" y="304"/>
                        </a:lnTo>
                        <a:lnTo>
                          <a:pt x="314" y="318"/>
                        </a:lnTo>
                        <a:lnTo>
                          <a:pt x="327" y="334"/>
                        </a:lnTo>
                        <a:lnTo>
                          <a:pt x="340" y="350"/>
                        </a:lnTo>
                        <a:lnTo>
                          <a:pt x="352" y="367"/>
                        </a:lnTo>
                        <a:lnTo>
                          <a:pt x="363" y="384"/>
                        </a:lnTo>
                        <a:lnTo>
                          <a:pt x="373" y="402"/>
                        </a:lnTo>
                        <a:lnTo>
                          <a:pt x="382" y="420"/>
                        </a:lnTo>
                        <a:lnTo>
                          <a:pt x="391" y="439"/>
                        </a:lnTo>
                        <a:lnTo>
                          <a:pt x="399" y="457"/>
                        </a:lnTo>
                        <a:lnTo>
                          <a:pt x="405" y="478"/>
                        </a:lnTo>
                        <a:lnTo>
                          <a:pt x="411" y="497"/>
                        </a:lnTo>
                        <a:lnTo>
                          <a:pt x="416" y="518"/>
                        </a:lnTo>
                        <a:lnTo>
                          <a:pt x="419" y="539"/>
                        </a:lnTo>
                        <a:lnTo>
                          <a:pt x="423" y="560"/>
                        </a:lnTo>
                        <a:lnTo>
                          <a:pt x="424" y="581"/>
                        </a:lnTo>
                        <a:lnTo>
                          <a:pt x="424" y="603"/>
                        </a:lnTo>
                        <a:lnTo>
                          <a:pt x="604" y="603"/>
                        </a:lnTo>
                        <a:close/>
                      </a:path>
                    </a:pathLst>
                  </a:custGeom>
                  <a:solidFill>
                    <a:srgbClr val="EF2B2F"/>
                  </a:solidFill>
                  <a:ln>
                    <a:noFill/>
                  </a:ln>
                </p:spPr>
                <p:txBody>
                  <a:bodyPr/>
                  <a:lstStyle/>
                  <a:p>
                    <a:pPr>
                      <a:defRPr/>
                    </a:pPr>
                    <a:endParaRPr lang="en-US" sz="1050">
                      <a:latin typeface="+mj-lt"/>
                    </a:endParaRPr>
                  </a:p>
                </p:txBody>
              </p:sp>
              <p:sp>
                <p:nvSpPr>
                  <p:cNvPr id="41572" name="Freeform 351">
                    <a:extLst>
                      <a:ext uri="{FF2B5EF4-FFF2-40B4-BE49-F238E27FC236}">
                        <a16:creationId xmlns="" xmlns:a16="http://schemas.microsoft.com/office/drawing/2014/main" id="{3A0C2432-E7E2-1A84-D590-64B1EBDA33E8}"/>
                      </a:ext>
                    </a:extLst>
                  </p:cNvPr>
                  <p:cNvSpPr>
                    <a:spLocks/>
                  </p:cNvSpPr>
                  <p:nvPr/>
                </p:nvSpPr>
                <p:spPr bwMode="auto">
                  <a:xfrm>
                    <a:off x="2453" y="2119"/>
                    <a:ext cx="99" cy="106"/>
                  </a:xfrm>
                  <a:custGeom>
                    <a:avLst/>
                    <a:gdLst>
                      <a:gd name="T0" fmla="*/ 0 w 604"/>
                      <a:gd name="T1" fmla="*/ 0 h 604"/>
                      <a:gd name="T2" fmla="*/ 0 w 604"/>
                      <a:gd name="T3" fmla="*/ 0 h 604"/>
                      <a:gd name="T4" fmla="*/ 0 w 604"/>
                      <a:gd name="T5" fmla="*/ 0 h 604"/>
                      <a:gd name="T6" fmla="*/ 0 w 604"/>
                      <a:gd name="T7" fmla="*/ 0 h 604"/>
                      <a:gd name="T8" fmla="*/ 0 w 604"/>
                      <a:gd name="T9" fmla="*/ 0 h 604"/>
                      <a:gd name="T10" fmla="*/ 0 w 604"/>
                      <a:gd name="T11" fmla="*/ 0 h 604"/>
                      <a:gd name="T12" fmla="*/ 0 w 604"/>
                      <a:gd name="T13" fmla="*/ 0 h 604"/>
                      <a:gd name="T14" fmla="*/ 0 w 604"/>
                      <a:gd name="T15" fmla="*/ 0 h 604"/>
                      <a:gd name="T16" fmla="*/ 0 w 604"/>
                      <a:gd name="T17" fmla="*/ 0 h 604"/>
                      <a:gd name="T18" fmla="*/ 0 w 604"/>
                      <a:gd name="T19" fmla="*/ 0 h 604"/>
                      <a:gd name="T20" fmla="*/ 0 w 604"/>
                      <a:gd name="T21" fmla="*/ 0 h 604"/>
                      <a:gd name="T22" fmla="*/ 0 w 604"/>
                      <a:gd name="T23" fmla="*/ 0 h 604"/>
                      <a:gd name="T24" fmla="*/ 0 w 604"/>
                      <a:gd name="T25" fmla="*/ 0 h 604"/>
                      <a:gd name="T26" fmla="*/ 0 w 604"/>
                      <a:gd name="T27" fmla="*/ 0 h 604"/>
                      <a:gd name="T28" fmla="*/ 0 w 604"/>
                      <a:gd name="T29" fmla="*/ 0 h 604"/>
                      <a:gd name="T30" fmla="*/ 0 w 604"/>
                      <a:gd name="T31" fmla="*/ 0 h 604"/>
                      <a:gd name="T32" fmla="*/ 0 w 604"/>
                      <a:gd name="T33" fmla="*/ 0 h 604"/>
                      <a:gd name="T34" fmla="*/ 0 w 604"/>
                      <a:gd name="T35" fmla="*/ 0 h 604"/>
                      <a:gd name="T36" fmla="*/ 0 w 604"/>
                      <a:gd name="T37" fmla="*/ 0 h 604"/>
                      <a:gd name="T38" fmla="*/ 0 w 604"/>
                      <a:gd name="T39" fmla="*/ 0 h 604"/>
                      <a:gd name="T40" fmla="*/ 0 w 604"/>
                      <a:gd name="T41" fmla="*/ 0 h 604"/>
                      <a:gd name="T42" fmla="*/ 0 w 604"/>
                      <a:gd name="T43" fmla="*/ 0 h 604"/>
                      <a:gd name="T44" fmla="*/ 0 w 604"/>
                      <a:gd name="T45" fmla="*/ 0 h 604"/>
                      <a:gd name="T46" fmla="*/ 0 w 604"/>
                      <a:gd name="T47" fmla="*/ 0 h 604"/>
                      <a:gd name="T48" fmla="*/ 0 w 604"/>
                      <a:gd name="T49" fmla="*/ 0 h 604"/>
                      <a:gd name="T50" fmla="*/ 0 w 604"/>
                      <a:gd name="T51" fmla="*/ 0 h 604"/>
                      <a:gd name="T52" fmla="*/ 0 w 604"/>
                      <a:gd name="T53" fmla="*/ 0 h 604"/>
                      <a:gd name="T54" fmla="*/ 0 w 604"/>
                      <a:gd name="T55" fmla="*/ 0 h 604"/>
                      <a:gd name="T56" fmla="*/ 0 w 604"/>
                      <a:gd name="T57" fmla="*/ 0 h 604"/>
                      <a:gd name="T58" fmla="*/ 0 w 604"/>
                      <a:gd name="T59" fmla="*/ 0 h 604"/>
                      <a:gd name="T60" fmla="*/ 0 w 604"/>
                      <a:gd name="T61" fmla="*/ 0 h 604"/>
                      <a:gd name="T62" fmla="*/ 0 w 604"/>
                      <a:gd name="T63" fmla="*/ 0 h 604"/>
                      <a:gd name="T64" fmla="*/ 0 w 604"/>
                      <a:gd name="T65" fmla="*/ 0 h 604"/>
                      <a:gd name="T66" fmla="*/ 0 w 604"/>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4"/>
                      <a:gd name="T104" fmla="*/ 604 w 604"/>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4">
                        <a:moveTo>
                          <a:pt x="0" y="604"/>
                        </a:moveTo>
                        <a:lnTo>
                          <a:pt x="0" y="604"/>
                        </a:lnTo>
                        <a:lnTo>
                          <a:pt x="30" y="603"/>
                        </a:lnTo>
                        <a:lnTo>
                          <a:pt x="62" y="601"/>
                        </a:lnTo>
                        <a:lnTo>
                          <a:pt x="91" y="596"/>
                        </a:lnTo>
                        <a:lnTo>
                          <a:pt x="122" y="591"/>
                        </a:lnTo>
                        <a:lnTo>
                          <a:pt x="151" y="584"/>
                        </a:lnTo>
                        <a:lnTo>
                          <a:pt x="179" y="577"/>
                        </a:lnTo>
                        <a:lnTo>
                          <a:pt x="208" y="567"/>
                        </a:lnTo>
                        <a:lnTo>
                          <a:pt x="235" y="556"/>
                        </a:lnTo>
                        <a:lnTo>
                          <a:pt x="262" y="544"/>
                        </a:lnTo>
                        <a:lnTo>
                          <a:pt x="288" y="530"/>
                        </a:lnTo>
                        <a:lnTo>
                          <a:pt x="313" y="516"/>
                        </a:lnTo>
                        <a:lnTo>
                          <a:pt x="337" y="501"/>
                        </a:lnTo>
                        <a:lnTo>
                          <a:pt x="361" y="483"/>
                        </a:lnTo>
                        <a:lnTo>
                          <a:pt x="384" y="466"/>
                        </a:lnTo>
                        <a:lnTo>
                          <a:pt x="405" y="446"/>
                        </a:lnTo>
                        <a:lnTo>
                          <a:pt x="427" y="427"/>
                        </a:lnTo>
                        <a:lnTo>
                          <a:pt x="447" y="405"/>
                        </a:lnTo>
                        <a:lnTo>
                          <a:pt x="465" y="383"/>
                        </a:lnTo>
                        <a:lnTo>
                          <a:pt x="483" y="360"/>
                        </a:lnTo>
                        <a:lnTo>
                          <a:pt x="501" y="338"/>
                        </a:lnTo>
                        <a:lnTo>
                          <a:pt x="516" y="313"/>
                        </a:lnTo>
                        <a:lnTo>
                          <a:pt x="530" y="288"/>
                        </a:lnTo>
                        <a:lnTo>
                          <a:pt x="544" y="262"/>
                        </a:lnTo>
                        <a:lnTo>
                          <a:pt x="556" y="234"/>
                        </a:lnTo>
                        <a:lnTo>
                          <a:pt x="567" y="207"/>
                        </a:lnTo>
                        <a:lnTo>
                          <a:pt x="576" y="179"/>
                        </a:lnTo>
                        <a:lnTo>
                          <a:pt x="584" y="151"/>
                        </a:lnTo>
                        <a:lnTo>
                          <a:pt x="591" y="121"/>
                        </a:lnTo>
                        <a:lnTo>
                          <a:pt x="596" y="92"/>
                        </a:lnTo>
                        <a:lnTo>
                          <a:pt x="601" y="62"/>
                        </a:lnTo>
                        <a:lnTo>
                          <a:pt x="603" y="31"/>
                        </a:lnTo>
                        <a:lnTo>
                          <a:pt x="604" y="0"/>
                        </a:lnTo>
                        <a:lnTo>
                          <a:pt x="424" y="0"/>
                        </a:lnTo>
                        <a:lnTo>
                          <a:pt x="424" y="21"/>
                        </a:lnTo>
                        <a:lnTo>
                          <a:pt x="423" y="43"/>
                        </a:lnTo>
                        <a:lnTo>
                          <a:pt x="419" y="65"/>
                        </a:lnTo>
                        <a:lnTo>
                          <a:pt x="416" y="86"/>
                        </a:lnTo>
                        <a:lnTo>
                          <a:pt x="411" y="106"/>
                        </a:lnTo>
                        <a:lnTo>
                          <a:pt x="405" y="126"/>
                        </a:lnTo>
                        <a:lnTo>
                          <a:pt x="399" y="145"/>
                        </a:lnTo>
                        <a:lnTo>
                          <a:pt x="391" y="165"/>
                        </a:lnTo>
                        <a:lnTo>
                          <a:pt x="382" y="183"/>
                        </a:lnTo>
                        <a:lnTo>
                          <a:pt x="373" y="202"/>
                        </a:lnTo>
                        <a:lnTo>
                          <a:pt x="363" y="219"/>
                        </a:lnTo>
                        <a:lnTo>
                          <a:pt x="352" y="237"/>
                        </a:lnTo>
                        <a:lnTo>
                          <a:pt x="340" y="254"/>
                        </a:lnTo>
                        <a:lnTo>
                          <a:pt x="327" y="269"/>
                        </a:lnTo>
                        <a:lnTo>
                          <a:pt x="314" y="284"/>
                        </a:lnTo>
                        <a:lnTo>
                          <a:pt x="300" y="300"/>
                        </a:lnTo>
                        <a:lnTo>
                          <a:pt x="285" y="314"/>
                        </a:lnTo>
                        <a:lnTo>
                          <a:pt x="269" y="327"/>
                        </a:lnTo>
                        <a:lnTo>
                          <a:pt x="253" y="340"/>
                        </a:lnTo>
                        <a:lnTo>
                          <a:pt x="237" y="352"/>
                        </a:lnTo>
                        <a:lnTo>
                          <a:pt x="219" y="363"/>
                        </a:lnTo>
                        <a:lnTo>
                          <a:pt x="202" y="374"/>
                        </a:lnTo>
                        <a:lnTo>
                          <a:pt x="184" y="382"/>
                        </a:lnTo>
                        <a:lnTo>
                          <a:pt x="165" y="391"/>
                        </a:lnTo>
                        <a:lnTo>
                          <a:pt x="146" y="399"/>
                        </a:lnTo>
                        <a:lnTo>
                          <a:pt x="126" y="405"/>
                        </a:lnTo>
                        <a:lnTo>
                          <a:pt x="106" y="410"/>
                        </a:lnTo>
                        <a:lnTo>
                          <a:pt x="86" y="416"/>
                        </a:lnTo>
                        <a:lnTo>
                          <a:pt x="65" y="419"/>
                        </a:lnTo>
                        <a:lnTo>
                          <a:pt x="43" y="422"/>
                        </a:lnTo>
                        <a:lnTo>
                          <a:pt x="23" y="423"/>
                        </a:lnTo>
                        <a:lnTo>
                          <a:pt x="0" y="423"/>
                        </a:lnTo>
                        <a:lnTo>
                          <a:pt x="0" y="604"/>
                        </a:lnTo>
                        <a:close/>
                      </a:path>
                    </a:pathLst>
                  </a:custGeom>
                  <a:solidFill>
                    <a:srgbClr val="EF2B2F"/>
                  </a:solidFill>
                  <a:ln>
                    <a:noFill/>
                  </a:ln>
                </p:spPr>
                <p:txBody>
                  <a:bodyPr/>
                  <a:lstStyle/>
                  <a:p>
                    <a:pPr>
                      <a:defRPr/>
                    </a:pPr>
                    <a:endParaRPr lang="en-US" sz="1050">
                      <a:latin typeface="+mj-lt"/>
                    </a:endParaRPr>
                  </a:p>
                </p:txBody>
              </p:sp>
              <p:sp>
                <p:nvSpPr>
                  <p:cNvPr id="41573" name="Freeform 352">
                    <a:extLst>
                      <a:ext uri="{FF2B5EF4-FFF2-40B4-BE49-F238E27FC236}">
                        <a16:creationId xmlns="" xmlns:a16="http://schemas.microsoft.com/office/drawing/2014/main" id="{EDF59F03-E80E-DA59-345B-9763E3F12279}"/>
                      </a:ext>
                    </a:extLst>
                  </p:cNvPr>
                  <p:cNvSpPr>
                    <a:spLocks/>
                  </p:cNvSpPr>
                  <p:nvPr/>
                </p:nvSpPr>
                <p:spPr bwMode="auto">
                  <a:xfrm>
                    <a:off x="2354" y="2119"/>
                    <a:ext cx="99" cy="106"/>
                  </a:xfrm>
                  <a:custGeom>
                    <a:avLst/>
                    <a:gdLst>
                      <a:gd name="T0" fmla="*/ 0 w 603"/>
                      <a:gd name="T1" fmla="*/ 0 h 604"/>
                      <a:gd name="T2" fmla="*/ 0 w 603"/>
                      <a:gd name="T3" fmla="*/ 0 h 604"/>
                      <a:gd name="T4" fmla="*/ 0 w 603"/>
                      <a:gd name="T5" fmla="*/ 0 h 604"/>
                      <a:gd name="T6" fmla="*/ 0 w 603"/>
                      <a:gd name="T7" fmla="*/ 0 h 604"/>
                      <a:gd name="T8" fmla="*/ 0 w 603"/>
                      <a:gd name="T9" fmla="*/ 0 h 604"/>
                      <a:gd name="T10" fmla="*/ 0 w 603"/>
                      <a:gd name="T11" fmla="*/ 0 h 604"/>
                      <a:gd name="T12" fmla="*/ 0 w 603"/>
                      <a:gd name="T13" fmla="*/ 0 h 604"/>
                      <a:gd name="T14" fmla="*/ 0 w 603"/>
                      <a:gd name="T15" fmla="*/ 0 h 604"/>
                      <a:gd name="T16" fmla="*/ 0 w 603"/>
                      <a:gd name="T17" fmla="*/ 0 h 604"/>
                      <a:gd name="T18" fmla="*/ 0 w 603"/>
                      <a:gd name="T19" fmla="*/ 0 h 604"/>
                      <a:gd name="T20" fmla="*/ 0 w 603"/>
                      <a:gd name="T21" fmla="*/ 0 h 604"/>
                      <a:gd name="T22" fmla="*/ 0 w 603"/>
                      <a:gd name="T23" fmla="*/ 0 h 604"/>
                      <a:gd name="T24" fmla="*/ 0 w 603"/>
                      <a:gd name="T25" fmla="*/ 0 h 604"/>
                      <a:gd name="T26" fmla="*/ 0 w 603"/>
                      <a:gd name="T27" fmla="*/ 0 h 604"/>
                      <a:gd name="T28" fmla="*/ 0 w 603"/>
                      <a:gd name="T29" fmla="*/ 0 h 604"/>
                      <a:gd name="T30" fmla="*/ 0 w 603"/>
                      <a:gd name="T31" fmla="*/ 0 h 604"/>
                      <a:gd name="T32" fmla="*/ 0 w 603"/>
                      <a:gd name="T33" fmla="*/ 0 h 604"/>
                      <a:gd name="T34" fmla="*/ 0 w 603"/>
                      <a:gd name="T35" fmla="*/ 0 h 604"/>
                      <a:gd name="T36" fmla="*/ 0 w 603"/>
                      <a:gd name="T37" fmla="*/ 0 h 604"/>
                      <a:gd name="T38" fmla="*/ 0 w 603"/>
                      <a:gd name="T39" fmla="*/ 0 h 604"/>
                      <a:gd name="T40" fmla="*/ 0 w 603"/>
                      <a:gd name="T41" fmla="*/ 0 h 604"/>
                      <a:gd name="T42" fmla="*/ 0 w 603"/>
                      <a:gd name="T43" fmla="*/ 0 h 604"/>
                      <a:gd name="T44" fmla="*/ 0 w 603"/>
                      <a:gd name="T45" fmla="*/ 0 h 604"/>
                      <a:gd name="T46" fmla="*/ 0 w 603"/>
                      <a:gd name="T47" fmla="*/ 0 h 604"/>
                      <a:gd name="T48" fmla="*/ 0 w 603"/>
                      <a:gd name="T49" fmla="*/ 0 h 604"/>
                      <a:gd name="T50" fmla="*/ 0 w 603"/>
                      <a:gd name="T51" fmla="*/ 0 h 604"/>
                      <a:gd name="T52" fmla="*/ 0 w 603"/>
                      <a:gd name="T53" fmla="*/ 0 h 604"/>
                      <a:gd name="T54" fmla="*/ 0 w 603"/>
                      <a:gd name="T55" fmla="*/ 0 h 604"/>
                      <a:gd name="T56" fmla="*/ 0 w 603"/>
                      <a:gd name="T57" fmla="*/ 0 h 604"/>
                      <a:gd name="T58" fmla="*/ 0 w 603"/>
                      <a:gd name="T59" fmla="*/ 0 h 604"/>
                      <a:gd name="T60" fmla="*/ 0 w 603"/>
                      <a:gd name="T61" fmla="*/ 0 h 604"/>
                      <a:gd name="T62" fmla="*/ 0 w 603"/>
                      <a:gd name="T63" fmla="*/ 0 h 604"/>
                      <a:gd name="T64" fmla="*/ 0 w 603"/>
                      <a:gd name="T65" fmla="*/ 0 h 604"/>
                      <a:gd name="T66" fmla="*/ 0 w 603"/>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4"/>
                      <a:gd name="T104" fmla="*/ 603 w 603"/>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4">
                        <a:moveTo>
                          <a:pt x="0" y="0"/>
                        </a:moveTo>
                        <a:lnTo>
                          <a:pt x="0" y="0"/>
                        </a:lnTo>
                        <a:lnTo>
                          <a:pt x="1" y="31"/>
                        </a:lnTo>
                        <a:lnTo>
                          <a:pt x="3" y="62"/>
                        </a:lnTo>
                        <a:lnTo>
                          <a:pt x="7" y="92"/>
                        </a:lnTo>
                        <a:lnTo>
                          <a:pt x="13" y="121"/>
                        </a:lnTo>
                        <a:lnTo>
                          <a:pt x="20" y="151"/>
                        </a:lnTo>
                        <a:lnTo>
                          <a:pt x="27" y="179"/>
                        </a:lnTo>
                        <a:lnTo>
                          <a:pt x="37" y="207"/>
                        </a:lnTo>
                        <a:lnTo>
                          <a:pt x="48" y="234"/>
                        </a:lnTo>
                        <a:lnTo>
                          <a:pt x="60" y="262"/>
                        </a:lnTo>
                        <a:lnTo>
                          <a:pt x="74" y="288"/>
                        </a:lnTo>
                        <a:lnTo>
                          <a:pt x="88" y="313"/>
                        </a:lnTo>
                        <a:lnTo>
                          <a:pt x="103" y="338"/>
                        </a:lnTo>
                        <a:lnTo>
                          <a:pt x="121" y="360"/>
                        </a:lnTo>
                        <a:lnTo>
                          <a:pt x="138" y="383"/>
                        </a:lnTo>
                        <a:lnTo>
                          <a:pt x="158" y="405"/>
                        </a:lnTo>
                        <a:lnTo>
                          <a:pt x="177" y="427"/>
                        </a:lnTo>
                        <a:lnTo>
                          <a:pt x="198" y="446"/>
                        </a:lnTo>
                        <a:lnTo>
                          <a:pt x="220" y="466"/>
                        </a:lnTo>
                        <a:lnTo>
                          <a:pt x="242" y="483"/>
                        </a:lnTo>
                        <a:lnTo>
                          <a:pt x="266" y="501"/>
                        </a:lnTo>
                        <a:lnTo>
                          <a:pt x="291" y="516"/>
                        </a:lnTo>
                        <a:lnTo>
                          <a:pt x="316" y="530"/>
                        </a:lnTo>
                        <a:lnTo>
                          <a:pt x="342" y="544"/>
                        </a:lnTo>
                        <a:lnTo>
                          <a:pt x="369" y="556"/>
                        </a:lnTo>
                        <a:lnTo>
                          <a:pt x="397" y="567"/>
                        </a:lnTo>
                        <a:lnTo>
                          <a:pt x="424" y="577"/>
                        </a:lnTo>
                        <a:lnTo>
                          <a:pt x="453" y="584"/>
                        </a:lnTo>
                        <a:lnTo>
                          <a:pt x="482" y="591"/>
                        </a:lnTo>
                        <a:lnTo>
                          <a:pt x="512" y="596"/>
                        </a:lnTo>
                        <a:lnTo>
                          <a:pt x="542" y="601"/>
                        </a:lnTo>
                        <a:lnTo>
                          <a:pt x="573" y="603"/>
                        </a:lnTo>
                        <a:lnTo>
                          <a:pt x="603" y="604"/>
                        </a:lnTo>
                        <a:lnTo>
                          <a:pt x="603" y="423"/>
                        </a:lnTo>
                        <a:lnTo>
                          <a:pt x="581" y="423"/>
                        </a:lnTo>
                        <a:lnTo>
                          <a:pt x="560" y="422"/>
                        </a:lnTo>
                        <a:lnTo>
                          <a:pt x="539" y="419"/>
                        </a:lnTo>
                        <a:lnTo>
                          <a:pt x="518" y="416"/>
                        </a:lnTo>
                        <a:lnTo>
                          <a:pt x="498" y="410"/>
                        </a:lnTo>
                        <a:lnTo>
                          <a:pt x="478" y="405"/>
                        </a:lnTo>
                        <a:lnTo>
                          <a:pt x="457" y="399"/>
                        </a:lnTo>
                        <a:lnTo>
                          <a:pt x="439" y="391"/>
                        </a:lnTo>
                        <a:lnTo>
                          <a:pt x="421" y="382"/>
                        </a:lnTo>
                        <a:lnTo>
                          <a:pt x="402" y="374"/>
                        </a:lnTo>
                        <a:lnTo>
                          <a:pt x="384" y="363"/>
                        </a:lnTo>
                        <a:lnTo>
                          <a:pt x="367" y="352"/>
                        </a:lnTo>
                        <a:lnTo>
                          <a:pt x="350" y="340"/>
                        </a:lnTo>
                        <a:lnTo>
                          <a:pt x="335" y="327"/>
                        </a:lnTo>
                        <a:lnTo>
                          <a:pt x="318" y="314"/>
                        </a:lnTo>
                        <a:lnTo>
                          <a:pt x="304" y="300"/>
                        </a:lnTo>
                        <a:lnTo>
                          <a:pt x="290" y="284"/>
                        </a:lnTo>
                        <a:lnTo>
                          <a:pt x="276" y="269"/>
                        </a:lnTo>
                        <a:lnTo>
                          <a:pt x="264" y="254"/>
                        </a:lnTo>
                        <a:lnTo>
                          <a:pt x="252" y="237"/>
                        </a:lnTo>
                        <a:lnTo>
                          <a:pt x="241" y="219"/>
                        </a:lnTo>
                        <a:lnTo>
                          <a:pt x="230" y="202"/>
                        </a:lnTo>
                        <a:lnTo>
                          <a:pt x="222" y="183"/>
                        </a:lnTo>
                        <a:lnTo>
                          <a:pt x="213" y="165"/>
                        </a:lnTo>
                        <a:lnTo>
                          <a:pt x="205" y="145"/>
                        </a:lnTo>
                        <a:lnTo>
                          <a:pt x="199" y="126"/>
                        </a:lnTo>
                        <a:lnTo>
                          <a:pt x="192" y="106"/>
                        </a:lnTo>
                        <a:lnTo>
                          <a:pt x="188" y="86"/>
                        </a:lnTo>
                        <a:lnTo>
                          <a:pt x="185" y="65"/>
                        </a:lnTo>
                        <a:lnTo>
                          <a:pt x="182" y="44"/>
                        </a:lnTo>
                        <a:lnTo>
                          <a:pt x="180" y="23"/>
                        </a:lnTo>
                        <a:lnTo>
                          <a:pt x="179" y="0"/>
                        </a:lnTo>
                        <a:lnTo>
                          <a:pt x="0" y="0"/>
                        </a:lnTo>
                        <a:close/>
                      </a:path>
                    </a:pathLst>
                  </a:custGeom>
                  <a:solidFill>
                    <a:srgbClr val="EF2B2F"/>
                  </a:solidFill>
                  <a:ln>
                    <a:noFill/>
                  </a:ln>
                </p:spPr>
                <p:txBody>
                  <a:bodyPr/>
                  <a:lstStyle/>
                  <a:p>
                    <a:pPr>
                      <a:defRPr/>
                    </a:pPr>
                    <a:endParaRPr lang="en-US" sz="1050">
                      <a:latin typeface="+mj-lt"/>
                    </a:endParaRPr>
                  </a:p>
                </p:txBody>
              </p:sp>
              <p:sp>
                <p:nvSpPr>
                  <p:cNvPr id="41574" name="Freeform 353">
                    <a:extLst>
                      <a:ext uri="{FF2B5EF4-FFF2-40B4-BE49-F238E27FC236}">
                        <a16:creationId xmlns="" xmlns:a16="http://schemas.microsoft.com/office/drawing/2014/main" id="{985FD677-5E5B-5D10-CF65-91504216E61D}"/>
                      </a:ext>
                    </a:extLst>
                  </p:cNvPr>
                  <p:cNvSpPr>
                    <a:spLocks/>
                  </p:cNvSpPr>
                  <p:nvPr/>
                </p:nvSpPr>
                <p:spPr bwMode="auto">
                  <a:xfrm>
                    <a:off x="2354" y="2017"/>
                    <a:ext cx="99" cy="102"/>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0"/>
                        </a:moveTo>
                        <a:lnTo>
                          <a:pt x="603" y="0"/>
                        </a:lnTo>
                        <a:lnTo>
                          <a:pt x="573" y="1"/>
                        </a:lnTo>
                        <a:lnTo>
                          <a:pt x="542" y="3"/>
                        </a:lnTo>
                        <a:lnTo>
                          <a:pt x="512" y="6"/>
                        </a:lnTo>
                        <a:lnTo>
                          <a:pt x="482" y="13"/>
                        </a:lnTo>
                        <a:lnTo>
                          <a:pt x="453" y="19"/>
                        </a:lnTo>
                        <a:lnTo>
                          <a:pt x="424" y="27"/>
                        </a:lnTo>
                        <a:lnTo>
                          <a:pt x="397" y="37"/>
                        </a:lnTo>
                        <a:lnTo>
                          <a:pt x="368" y="47"/>
                        </a:lnTo>
                        <a:lnTo>
                          <a:pt x="342" y="59"/>
                        </a:lnTo>
                        <a:lnTo>
                          <a:pt x="316" y="74"/>
                        </a:lnTo>
                        <a:lnTo>
                          <a:pt x="291" y="88"/>
                        </a:lnTo>
                        <a:lnTo>
                          <a:pt x="266" y="103"/>
                        </a:lnTo>
                        <a:lnTo>
                          <a:pt x="242" y="120"/>
                        </a:lnTo>
                        <a:lnTo>
                          <a:pt x="220" y="138"/>
                        </a:lnTo>
                        <a:lnTo>
                          <a:pt x="198" y="157"/>
                        </a:lnTo>
                        <a:lnTo>
                          <a:pt x="177" y="177"/>
                        </a:lnTo>
                        <a:lnTo>
                          <a:pt x="158" y="197"/>
                        </a:lnTo>
                        <a:lnTo>
                          <a:pt x="138" y="219"/>
                        </a:lnTo>
                        <a:lnTo>
                          <a:pt x="121" y="242"/>
                        </a:lnTo>
                        <a:lnTo>
                          <a:pt x="103" y="266"/>
                        </a:lnTo>
                        <a:lnTo>
                          <a:pt x="88" y="291"/>
                        </a:lnTo>
                        <a:lnTo>
                          <a:pt x="74" y="316"/>
                        </a:lnTo>
                        <a:lnTo>
                          <a:pt x="60" y="342"/>
                        </a:lnTo>
                        <a:lnTo>
                          <a:pt x="48" y="369"/>
                        </a:lnTo>
                        <a:lnTo>
                          <a:pt x="37" y="396"/>
                        </a:lnTo>
                        <a:lnTo>
                          <a:pt x="27" y="425"/>
                        </a:lnTo>
                        <a:lnTo>
                          <a:pt x="20" y="453"/>
                        </a:lnTo>
                        <a:lnTo>
                          <a:pt x="13" y="482"/>
                        </a:lnTo>
                        <a:lnTo>
                          <a:pt x="7" y="511"/>
                        </a:lnTo>
                        <a:lnTo>
                          <a:pt x="3" y="542"/>
                        </a:lnTo>
                        <a:lnTo>
                          <a:pt x="1" y="572"/>
                        </a:lnTo>
                        <a:lnTo>
                          <a:pt x="0" y="603"/>
                        </a:lnTo>
                        <a:lnTo>
                          <a:pt x="179" y="603"/>
                        </a:lnTo>
                        <a:lnTo>
                          <a:pt x="180" y="581"/>
                        </a:lnTo>
                        <a:lnTo>
                          <a:pt x="182" y="559"/>
                        </a:lnTo>
                        <a:lnTo>
                          <a:pt x="185" y="539"/>
                        </a:lnTo>
                        <a:lnTo>
                          <a:pt x="188" y="518"/>
                        </a:lnTo>
                        <a:lnTo>
                          <a:pt x="192" y="497"/>
                        </a:lnTo>
                        <a:lnTo>
                          <a:pt x="199" y="478"/>
                        </a:lnTo>
                        <a:lnTo>
                          <a:pt x="205" y="458"/>
                        </a:lnTo>
                        <a:lnTo>
                          <a:pt x="213" y="439"/>
                        </a:lnTo>
                        <a:lnTo>
                          <a:pt x="222" y="420"/>
                        </a:lnTo>
                        <a:lnTo>
                          <a:pt x="230" y="402"/>
                        </a:lnTo>
                        <a:lnTo>
                          <a:pt x="241" y="384"/>
                        </a:lnTo>
                        <a:lnTo>
                          <a:pt x="252" y="367"/>
                        </a:lnTo>
                        <a:lnTo>
                          <a:pt x="264" y="350"/>
                        </a:lnTo>
                        <a:lnTo>
                          <a:pt x="276" y="334"/>
                        </a:lnTo>
                        <a:lnTo>
                          <a:pt x="290" y="318"/>
                        </a:lnTo>
                        <a:lnTo>
                          <a:pt x="304" y="304"/>
                        </a:lnTo>
                        <a:lnTo>
                          <a:pt x="318" y="290"/>
                        </a:lnTo>
                        <a:lnTo>
                          <a:pt x="335" y="276"/>
                        </a:lnTo>
                        <a:lnTo>
                          <a:pt x="350" y="264"/>
                        </a:lnTo>
                        <a:lnTo>
                          <a:pt x="367" y="252"/>
                        </a:lnTo>
                        <a:lnTo>
                          <a:pt x="384" y="241"/>
                        </a:lnTo>
                        <a:lnTo>
                          <a:pt x="402" y="230"/>
                        </a:lnTo>
                        <a:lnTo>
                          <a:pt x="421" y="221"/>
                        </a:lnTo>
                        <a:lnTo>
                          <a:pt x="439" y="213"/>
                        </a:lnTo>
                        <a:lnTo>
                          <a:pt x="457" y="205"/>
                        </a:lnTo>
                        <a:lnTo>
                          <a:pt x="478" y="199"/>
                        </a:lnTo>
                        <a:lnTo>
                          <a:pt x="498" y="192"/>
                        </a:lnTo>
                        <a:lnTo>
                          <a:pt x="518" y="188"/>
                        </a:lnTo>
                        <a:lnTo>
                          <a:pt x="539" y="184"/>
                        </a:lnTo>
                        <a:lnTo>
                          <a:pt x="561" y="181"/>
                        </a:lnTo>
                        <a:lnTo>
                          <a:pt x="581" y="180"/>
                        </a:lnTo>
                        <a:lnTo>
                          <a:pt x="603" y="179"/>
                        </a:lnTo>
                        <a:lnTo>
                          <a:pt x="603" y="0"/>
                        </a:lnTo>
                        <a:close/>
                      </a:path>
                    </a:pathLst>
                  </a:custGeom>
                  <a:solidFill>
                    <a:srgbClr val="EF2B2F"/>
                  </a:solidFill>
                  <a:ln>
                    <a:noFill/>
                  </a:ln>
                </p:spPr>
                <p:txBody>
                  <a:bodyPr/>
                  <a:lstStyle/>
                  <a:p>
                    <a:pPr>
                      <a:defRPr/>
                    </a:pPr>
                    <a:endParaRPr lang="en-US" sz="1050">
                      <a:latin typeface="+mj-lt"/>
                    </a:endParaRPr>
                  </a:p>
                </p:txBody>
              </p:sp>
              <p:sp>
                <p:nvSpPr>
                  <p:cNvPr id="41575" name="Freeform 354">
                    <a:extLst>
                      <a:ext uri="{FF2B5EF4-FFF2-40B4-BE49-F238E27FC236}">
                        <a16:creationId xmlns="" xmlns:a16="http://schemas.microsoft.com/office/drawing/2014/main" id="{6349B293-E458-8C43-230B-6E06CA3F45BB}"/>
                      </a:ext>
                    </a:extLst>
                  </p:cNvPr>
                  <p:cNvSpPr>
                    <a:spLocks/>
                  </p:cNvSpPr>
                  <p:nvPr/>
                </p:nvSpPr>
                <p:spPr bwMode="auto">
                  <a:xfrm>
                    <a:off x="2513" y="1940"/>
                    <a:ext cx="172" cy="171"/>
                  </a:xfrm>
                  <a:custGeom>
                    <a:avLst/>
                    <a:gdLst>
                      <a:gd name="T0" fmla="*/ 0 w 1027"/>
                      <a:gd name="T1" fmla="*/ 0 h 1028"/>
                      <a:gd name="T2" fmla="*/ 0 w 1027"/>
                      <a:gd name="T3" fmla="*/ 0 h 1028"/>
                      <a:gd name="T4" fmla="*/ 0 w 1027"/>
                      <a:gd name="T5" fmla="*/ 0 h 1028"/>
                      <a:gd name="T6" fmla="*/ 0 w 1027"/>
                      <a:gd name="T7" fmla="*/ 0 h 1028"/>
                      <a:gd name="T8" fmla="*/ 0 w 1027"/>
                      <a:gd name="T9" fmla="*/ 0 h 1028"/>
                      <a:gd name="T10" fmla="*/ 0 w 1027"/>
                      <a:gd name="T11" fmla="*/ 0 h 1028"/>
                      <a:gd name="T12" fmla="*/ 0 w 1027"/>
                      <a:gd name="T13" fmla="*/ 0 h 1028"/>
                      <a:gd name="T14" fmla="*/ 0 w 1027"/>
                      <a:gd name="T15" fmla="*/ 0 h 1028"/>
                      <a:gd name="T16" fmla="*/ 0 w 1027"/>
                      <a:gd name="T17" fmla="*/ 0 h 1028"/>
                      <a:gd name="T18" fmla="*/ 0 w 1027"/>
                      <a:gd name="T19" fmla="*/ 0 h 1028"/>
                      <a:gd name="T20" fmla="*/ 0 w 1027"/>
                      <a:gd name="T21" fmla="*/ 0 h 1028"/>
                      <a:gd name="T22" fmla="*/ 0 w 1027"/>
                      <a:gd name="T23" fmla="*/ 0 h 1028"/>
                      <a:gd name="T24" fmla="*/ 0 w 1027"/>
                      <a:gd name="T25" fmla="*/ 0 h 1028"/>
                      <a:gd name="T26" fmla="*/ 0 w 1027"/>
                      <a:gd name="T27" fmla="*/ 0 h 1028"/>
                      <a:gd name="T28" fmla="*/ 0 w 1027"/>
                      <a:gd name="T29" fmla="*/ 0 h 1028"/>
                      <a:gd name="T30" fmla="*/ 0 w 1027"/>
                      <a:gd name="T31" fmla="*/ 0 h 1028"/>
                      <a:gd name="T32" fmla="*/ 0 w 1027"/>
                      <a:gd name="T33" fmla="*/ 0 h 1028"/>
                      <a:gd name="T34" fmla="*/ 0 w 1027"/>
                      <a:gd name="T35" fmla="*/ 0 h 1028"/>
                      <a:gd name="T36" fmla="*/ 0 w 1027"/>
                      <a:gd name="T37" fmla="*/ 0 h 1028"/>
                      <a:gd name="T38" fmla="*/ 0 w 1027"/>
                      <a:gd name="T39" fmla="*/ 0 h 1028"/>
                      <a:gd name="T40" fmla="*/ 0 w 1027"/>
                      <a:gd name="T41" fmla="*/ 0 h 1028"/>
                      <a:gd name="T42" fmla="*/ 0 w 1027"/>
                      <a:gd name="T43" fmla="*/ 0 h 1028"/>
                      <a:gd name="T44" fmla="*/ 0 w 1027"/>
                      <a:gd name="T45" fmla="*/ 0 h 1028"/>
                      <a:gd name="T46" fmla="*/ 0 w 1027"/>
                      <a:gd name="T47" fmla="*/ 0 h 1028"/>
                      <a:gd name="T48" fmla="*/ 0 w 1027"/>
                      <a:gd name="T49" fmla="*/ 0 h 1028"/>
                      <a:gd name="T50" fmla="*/ 0 w 1027"/>
                      <a:gd name="T51" fmla="*/ 0 h 1028"/>
                      <a:gd name="T52" fmla="*/ 0 w 1027"/>
                      <a:gd name="T53" fmla="*/ 0 h 1028"/>
                      <a:gd name="T54" fmla="*/ 0 w 1027"/>
                      <a:gd name="T55" fmla="*/ 0 h 1028"/>
                      <a:gd name="T56" fmla="*/ 0 w 1027"/>
                      <a:gd name="T57" fmla="*/ 0 h 1028"/>
                      <a:gd name="T58" fmla="*/ 0 w 1027"/>
                      <a:gd name="T59" fmla="*/ 0 h 1028"/>
                      <a:gd name="T60" fmla="*/ 0 w 1027"/>
                      <a:gd name="T61" fmla="*/ 0 h 1028"/>
                      <a:gd name="T62" fmla="*/ 0 w 1027"/>
                      <a:gd name="T63" fmla="*/ 0 h 1028"/>
                      <a:gd name="T64" fmla="*/ 0 w 1027"/>
                      <a:gd name="T65" fmla="*/ 0 h 1028"/>
                      <a:gd name="T66" fmla="*/ 0 w 1027"/>
                      <a:gd name="T67" fmla="*/ 0 h 1028"/>
                      <a:gd name="T68" fmla="*/ 0 w 1027"/>
                      <a:gd name="T69" fmla="*/ 0 h 1028"/>
                      <a:gd name="T70" fmla="*/ 0 w 1027"/>
                      <a:gd name="T71" fmla="*/ 0 h 1028"/>
                      <a:gd name="T72" fmla="*/ 0 w 1027"/>
                      <a:gd name="T73" fmla="*/ 0 h 1028"/>
                      <a:gd name="T74" fmla="*/ 0 w 1027"/>
                      <a:gd name="T75" fmla="*/ 0 h 1028"/>
                      <a:gd name="T76" fmla="*/ 0 w 1027"/>
                      <a:gd name="T77" fmla="*/ 0 h 1028"/>
                      <a:gd name="T78" fmla="*/ 0 w 1027"/>
                      <a:gd name="T79" fmla="*/ 0 h 1028"/>
                      <a:gd name="T80" fmla="*/ 0 w 1027"/>
                      <a:gd name="T81" fmla="*/ 0 h 1028"/>
                      <a:gd name="T82" fmla="*/ 0 w 1027"/>
                      <a:gd name="T83" fmla="*/ 0 h 1028"/>
                      <a:gd name="T84" fmla="*/ 0 w 1027"/>
                      <a:gd name="T85" fmla="*/ 0 h 102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27"/>
                      <a:gd name="T130" fmla="*/ 0 h 1028"/>
                      <a:gd name="T131" fmla="*/ 1027 w 1027"/>
                      <a:gd name="T132" fmla="*/ 1028 h 102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27" h="1028">
                        <a:moveTo>
                          <a:pt x="513" y="0"/>
                        </a:moveTo>
                        <a:lnTo>
                          <a:pt x="539" y="1"/>
                        </a:lnTo>
                        <a:lnTo>
                          <a:pt x="566" y="3"/>
                        </a:lnTo>
                        <a:lnTo>
                          <a:pt x="592" y="7"/>
                        </a:lnTo>
                        <a:lnTo>
                          <a:pt x="617" y="11"/>
                        </a:lnTo>
                        <a:lnTo>
                          <a:pt x="642" y="16"/>
                        </a:lnTo>
                        <a:lnTo>
                          <a:pt x="666" y="24"/>
                        </a:lnTo>
                        <a:lnTo>
                          <a:pt x="689" y="32"/>
                        </a:lnTo>
                        <a:lnTo>
                          <a:pt x="712" y="41"/>
                        </a:lnTo>
                        <a:lnTo>
                          <a:pt x="735" y="51"/>
                        </a:lnTo>
                        <a:lnTo>
                          <a:pt x="758" y="62"/>
                        </a:lnTo>
                        <a:lnTo>
                          <a:pt x="780" y="75"/>
                        </a:lnTo>
                        <a:lnTo>
                          <a:pt x="800" y="88"/>
                        </a:lnTo>
                        <a:lnTo>
                          <a:pt x="820" y="102"/>
                        </a:lnTo>
                        <a:lnTo>
                          <a:pt x="839" y="117"/>
                        </a:lnTo>
                        <a:lnTo>
                          <a:pt x="858" y="134"/>
                        </a:lnTo>
                        <a:lnTo>
                          <a:pt x="876" y="151"/>
                        </a:lnTo>
                        <a:lnTo>
                          <a:pt x="894" y="168"/>
                        </a:lnTo>
                        <a:lnTo>
                          <a:pt x="909" y="188"/>
                        </a:lnTo>
                        <a:lnTo>
                          <a:pt x="924" y="207"/>
                        </a:lnTo>
                        <a:lnTo>
                          <a:pt x="939" y="227"/>
                        </a:lnTo>
                        <a:lnTo>
                          <a:pt x="952" y="248"/>
                        </a:lnTo>
                        <a:lnTo>
                          <a:pt x="964" y="270"/>
                        </a:lnTo>
                        <a:lnTo>
                          <a:pt x="976" y="291"/>
                        </a:lnTo>
                        <a:lnTo>
                          <a:pt x="986" y="314"/>
                        </a:lnTo>
                        <a:lnTo>
                          <a:pt x="996" y="338"/>
                        </a:lnTo>
                        <a:lnTo>
                          <a:pt x="1003" y="362"/>
                        </a:lnTo>
                        <a:lnTo>
                          <a:pt x="1011" y="386"/>
                        </a:lnTo>
                        <a:lnTo>
                          <a:pt x="1016" y="411"/>
                        </a:lnTo>
                        <a:lnTo>
                          <a:pt x="1021" y="436"/>
                        </a:lnTo>
                        <a:lnTo>
                          <a:pt x="1024" y="462"/>
                        </a:lnTo>
                        <a:lnTo>
                          <a:pt x="1026" y="488"/>
                        </a:lnTo>
                        <a:lnTo>
                          <a:pt x="1027" y="514"/>
                        </a:lnTo>
                        <a:lnTo>
                          <a:pt x="1026" y="540"/>
                        </a:lnTo>
                        <a:lnTo>
                          <a:pt x="1024" y="566"/>
                        </a:lnTo>
                        <a:lnTo>
                          <a:pt x="1021" y="592"/>
                        </a:lnTo>
                        <a:lnTo>
                          <a:pt x="1016" y="617"/>
                        </a:lnTo>
                        <a:lnTo>
                          <a:pt x="1011" y="642"/>
                        </a:lnTo>
                        <a:lnTo>
                          <a:pt x="1003" y="666"/>
                        </a:lnTo>
                        <a:lnTo>
                          <a:pt x="996" y="690"/>
                        </a:lnTo>
                        <a:lnTo>
                          <a:pt x="986" y="714"/>
                        </a:lnTo>
                        <a:lnTo>
                          <a:pt x="976" y="737"/>
                        </a:lnTo>
                        <a:lnTo>
                          <a:pt x="964" y="758"/>
                        </a:lnTo>
                        <a:lnTo>
                          <a:pt x="952" y="780"/>
                        </a:lnTo>
                        <a:lnTo>
                          <a:pt x="939" y="801"/>
                        </a:lnTo>
                        <a:lnTo>
                          <a:pt x="924" y="822"/>
                        </a:lnTo>
                        <a:lnTo>
                          <a:pt x="909" y="840"/>
                        </a:lnTo>
                        <a:lnTo>
                          <a:pt x="894" y="860"/>
                        </a:lnTo>
                        <a:lnTo>
                          <a:pt x="876" y="877"/>
                        </a:lnTo>
                        <a:lnTo>
                          <a:pt x="858" y="894"/>
                        </a:lnTo>
                        <a:lnTo>
                          <a:pt x="839" y="911"/>
                        </a:lnTo>
                        <a:lnTo>
                          <a:pt x="820" y="926"/>
                        </a:lnTo>
                        <a:lnTo>
                          <a:pt x="800" y="940"/>
                        </a:lnTo>
                        <a:lnTo>
                          <a:pt x="780" y="953"/>
                        </a:lnTo>
                        <a:lnTo>
                          <a:pt x="758" y="966"/>
                        </a:lnTo>
                        <a:lnTo>
                          <a:pt x="735" y="977"/>
                        </a:lnTo>
                        <a:lnTo>
                          <a:pt x="712" y="988"/>
                        </a:lnTo>
                        <a:lnTo>
                          <a:pt x="689" y="996"/>
                        </a:lnTo>
                        <a:lnTo>
                          <a:pt x="666" y="1005"/>
                        </a:lnTo>
                        <a:lnTo>
                          <a:pt x="642" y="1012"/>
                        </a:lnTo>
                        <a:lnTo>
                          <a:pt x="617" y="1017"/>
                        </a:lnTo>
                        <a:lnTo>
                          <a:pt x="592" y="1021"/>
                        </a:lnTo>
                        <a:lnTo>
                          <a:pt x="566" y="1025"/>
                        </a:lnTo>
                        <a:lnTo>
                          <a:pt x="539" y="1027"/>
                        </a:lnTo>
                        <a:lnTo>
                          <a:pt x="513" y="1028"/>
                        </a:lnTo>
                        <a:lnTo>
                          <a:pt x="487" y="1027"/>
                        </a:lnTo>
                        <a:lnTo>
                          <a:pt x="461" y="1025"/>
                        </a:lnTo>
                        <a:lnTo>
                          <a:pt x="435" y="1021"/>
                        </a:lnTo>
                        <a:lnTo>
                          <a:pt x="410" y="1017"/>
                        </a:lnTo>
                        <a:lnTo>
                          <a:pt x="385" y="1012"/>
                        </a:lnTo>
                        <a:lnTo>
                          <a:pt x="360" y="1005"/>
                        </a:lnTo>
                        <a:lnTo>
                          <a:pt x="337" y="996"/>
                        </a:lnTo>
                        <a:lnTo>
                          <a:pt x="314" y="988"/>
                        </a:lnTo>
                        <a:lnTo>
                          <a:pt x="291" y="977"/>
                        </a:lnTo>
                        <a:lnTo>
                          <a:pt x="269" y="966"/>
                        </a:lnTo>
                        <a:lnTo>
                          <a:pt x="247" y="953"/>
                        </a:lnTo>
                        <a:lnTo>
                          <a:pt x="227" y="940"/>
                        </a:lnTo>
                        <a:lnTo>
                          <a:pt x="206" y="926"/>
                        </a:lnTo>
                        <a:lnTo>
                          <a:pt x="186" y="911"/>
                        </a:lnTo>
                        <a:lnTo>
                          <a:pt x="168" y="894"/>
                        </a:lnTo>
                        <a:lnTo>
                          <a:pt x="151" y="877"/>
                        </a:lnTo>
                        <a:lnTo>
                          <a:pt x="133" y="860"/>
                        </a:lnTo>
                        <a:lnTo>
                          <a:pt x="117" y="840"/>
                        </a:lnTo>
                        <a:lnTo>
                          <a:pt x="102" y="822"/>
                        </a:lnTo>
                        <a:lnTo>
                          <a:pt x="88" y="801"/>
                        </a:lnTo>
                        <a:lnTo>
                          <a:pt x="75" y="780"/>
                        </a:lnTo>
                        <a:lnTo>
                          <a:pt x="61" y="758"/>
                        </a:lnTo>
                        <a:lnTo>
                          <a:pt x="51" y="737"/>
                        </a:lnTo>
                        <a:lnTo>
                          <a:pt x="40" y="714"/>
                        </a:lnTo>
                        <a:lnTo>
                          <a:pt x="31" y="690"/>
                        </a:lnTo>
                        <a:lnTo>
                          <a:pt x="22" y="666"/>
                        </a:lnTo>
                        <a:lnTo>
                          <a:pt x="16" y="642"/>
                        </a:lnTo>
                        <a:lnTo>
                          <a:pt x="10" y="617"/>
                        </a:lnTo>
                        <a:lnTo>
                          <a:pt x="6" y="592"/>
                        </a:lnTo>
                        <a:lnTo>
                          <a:pt x="3" y="566"/>
                        </a:lnTo>
                        <a:lnTo>
                          <a:pt x="1" y="540"/>
                        </a:lnTo>
                        <a:lnTo>
                          <a:pt x="0" y="514"/>
                        </a:lnTo>
                        <a:lnTo>
                          <a:pt x="1" y="488"/>
                        </a:lnTo>
                        <a:lnTo>
                          <a:pt x="3" y="462"/>
                        </a:lnTo>
                        <a:lnTo>
                          <a:pt x="6" y="436"/>
                        </a:lnTo>
                        <a:lnTo>
                          <a:pt x="10" y="411"/>
                        </a:lnTo>
                        <a:lnTo>
                          <a:pt x="16" y="386"/>
                        </a:lnTo>
                        <a:lnTo>
                          <a:pt x="22" y="362"/>
                        </a:lnTo>
                        <a:lnTo>
                          <a:pt x="31" y="338"/>
                        </a:lnTo>
                        <a:lnTo>
                          <a:pt x="40" y="314"/>
                        </a:lnTo>
                        <a:lnTo>
                          <a:pt x="51" y="291"/>
                        </a:lnTo>
                        <a:lnTo>
                          <a:pt x="61" y="270"/>
                        </a:lnTo>
                        <a:lnTo>
                          <a:pt x="75" y="248"/>
                        </a:lnTo>
                        <a:lnTo>
                          <a:pt x="88" y="227"/>
                        </a:lnTo>
                        <a:lnTo>
                          <a:pt x="102" y="207"/>
                        </a:lnTo>
                        <a:lnTo>
                          <a:pt x="117" y="188"/>
                        </a:lnTo>
                        <a:lnTo>
                          <a:pt x="133" y="168"/>
                        </a:lnTo>
                        <a:lnTo>
                          <a:pt x="151" y="151"/>
                        </a:lnTo>
                        <a:lnTo>
                          <a:pt x="168" y="134"/>
                        </a:lnTo>
                        <a:lnTo>
                          <a:pt x="186" y="117"/>
                        </a:lnTo>
                        <a:lnTo>
                          <a:pt x="206" y="102"/>
                        </a:lnTo>
                        <a:lnTo>
                          <a:pt x="227" y="88"/>
                        </a:lnTo>
                        <a:lnTo>
                          <a:pt x="247" y="75"/>
                        </a:lnTo>
                        <a:lnTo>
                          <a:pt x="269" y="62"/>
                        </a:lnTo>
                        <a:lnTo>
                          <a:pt x="291" y="51"/>
                        </a:lnTo>
                        <a:lnTo>
                          <a:pt x="314" y="41"/>
                        </a:lnTo>
                        <a:lnTo>
                          <a:pt x="337" y="32"/>
                        </a:lnTo>
                        <a:lnTo>
                          <a:pt x="360" y="24"/>
                        </a:lnTo>
                        <a:lnTo>
                          <a:pt x="385" y="16"/>
                        </a:lnTo>
                        <a:lnTo>
                          <a:pt x="410" y="11"/>
                        </a:lnTo>
                        <a:lnTo>
                          <a:pt x="435" y="7"/>
                        </a:lnTo>
                        <a:lnTo>
                          <a:pt x="461" y="3"/>
                        </a:lnTo>
                        <a:lnTo>
                          <a:pt x="487" y="1"/>
                        </a:lnTo>
                        <a:lnTo>
                          <a:pt x="513" y="0"/>
                        </a:lnTo>
                        <a:close/>
                      </a:path>
                    </a:pathLst>
                  </a:custGeom>
                  <a:solidFill>
                    <a:srgbClr val="DC2B19"/>
                  </a:solidFill>
                  <a:ln>
                    <a:noFill/>
                  </a:ln>
                </p:spPr>
                <p:txBody>
                  <a:bodyPr/>
                  <a:lstStyle/>
                  <a:p>
                    <a:pPr>
                      <a:defRPr/>
                    </a:pPr>
                    <a:endParaRPr lang="en-US" sz="1050">
                      <a:latin typeface="+mj-lt"/>
                    </a:endParaRPr>
                  </a:p>
                </p:txBody>
              </p:sp>
              <p:sp>
                <p:nvSpPr>
                  <p:cNvPr id="41576" name="Freeform 355">
                    <a:extLst>
                      <a:ext uri="{FF2B5EF4-FFF2-40B4-BE49-F238E27FC236}">
                        <a16:creationId xmlns="" xmlns:a16="http://schemas.microsoft.com/office/drawing/2014/main" id="{24F5D69E-75D3-09EB-F92D-F3705FAB1EA7}"/>
                      </a:ext>
                    </a:extLst>
                  </p:cNvPr>
                  <p:cNvSpPr>
                    <a:spLocks/>
                  </p:cNvSpPr>
                  <p:nvPr/>
                </p:nvSpPr>
                <p:spPr bwMode="auto">
                  <a:xfrm>
                    <a:off x="2599" y="1940"/>
                    <a:ext cx="103" cy="110"/>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603"/>
                        </a:moveTo>
                        <a:lnTo>
                          <a:pt x="603" y="603"/>
                        </a:lnTo>
                        <a:lnTo>
                          <a:pt x="602" y="573"/>
                        </a:lnTo>
                        <a:lnTo>
                          <a:pt x="600" y="541"/>
                        </a:lnTo>
                        <a:lnTo>
                          <a:pt x="597" y="512"/>
                        </a:lnTo>
                        <a:lnTo>
                          <a:pt x="591" y="482"/>
                        </a:lnTo>
                        <a:lnTo>
                          <a:pt x="584" y="452"/>
                        </a:lnTo>
                        <a:lnTo>
                          <a:pt x="576" y="424"/>
                        </a:lnTo>
                        <a:lnTo>
                          <a:pt x="566" y="395"/>
                        </a:lnTo>
                        <a:lnTo>
                          <a:pt x="556" y="368"/>
                        </a:lnTo>
                        <a:lnTo>
                          <a:pt x="544" y="342"/>
                        </a:lnTo>
                        <a:lnTo>
                          <a:pt x="531" y="316"/>
                        </a:lnTo>
                        <a:lnTo>
                          <a:pt x="515" y="290"/>
                        </a:lnTo>
                        <a:lnTo>
                          <a:pt x="500" y="266"/>
                        </a:lnTo>
                        <a:lnTo>
                          <a:pt x="483" y="242"/>
                        </a:lnTo>
                        <a:lnTo>
                          <a:pt x="465" y="219"/>
                        </a:lnTo>
                        <a:lnTo>
                          <a:pt x="447" y="198"/>
                        </a:lnTo>
                        <a:lnTo>
                          <a:pt x="426" y="177"/>
                        </a:lnTo>
                        <a:lnTo>
                          <a:pt x="406" y="156"/>
                        </a:lnTo>
                        <a:lnTo>
                          <a:pt x="384" y="138"/>
                        </a:lnTo>
                        <a:lnTo>
                          <a:pt x="361" y="121"/>
                        </a:lnTo>
                        <a:lnTo>
                          <a:pt x="337" y="103"/>
                        </a:lnTo>
                        <a:lnTo>
                          <a:pt x="312" y="87"/>
                        </a:lnTo>
                        <a:lnTo>
                          <a:pt x="287" y="73"/>
                        </a:lnTo>
                        <a:lnTo>
                          <a:pt x="261" y="60"/>
                        </a:lnTo>
                        <a:lnTo>
                          <a:pt x="234" y="48"/>
                        </a:lnTo>
                        <a:lnTo>
                          <a:pt x="207" y="37"/>
                        </a:lnTo>
                        <a:lnTo>
                          <a:pt x="180" y="27"/>
                        </a:lnTo>
                        <a:lnTo>
                          <a:pt x="150" y="18"/>
                        </a:lnTo>
                        <a:lnTo>
                          <a:pt x="121" y="12"/>
                        </a:lnTo>
                        <a:lnTo>
                          <a:pt x="92" y="6"/>
                        </a:lnTo>
                        <a:lnTo>
                          <a:pt x="61" y="3"/>
                        </a:lnTo>
                        <a:lnTo>
                          <a:pt x="31" y="1"/>
                        </a:lnTo>
                        <a:lnTo>
                          <a:pt x="0" y="0"/>
                        </a:lnTo>
                        <a:lnTo>
                          <a:pt x="0" y="179"/>
                        </a:lnTo>
                        <a:lnTo>
                          <a:pt x="22" y="179"/>
                        </a:lnTo>
                        <a:lnTo>
                          <a:pt x="44" y="181"/>
                        </a:lnTo>
                        <a:lnTo>
                          <a:pt x="65" y="184"/>
                        </a:lnTo>
                        <a:lnTo>
                          <a:pt x="85" y="188"/>
                        </a:lnTo>
                        <a:lnTo>
                          <a:pt x="106" y="192"/>
                        </a:lnTo>
                        <a:lnTo>
                          <a:pt x="126" y="198"/>
                        </a:lnTo>
                        <a:lnTo>
                          <a:pt x="146" y="205"/>
                        </a:lnTo>
                        <a:lnTo>
                          <a:pt x="166" y="212"/>
                        </a:lnTo>
                        <a:lnTo>
                          <a:pt x="184" y="221"/>
                        </a:lnTo>
                        <a:lnTo>
                          <a:pt x="201" y="230"/>
                        </a:lnTo>
                        <a:lnTo>
                          <a:pt x="220" y="240"/>
                        </a:lnTo>
                        <a:lnTo>
                          <a:pt x="237" y="252"/>
                        </a:lnTo>
                        <a:lnTo>
                          <a:pt x="254" y="263"/>
                        </a:lnTo>
                        <a:lnTo>
                          <a:pt x="270" y="276"/>
                        </a:lnTo>
                        <a:lnTo>
                          <a:pt x="285" y="289"/>
                        </a:lnTo>
                        <a:lnTo>
                          <a:pt x="300" y="303"/>
                        </a:lnTo>
                        <a:lnTo>
                          <a:pt x="313" y="318"/>
                        </a:lnTo>
                        <a:lnTo>
                          <a:pt x="327" y="334"/>
                        </a:lnTo>
                        <a:lnTo>
                          <a:pt x="340" y="350"/>
                        </a:lnTo>
                        <a:lnTo>
                          <a:pt x="351" y="366"/>
                        </a:lnTo>
                        <a:lnTo>
                          <a:pt x="363" y="384"/>
                        </a:lnTo>
                        <a:lnTo>
                          <a:pt x="373" y="401"/>
                        </a:lnTo>
                        <a:lnTo>
                          <a:pt x="383" y="419"/>
                        </a:lnTo>
                        <a:lnTo>
                          <a:pt x="390" y="439"/>
                        </a:lnTo>
                        <a:lnTo>
                          <a:pt x="398" y="457"/>
                        </a:lnTo>
                        <a:lnTo>
                          <a:pt x="406" y="477"/>
                        </a:lnTo>
                        <a:lnTo>
                          <a:pt x="411" y="498"/>
                        </a:lnTo>
                        <a:lnTo>
                          <a:pt x="415" y="517"/>
                        </a:lnTo>
                        <a:lnTo>
                          <a:pt x="419" y="539"/>
                        </a:lnTo>
                        <a:lnTo>
                          <a:pt x="422" y="560"/>
                        </a:lnTo>
                        <a:lnTo>
                          <a:pt x="424" y="581"/>
                        </a:lnTo>
                        <a:lnTo>
                          <a:pt x="424" y="603"/>
                        </a:lnTo>
                        <a:lnTo>
                          <a:pt x="603" y="603"/>
                        </a:lnTo>
                        <a:close/>
                      </a:path>
                    </a:pathLst>
                  </a:custGeom>
                  <a:solidFill>
                    <a:srgbClr val="EF2B2F"/>
                  </a:solidFill>
                  <a:ln>
                    <a:noFill/>
                  </a:ln>
                </p:spPr>
                <p:txBody>
                  <a:bodyPr/>
                  <a:lstStyle/>
                  <a:p>
                    <a:pPr>
                      <a:defRPr/>
                    </a:pPr>
                    <a:endParaRPr lang="en-US" sz="1050">
                      <a:latin typeface="+mj-lt"/>
                    </a:endParaRPr>
                  </a:p>
                </p:txBody>
              </p:sp>
              <p:sp>
                <p:nvSpPr>
                  <p:cNvPr id="41577" name="Freeform 356">
                    <a:extLst>
                      <a:ext uri="{FF2B5EF4-FFF2-40B4-BE49-F238E27FC236}">
                        <a16:creationId xmlns="" xmlns:a16="http://schemas.microsoft.com/office/drawing/2014/main" id="{A8ECB0BA-58E4-F710-58D9-02B102B6906C}"/>
                      </a:ext>
                    </a:extLst>
                  </p:cNvPr>
                  <p:cNvSpPr>
                    <a:spLocks/>
                  </p:cNvSpPr>
                  <p:nvPr/>
                </p:nvSpPr>
                <p:spPr bwMode="auto">
                  <a:xfrm>
                    <a:off x="2599" y="2025"/>
                    <a:ext cx="103" cy="102"/>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0" y="603"/>
                        </a:moveTo>
                        <a:lnTo>
                          <a:pt x="0" y="603"/>
                        </a:lnTo>
                        <a:lnTo>
                          <a:pt x="31" y="603"/>
                        </a:lnTo>
                        <a:lnTo>
                          <a:pt x="61" y="600"/>
                        </a:lnTo>
                        <a:lnTo>
                          <a:pt x="92" y="597"/>
                        </a:lnTo>
                        <a:lnTo>
                          <a:pt x="121" y="591"/>
                        </a:lnTo>
                        <a:lnTo>
                          <a:pt x="150" y="585"/>
                        </a:lnTo>
                        <a:lnTo>
                          <a:pt x="180" y="576"/>
                        </a:lnTo>
                        <a:lnTo>
                          <a:pt x="207" y="567"/>
                        </a:lnTo>
                        <a:lnTo>
                          <a:pt x="235" y="555"/>
                        </a:lnTo>
                        <a:lnTo>
                          <a:pt x="261" y="543"/>
                        </a:lnTo>
                        <a:lnTo>
                          <a:pt x="287" y="530"/>
                        </a:lnTo>
                        <a:lnTo>
                          <a:pt x="313" y="516"/>
                        </a:lnTo>
                        <a:lnTo>
                          <a:pt x="337" y="500"/>
                        </a:lnTo>
                        <a:lnTo>
                          <a:pt x="361" y="484"/>
                        </a:lnTo>
                        <a:lnTo>
                          <a:pt x="384" y="465"/>
                        </a:lnTo>
                        <a:lnTo>
                          <a:pt x="406" y="447"/>
                        </a:lnTo>
                        <a:lnTo>
                          <a:pt x="426" y="426"/>
                        </a:lnTo>
                        <a:lnTo>
                          <a:pt x="447" y="405"/>
                        </a:lnTo>
                        <a:lnTo>
                          <a:pt x="465" y="384"/>
                        </a:lnTo>
                        <a:lnTo>
                          <a:pt x="483" y="361"/>
                        </a:lnTo>
                        <a:lnTo>
                          <a:pt x="500" y="337"/>
                        </a:lnTo>
                        <a:lnTo>
                          <a:pt x="515" y="313"/>
                        </a:lnTo>
                        <a:lnTo>
                          <a:pt x="531" y="287"/>
                        </a:lnTo>
                        <a:lnTo>
                          <a:pt x="544" y="262"/>
                        </a:lnTo>
                        <a:lnTo>
                          <a:pt x="556" y="235"/>
                        </a:lnTo>
                        <a:lnTo>
                          <a:pt x="566" y="208"/>
                        </a:lnTo>
                        <a:lnTo>
                          <a:pt x="576" y="179"/>
                        </a:lnTo>
                        <a:lnTo>
                          <a:pt x="584" y="151"/>
                        </a:lnTo>
                        <a:lnTo>
                          <a:pt x="591" y="122"/>
                        </a:lnTo>
                        <a:lnTo>
                          <a:pt x="597" y="91"/>
                        </a:lnTo>
                        <a:lnTo>
                          <a:pt x="600" y="62"/>
                        </a:lnTo>
                        <a:lnTo>
                          <a:pt x="602" y="32"/>
                        </a:lnTo>
                        <a:lnTo>
                          <a:pt x="603" y="0"/>
                        </a:lnTo>
                        <a:lnTo>
                          <a:pt x="424" y="0"/>
                        </a:lnTo>
                        <a:lnTo>
                          <a:pt x="424" y="22"/>
                        </a:lnTo>
                        <a:lnTo>
                          <a:pt x="422" y="43"/>
                        </a:lnTo>
                        <a:lnTo>
                          <a:pt x="419" y="65"/>
                        </a:lnTo>
                        <a:lnTo>
                          <a:pt x="415" y="86"/>
                        </a:lnTo>
                        <a:lnTo>
                          <a:pt x="411" y="105"/>
                        </a:lnTo>
                        <a:lnTo>
                          <a:pt x="406" y="126"/>
                        </a:lnTo>
                        <a:lnTo>
                          <a:pt x="398" y="146"/>
                        </a:lnTo>
                        <a:lnTo>
                          <a:pt x="390" y="164"/>
                        </a:lnTo>
                        <a:lnTo>
                          <a:pt x="383" y="184"/>
                        </a:lnTo>
                        <a:lnTo>
                          <a:pt x="373" y="202"/>
                        </a:lnTo>
                        <a:lnTo>
                          <a:pt x="363" y="220"/>
                        </a:lnTo>
                        <a:lnTo>
                          <a:pt x="351" y="237"/>
                        </a:lnTo>
                        <a:lnTo>
                          <a:pt x="340" y="253"/>
                        </a:lnTo>
                        <a:lnTo>
                          <a:pt x="327" y="269"/>
                        </a:lnTo>
                        <a:lnTo>
                          <a:pt x="313" y="285"/>
                        </a:lnTo>
                        <a:lnTo>
                          <a:pt x="300" y="300"/>
                        </a:lnTo>
                        <a:lnTo>
                          <a:pt x="285" y="314"/>
                        </a:lnTo>
                        <a:lnTo>
                          <a:pt x="270" y="327"/>
                        </a:lnTo>
                        <a:lnTo>
                          <a:pt x="254" y="339"/>
                        </a:lnTo>
                        <a:lnTo>
                          <a:pt x="237" y="351"/>
                        </a:lnTo>
                        <a:lnTo>
                          <a:pt x="220" y="363"/>
                        </a:lnTo>
                        <a:lnTo>
                          <a:pt x="201" y="373"/>
                        </a:lnTo>
                        <a:lnTo>
                          <a:pt x="184" y="382"/>
                        </a:lnTo>
                        <a:lnTo>
                          <a:pt x="164" y="391"/>
                        </a:lnTo>
                        <a:lnTo>
                          <a:pt x="146" y="399"/>
                        </a:lnTo>
                        <a:lnTo>
                          <a:pt x="126" y="405"/>
                        </a:lnTo>
                        <a:lnTo>
                          <a:pt x="106" y="411"/>
                        </a:lnTo>
                        <a:lnTo>
                          <a:pt x="85" y="415"/>
                        </a:lnTo>
                        <a:lnTo>
                          <a:pt x="65" y="419"/>
                        </a:lnTo>
                        <a:lnTo>
                          <a:pt x="44" y="422"/>
                        </a:lnTo>
                        <a:lnTo>
                          <a:pt x="22" y="424"/>
                        </a:lnTo>
                        <a:lnTo>
                          <a:pt x="0" y="424"/>
                        </a:lnTo>
                        <a:lnTo>
                          <a:pt x="0" y="603"/>
                        </a:lnTo>
                        <a:close/>
                      </a:path>
                    </a:pathLst>
                  </a:custGeom>
                  <a:solidFill>
                    <a:srgbClr val="EF2B2F"/>
                  </a:solidFill>
                  <a:ln>
                    <a:noFill/>
                  </a:ln>
                </p:spPr>
                <p:txBody>
                  <a:bodyPr/>
                  <a:lstStyle/>
                  <a:p>
                    <a:pPr>
                      <a:defRPr/>
                    </a:pPr>
                    <a:endParaRPr lang="en-US" sz="1050">
                      <a:latin typeface="+mj-lt"/>
                    </a:endParaRPr>
                  </a:p>
                </p:txBody>
              </p:sp>
              <p:sp>
                <p:nvSpPr>
                  <p:cNvPr id="41578" name="Freeform 357">
                    <a:extLst>
                      <a:ext uri="{FF2B5EF4-FFF2-40B4-BE49-F238E27FC236}">
                        <a16:creationId xmlns="" xmlns:a16="http://schemas.microsoft.com/office/drawing/2014/main" id="{297A6123-38C9-A75F-F2C6-5A78A38F54AF}"/>
                      </a:ext>
                    </a:extLst>
                  </p:cNvPr>
                  <p:cNvSpPr>
                    <a:spLocks/>
                  </p:cNvSpPr>
                  <p:nvPr/>
                </p:nvSpPr>
                <p:spPr bwMode="auto">
                  <a:xfrm>
                    <a:off x="2500" y="2025"/>
                    <a:ext cx="99" cy="102"/>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0" y="0"/>
                        </a:moveTo>
                        <a:lnTo>
                          <a:pt x="0" y="0"/>
                        </a:lnTo>
                        <a:lnTo>
                          <a:pt x="1" y="30"/>
                        </a:lnTo>
                        <a:lnTo>
                          <a:pt x="5" y="61"/>
                        </a:lnTo>
                        <a:lnTo>
                          <a:pt x="8" y="91"/>
                        </a:lnTo>
                        <a:lnTo>
                          <a:pt x="13" y="122"/>
                        </a:lnTo>
                        <a:lnTo>
                          <a:pt x="20" y="150"/>
                        </a:lnTo>
                        <a:lnTo>
                          <a:pt x="29" y="179"/>
                        </a:lnTo>
                        <a:lnTo>
                          <a:pt x="37" y="208"/>
                        </a:lnTo>
                        <a:lnTo>
                          <a:pt x="48" y="235"/>
                        </a:lnTo>
                        <a:lnTo>
                          <a:pt x="61" y="262"/>
                        </a:lnTo>
                        <a:lnTo>
                          <a:pt x="74" y="287"/>
                        </a:lnTo>
                        <a:lnTo>
                          <a:pt x="88" y="313"/>
                        </a:lnTo>
                        <a:lnTo>
                          <a:pt x="105" y="337"/>
                        </a:lnTo>
                        <a:lnTo>
                          <a:pt x="121" y="361"/>
                        </a:lnTo>
                        <a:lnTo>
                          <a:pt x="139" y="384"/>
                        </a:lnTo>
                        <a:lnTo>
                          <a:pt x="158" y="405"/>
                        </a:lnTo>
                        <a:lnTo>
                          <a:pt x="177" y="426"/>
                        </a:lnTo>
                        <a:lnTo>
                          <a:pt x="199" y="447"/>
                        </a:lnTo>
                        <a:lnTo>
                          <a:pt x="221" y="465"/>
                        </a:lnTo>
                        <a:lnTo>
                          <a:pt x="244" y="484"/>
                        </a:lnTo>
                        <a:lnTo>
                          <a:pt x="268" y="500"/>
                        </a:lnTo>
                        <a:lnTo>
                          <a:pt x="292" y="516"/>
                        </a:lnTo>
                        <a:lnTo>
                          <a:pt x="317" y="530"/>
                        </a:lnTo>
                        <a:lnTo>
                          <a:pt x="343" y="543"/>
                        </a:lnTo>
                        <a:lnTo>
                          <a:pt x="370" y="555"/>
                        </a:lnTo>
                        <a:lnTo>
                          <a:pt x="397" y="567"/>
                        </a:lnTo>
                        <a:lnTo>
                          <a:pt x="425" y="576"/>
                        </a:lnTo>
                        <a:lnTo>
                          <a:pt x="454" y="585"/>
                        </a:lnTo>
                        <a:lnTo>
                          <a:pt x="483" y="591"/>
                        </a:lnTo>
                        <a:lnTo>
                          <a:pt x="513" y="597"/>
                        </a:lnTo>
                        <a:lnTo>
                          <a:pt x="542" y="600"/>
                        </a:lnTo>
                        <a:lnTo>
                          <a:pt x="574" y="603"/>
                        </a:lnTo>
                        <a:lnTo>
                          <a:pt x="604" y="603"/>
                        </a:lnTo>
                        <a:lnTo>
                          <a:pt x="604" y="424"/>
                        </a:lnTo>
                        <a:lnTo>
                          <a:pt x="582" y="424"/>
                        </a:lnTo>
                        <a:lnTo>
                          <a:pt x="561" y="422"/>
                        </a:lnTo>
                        <a:lnTo>
                          <a:pt x="539" y="419"/>
                        </a:lnTo>
                        <a:lnTo>
                          <a:pt x="519" y="415"/>
                        </a:lnTo>
                        <a:lnTo>
                          <a:pt x="498" y="411"/>
                        </a:lnTo>
                        <a:lnTo>
                          <a:pt x="478" y="405"/>
                        </a:lnTo>
                        <a:lnTo>
                          <a:pt x="459" y="399"/>
                        </a:lnTo>
                        <a:lnTo>
                          <a:pt x="439" y="391"/>
                        </a:lnTo>
                        <a:lnTo>
                          <a:pt x="421" y="382"/>
                        </a:lnTo>
                        <a:lnTo>
                          <a:pt x="402" y="373"/>
                        </a:lnTo>
                        <a:lnTo>
                          <a:pt x="385" y="363"/>
                        </a:lnTo>
                        <a:lnTo>
                          <a:pt x="368" y="351"/>
                        </a:lnTo>
                        <a:lnTo>
                          <a:pt x="351" y="340"/>
                        </a:lnTo>
                        <a:lnTo>
                          <a:pt x="335" y="327"/>
                        </a:lnTo>
                        <a:lnTo>
                          <a:pt x="320" y="314"/>
                        </a:lnTo>
                        <a:lnTo>
                          <a:pt x="305" y="300"/>
                        </a:lnTo>
                        <a:lnTo>
                          <a:pt x="290" y="285"/>
                        </a:lnTo>
                        <a:lnTo>
                          <a:pt x="277" y="269"/>
                        </a:lnTo>
                        <a:lnTo>
                          <a:pt x="264" y="253"/>
                        </a:lnTo>
                        <a:lnTo>
                          <a:pt x="254" y="237"/>
                        </a:lnTo>
                        <a:lnTo>
                          <a:pt x="242" y="220"/>
                        </a:lnTo>
                        <a:lnTo>
                          <a:pt x="232" y="202"/>
                        </a:lnTo>
                        <a:lnTo>
                          <a:pt x="222" y="184"/>
                        </a:lnTo>
                        <a:lnTo>
                          <a:pt x="213" y="164"/>
                        </a:lnTo>
                        <a:lnTo>
                          <a:pt x="206" y="146"/>
                        </a:lnTo>
                        <a:lnTo>
                          <a:pt x="199" y="126"/>
                        </a:lnTo>
                        <a:lnTo>
                          <a:pt x="194" y="106"/>
                        </a:lnTo>
                        <a:lnTo>
                          <a:pt x="188" y="86"/>
                        </a:lnTo>
                        <a:lnTo>
                          <a:pt x="185" y="65"/>
                        </a:lnTo>
                        <a:lnTo>
                          <a:pt x="183" y="43"/>
                        </a:lnTo>
                        <a:lnTo>
                          <a:pt x="181" y="22"/>
                        </a:lnTo>
                        <a:lnTo>
                          <a:pt x="181" y="0"/>
                        </a:lnTo>
                        <a:lnTo>
                          <a:pt x="0" y="0"/>
                        </a:lnTo>
                        <a:close/>
                      </a:path>
                    </a:pathLst>
                  </a:custGeom>
                  <a:solidFill>
                    <a:srgbClr val="EF2B2F"/>
                  </a:solidFill>
                  <a:ln>
                    <a:noFill/>
                  </a:ln>
                </p:spPr>
                <p:txBody>
                  <a:bodyPr/>
                  <a:lstStyle/>
                  <a:p>
                    <a:pPr>
                      <a:defRPr/>
                    </a:pPr>
                    <a:endParaRPr lang="en-US" sz="1050">
                      <a:latin typeface="+mj-lt"/>
                    </a:endParaRPr>
                  </a:p>
                </p:txBody>
              </p:sp>
              <p:sp>
                <p:nvSpPr>
                  <p:cNvPr id="41579" name="Freeform 358">
                    <a:extLst>
                      <a:ext uri="{FF2B5EF4-FFF2-40B4-BE49-F238E27FC236}">
                        <a16:creationId xmlns="" xmlns:a16="http://schemas.microsoft.com/office/drawing/2014/main" id="{79D24624-D98C-6147-B6A1-D51206BDC5FD}"/>
                      </a:ext>
                    </a:extLst>
                  </p:cNvPr>
                  <p:cNvSpPr>
                    <a:spLocks/>
                  </p:cNvSpPr>
                  <p:nvPr/>
                </p:nvSpPr>
                <p:spPr bwMode="auto">
                  <a:xfrm>
                    <a:off x="2500" y="1940"/>
                    <a:ext cx="99" cy="110"/>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604" y="0"/>
                        </a:moveTo>
                        <a:lnTo>
                          <a:pt x="604" y="0"/>
                        </a:lnTo>
                        <a:lnTo>
                          <a:pt x="573" y="1"/>
                        </a:lnTo>
                        <a:lnTo>
                          <a:pt x="542" y="3"/>
                        </a:lnTo>
                        <a:lnTo>
                          <a:pt x="513" y="6"/>
                        </a:lnTo>
                        <a:lnTo>
                          <a:pt x="483" y="12"/>
                        </a:lnTo>
                        <a:lnTo>
                          <a:pt x="453" y="18"/>
                        </a:lnTo>
                        <a:lnTo>
                          <a:pt x="425" y="27"/>
                        </a:lnTo>
                        <a:lnTo>
                          <a:pt x="397" y="37"/>
                        </a:lnTo>
                        <a:lnTo>
                          <a:pt x="370" y="48"/>
                        </a:lnTo>
                        <a:lnTo>
                          <a:pt x="343" y="60"/>
                        </a:lnTo>
                        <a:lnTo>
                          <a:pt x="317" y="73"/>
                        </a:lnTo>
                        <a:lnTo>
                          <a:pt x="292" y="87"/>
                        </a:lnTo>
                        <a:lnTo>
                          <a:pt x="268" y="103"/>
                        </a:lnTo>
                        <a:lnTo>
                          <a:pt x="244" y="121"/>
                        </a:lnTo>
                        <a:lnTo>
                          <a:pt x="221" y="138"/>
                        </a:lnTo>
                        <a:lnTo>
                          <a:pt x="199" y="156"/>
                        </a:lnTo>
                        <a:lnTo>
                          <a:pt x="177" y="177"/>
                        </a:lnTo>
                        <a:lnTo>
                          <a:pt x="158" y="198"/>
                        </a:lnTo>
                        <a:lnTo>
                          <a:pt x="139" y="219"/>
                        </a:lnTo>
                        <a:lnTo>
                          <a:pt x="121" y="242"/>
                        </a:lnTo>
                        <a:lnTo>
                          <a:pt x="105" y="266"/>
                        </a:lnTo>
                        <a:lnTo>
                          <a:pt x="88" y="290"/>
                        </a:lnTo>
                        <a:lnTo>
                          <a:pt x="74" y="316"/>
                        </a:lnTo>
                        <a:lnTo>
                          <a:pt x="61" y="342"/>
                        </a:lnTo>
                        <a:lnTo>
                          <a:pt x="48" y="368"/>
                        </a:lnTo>
                        <a:lnTo>
                          <a:pt x="37" y="395"/>
                        </a:lnTo>
                        <a:lnTo>
                          <a:pt x="29" y="424"/>
                        </a:lnTo>
                        <a:lnTo>
                          <a:pt x="20" y="453"/>
                        </a:lnTo>
                        <a:lnTo>
                          <a:pt x="13" y="482"/>
                        </a:lnTo>
                        <a:lnTo>
                          <a:pt x="8" y="512"/>
                        </a:lnTo>
                        <a:lnTo>
                          <a:pt x="5" y="542"/>
                        </a:lnTo>
                        <a:lnTo>
                          <a:pt x="1" y="573"/>
                        </a:lnTo>
                        <a:lnTo>
                          <a:pt x="0" y="603"/>
                        </a:lnTo>
                        <a:lnTo>
                          <a:pt x="181" y="603"/>
                        </a:lnTo>
                        <a:lnTo>
                          <a:pt x="181" y="581"/>
                        </a:lnTo>
                        <a:lnTo>
                          <a:pt x="183" y="560"/>
                        </a:lnTo>
                        <a:lnTo>
                          <a:pt x="185" y="539"/>
                        </a:lnTo>
                        <a:lnTo>
                          <a:pt x="188" y="517"/>
                        </a:lnTo>
                        <a:lnTo>
                          <a:pt x="194" y="497"/>
                        </a:lnTo>
                        <a:lnTo>
                          <a:pt x="199" y="477"/>
                        </a:lnTo>
                        <a:lnTo>
                          <a:pt x="206" y="457"/>
                        </a:lnTo>
                        <a:lnTo>
                          <a:pt x="213" y="439"/>
                        </a:lnTo>
                        <a:lnTo>
                          <a:pt x="222" y="419"/>
                        </a:lnTo>
                        <a:lnTo>
                          <a:pt x="232" y="401"/>
                        </a:lnTo>
                        <a:lnTo>
                          <a:pt x="242" y="384"/>
                        </a:lnTo>
                        <a:lnTo>
                          <a:pt x="254" y="366"/>
                        </a:lnTo>
                        <a:lnTo>
                          <a:pt x="264" y="350"/>
                        </a:lnTo>
                        <a:lnTo>
                          <a:pt x="277" y="334"/>
                        </a:lnTo>
                        <a:lnTo>
                          <a:pt x="290" y="318"/>
                        </a:lnTo>
                        <a:lnTo>
                          <a:pt x="305" y="303"/>
                        </a:lnTo>
                        <a:lnTo>
                          <a:pt x="320" y="289"/>
                        </a:lnTo>
                        <a:lnTo>
                          <a:pt x="335" y="276"/>
                        </a:lnTo>
                        <a:lnTo>
                          <a:pt x="351" y="263"/>
                        </a:lnTo>
                        <a:lnTo>
                          <a:pt x="368" y="252"/>
                        </a:lnTo>
                        <a:lnTo>
                          <a:pt x="385" y="240"/>
                        </a:lnTo>
                        <a:lnTo>
                          <a:pt x="402" y="230"/>
                        </a:lnTo>
                        <a:lnTo>
                          <a:pt x="421" y="221"/>
                        </a:lnTo>
                        <a:lnTo>
                          <a:pt x="439" y="212"/>
                        </a:lnTo>
                        <a:lnTo>
                          <a:pt x="459" y="205"/>
                        </a:lnTo>
                        <a:lnTo>
                          <a:pt x="478" y="198"/>
                        </a:lnTo>
                        <a:lnTo>
                          <a:pt x="499" y="192"/>
                        </a:lnTo>
                        <a:lnTo>
                          <a:pt x="519" y="188"/>
                        </a:lnTo>
                        <a:lnTo>
                          <a:pt x="539" y="184"/>
                        </a:lnTo>
                        <a:lnTo>
                          <a:pt x="561" y="181"/>
                        </a:lnTo>
                        <a:lnTo>
                          <a:pt x="583" y="179"/>
                        </a:lnTo>
                        <a:lnTo>
                          <a:pt x="604" y="179"/>
                        </a:lnTo>
                        <a:lnTo>
                          <a:pt x="604" y="0"/>
                        </a:lnTo>
                        <a:close/>
                      </a:path>
                    </a:pathLst>
                  </a:custGeom>
                  <a:solidFill>
                    <a:srgbClr val="EF2B2F"/>
                  </a:solidFill>
                  <a:ln>
                    <a:noFill/>
                  </a:ln>
                </p:spPr>
                <p:txBody>
                  <a:bodyPr/>
                  <a:lstStyle/>
                  <a:p>
                    <a:pPr>
                      <a:defRPr/>
                    </a:pPr>
                    <a:endParaRPr lang="en-US" sz="1050">
                      <a:latin typeface="+mj-lt"/>
                    </a:endParaRPr>
                  </a:p>
                </p:txBody>
              </p:sp>
              <p:sp>
                <p:nvSpPr>
                  <p:cNvPr id="41580" name="Freeform 359">
                    <a:extLst>
                      <a:ext uri="{FF2B5EF4-FFF2-40B4-BE49-F238E27FC236}">
                        <a16:creationId xmlns="" xmlns:a16="http://schemas.microsoft.com/office/drawing/2014/main" id="{EFBEED74-FF7B-4485-0F3F-50C990236F98}"/>
                      </a:ext>
                    </a:extLst>
                  </p:cNvPr>
                  <p:cNvSpPr>
                    <a:spLocks/>
                  </p:cNvSpPr>
                  <p:nvPr/>
                </p:nvSpPr>
                <p:spPr bwMode="auto">
                  <a:xfrm>
                    <a:off x="2767" y="1879"/>
                    <a:ext cx="99" cy="118"/>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604" y="603"/>
                        </a:moveTo>
                        <a:lnTo>
                          <a:pt x="604" y="603"/>
                        </a:lnTo>
                        <a:lnTo>
                          <a:pt x="603" y="572"/>
                        </a:lnTo>
                        <a:lnTo>
                          <a:pt x="600" y="542"/>
                        </a:lnTo>
                        <a:lnTo>
                          <a:pt x="596" y="511"/>
                        </a:lnTo>
                        <a:lnTo>
                          <a:pt x="591" y="482"/>
                        </a:lnTo>
                        <a:lnTo>
                          <a:pt x="584" y="453"/>
                        </a:lnTo>
                        <a:lnTo>
                          <a:pt x="577" y="423"/>
                        </a:lnTo>
                        <a:lnTo>
                          <a:pt x="567" y="396"/>
                        </a:lnTo>
                        <a:lnTo>
                          <a:pt x="556" y="368"/>
                        </a:lnTo>
                        <a:lnTo>
                          <a:pt x="544" y="342"/>
                        </a:lnTo>
                        <a:lnTo>
                          <a:pt x="530" y="316"/>
                        </a:lnTo>
                        <a:lnTo>
                          <a:pt x="516" y="291"/>
                        </a:lnTo>
                        <a:lnTo>
                          <a:pt x="501" y="266"/>
                        </a:lnTo>
                        <a:lnTo>
                          <a:pt x="483" y="242"/>
                        </a:lnTo>
                        <a:lnTo>
                          <a:pt x="465" y="219"/>
                        </a:lnTo>
                        <a:lnTo>
                          <a:pt x="446" y="197"/>
                        </a:lnTo>
                        <a:lnTo>
                          <a:pt x="426" y="177"/>
                        </a:lnTo>
                        <a:lnTo>
                          <a:pt x="405" y="157"/>
                        </a:lnTo>
                        <a:lnTo>
                          <a:pt x="383" y="137"/>
                        </a:lnTo>
                        <a:lnTo>
                          <a:pt x="360" y="120"/>
                        </a:lnTo>
                        <a:lnTo>
                          <a:pt x="336" y="103"/>
                        </a:lnTo>
                        <a:lnTo>
                          <a:pt x="313" y="88"/>
                        </a:lnTo>
                        <a:lnTo>
                          <a:pt x="288" y="72"/>
                        </a:lnTo>
                        <a:lnTo>
                          <a:pt x="262" y="59"/>
                        </a:lnTo>
                        <a:lnTo>
                          <a:pt x="234" y="47"/>
                        </a:lnTo>
                        <a:lnTo>
                          <a:pt x="207" y="36"/>
                        </a:lnTo>
                        <a:lnTo>
                          <a:pt x="179" y="27"/>
                        </a:lnTo>
                        <a:lnTo>
                          <a:pt x="151" y="19"/>
                        </a:lnTo>
                        <a:lnTo>
                          <a:pt x="121" y="11"/>
                        </a:lnTo>
                        <a:lnTo>
                          <a:pt x="91" y="6"/>
                        </a:lnTo>
                        <a:lnTo>
                          <a:pt x="62" y="3"/>
                        </a:lnTo>
                        <a:lnTo>
                          <a:pt x="31" y="1"/>
                        </a:lnTo>
                        <a:lnTo>
                          <a:pt x="0" y="0"/>
                        </a:lnTo>
                        <a:lnTo>
                          <a:pt x="0" y="179"/>
                        </a:lnTo>
                        <a:lnTo>
                          <a:pt x="21" y="179"/>
                        </a:lnTo>
                        <a:lnTo>
                          <a:pt x="43" y="181"/>
                        </a:lnTo>
                        <a:lnTo>
                          <a:pt x="65" y="184"/>
                        </a:lnTo>
                        <a:lnTo>
                          <a:pt x="86" y="187"/>
                        </a:lnTo>
                        <a:lnTo>
                          <a:pt x="105" y="192"/>
                        </a:lnTo>
                        <a:lnTo>
                          <a:pt x="126" y="198"/>
                        </a:lnTo>
                        <a:lnTo>
                          <a:pt x="145" y="205"/>
                        </a:lnTo>
                        <a:lnTo>
                          <a:pt x="165" y="212"/>
                        </a:lnTo>
                        <a:lnTo>
                          <a:pt x="183" y="221"/>
                        </a:lnTo>
                        <a:lnTo>
                          <a:pt x="202" y="230"/>
                        </a:lnTo>
                        <a:lnTo>
                          <a:pt x="219" y="241"/>
                        </a:lnTo>
                        <a:lnTo>
                          <a:pt x="237" y="252"/>
                        </a:lnTo>
                        <a:lnTo>
                          <a:pt x="253" y="264"/>
                        </a:lnTo>
                        <a:lnTo>
                          <a:pt x="269" y="275"/>
                        </a:lnTo>
                        <a:lnTo>
                          <a:pt x="284" y="290"/>
                        </a:lnTo>
                        <a:lnTo>
                          <a:pt x="300" y="304"/>
                        </a:lnTo>
                        <a:lnTo>
                          <a:pt x="314" y="318"/>
                        </a:lnTo>
                        <a:lnTo>
                          <a:pt x="327" y="333"/>
                        </a:lnTo>
                        <a:lnTo>
                          <a:pt x="340" y="349"/>
                        </a:lnTo>
                        <a:lnTo>
                          <a:pt x="352" y="366"/>
                        </a:lnTo>
                        <a:lnTo>
                          <a:pt x="363" y="383"/>
                        </a:lnTo>
                        <a:lnTo>
                          <a:pt x="372" y="402"/>
                        </a:lnTo>
                        <a:lnTo>
                          <a:pt x="382" y="420"/>
                        </a:lnTo>
                        <a:lnTo>
                          <a:pt x="391" y="438"/>
                        </a:lnTo>
                        <a:lnTo>
                          <a:pt x="398" y="457"/>
                        </a:lnTo>
                        <a:lnTo>
                          <a:pt x="405" y="477"/>
                        </a:lnTo>
                        <a:lnTo>
                          <a:pt x="410" y="497"/>
                        </a:lnTo>
                        <a:lnTo>
                          <a:pt x="416" y="518"/>
                        </a:lnTo>
                        <a:lnTo>
                          <a:pt x="419" y="538"/>
                        </a:lnTo>
                        <a:lnTo>
                          <a:pt x="422" y="559"/>
                        </a:lnTo>
                        <a:lnTo>
                          <a:pt x="423" y="581"/>
                        </a:lnTo>
                        <a:lnTo>
                          <a:pt x="423" y="603"/>
                        </a:lnTo>
                        <a:lnTo>
                          <a:pt x="604" y="603"/>
                        </a:lnTo>
                        <a:close/>
                      </a:path>
                    </a:pathLst>
                  </a:custGeom>
                  <a:solidFill>
                    <a:srgbClr val="EF2B2F"/>
                  </a:solidFill>
                  <a:ln>
                    <a:noFill/>
                  </a:ln>
                </p:spPr>
                <p:txBody>
                  <a:bodyPr/>
                  <a:lstStyle/>
                  <a:p>
                    <a:pPr>
                      <a:defRPr/>
                    </a:pPr>
                    <a:endParaRPr lang="en-US" sz="1050">
                      <a:latin typeface="+mj-lt"/>
                    </a:endParaRPr>
                  </a:p>
                </p:txBody>
              </p:sp>
              <p:sp>
                <p:nvSpPr>
                  <p:cNvPr id="41581" name="Freeform 360">
                    <a:extLst>
                      <a:ext uri="{FF2B5EF4-FFF2-40B4-BE49-F238E27FC236}">
                        <a16:creationId xmlns="" xmlns:a16="http://schemas.microsoft.com/office/drawing/2014/main" id="{1AC17A41-FDE7-2345-981D-61239030B030}"/>
                      </a:ext>
                    </a:extLst>
                  </p:cNvPr>
                  <p:cNvSpPr>
                    <a:spLocks/>
                  </p:cNvSpPr>
                  <p:nvPr/>
                </p:nvSpPr>
                <p:spPr bwMode="auto">
                  <a:xfrm>
                    <a:off x="2767" y="1997"/>
                    <a:ext cx="99" cy="110"/>
                  </a:xfrm>
                  <a:custGeom>
                    <a:avLst/>
                    <a:gdLst>
                      <a:gd name="T0" fmla="*/ 0 w 604"/>
                      <a:gd name="T1" fmla="*/ 0 h 604"/>
                      <a:gd name="T2" fmla="*/ 0 w 604"/>
                      <a:gd name="T3" fmla="*/ 0 h 604"/>
                      <a:gd name="T4" fmla="*/ 0 w 604"/>
                      <a:gd name="T5" fmla="*/ 0 h 604"/>
                      <a:gd name="T6" fmla="*/ 0 w 604"/>
                      <a:gd name="T7" fmla="*/ 0 h 604"/>
                      <a:gd name="T8" fmla="*/ 0 w 604"/>
                      <a:gd name="T9" fmla="*/ 0 h 604"/>
                      <a:gd name="T10" fmla="*/ 0 w 604"/>
                      <a:gd name="T11" fmla="*/ 0 h 604"/>
                      <a:gd name="T12" fmla="*/ 0 w 604"/>
                      <a:gd name="T13" fmla="*/ 0 h 604"/>
                      <a:gd name="T14" fmla="*/ 0 w 604"/>
                      <a:gd name="T15" fmla="*/ 0 h 604"/>
                      <a:gd name="T16" fmla="*/ 0 w 604"/>
                      <a:gd name="T17" fmla="*/ 0 h 604"/>
                      <a:gd name="T18" fmla="*/ 0 w 604"/>
                      <a:gd name="T19" fmla="*/ 0 h 604"/>
                      <a:gd name="T20" fmla="*/ 0 w 604"/>
                      <a:gd name="T21" fmla="*/ 0 h 604"/>
                      <a:gd name="T22" fmla="*/ 0 w 604"/>
                      <a:gd name="T23" fmla="*/ 0 h 604"/>
                      <a:gd name="T24" fmla="*/ 0 w 604"/>
                      <a:gd name="T25" fmla="*/ 0 h 604"/>
                      <a:gd name="T26" fmla="*/ 0 w 604"/>
                      <a:gd name="T27" fmla="*/ 0 h 604"/>
                      <a:gd name="T28" fmla="*/ 0 w 604"/>
                      <a:gd name="T29" fmla="*/ 0 h 604"/>
                      <a:gd name="T30" fmla="*/ 0 w 604"/>
                      <a:gd name="T31" fmla="*/ 0 h 604"/>
                      <a:gd name="T32" fmla="*/ 0 w 604"/>
                      <a:gd name="T33" fmla="*/ 0 h 604"/>
                      <a:gd name="T34" fmla="*/ 0 w 604"/>
                      <a:gd name="T35" fmla="*/ 0 h 604"/>
                      <a:gd name="T36" fmla="*/ 0 w 604"/>
                      <a:gd name="T37" fmla="*/ 0 h 604"/>
                      <a:gd name="T38" fmla="*/ 0 w 604"/>
                      <a:gd name="T39" fmla="*/ 0 h 604"/>
                      <a:gd name="T40" fmla="*/ 0 w 604"/>
                      <a:gd name="T41" fmla="*/ 0 h 604"/>
                      <a:gd name="T42" fmla="*/ 0 w 604"/>
                      <a:gd name="T43" fmla="*/ 0 h 604"/>
                      <a:gd name="T44" fmla="*/ 0 w 604"/>
                      <a:gd name="T45" fmla="*/ 0 h 604"/>
                      <a:gd name="T46" fmla="*/ 0 w 604"/>
                      <a:gd name="T47" fmla="*/ 0 h 604"/>
                      <a:gd name="T48" fmla="*/ 0 w 604"/>
                      <a:gd name="T49" fmla="*/ 0 h 604"/>
                      <a:gd name="T50" fmla="*/ 0 w 604"/>
                      <a:gd name="T51" fmla="*/ 0 h 604"/>
                      <a:gd name="T52" fmla="*/ 0 w 604"/>
                      <a:gd name="T53" fmla="*/ 0 h 604"/>
                      <a:gd name="T54" fmla="*/ 0 w 604"/>
                      <a:gd name="T55" fmla="*/ 0 h 604"/>
                      <a:gd name="T56" fmla="*/ 0 w 604"/>
                      <a:gd name="T57" fmla="*/ 0 h 604"/>
                      <a:gd name="T58" fmla="*/ 0 w 604"/>
                      <a:gd name="T59" fmla="*/ 0 h 604"/>
                      <a:gd name="T60" fmla="*/ 0 w 604"/>
                      <a:gd name="T61" fmla="*/ 0 h 604"/>
                      <a:gd name="T62" fmla="*/ 0 w 604"/>
                      <a:gd name="T63" fmla="*/ 0 h 604"/>
                      <a:gd name="T64" fmla="*/ 0 w 604"/>
                      <a:gd name="T65" fmla="*/ 0 h 604"/>
                      <a:gd name="T66" fmla="*/ 0 w 604"/>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4"/>
                      <a:gd name="T104" fmla="*/ 604 w 604"/>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4">
                        <a:moveTo>
                          <a:pt x="0" y="604"/>
                        </a:moveTo>
                        <a:lnTo>
                          <a:pt x="0" y="604"/>
                        </a:lnTo>
                        <a:lnTo>
                          <a:pt x="30" y="603"/>
                        </a:lnTo>
                        <a:lnTo>
                          <a:pt x="62" y="600"/>
                        </a:lnTo>
                        <a:lnTo>
                          <a:pt x="91" y="596"/>
                        </a:lnTo>
                        <a:lnTo>
                          <a:pt x="121" y="591"/>
                        </a:lnTo>
                        <a:lnTo>
                          <a:pt x="151" y="584"/>
                        </a:lnTo>
                        <a:lnTo>
                          <a:pt x="179" y="577"/>
                        </a:lnTo>
                        <a:lnTo>
                          <a:pt x="207" y="567"/>
                        </a:lnTo>
                        <a:lnTo>
                          <a:pt x="234" y="556"/>
                        </a:lnTo>
                        <a:lnTo>
                          <a:pt x="262" y="544"/>
                        </a:lnTo>
                        <a:lnTo>
                          <a:pt x="288" y="530"/>
                        </a:lnTo>
                        <a:lnTo>
                          <a:pt x="313" y="516"/>
                        </a:lnTo>
                        <a:lnTo>
                          <a:pt x="336" y="500"/>
                        </a:lnTo>
                        <a:lnTo>
                          <a:pt x="360" y="483"/>
                        </a:lnTo>
                        <a:lnTo>
                          <a:pt x="383" y="465"/>
                        </a:lnTo>
                        <a:lnTo>
                          <a:pt x="405" y="446"/>
                        </a:lnTo>
                        <a:lnTo>
                          <a:pt x="427" y="427"/>
                        </a:lnTo>
                        <a:lnTo>
                          <a:pt x="446" y="405"/>
                        </a:lnTo>
                        <a:lnTo>
                          <a:pt x="465" y="383"/>
                        </a:lnTo>
                        <a:lnTo>
                          <a:pt x="483" y="360"/>
                        </a:lnTo>
                        <a:lnTo>
                          <a:pt x="501" y="336"/>
                        </a:lnTo>
                        <a:lnTo>
                          <a:pt x="516" y="312"/>
                        </a:lnTo>
                        <a:lnTo>
                          <a:pt x="530" y="287"/>
                        </a:lnTo>
                        <a:lnTo>
                          <a:pt x="544" y="261"/>
                        </a:lnTo>
                        <a:lnTo>
                          <a:pt x="556" y="234"/>
                        </a:lnTo>
                        <a:lnTo>
                          <a:pt x="567" y="207"/>
                        </a:lnTo>
                        <a:lnTo>
                          <a:pt x="577" y="179"/>
                        </a:lnTo>
                        <a:lnTo>
                          <a:pt x="584" y="151"/>
                        </a:lnTo>
                        <a:lnTo>
                          <a:pt x="591" y="121"/>
                        </a:lnTo>
                        <a:lnTo>
                          <a:pt x="596" y="91"/>
                        </a:lnTo>
                        <a:lnTo>
                          <a:pt x="600" y="61"/>
                        </a:lnTo>
                        <a:lnTo>
                          <a:pt x="603" y="31"/>
                        </a:lnTo>
                        <a:lnTo>
                          <a:pt x="604" y="0"/>
                        </a:lnTo>
                        <a:lnTo>
                          <a:pt x="423" y="0"/>
                        </a:lnTo>
                        <a:lnTo>
                          <a:pt x="423" y="21"/>
                        </a:lnTo>
                        <a:lnTo>
                          <a:pt x="422" y="43"/>
                        </a:lnTo>
                        <a:lnTo>
                          <a:pt x="419" y="65"/>
                        </a:lnTo>
                        <a:lnTo>
                          <a:pt x="416" y="85"/>
                        </a:lnTo>
                        <a:lnTo>
                          <a:pt x="410" y="105"/>
                        </a:lnTo>
                        <a:lnTo>
                          <a:pt x="405" y="126"/>
                        </a:lnTo>
                        <a:lnTo>
                          <a:pt x="398" y="145"/>
                        </a:lnTo>
                        <a:lnTo>
                          <a:pt x="391" y="165"/>
                        </a:lnTo>
                        <a:lnTo>
                          <a:pt x="382" y="183"/>
                        </a:lnTo>
                        <a:lnTo>
                          <a:pt x="372" y="202"/>
                        </a:lnTo>
                        <a:lnTo>
                          <a:pt x="363" y="219"/>
                        </a:lnTo>
                        <a:lnTo>
                          <a:pt x="352" y="236"/>
                        </a:lnTo>
                        <a:lnTo>
                          <a:pt x="340" y="253"/>
                        </a:lnTo>
                        <a:lnTo>
                          <a:pt x="327" y="269"/>
                        </a:lnTo>
                        <a:lnTo>
                          <a:pt x="314" y="284"/>
                        </a:lnTo>
                        <a:lnTo>
                          <a:pt x="300" y="299"/>
                        </a:lnTo>
                        <a:lnTo>
                          <a:pt x="284" y="314"/>
                        </a:lnTo>
                        <a:lnTo>
                          <a:pt x="269" y="327"/>
                        </a:lnTo>
                        <a:lnTo>
                          <a:pt x="253" y="340"/>
                        </a:lnTo>
                        <a:lnTo>
                          <a:pt x="237" y="352"/>
                        </a:lnTo>
                        <a:lnTo>
                          <a:pt x="219" y="362"/>
                        </a:lnTo>
                        <a:lnTo>
                          <a:pt x="202" y="373"/>
                        </a:lnTo>
                        <a:lnTo>
                          <a:pt x="183" y="382"/>
                        </a:lnTo>
                        <a:lnTo>
                          <a:pt x="165" y="391"/>
                        </a:lnTo>
                        <a:lnTo>
                          <a:pt x="145" y="398"/>
                        </a:lnTo>
                        <a:lnTo>
                          <a:pt x="126" y="405"/>
                        </a:lnTo>
                        <a:lnTo>
                          <a:pt x="105" y="410"/>
                        </a:lnTo>
                        <a:lnTo>
                          <a:pt x="86" y="416"/>
                        </a:lnTo>
                        <a:lnTo>
                          <a:pt x="65" y="419"/>
                        </a:lnTo>
                        <a:lnTo>
                          <a:pt x="43" y="422"/>
                        </a:lnTo>
                        <a:lnTo>
                          <a:pt x="23" y="423"/>
                        </a:lnTo>
                        <a:lnTo>
                          <a:pt x="0" y="423"/>
                        </a:lnTo>
                        <a:lnTo>
                          <a:pt x="0" y="604"/>
                        </a:lnTo>
                        <a:close/>
                      </a:path>
                    </a:pathLst>
                  </a:custGeom>
                  <a:solidFill>
                    <a:srgbClr val="EF2B2F"/>
                  </a:solidFill>
                  <a:ln>
                    <a:noFill/>
                  </a:ln>
                </p:spPr>
                <p:txBody>
                  <a:bodyPr/>
                  <a:lstStyle/>
                  <a:p>
                    <a:pPr>
                      <a:defRPr/>
                    </a:pPr>
                    <a:endParaRPr lang="en-US" sz="1050">
                      <a:latin typeface="+mj-lt"/>
                    </a:endParaRPr>
                  </a:p>
                </p:txBody>
              </p:sp>
              <p:sp>
                <p:nvSpPr>
                  <p:cNvPr id="41582" name="Freeform 361">
                    <a:extLst>
                      <a:ext uri="{FF2B5EF4-FFF2-40B4-BE49-F238E27FC236}">
                        <a16:creationId xmlns="" xmlns:a16="http://schemas.microsoft.com/office/drawing/2014/main" id="{CE96B42A-8794-F751-EDC1-8D6D89EB833A}"/>
                      </a:ext>
                    </a:extLst>
                  </p:cNvPr>
                  <p:cNvSpPr>
                    <a:spLocks/>
                  </p:cNvSpPr>
                  <p:nvPr/>
                </p:nvSpPr>
                <p:spPr bwMode="auto">
                  <a:xfrm>
                    <a:off x="2664" y="1997"/>
                    <a:ext cx="103" cy="110"/>
                  </a:xfrm>
                  <a:custGeom>
                    <a:avLst/>
                    <a:gdLst>
                      <a:gd name="T0" fmla="*/ 0 w 603"/>
                      <a:gd name="T1" fmla="*/ 0 h 604"/>
                      <a:gd name="T2" fmla="*/ 0 w 603"/>
                      <a:gd name="T3" fmla="*/ 0 h 604"/>
                      <a:gd name="T4" fmla="*/ 0 w 603"/>
                      <a:gd name="T5" fmla="*/ 0 h 604"/>
                      <a:gd name="T6" fmla="*/ 0 w 603"/>
                      <a:gd name="T7" fmla="*/ 0 h 604"/>
                      <a:gd name="T8" fmla="*/ 0 w 603"/>
                      <a:gd name="T9" fmla="*/ 0 h 604"/>
                      <a:gd name="T10" fmla="*/ 0 w 603"/>
                      <a:gd name="T11" fmla="*/ 0 h 604"/>
                      <a:gd name="T12" fmla="*/ 0 w 603"/>
                      <a:gd name="T13" fmla="*/ 0 h 604"/>
                      <a:gd name="T14" fmla="*/ 0 w 603"/>
                      <a:gd name="T15" fmla="*/ 0 h 604"/>
                      <a:gd name="T16" fmla="*/ 0 w 603"/>
                      <a:gd name="T17" fmla="*/ 0 h 604"/>
                      <a:gd name="T18" fmla="*/ 0 w 603"/>
                      <a:gd name="T19" fmla="*/ 0 h 604"/>
                      <a:gd name="T20" fmla="*/ 0 w 603"/>
                      <a:gd name="T21" fmla="*/ 0 h 604"/>
                      <a:gd name="T22" fmla="*/ 0 w 603"/>
                      <a:gd name="T23" fmla="*/ 0 h 604"/>
                      <a:gd name="T24" fmla="*/ 0 w 603"/>
                      <a:gd name="T25" fmla="*/ 0 h 604"/>
                      <a:gd name="T26" fmla="*/ 0 w 603"/>
                      <a:gd name="T27" fmla="*/ 0 h 604"/>
                      <a:gd name="T28" fmla="*/ 0 w 603"/>
                      <a:gd name="T29" fmla="*/ 0 h 604"/>
                      <a:gd name="T30" fmla="*/ 0 w 603"/>
                      <a:gd name="T31" fmla="*/ 0 h 604"/>
                      <a:gd name="T32" fmla="*/ 0 w 603"/>
                      <a:gd name="T33" fmla="*/ 0 h 604"/>
                      <a:gd name="T34" fmla="*/ 0 w 603"/>
                      <a:gd name="T35" fmla="*/ 0 h 604"/>
                      <a:gd name="T36" fmla="*/ 0 w 603"/>
                      <a:gd name="T37" fmla="*/ 0 h 604"/>
                      <a:gd name="T38" fmla="*/ 0 w 603"/>
                      <a:gd name="T39" fmla="*/ 0 h 604"/>
                      <a:gd name="T40" fmla="*/ 0 w 603"/>
                      <a:gd name="T41" fmla="*/ 0 h 604"/>
                      <a:gd name="T42" fmla="*/ 0 w 603"/>
                      <a:gd name="T43" fmla="*/ 0 h 604"/>
                      <a:gd name="T44" fmla="*/ 0 w 603"/>
                      <a:gd name="T45" fmla="*/ 0 h 604"/>
                      <a:gd name="T46" fmla="*/ 0 w 603"/>
                      <a:gd name="T47" fmla="*/ 0 h 604"/>
                      <a:gd name="T48" fmla="*/ 0 w 603"/>
                      <a:gd name="T49" fmla="*/ 0 h 604"/>
                      <a:gd name="T50" fmla="*/ 0 w 603"/>
                      <a:gd name="T51" fmla="*/ 0 h 604"/>
                      <a:gd name="T52" fmla="*/ 0 w 603"/>
                      <a:gd name="T53" fmla="*/ 0 h 604"/>
                      <a:gd name="T54" fmla="*/ 0 w 603"/>
                      <a:gd name="T55" fmla="*/ 0 h 604"/>
                      <a:gd name="T56" fmla="*/ 0 w 603"/>
                      <a:gd name="T57" fmla="*/ 0 h 604"/>
                      <a:gd name="T58" fmla="*/ 0 w 603"/>
                      <a:gd name="T59" fmla="*/ 0 h 604"/>
                      <a:gd name="T60" fmla="*/ 0 w 603"/>
                      <a:gd name="T61" fmla="*/ 0 h 604"/>
                      <a:gd name="T62" fmla="*/ 0 w 603"/>
                      <a:gd name="T63" fmla="*/ 0 h 604"/>
                      <a:gd name="T64" fmla="*/ 0 w 603"/>
                      <a:gd name="T65" fmla="*/ 0 h 604"/>
                      <a:gd name="T66" fmla="*/ 0 w 603"/>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4"/>
                      <a:gd name="T104" fmla="*/ 603 w 603"/>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4">
                        <a:moveTo>
                          <a:pt x="0" y="0"/>
                        </a:moveTo>
                        <a:lnTo>
                          <a:pt x="0" y="0"/>
                        </a:lnTo>
                        <a:lnTo>
                          <a:pt x="1" y="30"/>
                        </a:lnTo>
                        <a:lnTo>
                          <a:pt x="3" y="61"/>
                        </a:lnTo>
                        <a:lnTo>
                          <a:pt x="6" y="91"/>
                        </a:lnTo>
                        <a:lnTo>
                          <a:pt x="12" y="121"/>
                        </a:lnTo>
                        <a:lnTo>
                          <a:pt x="19" y="149"/>
                        </a:lnTo>
                        <a:lnTo>
                          <a:pt x="27" y="179"/>
                        </a:lnTo>
                        <a:lnTo>
                          <a:pt x="37" y="207"/>
                        </a:lnTo>
                        <a:lnTo>
                          <a:pt x="48" y="234"/>
                        </a:lnTo>
                        <a:lnTo>
                          <a:pt x="60" y="261"/>
                        </a:lnTo>
                        <a:lnTo>
                          <a:pt x="73" y="287"/>
                        </a:lnTo>
                        <a:lnTo>
                          <a:pt x="88" y="312"/>
                        </a:lnTo>
                        <a:lnTo>
                          <a:pt x="103" y="336"/>
                        </a:lnTo>
                        <a:lnTo>
                          <a:pt x="120" y="360"/>
                        </a:lnTo>
                        <a:lnTo>
                          <a:pt x="138" y="383"/>
                        </a:lnTo>
                        <a:lnTo>
                          <a:pt x="156" y="405"/>
                        </a:lnTo>
                        <a:lnTo>
                          <a:pt x="177" y="427"/>
                        </a:lnTo>
                        <a:lnTo>
                          <a:pt x="197" y="446"/>
                        </a:lnTo>
                        <a:lnTo>
                          <a:pt x="219" y="465"/>
                        </a:lnTo>
                        <a:lnTo>
                          <a:pt x="242" y="483"/>
                        </a:lnTo>
                        <a:lnTo>
                          <a:pt x="266" y="500"/>
                        </a:lnTo>
                        <a:lnTo>
                          <a:pt x="290" y="516"/>
                        </a:lnTo>
                        <a:lnTo>
                          <a:pt x="316" y="530"/>
                        </a:lnTo>
                        <a:lnTo>
                          <a:pt x="342" y="544"/>
                        </a:lnTo>
                        <a:lnTo>
                          <a:pt x="369" y="556"/>
                        </a:lnTo>
                        <a:lnTo>
                          <a:pt x="396" y="567"/>
                        </a:lnTo>
                        <a:lnTo>
                          <a:pt x="423" y="577"/>
                        </a:lnTo>
                        <a:lnTo>
                          <a:pt x="453" y="584"/>
                        </a:lnTo>
                        <a:lnTo>
                          <a:pt x="482" y="591"/>
                        </a:lnTo>
                        <a:lnTo>
                          <a:pt x="511" y="596"/>
                        </a:lnTo>
                        <a:lnTo>
                          <a:pt x="542" y="600"/>
                        </a:lnTo>
                        <a:lnTo>
                          <a:pt x="572" y="603"/>
                        </a:lnTo>
                        <a:lnTo>
                          <a:pt x="603" y="604"/>
                        </a:lnTo>
                        <a:lnTo>
                          <a:pt x="603" y="423"/>
                        </a:lnTo>
                        <a:lnTo>
                          <a:pt x="581" y="423"/>
                        </a:lnTo>
                        <a:lnTo>
                          <a:pt x="559" y="422"/>
                        </a:lnTo>
                        <a:lnTo>
                          <a:pt x="539" y="419"/>
                        </a:lnTo>
                        <a:lnTo>
                          <a:pt x="518" y="416"/>
                        </a:lnTo>
                        <a:lnTo>
                          <a:pt x="497" y="410"/>
                        </a:lnTo>
                        <a:lnTo>
                          <a:pt x="478" y="405"/>
                        </a:lnTo>
                        <a:lnTo>
                          <a:pt x="457" y="398"/>
                        </a:lnTo>
                        <a:lnTo>
                          <a:pt x="439" y="391"/>
                        </a:lnTo>
                        <a:lnTo>
                          <a:pt x="419" y="382"/>
                        </a:lnTo>
                        <a:lnTo>
                          <a:pt x="402" y="373"/>
                        </a:lnTo>
                        <a:lnTo>
                          <a:pt x="383" y="362"/>
                        </a:lnTo>
                        <a:lnTo>
                          <a:pt x="366" y="352"/>
                        </a:lnTo>
                        <a:lnTo>
                          <a:pt x="350" y="340"/>
                        </a:lnTo>
                        <a:lnTo>
                          <a:pt x="333" y="327"/>
                        </a:lnTo>
                        <a:lnTo>
                          <a:pt x="318" y="314"/>
                        </a:lnTo>
                        <a:lnTo>
                          <a:pt x="304" y="299"/>
                        </a:lnTo>
                        <a:lnTo>
                          <a:pt x="290" y="284"/>
                        </a:lnTo>
                        <a:lnTo>
                          <a:pt x="276" y="269"/>
                        </a:lnTo>
                        <a:lnTo>
                          <a:pt x="263" y="253"/>
                        </a:lnTo>
                        <a:lnTo>
                          <a:pt x="252" y="236"/>
                        </a:lnTo>
                        <a:lnTo>
                          <a:pt x="240" y="219"/>
                        </a:lnTo>
                        <a:lnTo>
                          <a:pt x="230" y="202"/>
                        </a:lnTo>
                        <a:lnTo>
                          <a:pt x="220" y="183"/>
                        </a:lnTo>
                        <a:lnTo>
                          <a:pt x="213" y="165"/>
                        </a:lnTo>
                        <a:lnTo>
                          <a:pt x="205" y="145"/>
                        </a:lnTo>
                        <a:lnTo>
                          <a:pt x="199" y="126"/>
                        </a:lnTo>
                        <a:lnTo>
                          <a:pt x="192" y="106"/>
                        </a:lnTo>
                        <a:lnTo>
                          <a:pt x="188" y="85"/>
                        </a:lnTo>
                        <a:lnTo>
                          <a:pt x="184" y="65"/>
                        </a:lnTo>
                        <a:lnTo>
                          <a:pt x="181" y="43"/>
                        </a:lnTo>
                        <a:lnTo>
                          <a:pt x="179" y="22"/>
                        </a:lnTo>
                        <a:lnTo>
                          <a:pt x="179" y="0"/>
                        </a:lnTo>
                        <a:lnTo>
                          <a:pt x="0" y="0"/>
                        </a:lnTo>
                        <a:close/>
                      </a:path>
                    </a:pathLst>
                  </a:custGeom>
                  <a:solidFill>
                    <a:srgbClr val="EF2B2F"/>
                  </a:solidFill>
                  <a:ln>
                    <a:noFill/>
                  </a:ln>
                </p:spPr>
                <p:txBody>
                  <a:bodyPr/>
                  <a:lstStyle/>
                  <a:p>
                    <a:pPr>
                      <a:defRPr/>
                    </a:pPr>
                    <a:endParaRPr lang="en-US" sz="1050">
                      <a:latin typeface="+mj-lt"/>
                    </a:endParaRPr>
                  </a:p>
                </p:txBody>
              </p:sp>
              <p:sp>
                <p:nvSpPr>
                  <p:cNvPr id="41583" name="Freeform 362">
                    <a:extLst>
                      <a:ext uri="{FF2B5EF4-FFF2-40B4-BE49-F238E27FC236}">
                        <a16:creationId xmlns="" xmlns:a16="http://schemas.microsoft.com/office/drawing/2014/main" id="{02830C3E-EA09-4D8D-4AF7-DB82EE810CE3}"/>
                      </a:ext>
                    </a:extLst>
                  </p:cNvPr>
                  <p:cNvSpPr>
                    <a:spLocks/>
                  </p:cNvSpPr>
                  <p:nvPr/>
                </p:nvSpPr>
                <p:spPr bwMode="auto">
                  <a:xfrm>
                    <a:off x="2664" y="1879"/>
                    <a:ext cx="103" cy="118"/>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0"/>
                        </a:moveTo>
                        <a:lnTo>
                          <a:pt x="603" y="0"/>
                        </a:lnTo>
                        <a:lnTo>
                          <a:pt x="572" y="1"/>
                        </a:lnTo>
                        <a:lnTo>
                          <a:pt x="542" y="3"/>
                        </a:lnTo>
                        <a:lnTo>
                          <a:pt x="511" y="6"/>
                        </a:lnTo>
                        <a:lnTo>
                          <a:pt x="482" y="11"/>
                        </a:lnTo>
                        <a:lnTo>
                          <a:pt x="453" y="19"/>
                        </a:lnTo>
                        <a:lnTo>
                          <a:pt x="423" y="27"/>
                        </a:lnTo>
                        <a:lnTo>
                          <a:pt x="396" y="36"/>
                        </a:lnTo>
                        <a:lnTo>
                          <a:pt x="369" y="47"/>
                        </a:lnTo>
                        <a:lnTo>
                          <a:pt x="342" y="59"/>
                        </a:lnTo>
                        <a:lnTo>
                          <a:pt x="316" y="72"/>
                        </a:lnTo>
                        <a:lnTo>
                          <a:pt x="290" y="88"/>
                        </a:lnTo>
                        <a:lnTo>
                          <a:pt x="266" y="103"/>
                        </a:lnTo>
                        <a:lnTo>
                          <a:pt x="242" y="120"/>
                        </a:lnTo>
                        <a:lnTo>
                          <a:pt x="219" y="137"/>
                        </a:lnTo>
                        <a:lnTo>
                          <a:pt x="197" y="157"/>
                        </a:lnTo>
                        <a:lnTo>
                          <a:pt x="177" y="177"/>
                        </a:lnTo>
                        <a:lnTo>
                          <a:pt x="156" y="197"/>
                        </a:lnTo>
                        <a:lnTo>
                          <a:pt x="138" y="219"/>
                        </a:lnTo>
                        <a:lnTo>
                          <a:pt x="120" y="242"/>
                        </a:lnTo>
                        <a:lnTo>
                          <a:pt x="103" y="266"/>
                        </a:lnTo>
                        <a:lnTo>
                          <a:pt x="88" y="291"/>
                        </a:lnTo>
                        <a:lnTo>
                          <a:pt x="73" y="316"/>
                        </a:lnTo>
                        <a:lnTo>
                          <a:pt x="60" y="342"/>
                        </a:lnTo>
                        <a:lnTo>
                          <a:pt x="48" y="368"/>
                        </a:lnTo>
                        <a:lnTo>
                          <a:pt x="37" y="396"/>
                        </a:lnTo>
                        <a:lnTo>
                          <a:pt x="27" y="423"/>
                        </a:lnTo>
                        <a:lnTo>
                          <a:pt x="19" y="453"/>
                        </a:lnTo>
                        <a:lnTo>
                          <a:pt x="12" y="482"/>
                        </a:lnTo>
                        <a:lnTo>
                          <a:pt x="6" y="511"/>
                        </a:lnTo>
                        <a:lnTo>
                          <a:pt x="3" y="542"/>
                        </a:lnTo>
                        <a:lnTo>
                          <a:pt x="1" y="572"/>
                        </a:lnTo>
                        <a:lnTo>
                          <a:pt x="0" y="603"/>
                        </a:lnTo>
                        <a:lnTo>
                          <a:pt x="179" y="603"/>
                        </a:lnTo>
                        <a:lnTo>
                          <a:pt x="179" y="581"/>
                        </a:lnTo>
                        <a:lnTo>
                          <a:pt x="181" y="559"/>
                        </a:lnTo>
                        <a:lnTo>
                          <a:pt x="184" y="538"/>
                        </a:lnTo>
                        <a:lnTo>
                          <a:pt x="188" y="518"/>
                        </a:lnTo>
                        <a:lnTo>
                          <a:pt x="192" y="497"/>
                        </a:lnTo>
                        <a:lnTo>
                          <a:pt x="199" y="477"/>
                        </a:lnTo>
                        <a:lnTo>
                          <a:pt x="205" y="457"/>
                        </a:lnTo>
                        <a:lnTo>
                          <a:pt x="213" y="438"/>
                        </a:lnTo>
                        <a:lnTo>
                          <a:pt x="220" y="420"/>
                        </a:lnTo>
                        <a:lnTo>
                          <a:pt x="230" y="402"/>
                        </a:lnTo>
                        <a:lnTo>
                          <a:pt x="240" y="383"/>
                        </a:lnTo>
                        <a:lnTo>
                          <a:pt x="252" y="366"/>
                        </a:lnTo>
                        <a:lnTo>
                          <a:pt x="263" y="349"/>
                        </a:lnTo>
                        <a:lnTo>
                          <a:pt x="276" y="333"/>
                        </a:lnTo>
                        <a:lnTo>
                          <a:pt x="290" y="318"/>
                        </a:lnTo>
                        <a:lnTo>
                          <a:pt x="303" y="304"/>
                        </a:lnTo>
                        <a:lnTo>
                          <a:pt x="318" y="290"/>
                        </a:lnTo>
                        <a:lnTo>
                          <a:pt x="333" y="275"/>
                        </a:lnTo>
                        <a:lnTo>
                          <a:pt x="350" y="264"/>
                        </a:lnTo>
                        <a:lnTo>
                          <a:pt x="366" y="252"/>
                        </a:lnTo>
                        <a:lnTo>
                          <a:pt x="383" y="241"/>
                        </a:lnTo>
                        <a:lnTo>
                          <a:pt x="402" y="230"/>
                        </a:lnTo>
                        <a:lnTo>
                          <a:pt x="419" y="221"/>
                        </a:lnTo>
                        <a:lnTo>
                          <a:pt x="439" y="212"/>
                        </a:lnTo>
                        <a:lnTo>
                          <a:pt x="457" y="205"/>
                        </a:lnTo>
                        <a:lnTo>
                          <a:pt x="478" y="198"/>
                        </a:lnTo>
                        <a:lnTo>
                          <a:pt x="497" y="192"/>
                        </a:lnTo>
                        <a:lnTo>
                          <a:pt x="518" y="187"/>
                        </a:lnTo>
                        <a:lnTo>
                          <a:pt x="539" y="184"/>
                        </a:lnTo>
                        <a:lnTo>
                          <a:pt x="559" y="181"/>
                        </a:lnTo>
                        <a:lnTo>
                          <a:pt x="581" y="179"/>
                        </a:lnTo>
                        <a:lnTo>
                          <a:pt x="603" y="179"/>
                        </a:lnTo>
                        <a:lnTo>
                          <a:pt x="603" y="0"/>
                        </a:lnTo>
                        <a:close/>
                      </a:path>
                    </a:pathLst>
                  </a:custGeom>
                  <a:solidFill>
                    <a:srgbClr val="EF2B2F"/>
                  </a:solidFill>
                  <a:ln>
                    <a:noFill/>
                  </a:ln>
                </p:spPr>
                <p:txBody>
                  <a:bodyPr/>
                  <a:lstStyle/>
                  <a:p>
                    <a:pPr>
                      <a:defRPr/>
                    </a:pPr>
                    <a:endParaRPr lang="en-US" sz="1050">
                      <a:latin typeface="+mj-lt"/>
                    </a:endParaRPr>
                  </a:p>
                </p:txBody>
              </p:sp>
              <p:sp>
                <p:nvSpPr>
                  <p:cNvPr id="41584" name="Freeform 363">
                    <a:extLst>
                      <a:ext uri="{FF2B5EF4-FFF2-40B4-BE49-F238E27FC236}">
                        <a16:creationId xmlns="" xmlns:a16="http://schemas.microsoft.com/office/drawing/2014/main" id="{0DD1EDAF-0F49-75EF-6A1A-B40E0F637372}"/>
                      </a:ext>
                    </a:extLst>
                  </p:cNvPr>
                  <p:cNvSpPr>
                    <a:spLocks/>
                  </p:cNvSpPr>
                  <p:nvPr/>
                </p:nvSpPr>
                <p:spPr bwMode="auto">
                  <a:xfrm>
                    <a:off x="3022" y="1940"/>
                    <a:ext cx="172" cy="171"/>
                  </a:xfrm>
                  <a:custGeom>
                    <a:avLst/>
                    <a:gdLst>
                      <a:gd name="T0" fmla="*/ 0 w 1027"/>
                      <a:gd name="T1" fmla="*/ 0 h 1028"/>
                      <a:gd name="T2" fmla="*/ 0 w 1027"/>
                      <a:gd name="T3" fmla="*/ 0 h 1028"/>
                      <a:gd name="T4" fmla="*/ 0 w 1027"/>
                      <a:gd name="T5" fmla="*/ 0 h 1028"/>
                      <a:gd name="T6" fmla="*/ 0 w 1027"/>
                      <a:gd name="T7" fmla="*/ 0 h 1028"/>
                      <a:gd name="T8" fmla="*/ 0 w 1027"/>
                      <a:gd name="T9" fmla="*/ 0 h 1028"/>
                      <a:gd name="T10" fmla="*/ 0 w 1027"/>
                      <a:gd name="T11" fmla="*/ 0 h 1028"/>
                      <a:gd name="T12" fmla="*/ 0 w 1027"/>
                      <a:gd name="T13" fmla="*/ 0 h 1028"/>
                      <a:gd name="T14" fmla="*/ 0 w 1027"/>
                      <a:gd name="T15" fmla="*/ 0 h 1028"/>
                      <a:gd name="T16" fmla="*/ 0 w 1027"/>
                      <a:gd name="T17" fmla="*/ 0 h 1028"/>
                      <a:gd name="T18" fmla="*/ 0 w 1027"/>
                      <a:gd name="T19" fmla="*/ 0 h 1028"/>
                      <a:gd name="T20" fmla="*/ 0 w 1027"/>
                      <a:gd name="T21" fmla="*/ 0 h 1028"/>
                      <a:gd name="T22" fmla="*/ 0 w 1027"/>
                      <a:gd name="T23" fmla="*/ 0 h 1028"/>
                      <a:gd name="T24" fmla="*/ 0 w 1027"/>
                      <a:gd name="T25" fmla="*/ 0 h 1028"/>
                      <a:gd name="T26" fmla="*/ 0 w 1027"/>
                      <a:gd name="T27" fmla="*/ 0 h 1028"/>
                      <a:gd name="T28" fmla="*/ 0 w 1027"/>
                      <a:gd name="T29" fmla="*/ 0 h 1028"/>
                      <a:gd name="T30" fmla="*/ 0 w 1027"/>
                      <a:gd name="T31" fmla="*/ 0 h 1028"/>
                      <a:gd name="T32" fmla="*/ 0 w 1027"/>
                      <a:gd name="T33" fmla="*/ 0 h 1028"/>
                      <a:gd name="T34" fmla="*/ 0 w 1027"/>
                      <a:gd name="T35" fmla="*/ 0 h 1028"/>
                      <a:gd name="T36" fmla="*/ 0 w 1027"/>
                      <a:gd name="T37" fmla="*/ 0 h 1028"/>
                      <a:gd name="T38" fmla="*/ 0 w 1027"/>
                      <a:gd name="T39" fmla="*/ 0 h 1028"/>
                      <a:gd name="T40" fmla="*/ 0 w 1027"/>
                      <a:gd name="T41" fmla="*/ 0 h 1028"/>
                      <a:gd name="T42" fmla="*/ 0 w 1027"/>
                      <a:gd name="T43" fmla="*/ 0 h 1028"/>
                      <a:gd name="T44" fmla="*/ 0 w 1027"/>
                      <a:gd name="T45" fmla="*/ 0 h 1028"/>
                      <a:gd name="T46" fmla="*/ 0 w 1027"/>
                      <a:gd name="T47" fmla="*/ 0 h 1028"/>
                      <a:gd name="T48" fmla="*/ 0 w 1027"/>
                      <a:gd name="T49" fmla="*/ 0 h 1028"/>
                      <a:gd name="T50" fmla="*/ 0 w 1027"/>
                      <a:gd name="T51" fmla="*/ 0 h 1028"/>
                      <a:gd name="T52" fmla="*/ 0 w 1027"/>
                      <a:gd name="T53" fmla="*/ 0 h 1028"/>
                      <a:gd name="T54" fmla="*/ 0 w 1027"/>
                      <a:gd name="T55" fmla="*/ 0 h 1028"/>
                      <a:gd name="T56" fmla="*/ 0 w 1027"/>
                      <a:gd name="T57" fmla="*/ 0 h 1028"/>
                      <a:gd name="T58" fmla="*/ 0 w 1027"/>
                      <a:gd name="T59" fmla="*/ 0 h 1028"/>
                      <a:gd name="T60" fmla="*/ 0 w 1027"/>
                      <a:gd name="T61" fmla="*/ 0 h 1028"/>
                      <a:gd name="T62" fmla="*/ 0 w 1027"/>
                      <a:gd name="T63" fmla="*/ 0 h 1028"/>
                      <a:gd name="T64" fmla="*/ 0 w 1027"/>
                      <a:gd name="T65" fmla="*/ 0 h 1028"/>
                      <a:gd name="T66" fmla="*/ 0 w 1027"/>
                      <a:gd name="T67" fmla="*/ 0 h 1028"/>
                      <a:gd name="T68" fmla="*/ 0 w 1027"/>
                      <a:gd name="T69" fmla="*/ 0 h 1028"/>
                      <a:gd name="T70" fmla="*/ 0 w 1027"/>
                      <a:gd name="T71" fmla="*/ 0 h 1028"/>
                      <a:gd name="T72" fmla="*/ 0 w 1027"/>
                      <a:gd name="T73" fmla="*/ 0 h 1028"/>
                      <a:gd name="T74" fmla="*/ 0 w 1027"/>
                      <a:gd name="T75" fmla="*/ 0 h 1028"/>
                      <a:gd name="T76" fmla="*/ 0 w 1027"/>
                      <a:gd name="T77" fmla="*/ 0 h 1028"/>
                      <a:gd name="T78" fmla="*/ 0 w 1027"/>
                      <a:gd name="T79" fmla="*/ 0 h 1028"/>
                      <a:gd name="T80" fmla="*/ 0 w 1027"/>
                      <a:gd name="T81" fmla="*/ 0 h 1028"/>
                      <a:gd name="T82" fmla="*/ 0 w 1027"/>
                      <a:gd name="T83" fmla="*/ 0 h 1028"/>
                      <a:gd name="T84" fmla="*/ 0 w 1027"/>
                      <a:gd name="T85" fmla="*/ 0 h 102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27"/>
                      <a:gd name="T130" fmla="*/ 0 h 1028"/>
                      <a:gd name="T131" fmla="*/ 1027 w 1027"/>
                      <a:gd name="T132" fmla="*/ 1028 h 102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27" h="1028">
                        <a:moveTo>
                          <a:pt x="513" y="0"/>
                        </a:moveTo>
                        <a:lnTo>
                          <a:pt x="539" y="1"/>
                        </a:lnTo>
                        <a:lnTo>
                          <a:pt x="565" y="3"/>
                        </a:lnTo>
                        <a:lnTo>
                          <a:pt x="591" y="7"/>
                        </a:lnTo>
                        <a:lnTo>
                          <a:pt x="616" y="11"/>
                        </a:lnTo>
                        <a:lnTo>
                          <a:pt x="641" y="16"/>
                        </a:lnTo>
                        <a:lnTo>
                          <a:pt x="666" y="23"/>
                        </a:lnTo>
                        <a:lnTo>
                          <a:pt x="689" y="32"/>
                        </a:lnTo>
                        <a:lnTo>
                          <a:pt x="713" y="40"/>
                        </a:lnTo>
                        <a:lnTo>
                          <a:pt x="736" y="51"/>
                        </a:lnTo>
                        <a:lnTo>
                          <a:pt x="757" y="62"/>
                        </a:lnTo>
                        <a:lnTo>
                          <a:pt x="779" y="75"/>
                        </a:lnTo>
                        <a:lnTo>
                          <a:pt x="800" y="88"/>
                        </a:lnTo>
                        <a:lnTo>
                          <a:pt x="820" y="102"/>
                        </a:lnTo>
                        <a:lnTo>
                          <a:pt x="840" y="118"/>
                        </a:lnTo>
                        <a:lnTo>
                          <a:pt x="858" y="134"/>
                        </a:lnTo>
                        <a:lnTo>
                          <a:pt x="876" y="151"/>
                        </a:lnTo>
                        <a:lnTo>
                          <a:pt x="893" y="169"/>
                        </a:lnTo>
                        <a:lnTo>
                          <a:pt x="909" y="188"/>
                        </a:lnTo>
                        <a:lnTo>
                          <a:pt x="925" y="207"/>
                        </a:lnTo>
                        <a:lnTo>
                          <a:pt x="939" y="227"/>
                        </a:lnTo>
                        <a:lnTo>
                          <a:pt x="952" y="248"/>
                        </a:lnTo>
                        <a:lnTo>
                          <a:pt x="965" y="270"/>
                        </a:lnTo>
                        <a:lnTo>
                          <a:pt x="976" y="291"/>
                        </a:lnTo>
                        <a:lnTo>
                          <a:pt x="987" y="314"/>
                        </a:lnTo>
                        <a:lnTo>
                          <a:pt x="995" y="338"/>
                        </a:lnTo>
                        <a:lnTo>
                          <a:pt x="1004" y="362"/>
                        </a:lnTo>
                        <a:lnTo>
                          <a:pt x="1010" y="386"/>
                        </a:lnTo>
                        <a:lnTo>
                          <a:pt x="1016" y="411"/>
                        </a:lnTo>
                        <a:lnTo>
                          <a:pt x="1021" y="436"/>
                        </a:lnTo>
                        <a:lnTo>
                          <a:pt x="1025" y="462"/>
                        </a:lnTo>
                        <a:lnTo>
                          <a:pt x="1026" y="488"/>
                        </a:lnTo>
                        <a:lnTo>
                          <a:pt x="1027" y="514"/>
                        </a:lnTo>
                        <a:lnTo>
                          <a:pt x="1026" y="540"/>
                        </a:lnTo>
                        <a:lnTo>
                          <a:pt x="1025" y="566"/>
                        </a:lnTo>
                        <a:lnTo>
                          <a:pt x="1021" y="592"/>
                        </a:lnTo>
                        <a:lnTo>
                          <a:pt x="1016" y="617"/>
                        </a:lnTo>
                        <a:lnTo>
                          <a:pt x="1010" y="642"/>
                        </a:lnTo>
                        <a:lnTo>
                          <a:pt x="1004" y="666"/>
                        </a:lnTo>
                        <a:lnTo>
                          <a:pt x="995" y="690"/>
                        </a:lnTo>
                        <a:lnTo>
                          <a:pt x="987" y="714"/>
                        </a:lnTo>
                        <a:lnTo>
                          <a:pt x="976" y="737"/>
                        </a:lnTo>
                        <a:lnTo>
                          <a:pt x="965" y="759"/>
                        </a:lnTo>
                        <a:lnTo>
                          <a:pt x="952" y="780"/>
                        </a:lnTo>
                        <a:lnTo>
                          <a:pt x="939" y="801"/>
                        </a:lnTo>
                        <a:lnTo>
                          <a:pt x="925" y="821"/>
                        </a:lnTo>
                        <a:lnTo>
                          <a:pt x="909" y="840"/>
                        </a:lnTo>
                        <a:lnTo>
                          <a:pt x="893" y="859"/>
                        </a:lnTo>
                        <a:lnTo>
                          <a:pt x="876" y="877"/>
                        </a:lnTo>
                        <a:lnTo>
                          <a:pt x="858" y="894"/>
                        </a:lnTo>
                        <a:lnTo>
                          <a:pt x="840" y="910"/>
                        </a:lnTo>
                        <a:lnTo>
                          <a:pt x="820" y="926"/>
                        </a:lnTo>
                        <a:lnTo>
                          <a:pt x="800" y="940"/>
                        </a:lnTo>
                        <a:lnTo>
                          <a:pt x="779" y="953"/>
                        </a:lnTo>
                        <a:lnTo>
                          <a:pt x="757" y="965"/>
                        </a:lnTo>
                        <a:lnTo>
                          <a:pt x="736" y="977"/>
                        </a:lnTo>
                        <a:lnTo>
                          <a:pt x="713" y="987"/>
                        </a:lnTo>
                        <a:lnTo>
                          <a:pt x="689" y="997"/>
                        </a:lnTo>
                        <a:lnTo>
                          <a:pt x="666" y="1004"/>
                        </a:lnTo>
                        <a:lnTo>
                          <a:pt x="641" y="1012"/>
                        </a:lnTo>
                        <a:lnTo>
                          <a:pt x="616" y="1017"/>
                        </a:lnTo>
                        <a:lnTo>
                          <a:pt x="591" y="1022"/>
                        </a:lnTo>
                        <a:lnTo>
                          <a:pt x="565" y="1025"/>
                        </a:lnTo>
                        <a:lnTo>
                          <a:pt x="539" y="1027"/>
                        </a:lnTo>
                        <a:lnTo>
                          <a:pt x="513" y="1028"/>
                        </a:lnTo>
                        <a:lnTo>
                          <a:pt x="487" y="1027"/>
                        </a:lnTo>
                        <a:lnTo>
                          <a:pt x="461" y="1025"/>
                        </a:lnTo>
                        <a:lnTo>
                          <a:pt x="435" y="1022"/>
                        </a:lnTo>
                        <a:lnTo>
                          <a:pt x="410" y="1017"/>
                        </a:lnTo>
                        <a:lnTo>
                          <a:pt x="385" y="1012"/>
                        </a:lnTo>
                        <a:lnTo>
                          <a:pt x="361" y="1004"/>
                        </a:lnTo>
                        <a:lnTo>
                          <a:pt x="337" y="997"/>
                        </a:lnTo>
                        <a:lnTo>
                          <a:pt x="314" y="987"/>
                        </a:lnTo>
                        <a:lnTo>
                          <a:pt x="291" y="977"/>
                        </a:lnTo>
                        <a:lnTo>
                          <a:pt x="268" y="965"/>
                        </a:lnTo>
                        <a:lnTo>
                          <a:pt x="247" y="953"/>
                        </a:lnTo>
                        <a:lnTo>
                          <a:pt x="226" y="940"/>
                        </a:lnTo>
                        <a:lnTo>
                          <a:pt x="207" y="926"/>
                        </a:lnTo>
                        <a:lnTo>
                          <a:pt x="187" y="910"/>
                        </a:lnTo>
                        <a:lnTo>
                          <a:pt x="169" y="894"/>
                        </a:lnTo>
                        <a:lnTo>
                          <a:pt x="150" y="877"/>
                        </a:lnTo>
                        <a:lnTo>
                          <a:pt x="134" y="859"/>
                        </a:lnTo>
                        <a:lnTo>
                          <a:pt x="117" y="840"/>
                        </a:lnTo>
                        <a:lnTo>
                          <a:pt x="102" y="821"/>
                        </a:lnTo>
                        <a:lnTo>
                          <a:pt x="88" y="801"/>
                        </a:lnTo>
                        <a:lnTo>
                          <a:pt x="74" y="780"/>
                        </a:lnTo>
                        <a:lnTo>
                          <a:pt x="62" y="759"/>
                        </a:lnTo>
                        <a:lnTo>
                          <a:pt x="50" y="737"/>
                        </a:lnTo>
                        <a:lnTo>
                          <a:pt x="40" y="714"/>
                        </a:lnTo>
                        <a:lnTo>
                          <a:pt x="31" y="690"/>
                        </a:lnTo>
                        <a:lnTo>
                          <a:pt x="23" y="666"/>
                        </a:lnTo>
                        <a:lnTo>
                          <a:pt x="15" y="642"/>
                        </a:lnTo>
                        <a:lnTo>
                          <a:pt x="10" y="617"/>
                        </a:lnTo>
                        <a:lnTo>
                          <a:pt x="6" y="592"/>
                        </a:lnTo>
                        <a:lnTo>
                          <a:pt x="2" y="566"/>
                        </a:lnTo>
                        <a:lnTo>
                          <a:pt x="0" y="540"/>
                        </a:lnTo>
                        <a:lnTo>
                          <a:pt x="0" y="514"/>
                        </a:lnTo>
                        <a:lnTo>
                          <a:pt x="0" y="488"/>
                        </a:lnTo>
                        <a:lnTo>
                          <a:pt x="2" y="462"/>
                        </a:lnTo>
                        <a:lnTo>
                          <a:pt x="6" y="436"/>
                        </a:lnTo>
                        <a:lnTo>
                          <a:pt x="10" y="411"/>
                        </a:lnTo>
                        <a:lnTo>
                          <a:pt x="15" y="386"/>
                        </a:lnTo>
                        <a:lnTo>
                          <a:pt x="23" y="362"/>
                        </a:lnTo>
                        <a:lnTo>
                          <a:pt x="31" y="338"/>
                        </a:lnTo>
                        <a:lnTo>
                          <a:pt x="40" y="314"/>
                        </a:lnTo>
                        <a:lnTo>
                          <a:pt x="50" y="291"/>
                        </a:lnTo>
                        <a:lnTo>
                          <a:pt x="62" y="270"/>
                        </a:lnTo>
                        <a:lnTo>
                          <a:pt x="74" y="248"/>
                        </a:lnTo>
                        <a:lnTo>
                          <a:pt x="88" y="227"/>
                        </a:lnTo>
                        <a:lnTo>
                          <a:pt x="102" y="207"/>
                        </a:lnTo>
                        <a:lnTo>
                          <a:pt x="117" y="188"/>
                        </a:lnTo>
                        <a:lnTo>
                          <a:pt x="134" y="169"/>
                        </a:lnTo>
                        <a:lnTo>
                          <a:pt x="150" y="151"/>
                        </a:lnTo>
                        <a:lnTo>
                          <a:pt x="169" y="134"/>
                        </a:lnTo>
                        <a:lnTo>
                          <a:pt x="187" y="118"/>
                        </a:lnTo>
                        <a:lnTo>
                          <a:pt x="207" y="102"/>
                        </a:lnTo>
                        <a:lnTo>
                          <a:pt x="226" y="88"/>
                        </a:lnTo>
                        <a:lnTo>
                          <a:pt x="247" y="75"/>
                        </a:lnTo>
                        <a:lnTo>
                          <a:pt x="268" y="62"/>
                        </a:lnTo>
                        <a:lnTo>
                          <a:pt x="291" y="51"/>
                        </a:lnTo>
                        <a:lnTo>
                          <a:pt x="314" y="40"/>
                        </a:lnTo>
                        <a:lnTo>
                          <a:pt x="337" y="32"/>
                        </a:lnTo>
                        <a:lnTo>
                          <a:pt x="361" y="23"/>
                        </a:lnTo>
                        <a:lnTo>
                          <a:pt x="385" y="16"/>
                        </a:lnTo>
                        <a:lnTo>
                          <a:pt x="410" y="11"/>
                        </a:lnTo>
                        <a:lnTo>
                          <a:pt x="435" y="7"/>
                        </a:lnTo>
                        <a:lnTo>
                          <a:pt x="461" y="3"/>
                        </a:lnTo>
                        <a:lnTo>
                          <a:pt x="487" y="1"/>
                        </a:lnTo>
                        <a:lnTo>
                          <a:pt x="513" y="0"/>
                        </a:lnTo>
                        <a:close/>
                      </a:path>
                    </a:pathLst>
                  </a:custGeom>
                  <a:solidFill>
                    <a:srgbClr val="DC2B19"/>
                  </a:solidFill>
                  <a:ln>
                    <a:noFill/>
                  </a:ln>
                </p:spPr>
                <p:txBody>
                  <a:bodyPr/>
                  <a:lstStyle/>
                  <a:p>
                    <a:pPr>
                      <a:defRPr/>
                    </a:pPr>
                    <a:endParaRPr lang="en-US" sz="1050">
                      <a:latin typeface="+mj-lt"/>
                    </a:endParaRPr>
                  </a:p>
                </p:txBody>
              </p:sp>
              <p:sp>
                <p:nvSpPr>
                  <p:cNvPr id="41585" name="Freeform 364">
                    <a:extLst>
                      <a:ext uri="{FF2B5EF4-FFF2-40B4-BE49-F238E27FC236}">
                        <a16:creationId xmlns="" xmlns:a16="http://schemas.microsoft.com/office/drawing/2014/main" id="{D867D178-1209-12E0-74CE-1C33F0B16F5B}"/>
                      </a:ext>
                    </a:extLst>
                  </p:cNvPr>
                  <p:cNvSpPr>
                    <a:spLocks/>
                  </p:cNvSpPr>
                  <p:nvPr/>
                </p:nvSpPr>
                <p:spPr bwMode="auto">
                  <a:xfrm>
                    <a:off x="3108" y="1940"/>
                    <a:ext cx="99" cy="106"/>
                  </a:xfrm>
                  <a:custGeom>
                    <a:avLst/>
                    <a:gdLst>
                      <a:gd name="T0" fmla="*/ 0 w 604"/>
                      <a:gd name="T1" fmla="*/ 0 h 604"/>
                      <a:gd name="T2" fmla="*/ 0 w 604"/>
                      <a:gd name="T3" fmla="*/ 0 h 604"/>
                      <a:gd name="T4" fmla="*/ 0 w 604"/>
                      <a:gd name="T5" fmla="*/ 0 h 604"/>
                      <a:gd name="T6" fmla="*/ 0 w 604"/>
                      <a:gd name="T7" fmla="*/ 0 h 604"/>
                      <a:gd name="T8" fmla="*/ 0 w 604"/>
                      <a:gd name="T9" fmla="*/ 0 h 604"/>
                      <a:gd name="T10" fmla="*/ 0 w 604"/>
                      <a:gd name="T11" fmla="*/ 0 h 604"/>
                      <a:gd name="T12" fmla="*/ 0 w 604"/>
                      <a:gd name="T13" fmla="*/ 0 h 604"/>
                      <a:gd name="T14" fmla="*/ 0 w 604"/>
                      <a:gd name="T15" fmla="*/ 0 h 604"/>
                      <a:gd name="T16" fmla="*/ 0 w 604"/>
                      <a:gd name="T17" fmla="*/ 0 h 604"/>
                      <a:gd name="T18" fmla="*/ 0 w 604"/>
                      <a:gd name="T19" fmla="*/ 0 h 604"/>
                      <a:gd name="T20" fmla="*/ 0 w 604"/>
                      <a:gd name="T21" fmla="*/ 0 h 604"/>
                      <a:gd name="T22" fmla="*/ 0 w 604"/>
                      <a:gd name="T23" fmla="*/ 0 h 604"/>
                      <a:gd name="T24" fmla="*/ 0 w 604"/>
                      <a:gd name="T25" fmla="*/ 0 h 604"/>
                      <a:gd name="T26" fmla="*/ 0 w 604"/>
                      <a:gd name="T27" fmla="*/ 0 h 604"/>
                      <a:gd name="T28" fmla="*/ 0 w 604"/>
                      <a:gd name="T29" fmla="*/ 0 h 604"/>
                      <a:gd name="T30" fmla="*/ 0 w 604"/>
                      <a:gd name="T31" fmla="*/ 0 h 604"/>
                      <a:gd name="T32" fmla="*/ 0 w 604"/>
                      <a:gd name="T33" fmla="*/ 0 h 604"/>
                      <a:gd name="T34" fmla="*/ 0 w 604"/>
                      <a:gd name="T35" fmla="*/ 0 h 604"/>
                      <a:gd name="T36" fmla="*/ 0 w 604"/>
                      <a:gd name="T37" fmla="*/ 0 h 604"/>
                      <a:gd name="T38" fmla="*/ 0 w 604"/>
                      <a:gd name="T39" fmla="*/ 0 h 604"/>
                      <a:gd name="T40" fmla="*/ 0 w 604"/>
                      <a:gd name="T41" fmla="*/ 0 h 604"/>
                      <a:gd name="T42" fmla="*/ 0 w 604"/>
                      <a:gd name="T43" fmla="*/ 0 h 604"/>
                      <a:gd name="T44" fmla="*/ 0 w 604"/>
                      <a:gd name="T45" fmla="*/ 0 h 604"/>
                      <a:gd name="T46" fmla="*/ 0 w 604"/>
                      <a:gd name="T47" fmla="*/ 0 h 604"/>
                      <a:gd name="T48" fmla="*/ 0 w 604"/>
                      <a:gd name="T49" fmla="*/ 0 h 604"/>
                      <a:gd name="T50" fmla="*/ 0 w 604"/>
                      <a:gd name="T51" fmla="*/ 0 h 604"/>
                      <a:gd name="T52" fmla="*/ 0 w 604"/>
                      <a:gd name="T53" fmla="*/ 0 h 604"/>
                      <a:gd name="T54" fmla="*/ 0 w 604"/>
                      <a:gd name="T55" fmla="*/ 0 h 604"/>
                      <a:gd name="T56" fmla="*/ 0 w 604"/>
                      <a:gd name="T57" fmla="*/ 0 h 604"/>
                      <a:gd name="T58" fmla="*/ 0 w 604"/>
                      <a:gd name="T59" fmla="*/ 0 h 604"/>
                      <a:gd name="T60" fmla="*/ 0 w 604"/>
                      <a:gd name="T61" fmla="*/ 0 h 604"/>
                      <a:gd name="T62" fmla="*/ 0 w 604"/>
                      <a:gd name="T63" fmla="*/ 0 h 604"/>
                      <a:gd name="T64" fmla="*/ 0 w 604"/>
                      <a:gd name="T65" fmla="*/ 0 h 604"/>
                      <a:gd name="T66" fmla="*/ 0 w 604"/>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4"/>
                      <a:gd name="T104" fmla="*/ 604 w 604"/>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4">
                        <a:moveTo>
                          <a:pt x="604" y="604"/>
                        </a:moveTo>
                        <a:lnTo>
                          <a:pt x="604" y="604"/>
                        </a:lnTo>
                        <a:lnTo>
                          <a:pt x="603" y="573"/>
                        </a:lnTo>
                        <a:lnTo>
                          <a:pt x="601" y="542"/>
                        </a:lnTo>
                        <a:lnTo>
                          <a:pt x="596" y="513"/>
                        </a:lnTo>
                        <a:lnTo>
                          <a:pt x="591" y="482"/>
                        </a:lnTo>
                        <a:lnTo>
                          <a:pt x="584" y="453"/>
                        </a:lnTo>
                        <a:lnTo>
                          <a:pt x="577" y="425"/>
                        </a:lnTo>
                        <a:lnTo>
                          <a:pt x="567" y="397"/>
                        </a:lnTo>
                        <a:lnTo>
                          <a:pt x="556" y="369"/>
                        </a:lnTo>
                        <a:lnTo>
                          <a:pt x="544" y="342"/>
                        </a:lnTo>
                        <a:lnTo>
                          <a:pt x="530" y="317"/>
                        </a:lnTo>
                        <a:lnTo>
                          <a:pt x="516" y="291"/>
                        </a:lnTo>
                        <a:lnTo>
                          <a:pt x="501" y="267"/>
                        </a:lnTo>
                        <a:lnTo>
                          <a:pt x="483" y="243"/>
                        </a:lnTo>
                        <a:lnTo>
                          <a:pt x="465" y="221"/>
                        </a:lnTo>
                        <a:lnTo>
                          <a:pt x="446" y="199"/>
                        </a:lnTo>
                        <a:lnTo>
                          <a:pt x="426" y="177"/>
                        </a:lnTo>
                        <a:lnTo>
                          <a:pt x="405" y="158"/>
                        </a:lnTo>
                        <a:lnTo>
                          <a:pt x="383" y="139"/>
                        </a:lnTo>
                        <a:lnTo>
                          <a:pt x="361" y="121"/>
                        </a:lnTo>
                        <a:lnTo>
                          <a:pt x="337" y="104"/>
                        </a:lnTo>
                        <a:lnTo>
                          <a:pt x="313" y="88"/>
                        </a:lnTo>
                        <a:lnTo>
                          <a:pt x="288" y="74"/>
                        </a:lnTo>
                        <a:lnTo>
                          <a:pt x="262" y="61"/>
                        </a:lnTo>
                        <a:lnTo>
                          <a:pt x="235" y="49"/>
                        </a:lnTo>
                        <a:lnTo>
                          <a:pt x="207" y="37"/>
                        </a:lnTo>
                        <a:lnTo>
                          <a:pt x="179" y="28"/>
                        </a:lnTo>
                        <a:lnTo>
                          <a:pt x="151" y="20"/>
                        </a:lnTo>
                        <a:lnTo>
                          <a:pt x="122" y="13"/>
                        </a:lnTo>
                        <a:lnTo>
                          <a:pt x="91" y="8"/>
                        </a:lnTo>
                        <a:lnTo>
                          <a:pt x="62" y="4"/>
                        </a:lnTo>
                        <a:lnTo>
                          <a:pt x="31" y="1"/>
                        </a:lnTo>
                        <a:lnTo>
                          <a:pt x="0" y="0"/>
                        </a:lnTo>
                        <a:lnTo>
                          <a:pt x="0" y="180"/>
                        </a:lnTo>
                        <a:lnTo>
                          <a:pt x="22" y="180"/>
                        </a:lnTo>
                        <a:lnTo>
                          <a:pt x="43" y="183"/>
                        </a:lnTo>
                        <a:lnTo>
                          <a:pt x="65" y="185"/>
                        </a:lnTo>
                        <a:lnTo>
                          <a:pt x="86" y="189"/>
                        </a:lnTo>
                        <a:lnTo>
                          <a:pt x="105" y="193"/>
                        </a:lnTo>
                        <a:lnTo>
                          <a:pt x="126" y="199"/>
                        </a:lnTo>
                        <a:lnTo>
                          <a:pt x="145" y="205"/>
                        </a:lnTo>
                        <a:lnTo>
                          <a:pt x="165" y="213"/>
                        </a:lnTo>
                        <a:lnTo>
                          <a:pt x="184" y="222"/>
                        </a:lnTo>
                        <a:lnTo>
                          <a:pt x="202" y="231"/>
                        </a:lnTo>
                        <a:lnTo>
                          <a:pt x="219" y="241"/>
                        </a:lnTo>
                        <a:lnTo>
                          <a:pt x="237" y="253"/>
                        </a:lnTo>
                        <a:lnTo>
                          <a:pt x="253" y="264"/>
                        </a:lnTo>
                        <a:lnTo>
                          <a:pt x="269" y="277"/>
                        </a:lnTo>
                        <a:lnTo>
                          <a:pt x="285" y="290"/>
                        </a:lnTo>
                        <a:lnTo>
                          <a:pt x="300" y="304"/>
                        </a:lnTo>
                        <a:lnTo>
                          <a:pt x="314" y="319"/>
                        </a:lnTo>
                        <a:lnTo>
                          <a:pt x="327" y="335"/>
                        </a:lnTo>
                        <a:lnTo>
                          <a:pt x="340" y="351"/>
                        </a:lnTo>
                        <a:lnTo>
                          <a:pt x="352" y="367"/>
                        </a:lnTo>
                        <a:lnTo>
                          <a:pt x="363" y="385"/>
                        </a:lnTo>
                        <a:lnTo>
                          <a:pt x="374" y="402"/>
                        </a:lnTo>
                        <a:lnTo>
                          <a:pt x="382" y="420"/>
                        </a:lnTo>
                        <a:lnTo>
                          <a:pt x="391" y="439"/>
                        </a:lnTo>
                        <a:lnTo>
                          <a:pt x="399" y="459"/>
                        </a:lnTo>
                        <a:lnTo>
                          <a:pt x="405" y="478"/>
                        </a:lnTo>
                        <a:lnTo>
                          <a:pt x="411" y="499"/>
                        </a:lnTo>
                        <a:lnTo>
                          <a:pt x="416" y="518"/>
                        </a:lnTo>
                        <a:lnTo>
                          <a:pt x="419" y="539"/>
                        </a:lnTo>
                        <a:lnTo>
                          <a:pt x="423" y="561"/>
                        </a:lnTo>
                        <a:lnTo>
                          <a:pt x="424" y="582"/>
                        </a:lnTo>
                        <a:lnTo>
                          <a:pt x="424" y="604"/>
                        </a:lnTo>
                        <a:lnTo>
                          <a:pt x="604" y="604"/>
                        </a:lnTo>
                        <a:close/>
                      </a:path>
                    </a:pathLst>
                  </a:custGeom>
                  <a:solidFill>
                    <a:srgbClr val="EF2B2F"/>
                  </a:solidFill>
                  <a:ln>
                    <a:noFill/>
                  </a:ln>
                </p:spPr>
                <p:txBody>
                  <a:bodyPr/>
                  <a:lstStyle/>
                  <a:p>
                    <a:pPr>
                      <a:defRPr/>
                    </a:pPr>
                    <a:endParaRPr lang="en-US" sz="1050">
                      <a:latin typeface="+mj-lt"/>
                    </a:endParaRPr>
                  </a:p>
                </p:txBody>
              </p:sp>
              <p:sp>
                <p:nvSpPr>
                  <p:cNvPr id="41586" name="Freeform 365">
                    <a:extLst>
                      <a:ext uri="{FF2B5EF4-FFF2-40B4-BE49-F238E27FC236}">
                        <a16:creationId xmlns="" xmlns:a16="http://schemas.microsoft.com/office/drawing/2014/main" id="{2E8213A4-3FFD-5B95-8D1F-F32014083C4E}"/>
                      </a:ext>
                    </a:extLst>
                  </p:cNvPr>
                  <p:cNvSpPr>
                    <a:spLocks/>
                  </p:cNvSpPr>
                  <p:nvPr/>
                </p:nvSpPr>
                <p:spPr bwMode="auto">
                  <a:xfrm>
                    <a:off x="3108" y="2021"/>
                    <a:ext cx="99" cy="102"/>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0" y="603"/>
                        </a:moveTo>
                        <a:lnTo>
                          <a:pt x="0" y="603"/>
                        </a:lnTo>
                        <a:lnTo>
                          <a:pt x="30" y="602"/>
                        </a:lnTo>
                        <a:lnTo>
                          <a:pt x="62" y="600"/>
                        </a:lnTo>
                        <a:lnTo>
                          <a:pt x="91" y="597"/>
                        </a:lnTo>
                        <a:lnTo>
                          <a:pt x="122" y="591"/>
                        </a:lnTo>
                        <a:lnTo>
                          <a:pt x="150" y="585"/>
                        </a:lnTo>
                        <a:lnTo>
                          <a:pt x="179" y="576"/>
                        </a:lnTo>
                        <a:lnTo>
                          <a:pt x="207" y="566"/>
                        </a:lnTo>
                        <a:lnTo>
                          <a:pt x="235" y="555"/>
                        </a:lnTo>
                        <a:lnTo>
                          <a:pt x="262" y="543"/>
                        </a:lnTo>
                        <a:lnTo>
                          <a:pt x="288" y="530"/>
                        </a:lnTo>
                        <a:lnTo>
                          <a:pt x="313" y="515"/>
                        </a:lnTo>
                        <a:lnTo>
                          <a:pt x="337" y="500"/>
                        </a:lnTo>
                        <a:lnTo>
                          <a:pt x="361" y="483"/>
                        </a:lnTo>
                        <a:lnTo>
                          <a:pt x="383" y="465"/>
                        </a:lnTo>
                        <a:lnTo>
                          <a:pt x="405" y="447"/>
                        </a:lnTo>
                        <a:lnTo>
                          <a:pt x="427" y="426"/>
                        </a:lnTo>
                        <a:lnTo>
                          <a:pt x="446" y="405"/>
                        </a:lnTo>
                        <a:lnTo>
                          <a:pt x="465" y="384"/>
                        </a:lnTo>
                        <a:lnTo>
                          <a:pt x="483" y="361"/>
                        </a:lnTo>
                        <a:lnTo>
                          <a:pt x="501" y="337"/>
                        </a:lnTo>
                        <a:lnTo>
                          <a:pt x="516" y="313"/>
                        </a:lnTo>
                        <a:lnTo>
                          <a:pt x="530" y="287"/>
                        </a:lnTo>
                        <a:lnTo>
                          <a:pt x="544" y="261"/>
                        </a:lnTo>
                        <a:lnTo>
                          <a:pt x="556" y="235"/>
                        </a:lnTo>
                        <a:lnTo>
                          <a:pt x="567" y="208"/>
                        </a:lnTo>
                        <a:lnTo>
                          <a:pt x="577" y="179"/>
                        </a:lnTo>
                        <a:lnTo>
                          <a:pt x="584" y="150"/>
                        </a:lnTo>
                        <a:lnTo>
                          <a:pt x="591" y="121"/>
                        </a:lnTo>
                        <a:lnTo>
                          <a:pt x="596" y="91"/>
                        </a:lnTo>
                        <a:lnTo>
                          <a:pt x="601" y="61"/>
                        </a:lnTo>
                        <a:lnTo>
                          <a:pt x="603" y="31"/>
                        </a:lnTo>
                        <a:lnTo>
                          <a:pt x="604" y="0"/>
                        </a:lnTo>
                        <a:lnTo>
                          <a:pt x="424" y="0"/>
                        </a:lnTo>
                        <a:lnTo>
                          <a:pt x="424" y="22"/>
                        </a:lnTo>
                        <a:lnTo>
                          <a:pt x="423" y="44"/>
                        </a:lnTo>
                        <a:lnTo>
                          <a:pt x="419" y="64"/>
                        </a:lnTo>
                        <a:lnTo>
                          <a:pt x="416" y="85"/>
                        </a:lnTo>
                        <a:lnTo>
                          <a:pt x="411" y="106"/>
                        </a:lnTo>
                        <a:lnTo>
                          <a:pt x="405" y="126"/>
                        </a:lnTo>
                        <a:lnTo>
                          <a:pt x="399" y="146"/>
                        </a:lnTo>
                        <a:lnTo>
                          <a:pt x="391" y="165"/>
                        </a:lnTo>
                        <a:lnTo>
                          <a:pt x="382" y="184"/>
                        </a:lnTo>
                        <a:lnTo>
                          <a:pt x="374" y="202"/>
                        </a:lnTo>
                        <a:lnTo>
                          <a:pt x="363" y="220"/>
                        </a:lnTo>
                        <a:lnTo>
                          <a:pt x="352" y="237"/>
                        </a:lnTo>
                        <a:lnTo>
                          <a:pt x="340" y="253"/>
                        </a:lnTo>
                        <a:lnTo>
                          <a:pt x="327" y="270"/>
                        </a:lnTo>
                        <a:lnTo>
                          <a:pt x="314" y="285"/>
                        </a:lnTo>
                        <a:lnTo>
                          <a:pt x="300" y="299"/>
                        </a:lnTo>
                        <a:lnTo>
                          <a:pt x="285" y="314"/>
                        </a:lnTo>
                        <a:lnTo>
                          <a:pt x="269" y="327"/>
                        </a:lnTo>
                        <a:lnTo>
                          <a:pt x="253" y="340"/>
                        </a:lnTo>
                        <a:lnTo>
                          <a:pt x="237" y="351"/>
                        </a:lnTo>
                        <a:lnTo>
                          <a:pt x="219" y="363"/>
                        </a:lnTo>
                        <a:lnTo>
                          <a:pt x="202" y="373"/>
                        </a:lnTo>
                        <a:lnTo>
                          <a:pt x="184" y="383"/>
                        </a:lnTo>
                        <a:lnTo>
                          <a:pt x="165" y="391"/>
                        </a:lnTo>
                        <a:lnTo>
                          <a:pt x="145" y="398"/>
                        </a:lnTo>
                        <a:lnTo>
                          <a:pt x="126" y="405"/>
                        </a:lnTo>
                        <a:lnTo>
                          <a:pt x="106" y="411"/>
                        </a:lnTo>
                        <a:lnTo>
                          <a:pt x="86" y="415"/>
                        </a:lnTo>
                        <a:lnTo>
                          <a:pt x="65" y="420"/>
                        </a:lnTo>
                        <a:lnTo>
                          <a:pt x="43" y="422"/>
                        </a:lnTo>
                        <a:lnTo>
                          <a:pt x="23" y="424"/>
                        </a:lnTo>
                        <a:lnTo>
                          <a:pt x="0" y="424"/>
                        </a:lnTo>
                        <a:lnTo>
                          <a:pt x="0" y="603"/>
                        </a:lnTo>
                        <a:close/>
                      </a:path>
                    </a:pathLst>
                  </a:custGeom>
                  <a:solidFill>
                    <a:srgbClr val="EF2B2F"/>
                  </a:solidFill>
                  <a:ln>
                    <a:noFill/>
                  </a:ln>
                </p:spPr>
                <p:txBody>
                  <a:bodyPr/>
                  <a:lstStyle/>
                  <a:p>
                    <a:pPr>
                      <a:defRPr/>
                    </a:pPr>
                    <a:endParaRPr lang="en-US" sz="1050">
                      <a:latin typeface="+mj-lt"/>
                    </a:endParaRPr>
                  </a:p>
                </p:txBody>
              </p:sp>
              <p:sp>
                <p:nvSpPr>
                  <p:cNvPr id="41587" name="Freeform 366">
                    <a:extLst>
                      <a:ext uri="{FF2B5EF4-FFF2-40B4-BE49-F238E27FC236}">
                        <a16:creationId xmlns="" xmlns:a16="http://schemas.microsoft.com/office/drawing/2014/main" id="{67991333-0AFE-2E47-8717-FBEFA23D3F8D}"/>
                      </a:ext>
                    </a:extLst>
                  </p:cNvPr>
                  <p:cNvSpPr>
                    <a:spLocks/>
                  </p:cNvSpPr>
                  <p:nvPr/>
                </p:nvSpPr>
                <p:spPr bwMode="auto">
                  <a:xfrm>
                    <a:off x="3004" y="2021"/>
                    <a:ext cx="103" cy="102"/>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0" y="0"/>
                        </a:moveTo>
                        <a:lnTo>
                          <a:pt x="0" y="0"/>
                        </a:lnTo>
                        <a:lnTo>
                          <a:pt x="1" y="31"/>
                        </a:lnTo>
                        <a:lnTo>
                          <a:pt x="3" y="61"/>
                        </a:lnTo>
                        <a:lnTo>
                          <a:pt x="6" y="91"/>
                        </a:lnTo>
                        <a:lnTo>
                          <a:pt x="12" y="121"/>
                        </a:lnTo>
                        <a:lnTo>
                          <a:pt x="20" y="150"/>
                        </a:lnTo>
                        <a:lnTo>
                          <a:pt x="27" y="179"/>
                        </a:lnTo>
                        <a:lnTo>
                          <a:pt x="37" y="208"/>
                        </a:lnTo>
                        <a:lnTo>
                          <a:pt x="48" y="235"/>
                        </a:lnTo>
                        <a:lnTo>
                          <a:pt x="60" y="261"/>
                        </a:lnTo>
                        <a:lnTo>
                          <a:pt x="73" y="287"/>
                        </a:lnTo>
                        <a:lnTo>
                          <a:pt x="88" y="313"/>
                        </a:lnTo>
                        <a:lnTo>
                          <a:pt x="103" y="337"/>
                        </a:lnTo>
                        <a:lnTo>
                          <a:pt x="119" y="361"/>
                        </a:lnTo>
                        <a:lnTo>
                          <a:pt x="138" y="384"/>
                        </a:lnTo>
                        <a:lnTo>
                          <a:pt x="158" y="405"/>
                        </a:lnTo>
                        <a:lnTo>
                          <a:pt x="177" y="426"/>
                        </a:lnTo>
                        <a:lnTo>
                          <a:pt x="198" y="447"/>
                        </a:lnTo>
                        <a:lnTo>
                          <a:pt x="219" y="465"/>
                        </a:lnTo>
                        <a:lnTo>
                          <a:pt x="242" y="483"/>
                        </a:lnTo>
                        <a:lnTo>
                          <a:pt x="266" y="500"/>
                        </a:lnTo>
                        <a:lnTo>
                          <a:pt x="291" y="515"/>
                        </a:lnTo>
                        <a:lnTo>
                          <a:pt x="316" y="530"/>
                        </a:lnTo>
                        <a:lnTo>
                          <a:pt x="342" y="543"/>
                        </a:lnTo>
                        <a:lnTo>
                          <a:pt x="368" y="555"/>
                        </a:lnTo>
                        <a:lnTo>
                          <a:pt x="397" y="566"/>
                        </a:lnTo>
                        <a:lnTo>
                          <a:pt x="424" y="576"/>
                        </a:lnTo>
                        <a:lnTo>
                          <a:pt x="453" y="585"/>
                        </a:lnTo>
                        <a:lnTo>
                          <a:pt x="482" y="591"/>
                        </a:lnTo>
                        <a:lnTo>
                          <a:pt x="512" y="597"/>
                        </a:lnTo>
                        <a:lnTo>
                          <a:pt x="542" y="600"/>
                        </a:lnTo>
                        <a:lnTo>
                          <a:pt x="573" y="602"/>
                        </a:lnTo>
                        <a:lnTo>
                          <a:pt x="603" y="603"/>
                        </a:lnTo>
                        <a:lnTo>
                          <a:pt x="603" y="424"/>
                        </a:lnTo>
                        <a:lnTo>
                          <a:pt x="581" y="424"/>
                        </a:lnTo>
                        <a:lnTo>
                          <a:pt x="559" y="422"/>
                        </a:lnTo>
                        <a:lnTo>
                          <a:pt x="539" y="420"/>
                        </a:lnTo>
                        <a:lnTo>
                          <a:pt x="518" y="415"/>
                        </a:lnTo>
                        <a:lnTo>
                          <a:pt x="498" y="411"/>
                        </a:lnTo>
                        <a:lnTo>
                          <a:pt x="478" y="405"/>
                        </a:lnTo>
                        <a:lnTo>
                          <a:pt x="457" y="398"/>
                        </a:lnTo>
                        <a:lnTo>
                          <a:pt x="439" y="391"/>
                        </a:lnTo>
                        <a:lnTo>
                          <a:pt x="420" y="383"/>
                        </a:lnTo>
                        <a:lnTo>
                          <a:pt x="402" y="373"/>
                        </a:lnTo>
                        <a:lnTo>
                          <a:pt x="383" y="363"/>
                        </a:lnTo>
                        <a:lnTo>
                          <a:pt x="366" y="351"/>
                        </a:lnTo>
                        <a:lnTo>
                          <a:pt x="350" y="340"/>
                        </a:lnTo>
                        <a:lnTo>
                          <a:pt x="335" y="327"/>
                        </a:lnTo>
                        <a:lnTo>
                          <a:pt x="318" y="314"/>
                        </a:lnTo>
                        <a:lnTo>
                          <a:pt x="304" y="300"/>
                        </a:lnTo>
                        <a:lnTo>
                          <a:pt x="290" y="285"/>
                        </a:lnTo>
                        <a:lnTo>
                          <a:pt x="276" y="270"/>
                        </a:lnTo>
                        <a:lnTo>
                          <a:pt x="264" y="253"/>
                        </a:lnTo>
                        <a:lnTo>
                          <a:pt x="252" y="237"/>
                        </a:lnTo>
                        <a:lnTo>
                          <a:pt x="241" y="220"/>
                        </a:lnTo>
                        <a:lnTo>
                          <a:pt x="230" y="202"/>
                        </a:lnTo>
                        <a:lnTo>
                          <a:pt x="222" y="184"/>
                        </a:lnTo>
                        <a:lnTo>
                          <a:pt x="213" y="165"/>
                        </a:lnTo>
                        <a:lnTo>
                          <a:pt x="205" y="146"/>
                        </a:lnTo>
                        <a:lnTo>
                          <a:pt x="199" y="126"/>
                        </a:lnTo>
                        <a:lnTo>
                          <a:pt x="192" y="106"/>
                        </a:lnTo>
                        <a:lnTo>
                          <a:pt x="188" y="85"/>
                        </a:lnTo>
                        <a:lnTo>
                          <a:pt x="185" y="64"/>
                        </a:lnTo>
                        <a:lnTo>
                          <a:pt x="181" y="44"/>
                        </a:lnTo>
                        <a:lnTo>
                          <a:pt x="180" y="22"/>
                        </a:lnTo>
                        <a:lnTo>
                          <a:pt x="179" y="0"/>
                        </a:lnTo>
                        <a:lnTo>
                          <a:pt x="0" y="0"/>
                        </a:lnTo>
                        <a:close/>
                      </a:path>
                    </a:pathLst>
                  </a:custGeom>
                  <a:solidFill>
                    <a:srgbClr val="EF2B2F"/>
                  </a:solidFill>
                  <a:ln>
                    <a:noFill/>
                  </a:ln>
                </p:spPr>
                <p:txBody>
                  <a:bodyPr/>
                  <a:lstStyle/>
                  <a:p>
                    <a:pPr>
                      <a:defRPr/>
                    </a:pPr>
                    <a:endParaRPr lang="en-US" sz="1050">
                      <a:latin typeface="+mj-lt"/>
                    </a:endParaRPr>
                  </a:p>
                </p:txBody>
              </p:sp>
              <p:sp>
                <p:nvSpPr>
                  <p:cNvPr id="41588" name="Freeform 367">
                    <a:extLst>
                      <a:ext uri="{FF2B5EF4-FFF2-40B4-BE49-F238E27FC236}">
                        <a16:creationId xmlns="" xmlns:a16="http://schemas.microsoft.com/office/drawing/2014/main" id="{BFABD35F-DCEA-1E58-A441-A331AB0DD4A7}"/>
                      </a:ext>
                    </a:extLst>
                  </p:cNvPr>
                  <p:cNvSpPr>
                    <a:spLocks/>
                  </p:cNvSpPr>
                  <p:nvPr/>
                </p:nvSpPr>
                <p:spPr bwMode="auto">
                  <a:xfrm>
                    <a:off x="3004" y="1940"/>
                    <a:ext cx="103" cy="106"/>
                  </a:xfrm>
                  <a:custGeom>
                    <a:avLst/>
                    <a:gdLst>
                      <a:gd name="T0" fmla="*/ 0 w 603"/>
                      <a:gd name="T1" fmla="*/ 0 h 604"/>
                      <a:gd name="T2" fmla="*/ 0 w 603"/>
                      <a:gd name="T3" fmla="*/ 0 h 604"/>
                      <a:gd name="T4" fmla="*/ 0 w 603"/>
                      <a:gd name="T5" fmla="*/ 0 h 604"/>
                      <a:gd name="T6" fmla="*/ 0 w 603"/>
                      <a:gd name="T7" fmla="*/ 0 h 604"/>
                      <a:gd name="T8" fmla="*/ 0 w 603"/>
                      <a:gd name="T9" fmla="*/ 0 h 604"/>
                      <a:gd name="T10" fmla="*/ 0 w 603"/>
                      <a:gd name="T11" fmla="*/ 0 h 604"/>
                      <a:gd name="T12" fmla="*/ 0 w 603"/>
                      <a:gd name="T13" fmla="*/ 0 h 604"/>
                      <a:gd name="T14" fmla="*/ 0 w 603"/>
                      <a:gd name="T15" fmla="*/ 0 h 604"/>
                      <a:gd name="T16" fmla="*/ 0 w 603"/>
                      <a:gd name="T17" fmla="*/ 0 h 604"/>
                      <a:gd name="T18" fmla="*/ 0 w 603"/>
                      <a:gd name="T19" fmla="*/ 0 h 604"/>
                      <a:gd name="T20" fmla="*/ 0 w 603"/>
                      <a:gd name="T21" fmla="*/ 0 h 604"/>
                      <a:gd name="T22" fmla="*/ 0 w 603"/>
                      <a:gd name="T23" fmla="*/ 0 h 604"/>
                      <a:gd name="T24" fmla="*/ 0 w 603"/>
                      <a:gd name="T25" fmla="*/ 0 h 604"/>
                      <a:gd name="T26" fmla="*/ 0 w 603"/>
                      <a:gd name="T27" fmla="*/ 0 h 604"/>
                      <a:gd name="T28" fmla="*/ 0 w 603"/>
                      <a:gd name="T29" fmla="*/ 0 h 604"/>
                      <a:gd name="T30" fmla="*/ 0 w 603"/>
                      <a:gd name="T31" fmla="*/ 0 h 604"/>
                      <a:gd name="T32" fmla="*/ 0 w 603"/>
                      <a:gd name="T33" fmla="*/ 0 h 604"/>
                      <a:gd name="T34" fmla="*/ 0 w 603"/>
                      <a:gd name="T35" fmla="*/ 0 h 604"/>
                      <a:gd name="T36" fmla="*/ 0 w 603"/>
                      <a:gd name="T37" fmla="*/ 0 h 604"/>
                      <a:gd name="T38" fmla="*/ 0 w 603"/>
                      <a:gd name="T39" fmla="*/ 0 h 604"/>
                      <a:gd name="T40" fmla="*/ 0 w 603"/>
                      <a:gd name="T41" fmla="*/ 0 h 604"/>
                      <a:gd name="T42" fmla="*/ 0 w 603"/>
                      <a:gd name="T43" fmla="*/ 0 h 604"/>
                      <a:gd name="T44" fmla="*/ 0 w 603"/>
                      <a:gd name="T45" fmla="*/ 0 h 604"/>
                      <a:gd name="T46" fmla="*/ 0 w 603"/>
                      <a:gd name="T47" fmla="*/ 0 h 604"/>
                      <a:gd name="T48" fmla="*/ 0 w 603"/>
                      <a:gd name="T49" fmla="*/ 0 h 604"/>
                      <a:gd name="T50" fmla="*/ 0 w 603"/>
                      <a:gd name="T51" fmla="*/ 0 h 604"/>
                      <a:gd name="T52" fmla="*/ 0 w 603"/>
                      <a:gd name="T53" fmla="*/ 0 h 604"/>
                      <a:gd name="T54" fmla="*/ 0 w 603"/>
                      <a:gd name="T55" fmla="*/ 0 h 604"/>
                      <a:gd name="T56" fmla="*/ 0 w 603"/>
                      <a:gd name="T57" fmla="*/ 0 h 604"/>
                      <a:gd name="T58" fmla="*/ 0 w 603"/>
                      <a:gd name="T59" fmla="*/ 0 h 604"/>
                      <a:gd name="T60" fmla="*/ 0 w 603"/>
                      <a:gd name="T61" fmla="*/ 0 h 604"/>
                      <a:gd name="T62" fmla="*/ 0 w 603"/>
                      <a:gd name="T63" fmla="*/ 0 h 604"/>
                      <a:gd name="T64" fmla="*/ 0 w 603"/>
                      <a:gd name="T65" fmla="*/ 0 h 604"/>
                      <a:gd name="T66" fmla="*/ 0 w 603"/>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4"/>
                      <a:gd name="T104" fmla="*/ 603 w 603"/>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4">
                        <a:moveTo>
                          <a:pt x="603" y="0"/>
                        </a:moveTo>
                        <a:lnTo>
                          <a:pt x="603" y="0"/>
                        </a:lnTo>
                        <a:lnTo>
                          <a:pt x="573" y="1"/>
                        </a:lnTo>
                        <a:lnTo>
                          <a:pt x="542" y="4"/>
                        </a:lnTo>
                        <a:lnTo>
                          <a:pt x="512" y="8"/>
                        </a:lnTo>
                        <a:lnTo>
                          <a:pt x="482" y="13"/>
                        </a:lnTo>
                        <a:lnTo>
                          <a:pt x="453" y="20"/>
                        </a:lnTo>
                        <a:lnTo>
                          <a:pt x="424" y="28"/>
                        </a:lnTo>
                        <a:lnTo>
                          <a:pt x="397" y="37"/>
                        </a:lnTo>
                        <a:lnTo>
                          <a:pt x="368" y="49"/>
                        </a:lnTo>
                        <a:lnTo>
                          <a:pt x="342" y="61"/>
                        </a:lnTo>
                        <a:lnTo>
                          <a:pt x="316" y="74"/>
                        </a:lnTo>
                        <a:lnTo>
                          <a:pt x="291" y="88"/>
                        </a:lnTo>
                        <a:lnTo>
                          <a:pt x="266" y="104"/>
                        </a:lnTo>
                        <a:lnTo>
                          <a:pt x="242" y="121"/>
                        </a:lnTo>
                        <a:lnTo>
                          <a:pt x="219" y="139"/>
                        </a:lnTo>
                        <a:lnTo>
                          <a:pt x="198" y="158"/>
                        </a:lnTo>
                        <a:lnTo>
                          <a:pt x="177" y="177"/>
                        </a:lnTo>
                        <a:lnTo>
                          <a:pt x="158" y="199"/>
                        </a:lnTo>
                        <a:lnTo>
                          <a:pt x="138" y="221"/>
                        </a:lnTo>
                        <a:lnTo>
                          <a:pt x="121" y="243"/>
                        </a:lnTo>
                        <a:lnTo>
                          <a:pt x="103" y="267"/>
                        </a:lnTo>
                        <a:lnTo>
                          <a:pt x="88" y="291"/>
                        </a:lnTo>
                        <a:lnTo>
                          <a:pt x="73" y="317"/>
                        </a:lnTo>
                        <a:lnTo>
                          <a:pt x="60" y="342"/>
                        </a:lnTo>
                        <a:lnTo>
                          <a:pt x="48" y="369"/>
                        </a:lnTo>
                        <a:lnTo>
                          <a:pt x="37" y="397"/>
                        </a:lnTo>
                        <a:lnTo>
                          <a:pt x="27" y="425"/>
                        </a:lnTo>
                        <a:lnTo>
                          <a:pt x="20" y="454"/>
                        </a:lnTo>
                        <a:lnTo>
                          <a:pt x="12" y="482"/>
                        </a:lnTo>
                        <a:lnTo>
                          <a:pt x="6" y="513"/>
                        </a:lnTo>
                        <a:lnTo>
                          <a:pt x="3" y="543"/>
                        </a:lnTo>
                        <a:lnTo>
                          <a:pt x="1" y="574"/>
                        </a:lnTo>
                        <a:lnTo>
                          <a:pt x="0" y="604"/>
                        </a:lnTo>
                        <a:lnTo>
                          <a:pt x="179" y="604"/>
                        </a:lnTo>
                        <a:lnTo>
                          <a:pt x="180" y="581"/>
                        </a:lnTo>
                        <a:lnTo>
                          <a:pt x="181" y="561"/>
                        </a:lnTo>
                        <a:lnTo>
                          <a:pt x="185" y="539"/>
                        </a:lnTo>
                        <a:lnTo>
                          <a:pt x="188" y="518"/>
                        </a:lnTo>
                        <a:lnTo>
                          <a:pt x="192" y="498"/>
                        </a:lnTo>
                        <a:lnTo>
                          <a:pt x="199" y="478"/>
                        </a:lnTo>
                        <a:lnTo>
                          <a:pt x="205" y="459"/>
                        </a:lnTo>
                        <a:lnTo>
                          <a:pt x="213" y="439"/>
                        </a:lnTo>
                        <a:lnTo>
                          <a:pt x="222" y="420"/>
                        </a:lnTo>
                        <a:lnTo>
                          <a:pt x="230" y="402"/>
                        </a:lnTo>
                        <a:lnTo>
                          <a:pt x="241" y="385"/>
                        </a:lnTo>
                        <a:lnTo>
                          <a:pt x="252" y="367"/>
                        </a:lnTo>
                        <a:lnTo>
                          <a:pt x="264" y="351"/>
                        </a:lnTo>
                        <a:lnTo>
                          <a:pt x="276" y="335"/>
                        </a:lnTo>
                        <a:lnTo>
                          <a:pt x="290" y="319"/>
                        </a:lnTo>
                        <a:lnTo>
                          <a:pt x="304" y="304"/>
                        </a:lnTo>
                        <a:lnTo>
                          <a:pt x="318" y="290"/>
                        </a:lnTo>
                        <a:lnTo>
                          <a:pt x="335" y="277"/>
                        </a:lnTo>
                        <a:lnTo>
                          <a:pt x="350" y="264"/>
                        </a:lnTo>
                        <a:lnTo>
                          <a:pt x="366" y="253"/>
                        </a:lnTo>
                        <a:lnTo>
                          <a:pt x="383" y="241"/>
                        </a:lnTo>
                        <a:lnTo>
                          <a:pt x="402" y="231"/>
                        </a:lnTo>
                        <a:lnTo>
                          <a:pt x="420" y="222"/>
                        </a:lnTo>
                        <a:lnTo>
                          <a:pt x="439" y="213"/>
                        </a:lnTo>
                        <a:lnTo>
                          <a:pt x="457" y="205"/>
                        </a:lnTo>
                        <a:lnTo>
                          <a:pt x="478" y="199"/>
                        </a:lnTo>
                        <a:lnTo>
                          <a:pt x="498" y="193"/>
                        </a:lnTo>
                        <a:lnTo>
                          <a:pt x="518" y="189"/>
                        </a:lnTo>
                        <a:lnTo>
                          <a:pt x="539" y="185"/>
                        </a:lnTo>
                        <a:lnTo>
                          <a:pt x="559" y="183"/>
                        </a:lnTo>
                        <a:lnTo>
                          <a:pt x="581" y="180"/>
                        </a:lnTo>
                        <a:lnTo>
                          <a:pt x="603" y="180"/>
                        </a:lnTo>
                        <a:lnTo>
                          <a:pt x="603" y="0"/>
                        </a:lnTo>
                        <a:close/>
                      </a:path>
                    </a:pathLst>
                  </a:custGeom>
                  <a:solidFill>
                    <a:srgbClr val="EF2B2F"/>
                  </a:solidFill>
                  <a:ln>
                    <a:noFill/>
                  </a:ln>
                </p:spPr>
                <p:txBody>
                  <a:bodyPr/>
                  <a:lstStyle/>
                  <a:p>
                    <a:pPr>
                      <a:defRPr/>
                    </a:pPr>
                    <a:endParaRPr lang="en-US" sz="1050">
                      <a:latin typeface="+mj-lt"/>
                    </a:endParaRPr>
                  </a:p>
                </p:txBody>
              </p:sp>
              <p:sp>
                <p:nvSpPr>
                  <p:cNvPr id="41589" name="Freeform 368">
                    <a:extLst>
                      <a:ext uri="{FF2B5EF4-FFF2-40B4-BE49-F238E27FC236}">
                        <a16:creationId xmlns="" xmlns:a16="http://schemas.microsoft.com/office/drawing/2014/main" id="{63D94662-244D-4454-B369-704CC566A657}"/>
                      </a:ext>
                    </a:extLst>
                  </p:cNvPr>
                  <p:cNvSpPr>
                    <a:spLocks/>
                  </p:cNvSpPr>
                  <p:nvPr/>
                </p:nvSpPr>
                <p:spPr bwMode="auto">
                  <a:xfrm>
                    <a:off x="2940" y="1887"/>
                    <a:ext cx="99" cy="110"/>
                  </a:xfrm>
                  <a:custGeom>
                    <a:avLst/>
                    <a:gdLst>
                      <a:gd name="T0" fmla="*/ 0 w 602"/>
                      <a:gd name="T1" fmla="*/ 0 h 603"/>
                      <a:gd name="T2" fmla="*/ 0 w 602"/>
                      <a:gd name="T3" fmla="*/ 0 h 603"/>
                      <a:gd name="T4" fmla="*/ 0 w 602"/>
                      <a:gd name="T5" fmla="*/ 0 h 603"/>
                      <a:gd name="T6" fmla="*/ 0 w 602"/>
                      <a:gd name="T7" fmla="*/ 0 h 603"/>
                      <a:gd name="T8" fmla="*/ 0 w 602"/>
                      <a:gd name="T9" fmla="*/ 0 h 603"/>
                      <a:gd name="T10" fmla="*/ 0 w 602"/>
                      <a:gd name="T11" fmla="*/ 0 h 603"/>
                      <a:gd name="T12" fmla="*/ 0 w 602"/>
                      <a:gd name="T13" fmla="*/ 0 h 603"/>
                      <a:gd name="T14" fmla="*/ 0 w 602"/>
                      <a:gd name="T15" fmla="*/ 0 h 603"/>
                      <a:gd name="T16" fmla="*/ 0 w 602"/>
                      <a:gd name="T17" fmla="*/ 0 h 603"/>
                      <a:gd name="T18" fmla="*/ 0 w 602"/>
                      <a:gd name="T19" fmla="*/ 0 h 603"/>
                      <a:gd name="T20" fmla="*/ 0 w 602"/>
                      <a:gd name="T21" fmla="*/ 0 h 603"/>
                      <a:gd name="T22" fmla="*/ 0 w 602"/>
                      <a:gd name="T23" fmla="*/ 0 h 603"/>
                      <a:gd name="T24" fmla="*/ 0 w 602"/>
                      <a:gd name="T25" fmla="*/ 0 h 603"/>
                      <a:gd name="T26" fmla="*/ 0 w 602"/>
                      <a:gd name="T27" fmla="*/ 0 h 603"/>
                      <a:gd name="T28" fmla="*/ 0 w 602"/>
                      <a:gd name="T29" fmla="*/ 0 h 603"/>
                      <a:gd name="T30" fmla="*/ 0 w 602"/>
                      <a:gd name="T31" fmla="*/ 0 h 603"/>
                      <a:gd name="T32" fmla="*/ 0 w 602"/>
                      <a:gd name="T33" fmla="*/ 0 h 603"/>
                      <a:gd name="T34" fmla="*/ 0 w 602"/>
                      <a:gd name="T35" fmla="*/ 0 h 603"/>
                      <a:gd name="T36" fmla="*/ 0 w 602"/>
                      <a:gd name="T37" fmla="*/ 0 h 603"/>
                      <a:gd name="T38" fmla="*/ 0 w 602"/>
                      <a:gd name="T39" fmla="*/ 0 h 603"/>
                      <a:gd name="T40" fmla="*/ 0 w 602"/>
                      <a:gd name="T41" fmla="*/ 0 h 603"/>
                      <a:gd name="T42" fmla="*/ 0 w 602"/>
                      <a:gd name="T43" fmla="*/ 0 h 603"/>
                      <a:gd name="T44" fmla="*/ 0 w 602"/>
                      <a:gd name="T45" fmla="*/ 0 h 603"/>
                      <a:gd name="T46" fmla="*/ 0 w 602"/>
                      <a:gd name="T47" fmla="*/ 0 h 603"/>
                      <a:gd name="T48" fmla="*/ 0 w 602"/>
                      <a:gd name="T49" fmla="*/ 0 h 603"/>
                      <a:gd name="T50" fmla="*/ 0 w 602"/>
                      <a:gd name="T51" fmla="*/ 0 h 603"/>
                      <a:gd name="T52" fmla="*/ 0 w 602"/>
                      <a:gd name="T53" fmla="*/ 0 h 603"/>
                      <a:gd name="T54" fmla="*/ 0 w 602"/>
                      <a:gd name="T55" fmla="*/ 0 h 603"/>
                      <a:gd name="T56" fmla="*/ 0 w 602"/>
                      <a:gd name="T57" fmla="*/ 0 h 603"/>
                      <a:gd name="T58" fmla="*/ 0 w 602"/>
                      <a:gd name="T59" fmla="*/ 0 h 603"/>
                      <a:gd name="T60" fmla="*/ 0 w 602"/>
                      <a:gd name="T61" fmla="*/ 0 h 603"/>
                      <a:gd name="T62" fmla="*/ 0 w 602"/>
                      <a:gd name="T63" fmla="*/ 0 h 603"/>
                      <a:gd name="T64" fmla="*/ 0 w 602"/>
                      <a:gd name="T65" fmla="*/ 0 h 603"/>
                      <a:gd name="T66" fmla="*/ 0 w 602"/>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2"/>
                      <a:gd name="T103" fmla="*/ 0 h 603"/>
                      <a:gd name="T104" fmla="*/ 602 w 602"/>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2" h="603">
                        <a:moveTo>
                          <a:pt x="602" y="603"/>
                        </a:moveTo>
                        <a:lnTo>
                          <a:pt x="602" y="603"/>
                        </a:lnTo>
                        <a:lnTo>
                          <a:pt x="601" y="573"/>
                        </a:lnTo>
                        <a:lnTo>
                          <a:pt x="599" y="541"/>
                        </a:lnTo>
                        <a:lnTo>
                          <a:pt x="596" y="512"/>
                        </a:lnTo>
                        <a:lnTo>
                          <a:pt x="590" y="482"/>
                        </a:lnTo>
                        <a:lnTo>
                          <a:pt x="583" y="453"/>
                        </a:lnTo>
                        <a:lnTo>
                          <a:pt x="575" y="424"/>
                        </a:lnTo>
                        <a:lnTo>
                          <a:pt x="566" y="395"/>
                        </a:lnTo>
                        <a:lnTo>
                          <a:pt x="555" y="368"/>
                        </a:lnTo>
                        <a:lnTo>
                          <a:pt x="543" y="342"/>
                        </a:lnTo>
                        <a:lnTo>
                          <a:pt x="530" y="316"/>
                        </a:lnTo>
                        <a:lnTo>
                          <a:pt x="514" y="290"/>
                        </a:lnTo>
                        <a:lnTo>
                          <a:pt x="499" y="266"/>
                        </a:lnTo>
                        <a:lnTo>
                          <a:pt x="482" y="242"/>
                        </a:lnTo>
                        <a:lnTo>
                          <a:pt x="464" y="219"/>
                        </a:lnTo>
                        <a:lnTo>
                          <a:pt x="446" y="198"/>
                        </a:lnTo>
                        <a:lnTo>
                          <a:pt x="425" y="177"/>
                        </a:lnTo>
                        <a:lnTo>
                          <a:pt x="405" y="156"/>
                        </a:lnTo>
                        <a:lnTo>
                          <a:pt x="383" y="138"/>
                        </a:lnTo>
                        <a:lnTo>
                          <a:pt x="360" y="120"/>
                        </a:lnTo>
                        <a:lnTo>
                          <a:pt x="336" y="103"/>
                        </a:lnTo>
                        <a:lnTo>
                          <a:pt x="312" y="88"/>
                        </a:lnTo>
                        <a:lnTo>
                          <a:pt x="286" y="73"/>
                        </a:lnTo>
                        <a:lnTo>
                          <a:pt x="260" y="60"/>
                        </a:lnTo>
                        <a:lnTo>
                          <a:pt x="234" y="48"/>
                        </a:lnTo>
                        <a:lnTo>
                          <a:pt x="207" y="37"/>
                        </a:lnTo>
                        <a:lnTo>
                          <a:pt x="179" y="27"/>
                        </a:lnTo>
                        <a:lnTo>
                          <a:pt x="149" y="19"/>
                        </a:lnTo>
                        <a:lnTo>
                          <a:pt x="120" y="12"/>
                        </a:lnTo>
                        <a:lnTo>
                          <a:pt x="91" y="6"/>
                        </a:lnTo>
                        <a:lnTo>
                          <a:pt x="61" y="3"/>
                        </a:lnTo>
                        <a:lnTo>
                          <a:pt x="30" y="1"/>
                        </a:lnTo>
                        <a:lnTo>
                          <a:pt x="0" y="0"/>
                        </a:lnTo>
                        <a:lnTo>
                          <a:pt x="0" y="179"/>
                        </a:lnTo>
                        <a:lnTo>
                          <a:pt x="21" y="179"/>
                        </a:lnTo>
                        <a:lnTo>
                          <a:pt x="43" y="181"/>
                        </a:lnTo>
                        <a:lnTo>
                          <a:pt x="64" y="185"/>
                        </a:lnTo>
                        <a:lnTo>
                          <a:pt x="84" y="188"/>
                        </a:lnTo>
                        <a:lnTo>
                          <a:pt x="105" y="192"/>
                        </a:lnTo>
                        <a:lnTo>
                          <a:pt x="126" y="199"/>
                        </a:lnTo>
                        <a:lnTo>
                          <a:pt x="145" y="205"/>
                        </a:lnTo>
                        <a:lnTo>
                          <a:pt x="165" y="213"/>
                        </a:lnTo>
                        <a:lnTo>
                          <a:pt x="183" y="220"/>
                        </a:lnTo>
                        <a:lnTo>
                          <a:pt x="200" y="230"/>
                        </a:lnTo>
                        <a:lnTo>
                          <a:pt x="219" y="240"/>
                        </a:lnTo>
                        <a:lnTo>
                          <a:pt x="236" y="252"/>
                        </a:lnTo>
                        <a:lnTo>
                          <a:pt x="253" y="263"/>
                        </a:lnTo>
                        <a:lnTo>
                          <a:pt x="269" y="276"/>
                        </a:lnTo>
                        <a:lnTo>
                          <a:pt x="284" y="289"/>
                        </a:lnTo>
                        <a:lnTo>
                          <a:pt x="298" y="304"/>
                        </a:lnTo>
                        <a:lnTo>
                          <a:pt x="312" y="318"/>
                        </a:lnTo>
                        <a:lnTo>
                          <a:pt x="327" y="333"/>
                        </a:lnTo>
                        <a:lnTo>
                          <a:pt x="340" y="350"/>
                        </a:lnTo>
                        <a:lnTo>
                          <a:pt x="350" y="366"/>
                        </a:lnTo>
                        <a:lnTo>
                          <a:pt x="362" y="383"/>
                        </a:lnTo>
                        <a:lnTo>
                          <a:pt x="372" y="401"/>
                        </a:lnTo>
                        <a:lnTo>
                          <a:pt x="382" y="419"/>
                        </a:lnTo>
                        <a:lnTo>
                          <a:pt x="390" y="438"/>
                        </a:lnTo>
                        <a:lnTo>
                          <a:pt x="397" y="457"/>
                        </a:lnTo>
                        <a:lnTo>
                          <a:pt x="404" y="477"/>
                        </a:lnTo>
                        <a:lnTo>
                          <a:pt x="410" y="498"/>
                        </a:lnTo>
                        <a:lnTo>
                          <a:pt x="414" y="517"/>
                        </a:lnTo>
                        <a:lnTo>
                          <a:pt x="418" y="539"/>
                        </a:lnTo>
                        <a:lnTo>
                          <a:pt x="421" y="559"/>
                        </a:lnTo>
                        <a:lnTo>
                          <a:pt x="423" y="581"/>
                        </a:lnTo>
                        <a:lnTo>
                          <a:pt x="423" y="603"/>
                        </a:lnTo>
                        <a:lnTo>
                          <a:pt x="602" y="603"/>
                        </a:lnTo>
                        <a:close/>
                      </a:path>
                    </a:pathLst>
                  </a:custGeom>
                  <a:solidFill>
                    <a:srgbClr val="EF2B2F"/>
                  </a:solidFill>
                  <a:ln>
                    <a:noFill/>
                  </a:ln>
                </p:spPr>
                <p:txBody>
                  <a:bodyPr/>
                  <a:lstStyle/>
                  <a:p>
                    <a:pPr>
                      <a:defRPr/>
                    </a:pPr>
                    <a:endParaRPr lang="en-US" sz="1050">
                      <a:latin typeface="+mj-lt"/>
                    </a:endParaRPr>
                  </a:p>
                </p:txBody>
              </p:sp>
              <p:sp>
                <p:nvSpPr>
                  <p:cNvPr id="41590" name="Freeform 369">
                    <a:extLst>
                      <a:ext uri="{FF2B5EF4-FFF2-40B4-BE49-F238E27FC236}">
                        <a16:creationId xmlns="" xmlns:a16="http://schemas.microsoft.com/office/drawing/2014/main" id="{CA060DAD-31B6-08F9-EFC8-A85ED8170EB1}"/>
                      </a:ext>
                    </a:extLst>
                  </p:cNvPr>
                  <p:cNvSpPr>
                    <a:spLocks/>
                  </p:cNvSpPr>
                  <p:nvPr/>
                </p:nvSpPr>
                <p:spPr bwMode="auto">
                  <a:xfrm>
                    <a:off x="2940" y="1997"/>
                    <a:ext cx="99" cy="114"/>
                  </a:xfrm>
                  <a:custGeom>
                    <a:avLst/>
                    <a:gdLst>
                      <a:gd name="T0" fmla="*/ 0 w 602"/>
                      <a:gd name="T1" fmla="*/ 0 h 603"/>
                      <a:gd name="T2" fmla="*/ 0 w 602"/>
                      <a:gd name="T3" fmla="*/ 0 h 603"/>
                      <a:gd name="T4" fmla="*/ 0 w 602"/>
                      <a:gd name="T5" fmla="*/ 0 h 603"/>
                      <a:gd name="T6" fmla="*/ 0 w 602"/>
                      <a:gd name="T7" fmla="*/ 0 h 603"/>
                      <a:gd name="T8" fmla="*/ 0 w 602"/>
                      <a:gd name="T9" fmla="*/ 0 h 603"/>
                      <a:gd name="T10" fmla="*/ 0 w 602"/>
                      <a:gd name="T11" fmla="*/ 0 h 603"/>
                      <a:gd name="T12" fmla="*/ 0 w 602"/>
                      <a:gd name="T13" fmla="*/ 0 h 603"/>
                      <a:gd name="T14" fmla="*/ 0 w 602"/>
                      <a:gd name="T15" fmla="*/ 0 h 603"/>
                      <a:gd name="T16" fmla="*/ 0 w 602"/>
                      <a:gd name="T17" fmla="*/ 0 h 603"/>
                      <a:gd name="T18" fmla="*/ 0 w 602"/>
                      <a:gd name="T19" fmla="*/ 0 h 603"/>
                      <a:gd name="T20" fmla="*/ 0 w 602"/>
                      <a:gd name="T21" fmla="*/ 0 h 603"/>
                      <a:gd name="T22" fmla="*/ 0 w 602"/>
                      <a:gd name="T23" fmla="*/ 0 h 603"/>
                      <a:gd name="T24" fmla="*/ 0 w 602"/>
                      <a:gd name="T25" fmla="*/ 0 h 603"/>
                      <a:gd name="T26" fmla="*/ 0 w 602"/>
                      <a:gd name="T27" fmla="*/ 0 h 603"/>
                      <a:gd name="T28" fmla="*/ 0 w 602"/>
                      <a:gd name="T29" fmla="*/ 0 h 603"/>
                      <a:gd name="T30" fmla="*/ 0 w 602"/>
                      <a:gd name="T31" fmla="*/ 0 h 603"/>
                      <a:gd name="T32" fmla="*/ 0 w 602"/>
                      <a:gd name="T33" fmla="*/ 0 h 603"/>
                      <a:gd name="T34" fmla="*/ 0 w 602"/>
                      <a:gd name="T35" fmla="*/ 0 h 603"/>
                      <a:gd name="T36" fmla="*/ 0 w 602"/>
                      <a:gd name="T37" fmla="*/ 0 h 603"/>
                      <a:gd name="T38" fmla="*/ 0 w 602"/>
                      <a:gd name="T39" fmla="*/ 0 h 603"/>
                      <a:gd name="T40" fmla="*/ 0 w 602"/>
                      <a:gd name="T41" fmla="*/ 0 h 603"/>
                      <a:gd name="T42" fmla="*/ 0 w 602"/>
                      <a:gd name="T43" fmla="*/ 0 h 603"/>
                      <a:gd name="T44" fmla="*/ 0 w 602"/>
                      <a:gd name="T45" fmla="*/ 0 h 603"/>
                      <a:gd name="T46" fmla="*/ 0 w 602"/>
                      <a:gd name="T47" fmla="*/ 0 h 603"/>
                      <a:gd name="T48" fmla="*/ 0 w 602"/>
                      <a:gd name="T49" fmla="*/ 0 h 603"/>
                      <a:gd name="T50" fmla="*/ 0 w 602"/>
                      <a:gd name="T51" fmla="*/ 0 h 603"/>
                      <a:gd name="T52" fmla="*/ 0 w 602"/>
                      <a:gd name="T53" fmla="*/ 0 h 603"/>
                      <a:gd name="T54" fmla="*/ 0 w 602"/>
                      <a:gd name="T55" fmla="*/ 0 h 603"/>
                      <a:gd name="T56" fmla="*/ 0 w 602"/>
                      <a:gd name="T57" fmla="*/ 0 h 603"/>
                      <a:gd name="T58" fmla="*/ 0 w 602"/>
                      <a:gd name="T59" fmla="*/ 0 h 603"/>
                      <a:gd name="T60" fmla="*/ 0 w 602"/>
                      <a:gd name="T61" fmla="*/ 0 h 603"/>
                      <a:gd name="T62" fmla="*/ 0 w 602"/>
                      <a:gd name="T63" fmla="*/ 0 h 603"/>
                      <a:gd name="T64" fmla="*/ 0 w 602"/>
                      <a:gd name="T65" fmla="*/ 0 h 603"/>
                      <a:gd name="T66" fmla="*/ 0 w 602"/>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2"/>
                      <a:gd name="T103" fmla="*/ 0 h 603"/>
                      <a:gd name="T104" fmla="*/ 602 w 602"/>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2" h="603">
                        <a:moveTo>
                          <a:pt x="0" y="603"/>
                        </a:moveTo>
                        <a:lnTo>
                          <a:pt x="0" y="603"/>
                        </a:lnTo>
                        <a:lnTo>
                          <a:pt x="30" y="603"/>
                        </a:lnTo>
                        <a:lnTo>
                          <a:pt x="60" y="600"/>
                        </a:lnTo>
                        <a:lnTo>
                          <a:pt x="91" y="596"/>
                        </a:lnTo>
                        <a:lnTo>
                          <a:pt x="120" y="591"/>
                        </a:lnTo>
                        <a:lnTo>
                          <a:pt x="149" y="584"/>
                        </a:lnTo>
                        <a:lnTo>
                          <a:pt x="179" y="576"/>
                        </a:lnTo>
                        <a:lnTo>
                          <a:pt x="207" y="567"/>
                        </a:lnTo>
                        <a:lnTo>
                          <a:pt x="234" y="555"/>
                        </a:lnTo>
                        <a:lnTo>
                          <a:pt x="260" y="543"/>
                        </a:lnTo>
                        <a:lnTo>
                          <a:pt x="286" y="530"/>
                        </a:lnTo>
                        <a:lnTo>
                          <a:pt x="312" y="516"/>
                        </a:lnTo>
                        <a:lnTo>
                          <a:pt x="336" y="500"/>
                        </a:lnTo>
                        <a:lnTo>
                          <a:pt x="360" y="483"/>
                        </a:lnTo>
                        <a:lnTo>
                          <a:pt x="383" y="465"/>
                        </a:lnTo>
                        <a:lnTo>
                          <a:pt x="405" y="447"/>
                        </a:lnTo>
                        <a:lnTo>
                          <a:pt x="425" y="427"/>
                        </a:lnTo>
                        <a:lnTo>
                          <a:pt x="446" y="405"/>
                        </a:lnTo>
                        <a:lnTo>
                          <a:pt x="464" y="383"/>
                        </a:lnTo>
                        <a:lnTo>
                          <a:pt x="483" y="361"/>
                        </a:lnTo>
                        <a:lnTo>
                          <a:pt x="499" y="337"/>
                        </a:lnTo>
                        <a:lnTo>
                          <a:pt x="514" y="313"/>
                        </a:lnTo>
                        <a:lnTo>
                          <a:pt x="530" y="288"/>
                        </a:lnTo>
                        <a:lnTo>
                          <a:pt x="543" y="262"/>
                        </a:lnTo>
                        <a:lnTo>
                          <a:pt x="555" y="235"/>
                        </a:lnTo>
                        <a:lnTo>
                          <a:pt x="566" y="207"/>
                        </a:lnTo>
                        <a:lnTo>
                          <a:pt x="575" y="179"/>
                        </a:lnTo>
                        <a:lnTo>
                          <a:pt x="583" y="151"/>
                        </a:lnTo>
                        <a:lnTo>
                          <a:pt x="590" y="122"/>
                        </a:lnTo>
                        <a:lnTo>
                          <a:pt x="596" y="91"/>
                        </a:lnTo>
                        <a:lnTo>
                          <a:pt x="599" y="62"/>
                        </a:lnTo>
                        <a:lnTo>
                          <a:pt x="601" y="31"/>
                        </a:lnTo>
                        <a:lnTo>
                          <a:pt x="602" y="0"/>
                        </a:lnTo>
                        <a:lnTo>
                          <a:pt x="423" y="0"/>
                        </a:lnTo>
                        <a:lnTo>
                          <a:pt x="423" y="22"/>
                        </a:lnTo>
                        <a:lnTo>
                          <a:pt x="421" y="43"/>
                        </a:lnTo>
                        <a:lnTo>
                          <a:pt x="418" y="65"/>
                        </a:lnTo>
                        <a:lnTo>
                          <a:pt x="414" y="86"/>
                        </a:lnTo>
                        <a:lnTo>
                          <a:pt x="410" y="105"/>
                        </a:lnTo>
                        <a:lnTo>
                          <a:pt x="404" y="126"/>
                        </a:lnTo>
                        <a:lnTo>
                          <a:pt x="397" y="146"/>
                        </a:lnTo>
                        <a:lnTo>
                          <a:pt x="390" y="165"/>
                        </a:lnTo>
                        <a:lnTo>
                          <a:pt x="382" y="184"/>
                        </a:lnTo>
                        <a:lnTo>
                          <a:pt x="372" y="202"/>
                        </a:lnTo>
                        <a:lnTo>
                          <a:pt x="362" y="219"/>
                        </a:lnTo>
                        <a:lnTo>
                          <a:pt x="350" y="237"/>
                        </a:lnTo>
                        <a:lnTo>
                          <a:pt x="338" y="253"/>
                        </a:lnTo>
                        <a:lnTo>
                          <a:pt x="327" y="269"/>
                        </a:lnTo>
                        <a:lnTo>
                          <a:pt x="312" y="285"/>
                        </a:lnTo>
                        <a:lnTo>
                          <a:pt x="298" y="300"/>
                        </a:lnTo>
                        <a:lnTo>
                          <a:pt x="284" y="314"/>
                        </a:lnTo>
                        <a:lnTo>
                          <a:pt x="269" y="327"/>
                        </a:lnTo>
                        <a:lnTo>
                          <a:pt x="253" y="340"/>
                        </a:lnTo>
                        <a:lnTo>
                          <a:pt x="236" y="351"/>
                        </a:lnTo>
                        <a:lnTo>
                          <a:pt x="219" y="363"/>
                        </a:lnTo>
                        <a:lnTo>
                          <a:pt x="200" y="373"/>
                        </a:lnTo>
                        <a:lnTo>
                          <a:pt x="183" y="382"/>
                        </a:lnTo>
                        <a:lnTo>
                          <a:pt x="165" y="391"/>
                        </a:lnTo>
                        <a:lnTo>
                          <a:pt x="145" y="399"/>
                        </a:lnTo>
                        <a:lnTo>
                          <a:pt x="126" y="405"/>
                        </a:lnTo>
                        <a:lnTo>
                          <a:pt x="105" y="411"/>
                        </a:lnTo>
                        <a:lnTo>
                          <a:pt x="84" y="415"/>
                        </a:lnTo>
                        <a:lnTo>
                          <a:pt x="64" y="419"/>
                        </a:lnTo>
                        <a:lnTo>
                          <a:pt x="43" y="422"/>
                        </a:lnTo>
                        <a:lnTo>
                          <a:pt x="21" y="424"/>
                        </a:lnTo>
                        <a:lnTo>
                          <a:pt x="0" y="424"/>
                        </a:lnTo>
                        <a:lnTo>
                          <a:pt x="0" y="603"/>
                        </a:lnTo>
                        <a:close/>
                      </a:path>
                    </a:pathLst>
                  </a:custGeom>
                  <a:solidFill>
                    <a:srgbClr val="EF2B2F"/>
                  </a:solidFill>
                  <a:ln>
                    <a:noFill/>
                  </a:ln>
                </p:spPr>
                <p:txBody>
                  <a:bodyPr/>
                  <a:lstStyle/>
                  <a:p>
                    <a:pPr>
                      <a:defRPr/>
                    </a:pPr>
                    <a:endParaRPr lang="en-US" sz="1050">
                      <a:latin typeface="+mj-lt"/>
                    </a:endParaRPr>
                  </a:p>
                </p:txBody>
              </p:sp>
              <p:sp>
                <p:nvSpPr>
                  <p:cNvPr id="41591" name="Freeform 370">
                    <a:extLst>
                      <a:ext uri="{FF2B5EF4-FFF2-40B4-BE49-F238E27FC236}">
                        <a16:creationId xmlns="" xmlns:a16="http://schemas.microsoft.com/office/drawing/2014/main" id="{4006A61F-5704-155F-C089-A932174E393C}"/>
                      </a:ext>
                    </a:extLst>
                  </p:cNvPr>
                  <p:cNvSpPr>
                    <a:spLocks/>
                  </p:cNvSpPr>
                  <p:nvPr/>
                </p:nvSpPr>
                <p:spPr bwMode="auto">
                  <a:xfrm>
                    <a:off x="2836" y="1997"/>
                    <a:ext cx="103" cy="114"/>
                  </a:xfrm>
                  <a:custGeom>
                    <a:avLst/>
                    <a:gdLst>
                      <a:gd name="T0" fmla="*/ 0 w 605"/>
                      <a:gd name="T1" fmla="*/ 0 h 603"/>
                      <a:gd name="T2" fmla="*/ 0 w 605"/>
                      <a:gd name="T3" fmla="*/ 0 h 603"/>
                      <a:gd name="T4" fmla="*/ 0 w 605"/>
                      <a:gd name="T5" fmla="*/ 0 h 603"/>
                      <a:gd name="T6" fmla="*/ 0 w 605"/>
                      <a:gd name="T7" fmla="*/ 0 h 603"/>
                      <a:gd name="T8" fmla="*/ 0 w 605"/>
                      <a:gd name="T9" fmla="*/ 0 h 603"/>
                      <a:gd name="T10" fmla="*/ 0 w 605"/>
                      <a:gd name="T11" fmla="*/ 0 h 603"/>
                      <a:gd name="T12" fmla="*/ 0 w 605"/>
                      <a:gd name="T13" fmla="*/ 0 h 603"/>
                      <a:gd name="T14" fmla="*/ 0 w 605"/>
                      <a:gd name="T15" fmla="*/ 0 h 603"/>
                      <a:gd name="T16" fmla="*/ 0 w 605"/>
                      <a:gd name="T17" fmla="*/ 0 h 603"/>
                      <a:gd name="T18" fmla="*/ 0 w 605"/>
                      <a:gd name="T19" fmla="*/ 0 h 603"/>
                      <a:gd name="T20" fmla="*/ 0 w 605"/>
                      <a:gd name="T21" fmla="*/ 0 h 603"/>
                      <a:gd name="T22" fmla="*/ 0 w 605"/>
                      <a:gd name="T23" fmla="*/ 0 h 603"/>
                      <a:gd name="T24" fmla="*/ 0 w 605"/>
                      <a:gd name="T25" fmla="*/ 0 h 603"/>
                      <a:gd name="T26" fmla="*/ 0 w 605"/>
                      <a:gd name="T27" fmla="*/ 0 h 603"/>
                      <a:gd name="T28" fmla="*/ 0 w 605"/>
                      <a:gd name="T29" fmla="*/ 0 h 603"/>
                      <a:gd name="T30" fmla="*/ 0 w 605"/>
                      <a:gd name="T31" fmla="*/ 0 h 603"/>
                      <a:gd name="T32" fmla="*/ 0 w 605"/>
                      <a:gd name="T33" fmla="*/ 0 h 603"/>
                      <a:gd name="T34" fmla="*/ 0 w 605"/>
                      <a:gd name="T35" fmla="*/ 0 h 603"/>
                      <a:gd name="T36" fmla="*/ 0 w 605"/>
                      <a:gd name="T37" fmla="*/ 0 h 603"/>
                      <a:gd name="T38" fmla="*/ 0 w 605"/>
                      <a:gd name="T39" fmla="*/ 0 h 603"/>
                      <a:gd name="T40" fmla="*/ 0 w 605"/>
                      <a:gd name="T41" fmla="*/ 0 h 603"/>
                      <a:gd name="T42" fmla="*/ 0 w 605"/>
                      <a:gd name="T43" fmla="*/ 0 h 603"/>
                      <a:gd name="T44" fmla="*/ 0 w 605"/>
                      <a:gd name="T45" fmla="*/ 0 h 603"/>
                      <a:gd name="T46" fmla="*/ 0 w 605"/>
                      <a:gd name="T47" fmla="*/ 0 h 603"/>
                      <a:gd name="T48" fmla="*/ 0 w 605"/>
                      <a:gd name="T49" fmla="*/ 0 h 603"/>
                      <a:gd name="T50" fmla="*/ 0 w 605"/>
                      <a:gd name="T51" fmla="*/ 0 h 603"/>
                      <a:gd name="T52" fmla="*/ 0 w 605"/>
                      <a:gd name="T53" fmla="*/ 0 h 603"/>
                      <a:gd name="T54" fmla="*/ 0 w 605"/>
                      <a:gd name="T55" fmla="*/ 0 h 603"/>
                      <a:gd name="T56" fmla="*/ 0 w 605"/>
                      <a:gd name="T57" fmla="*/ 0 h 603"/>
                      <a:gd name="T58" fmla="*/ 0 w 605"/>
                      <a:gd name="T59" fmla="*/ 0 h 603"/>
                      <a:gd name="T60" fmla="*/ 0 w 605"/>
                      <a:gd name="T61" fmla="*/ 0 h 603"/>
                      <a:gd name="T62" fmla="*/ 0 w 605"/>
                      <a:gd name="T63" fmla="*/ 0 h 603"/>
                      <a:gd name="T64" fmla="*/ 0 w 605"/>
                      <a:gd name="T65" fmla="*/ 0 h 603"/>
                      <a:gd name="T66" fmla="*/ 0 w 605"/>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5"/>
                      <a:gd name="T103" fmla="*/ 0 h 603"/>
                      <a:gd name="T104" fmla="*/ 605 w 605"/>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5" h="603">
                        <a:moveTo>
                          <a:pt x="0" y="0"/>
                        </a:moveTo>
                        <a:lnTo>
                          <a:pt x="0" y="0"/>
                        </a:lnTo>
                        <a:lnTo>
                          <a:pt x="2" y="30"/>
                        </a:lnTo>
                        <a:lnTo>
                          <a:pt x="5" y="61"/>
                        </a:lnTo>
                        <a:lnTo>
                          <a:pt x="8" y="91"/>
                        </a:lnTo>
                        <a:lnTo>
                          <a:pt x="14" y="122"/>
                        </a:lnTo>
                        <a:lnTo>
                          <a:pt x="20" y="150"/>
                        </a:lnTo>
                        <a:lnTo>
                          <a:pt x="29" y="179"/>
                        </a:lnTo>
                        <a:lnTo>
                          <a:pt x="37" y="207"/>
                        </a:lnTo>
                        <a:lnTo>
                          <a:pt x="48" y="235"/>
                        </a:lnTo>
                        <a:lnTo>
                          <a:pt x="61" y="262"/>
                        </a:lnTo>
                        <a:lnTo>
                          <a:pt x="74" y="288"/>
                        </a:lnTo>
                        <a:lnTo>
                          <a:pt x="88" y="313"/>
                        </a:lnTo>
                        <a:lnTo>
                          <a:pt x="105" y="337"/>
                        </a:lnTo>
                        <a:lnTo>
                          <a:pt x="121" y="361"/>
                        </a:lnTo>
                        <a:lnTo>
                          <a:pt x="140" y="383"/>
                        </a:lnTo>
                        <a:lnTo>
                          <a:pt x="158" y="405"/>
                        </a:lnTo>
                        <a:lnTo>
                          <a:pt x="179" y="427"/>
                        </a:lnTo>
                        <a:lnTo>
                          <a:pt x="199" y="447"/>
                        </a:lnTo>
                        <a:lnTo>
                          <a:pt x="221" y="465"/>
                        </a:lnTo>
                        <a:lnTo>
                          <a:pt x="244" y="483"/>
                        </a:lnTo>
                        <a:lnTo>
                          <a:pt x="268" y="500"/>
                        </a:lnTo>
                        <a:lnTo>
                          <a:pt x="292" y="516"/>
                        </a:lnTo>
                        <a:lnTo>
                          <a:pt x="317" y="530"/>
                        </a:lnTo>
                        <a:lnTo>
                          <a:pt x="343" y="543"/>
                        </a:lnTo>
                        <a:lnTo>
                          <a:pt x="370" y="555"/>
                        </a:lnTo>
                        <a:lnTo>
                          <a:pt x="397" y="567"/>
                        </a:lnTo>
                        <a:lnTo>
                          <a:pt x="425" y="576"/>
                        </a:lnTo>
                        <a:lnTo>
                          <a:pt x="455" y="584"/>
                        </a:lnTo>
                        <a:lnTo>
                          <a:pt x="483" y="591"/>
                        </a:lnTo>
                        <a:lnTo>
                          <a:pt x="513" y="596"/>
                        </a:lnTo>
                        <a:lnTo>
                          <a:pt x="544" y="600"/>
                        </a:lnTo>
                        <a:lnTo>
                          <a:pt x="574" y="603"/>
                        </a:lnTo>
                        <a:lnTo>
                          <a:pt x="605" y="603"/>
                        </a:lnTo>
                        <a:lnTo>
                          <a:pt x="605" y="424"/>
                        </a:lnTo>
                        <a:lnTo>
                          <a:pt x="583" y="424"/>
                        </a:lnTo>
                        <a:lnTo>
                          <a:pt x="561" y="422"/>
                        </a:lnTo>
                        <a:lnTo>
                          <a:pt x="539" y="419"/>
                        </a:lnTo>
                        <a:lnTo>
                          <a:pt x="519" y="415"/>
                        </a:lnTo>
                        <a:lnTo>
                          <a:pt x="498" y="411"/>
                        </a:lnTo>
                        <a:lnTo>
                          <a:pt x="478" y="405"/>
                        </a:lnTo>
                        <a:lnTo>
                          <a:pt x="459" y="399"/>
                        </a:lnTo>
                        <a:lnTo>
                          <a:pt x="439" y="391"/>
                        </a:lnTo>
                        <a:lnTo>
                          <a:pt x="421" y="382"/>
                        </a:lnTo>
                        <a:lnTo>
                          <a:pt x="402" y="373"/>
                        </a:lnTo>
                        <a:lnTo>
                          <a:pt x="385" y="363"/>
                        </a:lnTo>
                        <a:lnTo>
                          <a:pt x="368" y="351"/>
                        </a:lnTo>
                        <a:lnTo>
                          <a:pt x="351" y="340"/>
                        </a:lnTo>
                        <a:lnTo>
                          <a:pt x="335" y="327"/>
                        </a:lnTo>
                        <a:lnTo>
                          <a:pt x="320" y="314"/>
                        </a:lnTo>
                        <a:lnTo>
                          <a:pt x="305" y="300"/>
                        </a:lnTo>
                        <a:lnTo>
                          <a:pt x="291" y="285"/>
                        </a:lnTo>
                        <a:lnTo>
                          <a:pt x="278" y="269"/>
                        </a:lnTo>
                        <a:lnTo>
                          <a:pt x="264" y="253"/>
                        </a:lnTo>
                        <a:lnTo>
                          <a:pt x="253" y="237"/>
                        </a:lnTo>
                        <a:lnTo>
                          <a:pt x="242" y="219"/>
                        </a:lnTo>
                        <a:lnTo>
                          <a:pt x="232" y="202"/>
                        </a:lnTo>
                        <a:lnTo>
                          <a:pt x="222" y="184"/>
                        </a:lnTo>
                        <a:lnTo>
                          <a:pt x="213" y="165"/>
                        </a:lnTo>
                        <a:lnTo>
                          <a:pt x="206" y="146"/>
                        </a:lnTo>
                        <a:lnTo>
                          <a:pt x="199" y="126"/>
                        </a:lnTo>
                        <a:lnTo>
                          <a:pt x="194" y="106"/>
                        </a:lnTo>
                        <a:lnTo>
                          <a:pt x="188" y="86"/>
                        </a:lnTo>
                        <a:lnTo>
                          <a:pt x="185" y="65"/>
                        </a:lnTo>
                        <a:lnTo>
                          <a:pt x="183" y="43"/>
                        </a:lnTo>
                        <a:lnTo>
                          <a:pt x="181" y="22"/>
                        </a:lnTo>
                        <a:lnTo>
                          <a:pt x="181" y="0"/>
                        </a:lnTo>
                        <a:lnTo>
                          <a:pt x="0" y="0"/>
                        </a:lnTo>
                        <a:close/>
                      </a:path>
                    </a:pathLst>
                  </a:custGeom>
                  <a:solidFill>
                    <a:srgbClr val="EF2B2F"/>
                  </a:solidFill>
                  <a:ln>
                    <a:noFill/>
                  </a:ln>
                </p:spPr>
                <p:txBody>
                  <a:bodyPr/>
                  <a:lstStyle/>
                  <a:p>
                    <a:pPr>
                      <a:defRPr/>
                    </a:pPr>
                    <a:endParaRPr lang="en-US" sz="1050">
                      <a:latin typeface="+mj-lt"/>
                    </a:endParaRPr>
                  </a:p>
                </p:txBody>
              </p:sp>
              <p:sp>
                <p:nvSpPr>
                  <p:cNvPr id="41592" name="Freeform 371">
                    <a:extLst>
                      <a:ext uri="{FF2B5EF4-FFF2-40B4-BE49-F238E27FC236}">
                        <a16:creationId xmlns="" xmlns:a16="http://schemas.microsoft.com/office/drawing/2014/main" id="{5A0DE325-7EAB-742F-8352-38755AB5BDA0}"/>
                      </a:ext>
                    </a:extLst>
                  </p:cNvPr>
                  <p:cNvSpPr>
                    <a:spLocks/>
                  </p:cNvSpPr>
                  <p:nvPr/>
                </p:nvSpPr>
                <p:spPr bwMode="auto">
                  <a:xfrm>
                    <a:off x="2836" y="1887"/>
                    <a:ext cx="103" cy="110"/>
                  </a:xfrm>
                  <a:custGeom>
                    <a:avLst/>
                    <a:gdLst>
                      <a:gd name="T0" fmla="*/ 0 w 605"/>
                      <a:gd name="T1" fmla="*/ 0 h 603"/>
                      <a:gd name="T2" fmla="*/ 0 w 605"/>
                      <a:gd name="T3" fmla="*/ 0 h 603"/>
                      <a:gd name="T4" fmla="*/ 0 w 605"/>
                      <a:gd name="T5" fmla="*/ 0 h 603"/>
                      <a:gd name="T6" fmla="*/ 0 w 605"/>
                      <a:gd name="T7" fmla="*/ 0 h 603"/>
                      <a:gd name="T8" fmla="*/ 0 w 605"/>
                      <a:gd name="T9" fmla="*/ 0 h 603"/>
                      <a:gd name="T10" fmla="*/ 0 w 605"/>
                      <a:gd name="T11" fmla="*/ 0 h 603"/>
                      <a:gd name="T12" fmla="*/ 0 w 605"/>
                      <a:gd name="T13" fmla="*/ 0 h 603"/>
                      <a:gd name="T14" fmla="*/ 0 w 605"/>
                      <a:gd name="T15" fmla="*/ 0 h 603"/>
                      <a:gd name="T16" fmla="*/ 0 w 605"/>
                      <a:gd name="T17" fmla="*/ 0 h 603"/>
                      <a:gd name="T18" fmla="*/ 0 w 605"/>
                      <a:gd name="T19" fmla="*/ 0 h 603"/>
                      <a:gd name="T20" fmla="*/ 0 w 605"/>
                      <a:gd name="T21" fmla="*/ 0 h 603"/>
                      <a:gd name="T22" fmla="*/ 0 w 605"/>
                      <a:gd name="T23" fmla="*/ 0 h 603"/>
                      <a:gd name="T24" fmla="*/ 0 w 605"/>
                      <a:gd name="T25" fmla="*/ 0 h 603"/>
                      <a:gd name="T26" fmla="*/ 0 w 605"/>
                      <a:gd name="T27" fmla="*/ 0 h 603"/>
                      <a:gd name="T28" fmla="*/ 0 w 605"/>
                      <a:gd name="T29" fmla="*/ 0 h 603"/>
                      <a:gd name="T30" fmla="*/ 0 w 605"/>
                      <a:gd name="T31" fmla="*/ 0 h 603"/>
                      <a:gd name="T32" fmla="*/ 0 w 605"/>
                      <a:gd name="T33" fmla="*/ 0 h 603"/>
                      <a:gd name="T34" fmla="*/ 0 w 605"/>
                      <a:gd name="T35" fmla="*/ 0 h 603"/>
                      <a:gd name="T36" fmla="*/ 0 w 605"/>
                      <a:gd name="T37" fmla="*/ 0 h 603"/>
                      <a:gd name="T38" fmla="*/ 0 w 605"/>
                      <a:gd name="T39" fmla="*/ 0 h 603"/>
                      <a:gd name="T40" fmla="*/ 0 w 605"/>
                      <a:gd name="T41" fmla="*/ 0 h 603"/>
                      <a:gd name="T42" fmla="*/ 0 w 605"/>
                      <a:gd name="T43" fmla="*/ 0 h 603"/>
                      <a:gd name="T44" fmla="*/ 0 w 605"/>
                      <a:gd name="T45" fmla="*/ 0 h 603"/>
                      <a:gd name="T46" fmla="*/ 0 w 605"/>
                      <a:gd name="T47" fmla="*/ 0 h 603"/>
                      <a:gd name="T48" fmla="*/ 0 w 605"/>
                      <a:gd name="T49" fmla="*/ 0 h 603"/>
                      <a:gd name="T50" fmla="*/ 0 w 605"/>
                      <a:gd name="T51" fmla="*/ 0 h 603"/>
                      <a:gd name="T52" fmla="*/ 0 w 605"/>
                      <a:gd name="T53" fmla="*/ 0 h 603"/>
                      <a:gd name="T54" fmla="*/ 0 w 605"/>
                      <a:gd name="T55" fmla="*/ 0 h 603"/>
                      <a:gd name="T56" fmla="*/ 0 w 605"/>
                      <a:gd name="T57" fmla="*/ 0 h 603"/>
                      <a:gd name="T58" fmla="*/ 0 w 605"/>
                      <a:gd name="T59" fmla="*/ 0 h 603"/>
                      <a:gd name="T60" fmla="*/ 0 w 605"/>
                      <a:gd name="T61" fmla="*/ 0 h 603"/>
                      <a:gd name="T62" fmla="*/ 0 w 605"/>
                      <a:gd name="T63" fmla="*/ 0 h 603"/>
                      <a:gd name="T64" fmla="*/ 0 w 605"/>
                      <a:gd name="T65" fmla="*/ 0 h 603"/>
                      <a:gd name="T66" fmla="*/ 0 w 605"/>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5"/>
                      <a:gd name="T103" fmla="*/ 0 h 603"/>
                      <a:gd name="T104" fmla="*/ 605 w 605"/>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5" h="603">
                        <a:moveTo>
                          <a:pt x="605" y="0"/>
                        </a:moveTo>
                        <a:lnTo>
                          <a:pt x="605" y="0"/>
                        </a:lnTo>
                        <a:lnTo>
                          <a:pt x="573" y="1"/>
                        </a:lnTo>
                        <a:lnTo>
                          <a:pt x="543" y="3"/>
                        </a:lnTo>
                        <a:lnTo>
                          <a:pt x="513" y="6"/>
                        </a:lnTo>
                        <a:lnTo>
                          <a:pt x="483" y="12"/>
                        </a:lnTo>
                        <a:lnTo>
                          <a:pt x="453" y="19"/>
                        </a:lnTo>
                        <a:lnTo>
                          <a:pt x="425" y="27"/>
                        </a:lnTo>
                        <a:lnTo>
                          <a:pt x="397" y="37"/>
                        </a:lnTo>
                        <a:lnTo>
                          <a:pt x="370" y="48"/>
                        </a:lnTo>
                        <a:lnTo>
                          <a:pt x="343" y="60"/>
                        </a:lnTo>
                        <a:lnTo>
                          <a:pt x="317" y="73"/>
                        </a:lnTo>
                        <a:lnTo>
                          <a:pt x="292" y="88"/>
                        </a:lnTo>
                        <a:lnTo>
                          <a:pt x="268" y="103"/>
                        </a:lnTo>
                        <a:lnTo>
                          <a:pt x="244" y="119"/>
                        </a:lnTo>
                        <a:lnTo>
                          <a:pt x="221" y="138"/>
                        </a:lnTo>
                        <a:lnTo>
                          <a:pt x="199" y="156"/>
                        </a:lnTo>
                        <a:lnTo>
                          <a:pt x="179" y="177"/>
                        </a:lnTo>
                        <a:lnTo>
                          <a:pt x="158" y="198"/>
                        </a:lnTo>
                        <a:lnTo>
                          <a:pt x="140" y="219"/>
                        </a:lnTo>
                        <a:lnTo>
                          <a:pt x="121" y="242"/>
                        </a:lnTo>
                        <a:lnTo>
                          <a:pt x="105" y="266"/>
                        </a:lnTo>
                        <a:lnTo>
                          <a:pt x="88" y="290"/>
                        </a:lnTo>
                        <a:lnTo>
                          <a:pt x="74" y="316"/>
                        </a:lnTo>
                        <a:lnTo>
                          <a:pt x="61" y="342"/>
                        </a:lnTo>
                        <a:lnTo>
                          <a:pt x="48" y="368"/>
                        </a:lnTo>
                        <a:lnTo>
                          <a:pt x="37" y="395"/>
                        </a:lnTo>
                        <a:lnTo>
                          <a:pt x="29" y="424"/>
                        </a:lnTo>
                        <a:lnTo>
                          <a:pt x="20" y="453"/>
                        </a:lnTo>
                        <a:lnTo>
                          <a:pt x="14" y="482"/>
                        </a:lnTo>
                        <a:lnTo>
                          <a:pt x="8" y="512"/>
                        </a:lnTo>
                        <a:lnTo>
                          <a:pt x="5" y="542"/>
                        </a:lnTo>
                        <a:lnTo>
                          <a:pt x="2" y="573"/>
                        </a:lnTo>
                        <a:lnTo>
                          <a:pt x="0" y="603"/>
                        </a:lnTo>
                        <a:lnTo>
                          <a:pt x="181" y="603"/>
                        </a:lnTo>
                        <a:lnTo>
                          <a:pt x="181" y="581"/>
                        </a:lnTo>
                        <a:lnTo>
                          <a:pt x="183" y="559"/>
                        </a:lnTo>
                        <a:lnTo>
                          <a:pt x="185" y="539"/>
                        </a:lnTo>
                        <a:lnTo>
                          <a:pt x="188" y="517"/>
                        </a:lnTo>
                        <a:lnTo>
                          <a:pt x="194" y="498"/>
                        </a:lnTo>
                        <a:lnTo>
                          <a:pt x="199" y="477"/>
                        </a:lnTo>
                        <a:lnTo>
                          <a:pt x="206" y="457"/>
                        </a:lnTo>
                        <a:lnTo>
                          <a:pt x="213" y="439"/>
                        </a:lnTo>
                        <a:lnTo>
                          <a:pt x="222" y="419"/>
                        </a:lnTo>
                        <a:lnTo>
                          <a:pt x="232" y="401"/>
                        </a:lnTo>
                        <a:lnTo>
                          <a:pt x="242" y="383"/>
                        </a:lnTo>
                        <a:lnTo>
                          <a:pt x="253" y="366"/>
                        </a:lnTo>
                        <a:lnTo>
                          <a:pt x="264" y="350"/>
                        </a:lnTo>
                        <a:lnTo>
                          <a:pt x="278" y="333"/>
                        </a:lnTo>
                        <a:lnTo>
                          <a:pt x="291" y="318"/>
                        </a:lnTo>
                        <a:lnTo>
                          <a:pt x="305" y="304"/>
                        </a:lnTo>
                        <a:lnTo>
                          <a:pt x="320" y="289"/>
                        </a:lnTo>
                        <a:lnTo>
                          <a:pt x="335" y="276"/>
                        </a:lnTo>
                        <a:lnTo>
                          <a:pt x="351" y="264"/>
                        </a:lnTo>
                        <a:lnTo>
                          <a:pt x="368" y="252"/>
                        </a:lnTo>
                        <a:lnTo>
                          <a:pt x="385" y="240"/>
                        </a:lnTo>
                        <a:lnTo>
                          <a:pt x="402" y="230"/>
                        </a:lnTo>
                        <a:lnTo>
                          <a:pt x="421" y="220"/>
                        </a:lnTo>
                        <a:lnTo>
                          <a:pt x="439" y="213"/>
                        </a:lnTo>
                        <a:lnTo>
                          <a:pt x="459" y="205"/>
                        </a:lnTo>
                        <a:lnTo>
                          <a:pt x="478" y="199"/>
                        </a:lnTo>
                        <a:lnTo>
                          <a:pt x="499" y="192"/>
                        </a:lnTo>
                        <a:lnTo>
                          <a:pt x="519" y="188"/>
                        </a:lnTo>
                        <a:lnTo>
                          <a:pt x="539" y="185"/>
                        </a:lnTo>
                        <a:lnTo>
                          <a:pt x="561" y="181"/>
                        </a:lnTo>
                        <a:lnTo>
                          <a:pt x="583" y="179"/>
                        </a:lnTo>
                        <a:lnTo>
                          <a:pt x="605" y="179"/>
                        </a:lnTo>
                        <a:lnTo>
                          <a:pt x="605" y="0"/>
                        </a:lnTo>
                        <a:close/>
                      </a:path>
                    </a:pathLst>
                  </a:custGeom>
                  <a:solidFill>
                    <a:srgbClr val="EF2B2F"/>
                  </a:solidFill>
                  <a:ln>
                    <a:noFill/>
                  </a:ln>
                </p:spPr>
                <p:txBody>
                  <a:bodyPr/>
                  <a:lstStyle/>
                  <a:p>
                    <a:pPr>
                      <a:defRPr/>
                    </a:pPr>
                    <a:endParaRPr lang="en-US" sz="1050">
                      <a:latin typeface="+mj-lt"/>
                    </a:endParaRPr>
                  </a:p>
                </p:txBody>
              </p:sp>
              <p:sp>
                <p:nvSpPr>
                  <p:cNvPr id="41593" name="Freeform 372">
                    <a:extLst>
                      <a:ext uri="{FF2B5EF4-FFF2-40B4-BE49-F238E27FC236}">
                        <a16:creationId xmlns="" xmlns:a16="http://schemas.microsoft.com/office/drawing/2014/main" id="{C52A7EA6-A92D-ACE9-6421-0B84CB0746F5}"/>
                      </a:ext>
                    </a:extLst>
                  </p:cNvPr>
                  <p:cNvSpPr>
                    <a:spLocks/>
                  </p:cNvSpPr>
                  <p:nvPr/>
                </p:nvSpPr>
                <p:spPr bwMode="auto">
                  <a:xfrm>
                    <a:off x="3522" y="1940"/>
                    <a:ext cx="172" cy="171"/>
                  </a:xfrm>
                  <a:custGeom>
                    <a:avLst/>
                    <a:gdLst>
                      <a:gd name="T0" fmla="*/ 0 w 1027"/>
                      <a:gd name="T1" fmla="*/ 0 h 1027"/>
                      <a:gd name="T2" fmla="*/ 0 w 1027"/>
                      <a:gd name="T3" fmla="*/ 0 h 1027"/>
                      <a:gd name="T4" fmla="*/ 0 w 1027"/>
                      <a:gd name="T5" fmla="*/ 0 h 1027"/>
                      <a:gd name="T6" fmla="*/ 0 w 1027"/>
                      <a:gd name="T7" fmla="*/ 0 h 1027"/>
                      <a:gd name="T8" fmla="*/ 0 w 1027"/>
                      <a:gd name="T9" fmla="*/ 0 h 1027"/>
                      <a:gd name="T10" fmla="*/ 0 w 1027"/>
                      <a:gd name="T11" fmla="*/ 0 h 1027"/>
                      <a:gd name="T12" fmla="*/ 0 w 1027"/>
                      <a:gd name="T13" fmla="*/ 0 h 1027"/>
                      <a:gd name="T14" fmla="*/ 0 w 1027"/>
                      <a:gd name="T15" fmla="*/ 0 h 1027"/>
                      <a:gd name="T16" fmla="*/ 0 w 1027"/>
                      <a:gd name="T17" fmla="*/ 0 h 1027"/>
                      <a:gd name="T18" fmla="*/ 0 w 1027"/>
                      <a:gd name="T19" fmla="*/ 0 h 1027"/>
                      <a:gd name="T20" fmla="*/ 0 w 1027"/>
                      <a:gd name="T21" fmla="*/ 0 h 1027"/>
                      <a:gd name="T22" fmla="*/ 0 w 1027"/>
                      <a:gd name="T23" fmla="*/ 0 h 1027"/>
                      <a:gd name="T24" fmla="*/ 0 w 1027"/>
                      <a:gd name="T25" fmla="*/ 0 h 1027"/>
                      <a:gd name="T26" fmla="*/ 0 w 1027"/>
                      <a:gd name="T27" fmla="*/ 0 h 1027"/>
                      <a:gd name="T28" fmla="*/ 0 w 1027"/>
                      <a:gd name="T29" fmla="*/ 0 h 1027"/>
                      <a:gd name="T30" fmla="*/ 0 w 1027"/>
                      <a:gd name="T31" fmla="*/ 0 h 1027"/>
                      <a:gd name="T32" fmla="*/ 0 w 1027"/>
                      <a:gd name="T33" fmla="*/ 0 h 1027"/>
                      <a:gd name="T34" fmla="*/ 0 w 1027"/>
                      <a:gd name="T35" fmla="*/ 0 h 1027"/>
                      <a:gd name="T36" fmla="*/ 0 w 1027"/>
                      <a:gd name="T37" fmla="*/ 0 h 1027"/>
                      <a:gd name="T38" fmla="*/ 0 w 1027"/>
                      <a:gd name="T39" fmla="*/ 0 h 1027"/>
                      <a:gd name="T40" fmla="*/ 0 w 1027"/>
                      <a:gd name="T41" fmla="*/ 0 h 1027"/>
                      <a:gd name="T42" fmla="*/ 0 w 1027"/>
                      <a:gd name="T43" fmla="*/ 0 h 1027"/>
                      <a:gd name="T44" fmla="*/ 0 w 1027"/>
                      <a:gd name="T45" fmla="*/ 0 h 1027"/>
                      <a:gd name="T46" fmla="*/ 0 w 1027"/>
                      <a:gd name="T47" fmla="*/ 0 h 1027"/>
                      <a:gd name="T48" fmla="*/ 0 w 1027"/>
                      <a:gd name="T49" fmla="*/ 0 h 1027"/>
                      <a:gd name="T50" fmla="*/ 0 w 1027"/>
                      <a:gd name="T51" fmla="*/ 0 h 1027"/>
                      <a:gd name="T52" fmla="*/ 0 w 1027"/>
                      <a:gd name="T53" fmla="*/ 0 h 1027"/>
                      <a:gd name="T54" fmla="*/ 0 w 1027"/>
                      <a:gd name="T55" fmla="*/ 0 h 1027"/>
                      <a:gd name="T56" fmla="*/ 0 w 1027"/>
                      <a:gd name="T57" fmla="*/ 0 h 1027"/>
                      <a:gd name="T58" fmla="*/ 0 w 1027"/>
                      <a:gd name="T59" fmla="*/ 0 h 1027"/>
                      <a:gd name="T60" fmla="*/ 0 w 1027"/>
                      <a:gd name="T61" fmla="*/ 0 h 1027"/>
                      <a:gd name="T62" fmla="*/ 0 w 1027"/>
                      <a:gd name="T63" fmla="*/ 0 h 1027"/>
                      <a:gd name="T64" fmla="*/ 0 w 1027"/>
                      <a:gd name="T65" fmla="*/ 0 h 1027"/>
                      <a:gd name="T66" fmla="*/ 0 w 1027"/>
                      <a:gd name="T67" fmla="*/ 0 h 1027"/>
                      <a:gd name="T68" fmla="*/ 0 w 1027"/>
                      <a:gd name="T69" fmla="*/ 0 h 1027"/>
                      <a:gd name="T70" fmla="*/ 0 w 1027"/>
                      <a:gd name="T71" fmla="*/ 0 h 1027"/>
                      <a:gd name="T72" fmla="*/ 0 w 1027"/>
                      <a:gd name="T73" fmla="*/ 0 h 1027"/>
                      <a:gd name="T74" fmla="*/ 0 w 1027"/>
                      <a:gd name="T75" fmla="*/ 0 h 1027"/>
                      <a:gd name="T76" fmla="*/ 0 w 1027"/>
                      <a:gd name="T77" fmla="*/ 0 h 1027"/>
                      <a:gd name="T78" fmla="*/ 0 w 1027"/>
                      <a:gd name="T79" fmla="*/ 0 h 1027"/>
                      <a:gd name="T80" fmla="*/ 0 w 1027"/>
                      <a:gd name="T81" fmla="*/ 0 h 1027"/>
                      <a:gd name="T82" fmla="*/ 0 w 1027"/>
                      <a:gd name="T83" fmla="*/ 0 h 1027"/>
                      <a:gd name="T84" fmla="*/ 0 w 1027"/>
                      <a:gd name="T85" fmla="*/ 0 h 102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27"/>
                      <a:gd name="T130" fmla="*/ 0 h 1027"/>
                      <a:gd name="T131" fmla="*/ 1027 w 1027"/>
                      <a:gd name="T132" fmla="*/ 1027 h 102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27" h="1027">
                        <a:moveTo>
                          <a:pt x="514" y="0"/>
                        </a:moveTo>
                        <a:lnTo>
                          <a:pt x="540" y="0"/>
                        </a:lnTo>
                        <a:lnTo>
                          <a:pt x="566" y="2"/>
                        </a:lnTo>
                        <a:lnTo>
                          <a:pt x="591" y="6"/>
                        </a:lnTo>
                        <a:lnTo>
                          <a:pt x="618" y="10"/>
                        </a:lnTo>
                        <a:lnTo>
                          <a:pt x="643" y="17"/>
                        </a:lnTo>
                        <a:lnTo>
                          <a:pt x="666" y="23"/>
                        </a:lnTo>
                        <a:lnTo>
                          <a:pt x="690" y="32"/>
                        </a:lnTo>
                        <a:lnTo>
                          <a:pt x="713" y="41"/>
                        </a:lnTo>
                        <a:lnTo>
                          <a:pt x="736" y="51"/>
                        </a:lnTo>
                        <a:lnTo>
                          <a:pt x="759" y="62"/>
                        </a:lnTo>
                        <a:lnTo>
                          <a:pt x="779" y="74"/>
                        </a:lnTo>
                        <a:lnTo>
                          <a:pt x="801" y="88"/>
                        </a:lnTo>
                        <a:lnTo>
                          <a:pt x="821" y="102"/>
                        </a:lnTo>
                        <a:lnTo>
                          <a:pt x="840" y="118"/>
                        </a:lnTo>
                        <a:lnTo>
                          <a:pt x="859" y="134"/>
                        </a:lnTo>
                        <a:lnTo>
                          <a:pt x="877" y="150"/>
                        </a:lnTo>
                        <a:lnTo>
                          <a:pt x="893" y="169"/>
                        </a:lnTo>
                        <a:lnTo>
                          <a:pt x="910" y="187"/>
                        </a:lnTo>
                        <a:lnTo>
                          <a:pt x="925" y="207"/>
                        </a:lnTo>
                        <a:lnTo>
                          <a:pt x="939" y="226"/>
                        </a:lnTo>
                        <a:lnTo>
                          <a:pt x="953" y="248"/>
                        </a:lnTo>
                        <a:lnTo>
                          <a:pt x="965" y="269"/>
                        </a:lnTo>
                        <a:lnTo>
                          <a:pt x="977" y="292"/>
                        </a:lnTo>
                        <a:lnTo>
                          <a:pt x="987" y="314"/>
                        </a:lnTo>
                        <a:lnTo>
                          <a:pt x="997" y="337"/>
                        </a:lnTo>
                        <a:lnTo>
                          <a:pt x="1004" y="361"/>
                        </a:lnTo>
                        <a:lnTo>
                          <a:pt x="1011" y="386"/>
                        </a:lnTo>
                        <a:lnTo>
                          <a:pt x="1017" y="410"/>
                        </a:lnTo>
                        <a:lnTo>
                          <a:pt x="1022" y="436"/>
                        </a:lnTo>
                        <a:lnTo>
                          <a:pt x="1025" y="461"/>
                        </a:lnTo>
                        <a:lnTo>
                          <a:pt x="1027" y="487"/>
                        </a:lnTo>
                        <a:lnTo>
                          <a:pt x="1027" y="513"/>
                        </a:lnTo>
                        <a:lnTo>
                          <a:pt x="1027" y="540"/>
                        </a:lnTo>
                        <a:lnTo>
                          <a:pt x="1025" y="566"/>
                        </a:lnTo>
                        <a:lnTo>
                          <a:pt x="1022" y="591"/>
                        </a:lnTo>
                        <a:lnTo>
                          <a:pt x="1017" y="617"/>
                        </a:lnTo>
                        <a:lnTo>
                          <a:pt x="1011" y="641"/>
                        </a:lnTo>
                        <a:lnTo>
                          <a:pt x="1004" y="666"/>
                        </a:lnTo>
                        <a:lnTo>
                          <a:pt x="997" y="690"/>
                        </a:lnTo>
                        <a:lnTo>
                          <a:pt x="987" y="713"/>
                        </a:lnTo>
                        <a:lnTo>
                          <a:pt x="977" y="736"/>
                        </a:lnTo>
                        <a:lnTo>
                          <a:pt x="965" y="759"/>
                        </a:lnTo>
                        <a:lnTo>
                          <a:pt x="953" y="779"/>
                        </a:lnTo>
                        <a:lnTo>
                          <a:pt x="939" y="801"/>
                        </a:lnTo>
                        <a:lnTo>
                          <a:pt x="925" y="821"/>
                        </a:lnTo>
                        <a:lnTo>
                          <a:pt x="910" y="840"/>
                        </a:lnTo>
                        <a:lnTo>
                          <a:pt x="893" y="859"/>
                        </a:lnTo>
                        <a:lnTo>
                          <a:pt x="877" y="877"/>
                        </a:lnTo>
                        <a:lnTo>
                          <a:pt x="859" y="893"/>
                        </a:lnTo>
                        <a:lnTo>
                          <a:pt x="840" y="910"/>
                        </a:lnTo>
                        <a:lnTo>
                          <a:pt x="821" y="925"/>
                        </a:lnTo>
                        <a:lnTo>
                          <a:pt x="801" y="939"/>
                        </a:lnTo>
                        <a:lnTo>
                          <a:pt x="779" y="953"/>
                        </a:lnTo>
                        <a:lnTo>
                          <a:pt x="759" y="965"/>
                        </a:lnTo>
                        <a:lnTo>
                          <a:pt x="736" y="977"/>
                        </a:lnTo>
                        <a:lnTo>
                          <a:pt x="713" y="987"/>
                        </a:lnTo>
                        <a:lnTo>
                          <a:pt x="690" y="997"/>
                        </a:lnTo>
                        <a:lnTo>
                          <a:pt x="666" y="1004"/>
                        </a:lnTo>
                        <a:lnTo>
                          <a:pt x="643" y="1011"/>
                        </a:lnTo>
                        <a:lnTo>
                          <a:pt x="618" y="1017"/>
                        </a:lnTo>
                        <a:lnTo>
                          <a:pt x="591" y="1022"/>
                        </a:lnTo>
                        <a:lnTo>
                          <a:pt x="566" y="1025"/>
                        </a:lnTo>
                        <a:lnTo>
                          <a:pt x="540" y="1027"/>
                        </a:lnTo>
                        <a:lnTo>
                          <a:pt x="514" y="1027"/>
                        </a:lnTo>
                        <a:lnTo>
                          <a:pt x="487" y="1027"/>
                        </a:lnTo>
                        <a:lnTo>
                          <a:pt x="461" y="1025"/>
                        </a:lnTo>
                        <a:lnTo>
                          <a:pt x="436" y="1022"/>
                        </a:lnTo>
                        <a:lnTo>
                          <a:pt x="411" y="1017"/>
                        </a:lnTo>
                        <a:lnTo>
                          <a:pt x="386" y="1011"/>
                        </a:lnTo>
                        <a:lnTo>
                          <a:pt x="361" y="1004"/>
                        </a:lnTo>
                        <a:lnTo>
                          <a:pt x="337" y="997"/>
                        </a:lnTo>
                        <a:lnTo>
                          <a:pt x="314" y="987"/>
                        </a:lnTo>
                        <a:lnTo>
                          <a:pt x="292" y="977"/>
                        </a:lnTo>
                        <a:lnTo>
                          <a:pt x="270" y="965"/>
                        </a:lnTo>
                        <a:lnTo>
                          <a:pt x="248" y="953"/>
                        </a:lnTo>
                        <a:lnTo>
                          <a:pt x="228" y="939"/>
                        </a:lnTo>
                        <a:lnTo>
                          <a:pt x="207" y="925"/>
                        </a:lnTo>
                        <a:lnTo>
                          <a:pt x="187" y="910"/>
                        </a:lnTo>
                        <a:lnTo>
                          <a:pt x="169" y="893"/>
                        </a:lnTo>
                        <a:lnTo>
                          <a:pt x="152" y="877"/>
                        </a:lnTo>
                        <a:lnTo>
                          <a:pt x="134" y="859"/>
                        </a:lnTo>
                        <a:lnTo>
                          <a:pt x="118" y="840"/>
                        </a:lnTo>
                        <a:lnTo>
                          <a:pt x="103" y="821"/>
                        </a:lnTo>
                        <a:lnTo>
                          <a:pt x="88" y="801"/>
                        </a:lnTo>
                        <a:lnTo>
                          <a:pt x="74" y="779"/>
                        </a:lnTo>
                        <a:lnTo>
                          <a:pt x="62" y="759"/>
                        </a:lnTo>
                        <a:lnTo>
                          <a:pt x="52" y="736"/>
                        </a:lnTo>
                        <a:lnTo>
                          <a:pt x="41" y="713"/>
                        </a:lnTo>
                        <a:lnTo>
                          <a:pt x="32" y="690"/>
                        </a:lnTo>
                        <a:lnTo>
                          <a:pt x="23" y="666"/>
                        </a:lnTo>
                        <a:lnTo>
                          <a:pt x="17" y="641"/>
                        </a:lnTo>
                        <a:lnTo>
                          <a:pt x="11" y="617"/>
                        </a:lnTo>
                        <a:lnTo>
                          <a:pt x="6" y="591"/>
                        </a:lnTo>
                        <a:lnTo>
                          <a:pt x="3" y="566"/>
                        </a:lnTo>
                        <a:lnTo>
                          <a:pt x="0" y="540"/>
                        </a:lnTo>
                        <a:lnTo>
                          <a:pt x="0" y="513"/>
                        </a:lnTo>
                        <a:lnTo>
                          <a:pt x="0" y="487"/>
                        </a:lnTo>
                        <a:lnTo>
                          <a:pt x="3" y="461"/>
                        </a:lnTo>
                        <a:lnTo>
                          <a:pt x="6" y="436"/>
                        </a:lnTo>
                        <a:lnTo>
                          <a:pt x="11" y="410"/>
                        </a:lnTo>
                        <a:lnTo>
                          <a:pt x="17" y="386"/>
                        </a:lnTo>
                        <a:lnTo>
                          <a:pt x="23" y="361"/>
                        </a:lnTo>
                        <a:lnTo>
                          <a:pt x="32" y="337"/>
                        </a:lnTo>
                        <a:lnTo>
                          <a:pt x="41" y="314"/>
                        </a:lnTo>
                        <a:lnTo>
                          <a:pt x="52" y="292"/>
                        </a:lnTo>
                        <a:lnTo>
                          <a:pt x="62" y="269"/>
                        </a:lnTo>
                        <a:lnTo>
                          <a:pt x="74" y="248"/>
                        </a:lnTo>
                        <a:lnTo>
                          <a:pt x="88" y="226"/>
                        </a:lnTo>
                        <a:lnTo>
                          <a:pt x="103" y="207"/>
                        </a:lnTo>
                        <a:lnTo>
                          <a:pt x="118" y="187"/>
                        </a:lnTo>
                        <a:lnTo>
                          <a:pt x="134" y="169"/>
                        </a:lnTo>
                        <a:lnTo>
                          <a:pt x="152" y="150"/>
                        </a:lnTo>
                        <a:lnTo>
                          <a:pt x="169" y="134"/>
                        </a:lnTo>
                        <a:lnTo>
                          <a:pt x="187" y="118"/>
                        </a:lnTo>
                        <a:lnTo>
                          <a:pt x="207" y="102"/>
                        </a:lnTo>
                        <a:lnTo>
                          <a:pt x="228" y="88"/>
                        </a:lnTo>
                        <a:lnTo>
                          <a:pt x="248" y="74"/>
                        </a:lnTo>
                        <a:lnTo>
                          <a:pt x="270" y="62"/>
                        </a:lnTo>
                        <a:lnTo>
                          <a:pt x="292" y="51"/>
                        </a:lnTo>
                        <a:lnTo>
                          <a:pt x="314" y="41"/>
                        </a:lnTo>
                        <a:lnTo>
                          <a:pt x="337" y="32"/>
                        </a:lnTo>
                        <a:lnTo>
                          <a:pt x="361" y="23"/>
                        </a:lnTo>
                        <a:lnTo>
                          <a:pt x="386" y="17"/>
                        </a:lnTo>
                        <a:lnTo>
                          <a:pt x="411" y="10"/>
                        </a:lnTo>
                        <a:lnTo>
                          <a:pt x="436" y="6"/>
                        </a:lnTo>
                        <a:lnTo>
                          <a:pt x="461" y="2"/>
                        </a:lnTo>
                        <a:lnTo>
                          <a:pt x="487" y="0"/>
                        </a:lnTo>
                        <a:lnTo>
                          <a:pt x="514" y="0"/>
                        </a:lnTo>
                        <a:close/>
                      </a:path>
                    </a:pathLst>
                  </a:custGeom>
                  <a:solidFill>
                    <a:srgbClr val="DC2B19"/>
                  </a:solidFill>
                  <a:ln>
                    <a:noFill/>
                  </a:ln>
                </p:spPr>
                <p:txBody>
                  <a:bodyPr/>
                  <a:lstStyle/>
                  <a:p>
                    <a:pPr>
                      <a:defRPr/>
                    </a:pPr>
                    <a:endParaRPr lang="en-US" sz="1050">
                      <a:latin typeface="+mj-lt"/>
                    </a:endParaRPr>
                  </a:p>
                </p:txBody>
              </p:sp>
              <p:sp>
                <p:nvSpPr>
                  <p:cNvPr id="41594" name="Freeform 373">
                    <a:extLst>
                      <a:ext uri="{FF2B5EF4-FFF2-40B4-BE49-F238E27FC236}">
                        <a16:creationId xmlns="" xmlns:a16="http://schemas.microsoft.com/office/drawing/2014/main" id="{1A86CF6A-DF45-5D7D-A9AB-FD582595A02F}"/>
                      </a:ext>
                    </a:extLst>
                  </p:cNvPr>
                  <p:cNvSpPr>
                    <a:spLocks/>
                  </p:cNvSpPr>
                  <p:nvPr/>
                </p:nvSpPr>
                <p:spPr bwMode="auto">
                  <a:xfrm>
                    <a:off x="3608" y="1911"/>
                    <a:ext cx="103" cy="102"/>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603"/>
                        </a:moveTo>
                        <a:lnTo>
                          <a:pt x="603" y="603"/>
                        </a:lnTo>
                        <a:lnTo>
                          <a:pt x="602" y="573"/>
                        </a:lnTo>
                        <a:lnTo>
                          <a:pt x="600" y="542"/>
                        </a:lnTo>
                        <a:lnTo>
                          <a:pt x="597" y="512"/>
                        </a:lnTo>
                        <a:lnTo>
                          <a:pt x="590" y="483"/>
                        </a:lnTo>
                        <a:lnTo>
                          <a:pt x="584" y="453"/>
                        </a:lnTo>
                        <a:lnTo>
                          <a:pt x="576" y="425"/>
                        </a:lnTo>
                        <a:lnTo>
                          <a:pt x="566" y="397"/>
                        </a:lnTo>
                        <a:lnTo>
                          <a:pt x="555" y="368"/>
                        </a:lnTo>
                        <a:lnTo>
                          <a:pt x="544" y="342"/>
                        </a:lnTo>
                        <a:lnTo>
                          <a:pt x="529" y="316"/>
                        </a:lnTo>
                        <a:lnTo>
                          <a:pt x="515" y="291"/>
                        </a:lnTo>
                        <a:lnTo>
                          <a:pt x="500" y="266"/>
                        </a:lnTo>
                        <a:lnTo>
                          <a:pt x="483" y="244"/>
                        </a:lnTo>
                        <a:lnTo>
                          <a:pt x="465" y="220"/>
                        </a:lnTo>
                        <a:lnTo>
                          <a:pt x="446" y="198"/>
                        </a:lnTo>
                        <a:lnTo>
                          <a:pt x="426" y="177"/>
                        </a:lnTo>
                        <a:lnTo>
                          <a:pt x="406" y="158"/>
                        </a:lnTo>
                        <a:lnTo>
                          <a:pt x="384" y="138"/>
                        </a:lnTo>
                        <a:lnTo>
                          <a:pt x="361" y="121"/>
                        </a:lnTo>
                        <a:lnTo>
                          <a:pt x="337" y="103"/>
                        </a:lnTo>
                        <a:lnTo>
                          <a:pt x="312" y="88"/>
                        </a:lnTo>
                        <a:lnTo>
                          <a:pt x="287" y="74"/>
                        </a:lnTo>
                        <a:lnTo>
                          <a:pt x="261" y="60"/>
                        </a:lnTo>
                        <a:lnTo>
                          <a:pt x="234" y="48"/>
                        </a:lnTo>
                        <a:lnTo>
                          <a:pt x="207" y="37"/>
                        </a:lnTo>
                        <a:lnTo>
                          <a:pt x="179" y="27"/>
                        </a:lnTo>
                        <a:lnTo>
                          <a:pt x="150" y="20"/>
                        </a:lnTo>
                        <a:lnTo>
                          <a:pt x="121" y="13"/>
                        </a:lnTo>
                        <a:lnTo>
                          <a:pt x="92" y="8"/>
                        </a:lnTo>
                        <a:lnTo>
                          <a:pt x="61" y="3"/>
                        </a:lnTo>
                        <a:lnTo>
                          <a:pt x="31" y="1"/>
                        </a:lnTo>
                        <a:lnTo>
                          <a:pt x="0" y="0"/>
                        </a:lnTo>
                        <a:lnTo>
                          <a:pt x="0" y="179"/>
                        </a:lnTo>
                        <a:lnTo>
                          <a:pt x="22" y="181"/>
                        </a:lnTo>
                        <a:lnTo>
                          <a:pt x="44" y="182"/>
                        </a:lnTo>
                        <a:lnTo>
                          <a:pt x="64" y="185"/>
                        </a:lnTo>
                        <a:lnTo>
                          <a:pt x="85" y="188"/>
                        </a:lnTo>
                        <a:lnTo>
                          <a:pt x="106" y="194"/>
                        </a:lnTo>
                        <a:lnTo>
                          <a:pt x="125" y="199"/>
                        </a:lnTo>
                        <a:lnTo>
                          <a:pt x="145" y="205"/>
                        </a:lnTo>
                        <a:lnTo>
                          <a:pt x="164" y="213"/>
                        </a:lnTo>
                        <a:lnTo>
                          <a:pt x="183" y="222"/>
                        </a:lnTo>
                        <a:lnTo>
                          <a:pt x="201" y="230"/>
                        </a:lnTo>
                        <a:lnTo>
                          <a:pt x="219" y="241"/>
                        </a:lnTo>
                        <a:lnTo>
                          <a:pt x="236" y="252"/>
                        </a:lnTo>
                        <a:lnTo>
                          <a:pt x="253" y="264"/>
                        </a:lnTo>
                        <a:lnTo>
                          <a:pt x="269" y="277"/>
                        </a:lnTo>
                        <a:lnTo>
                          <a:pt x="285" y="290"/>
                        </a:lnTo>
                        <a:lnTo>
                          <a:pt x="299" y="304"/>
                        </a:lnTo>
                        <a:lnTo>
                          <a:pt x="313" y="318"/>
                        </a:lnTo>
                        <a:lnTo>
                          <a:pt x="327" y="335"/>
                        </a:lnTo>
                        <a:lnTo>
                          <a:pt x="339" y="350"/>
                        </a:lnTo>
                        <a:lnTo>
                          <a:pt x="351" y="367"/>
                        </a:lnTo>
                        <a:lnTo>
                          <a:pt x="362" y="385"/>
                        </a:lnTo>
                        <a:lnTo>
                          <a:pt x="373" y="402"/>
                        </a:lnTo>
                        <a:lnTo>
                          <a:pt x="382" y="421"/>
                        </a:lnTo>
                        <a:lnTo>
                          <a:pt x="390" y="439"/>
                        </a:lnTo>
                        <a:lnTo>
                          <a:pt x="398" y="459"/>
                        </a:lnTo>
                        <a:lnTo>
                          <a:pt x="404" y="478"/>
                        </a:lnTo>
                        <a:lnTo>
                          <a:pt x="411" y="498"/>
                        </a:lnTo>
                        <a:lnTo>
                          <a:pt x="415" y="518"/>
                        </a:lnTo>
                        <a:lnTo>
                          <a:pt x="419" y="539"/>
                        </a:lnTo>
                        <a:lnTo>
                          <a:pt x="422" y="561"/>
                        </a:lnTo>
                        <a:lnTo>
                          <a:pt x="423" y="581"/>
                        </a:lnTo>
                        <a:lnTo>
                          <a:pt x="424" y="603"/>
                        </a:lnTo>
                        <a:lnTo>
                          <a:pt x="603" y="603"/>
                        </a:lnTo>
                        <a:close/>
                      </a:path>
                    </a:pathLst>
                  </a:custGeom>
                  <a:solidFill>
                    <a:srgbClr val="EF2B2F"/>
                  </a:solidFill>
                  <a:ln>
                    <a:noFill/>
                  </a:ln>
                </p:spPr>
                <p:txBody>
                  <a:bodyPr/>
                  <a:lstStyle/>
                  <a:p>
                    <a:pPr>
                      <a:defRPr/>
                    </a:pPr>
                    <a:endParaRPr lang="en-US" sz="1050">
                      <a:latin typeface="+mj-lt"/>
                    </a:endParaRPr>
                  </a:p>
                </p:txBody>
              </p:sp>
              <p:sp>
                <p:nvSpPr>
                  <p:cNvPr id="41595" name="Freeform 374">
                    <a:extLst>
                      <a:ext uri="{FF2B5EF4-FFF2-40B4-BE49-F238E27FC236}">
                        <a16:creationId xmlns="" xmlns:a16="http://schemas.microsoft.com/office/drawing/2014/main" id="{1B607B42-D7EC-B31C-74CA-32D8AB75D959}"/>
                      </a:ext>
                    </a:extLst>
                  </p:cNvPr>
                  <p:cNvSpPr>
                    <a:spLocks/>
                  </p:cNvSpPr>
                  <p:nvPr/>
                </p:nvSpPr>
                <p:spPr bwMode="auto">
                  <a:xfrm>
                    <a:off x="3608" y="2013"/>
                    <a:ext cx="103" cy="98"/>
                  </a:xfrm>
                  <a:custGeom>
                    <a:avLst/>
                    <a:gdLst>
                      <a:gd name="T0" fmla="*/ 0 w 603"/>
                      <a:gd name="T1" fmla="*/ 0 h 604"/>
                      <a:gd name="T2" fmla="*/ 0 w 603"/>
                      <a:gd name="T3" fmla="*/ 0 h 604"/>
                      <a:gd name="T4" fmla="*/ 0 w 603"/>
                      <a:gd name="T5" fmla="*/ 0 h 604"/>
                      <a:gd name="T6" fmla="*/ 0 w 603"/>
                      <a:gd name="T7" fmla="*/ 0 h 604"/>
                      <a:gd name="T8" fmla="*/ 0 w 603"/>
                      <a:gd name="T9" fmla="*/ 0 h 604"/>
                      <a:gd name="T10" fmla="*/ 0 w 603"/>
                      <a:gd name="T11" fmla="*/ 0 h 604"/>
                      <a:gd name="T12" fmla="*/ 0 w 603"/>
                      <a:gd name="T13" fmla="*/ 0 h 604"/>
                      <a:gd name="T14" fmla="*/ 0 w 603"/>
                      <a:gd name="T15" fmla="*/ 0 h 604"/>
                      <a:gd name="T16" fmla="*/ 0 w 603"/>
                      <a:gd name="T17" fmla="*/ 0 h 604"/>
                      <a:gd name="T18" fmla="*/ 0 w 603"/>
                      <a:gd name="T19" fmla="*/ 0 h 604"/>
                      <a:gd name="T20" fmla="*/ 0 w 603"/>
                      <a:gd name="T21" fmla="*/ 0 h 604"/>
                      <a:gd name="T22" fmla="*/ 0 w 603"/>
                      <a:gd name="T23" fmla="*/ 0 h 604"/>
                      <a:gd name="T24" fmla="*/ 0 w 603"/>
                      <a:gd name="T25" fmla="*/ 0 h 604"/>
                      <a:gd name="T26" fmla="*/ 0 w 603"/>
                      <a:gd name="T27" fmla="*/ 0 h 604"/>
                      <a:gd name="T28" fmla="*/ 0 w 603"/>
                      <a:gd name="T29" fmla="*/ 0 h 604"/>
                      <a:gd name="T30" fmla="*/ 0 w 603"/>
                      <a:gd name="T31" fmla="*/ 0 h 604"/>
                      <a:gd name="T32" fmla="*/ 0 w 603"/>
                      <a:gd name="T33" fmla="*/ 0 h 604"/>
                      <a:gd name="T34" fmla="*/ 0 w 603"/>
                      <a:gd name="T35" fmla="*/ 0 h 604"/>
                      <a:gd name="T36" fmla="*/ 0 w 603"/>
                      <a:gd name="T37" fmla="*/ 0 h 604"/>
                      <a:gd name="T38" fmla="*/ 0 w 603"/>
                      <a:gd name="T39" fmla="*/ 0 h 604"/>
                      <a:gd name="T40" fmla="*/ 0 w 603"/>
                      <a:gd name="T41" fmla="*/ 0 h 604"/>
                      <a:gd name="T42" fmla="*/ 0 w 603"/>
                      <a:gd name="T43" fmla="*/ 0 h 604"/>
                      <a:gd name="T44" fmla="*/ 0 w 603"/>
                      <a:gd name="T45" fmla="*/ 0 h 604"/>
                      <a:gd name="T46" fmla="*/ 0 w 603"/>
                      <a:gd name="T47" fmla="*/ 0 h 604"/>
                      <a:gd name="T48" fmla="*/ 0 w 603"/>
                      <a:gd name="T49" fmla="*/ 0 h 604"/>
                      <a:gd name="T50" fmla="*/ 0 w 603"/>
                      <a:gd name="T51" fmla="*/ 0 h 604"/>
                      <a:gd name="T52" fmla="*/ 0 w 603"/>
                      <a:gd name="T53" fmla="*/ 0 h 604"/>
                      <a:gd name="T54" fmla="*/ 0 w 603"/>
                      <a:gd name="T55" fmla="*/ 0 h 604"/>
                      <a:gd name="T56" fmla="*/ 0 w 603"/>
                      <a:gd name="T57" fmla="*/ 0 h 604"/>
                      <a:gd name="T58" fmla="*/ 0 w 603"/>
                      <a:gd name="T59" fmla="*/ 0 h 604"/>
                      <a:gd name="T60" fmla="*/ 0 w 603"/>
                      <a:gd name="T61" fmla="*/ 0 h 604"/>
                      <a:gd name="T62" fmla="*/ 0 w 603"/>
                      <a:gd name="T63" fmla="*/ 0 h 604"/>
                      <a:gd name="T64" fmla="*/ 0 w 603"/>
                      <a:gd name="T65" fmla="*/ 0 h 604"/>
                      <a:gd name="T66" fmla="*/ 0 w 603"/>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4"/>
                      <a:gd name="T104" fmla="*/ 603 w 603"/>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4">
                        <a:moveTo>
                          <a:pt x="0" y="604"/>
                        </a:moveTo>
                        <a:lnTo>
                          <a:pt x="0" y="604"/>
                        </a:lnTo>
                        <a:lnTo>
                          <a:pt x="31" y="603"/>
                        </a:lnTo>
                        <a:lnTo>
                          <a:pt x="61" y="601"/>
                        </a:lnTo>
                        <a:lnTo>
                          <a:pt x="92" y="598"/>
                        </a:lnTo>
                        <a:lnTo>
                          <a:pt x="121" y="591"/>
                        </a:lnTo>
                        <a:lnTo>
                          <a:pt x="150" y="585"/>
                        </a:lnTo>
                        <a:lnTo>
                          <a:pt x="179" y="577"/>
                        </a:lnTo>
                        <a:lnTo>
                          <a:pt x="207" y="567"/>
                        </a:lnTo>
                        <a:lnTo>
                          <a:pt x="235" y="556"/>
                        </a:lnTo>
                        <a:lnTo>
                          <a:pt x="261" y="545"/>
                        </a:lnTo>
                        <a:lnTo>
                          <a:pt x="287" y="530"/>
                        </a:lnTo>
                        <a:lnTo>
                          <a:pt x="312" y="516"/>
                        </a:lnTo>
                        <a:lnTo>
                          <a:pt x="337" y="501"/>
                        </a:lnTo>
                        <a:lnTo>
                          <a:pt x="361" y="484"/>
                        </a:lnTo>
                        <a:lnTo>
                          <a:pt x="384" y="466"/>
                        </a:lnTo>
                        <a:lnTo>
                          <a:pt x="406" y="447"/>
                        </a:lnTo>
                        <a:lnTo>
                          <a:pt x="426" y="427"/>
                        </a:lnTo>
                        <a:lnTo>
                          <a:pt x="446" y="407"/>
                        </a:lnTo>
                        <a:lnTo>
                          <a:pt x="465" y="385"/>
                        </a:lnTo>
                        <a:lnTo>
                          <a:pt x="483" y="362"/>
                        </a:lnTo>
                        <a:lnTo>
                          <a:pt x="500" y="338"/>
                        </a:lnTo>
                        <a:lnTo>
                          <a:pt x="515" y="313"/>
                        </a:lnTo>
                        <a:lnTo>
                          <a:pt x="529" y="288"/>
                        </a:lnTo>
                        <a:lnTo>
                          <a:pt x="544" y="262"/>
                        </a:lnTo>
                        <a:lnTo>
                          <a:pt x="555" y="235"/>
                        </a:lnTo>
                        <a:lnTo>
                          <a:pt x="566" y="208"/>
                        </a:lnTo>
                        <a:lnTo>
                          <a:pt x="576" y="179"/>
                        </a:lnTo>
                        <a:lnTo>
                          <a:pt x="584" y="151"/>
                        </a:lnTo>
                        <a:lnTo>
                          <a:pt x="590" y="122"/>
                        </a:lnTo>
                        <a:lnTo>
                          <a:pt x="597" y="93"/>
                        </a:lnTo>
                        <a:lnTo>
                          <a:pt x="600" y="62"/>
                        </a:lnTo>
                        <a:lnTo>
                          <a:pt x="602" y="32"/>
                        </a:lnTo>
                        <a:lnTo>
                          <a:pt x="603" y="0"/>
                        </a:lnTo>
                        <a:lnTo>
                          <a:pt x="424" y="0"/>
                        </a:lnTo>
                        <a:lnTo>
                          <a:pt x="423" y="22"/>
                        </a:lnTo>
                        <a:lnTo>
                          <a:pt x="422" y="44"/>
                        </a:lnTo>
                        <a:lnTo>
                          <a:pt x="419" y="65"/>
                        </a:lnTo>
                        <a:lnTo>
                          <a:pt x="415" y="86"/>
                        </a:lnTo>
                        <a:lnTo>
                          <a:pt x="411" y="107"/>
                        </a:lnTo>
                        <a:lnTo>
                          <a:pt x="404" y="126"/>
                        </a:lnTo>
                        <a:lnTo>
                          <a:pt x="398" y="146"/>
                        </a:lnTo>
                        <a:lnTo>
                          <a:pt x="390" y="165"/>
                        </a:lnTo>
                        <a:lnTo>
                          <a:pt x="382" y="184"/>
                        </a:lnTo>
                        <a:lnTo>
                          <a:pt x="373" y="202"/>
                        </a:lnTo>
                        <a:lnTo>
                          <a:pt x="362" y="220"/>
                        </a:lnTo>
                        <a:lnTo>
                          <a:pt x="351" y="237"/>
                        </a:lnTo>
                        <a:lnTo>
                          <a:pt x="339" y="254"/>
                        </a:lnTo>
                        <a:lnTo>
                          <a:pt x="327" y="270"/>
                        </a:lnTo>
                        <a:lnTo>
                          <a:pt x="313" y="286"/>
                        </a:lnTo>
                        <a:lnTo>
                          <a:pt x="299" y="300"/>
                        </a:lnTo>
                        <a:lnTo>
                          <a:pt x="285" y="314"/>
                        </a:lnTo>
                        <a:lnTo>
                          <a:pt x="269" y="327"/>
                        </a:lnTo>
                        <a:lnTo>
                          <a:pt x="253" y="340"/>
                        </a:lnTo>
                        <a:lnTo>
                          <a:pt x="236" y="352"/>
                        </a:lnTo>
                        <a:lnTo>
                          <a:pt x="219" y="363"/>
                        </a:lnTo>
                        <a:lnTo>
                          <a:pt x="201" y="374"/>
                        </a:lnTo>
                        <a:lnTo>
                          <a:pt x="183" y="383"/>
                        </a:lnTo>
                        <a:lnTo>
                          <a:pt x="164" y="391"/>
                        </a:lnTo>
                        <a:lnTo>
                          <a:pt x="145" y="399"/>
                        </a:lnTo>
                        <a:lnTo>
                          <a:pt x="125" y="405"/>
                        </a:lnTo>
                        <a:lnTo>
                          <a:pt x="106" y="412"/>
                        </a:lnTo>
                        <a:lnTo>
                          <a:pt x="85" y="416"/>
                        </a:lnTo>
                        <a:lnTo>
                          <a:pt x="64" y="420"/>
                        </a:lnTo>
                        <a:lnTo>
                          <a:pt x="44" y="423"/>
                        </a:lnTo>
                        <a:lnTo>
                          <a:pt x="22" y="424"/>
                        </a:lnTo>
                        <a:lnTo>
                          <a:pt x="0" y="425"/>
                        </a:lnTo>
                        <a:lnTo>
                          <a:pt x="0" y="604"/>
                        </a:lnTo>
                        <a:close/>
                      </a:path>
                    </a:pathLst>
                  </a:custGeom>
                  <a:solidFill>
                    <a:srgbClr val="EF2B2F"/>
                  </a:solidFill>
                  <a:ln>
                    <a:noFill/>
                  </a:ln>
                </p:spPr>
                <p:txBody>
                  <a:bodyPr/>
                  <a:lstStyle/>
                  <a:p>
                    <a:pPr>
                      <a:defRPr/>
                    </a:pPr>
                    <a:endParaRPr lang="en-US" sz="1050">
                      <a:latin typeface="+mj-lt"/>
                    </a:endParaRPr>
                  </a:p>
                </p:txBody>
              </p:sp>
              <p:sp>
                <p:nvSpPr>
                  <p:cNvPr id="41596" name="Freeform 375">
                    <a:extLst>
                      <a:ext uri="{FF2B5EF4-FFF2-40B4-BE49-F238E27FC236}">
                        <a16:creationId xmlns="" xmlns:a16="http://schemas.microsoft.com/office/drawing/2014/main" id="{6B456BA7-A0AE-4538-5979-17B473D00E4C}"/>
                      </a:ext>
                    </a:extLst>
                  </p:cNvPr>
                  <p:cNvSpPr>
                    <a:spLocks/>
                  </p:cNvSpPr>
                  <p:nvPr/>
                </p:nvSpPr>
                <p:spPr bwMode="auto">
                  <a:xfrm>
                    <a:off x="3509" y="2013"/>
                    <a:ext cx="99" cy="98"/>
                  </a:xfrm>
                  <a:custGeom>
                    <a:avLst/>
                    <a:gdLst>
                      <a:gd name="T0" fmla="*/ 0 w 604"/>
                      <a:gd name="T1" fmla="*/ 0 h 604"/>
                      <a:gd name="T2" fmla="*/ 0 w 604"/>
                      <a:gd name="T3" fmla="*/ 0 h 604"/>
                      <a:gd name="T4" fmla="*/ 0 w 604"/>
                      <a:gd name="T5" fmla="*/ 0 h 604"/>
                      <a:gd name="T6" fmla="*/ 0 w 604"/>
                      <a:gd name="T7" fmla="*/ 0 h 604"/>
                      <a:gd name="T8" fmla="*/ 0 w 604"/>
                      <a:gd name="T9" fmla="*/ 0 h 604"/>
                      <a:gd name="T10" fmla="*/ 0 w 604"/>
                      <a:gd name="T11" fmla="*/ 0 h 604"/>
                      <a:gd name="T12" fmla="*/ 0 w 604"/>
                      <a:gd name="T13" fmla="*/ 0 h 604"/>
                      <a:gd name="T14" fmla="*/ 0 w 604"/>
                      <a:gd name="T15" fmla="*/ 0 h 604"/>
                      <a:gd name="T16" fmla="*/ 0 w 604"/>
                      <a:gd name="T17" fmla="*/ 0 h 604"/>
                      <a:gd name="T18" fmla="*/ 0 w 604"/>
                      <a:gd name="T19" fmla="*/ 0 h 604"/>
                      <a:gd name="T20" fmla="*/ 0 w 604"/>
                      <a:gd name="T21" fmla="*/ 0 h 604"/>
                      <a:gd name="T22" fmla="*/ 0 w 604"/>
                      <a:gd name="T23" fmla="*/ 0 h 604"/>
                      <a:gd name="T24" fmla="*/ 0 w 604"/>
                      <a:gd name="T25" fmla="*/ 0 h 604"/>
                      <a:gd name="T26" fmla="*/ 0 w 604"/>
                      <a:gd name="T27" fmla="*/ 0 h 604"/>
                      <a:gd name="T28" fmla="*/ 0 w 604"/>
                      <a:gd name="T29" fmla="*/ 0 h 604"/>
                      <a:gd name="T30" fmla="*/ 0 w 604"/>
                      <a:gd name="T31" fmla="*/ 0 h 604"/>
                      <a:gd name="T32" fmla="*/ 0 w 604"/>
                      <a:gd name="T33" fmla="*/ 0 h 604"/>
                      <a:gd name="T34" fmla="*/ 0 w 604"/>
                      <a:gd name="T35" fmla="*/ 0 h 604"/>
                      <a:gd name="T36" fmla="*/ 0 w 604"/>
                      <a:gd name="T37" fmla="*/ 0 h 604"/>
                      <a:gd name="T38" fmla="*/ 0 w 604"/>
                      <a:gd name="T39" fmla="*/ 0 h 604"/>
                      <a:gd name="T40" fmla="*/ 0 w 604"/>
                      <a:gd name="T41" fmla="*/ 0 h 604"/>
                      <a:gd name="T42" fmla="*/ 0 w 604"/>
                      <a:gd name="T43" fmla="*/ 0 h 604"/>
                      <a:gd name="T44" fmla="*/ 0 w 604"/>
                      <a:gd name="T45" fmla="*/ 0 h 604"/>
                      <a:gd name="T46" fmla="*/ 0 w 604"/>
                      <a:gd name="T47" fmla="*/ 0 h 604"/>
                      <a:gd name="T48" fmla="*/ 0 w 604"/>
                      <a:gd name="T49" fmla="*/ 0 h 604"/>
                      <a:gd name="T50" fmla="*/ 0 w 604"/>
                      <a:gd name="T51" fmla="*/ 0 h 604"/>
                      <a:gd name="T52" fmla="*/ 0 w 604"/>
                      <a:gd name="T53" fmla="*/ 0 h 604"/>
                      <a:gd name="T54" fmla="*/ 0 w 604"/>
                      <a:gd name="T55" fmla="*/ 0 h 604"/>
                      <a:gd name="T56" fmla="*/ 0 w 604"/>
                      <a:gd name="T57" fmla="*/ 0 h 604"/>
                      <a:gd name="T58" fmla="*/ 0 w 604"/>
                      <a:gd name="T59" fmla="*/ 0 h 604"/>
                      <a:gd name="T60" fmla="*/ 0 w 604"/>
                      <a:gd name="T61" fmla="*/ 0 h 604"/>
                      <a:gd name="T62" fmla="*/ 0 w 604"/>
                      <a:gd name="T63" fmla="*/ 0 h 604"/>
                      <a:gd name="T64" fmla="*/ 0 w 604"/>
                      <a:gd name="T65" fmla="*/ 0 h 604"/>
                      <a:gd name="T66" fmla="*/ 0 w 604"/>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4"/>
                      <a:gd name="T104" fmla="*/ 604 w 604"/>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4">
                        <a:moveTo>
                          <a:pt x="0" y="0"/>
                        </a:moveTo>
                        <a:lnTo>
                          <a:pt x="0" y="0"/>
                        </a:lnTo>
                        <a:lnTo>
                          <a:pt x="1" y="32"/>
                        </a:lnTo>
                        <a:lnTo>
                          <a:pt x="4" y="62"/>
                        </a:lnTo>
                        <a:lnTo>
                          <a:pt x="8" y="93"/>
                        </a:lnTo>
                        <a:lnTo>
                          <a:pt x="13" y="122"/>
                        </a:lnTo>
                        <a:lnTo>
                          <a:pt x="20" y="151"/>
                        </a:lnTo>
                        <a:lnTo>
                          <a:pt x="27" y="179"/>
                        </a:lnTo>
                        <a:lnTo>
                          <a:pt x="37" y="208"/>
                        </a:lnTo>
                        <a:lnTo>
                          <a:pt x="48" y="235"/>
                        </a:lnTo>
                        <a:lnTo>
                          <a:pt x="60" y="262"/>
                        </a:lnTo>
                        <a:lnTo>
                          <a:pt x="74" y="288"/>
                        </a:lnTo>
                        <a:lnTo>
                          <a:pt x="88" y="313"/>
                        </a:lnTo>
                        <a:lnTo>
                          <a:pt x="104" y="338"/>
                        </a:lnTo>
                        <a:lnTo>
                          <a:pt x="121" y="362"/>
                        </a:lnTo>
                        <a:lnTo>
                          <a:pt x="138" y="385"/>
                        </a:lnTo>
                        <a:lnTo>
                          <a:pt x="158" y="407"/>
                        </a:lnTo>
                        <a:lnTo>
                          <a:pt x="177" y="427"/>
                        </a:lnTo>
                        <a:lnTo>
                          <a:pt x="199" y="447"/>
                        </a:lnTo>
                        <a:lnTo>
                          <a:pt x="221" y="466"/>
                        </a:lnTo>
                        <a:lnTo>
                          <a:pt x="244" y="484"/>
                        </a:lnTo>
                        <a:lnTo>
                          <a:pt x="266" y="501"/>
                        </a:lnTo>
                        <a:lnTo>
                          <a:pt x="291" y="516"/>
                        </a:lnTo>
                        <a:lnTo>
                          <a:pt x="316" y="530"/>
                        </a:lnTo>
                        <a:lnTo>
                          <a:pt x="343" y="545"/>
                        </a:lnTo>
                        <a:lnTo>
                          <a:pt x="370" y="556"/>
                        </a:lnTo>
                        <a:lnTo>
                          <a:pt x="397" y="567"/>
                        </a:lnTo>
                        <a:lnTo>
                          <a:pt x="425" y="577"/>
                        </a:lnTo>
                        <a:lnTo>
                          <a:pt x="453" y="585"/>
                        </a:lnTo>
                        <a:lnTo>
                          <a:pt x="483" y="591"/>
                        </a:lnTo>
                        <a:lnTo>
                          <a:pt x="513" y="598"/>
                        </a:lnTo>
                        <a:lnTo>
                          <a:pt x="542" y="601"/>
                        </a:lnTo>
                        <a:lnTo>
                          <a:pt x="574" y="603"/>
                        </a:lnTo>
                        <a:lnTo>
                          <a:pt x="604" y="604"/>
                        </a:lnTo>
                        <a:lnTo>
                          <a:pt x="604" y="425"/>
                        </a:lnTo>
                        <a:lnTo>
                          <a:pt x="582" y="424"/>
                        </a:lnTo>
                        <a:lnTo>
                          <a:pt x="561" y="423"/>
                        </a:lnTo>
                        <a:lnTo>
                          <a:pt x="539" y="420"/>
                        </a:lnTo>
                        <a:lnTo>
                          <a:pt x="519" y="416"/>
                        </a:lnTo>
                        <a:lnTo>
                          <a:pt x="498" y="412"/>
                        </a:lnTo>
                        <a:lnTo>
                          <a:pt x="478" y="405"/>
                        </a:lnTo>
                        <a:lnTo>
                          <a:pt x="459" y="399"/>
                        </a:lnTo>
                        <a:lnTo>
                          <a:pt x="439" y="391"/>
                        </a:lnTo>
                        <a:lnTo>
                          <a:pt x="421" y="383"/>
                        </a:lnTo>
                        <a:lnTo>
                          <a:pt x="402" y="374"/>
                        </a:lnTo>
                        <a:lnTo>
                          <a:pt x="385" y="363"/>
                        </a:lnTo>
                        <a:lnTo>
                          <a:pt x="368" y="352"/>
                        </a:lnTo>
                        <a:lnTo>
                          <a:pt x="350" y="340"/>
                        </a:lnTo>
                        <a:lnTo>
                          <a:pt x="335" y="327"/>
                        </a:lnTo>
                        <a:lnTo>
                          <a:pt x="320" y="314"/>
                        </a:lnTo>
                        <a:lnTo>
                          <a:pt x="305" y="300"/>
                        </a:lnTo>
                        <a:lnTo>
                          <a:pt x="290" y="286"/>
                        </a:lnTo>
                        <a:lnTo>
                          <a:pt x="277" y="270"/>
                        </a:lnTo>
                        <a:lnTo>
                          <a:pt x="264" y="254"/>
                        </a:lnTo>
                        <a:lnTo>
                          <a:pt x="252" y="237"/>
                        </a:lnTo>
                        <a:lnTo>
                          <a:pt x="242" y="220"/>
                        </a:lnTo>
                        <a:lnTo>
                          <a:pt x="231" y="202"/>
                        </a:lnTo>
                        <a:lnTo>
                          <a:pt x="222" y="184"/>
                        </a:lnTo>
                        <a:lnTo>
                          <a:pt x="213" y="165"/>
                        </a:lnTo>
                        <a:lnTo>
                          <a:pt x="206" y="146"/>
                        </a:lnTo>
                        <a:lnTo>
                          <a:pt x="199" y="126"/>
                        </a:lnTo>
                        <a:lnTo>
                          <a:pt x="194" y="107"/>
                        </a:lnTo>
                        <a:lnTo>
                          <a:pt x="188" y="86"/>
                        </a:lnTo>
                        <a:lnTo>
                          <a:pt x="185" y="65"/>
                        </a:lnTo>
                        <a:lnTo>
                          <a:pt x="182" y="45"/>
                        </a:lnTo>
                        <a:lnTo>
                          <a:pt x="181" y="23"/>
                        </a:lnTo>
                        <a:lnTo>
                          <a:pt x="181" y="0"/>
                        </a:lnTo>
                        <a:lnTo>
                          <a:pt x="0" y="0"/>
                        </a:lnTo>
                        <a:close/>
                      </a:path>
                    </a:pathLst>
                  </a:custGeom>
                  <a:solidFill>
                    <a:srgbClr val="EF2B2F"/>
                  </a:solidFill>
                  <a:ln>
                    <a:noFill/>
                  </a:ln>
                </p:spPr>
                <p:txBody>
                  <a:bodyPr/>
                  <a:lstStyle/>
                  <a:p>
                    <a:pPr>
                      <a:defRPr/>
                    </a:pPr>
                    <a:endParaRPr lang="en-US" sz="1050">
                      <a:latin typeface="+mj-lt"/>
                    </a:endParaRPr>
                  </a:p>
                </p:txBody>
              </p:sp>
              <p:sp>
                <p:nvSpPr>
                  <p:cNvPr id="41597" name="Freeform 376">
                    <a:extLst>
                      <a:ext uri="{FF2B5EF4-FFF2-40B4-BE49-F238E27FC236}">
                        <a16:creationId xmlns="" xmlns:a16="http://schemas.microsoft.com/office/drawing/2014/main" id="{C395557B-59AD-84DF-B5E9-934F236CB688}"/>
                      </a:ext>
                    </a:extLst>
                  </p:cNvPr>
                  <p:cNvSpPr>
                    <a:spLocks/>
                  </p:cNvSpPr>
                  <p:nvPr/>
                </p:nvSpPr>
                <p:spPr bwMode="auto">
                  <a:xfrm>
                    <a:off x="3509" y="1911"/>
                    <a:ext cx="99" cy="102"/>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604" y="0"/>
                        </a:moveTo>
                        <a:lnTo>
                          <a:pt x="604" y="0"/>
                        </a:lnTo>
                        <a:lnTo>
                          <a:pt x="573" y="1"/>
                        </a:lnTo>
                        <a:lnTo>
                          <a:pt x="542" y="3"/>
                        </a:lnTo>
                        <a:lnTo>
                          <a:pt x="513" y="8"/>
                        </a:lnTo>
                        <a:lnTo>
                          <a:pt x="483" y="13"/>
                        </a:lnTo>
                        <a:lnTo>
                          <a:pt x="453" y="20"/>
                        </a:lnTo>
                        <a:lnTo>
                          <a:pt x="425" y="27"/>
                        </a:lnTo>
                        <a:lnTo>
                          <a:pt x="397" y="37"/>
                        </a:lnTo>
                        <a:lnTo>
                          <a:pt x="370" y="48"/>
                        </a:lnTo>
                        <a:lnTo>
                          <a:pt x="343" y="60"/>
                        </a:lnTo>
                        <a:lnTo>
                          <a:pt x="316" y="74"/>
                        </a:lnTo>
                        <a:lnTo>
                          <a:pt x="291" y="88"/>
                        </a:lnTo>
                        <a:lnTo>
                          <a:pt x="266" y="103"/>
                        </a:lnTo>
                        <a:lnTo>
                          <a:pt x="244" y="121"/>
                        </a:lnTo>
                        <a:lnTo>
                          <a:pt x="221" y="138"/>
                        </a:lnTo>
                        <a:lnTo>
                          <a:pt x="199" y="158"/>
                        </a:lnTo>
                        <a:lnTo>
                          <a:pt x="177" y="177"/>
                        </a:lnTo>
                        <a:lnTo>
                          <a:pt x="158" y="198"/>
                        </a:lnTo>
                        <a:lnTo>
                          <a:pt x="138" y="220"/>
                        </a:lnTo>
                        <a:lnTo>
                          <a:pt x="121" y="244"/>
                        </a:lnTo>
                        <a:lnTo>
                          <a:pt x="104" y="266"/>
                        </a:lnTo>
                        <a:lnTo>
                          <a:pt x="88" y="291"/>
                        </a:lnTo>
                        <a:lnTo>
                          <a:pt x="74" y="316"/>
                        </a:lnTo>
                        <a:lnTo>
                          <a:pt x="60" y="342"/>
                        </a:lnTo>
                        <a:lnTo>
                          <a:pt x="48" y="368"/>
                        </a:lnTo>
                        <a:lnTo>
                          <a:pt x="37" y="397"/>
                        </a:lnTo>
                        <a:lnTo>
                          <a:pt x="27" y="425"/>
                        </a:lnTo>
                        <a:lnTo>
                          <a:pt x="20" y="453"/>
                        </a:lnTo>
                        <a:lnTo>
                          <a:pt x="13" y="483"/>
                        </a:lnTo>
                        <a:lnTo>
                          <a:pt x="8" y="512"/>
                        </a:lnTo>
                        <a:lnTo>
                          <a:pt x="4" y="542"/>
                        </a:lnTo>
                        <a:lnTo>
                          <a:pt x="1" y="573"/>
                        </a:lnTo>
                        <a:lnTo>
                          <a:pt x="0" y="603"/>
                        </a:lnTo>
                        <a:lnTo>
                          <a:pt x="181" y="603"/>
                        </a:lnTo>
                        <a:lnTo>
                          <a:pt x="181" y="581"/>
                        </a:lnTo>
                        <a:lnTo>
                          <a:pt x="182" y="560"/>
                        </a:lnTo>
                        <a:lnTo>
                          <a:pt x="185" y="539"/>
                        </a:lnTo>
                        <a:lnTo>
                          <a:pt x="188" y="518"/>
                        </a:lnTo>
                        <a:lnTo>
                          <a:pt x="194" y="498"/>
                        </a:lnTo>
                        <a:lnTo>
                          <a:pt x="199" y="478"/>
                        </a:lnTo>
                        <a:lnTo>
                          <a:pt x="206" y="459"/>
                        </a:lnTo>
                        <a:lnTo>
                          <a:pt x="213" y="439"/>
                        </a:lnTo>
                        <a:lnTo>
                          <a:pt x="222" y="421"/>
                        </a:lnTo>
                        <a:lnTo>
                          <a:pt x="231" y="402"/>
                        </a:lnTo>
                        <a:lnTo>
                          <a:pt x="242" y="385"/>
                        </a:lnTo>
                        <a:lnTo>
                          <a:pt x="252" y="367"/>
                        </a:lnTo>
                        <a:lnTo>
                          <a:pt x="264" y="350"/>
                        </a:lnTo>
                        <a:lnTo>
                          <a:pt x="277" y="335"/>
                        </a:lnTo>
                        <a:lnTo>
                          <a:pt x="290" y="318"/>
                        </a:lnTo>
                        <a:lnTo>
                          <a:pt x="305" y="304"/>
                        </a:lnTo>
                        <a:lnTo>
                          <a:pt x="320" y="290"/>
                        </a:lnTo>
                        <a:lnTo>
                          <a:pt x="335" y="277"/>
                        </a:lnTo>
                        <a:lnTo>
                          <a:pt x="350" y="264"/>
                        </a:lnTo>
                        <a:lnTo>
                          <a:pt x="368" y="252"/>
                        </a:lnTo>
                        <a:lnTo>
                          <a:pt x="385" y="241"/>
                        </a:lnTo>
                        <a:lnTo>
                          <a:pt x="402" y="230"/>
                        </a:lnTo>
                        <a:lnTo>
                          <a:pt x="421" y="222"/>
                        </a:lnTo>
                        <a:lnTo>
                          <a:pt x="439" y="213"/>
                        </a:lnTo>
                        <a:lnTo>
                          <a:pt x="459" y="205"/>
                        </a:lnTo>
                        <a:lnTo>
                          <a:pt x="478" y="199"/>
                        </a:lnTo>
                        <a:lnTo>
                          <a:pt x="498" y="194"/>
                        </a:lnTo>
                        <a:lnTo>
                          <a:pt x="519" y="188"/>
                        </a:lnTo>
                        <a:lnTo>
                          <a:pt x="539" y="185"/>
                        </a:lnTo>
                        <a:lnTo>
                          <a:pt x="561" y="182"/>
                        </a:lnTo>
                        <a:lnTo>
                          <a:pt x="583" y="181"/>
                        </a:lnTo>
                        <a:lnTo>
                          <a:pt x="604" y="179"/>
                        </a:lnTo>
                        <a:lnTo>
                          <a:pt x="604" y="0"/>
                        </a:lnTo>
                        <a:close/>
                      </a:path>
                    </a:pathLst>
                  </a:custGeom>
                  <a:solidFill>
                    <a:srgbClr val="EF2B2F"/>
                  </a:solidFill>
                  <a:ln>
                    <a:noFill/>
                  </a:ln>
                </p:spPr>
                <p:txBody>
                  <a:bodyPr/>
                  <a:lstStyle/>
                  <a:p>
                    <a:pPr>
                      <a:defRPr/>
                    </a:pPr>
                    <a:endParaRPr lang="en-US" sz="1050">
                      <a:latin typeface="+mj-lt"/>
                    </a:endParaRPr>
                  </a:p>
                </p:txBody>
              </p:sp>
              <p:sp>
                <p:nvSpPr>
                  <p:cNvPr id="41598" name="Freeform 377">
                    <a:extLst>
                      <a:ext uri="{FF2B5EF4-FFF2-40B4-BE49-F238E27FC236}">
                        <a16:creationId xmlns="" xmlns:a16="http://schemas.microsoft.com/office/drawing/2014/main" id="{D041F0AA-0598-A925-CC47-2FC3E4A68B95}"/>
                      </a:ext>
                    </a:extLst>
                  </p:cNvPr>
                  <p:cNvSpPr>
                    <a:spLocks/>
                  </p:cNvSpPr>
                  <p:nvPr/>
                </p:nvSpPr>
                <p:spPr bwMode="auto">
                  <a:xfrm>
                    <a:off x="3405" y="2929"/>
                    <a:ext cx="172" cy="171"/>
                  </a:xfrm>
                  <a:custGeom>
                    <a:avLst/>
                    <a:gdLst>
                      <a:gd name="T0" fmla="*/ 0 w 1027"/>
                      <a:gd name="T1" fmla="*/ 0 h 1028"/>
                      <a:gd name="T2" fmla="*/ 0 w 1027"/>
                      <a:gd name="T3" fmla="*/ 0 h 1028"/>
                      <a:gd name="T4" fmla="*/ 0 w 1027"/>
                      <a:gd name="T5" fmla="*/ 0 h 1028"/>
                      <a:gd name="T6" fmla="*/ 0 w 1027"/>
                      <a:gd name="T7" fmla="*/ 0 h 1028"/>
                      <a:gd name="T8" fmla="*/ 0 w 1027"/>
                      <a:gd name="T9" fmla="*/ 0 h 1028"/>
                      <a:gd name="T10" fmla="*/ 0 w 1027"/>
                      <a:gd name="T11" fmla="*/ 0 h 1028"/>
                      <a:gd name="T12" fmla="*/ 0 w 1027"/>
                      <a:gd name="T13" fmla="*/ 0 h 1028"/>
                      <a:gd name="T14" fmla="*/ 0 w 1027"/>
                      <a:gd name="T15" fmla="*/ 0 h 1028"/>
                      <a:gd name="T16" fmla="*/ 0 w 1027"/>
                      <a:gd name="T17" fmla="*/ 0 h 1028"/>
                      <a:gd name="T18" fmla="*/ 0 w 1027"/>
                      <a:gd name="T19" fmla="*/ 0 h 1028"/>
                      <a:gd name="T20" fmla="*/ 0 w 1027"/>
                      <a:gd name="T21" fmla="*/ 0 h 1028"/>
                      <a:gd name="T22" fmla="*/ 0 w 1027"/>
                      <a:gd name="T23" fmla="*/ 0 h 1028"/>
                      <a:gd name="T24" fmla="*/ 0 w 1027"/>
                      <a:gd name="T25" fmla="*/ 0 h 1028"/>
                      <a:gd name="T26" fmla="*/ 0 w 1027"/>
                      <a:gd name="T27" fmla="*/ 0 h 1028"/>
                      <a:gd name="T28" fmla="*/ 0 w 1027"/>
                      <a:gd name="T29" fmla="*/ 0 h 1028"/>
                      <a:gd name="T30" fmla="*/ 0 w 1027"/>
                      <a:gd name="T31" fmla="*/ 0 h 1028"/>
                      <a:gd name="T32" fmla="*/ 0 w 1027"/>
                      <a:gd name="T33" fmla="*/ 0 h 1028"/>
                      <a:gd name="T34" fmla="*/ 0 w 1027"/>
                      <a:gd name="T35" fmla="*/ 0 h 1028"/>
                      <a:gd name="T36" fmla="*/ 0 w 1027"/>
                      <a:gd name="T37" fmla="*/ 0 h 1028"/>
                      <a:gd name="T38" fmla="*/ 0 w 1027"/>
                      <a:gd name="T39" fmla="*/ 0 h 1028"/>
                      <a:gd name="T40" fmla="*/ 0 w 1027"/>
                      <a:gd name="T41" fmla="*/ 0 h 1028"/>
                      <a:gd name="T42" fmla="*/ 0 w 1027"/>
                      <a:gd name="T43" fmla="*/ 0 h 1028"/>
                      <a:gd name="T44" fmla="*/ 0 w 1027"/>
                      <a:gd name="T45" fmla="*/ 0 h 1028"/>
                      <a:gd name="T46" fmla="*/ 0 w 1027"/>
                      <a:gd name="T47" fmla="*/ 0 h 1028"/>
                      <a:gd name="T48" fmla="*/ 0 w 1027"/>
                      <a:gd name="T49" fmla="*/ 0 h 1028"/>
                      <a:gd name="T50" fmla="*/ 0 w 1027"/>
                      <a:gd name="T51" fmla="*/ 0 h 1028"/>
                      <a:gd name="T52" fmla="*/ 0 w 1027"/>
                      <a:gd name="T53" fmla="*/ 0 h 1028"/>
                      <a:gd name="T54" fmla="*/ 0 w 1027"/>
                      <a:gd name="T55" fmla="*/ 0 h 1028"/>
                      <a:gd name="T56" fmla="*/ 0 w 1027"/>
                      <a:gd name="T57" fmla="*/ 0 h 1028"/>
                      <a:gd name="T58" fmla="*/ 0 w 1027"/>
                      <a:gd name="T59" fmla="*/ 0 h 1028"/>
                      <a:gd name="T60" fmla="*/ 0 w 1027"/>
                      <a:gd name="T61" fmla="*/ 0 h 1028"/>
                      <a:gd name="T62" fmla="*/ 0 w 1027"/>
                      <a:gd name="T63" fmla="*/ 0 h 1028"/>
                      <a:gd name="T64" fmla="*/ 0 w 1027"/>
                      <a:gd name="T65" fmla="*/ 0 h 1028"/>
                      <a:gd name="T66" fmla="*/ 0 w 1027"/>
                      <a:gd name="T67" fmla="*/ 0 h 1028"/>
                      <a:gd name="T68" fmla="*/ 0 w 1027"/>
                      <a:gd name="T69" fmla="*/ 0 h 1028"/>
                      <a:gd name="T70" fmla="*/ 0 w 1027"/>
                      <a:gd name="T71" fmla="*/ 0 h 1028"/>
                      <a:gd name="T72" fmla="*/ 0 w 1027"/>
                      <a:gd name="T73" fmla="*/ 0 h 1028"/>
                      <a:gd name="T74" fmla="*/ 0 w 1027"/>
                      <a:gd name="T75" fmla="*/ 0 h 1028"/>
                      <a:gd name="T76" fmla="*/ 0 w 1027"/>
                      <a:gd name="T77" fmla="*/ 0 h 1028"/>
                      <a:gd name="T78" fmla="*/ 0 w 1027"/>
                      <a:gd name="T79" fmla="*/ 0 h 1028"/>
                      <a:gd name="T80" fmla="*/ 0 w 1027"/>
                      <a:gd name="T81" fmla="*/ 0 h 1028"/>
                      <a:gd name="T82" fmla="*/ 0 w 1027"/>
                      <a:gd name="T83" fmla="*/ 0 h 1028"/>
                      <a:gd name="T84" fmla="*/ 0 w 1027"/>
                      <a:gd name="T85" fmla="*/ 0 h 102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27"/>
                      <a:gd name="T130" fmla="*/ 0 h 1028"/>
                      <a:gd name="T131" fmla="*/ 1027 w 1027"/>
                      <a:gd name="T132" fmla="*/ 1028 h 102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27" h="1028">
                        <a:moveTo>
                          <a:pt x="514" y="0"/>
                        </a:moveTo>
                        <a:lnTo>
                          <a:pt x="540" y="1"/>
                        </a:lnTo>
                        <a:lnTo>
                          <a:pt x="566" y="3"/>
                        </a:lnTo>
                        <a:lnTo>
                          <a:pt x="591" y="7"/>
                        </a:lnTo>
                        <a:lnTo>
                          <a:pt x="617" y="11"/>
                        </a:lnTo>
                        <a:lnTo>
                          <a:pt x="641" y="16"/>
                        </a:lnTo>
                        <a:lnTo>
                          <a:pt x="666" y="24"/>
                        </a:lnTo>
                        <a:lnTo>
                          <a:pt x="690" y="32"/>
                        </a:lnTo>
                        <a:lnTo>
                          <a:pt x="713" y="40"/>
                        </a:lnTo>
                        <a:lnTo>
                          <a:pt x="736" y="51"/>
                        </a:lnTo>
                        <a:lnTo>
                          <a:pt x="759" y="62"/>
                        </a:lnTo>
                        <a:lnTo>
                          <a:pt x="779" y="75"/>
                        </a:lnTo>
                        <a:lnTo>
                          <a:pt x="801" y="88"/>
                        </a:lnTo>
                        <a:lnTo>
                          <a:pt x="821" y="102"/>
                        </a:lnTo>
                        <a:lnTo>
                          <a:pt x="840" y="117"/>
                        </a:lnTo>
                        <a:lnTo>
                          <a:pt x="859" y="134"/>
                        </a:lnTo>
                        <a:lnTo>
                          <a:pt x="877" y="151"/>
                        </a:lnTo>
                        <a:lnTo>
                          <a:pt x="893" y="169"/>
                        </a:lnTo>
                        <a:lnTo>
                          <a:pt x="910" y="188"/>
                        </a:lnTo>
                        <a:lnTo>
                          <a:pt x="925" y="207"/>
                        </a:lnTo>
                        <a:lnTo>
                          <a:pt x="939" y="227"/>
                        </a:lnTo>
                        <a:lnTo>
                          <a:pt x="953" y="248"/>
                        </a:lnTo>
                        <a:lnTo>
                          <a:pt x="965" y="270"/>
                        </a:lnTo>
                        <a:lnTo>
                          <a:pt x="977" y="291"/>
                        </a:lnTo>
                        <a:lnTo>
                          <a:pt x="987" y="314"/>
                        </a:lnTo>
                        <a:lnTo>
                          <a:pt x="997" y="338"/>
                        </a:lnTo>
                        <a:lnTo>
                          <a:pt x="1004" y="362"/>
                        </a:lnTo>
                        <a:lnTo>
                          <a:pt x="1011" y="386"/>
                        </a:lnTo>
                        <a:lnTo>
                          <a:pt x="1017" y="411"/>
                        </a:lnTo>
                        <a:lnTo>
                          <a:pt x="1022" y="436"/>
                        </a:lnTo>
                        <a:lnTo>
                          <a:pt x="1025" y="462"/>
                        </a:lnTo>
                        <a:lnTo>
                          <a:pt x="1027" y="488"/>
                        </a:lnTo>
                        <a:lnTo>
                          <a:pt x="1027" y="514"/>
                        </a:lnTo>
                        <a:lnTo>
                          <a:pt x="1027" y="540"/>
                        </a:lnTo>
                        <a:lnTo>
                          <a:pt x="1025" y="566"/>
                        </a:lnTo>
                        <a:lnTo>
                          <a:pt x="1022" y="592"/>
                        </a:lnTo>
                        <a:lnTo>
                          <a:pt x="1017" y="617"/>
                        </a:lnTo>
                        <a:lnTo>
                          <a:pt x="1011" y="642"/>
                        </a:lnTo>
                        <a:lnTo>
                          <a:pt x="1004" y="666"/>
                        </a:lnTo>
                        <a:lnTo>
                          <a:pt x="997" y="690"/>
                        </a:lnTo>
                        <a:lnTo>
                          <a:pt x="987" y="714"/>
                        </a:lnTo>
                        <a:lnTo>
                          <a:pt x="977" y="737"/>
                        </a:lnTo>
                        <a:lnTo>
                          <a:pt x="965" y="759"/>
                        </a:lnTo>
                        <a:lnTo>
                          <a:pt x="953" y="780"/>
                        </a:lnTo>
                        <a:lnTo>
                          <a:pt x="939" y="801"/>
                        </a:lnTo>
                        <a:lnTo>
                          <a:pt x="925" y="820"/>
                        </a:lnTo>
                        <a:lnTo>
                          <a:pt x="910" y="840"/>
                        </a:lnTo>
                        <a:lnTo>
                          <a:pt x="893" y="858"/>
                        </a:lnTo>
                        <a:lnTo>
                          <a:pt x="877" y="877"/>
                        </a:lnTo>
                        <a:lnTo>
                          <a:pt x="859" y="894"/>
                        </a:lnTo>
                        <a:lnTo>
                          <a:pt x="840" y="910"/>
                        </a:lnTo>
                        <a:lnTo>
                          <a:pt x="821" y="926"/>
                        </a:lnTo>
                        <a:lnTo>
                          <a:pt x="801" y="940"/>
                        </a:lnTo>
                        <a:lnTo>
                          <a:pt x="779" y="953"/>
                        </a:lnTo>
                        <a:lnTo>
                          <a:pt x="759" y="965"/>
                        </a:lnTo>
                        <a:lnTo>
                          <a:pt x="736" y="977"/>
                        </a:lnTo>
                        <a:lnTo>
                          <a:pt x="713" y="987"/>
                        </a:lnTo>
                        <a:lnTo>
                          <a:pt x="690" y="996"/>
                        </a:lnTo>
                        <a:lnTo>
                          <a:pt x="666" y="1004"/>
                        </a:lnTo>
                        <a:lnTo>
                          <a:pt x="641" y="1012"/>
                        </a:lnTo>
                        <a:lnTo>
                          <a:pt x="617" y="1017"/>
                        </a:lnTo>
                        <a:lnTo>
                          <a:pt x="591" y="1021"/>
                        </a:lnTo>
                        <a:lnTo>
                          <a:pt x="566" y="1025"/>
                        </a:lnTo>
                        <a:lnTo>
                          <a:pt x="540" y="1027"/>
                        </a:lnTo>
                        <a:lnTo>
                          <a:pt x="514" y="1028"/>
                        </a:lnTo>
                        <a:lnTo>
                          <a:pt x="487" y="1027"/>
                        </a:lnTo>
                        <a:lnTo>
                          <a:pt x="461" y="1025"/>
                        </a:lnTo>
                        <a:lnTo>
                          <a:pt x="436" y="1021"/>
                        </a:lnTo>
                        <a:lnTo>
                          <a:pt x="411" y="1017"/>
                        </a:lnTo>
                        <a:lnTo>
                          <a:pt x="386" y="1012"/>
                        </a:lnTo>
                        <a:lnTo>
                          <a:pt x="361" y="1004"/>
                        </a:lnTo>
                        <a:lnTo>
                          <a:pt x="337" y="996"/>
                        </a:lnTo>
                        <a:lnTo>
                          <a:pt x="314" y="987"/>
                        </a:lnTo>
                        <a:lnTo>
                          <a:pt x="292" y="977"/>
                        </a:lnTo>
                        <a:lnTo>
                          <a:pt x="270" y="965"/>
                        </a:lnTo>
                        <a:lnTo>
                          <a:pt x="248" y="953"/>
                        </a:lnTo>
                        <a:lnTo>
                          <a:pt x="227" y="940"/>
                        </a:lnTo>
                        <a:lnTo>
                          <a:pt x="207" y="926"/>
                        </a:lnTo>
                        <a:lnTo>
                          <a:pt x="187" y="910"/>
                        </a:lnTo>
                        <a:lnTo>
                          <a:pt x="169" y="894"/>
                        </a:lnTo>
                        <a:lnTo>
                          <a:pt x="151" y="877"/>
                        </a:lnTo>
                        <a:lnTo>
                          <a:pt x="134" y="858"/>
                        </a:lnTo>
                        <a:lnTo>
                          <a:pt x="118" y="840"/>
                        </a:lnTo>
                        <a:lnTo>
                          <a:pt x="103" y="820"/>
                        </a:lnTo>
                        <a:lnTo>
                          <a:pt x="88" y="801"/>
                        </a:lnTo>
                        <a:lnTo>
                          <a:pt x="74" y="780"/>
                        </a:lnTo>
                        <a:lnTo>
                          <a:pt x="62" y="759"/>
                        </a:lnTo>
                        <a:lnTo>
                          <a:pt x="51" y="737"/>
                        </a:lnTo>
                        <a:lnTo>
                          <a:pt x="41" y="714"/>
                        </a:lnTo>
                        <a:lnTo>
                          <a:pt x="32" y="690"/>
                        </a:lnTo>
                        <a:lnTo>
                          <a:pt x="23" y="666"/>
                        </a:lnTo>
                        <a:lnTo>
                          <a:pt x="17" y="642"/>
                        </a:lnTo>
                        <a:lnTo>
                          <a:pt x="11" y="617"/>
                        </a:lnTo>
                        <a:lnTo>
                          <a:pt x="6" y="592"/>
                        </a:lnTo>
                        <a:lnTo>
                          <a:pt x="3" y="566"/>
                        </a:lnTo>
                        <a:lnTo>
                          <a:pt x="0" y="540"/>
                        </a:lnTo>
                        <a:lnTo>
                          <a:pt x="0" y="514"/>
                        </a:lnTo>
                        <a:lnTo>
                          <a:pt x="0" y="488"/>
                        </a:lnTo>
                        <a:lnTo>
                          <a:pt x="3" y="462"/>
                        </a:lnTo>
                        <a:lnTo>
                          <a:pt x="6" y="436"/>
                        </a:lnTo>
                        <a:lnTo>
                          <a:pt x="11" y="411"/>
                        </a:lnTo>
                        <a:lnTo>
                          <a:pt x="17" y="386"/>
                        </a:lnTo>
                        <a:lnTo>
                          <a:pt x="23" y="362"/>
                        </a:lnTo>
                        <a:lnTo>
                          <a:pt x="32" y="338"/>
                        </a:lnTo>
                        <a:lnTo>
                          <a:pt x="41" y="314"/>
                        </a:lnTo>
                        <a:lnTo>
                          <a:pt x="51" y="291"/>
                        </a:lnTo>
                        <a:lnTo>
                          <a:pt x="62" y="270"/>
                        </a:lnTo>
                        <a:lnTo>
                          <a:pt x="74" y="248"/>
                        </a:lnTo>
                        <a:lnTo>
                          <a:pt x="88" y="227"/>
                        </a:lnTo>
                        <a:lnTo>
                          <a:pt x="103" y="207"/>
                        </a:lnTo>
                        <a:lnTo>
                          <a:pt x="118" y="188"/>
                        </a:lnTo>
                        <a:lnTo>
                          <a:pt x="134" y="169"/>
                        </a:lnTo>
                        <a:lnTo>
                          <a:pt x="151" y="151"/>
                        </a:lnTo>
                        <a:lnTo>
                          <a:pt x="169" y="134"/>
                        </a:lnTo>
                        <a:lnTo>
                          <a:pt x="187" y="117"/>
                        </a:lnTo>
                        <a:lnTo>
                          <a:pt x="207" y="102"/>
                        </a:lnTo>
                        <a:lnTo>
                          <a:pt x="227" y="88"/>
                        </a:lnTo>
                        <a:lnTo>
                          <a:pt x="248" y="75"/>
                        </a:lnTo>
                        <a:lnTo>
                          <a:pt x="270" y="62"/>
                        </a:lnTo>
                        <a:lnTo>
                          <a:pt x="292" y="51"/>
                        </a:lnTo>
                        <a:lnTo>
                          <a:pt x="314" y="40"/>
                        </a:lnTo>
                        <a:lnTo>
                          <a:pt x="337" y="32"/>
                        </a:lnTo>
                        <a:lnTo>
                          <a:pt x="361" y="24"/>
                        </a:lnTo>
                        <a:lnTo>
                          <a:pt x="386" y="16"/>
                        </a:lnTo>
                        <a:lnTo>
                          <a:pt x="411" y="11"/>
                        </a:lnTo>
                        <a:lnTo>
                          <a:pt x="436" y="7"/>
                        </a:lnTo>
                        <a:lnTo>
                          <a:pt x="461" y="3"/>
                        </a:lnTo>
                        <a:lnTo>
                          <a:pt x="487" y="1"/>
                        </a:lnTo>
                        <a:lnTo>
                          <a:pt x="514" y="0"/>
                        </a:lnTo>
                        <a:close/>
                      </a:path>
                    </a:pathLst>
                  </a:custGeom>
                  <a:solidFill>
                    <a:srgbClr val="00A7D1"/>
                  </a:solidFill>
                  <a:ln>
                    <a:noFill/>
                  </a:ln>
                </p:spPr>
                <p:txBody>
                  <a:bodyPr/>
                  <a:lstStyle/>
                  <a:p>
                    <a:pPr>
                      <a:defRPr/>
                    </a:pPr>
                    <a:endParaRPr lang="en-US" sz="1050">
                      <a:latin typeface="+mj-lt"/>
                    </a:endParaRPr>
                  </a:p>
                </p:txBody>
              </p:sp>
              <p:sp>
                <p:nvSpPr>
                  <p:cNvPr id="41599" name="Freeform 378">
                    <a:extLst>
                      <a:ext uri="{FF2B5EF4-FFF2-40B4-BE49-F238E27FC236}">
                        <a16:creationId xmlns="" xmlns:a16="http://schemas.microsoft.com/office/drawing/2014/main" id="{8B45E7FA-3C8D-DCC7-C918-D66285AFFBDA}"/>
                      </a:ext>
                    </a:extLst>
                  </p:cNvPr>
                  <p:cNvSpPr>
                    <a:spLocks/>
                  </p:cNvSpPr>
                  <p:nvPr/>
                </p:nvSpPr>
                <p:spPr bwMode="auto">
                  <a:xfrm>
                    <a:off x="3491" y="2913"/>
                    <a:ext cx="99" cy="110"/>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603"/>
                        </a:moveTo>
                        <a:lnTo>
                          <a:pt x="603" y="603"/>
                        </a:lnTo>
                        <a:lnTo>
                          <a:pt x="602" y="572"/>
                        </a:lnTo>
                        <a:lnTo>
                          <a:pt x="600" y="541"/>
                        </a:lnTo>
                        <a:lnTo>
                          <a:pt x="597" y="512"/>
                        </a:lnTo>
                        <a:lnTo>
                          <a:pt x="591" y="481"/>
                        </a:lnTo>
                        <a:lnTo>
                          <a:pt x="584" y="452"/>
                        </a:lnTo>
                        <a:lnTo>
                          <a:pt x="576" y="424"/>
                        </a:lnTo>
                        <a:lnTo>
                          <a:pt x="566" y="396"/>
                        </a:lnTo>
                        <a:lnTo>
                          <a:pt x="555" y="368"/>
                        </a:lnTo>
                        <a:lnTo>
                          <a:pt x="543" y="341"/>
                        </a:lnTo>
                        <a:lnTo>
                          <a:pt x="530" y="316"/>
                        </a:lnTo>
                        <a:lnTo>
                          <a:pt x="515" y="290"/>
                        </a:lnTo>
                        <a:lnTo>
                          <a:pt x="500" y="266"/>
                        </a:lnTo>
                        <a:lnTo>
                          <a:pt x="483" y="242"/>
                        </a:lnTo>
                        <a:lnTo>
                          <a:pt x="465" y="219"/>
                        </a:lnTo>
                        <a:lnTo>
                          <a:pt x="446" y="198"/>
                        </a:lnTo>
                        <a:lnTo>
                          <a:pt x="426" y="177"/>
                        </a:lnTo>
                        <a:lnTo>
                          <a:pt x="406" y="156"/>
                        </a:lnTo>
                        <a:lnTo>
                          <a:pt x="384" y="138"/>
                        </a:lnTo>
                        <a:lnTo>
                          <a:pt x="361" y="121"/>
                        </a:lnTo>
                        <a:lnTo>
                          <a:pt x="337" y="103"/>
                        </a:lnTo>
                        <a:lnTo>
                          <a:pt x="312" y="87"/>
                        </a:lnTo>
                        <a:lnTo>
                          <a:pt x="287" y="73"/>
                        </a:lnTo>
                        <a:lnTo>
                          <a:pt x="261" y="60"/>
                        </a:lnTo>
                        <a:lnTo>
                          <a:pt x="234" y="48"/>
                        </a:lnTo>
                        <a:lnTo>
                          <a:pt x="207" y="37"/>
                        </a:lnTo>
                        <a:lnTo>
                          <a:pt x="178" y="27"/>
                        </a:lnTo>
                        <a:lnTo>
                          <a:pt x="150" y="18"/>
                        </a:lnTo>
                        <a:lnTo>
                          <a:pt x="121" y="12"/>
                        </a:lnTo>
                        <a:lnTo>
                          <a:pt x="92" y="7"/>
                        </a:lnTo>
                        <a:lnTo>
                          <a:pt x="61" y="3"/>
                        </a:lnTo>
                        <a:lnTo>
                          <a:pt x="31" y="1"/>
                        </a:lnTo>
                        <a:lnTo>
                          <a:pt x="0" y="0"/>
                        </a:lnTo>
                        <a:lnTo>
                          <a:pt x="0" y="179"/>
                        </a:lnTo>
                        <a:lnTo>
                          <a:pt x="22" y="179"/>
                        </a:lnTo>
                        <a:lnTo>
                          <a:pt x="43" y="181"/>
                        </a:lnTo>
                        <a:lnTo>
                          <a:pt x="64" y="184"/>
                        </a:lnTo>
                        <a:lnTo>
                          <a:pt x="85" y="188"/>
                        </a:lnTo>
                        <a:lnTo>
                          <a:pt x="106" y="192"/>
                        </a:lnTo>
                        <a:lnTo>
                          <a:pt x="125" y="198"/>
                        </a:lnTo>
                        <a:lnTo>
                          <a:pt x="145" y="205"/>
                        </a:lnTo>
                        <a:lnTo>
                          <a:pt x="164" y="212"/>
                        </a:lnTo>
                        <a:lnTo>
                          <a:pt x="183" y="221"/>
                        </a:lnTo>
                        <a:lnTo>
                          <a:pt x="201" y="230"/>
                        </a:lnTo>
                        <a:lnTo>
                          <a:pt x="220" y="240"/>
                        </a:lnTo>
                        <a:lnTo>
                          <a:pt x="236" y="252"/>
                        </a:lnTo>
                        <a:lnTo>
                          <a:pt x="253" y="263"/>
                        </a:lnTo>
                        <a:lnTo>
                          <a:pt x="269" y="276"/>
                        </a:lnTo>
                        <a:lnTo>
                          <a:pt x="285" y="289"/>
                        </a:lnTo>
                        <a:lnTo>
                          <a:pt x="300" y="303"/>
                        </a:lnTo>
                        <a:lnTo>
                          <a:pt x="313" y="318"/>
                        </a:lnTo>
                        <a:lnTo>
                          <a:pt x="327" y="334"/>
                        </a:lnTo>
                        <a:lnTo>
                          <a:pt x="339" y="350"/>
                        </a:lnTo>
                        <a:lnTo>
                          <a:pt x="351" y="366"/>
                        </a:lnTo>
                        <a:lnTo>
                          <a:pt x="362" y="384"/>
                        </a:lnTo>
                        <a:lnTo>
                          <a:pt x="373" y="401"/>
                        </a:lnTo>
                        <a:lnTo>
                          <a:pt x="382" y="419"/>
                        </a:lnTo>
                        <a:lnTo>
                          <a:pt x="390" y="438"/>
                        </a:lnTo>
                        <a:lnTo>
                          <a:pt x="398" y="457"/>
                        </a:lnTo>
                        <a:lnTo>
                          <a:pt x="404" y="477"/>
                        </a:lnTo>
                        <a:lnTo>
                          <a:pt x="411" y="498"/>
                        </a:lnTo>
                        <a:lnTo>
                          <a:pt x="415" y="517"/>
                        </a:lnTo>
                        <a:lnTo>
                          <a:pt x="419" y="538"/>
                        </a:lnTo>
                        <a:lnTo>
                          <a:pt x="422" y="560"/>
                        </a:lnTo>
                        <a:lnTo>
                          <a:pt x="423" y="581"/>
                        </a:lnTo>
                        <a:lnTo>
                          <a:pt x="424" y="603"/>
                        </a:lnTo>
                        <a:lnTo>
                          <a:pt x="603" y="603"/>
                        </a:lnTo>
                        <a:close/>
                      </a:path>
                    </a:pathLst>
                  </a:custGeom>
                  <a:solidFill>
                    <a:srgbClr val="00A7D1"/>
                  </a:solidFill>
                  <a:ln>
                    <a:noFill/>
                  </a:ln>
                </p:spPr>
                <p:txBody>
                  <a:bodyPr/>
                  <a:lstStyle/>
                  <a:p>
                    <a:pPr>
                      <a:defRPr/>
                    </a:pPr>
                    <a:endParaRPr lang="en-US" sz="1050">
                      <a:latin typeface="+mj-lt"/>
                    </a:endParaRPr>
                  </a:p>
                </p:txBody>
              </p:sp>
              <p:sp>
                <p:nvSpPr>
                  <p:cNvPr id="41600" name="Freeform 379">
                    <a:extLst>
                      <a:ext uri="{FF2B5EF4-FFF2-40B4-BE49-F238E27FC236}">
                        <a16:creationId xmlns="" xmlns:a16="http://schemas.microsoft.com/office/drawing/2014/main" id="{0FF65CC3-999B-B844-B4CE-CEFC6DC15A60}"/>
                      </a:ext>
                    </a:extLst>
                  </p:cNvPr>
                  <p:cNvSpPr>
                    <a:spLocks/>
                  </p:cNvSpPr>
                  <p:nvPr/>
                </p:nvSpPr>
                <p:spPr bwMode="auto">
                  <a:xfrm>
                    <a:off x="3491" y="3014"/>
                    <a:ext cx="99" cy="98"/>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0" y="603"/>
                        </a:moveTo>
                        <a:lnTo>
                          <a:pt x="0" y="603"/>
                        </a:lnTo>
                        <a:lnTo>
                          <a:pt x="31" y="602"/>
                        </a:lnTo>
                        <a:lnTo>
                          <a:pt x="61" y="600"/>
                        </a:lnTo>
                        <a:lnTo>
                          <a:pt x="92" y="597"/>
                        </a:lnTo>
                        <a:lnTo>
                          <a:pt x="121" y="591"/>
                        </a:lnTo>
                        <a:lnTo>
                          <a:pt x="150" y="585"/>
                        </a:lnTo>
                        <a:lnTo>
                          <a:pt x="178" y="576"/>
                        </a:lnTo>
                        <a:lnTo>
                          <a:pt x="207" y="566"/>
                        </a:lnTo>
                        <a:lnTo>
                          <a:pt x="235" y="555"/>
                        </a:lnTo>
                        <a:lnTo>
                          <a:pt x="261" y="543"/>
                        </a:lnTo>
                        <a:lnTo>
                          <a:pt x="287" y="530"/>
                        </a:lnTo>
                        <a:lnTo>
                          <a:pt x="312" y="515"/>
                        </a:lnTo>
                        <a:lnTo>
                          <a:pt x="337" y="500"/>
                        </a:lnTo>
                        <a:lnTo>
                          <a:pt x="361" y="482"/>
                        </a:lnTo>
                        <a:lnTo>
                          <a:pt x="384" y="465"/>
                        </a:lnTo>
                        <a:lnTo>
                          <a:pt x="406" y="447"/>
                        </a:lnTo>
                        <a:lnTo>
                          <a:pt x="426" y="426"/>
                        </a:lnTo>
                        <a:lnTo>
                          <a:pt x="446" y="405"/>
                        </a:lnTo>
                        <a:lnTo>
                          <a:pt x="465" y="384"/>
                        </a:lnTo>
                        <a:lnTo>
                          <a:pt x="483" y="361"/>
                        </a:lnTo>
                        <a:lnTo>
                          <a:pt x="500" y="337"/>
                        </a:lnTo>
                        <a:lnTo>
                          <a:pt x="515" y="313"/>
                        </a:lnTo>
                        <a:lnTo>
                          <a:pt x="530" y="287"/>
                        </a:lnTo>
                        <a:lnTo>
                          <a:pt x="543" y="261"/>
                        </a:lnTo>
                        <a:lnTo>
                          <a:pt x="555" y="235"/>
                        </a:lnTo>
                        <a:lnTo>
                          <a:pt x="566" y="208"/>
                        </a:lnTo>
                        <a:lnTo>
                          <a:pt x="576" y="179"/>
                        </a:lnTo>
                        <a:lnTo>
                          <a:pt x="584" y="150"/>
                        </a:lnTo>
                        <a:lnTo>
                          <a:pt x="591" y="121"/>
                        </a:lnTo>
                        <a:lnTo>
                          <a:pt x="597" y="91"/>
                        </a:lnTo>
                        <a:lnTo>
                          <a:pt x="600" y="61"/>
                        </a:lnTo>
                        <a:lnTo>
                          <a:pt x="602" y="30"/>
                        </a:lnTo>
                        <a:lnTo>
                          <a:pt x="603" y="0"/>
                        </a:lnTo>
                        <a:lnTo>
                          <a:pt x="424" y="0"/>
                        </a:lnTo>
                        <a:lnTo>
                          <a:pt x="423" y="22"/>
                        </a:lnTo>
                        <a:lnTo>
                          <a:pt x="422" y="44"/>
                        </a:lnTo>
                        <a:lnTo>
                          <a:pt x="419" y="64"/>
                        </a:lnTo>
                        <a:lnTo>
                          <a:pt x="415" y="85"/>
                        </a:lnTo>
                        <a:lnTo>
                          <a:pt x="411" y="105"/>
                        </a:lnTo>
                        <a:lnTo>
                          <a:pt x="404" y="126"/>
                        </a:lnTo>
                        <a:lnTo>
                          <a:pt x="398" y="146"/>
                        </a:lnTo>
                        <a:lnTo>
                          <a:pt x="390" y="165"/>
                        </a:lnTo>
                        <a:lnTo>
                          <a:pt x="382" y="184"/>
                        </a:lnTo>
                        <a:lnTo>
                          <a:pt x="373" y="202"/>
                        </a:lnTo>
                        <a:lnTo>
                          <a:pt x="362" y="220"/>
                        </a:lnTo>
                        <a:lnTo>
                          <a:pt x="351" y="237"/>
                        </a:lnTo>
                        <a:lnTo>
                          <a:pt x="339" y="253"/>
                        </a:lnTo>
                        <a:lnTo>
                          <a:pt x="327" y="270"/>
                        </a:lnTo>
                        <a:lnTo>
                          <a:pt x="313" y="285"/>
                        </a:lnTo>
                        <a:lnTo>
                          <a:pt x="299" y="299"/>
                        </a:lnTo>
                        <a:lnTo>
                          <a:pt x="285" y="314"/>
                        </a:lnTo>
                        <a:lnTo>
                          <a:pt x="269" y="327"/>
                        </a:lnTo>
                        <a:lnTo>
                          <a:pt x="253" y="340"/>
                        </a:lnTo>
                        <a:lnTo>
                          <a:pt x="236" y="351"/>
                        </a:lnTo>
                        <a:lnTo>
                          <a:pt x="219" y="363"/>
                        </a:lnTo>
                        <a:lnTo>
                          <a:pt x="201" y="373"/>
                        </a:lnTo>
                        <a:lnTo>
                          <a:pt x="183" y="383"/>
                        </a:lnTo>
                        <a:lnTo>
                          <a:pt x="164" y="391"/>
                        </a:lnTo>
                        <a:lnTo>
                          <a:pt x="145" y="398"/>
                        </a:lnTo>
                        <a:lnTo>
                          <a:pt x="125" y="405"/>
                        </a:lnTo>
                        <a:lnTo>
                          <a:pt x="106" y="411"/>
                        </a:lnTo>
                        <a:lnTo>
                          <a:pt x="85" y="415"/>
                        </a:lnTo>
                        <a:lnTo>
                          <a:pt x="64" y="419"/>
                        </a:lnTo>
                        <a:lnTo>
                          <a:pt x="44" y="422"/>
                        </a:lnTo>
                        <a:lnTo>
                          <a:pt x="22" y="424"/>
                        </a:lnTo>
                        <a:lnTo>
                          <a:pt x="0" y="424"/>
                        </a:lnTo>
                        <a:lnTo>
                          <a:pt x="0" y="603"/>
                        </a:lnTo>
                        <a:close/>
                      </a:path>
                    </a:pathLst>
                  </a:custGeom>
                  <a:solidFill>
                    <a:srgbClr val="00A7D1"/>
                  </a:solidFill>
                  <a:ln>
                    <a:noFill/>
                  </a:ln>
                </p:spPr>
                <p:txBody>
                  <a:bodyPr/>
                  <a:lstStyle/>
                  <a:p>
                    <a:pPr>
                      <a:defRPr/>
                    </a:pPr>
                    <a:endParaRPr lang="en-US" sz="1050">
                      <a:latin typeface="+mj-lt"/>
                    </a:endParaRPr>
                  </a:p>
                </p:txBody>
              </p:sp>
              <p:sp>
                <p:nvSpPr>
                  <p:cNvPr id="41601" name="Freeform 380">
                    <a:extLst>
                      <a:ext uri="{FF2B5EF4-FFF2-40B4-BE49-F238E27FC236}">
                        <a16:creationId xmlns="" xmlns:a16="http://schemas.microsoft.com/office/drawing/2014/main" id="{B7A999DC-7510-EAE7-F9B2-169ED48B097E}"/>
                      </a:ext>
                    </a:extLst>
                  </p:cNvPr>
                  <p:cNvSpPr>
                    <a:spLocks/>
                  </p:cNvSpPr>
                  <p:nvPr/>
                </p:nvSpPr>
                <p:spPr bwMode="auto">
                  <a:xfrm>
                    <a:off x="3392" y="3014"/>
                    <a:ext cx="99" cy="98"/>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0" y="0"/>
                        </a:moveTo>
                        <a:lnTo>
                          <a:pt x="0" y="0"/>
                        </a:lnTo>
                        <a:lnTo>
                          <a:pt x="1" y="30"/>
                        </a:lnTo>
                        <a:lnTo>
                          <a:pt x="4" y="61"/>
                        </a:lnTo>
                        <a:lnTo>
                          <a:pt x="8" y="91"/>
                        </a:lnTo>
                        <a:lnTo>
                          <a:pt x="13" y="121"/>
                        </a:lnTo>
                        <a:lnTo>
                          <a:pt x="20" y="150"/>
                        </a:lnTo>
                        <a:lnTo>
                          <a:pt x="27" y="179"/>
                        </a:lnTo>
                        <a:lnTo>
                          <a:pt x="37" y="208"/>
                        </a:lnTo>
                        <a:lnTo>
                          <a:pt x="48" y="235"/>
                        </a:lnTo>
                        <a:lnTo>
                          <a:pt x="60" y="261"/>
                        </a:lnTo>
                        <a:lnTo>
                          <a:pt x="74" y="287"/>
                        </a:lnTo>
                        <a:lnTo>
                          <a:pt x="88" y="313"/>
                        </a:lnTo>
                        <a:lnTo>
                          <a:pt x="103" y="337"/>
                        </a:lnTo>
                        <a:lnTo>
                          <a:pt x="121" y="361"/>
                        </a:lnTo>
                        <a:lnTo>
                          <a:pt x="138" y="384"/>
                        </a:lnTo>
                        <a:lnTo>
                          <a:pt x="158" y="405"/>
                        </a:lnTo>
                        <a:lnTo>
                          <a:pt x="177" y="426"/>
                        </a:lnTo>
                        <a:lnTo>
                          <a:pt x="198" y="447"/>
                        </a:lnTo>
                        <a:lnTo>
                          <a:pt x="221" y="465"/>
                        </a:lnTo>
                        <a:lnTo>
                          <a:pt x="244" y="482"/>
                        </a:lnTo>
                        <a:lnTo>
                          <a:pt x="266" y="500"/>
                        </a:lnTo>
                        <a:lnTo>
                          <a:pt x="291" y="515"/>
                        </a:lnTo>
                        <a:lnTo>
                          <a:pt x="316" y="530"/>
                        </a:lnTo>
                        <a:lnTo>
                          <a:pt x="342" y="543"/>
                        </a:lnTo>
                        <a:lnTo>
                          <a:pt x="370" y="555"/>
                        </a:lnTo>
                        <a:lnTo>
                          <a:pt x="397" y="566"/>
                        </a:lnTo>
                        <a:lnTo>
                          <a:pt x="425" y="576"/>
                        </a:lnTo>
                        <a:lnTo>
                          <a:pt x="453" y="585"/>
                        </a:lnTo>
                        <a:lnTo>
                          <a:pt x="483" y="591"/>
                        </a:lnTo>
                        <a:lnTo>
                          <a:pt x="512" y="597"/>
                        </a:lnTo>
                        <a:lnTo>
                          <a:pt x="542" y="600"/>
                        </a:lnTo>
                        <a:lnTo>
                          <a:pt x="573" y="602"/>
                        </a:lnTo>
                        <a:lnTo>
                          <a:pt x="604" y="603"/>
                        </a:lnTo>
                        <a:lnTo>
                          <a:pt x="604" y="424"/>
                        </a:lnTo>
                        <a:lnTo>
                          <a:pt x="581" y="424"/>
                        </a:lnTo>
                        <a:lnTo>
                          <a:pt x="560" y="422"/>
                        </a:lnTo>
                        <a:lnTo>
                          <a:pt x="539" y="419"/>
                        </a:lnTo>
                        <a:lnTo>
                          <a:pt x="518" y="415"/>
                        </a:lnTo>
                        <a:lnTo>
                          <a:pt x="498" y="411"/>
                        </a:lnTo>
                        <a:lnTo>
                          <a:pt x="478" y="405"/>
                        </a:lnTo>
                        <a:lnTo>
                          <a:pt x="459" y="398"/>
                        </a:lnTo>
                        <a:lnTo>
                          <a:pt x="439" y="391"/>
                        </a:lnTo>
                        <a:lnTo>
                          <a:pt x="421" y="383"/>
                        </a:lnTo>
                        <a:lnTo>
                          <a:pt x="402" y="373"/>
                        </a:lnTo>
                        <a:lnTo>
                          <a:pt x="385" y="363"/>
                        </a:lnTo>
                        <a:lnTo>
                          <a:pt x="367" y="351"/>
                        </a:lnTo>
                        <a:lnTo>
                          <a:pt x="350" y="340"/>
                        </a:lnTo>
                        <a:lnTo>
                          <a:pt x="335" y="327"/>
                        </a:lnTo>
                        <a:lnTo>
                          <a:pt x="320" y="314"/>
                        </a:lnTo>
                        <a:lnTo>
                          <a:pt x="304" y="300"/>
                        </a:lnTo>
                        <a:lnTo>
                          <a:pt x="290" y="285"/>
                        </a:lnTo>
                        <a:lnTo>
                          <a:pt x="277" y="270"/>
                        </a:lnTo>
                        <a:lnTo>
                          <a:pt x="264" y="253"/>
                        </a:lnTo>
                        <a:lnTo>
                          <a:pt x="252" y="237"/>
                        </a:lnTo>
                        <a:lnTo>
                          <a:pt x="241" y="220"/>
                        </a:lnTo>
                        <a:lnTo>
                          <a:pt x="231" y="202"/>
                        </a:lnTo>
                        <a:lnTo>
                          <a:pt x="222" y="184"/>
                        </a:lnTo>
                        <a:lnTo>
                          <a:pt x="213" y="165"/>
                        </a:lnTo>
                        <a:lnTo>
                          <a:pt x="206" y="146"/>
                        </a:lnTo>
                        <a:lnTo>
                          <a:pt x="199" y="126"/>
                        </a:lnTo>
                        <a:lnTo>
                          <a:pt x="194" y="105"/>
                        </a:lnTo>
                        <a:lnTo>
                          <a:pt x="188" y="85"/>
                        </a:lnTo>
                        <a:lnTo>
                          <a:pt x="185" y="64"/>
                        </a:lnTo>
                        <a:lnTo>
                          <a:pt x="182" y="44"/>
                        </a:lnTo>
                        <a:lnTo>
                          <a:pt x="181" y="22"/>
                        </a:lnTo>
                        <a:lnTo>
                          <a:pt x="181" y="0"/>
                        </a:lnTo>
                        <a:lnTo>
                          <a:pt x="0" y="0"/>
                        </a:lnTo>
                        <a:close/>
                      </a:path>
                    </a:pathLst>
                  </a:custGeom>
                  <a:solidFill>
                    <a:srgbClr val="00A7D1"/>
                  </a:solidFill>
                  <a:ln>
                    <a:noFill/>
                  </a:ln>
                </p:spPr>
                <p:txBody>
                  <a:bodyPr/>
                  <a:lstStyle/>
                  <a:p>
                    <a:pPr>
                      <a:defRPr/>
                    </a:pPr>
                    <a:endParaRPr lang="en-US" sz="1050">
                      <a:latin typeface="+mj-lt"/>
                    </a:endParaRPr>
                  </a:p>
                </p:txBody>
              </p:sp>
              <p:sp>
                <p:nvSpPr>
                  <p:cNvPr id="41602" name="Freeform 381">
                    <a:extLst>
                      <a:ext uri="{FF2B5EF4-FFF2-40B4-BE49-F238E27FC236}">
                        <a16:creationId xmlns="" xmlns:a16="http://schemas.microsoft.com/office/drawing/2014/main" id="{AA074EA5-143A-064E-F3D6-961D0F438E37}"/>
                      </a:ext>
                    </a:extLst>
                  </p:cNvPr>
                  <p:cNvSpPr>
                    <a:spLocks/>
                  </p:cNvSpPr>
                  <p:nvPr/>
                </p:nvSpPr>
                <p:spPr bwMode="auto">
                  <a:xfrm>
                    <a:off x="3392" y="2913"/>
                    <a:ext cx="99" cy="110"/>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604" y="0"/>
                        </a:moveTo>
                        <a:lnTo>
                          <a:pt x="604" y="0"/>
                        </a:lnTo>
                        <a:lnTo>
                          <a:pt x="573" y="1"/>
                        </a:lnTo>
                        <a:lnTo>
                          <a:pt x="542" y="3"/>
                        </a:lnTo>
                        <a:lnTo>
                          <a:pt x="512" y="7"/>
                        </a:lnTo>
                        <a:lnTo>
                          <a:pt x="483" y="12"/>
                        </a:lnTo>
                        <a:lnTo>
                          <a:pt x="453" y="18"/>
                        </a:lnTo>
                        <a:lnTo>
                          <a:pt x="425" y="27"/>
                        </a:lnTo>
                        <a:lnTo>
                          <a:pt x="397" y="37"/>
                        </a:lnTo>
                        <a:lnTo>
                          <a:pt x="370" y="48"/>
                        </a:lnTo>
                        <a:lnTo>
                          <a:pt x="342" y="60"/>
                        </a:lnTo>
                        <a:lnTo>
                          <a:pt x="316" y="73"/>
                        </a:lnTo>
                        <a:lnTo>
                          <a:pt x="291" y="87"/>
                        </a:lnTo>
                        <a:lnTo>
                          <a:pt x="266" y="103"/>
                        </a:lnTo>
                        <a:lnTo>
                          <a:pt x="244" y="121"/>
                        </a:lnTo>
                        <a:lnTo>
                          <a:pt x="221" y="138"/>
                        </a:lnTo>
                        <a:lnTo>
                          <a:pt x="198" y="156"/>
                        </a:lnTo>
                        <a:lnTo>
                          <a:pt x="177" y="177"/>
                        </a:lnTo>
                        <a:lnTo>
                          <a:pt x="158" y="198"/>
                        </a:lnTo>
                        <a:lnTo>
                          <a:pt x="138" y="219"/>
                        </a:lnTo>
                        <a:lnTo>
                          <a:pt x="121" y="242"/>
                        </a:lnTo>
                        <a:lnTo>
                          <a:pt x="103" y="266"/>
                        </a:lnTo>
                        <a:lnTo>
                          <a:pt x="88" y="290"/>
                        </a:lnTo>
                        <a:lnTo>
                          <a:pt x="74" y="316"/>
                        </a:lnTo>
                        <a:lnTo>
                          <a:pt x="60" y="341"/>
                        </a:lnTo>
                        <a:lnTo>
                          <a:pt x="48" y="368"/>
                        </a:lnTo>
                        <a:lnTo>
                          <a:pt x="37" y="396"/>
                        </a:lnTo>
                        <a:lnTo>
                          <a:pt x="27" y="424"/>
                        </a:lnTo>
                        <a:lnTo>
                          <a:pt x="20" y="453"/>
                        </a:lnTo>
                        <a:lnTo>
                          <a:pt x="13" y="481"/>
                        </a:lnTo>
                        <a:lnTo>
                          <a:pt x="8" y="512"/>
                        </a:lnTo>
                        <a:lnTo>
                          <a:pt x="4" y="542"/>
                        </a:lnTo>
                        <a:lnTo>
                          <a:pt x="1" y="573"/>
                        </a:lnTo>
                        <a:lnTo>
                          <a:pt x="0" y="603"/>
                        </a:lnTo>
                        <a:lnTo>
                          <a:pt x="181" y="603"/>
                        </a:lnTo>
                        <a:lnTo>
                          <a:pt x="181" y="580"/>
                        </a:lnTo>
                        <a:lnTo>
                          <a:pt x="182" y="560"/>
                        </a:lnTo>
                        <a:lnTo>
                          <a:pt x="185" y="538"/>
                        </a:lnTo>
                        <a:lnTo>
                          <a:pt x="188" y="517"/>
                        </a:lnTo>
                        <a:lnTo>
                          <a:pt x="194" y="497"/>
                        </a:lnTo>
                        <a:lnTo>
                          <a:pt x="199" y="477"/>
                        </a:lnTo>
                        <a:lnTo>
                          <a:pt x="206" y="457"/>
                        </a:lnTo>
                        <a:lnTo>
                          <a:pt x="213" y="438"/>
                        </a:lnTo>
                        <a:lnTo>
                          <a:pt x="222" y="419"/>
                        </a:lnTo>
                        <a:lnTo>
                          <a:pt x="231" y="401"/>
                        </a:lnTo>
                        <a:lnTo>
                          <a:pt x="241" y="384"/>
                        </a:lnTo>
                        <a:lnTo>
                          <a:pt x="252" y="366"/>
                        </a:lnTo>
                        <a:lnTo>
                          <a:pt x="264" y="350"/>
                        </a:lnTo>
                        <a:lnTo>
                          <a:pt x="277" y="334"/>
                        </a:lnTo>
                        <a:lnTo>
                          <a:pt x="290" y="318"/>
                        </a:lnTo>
                        <a:lnTo>
                          <a:pt x="304" y="303"/>
                        </a:lnTo>
                        <a:lnTo>
                          <a:pt x="320" y="289"/>
                        </a:lnTo>
                        <a:lnTo>
                          <a:pt x="335" y="276"/>
                        </a:lnTo>
                        <a:lnTo>
                          <a:pt x="350" y="263"/>
                        </a:lnTo>
                        <a:lnTo>
                          <a:pt x="367" y="252"/>
                        </a:lnTo>
                        <a:lnTo>
                          <a:pt x="385" y="240"/>
                        </a:lnTo>
                        <a:lnTo>
                          <a:pt x="402" y="230"/>
                        </a:lnTo>
                        <a:lnTo>
                          <a:pt x="421" y="221"/>
                        </a:lnTo>
                        <a:lnTo>
                          <a:pt x="439" y="212"/>
                        </a:lnTo>
                        <a:lnTo>
                          <a:pt x="459" y="205"/>
                        </a:lnTo>
                        <a:lnTo>
                          <a:pt x="478" y="198"/>
                        </a:lnTo>
                        <a:lnTo>
                          <a:pt x="498" y="192"/>
                        </a:lnTo>
                        <a:lnTo>
                          <a:pt x="518" y="188"/>
                        </a:lnTo>
                        <a:lnTo>
                          <a:pt x="539" y="184"/>
                        </a:lnTo>
                        <a:lnTo>
                          <a:pt x="561" y="181"/>
                        </a:lnTo>
                        <a:lnTo>
                          <a:pt x="581" y="179"/>
                        </a:lnTo>
                        <a:lnTo>
                          <a:pt x="604" y="179"/>
                        </a:lnTo>
                        <a:lnTo>
                          <a:pt x="604" y="0"/>
                        </a:lnTo>
                        <a:close/>
                      </a:path>
                    </a:pathLst>
                  </a:custGeom>
                  <a:solidFill>
                    <a:srgbClr val="00A7D1"/>
                  </a:solidFill>
                  <a:ln>
                    <a:noFill/>
                  </a:ln>
                </p:spPr>
                <p:txBody>
                  <a:bodyPr/>
                  <a:lstStyle/>
                  <a:p>
                    <a:pPr>
                      <a:defRPr/>
                    </a:pPr>
                    <a:endParaRPr lang="en-US" sz="1050">
                      <a:latin typeface="+mj-lt"/>
                    </a:endParaRPr>
                  </a:p>
                </p:txBody>
              </p:sp>
              <p:sp>
                <p:nvSpPr>
                  <p:cNvPr id="41603" name="Freeform 382">
                    <a:extLst>
                      <a:ext uri="{FF2B5EF4-FFF2-40B4-BE49-F238E27FC236}">
                        <a16:creationId xmlns="" xmlns:a16="http://schemas.microsoft.com/office/drawing/2014/main" id="{4581408D-3049-A7D7-53AC-C3343045F8A8}"/>
                      </a:ext>
                    </a:extLst>
                  </p:cNvPr>
                  <p:cNvSpPr>
                    <a:spLocks/>
                  </p:cNvSpPr>
                  <p:nvPr/>
                </p:nvSpPr>
                <p:spPr bwMode="auto">
                  <a:xfrm>
                    <a:off x="3229" y="2917"/>
                    <a:ext cx="168" cy="171"/>
                  </a:xfrm>
                  <a:custGeom>
                    <a:avLst/>
                    <a:gdLst>
                      <a:gd name="T0" fmla="*/ 0 w 1028"/>
                      <a:gd name="T1" fmla="*/ 0 h 1027"/>
                      <a:gd name="T2" fmla="*/ 0 w 1028"/>
                      <a:gd name="T3" fmla="*/ 0 h 1027"/>
                      <a:gd name="T4" fmla="*/ 0 w 1028"/>
                      <a:gd name="T5" fmla="*/ 0 h 1027"/>
                      <a:gd name="T6" fmla="*/ 0 w 1028"/>
                      <a:gd name="T7" fmla="*/ 0 h 1027"/>
                      <a:gd name="T8" fmla="*/ 0 w 1028"/>
                      <a:gd name="T9" fmla="*/ 0 h 1027"/>
                      <a:gd name="T10" fmla="*/ 0 w 1028"/>
                      <a:gd name="T11" fmla="*/ 0 h 1027"/>
                      <a:gd name="T12" fmla="*/ 0 w 1028"/>
                      <a:gd name="T13" fmla="*/ 0 h 1027"/>
                      <a:gd name="T14" fmla="*/ 0 w 1028"/>
                      <a:gd name="T15" fmla="*/ 0 h 1027"/>
                      <a:gd name="T16" fmla="*/ 0 w 1028"/>
                      <a:gd name="T17" fmla="*/ 0 h 1027"/>
                      <a:gd name="T18" fmla="*/ 0 w 1028"/>
                      <a:gd name="T19" fmla="*/ 0 h 1027"/>
                      <a:gd name="T20" fmla="*/ 0 w 1028"/>
                      <a:gd name="T21" fmla="*/ 0 h 1027"/>
                      <a:gd name="T22" fmla="*/ 0 w 1028"/>
                      <a:gd name="T23" fmla="*/ 0 h 1027"/>
                      <a:gd name="T24" fmla="*/ 0 w 1028"/>
                      <a:gd name="T25" fmla="*/ 0 h 1027"/>
                      <a:gd name="T26" fmla="*/ 0 w 1028"/>
                      <a:gd name="T27" fmla="*/ 0 h 1027"/>
                      <a:gd name="T28" fmla="*/ 0 w 1028"/>
                      <a:gd name="T29" fmla="*/ 0 h 1027"/>
                      <a:gd name="T30" fmla="*/ 0 w 1028"/>
                      <a:gd name="T31" fmla="*/ 0 h 1027"/>
                      <a:gd name="T32" fmla="*/ 0 w 1028"/>
                      <a:gd name="T33" fmla="*/ 0 h 1027"/>
                      <a:gd name="T34" fmla="*/ 0 w 1028"/>
                      <a:gd name="T35" fmla="*/ 0 h 1027"/>
                      <a:gd name="T36" fmla="*/ 0 w 1028"/>
                      <a:gd name="T37" fmla="*/ 0 h 1027"/>
                      <a:gd name="T38" fmla="*/ 0 w 1028"/>
                      <a:gd name="T39" fmla="*/ 0 h 1027"/>
                      <a:gd name="T40" fmla="*/ 0 w 1028"/>
                      <a:gd name="T41" fmla="*/ 0 h 1027"/>
                      <a:gd name="T42" fmla="*/ 0 w 1028"/>
                      <a:gd name="T43" fmla="*/ 0 h 1027"/>
                      <a:gd name="T44" fmla="*/ 0 w 1028"/>
                      <a:gd name="T45" fmla="*/ 0 h 1027"/>
                      <a:gd name="T46" fmla="*/ 0 w 1028"/>
                      <a:gd name="T47" fmla="*/ 0 h 1027"/>
                      <a:gd name="T48" fmla="*/ 0 w 1028"/>
                      <a:gd name="T49" fmla="*/ 0 h 1027"/>
                      <a:gd name="T50" fmla="*/ 0 w 1028"/>
                      <a:gd name="T51" fmla="*/ 0 h 1027"/>
                      <a:gd name="T52" fmla="*/ 0 w 1028"/>
                      <a:gd name="T53" fmla="*/ 0 h 1027"/>
                      <a:gd name="T54" fmla="*/ 0 w 1028"/>
                      <a:gd name="T55" fmla="*/ 0 h 1027"/>
                      <a:gd name="T56" fmla="*/ 0 w 1028"/>
                      <a:gd name="T57" fmla="*/ 0 h 1027"/>
                      <a:gd name="T58" fmla="*/ 0 w 1028"/>
                      <a:gd name="T59" fmla="*/ 0 h 1027"/>
                      <a:gd name="T60" fmla="*/ 0 w 1028"/>
                      <a:gd name="T61" fmla="*/ 0 h 1027"/>
                      <a:gd name="T62" fmla="*/ 0 w 1028"/>
                      <a:gd name="T63" fmla="*/ 0 h 1027"/>
                      <a:gd name="T64" fmla="*/ 0 w 1028"/>
                      <a:gd name="T65" fmla="*/ 0 h 1027"/>
                      <a:gd name="T66" fmla="*/ 0 w 1028"/>
                      <a:gd name="T67" fmla="*/ 0 h 1027"/>
                      <a:gd name="T68" fmla="*/ 0 w 1028"/>
                      <a:gd name="T69" fmla="*/ 0 h 1027"/>
                      <a:gd name="T70" fmla="*/ 0 w 1028"/>
                      <a:gd name="T71" fmla="*/ 0 h 1027"/>
                      <a:gd name="T72" fmla="*/ 0 w 1028"/>
                      <a:gd name="T73" fmla="*/ 0 h 1027"/>
                      <a:gd name="T74" fmla="*/ 0 w 1028"/>
                      <a:gd name="T75" fmla="*/ 0 h 1027"/>
                      <a:gd name="T76" fmla="*/ 0 w 1028"/>
                      <a:gd name="T77" fmla="*/ 0 h 1027"/>
                      <a:gd name="T78" fmla="*/ 0 w 1028"/>
                      <a:gd name="T79" fmla="*/ 0 h 1027"/>
                      <a:gd name="T80" fmla="*/ 0 w 1028"/>
                      <a:gd name="T81" fmla="*/ 0 h 1027"/>
                      <a:gd name="T82" fmla="*/ 0 w 1028"/>
                      <a:gd name="T83" fmla="*/ 0 h 1027"/>
                      <a:gd name="T84" fmla="*/ 0 w 1028"/>
                      <a:gd name="T85" fmla="*/ 0 h 102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28"/>
                      <a:gd name="T130" fmla="*/ 0 h 1027"/>
                      <a:gd name="T131" fmla="*/ 1028 w 1028"/>
                      <a:gd name="T132" fmla="*/ 1027 h 102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28" h="1027">
                        <a:moveTo>
                          <a:pt x="514" y="0"/>
                        </a:moveTo>
                        <a:lnTo>
                          <a:pt x="540" y="1"/>
                        </a:lnTo>
                        <a:lnTo>
                          <a:pt x="566" y="2"/>
                        </a:lnTo>
                        <a:lnTo>
                          <a:pt x="592" y="6"/>
                        </a:lnTo>
                        <a:lnTo>
                          <a:pt x="617" y="11"/>
                        </a:lnTo>
                        <a:lnTo>
                          <a:pt x="642" y="17"/>
                        </a:lnTo>
                        <a:lnTo>
                          <a:pt x="666" y="23"/>
                        </a:lnTo>
                        <a:lnTo>
                          <a:pt x="690" y="32"/>
                        </a:lnTo>
                        <a:lnTo>
                          <a:pt x="714" y="40"/>
                        </a:lnTo>
                        <a:lnTo>
                          <a:pt x="737" y="51"/>
                        </a:lnTo>
                        <a:lnTo>
                          <a:pt x="758" y="62"/>
                        </a:lnTo>
                        <a:lnTo>
                          <a:pt x="780" y="75"/>
                        </a:lnTo>
                        <a:lnTo>
                          <a:pt x="801" y="88"/>
                        </a:lnTo>
                        <a:lnTo>
                          <a:pt x="821" y="102"/>
                        </a:lnTo>
                        <a:lnTo>
                          <a:pt x="841" y="118"/>
                        </a:lnTo>
                        <a:lnTo>
                          <a:pt x="860" y="134"/>
                        </a:lnTo>
                        <a:lnTo>
                          <a:pt x="877" y="151"/>
                        </a:lnTo>
                        <a:lnTo>
                          <a:pt x="894" y="169"/>
                        </a:lnTo>
                        <a:lnTo>
                          <a:pt x="911" y="187"/>
                        </a:lnTo>
                        <a:lnTo>
                          <a:pt x="926" y="207"/>
                        </a:lnTo>
                        <a:lnTo>
                          <a:pt x="940" y="227"/>
                        </a:lnTo>
                        <a:lnTo>
                          <a:pt x="953" y="248"/>
                        </a:lnTo>
                        <a:lnTo>
                          <a:pt x="966" y="270"/>
                        </a:lnTo>
                        <a:lnTo>
                          <a:pt x="977" y="291"/>
                        </a:lnTo>
                        <a:lnTo>
                          <a:pt x="988" y="314"/>
                        </a:lnTo>
                        <a:lnTo>
                          <a:pt x="996" y="337"/>
                        </a:lnTo>
                        <a:lnTo>
                          <a:pt x="1005" y="361"/>
                        </a:lnTo>
                        <a:lnTo>
                          <a:pt x="1012" y="386"/>
                        </a:lnTo>
                        <a:lnTo>
                          <a:pt x="1017" y="411"/>
                        </a:lnTo>
                        <a:lnTo>
                          <a:pt x="1022" y="436"/>
                        </a:lnTo>
                        <a:lnTo>
                          <a:pt x="1026" y="461"/>
                        </a:lnTo>
                        <a:lnTo>
                          <a:pt x="1027" y="487"/>
                        </a:lnTo>
                        <a:lnTo>
                          <a:pt x="1028" y="514"/>
                        </a:lnTo>
                        <a:lnTo>
                          <a:pt x="1027" y="540"/>
                        </a:lnTo>
                        <a:lnTo>
                          <a:pt x="1026" y="566"/>
                        </a:lnTo>
                        <a:lnTo>
                          <a:pt x="1022" y="592"/>
                        </a:lnTo>
                        <a:lnTo>
                          <a:pt x="1017" y="617"/>
                        </a:lnTo>
                        <a:lnTo>
                          <a:pt x="1012" y="642"/>
                        </a:lnTo>
                        <a:lnTo>
                          <a:pt x="1005" y="666"/>
                        </a:lnTo>
                        <a:lnTo>
                          <a:pt x="996" y="690"/>
                        </a:lnTo>
                        <a:lnTo>
                          <a:pt x="988" y="713"/>
                        </a:lnTo>
                        <a:lnTo>
                          <a:pt x="977" y="736"/>
                        </a:lnTo>
                        <a:lnTo>
                          <a:pt x="966" y="759"/>
                        </a:lnTo>
                        <a:lnTo>
                          <a:pt x="953" y="780"/>
                        </a:lnTo>
                        <a:lnTo>
                          <a:pt x="940" y="801"/>
                        </a:lnTo>
                        <a:lnTo>
                          <a:pt x="926" y="821"/>
                        </a:lnTo>
                        <a:lnTo>
                          <a:pt x="911" y="840"/>
                        </a:lnTo>
                        <a:lnTo>
                          <a:pt x="894" y="859"/>
                        </a:lnTo>
                        <a:lnTo>
                          <a:pt x="877" y="877"/>
                        </a:lnTo>
                        <a:lnTo>
                          <a:pt x="860" y="893"/>
                        </a:lnTo>
                        <a:lnTo>
                          <a:pt x="841" y="910"/>
                        </a:lnTo>
                        <a:lnTo>
                          <a:pt x="821" y="925"/>
                        </a:lnTo>
                        <a:lnTo>
                          <a:pt x="801" y="940"/>
                        </a:lnTo>
                        <a:lnTo>
                          <a:pt x="780" y="953"/>
                        </a:lnTo>
                        <a:lnTo>
                          <a:pt x="758" y="965"/>
                        </a:lnTo>
                        <a:lnTo>
                          <a:pt x="737" y="977"/>
                        </a:lnTo>
                        <a:lnTo>
                          <a:pt x="714" y="987"/>
                        </a:lnTo>
                        <a:lnTo>
                          <a:pt x="690" y="997"/>
                        </a:lnTo>
                        <a:lnTo>
                          <a:pt x="666" y="1004"/>
                        </a:lnTo>
                        <a:lnTo>
                          <a:pt x="642" y="1012"/>
                        </a:lnTo>
                        <a:lnTo>
                          <a:pt x="617" y="1017"/>
                        </a:lnTo>
                        <a:lnTo>
                          <a:pt x="592" y="1022"/>
                        </a:lnTo>
                        <a:lnTo>
                          <a:pt x="566" y="1025"/>
                        </a:lnTo>
                        <a:lnTo>
                          <a:pt x="540" y="1027"/>
                        </a:lnTo>
                        <a:lnTo>
                          <a:pt x="514" y="1027"/>
                        </a:lnTo>
                        <a:lnTo>
                          <a:pt x="488" y="1027"/>
                        </a:lnTo>
                        <a:lnTo>
                          <a:pt x="462" y="1025"/>
                        </a:lnTo>
                        <a:lnTo>
                          <a:pt x="436" y="1022"/>
                        </a:lnTo>
                        <a:lnTo>
                          <a:pt x="411" y="1017"/>
                        </a:lnTo>
                        <a:lnTo>
                          <a:pt x="386" y="1012"/>
                        </a:lnTo>
                        <a:lnTo>
                          <a:pt x="362" y="1004"/>
                        </a:lnTo>
                        <a:lnTo>
                          <a:pt x="338" y="997"/>
                        </a:lnTo>
                        <a:lnTo>
                          <a:pt x="314" y="987"/>
                        </a:lnTo>
                        <a:lnTo>
                          <a:pt x="291" y="977"/>
                        </a:lnTo>
                        <a:lnTo>
                          <a:pt x="270" y="965"/>
                        </a:lnTo>
                        <a:lnTo>
                          <a:pt x="248" y="953"/>
                        </a:lnTo>
                        <a:lnTo>
                          <a:pt x="227" y="940"/>
                        </a:lnTo>
                        <a:lnTo>
                          <a:pt x="208" y="925"/>
                        </a:lnTo>
                        <a:lnTo>
                          <a:pt x="188" y="910"/>
                        </a:lnTo>
                        <a:lnTo>
                          <a:pt x="170" y="893"/>
                        </a:lnTo>
                        <a:lnTo>
                          <a:pt x="151" y="877"/>
                        </a:lnTo>
                        <a:lnTo>
                          <a:pt x="134" y="859"/>
                        </a:lnTo>
                        <a:lnTo>
                          <a:pt x="119" y="840"/>
                        </a:lnTo>
                        <a:lnTo>
                          <a:pt x="102" y="821"/>
                        </a:lnTo>
                        <a:lnTo>
                          <a:pt x="88" y="801"/>
                        </a:lnTo>
                        <a:lnTo>
                          <a:pt x="75" y="780"/>
                        </a:lnTo>
                        <a:lnTo>
                          <a:pt x="63" y="759"/>
                        </a:lnTo>
                        <a:lnTo>
                          <a:pt x="51" y="736"/>
                        </a:lnTo>
                        <a:lnTo>
                          <a:pt x="41" y="713"/>
                        </a:lnTo>
                        <a:lnTo>
                          <a:pt x="32" y="690"/>
                        </a:lnTo>
                        <a:lnTo>
                          <a:pt x="24" y="666"/>
                        </a:lnTo>
                        <a:lnTo>
                          <a:pt x="16" y="642"/>
                        </a:lnTo>
                        <a:lnTo>
                          <a:pt x="11" y="617"/>
                        </a:lnTo>
                        <a:lnTo>
                          <a:pt x="7" y="592"/>
                        </a:lnTo>
                        <a:lnTo>
                          <a:pt x="3" y="566"/>
                        </a:lnTo>
                        <a:lnTo>
                          <a:pt x="1" y="540"/>
                        </a:lnTo>
                        <a:lnTo>
                          <a:pt x="0" y="514"/>
                        </a:lnTo>
                        <a:lnTo>
                          <a:pt x="1" y="487"/>
                        </a:lnTo>
                        <a:lnTo>
                          <a:pt x="3" y="461"/>
                        </a:lnTo>
                        <a:lnTo>
                          <a:pt x="7" y="436"/>
                        </a:lnTo>
                        <a:lnTo>
                          <a:pt x="11" y="411"/>
                        </a:lnTo>
                        <a:lnTo>
                          <a:pt x="16" y="386"/>
                        </a:lnTo>
                        <a:lnTo>
                          <a:pt x="24" y="361"/>
                        </a:lnTo>
                        <a:lnTo>
                          <a:pt x="32" y="337"/>
                        </a:lnTo>
                        <a:lnTo>
                          <a:pt x="41" y="314"/>
                        </a:lnTo>
                        <a:lnTo>
                          <a:pt x="51" y="291"/>
                        </a:lnTo>
                        <a:lnTo>
                          <a:pt x="63" y="270"/>
                        </a:lnTo>
                        <a:lnTo>
                          <a:pt x="75" y="248"/>
                        </a:lnTo>
                        <a:lnTo>
                          <a:pt x="88" y="227"/>
                        </a:lnTo>
                        <a:lnTo>
                          <a:pt x="102" y="207"/>
                        </a:lnTo>
                        <a:lnTo>
                          <a:pt x="119" y="187"/>
                        </a:lnTo>
                        <a:lnTo>
                          <a:pt x="134" y="169"/>
                        </a:lnTo>
                        <a:lnTo>
                          <a:pt x="151" y="151"/>
                        </a:lnTo>
                        <a:lnTo>
                          <a:pt x="170" y="134"/>
                        </a:lnTo>
                        <a:lnTo>
                          <a:pt x="188" y="118"/>
                        </a:lnTo>
                        <a:lnTo>
                          <a:pt x="208" y="102"/>
                        </a:lnTo>
                        <a:lnTo>
                          <a:pt x="227" y="88"/>
                        </a:lnTo>
                        <a:lnTo>
                          <a:pt x="248" y="75"/>
                        </a:lnTo>
                        <a:lnTo>
                          <a:pt x="270" y="62"/>
                        </a:lnTo>
                        <a:lnTo>
                          <a:pt x="291" y="51"/>
                        </a:lnTo>
                        <a:lnTo>
                          <a:pt x="314" y="40"/>
                        </a:lnTo>
                        <a:lnTo>
                          <a:pt x="338" y="32"/>
                        </a:lnTo>
                        <a:lnTo>
                          <a:pt x="362" y="23"/>
                        </a:lnTo>
                        <a:lnTo>
                          <a:pt x="386" y="17"/>
                        </a:lnTo>
                        <a:lnTo>
                          <a:pt x="411" y="11"/>
                        </a:lnTo>
                        <a:lnTo>
                          <a:pt x="436" y="6"/>
                        </a:lnTo>
                        <a:lnTo>
                          <a:pt x="462" y="2"/>
                        </a:lnTo>
                        <a:lnTo>
                          <a:pt x="488" y="1"/>
                        </a:lnTo>
                        <a:lnTo>
                          <a:pt x="514" y="0"/>
                        </a:lnTo>
                        <a:close/>
                      </a:path>
                    </a:pathLst>
                  </a:custGeom>
                  <a:solidFill>
                    <a:srgbClr val="DC2B19"/>
                  </a:solidFill>
                  <a:ln>
                    <a:noFill/>
                  </a:ln>
                </p:spPr>
                <p:txBody>
                  <a:bodyPr/>
                  <a:lstStyle/>
                  <a:p>
                    <a:pPr>
                      <a:defRPr/>
                    </a:pPr>
                    <a:endParaRPr lang="en-US" sz="1050">
                      <a:latin typeface="+mj-lt"/>
                    </a:endParaRPr>
                  </a:p>
                </p:txBody>
              </p:sp>
              <p:sp>
                <p:nvSpPr>
                  <p:cNvPr id="41604" name="Freeform 383">
                    <a:extLst>
                      <a:ext uri="{FF2B5EF4-FFF2-40B4-BE49-F238E27FC236}">
                        <a16:creationId xmlns="" xmlns:a16="http://schemas.microsoft.com/office/drawing/2014/main" id="{75145A0A-00E3-1974-9235-3C5D5A0CA749}"/>
                      </a:ext>
                    </a:extLst>
                  </p:cNvPr>
                  <p:cNvSpPr>
                    <a:spLocks/>
                  </p:cNvSpPr>
                  <p:nvPr/>
                </p:nvSpPr>
                <p:spPr bwMode="auto">
                  <a:xfrm>
                    <a:off x="3315" y="2909"/>
                    <a:ext cx="99" cy="114"/>
                  </a:xfrm>
                  <a:custGeom>
                    <a:avLst/>
                    <a:gdLst>
                      <a:gd name="T0" fmla="*/ 0 w 604"/>
                      <a:gd name="T1" fmla="*/ 0 h 604"/>
                      <a:gd name="T2" fmla="*/ 0 w 604"/>
                      <a:gd name="T3" fmla="*/ 0 h 604"/>
                      <a:gd name="T4" fmla="*/ 0 w 604"/>
                      <a:gd name="T5" fmla="*/ 0 h 604"/>
                      <a:gd name="T6" fmla="*/ 0 w 604"/>
                      <a:gd name="T7" fmla="*/ 0 h 604"/>
                      <a:gd name="T8" fmla="*/ 0 w 604"/>
                      <a:gd name="T9" fmla="*/ 0 h 604"/>
                      <a:gd name="T10" fmla="*/ 0 w 604"/>
                      <a:gd name="T11" fmla="*/ 0 h 604"/>
                      <a:gd name="T12" fmla="*/ 0 w 604"/>
                      <a:gd name="T13" fmla="*/ 0 h 604"/>
                      <a:gd name="T14" fmla="*/ 0 w 604"/>
                      <a:gd name="T15" fmla="*/ 0 h 604"/>
                      <a:gd name="T16" fmla="*/ 0 w 604"/>
                      <a:gd name="T17" fmla="*/ 0 h 604"/>
                      <a:gd name="T18" fmla="*/ 0 w 604"/>
                      <a:gd name="T19" fmla="*/ 0 h 604"/>
                      <a:gd name="T20" fmla="*/ 0 w 604"/>
                      <a:gd name="T21" fmla="*/ 0 h 604"/>
                      <a:gd name="T22" fmla="*/ 0 w 604"/>
                      <a:gd name="T23" fmla="*/ 0 h 604"/>
                      <a:gd name="T24" fmla="*/ 0 w 604"/>
                      <a:gd name="T25" fmla="*/ 0 h 604"/>
                      <a:gd name="T26" fmla="*/ 0 w 604"/>
                      <a:gd name="T27" fmla="*/ 0 h 604"/>
                      <a:gd name="T28" fmla="*/ 0 w 604"/>
                      <a:gd name="T29" fmla="*/ 0 h 604"/>
                      <a:gd name="T30" fmla="*/ 0 w 604"/>
                      <a:gd name="T31" fmla="*/ 0 h 604"/>
                      <a:gd name="T32" fmla="*/ 0 w 604"/>
                      <a:gd name="T33" fmla="*/ 0 h 604"/>
                      <a:gd name="T34" fmla="*/ 0 w 604"/>
                      <a:gd name="T35" fmla="*/ 0 h 604"/>
                      <a:gd name="T36" fmla="*/ 0 w 604"/>
                      <a:gd name="T37" fmla="*/ 0 h 604"/>
                      <a:gd name="T38" fmla="*/ 0 w 604"/>
                      <a:gd name="T39" fmla="*/ 0 h 604"/>
                      <a:gd name="T40" fmla="*/ 0 w 604"/>
                      <a:gd name="T41" fmla="*/ 0 h 604"/>
                      <a:gd name="T42" fmla="*/ 0 w 604"/>
                      <a:gd name="T43" fmla="*/ 0 h 604"/>
                      <a:gd name="T44" fmla="*/ 0 w 604"/>
                      <a:gd name="T45" fmla="*/ 0 h 604"/>
                      <a:gd name="T46" fmla="*/ 0 w 604"/>
                      <a:gd name="T47" fmla="*/ 0 h 604"/>
                      <a:gd name="T48" fmla="*/ 0 w 604"/>
                      <a:gd name="T49" fmla="*/ 0 h 604"/>
                      <a:gd name="T50" fmla="*/ 0 w 604"/>
                      <a:gd name="T51" fmla="*/ 0 h 604"/>
                      <a:gd name="T52" fmla="*/ 0 w 604"/>
                      <a:gd name="T53" fmla="*/ 0 h 604"/>
                      <a:gd name="T54" fmla="*/ 0 w 604"/>
                      <a:gd name="T55" fmla="*/ 0 h 604"/>
                      <a:gd name="T56" fmla="*/ 0 w 604"/>
                      <a:gd name="T57" fmla="*/ 0 h 604"/>
                      <a:gd name="T58" fmla="*/ 0 w 604"/>
                      <a:gd name="T59" fmla="*/ 0 h 604"/>
                      <a:gd name="T60" fmla="*/ 0 w 604"/>
                      <a:gd name="T61" fmla="*/ 0 h 604"/>
                      <a:gd name="T62" fmla="*/ 0 w 604"/>
                      <a:gd name="T63" fmla="*/ 0 h 604"/>
                      <a:gd name="T64" fmla="*/ 0 w 604"/>
                      <a:gd name="T65" fmla="*/ 0 h 604"/>
                      <a:gd name="T66" fmla="*/ 0 w 604"/>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4"/>
                      <a:gd name="T104" fmla="*/ 604 w 604"/>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4">
                        <a:moveTo>
                          <a:pt x="604" y="604"/>
                        </a:moveTo>
                        <a:lnTo>
                          <a:pt x="604" y="604"/>
                        </a:lnTo>
                        <a:lnTo>
                          <a:pt x="603" y="573"/>
                        </a:lnTo>
                        <a:lnTo>
                          <a:pt x="601" y="542"/>
                        </a:lnTo>
                        <a:lnTo>
                          <a:pt x="596" y="513"/>
                        </a:lnTo>
                        <a:lnTo>
                          <a:pt x="591" y="483"/>
                        </a:lnTo>
                        <a:lnTo>
                          <a:pt x="585" y="453"/>
                        </a:lnTo>
                        <a:lnTo>
                          <a:pt x="576" y="425"/>
                        </a:lnTo>
                        <a:lnTo>
                          <a:pt x="567" y="397"/>
                        </a:lnTo>
                        <a:lnTo>
                          <a:pt x="556" y="370"/>
                        </a:lnTo>
                        <a:lnTo>
                          <a:pt x="543" y="342"/>
                        </a:lnTo>
                        <a:lnTo>
                          <a:pt x="530" y="316"/>
                        </a:lnTo>
                        <a:lnTo>
                          <a:pt x="516" y="291"/>
                        </a:lnTo>
                        <a:lnTo>
                          <a:pt x="500" y="267"/>
                        </a:lnTo>
                        <a:lnTo>
                          <a:pt x="483" y="243"/>
                        </a:lnTo>
                        <a:lnTo>
                          <a:pt x="465" y="221"/>
                        </a:lnTo>
                        <a:lnTo>
                          <a:pt x="447" y="199"/>
                        </a:lnTo>
                        <a:lnTo>
                          <a:pt x="426" y="177"/>
                        </a:lnTo>
                        <a:lnTo>
                          <a:pt x="405" y="158"/>
                        </a:lnTo>
                        <a:lnTo>
                          <a:pt x="384" y="139"/>
                        </a:lnTo>
                        <a:lnTo>
                          <a:pt x="361" y="121"/>
                        </a:lnTo>
                        <a:lnTo>
                          <a:pt x="337" y="103"/>
                        </a:lnTo>
                        <a:lnTo>
                          <a:pt x="313" y="88"/>
                        </a:lnTo>
                        <a:lnTo>
                          <a:pt x="288" y="74"/>
                        </a:lnTo>
                        <a:lnTo>
                          <a:pt x="262" y="60"/>
                        </a:lnTo>
                        <a:lnTo>
                          <a:pt x="235" y="48"/>
                        </a:lnTo>
                        <a:lnTo>
                          <a:pt x="208" y="37"/>
                        </a:lnTo>
                        <a:lnTo>
                          <a:pt x="179" y="27"/>
                        </a:lnTo>
                        <a:lnTo>
                          <a:pt x="151" y="20"/>
                        </a:lnTo>
                        <a:lnTo>
                          <a:pt x="122" y="13"/>
                        </a:lnTo>
                        <a:lnTo>
                          <a:pt x="91" y="8"/>
                        </a:lnTo>
                        <a:lnTo>
                          <a:pt x="62" y="3"/>
                        </a:lnTo>
                        <a:lnTo>
                          <a:pt x="32" y="1"/>
                        </a:lnTo>
                        <a:lnTo>
                          <a:pt x="0" y="0"/>
                        </a:lnTo>
                        <a:lnTo>
                          <a:pt x="0" y="180"/>
                        </a:lnTo>
                        <a:lnTo>
                          <a:pt x="22" y="180"/>
                        </a:lnTo>
                        <a:lnTo>
                          <a:pt x="43" y="182"/>
                        </a:lnTo>
                        <a:lnTo>
                          <a:pt x="65" y="185"/>
                        </a:lnTo>
                        <a:lnTo>
                          <a:pt x="86" y="188"/>
                        </a:lnTo>
                        <a:lnTo>
                          <a:pt x="105" y="193"/>
                        </a:lnTo>
                        <a:lnTo>
                          <a:pt x="126" y="199"/>
                        </a:lnTo>
                        <a:lnTo>
                          <a:pt x="146" y="205"/>
                        </a:lnTo>
                        <a:lnTo>
                          <a:pt x="165" y="213"/>
                        </a:lnTo>
                        <a:lnTo>
                          <a:pt x="184" y="222"/>
                        </a:lnTo>
                        <a:lnTo>
                          <a:pt x="202" y="230"/>
                        </a:lnTo>
                        <a:lnTo>
                          <a:pt x="219" y="241"/>
                        </a:lnTo>
                        <a:lnTo>
                          <a:pt x="237" y="252"/>
                        </a:lnTo>
                        <a:lnTo>
                          <a:pt x="253" y="264"/>
                        </a:lnTo>
                        <a:lnTo>
                          <a:pt x="269" y="277"/>
                        </a:lnTo>
                        <a:lnTo>
                          <a:pt x="285" y="290"/>
                        </a:lnTo>
                        <a:lnTo>
                          <a:pt x="300" y="304"/>
                        </a:lnTo>
                        <a:lnTo>
                          <a:pt x="314" y="320"/>
                        </a:lnTo>
                        <a:lnTo>
                          <a:pt x="327" y="335"/>
                        </a:lnTo>
                        <a:lnTo>
                          <a:pt x="340" y="351"/>
                        </a:lnTo>
                        <a:lnTo>
                          <a:pt x="352" y="367"/>
                        </a:lnTo>
                        <a:lnTo>
                          <a:pt x="363" y="385"/>
                        </a:lnTo>
                        <a:lnTo>
                          <a:pt x="373" y="402"/>
                        </a:lnTo>
                        <a:lnTo>
                          <a:pt x="382" y="421"/>
                        </a:lnTo>
                        <a:lnTo>
                          <a:pt x="391" y="439"/>
                        </a:lnTo>
                        <a:lnTo>
                          <a:pt x="399" y="459"/>
                        </a:lnTo>
                        <a:lnTo>
                          <a:pt x="405" y="478"/>
                        </a:lnTo>
                        <a:lnTo>
                          <a:pt x="411" y="498"/>
                        </a:lnTo>
                        <a:lnTo>
                          <a:pt x="416" y="518"/>
                        </a:lnTo>
                        <a:lnTo>
                          <a:pt x="419" y="539"/>
                        </a:lnTo>
                        <a:lnTo>
                          <a:pt x="423" y="561"/>
                        </a:lnTo>
                        <a:lnTo>
                          <a:pt x="424" y="582"/>
                        </a:lnTo>
                        <a:lnTo>
                          <a:pt x="424" y="604"/>
                        </a:lnTo>
                        <a:lnTo>
                          <a:pt x="604" y="604"/>
                        </a:lnTo>
                        <a:close/>
                      </a:path>
                    </a:pathLst>
                  </a:custGeom>
                  <a:solidFill>
                    <a:srgbClr val="EF2B2F"/>
                  </a:solidFill>
                  <a:ln>
                    <a:noFill/>
                  </a:ln>
                </p:spPr>
                <p:txBody>
                  <a:bodyPr/>
                  <a:lstStyle/>
                  <a:p>
                    <a:pPr>
                      <a:defRPr/>
                    </a:pPr>
                    <a:endParaRPr lang="en-US" sz="1050">
                      <a:latin typeface="+mj-lt"/>
                    </a:endParaRPr>
                  </a:p>
                </p:txBody>
              </p:sp>
              <p:sp>
                <p:nvSpPr>
                  <p:cNvPr id="41605" name="Freeform 384">
                    <a:extLst>
                      <a:ext uri="{FF2B5EF4-FFF2-40B4-BE49-F238E27FC236}">
                        <a16:creationId xmlns="" xmlns:a16="http://schemas.microsoft.com/office/drawing/2014/main" id="{50EAF846-4732-46D5-FA07-D2320DAE0FB6}"/>
                      </a:ext>
                    </a:extLst>
                  </p:cNvPr>
                  <p:cNvSpPr>
                    <a:spLocks/>
                  </p:cNvSpPr>
                  <p:nvPr/>
                </p:nvSpPr>
                <p:spPr bwMode="auto">
                  <a:xfrm>
                    <a:off x="3315" y="3002"/>
                    <a:ext cx="99" cy="102"/>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0" y="603"/>
                        </a:moveTo>
                        <a:lnTo>
                          <a:pt x="0" y="603"/>
                        </a:lnTo>
                        <a:lnTo>
                          <a:pt x="30" y="602"/>
                        </a:lnTo>
                        <a:lnTo>
                          <a:pt x="62" y="600"/>
                        </a:lnTo>
                        <a:lnTo>
                          <a:pt x="91" y="597"/>
                        </a:lnTo>
                        <a:lnTo>
                          <a:pt x="122" y="591"/>
                        </a:lnTo>
                        <a:lnTo>
                          <a:pt x="150" y="584"/>
                        </a:lnTo>
                        <a:lnTo>
                          <a:pt x="179" y="576"/>
                        </a:lnTo>
                        <a:lnTo>
                          <a:pt x="208" y="566"/>
                        </a:lnTo>
                        <a:lnTo>
                          <a:pt x="235" y="555"/>
                        </a:lnTo>
                        <a:lnTo>
                          <a:pt x="262" y="543"/>
                        </a:lnTo>
                        <a:lnTo>
                          <a:pt x="288" y="530"/>
                        </a:lnTo>
                        <a:lnTo>
                          <a:pt x="313" y="515"/>
                        </a:lnTo>
                        <a:lnTo>
                          <a:pt x="337" y="500"/>
                        </a:lnTo>
                        <a:lnTo>
                          <a:pt x="361" y="484"/>
                        </a:lnTo>
                        <a:lnTo>
                          <a:pt x="384" y="465"/>
                        </a:lnTo>
                        <a:lnTo>
                          <a:pt x="405" y="446"/>
                        </a:lnTo>
                        <a:lnTo>
                          <a:pt x="426" y="426"/>
                        </a:lnTo>
                        <a:lnTo>
                          <a:pt x="447" y="405"/>
                        </a:lnTo>
                        <a:lnTo>
                          <a:pt x="465" y="384"/>
                        </a:lnTo>
                        <a:lnTo>
                          <a:pt x="483" y="361"/>
                        </a:lnTo>
                        <a:lnTo>
                          <a:pt x="500" y="337"/>
                        </a:lnTo>
                        <a:lnTo>
                          <a:pt x="516" y="313"/>
                        </a:lnTo>
                        <a:lnTo>
                          <a:pt x="530" y="287"/>
                        </a:lnTo>
                        <a:lnTo>
                          <a:pt x="543" y="261"/>
                        </a:lnTo>
                        <a:lnTo>
                          <a:pt x="556" y="234"/>
                        </a:lnTo>
                        <a:lnTo>
                          <a:pt x="567" y="207"/>
                        </a:lnTo>
                        <a:lnTo>
                          <a:pt x="576" y="179"/>
                        </a:lnTo>
                        <a:lnTo>
                          <a:pt x="585" y="150"/>
                        </a:lnTo>
                        <a:lnTo>
                          <a:pt x="591" y="121"/>
                        </a:lnTo>
                        <a:lnTo>
                          <a:pt x="596" y="91"/>
                        </a:lnTo>
                        <a:lnTo>
                          <a:pt x="601" y="61"/>
                        </a:lnTo>
                        <a:lnTo>
                          <a:pt x="603" y="31"/>
                        </a:lnTo>
                        <a:lnTo>
                          <a:pt x="604" y="0"/>
                        </a:lnTo>
                        <a:lnTo>
                          <a:pt x="424" y="0"/>
                        </a:lnTo>
                        <a:lnTo>
                          <a:pt x="424" y="22"/>
                        </a:lnTo>
                        <a:lnTo>
                          <a:pt x="423" y="44"/>
                        </a:lnTo>
                        <a:lnTo>
                          <a:pt x="419" y="64"/>
                        </a:lnTo>
                        <a:lnTo>
                          <a:pt x="416" y="85"/>
                        </a:lnTo>
                        <a:lnTo>
                          <a:pt x="411" y="106"/>
                        </a:lnTo>
                        <a:lnTo>
                          <a:pt x="405" y="126"/>
                        </a:lnTo>
                        <a:lnTo>
                          <a:pt x="399" y="146"/>
                        </a:lnTo>
                        <a:lnTo>
                          <a:pt x="391" y="164"/>
                        </a:lnTo>
                        <a:lnTo>
                          <a:pt x="382" y="184"/>
                        </a:lnTo>
                        <a:lnTo>
                          <a:pt x="373" y="201"/>
                        </a:lnTo>
                        <a:lnTo>
                          <a:pt x="363" y="220"/>
                        </a:lnTo>
                        <a:lnTo>
                          <a:pt x="352" y="237"/>
                        </a:lnTo>
                        <a:lnTo>
                          <a:pt x="340" y="253"/>
                        </a:lnTo>
                        <a:lnTo>
                          <a:pt x="327" y="270"/>
                        </a:lnTo>
                        <a:lnTo>
                          <a:pt x="314" y="285"/>
                        </a:lnTo>
                        <a:lnTo>
                          <a:pt x="300" y="299"/>
                        </a:lnTo>
                        <a:lnTo>
                          <a:pt x="285" y="313"/>
                        </a:lnTo>
                        <a:lnTo>
                          <a:pt x="269" y="327"/>
                        </a:lnTo>
                        <a:lnTo>
                          <a:pt x="253" y="339"/>
                        </a:lnTo>
                        <a:lnTo>
                          <a:pt x="237" y="351"/>
                        </a:lnTo>
                        <a:lnTo>
                          <a:pt x="219" y="362"/>
                        </a:lnTo>
                        <a:lnTo>
                          <a:pt x="202" y="373"/>
                        </a:lnTo>
                        <a:lnTo>
                          <a:pt x="184" y="382"/>
                        </a:lnTo>
                        <a:lnTo>
                          <a:pt x="165" y="390"/>
                        </a:lnTo>
                        <a:lnTo>
                          <a:pt x="146" y="398"/>
                        </a:lnTo>
                        <a:lnTo>
                          <a:pt x="126" y="404"/>
                        </a:lnTo>
                        <a:lnTo>
                          <a:pt x="107" y="411"/>
                        </a:lnTo>
                        <a:lnTo>
                          <a:pt x="86" y="415"/>
                        </a:lnTo>
                        <a:lnTo>
                          <a:pt x="65" y="419"/>
                        </a:lnTo>
                        <a:lnTo>
                          <a:pt x="43" y="422"/>
                        </a:lnTo>
                        <a:lnTo>
                          <a:pt x="23" y="423"/>
                        </a:lnTo>
                        <a:lnTo>
                          <a:pt x="0" y="424"/>
                        </a:lnTo>
                        <a:lnTo>
                          <a:pt x="0" y="603"/>
                        </a:lnTo>
                        <a:close/>
                      </a:path>
                    </a:pathLst>
                  </a:custGeom>
                  <a:solidFill>
                    <a:srgbClr val="EF2B2F"/>
                  </a:solidFill>
                  <a:ln>
                    <a:noFill/>
                  </a:ln>
                </p:spPr>
                <p:txBody>
                  <a:bodyPr/>
                  <a:lstStyle/>
                  <a:p>
                    <a:pPr>
                      <a:defRPr/>
                    </a:pPr>
                    <a:endParaRPr lang="en-US" sz="1050">
                      <a:latin typeface="+mj-lt"/>
                    </a:endParaRPr>
                  </a:p>
                </p:txBody>
              </p:sp>
              <p:sp>
                <p:nvSpPr>
                  <p:cNvPr id="41606" name="Freeform 385">
                    <a:extLst>
                      <a:ext uri="{FF2B5EF4-FFF2-40B4-BE49-F238E27FC236}">
                        <a16:creationId xmlns="" xmlns:a16="http://schemas.microsoft.com/office/drawing/2014/main" id="{5CDB6F0D-AF22-E7B3-EFD0-71722DD4F2F1}"/>
                      </a:ext>
                    </a:extLst>
                  </p:cNvPr>
                  <p:cNvSpPr>
                    <a:spLocks/>
                  </p:cNvSpPr>
                  <p:nvPr/>
                </p:nvSpPr>
                <p:spPr bwMode="auto">
                  <a:xfrm>
                    <a:off x="3211" y="3002"/>
                    <a:ext cx="103" cy="102"/>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0" y="0"/>
                        </a:moveTo>
                        <a:lnTo>
                          <a:pt x="0" y="0"/>
                        </a:lnTo>
                        <a:lnTo>
                          <a:pt x="1" y="31"/>
                        </a:lnTo>
                        <a:lnTo>
                          <a:pt x="3" y="61"/>
                        </a:lnTo>
                        <a:lnTo>
                          <a:pt x="7" y="91"/>
                        </a:lnTo>
                        <a:lnTo>
                          <a:pt x="12" y="121"/>
                        </a:lnTo>
                        <a:lnTo>
                          <a:pt x="19" y="150"/>
                        </a:lnTo>
                        <a:lnTo>
                          <a:pt x="27" y="179"/>
                        </a:lnTo>
                        <a:lnTo>
                          <a:pt x="37" y="207"/>
                        </a:lnTo>
                        <a:lnTo>
                          <a:pt x="48" y="234"/>
                        </a:lnTo>
                        <a:lnTo>
                          <a:pt x="60" y="261"/>
                        </a:lnTo>
                        <a:lnTo>
                          <a:pt x="73" y="287"/>
                        </a:lnTo>
                        <a:lnTo>
                          <a:pt x="88" y="313"/>
                        </a:lnTo>
                        <a:lnTo>
                          <a:pt x="103" y="337"/>
                        </a:lnTo>
                        <a:lnTo>
                          <a:pt x="121" y="361"/>
                        </a:lnTo>
                        <a:lnTo>
                          <a:pt x="138" y="384"/>
                        </a:lnTo>
                        <a:lnTo>
                          <a:pt x="157" y="405"/>
                        </a:lnTo>
                        <a:lnTo>
                          <a:pt x="177" y="426"/>
                        </a:lnTo>
                        <a:lnTo>
                          <a:pt x="198" y="446"/>
                        </a:lnTo>
                        <a:lnTo>
                          <a:pt x="220" y="465"/>
                        </a:lnTo>
                        <a:lnTo>
                          <a:pt x="242" y="484"/>
                        </a:lnTo>
                        <a:lnTo>
                          <a:pt x="266" y="500"/>
                        </a:lnTo>
                        <a:lnTo>
                          <a:pt x="290" y="515"/>
                        </a:lnTo>
                        <a:lnTo>
                          <a:pt x="316" y="530"/>
                        </a:lnTo>
                        <a:lnTo>
                          <a:pt x="342" y="543"/>
                        </a:lnTo>
                        <a:lnTo>
                          <a:pt x="368" y="555"/>
                        </a:lnTo>
                        <a:lnTo>
                          <a:pt x="396" y="566"/>
                        </a:lnTo>
                        <a:lnTo>
                          <a:pt x="424" y="576"/>
                        </a:lnTo>
                        <a:lnTo>
                          <a:pt x="453" y="584"/>
                        </a:lnTo>
                        <a:lnTo>
                          <a:pt x="482" y="591"/>
                        </a:lnTo>
                        <a:lnTo>
                          <a:pt x="512" y="597"/>
                        </a:lnTo>
                        <a:lnTo>
                          <a:pt x="542" y="600"/>
                        </a:lnTo>
                        <a:lnTo>
                          <a:pt x="573" y="602"/>
                        </a:lnTo>
                        <a:lnTo>
                          <a:pt x="603" y="603"/>
                        </a:lnTo>
                        <a:lnTo>
                          <a:pt x="603" y="424"/>
                        </a:lnTo>
                        <a:lnTo>
                          <a:pt x="581" y="423"/>
                        </a:lnTo>
                        <a:lnTo>
                          <a:pt x="560" y="422"/>
                        </a:lnTo>
                        <a:lnTo>
                          <a:pt x="539" y="419"/>
                        </a:lnTo>
                        <a:lnTo>
                          <a:pt x="518" y="415"/>
                        </a:lnTo>
                        <a:lnTo>
                          <a:pt x="498" y="411"/>
                        </a:lnTo>
                        <a:lnTo>
                          <a:pt x="477" y="404"/>
                        </a:lnTo>
                        <a:lnTo>
                          <a:pt x="457" y="398"/>
                        </a:lnTo>
                        <a:lnTo>
                          <a:pt x="438" y="390"/>
                        </a:lnTo>
                        <a:lnTo>
                          <a:pt x="419" y="382"/>
                        </a:lnTo>
                        <a:lnTo>
                          <a:pt x="401" y="373"/>
                        </a:lnTo>
                        <a:lnTo>
                          <a:pt x="384" y="362"/>
                        </a:lnTo>
                        <a:lnTo>
                          <a:pt x="366" y="351"/>
                        </a:lnTo>
                        <a:lnTo>
                          <a:pt x="350" y="339"/>
                        </a:lnTo>
                        <a:lnTo>
                          <a:pt x="334" y="327"/>
                        </a:lnTo>
                        <a:lnTo>
                          <a:pt x="318" y="313"/>
                        </a:lnTo>
                        <a:lnTo>
                          <a:pt x="303" y="299"/>
                        </a:lnTo>
                        <a:lnTo>
                          <a:pt x="289" y="285"/>
                        </a:lnTo>
                        <a:lnTo>
                          <a:pt x="276" y="270"/>
                        </a:lnTo>
                        <a:lnTo>
                          <a:pt x="263" y="253"/>
                        </a:lnTo>
                        <a:lnTo>
                          <a:pt x="252" y="237"/>
                        </a:lnTo>
                        <a:lnTo>
                          <a:pt x="240" y="220"/>
                        </a:lnTo>
                        <a:lnTo>
                          <a:pt x="230" y="201"/>
                        </a:lnTo>
                        <a:lnTo>
                          <a:pt x="221" y="184"/>
                        </a:lnTo>
                        <a:lnTo>
                          <a:pt x="212" y="164"/>
                        </a:lnTo>
                        <a:lnTo>
                          <a:pt x="205" y="146"/>
                        </a:lnTo>
                        <a:lnTo>
                          <a:pt x="198" y="126"/>
                        </a:lnTo>
                        <a:lnTo>
                          <a:pt x="192" y="106"/>
                        </a:lnTo>
                        <a:lnTo>
                          <a:pt x="188" y="85"/>
                        </a:lnTo>
                        <a:lnTo>
                          <a:pt x="184" y="64"/>
                        </a:lnTo>
                        <a:lnTo>
                          <a:pt x="182" y="44"/>
                        </a:lnTo>
                        <a:lnTo>
                          <a:pt x="179" y="22"/>
                        </a:lnTo>
                        <a:lnTo>
                          <a:pt x="179" y="0"/>
                        </a:lnTo>
                        <a:lnTo>
                          <a:pt x="0" y="0"/>
                        </a:lnTo>
                        <a:close/>
                      </a:path>
                    </a:pathLst>
                  </a:custGeom>
                  <a:solidFill>
                    <a:srgbClr val="EF2B2F"/>
                  </a:solidFill>
                  <a:ln>
                    <a:noFill/>
                  </a:ln>
                </p:spPr>
                <p:txBody>
                  <a:bodyPr/>
                  <a:lstStyle/>
                  <a:p>
                    <a:pPr>
                      <a:defRPr/>
                    </a:pPr>
                    <a:endParaRPr lang="en-US" sz="1050">
                      <a:latin typeface="+mj-lt"/>
                    </a:endParaRPr>
                  </a:p>
                </p:txBody>
              </p:sp>
              <p:sp>
                <p:nvSpPr>
                  <p:cNvPr id="41607" name="Freeform 386">
                    <a:extLst>
                      <a:ext uri="{FF2B5EF4-FFF2-40B4-BE49-F238E27FC236}">
                        <a16:creationId xmlns="" xmlns:a16="http://schemas.microsoft.com/office/drawing/2014/main" id="{827C380B-9E42-3AB2-7FED-87FC7FF3A1BD}"/>
                      </a:ext>
                    </a:extLst>
                  </p:cNvPr>
                  <p:cNvSpPr>
                    <a:spLocks/>
                  </p:cNvSpPr>
                  <p:nvPr/>
                </p:nvSpPr>
                <p:spPr bwMode="auto">
                  <a:xfrm>
                    <a:off x="3211" y="2909"/>
                    <a:ext cx="103" cy="114"/>
                  </a:xfrm>
                  <a:custGeom>
                    <a:avLst/>
                    <a:gdLst>
                      <a:gd name="T0" fmla="*/ 0 w 603"/>
                      <a:gd name="T1" fmla="*/ 0 h 604"/>
                      <a:gd name="T2" fmla="*/ 0 w 603"/>
                      <a:gd name="T3" fmla="*/ 0 h 604"/>
                      <a:gd name="T4" fmla="*/ 0 w 603"/>
                      <a:gd name="T5" fmla="*/ 0 h 604"/>
                      <a:gd name="T6" fmla="*/ 0 w 603"/>
                      <a:gd name="T7" fmla="*/ 0 h 604"/>
                      <a:gd name="T8" fmla="*/ 0 w 603"/>
                      <a:gd name="T9" fmla="*/ 0 h 604"/>
                      <a:gd name="T10" fmla="*/ 0 w 603"/>
                      <a:gd name="T11" fmla="*/ 0 h 604"/>
                      <a:gd name="T12" fmla="*/ 0 w 603"/>
                      <a:gd name="T13" fmla="*/ 0 h 604"/>
                      <a:gd name="T14" fmla="*/ 0 w 603"/>
                      <a:gd name="T15" fmla="*/ 0 h 604"/>
                      <a:gd name="T16" fmla="*/ 0 w 603"/>
                      <a:gd name="T17" fmla="*/ 0 h 604"/>
                      <a:gd name="T18" fmla="*/ 0 w 603"/>
                      <a:gd name="T19" fmla="*/ 0 h 604"/>
                      <a:gd name="T20" fmla="*/ 0 w 603"/>
                      <a:gd name="T21" fmla="*/ 0 h 604"/>
                      <a:gd name="T22" fmla="*/ 0 w 603"/>
                      <a:gd name="T23" fmla="*/ 0 h 604"/>
                      <a:gd name="T24" fmla="*/ 0 w 603"/>
                      <a:gd name="T25" fmla="*/ 0 h 604"/>
                      <a:gd name="T26" fmla="*/ 0 w 603"/>
                      <a:gd name="T27" fmla="*/ 0 h 604"/>
                      <a:gd name="T28" fmla="*/ 0 w 603"/>
                      <a:gd name="T29" fmla="*/ 0 h 604"/>
                      <a:gd name="T30" fmla="*/ 0 w 603"/>
                      <a:gd name="T31" fmla="*/ 0 h 604"/>
                      <a:gd name="T32" fmla="*/ 0 w 603"/>
                      <a:gd name="T33" fmla="*/ 0 h 604"/>
                      <a:gd name="T34" fmla="*/ 0 w 603"/>
                      <a:gd name="T35" fmla="*/ 0 h 604"/>
                      <a:gd name="T36" fmla="*/ 0 w 603"/>
                      <a:gd name="T37" fmla="*/ 0 h 604"/>
                      <a:gd name="T38" fmla="*/ 0 w 603"/>
                      <a:gd name="T39" fmla="*/ 0 h 604"/>
                      <a:gd name="T40" fmla="*/ 0 w 603"/>
                      <a:gd name="T41" fmla="*/ 0 h 604"/>
                      <a:gd name="T42" fmla="*/ 0 w 603"/>
                      <a:gd name="T43" fmla="*/ 0 h 604"/>
                      <a:gd name="T44" fmla="*/ 0 w 603"/>
                      <a:gd name="T45" fmla="*/ 0 h 604"/>
                      <a:gd name="T46" fmla="*/ 0 w 603"/>
                      <a:gd name="T47" fmla="*/ 0 h 604"/>
                      <a:gd name="T48" fmla="*/ 0 w 603"/>
                      <a:gd name="T49" fmla="*/ 0 h 604"/>
                      <a:gd name="T50" fmla="*/ 0 w 603"/>
                      <a:gd name="T51" fmla="*/ 0 h 604"/>
                      <a:gd name="T52" fmla="*/ 0 w 603"/>
                      <a:gd name="T53" fmla="*/ 0 h 604"/>
                      <a:gd name="T54" fmla="*/ 0 w 603"/>
                      <a:gd name="T55" fmla="*/ 0 h 604"/>
                      <a:gd name="T56" fmla="*/ 0 w 603"/>
                      <a:gd name="T57" fmla="*/ 0 h 604"/>
                      <a:gd name="T58" fmla="*/ 0 w 603"/>
                      <a:gd name="T59" fmla="*/ 0 h 604"/>
                      <a:gd name="T60" fmla="*/ 0 w 603"/>
                      <a:gd name="T61" fmla="*/ 0 h 604"/>
                      <a:gd name="T62" fmla="*/ 0 w 603"/>
                      <a:gd name="T63" fmla="*/ 0 h 604"/>
                      <a:gd name="T64" fmla="*/ 0 w 603"/>
                      <a:gd name="T65" fmla="*/ 0 h 604"/>
                      <a:gd name="T66" fmla="*/ 0 w 603"/>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4"/>
                      <a:gd name="T104" fmla="*/ 603 w 603"/>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4">
                        <a:moveTo>
                          <a:pt x="603" y="0"/>
                        </a:moveTo>
                        <a:lnTo>
                          <a:pt x="603" y="0"/>
                        </a:lnTo>
                        <a:lnTo>
                          <a:pt x="573" y="1"/>
                        </a:lnTo>
                        <a:lnTo>
                          <a:pt x="542" y="3"/>
                        </a:lnTo>
                        <a:lnTo>
                          <a:pt x="512" y="8"/>
                        </a:lnTo>
                        <a:lnTo>
                          <a:pt x="482" y="13"/>
                        </a:lnTo>
                        <a:lnTo>
                          <a:pt x="453" y="20"/>
                        </a:lnTo>
                        <a:lnTo>
                          <a:pt x="424" y="27"/>
                        </a:lnTo>
                        <a:lnTo>
                          <a:pt x="396" y="37"/>
                        </a:lnTo>
                        <a:lnTo>
                          <a:pt x="368" y="48"/>
                        </a:lnTo>
                        <a:lnTo>
                          <a:pt x="342" y="60"/>
                        </a:lnTo>
                        <a:lnTo>
                          <a:pt x="316" y="74"/>
                        </a:lnTo>
                        <a:lnTo>
                          <a:pt x="290" y="88"/>
                        </a:lnTo>
                        <a:lnTo>
                          <a:pt x="266" y="103"/>
                        </a:lnTo>
                        <a:lnTo>
                          <a:pt x="242" y="121"/>
                        </a:lnTo>
                        <a:lnTo>
                          <a:pt x="220" y="139"/>
                        </a:lnTo>
                        <a:lnTo>
                          <a:pt x="198" y="158"/>
                        </a:lnTo>
                        <a:lnTo>
                          <a:pt x="177" y="177"/>
                        </a:lnTo>
                        <a:lnTo>
                          <a:pt x="157" y="199"/>
                        </a:lnTo>
                        <a:lnTo>
                          <a:pt x="138" y="221"/>
                        </a:lnTo>
                        <a:lnTo>
                          <a:pt x="121" y="243"/>
                        </a:lnTo>
                        <a:lnTo>
                          <a:pt x="103" y="267"/>
                        </a:lnTo>
                        <a:lnTo>
                          <a:pt x="88" y="291"/>
                        </a:lnTo>
                        <a:lnTo>
                          <a:pt x="73" y="316"/>
                        </a:lnTo>
                        <a:lnTo>
                          <a:pt x="60" y="342"/>
                        </a:lnTo>
                        <a:lnTo>
                          <a:pt x="48" y="370"/>
                        </a:lnTo>
                        <a:lnTo>
                          <a:pt x="37" y="397"/>
                        </a:lnTo>
                        <a:lnTo>
                          <a:pt x="27" y="425"/>
                        </a:lnTo>
                        <a:lnTo>
                          <a:pt x="19" y="453"/>
                        </a:lnTo>
                        <a:lnTo>
                          <a:pt x="12" y="483"/>
                        </a:lnTo>
                        <a:lnTo>
                          <a:pt x="7" y="513"/>
                        </a:lnTo>
                        <a:lnTo>
                          <a:pt x="3" y="542"/>
                        </a:lnTo>
                        <a:lnTo>
                          <a:pt x="1" y="574"/>
                        </a:lnTo>
                        <a:lnTo>
                          <a:pt x="0" y="604"/>
                        </a:lnTo>
                        <a:lnTo>
                          <a:pt x="179" y="604"/>
                        </a:lnTo>
                        <a:lnTo>
                          <a:pt x="179" y="581"/>
                        </a:lnTo>
                        <a:lnTo>
                          <a:pt x="182" y="561"/>
                        </a:lnTo>
                        <a:lnTo>
                          <a:pt x="184" y="539"/>
                        </a:lnTo>
                        <a:lnTo>
                          <a:pt x="188" y="518"/>
                        </a:lnTo>
                        <a:lnTo>
                          <a:pt x="192" y="498"/>
                        </a:lnTo>
                        <a:lnTo>
                          <a:pt x="198" y="478"/>
                        </a:lnTo>
                        <a:lnTo>
                          <a:pt x="205" y="459"/>
                        </a:lnTo>
                        <a:lnTo>
                          <a:pt x="212" y="439"/>
                        </a:lnTo>
                        <a:lnTo>
                          <a:pt x="221" y="421"/>
                        </a:lnTo>
                        <a:lnTo>
                          <a:pt x="230" y="402"/>
                        </a:lnTo>
                        <a:lnTo>
                          <a:pt x="240" y="385"/>
                        </a:lnTo>
                        <a:lnTo>
                          <a:pt x="252" y="367"/>
                        </a:lnTo>
                        <a:lnTo>
                          <a:pt x="263" y="351"/>
                        </a:lnTo>
                        <a:lnTo>
                          <a:pt x="276" y="335"/>
                        </a:lnTo>
                        <a:lnTo>
                          <a:pt x="289" y="320"/>
                        </a:lnTo>
                        <a:lnTo>
                          <a:pt x="303" y="304"/>
                        </a:lnTo>
                        <a:lnTo>
                          <a:pt x="318" y="290"/>
                        </a:lnTo>
                        <a:lnTo>
                          <a:pt x="334" y="277"/>
                        </a:lnTo>
                        <a:lnTo>
                          <a:pt x="350" y="264"/>
                        </a:lnTo>
                        <a:lnTo>
                          <a:pt x="366" y="252"/>
                        </a:lnTo>
                        <a:lnTo>
                          <a:pt x="384" y="241"/>
                        </a:lnTo>
                        <a:lnTo>
                          <a:pt x="401" y="230"/>
                        </a:lnTo>
                        <a:lnTo>
                          <a:pt x="419" y="222"/>
                        </a:lnTo>
                        <a:lnTo>
                          <a:pt x="438" y="213"/>
                        </a:lnTo>
                        <a:lnTo>
                          <a:pt x="457" y="205"/>
                        </a:lnTo>
                        <a:lnTo>
                          <a:pt x="477" y="199"/>
                        </a:lnTo>
                        <a:lnTo>
                          <a:pt x="498" y="193"/>
                        </a:lnTo>
                        <a:lnTo>
                          <a:pt x="518" y="188"/>
                        </a:lnTo>
                        <a:lnTo>
                          <a:pt x="539" y="185"/>
                        </a:lnTo>
                        <a:lnTo>
                          <a:pt x="560" y="182"/>
                        </a:lnTo>
                        <a:lnTo>
                          <a:pt x="581" y="180"/>
                        </a:lnTo>
                        <a:lnTo>
                          <a:pt x="603" y="180"/>
                        </a:lnTo>
                        <a:lnTo>
                          <a:pt x="603" y="0"/>
                        </a:lnTo>
                        <a:close/>
                      </a:path>
                    </a:pathLst>
                  </a:custGeom>
                  <a:solidFill>
                    <a:srgbClr val="EF2B2F"/>
                  </a:solidFill>
                  <a:ln>
                    <a:noFill/>
                  </a:ln>
                </p:spPr>
                <p:txBody>
                  <a:bodyPr/>
                  <a:lstStyle/>
                  <a:p>
                    <a:pPr>
                      <a:defRPr/>
                    </a:pPr>
                    <a:endParaRPr lang="en-US" sz="1050">
                      <a:latin typeface="+mj-lt"/>
                    </a:endParaRPr>
                  </a:p>
                </p:txBody>
              </p:sp>
              <p:sp>
                <p:nvSpPr>
                  <p:cNvPr id="41608" name="Freeform 387">
                    <a:extLst>
                      <a:ext uri="{FF2B5EF4-FFF2-40B4-BE49-F238E27FC236}">
                        <a16:creationId xmlns="" xmlns:a16="http://schemas.microsoft.com/office/drawing/2014/main" id="{8C6F042A-6D2A-674B-A917-06B10A6B2B63}"/>
                      </a:ext>
                    </a:extLst>
                  </p:cNvPr>
                  <p:cNvSpPr>
                    <a:spLocks/>
                  </p:cNvSpPr>
                  <p:nvPr/>
                </p:nvSpPr>
                <p:spPr bwMode="auto">
                  <a:xfrm>
                    <a:off x="3595" y="2937"/>
                    <a:ext cx="172" cy="171"/>
                  </a:xfrm>
                  <a:custGeom>
                    <a:avLst/>
                    <a:gdLst>
                      <a:gd name="T0" fmla="*/ 0 w 1028"/>
                      <a:gd name="T1" fmla="*/ 0 h 1028"/>
                      <a:gd name="T2" fmla="*/ 0 w 1028"/>
                      <a:gd name="T3" fmla="*/ 0 h 1028"/>
                      <a:gd name="T4" fmla="*/ 0 w 1028"/>
                      <a:gd name="T5" fmla="*/ 0 h 1028"/>
                      <a:gd name="T6" fmla="*/ 0 w 1028"/>
                      <a:gd name="T7" fmla="*/ 0 h 1028"/>
                      <a:gd name="T8" fmla="*/ 0 w 1028"/>
                      <a:gd name="T9" fmla="*/ 0 h 1028"/>
                      <a:gd name="T10" fmla="*/ 0 w 1028"/>
                      <a:gd name="T11" fmla="*/ 0 h 1028"/>
                      <a:gd name="T12" fmla="*/ 0 w 1028"/>
                      <a:gd name="T13" fmla="*/ 0 h 1028"/>
                      <a:gd name="T14" fmla="*/ 0 w 1028"/>
                      <a:gd name="T15" fmla="*/ 0 h 1028"/>
                      <a:gd name="T16" fmla="*/ 0 w 1028"/>
                      <a:gd name="T17" fmla="*/ 0 h 1028"/>
                      <a:gd name="T18" fmla="*/ 0 w 1028"/>
                      <a:gd name="T19" fmla="*/ 0 h 1028"/>
                      <a:gd name="T20" fmla="*/ 0 w 1028"/>
                      <a:gd name="T21" fmla="*/ 0 h 1028"/>
                      <a:gd name="T22" fmla="*/ 0 w 1028"/>
                      <a:gd name="T23" fmla="*/ 0 h 1028"/>
                      <a:gd name="T24" fmla="*/ 0 w 1028"/>
                      <a:gd name="T25" fmla="*/ 0 h 1028"/>
                      <a:gd name="T26" fmla="*/ 0 w 1028"/>
                      <a:gd name="T27" fmla="*/ 0 h 1028"/>
                      <a:gd name="T28" fmla="*/ 0 w 1028"/>
                      <a:gd name="T29" fmla="*/ 0 h 1028"/>
                      <a:gd name="T30" fmla="*/ 0 w 1028"/>
                      <a:gd name="T31" fmla="*/ 0 h 1028"/>
                      <a:gd name="T32" fmla="*/ 0 w 1028"/>
                      <a:gd name="T33" fmla="*/ 0 h 1028"/>
                      <a:gd name="T34" fmla="*/ 0 w 1028"/>
                      <a:gd name="T35" fmla="*/ 0 h 1028"/>
                      <a:gd name="T36" fmla="*/ 0 w 1028"/>
                      <a:gd name="T37" fmla="*/ 0 h 1028"/>
                      <a:gd name="T38" fmla="*/ 0 w 1028"/>
                      <a:gd name="T39" fmla="*/ 0 h 1028"/>
                      <a:gd name="T40" fmla="*/ 0 w 1028"/>
                      <a:gd name="T41" fmla="*/ 0 h 1028"/>
                      <a:gd name="T42" fmla="*/ 0 w 1028"/>
                      <a:gd name="T43" fmla="*/ 0 h 1028"/>
                      <a:gd name="T44" fmla="*/ 0 w 1028"/>
                      <a:gd name="T45" fmla="*/ 0 h 1028"/>
                      <a:gd name="T46" fmla="*/ 0 w 1028"/>
                      <a:gd name="T47" fmla="*/ 0 h 1028"/>
                      <a:gd name="T48" fmla="*/ 0 w 1028"/>
                      <a:gd name="T49" fmla="*/ 0 h 1028"/>
                      <a:gd name="T50" fmla="*/ 0 w 1028"/>
                      <a:gd name="T51" fmla="*/ 0 h 1028"/>
                      <a:gd name="T52" fmla="*/ 0 w 1028"/>
                      <a:gd name="T53" fmla="*/ 0 h 1028"/>
                      <a:gd name="T54" fmla="*/ 0 w 1028"/>
                      <a:gd name="T55" fmla="*/ 0 h 1028"/>
                      <a:gd name="T56" fmla="*/ 0 w 1028"/>
                      <a:gd name="T57" fmla="*/ 0 h 1028"/>
                      <a:gd name="T58" fmla="*/ 0 w 1028"/>
                      <a:gd name="T59" fmla="*/ 0 h 1028"/>
                      <a:gd name="T60" fmla="*/ 0 w 1028"/>
                      <a:gd name="T61" fmla="*/ 0 h 1028"/>
                      <a:gd name="T62" fmla="*/ 0 w 1028"/>
                      <a:gd name="T63" fmla="*/ 0 h 1028"/>
                      <a:gd name="T64" fmla="*/ 0 w 1028"/>
                      <a:gd name="T65" fmla="*/ 0 h 1028"/>
                      <a:gd name="T66" fmla="*/ 0 w 1028"/>
                      <a:gd name="T67" fmla="*/ 0 h 1028"/>
                      <a:gd name="T68" fmla="*/ 0 w 1028"/>
                      <a:gd name="T69" fmla="*/ 0 h 1028"/>
                      <a:gd name="T70" fmla="*/ 0 w 1028"/>
                      <a:gd name="T71" fmla="*/ 0 h 1028"/>
                      <a:gd name="T72" fmla="*/ 0 w 1028"/>
                      <a:gd name="T73" fmla="*/ 0 h 1028"/>
                      <a:gd name="T74" fmla="*/ 0 w 1028"/>
                      <a:gd name="T75" fmla="*/ 0 h 1028"/>
                      <a:gd name="T76" fmla="*/ 0 w 1028"/>
                      <a:gd name="T77" fmla="*/ 0 h 1028"/>
                      <a:gd name="T78" fmla="*/ 0 w 1028"/>
                      <a:gd name="T79" fmla="*/ 0 h 1028"/>
                      <a:gd name="T80" fmla="*/ 0 w 1028"/>
                      <a:gd name="T81" fmla="*/ 0 h 1028"/>
                      <a:gd name="T82" fmla="*/ 0 w 1028"/>
                      <a:gd name="T83" fmla="*/ 0 h 1028"/>
                      <a:gd name="T84" fmla="*/ 0 w 1028"/>
                      <a:gd name="T85" fmla="*/ 0 h 102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28"/>
                      <a:gd name="T130" fmla="*/ 0 h 1028"/>
                      <a:gd name="T131" fmla="*/ 1028 w 1028"/>
                      <a:gd name="T132" fmla="*/ 1028 h 102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28" h="1028">
                        <a:moveTo>
                          <a:pt x="514" y="0"/>
                        </a:moveTo>
                        <a:lnTo>
                          <a:pt x="540" y="1"/>
                        </a:lnTo>
                        <a:lnTo>
                          <a:pt x="566" y="3"/>
                        </a:lnTo>
                        <a:lnTo>
                          <a:pt x="592" y="6"/>
                        </a:lnTo>
                        <a:lnTo>
                          <a:pt x="617" y="11"/>
                        </a:lnTo>
                        <a:lnTo>
                          <a:pt x="642" y="16"/>
                        </a:lnTo>
                        <a:lnTo>
                          <a:pt x="666" y="24"/>
                        </a:lnTo>
                        <a:lnTo>
                          <a:pt x="690" y="31"/>
                        </a:lnTo>
                        <a:lnTo>
                          <a:pt x="714" y="41"/>
                        </a:lnTo>
                        <a:lnTo>
                          <a:pt x="736" y="51"/>
                        </a:lnTo>
                        <a:lnTo>
                          <a:pt x="759" y="63"/>
                        </a:lnTo>
                        <a:lnTo>
                          <a:pt x="780" y="75"/>
                        </a:lnTo>
                        <a:lnTo>
                          <a:pt x="801" y="88"/>
                        </a:lnTo>
                        <a:lnTo>
                          <a:pt x="821" y="103"/>
                        </a:lnTo>
                        <a:lnTo>
                          <a:pt x="840" y="118"/>
                        </a:lnTo>
                        <a:lnTo>
                          <a:pt x="859" y="135"/>
                        </a:lnTo>
                        <a:lnTo>
                          <a:pt x="877" y="151"/>
                        </a:lnTo>
                        <a:lnTo>
                          <a:pt x="894" y="169"/>
                        </a:lnTo>
                        <a:lnTo>
                          <a:pt x="910" y="188"/>
                        </a:lnTo>
                        <a:lnTo>
                          <a:pt x="925" y="207"/>
                        </a:lnTo>
                        <a:lnTo>
                          <a:pt x="940" y="227"/>
                        </a:lnTo>
                        <a:lnTo>
                          <a:pt x="953" y="248"/>
                        </a:lnTo>
                        <a:lnTo>
                          <a:pt x="965" y="269"/>
                        </a:lnTo>
                        <a:lnTo>
                          <a:pt x="977" y="292"/>
                        </a:lnTo>
                        <a:lnTo>
                          <a:pt x="987" y="315"/>
                        </a:lnTo>
                        <a:lnTo>
                          <a:pt x="997" y="338"/>
                        </a:lnTo>
                        <a:lnTo>
                          <a:pt x="1004" y="362"/>
                        </a:lnTo>
                        <a:lnTo>
                          <a:pt x="1012" y="386"/>
                        </a:lnTo>
                        <a:lnTo>
                          <a:pt x="1017" y="411"/>
                        </a:lnTo>
                        <a:lnTo>
                          <a:pt x="1022" y="436"/>
                        </a:lnTo>
                        <a:lnTo>
                          <a:pt x="1025" y="462"/>
                        </a:lnTo>
                        <a:lnTo>
                          <a:pt x="1027" y="488"/>
                        </a:lnTo>
                        <a:lnTo>
                          <a:pt x="1028" y="514"/>
                        </a:lnTo>
                        <a:lnTo>
                          <a:pt x="1027" y="540"/>
                        </a:lnTo>
                        <a:lnTo>
                          <a:pt x="1025" y="566"/>
                        </a:lnTo>
                        <a:lnTo>
                          <a:pt x="1022" y="592"/>
                        </a:lnTo>
                        <a:lnTo>
                          <a:pt x="1017" y="617"/>
                        </a:lnTo>
                        <a:lnTo>
                          <a:pt x="1012" y="642"/>
                        </a:lnTo>
                        <a:lnTo>
                          <a:pt x="1004" y="666"/>
                        </a:lnTo>
                        <a:lnTo>
                          <a:pt x="997" y="690"/>
                        </a:lnTo>
                        <a:lnTo>
                          <a:pt x="987" y="714"/>
                        </a:lnTo>
                        <a:lnTo>
                          <a:pt x="977" y="737"/>
                        </a:lnTo>
                        <a:lnTo>
                          <a:pt x="965" y="758"/>
                        </a:lnTo>
                        <a:lnTo>
                          <a:pt x="953" y="780"/>
                        </a:lnTo>
                        <a:lnTo>
                          <a:pt x="940" y="801"/>
                        </a:lnTo>
                        <a:lnTo>
                          <a:pt x="925" y="821"/>
                        </a:lnTo>
                        <a:lnTo>
                          <a:pt x="910" y="841"/>
                        </a:lnTo>
                        <a:lnTo>
                          <a:pt x="894" y="859"/>
                        </a:lnTo>
                        <a:lnTo>
                          <a:pt x="877" y="877"/>
                        </a:lnTo>
                        <a:lnTo>
                          <a:pt x="859" y="894"/>
                        </a:lnTo>
                        <a:lnTo>
                          <a:pt x="840" y="910"/>
                        </a:lnTo>
                        <a:lnTo>
                          <a:pt x="821" y="926"/>
                        </a:lnTo>
                        <a:lnTo>
                          <a:pt x="801" y="940"/>
                        </a:lnTo>
                        <a:lnTo>
                          <a:pt x="780" y="953"/>
                        </a:lnTo>
                        <a:lnTo>
                          <a:pt x="759" y="966"/>
                        </a:lnTo>
                        <a:lnTo>
                          <a:pt x="736" y="977"/>
                        </a:lnTo>
                        <a:lnTo>
                          <a:pt x="714" y="988"/>
                        </a:lnTo>
                        <a:lnTo>
                          <a:pt x="690" y="996"/>
                        </a:lnTo>
                        <a:lnTo>
                          <a:pt x="666" y="1005"/>
                        </a:lnTo>
                        <a:lnTo>
                          <a:pt x="642" y="1012"/>
                        </a:lnTo>
                        <a:lnTo>
                          <a:pt x="617" y="1017"/>
                        </a:lnTo>
                        <a:lnTo>
                          <a:pt x="592" y="1021"/>
                        </a:lnTo>
                        <a:lnTo>
                          <a:pt x="566" y="1025"/>
                        </a:lnTo>
                        <a:lnTo>
                          <a:pt x="540" y="1027"/>
                        </a:lnTo>
                        <a:lnTo>
                          <a:pt x="514" y="1028"/>
                        </a:lnTo>
                        <a:lnTo>
                          <a:pt x="488" y="1027"/>
                        </a:lnTo>
                        <a:lnTo>
                          <a:pt x="462" y="1025"/>
                        </a:lnTo>
                        <a:lnTo>
                          <a:pt x="436" y="1021"/>
                        </a:lnTo>
                        <a:lnTo>
                          <a:pt x="411" y="1017"/>
                        </a:lnTo>
                        <a:lnTo>
                          <a:pt x="386" y="1012"/>
                        </a:lnTo>
                        <a:lnTo>
                          <a:pt x="362" y="1005"/>
                        </a:lnTo>
                        <a:lnTo>
                          <a:pt x="338" y="996"/>
                        </a:lnTo>
                        <a:lnTo>
                          <a:pt x="314" y="988"/>
                        </a:lnTo>
                        <a:lnTo>
                          <a:pt x="292" y="977"/>
                        </a:lnTo>
                        <a:lnTo>
                          <a:pt x="270" y="966"/>
                        </a:lnTo>
                        <a:lnTo>
                          <a:pt x="248" y="953"/>
                        </a:lnTo>
                        <a:lnTo>
                          <a:pt x="227" y="940"/>
                        </a:lnTo>
                        <a:lnTo>
                          <a:pt x="207" y="926"/>
                        </a:lnTo>
                        <a:lnTo>
                          <a:pt x="187" y="910"/>
                        </a:lnTo>
                        <a:lnTo>
                          <a:pt x="169" y="894"/>
                        </a:lnTo>
                        <a:lnTo>
                          <a:pt x="151" y="877"/>
                        </a:lnTo>
                        <a:lnTo>
                          <a:pt x="134" y="859"/>
                        </a:lnTo>
                        <a:lnTo>
                          <a:pt x="118" y="841"/>
                        </a:lnTo>
                        <a:lnTo>
                          <a:pt x="102" y="821"/>
                        </a:lnTo>
                        <a:lnTo>
                          <a:pt x="88" y="801"/>
                        </a:lnTo>
                        <a:lnTo>
                          <a:pt x="75" y="780"/>
                        </a:lnTo>
                        <a:lnTo>
                          <a:pt x="62" y="758"/>
                        </a:lnTo>
                        <a:lnTo>
                          <a:pt x="51" y="737"/>
                        </a:lnTo>
                        <a:lnTo>
                          <a:pt x="41" y="714"/>
                        </a:lnTo>
                        <a:lnTo>
                          <a:pt x="32" y="690"/>
                        </a:lnTo>
                        <a:lnTo>
                          <a:pt x="23" y="666"/>
                        </a:lnTo>
                        <a:lnTo>
                          <a:pt x="17" y="642"/>
                        </a:lnTo>
                        <a:lnTo>
                          <a:pt x="11" y="617"/>
                        </a:lnTo>
                        <a:lnTo>
                          <a:pt x="7" y="592"/>
                        </a:lnTo>
                        <a:lnTo>
                          <a:pt x="4" y="566"/>
                        </a:lnTo>
                        <a:lnTo>
                          <a:pt x="1" y="540"/>
                        </a:lnTo>
                        <a:lnTo>
                          <a:pt x="0" y="514"/>
                        </a:lnTo>
                        <a:lnTo>
                          <a:pt x="1" y="488"/>
                        </a:lnTo>
                        <a:lnTo>
                          <a:pt x="4" y="462"/>
                        </a:lnTo>
                        <a:lnTo>
                          <a:pt x="7" y="436"/>
                        </a:lnTo>
                        <a:lnTo>
                          <a:pt x="11" y="411"/>
                        </a:lnTo>
                        <a:lnTo>
                          <a:pt x="17" y="386"/>
                        </a:lnTo>
                        <a:lnTo>
                          <a:pt x="23" y="362"/>
                        </a:lnTo>
                        <a:lnTo>
                          <a:pt x="32" y="338"/>
                        </a:lnTo>
                        <a:lnTo>
                          <a:pt x="41" y="315"/>
                        </a:lnTo>
                        <a:lnTo>
                          <a:pt x="51" y="292"/>
                        </a:lnTo>
                        <a:lnTo>
                          <a:pt x="62" y="269"/>
                        </a:lnTo>
                        <a:lnTo>
                          <a:pt x="75" y="248"/>
                        </a:lnTo>
                        <a:lnTo>
                          <a:pt x="88" y="227"/>
                        </a:lnTo>
                        <a:lnTo>
                          <a:pt x="102" y="207"/>
                        </a:lnTo>
                        <a:lnTo>
                          <a:pt x="118" y="188"/>
                        </a:lnTo>
                        <a:lnTo>
                          <a:pt x="134" y="169"/>
                        </a:lnTo>
                        <a:lnTo>
                          <a:pt x="151" y="151"/>
                        </a:lnTo>
                        <a:lnTo>
                          <a:pt x="169" y="135"/>
                        </a:lnTo>
                        <a:lnTo>
                          <a:pt x="187" y="118"/>
                        </a:lnTo>
                        <a:lnTo>
                          <a:pt x="207" y="103"/>
                        </a:lnTo>
                        <a:lnTo>
                          <a:pt x="227" y="88"/>
                        </a:lnTo>
                        <a:lnTo>
                          <a:pt x="248" y="75"/>
                        </a:lnTo>
                        <a:lnTo>
                          <a:pt x="270" y="63"/>
                        </a:lnTo>
                        <a:lnTo>
                          <a:pt x="292" y="51"/>
                        </a:lnTo>
                        <a:lnTo>
                          <a:pt x="314" y="41"/>
                        </a:lnTo>
                        <a:lnTo>
                          <a:pt x="338" y="31"/>
                        </a:lnTo>
                        <a:lnTo>
                          <a:pt x="362" y="24"/>
                        </a:lnTo>
                        <a:lnTo>
                          <a:pt x="386" y="16"/>
                        </a:lnTo>
                        <a:lnTo>
                          <a:pt x="411" y="11"/>
                        </a:lnTo>
                        <a:lnTo>
                          <a:pt x="436" y="6"/>
                        </a:lnTo>
                        <a:lnTo>
                          <a:pt x="462" y="3"/>
                        </a:lnTo>
                        <a:lnTo>
                          <a:pt x="488" y="1"/>
                        </a:lnTo>
                        <a:lnTo>
                          <a:pt x="514" y="0"/>
                        </a:lnTo>
                        <a:close/>
                      </a:path>
                    </a:pathLst>
                  </a:custGeom>
                  <a:solidFill>
                    <a:srgbClr val="DC2B19"/>
                  </a:solidFill>
                  <a:ln>
                    <a:noFill/>
                  </a:ln>
                </p:spPr>
                <p:txBody>
                  <a:bodyPr/>
                  <a:lstStyle/>
                  <a:p>
                    <a:pPr>
                      <a:defRPr/>
                    </a:pPr>
                    <a:endParaRPr lang="en-US" sz="1050">
                      <a:latin typeface="+mj-lt"/>
                    </a:endParaRPr>
                  </a:p>
                </p:txBody>
              </p:sp>
              <p:sp>
                <p:nvSpPr>
                  <p:cNvPr id="41609" name="Freeform 388">
                    <a:extLst>
                      <a:ext uri="{FF2B5EF4-FFF2-40B4-BE49-F238E27FC236}">
                        <a16:creationId xmlns="" xmlns:a16="http://schemas.microsoft.com/office/drawing/2014/main" id="{5C190909-7E30-C4AF-64CB-8A201EF771EC}"/>
                      </a:ext>
                    </a:extLst>
                  </p:cNvPr>
                  <p:cNvSpPr>
                    <a:spLocks/>
                  </p:cNvSpPr>
                  <p:nvPr/>
                </p:nvSpPr>
                <p:spPr bwMode="auto">
                  <a:xfrm>
                    <a:off x="3681" y="2921"/>
                    <a:ext cx="99" cy="102"/>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603"/>
                        </a:moveTo>
                        <a:lnTo>
                          <a:pt x="603" y="603"/>
                        </a:lnTo>
                        <a:lnTo>
                          <a:pt x="602" y="572"/>
                        </a:lnTo>
                        <a:lnTo>
                          <a:pt x="600" y="542"/>
                        </a:lnTo>
                        <a:lnTo>
                          <a:pt x="597" y="512"/>
                        </a:lnTo>
                        <a:lnTo>
                          <a:pt x="591" y="482"/>
                        </a:lnTo>
                        <a:lnTo>
                          <a:pt x="584" y="453"/>
                        </a:lnTo>
                        <a:lnTo>
                          <a:pt x="576" y="424"/>
                        </a:lnTo>
                        <a:lnTo>
                          <a:pt x="566" y="396"/>
                        </a:lnTo>
                        <a:lnTo>
                          <a:pt x="555" y="368"/>
                        </a:lnTo>
                        <a:lnTo>
                          <a:pt x="543" y="342"/>
                        </a:lnTo>
                        <a:lnTo>
                          <a:pt x="530" y="316"/>
                        </a:lnTo>
                        <a:lnTo>
                          <a:pt x="515" y="290"/>
                        </a:lnTo>
                        <a:lnTo>
                          <a:pt x="500" y="266"/>
                        </a:lnTo>
                        <a:lnTo>
                          <a:pt x="483" y="242"/>
                        </a:lnTo>
                        <a:lnTo>
                          <a:pt x="465" y="219"/>
                        </a:lnTo>
                        <a:lnTo>
                          <a:pt x="447" y="198"/>
                        </a:lnTo>
                        <a:lnTo>
                          <a:pt x="426" y="177"/>
                        </a:lnTo>
                        <a:lnTo>
                          <a:pt x="405" y="157"/>
                        </a:lnTo>
                        <a:lnTo>
                          <a:pt x="384" y="138"/>
                        </a:lnTo>
                        <a:lnTo>
                          <a:pt x="361" y="120"/>
                        </a:lnTo>
                        <a:lnTo>
                          <a:pt x="337" y="103"/>
                        </a:lnTo>
                        <a:lnTo>
                          <a:pt x="313" y="88"/>
                        </a:lnTo>
                        <a:lnTo>
                          <a:pt x="287" y="73"/>
                        </a:lnTo>
                        <a:lnTo>
                          <a:pt x="261" y="60"/>
                        </a:lnTo>
                        <a:lnTo>
                          <a:pt x="235" y="48"/>
                        </a:lnTo>
                        <a:lnTo>
                          <a:pt x="208" y="37"/>
                        </a:lnTo>
                        <a:lnTo>
                          <a:pt x="179" y="27"/>
                        </a:lnTo>
                        <a:lnTo>
                          <a:pt x="150" y="19"/>
                        </a:lnTo>
                        <a:lnTo>
                          <a:pt x="121" y="12"/>
                        </a:lnTo>
                        <a:lnTo>
                          <a:pt x="91" y="6"/>
                        </a:lnTo>
                        <a:lnTo>
                          <a:pt x="62" y="3"/>
                        </a:lnTo>
                        <a:lnTo>
                          <a:pt x="31" y="1"/>
                        </a:lnTo>
                        <a:lnTo>
                          <a:pt x="0" y="0"/>
                        </a:lnTo>
                        <a:lnTo>
                          <a:pt x="0" y="179"/>
                        </a:lnTo>
                        <a:lnTo>
                          <a:pt x="22" y="179"/>
                        </a:lnTo>
                        <a:lnTo>
                          <a:pt x="44" y="181"/>
                        </a:lnTo>
                        <a:lnTo>
                          <a:pt x="64" y="185"/>
                        </a:lnTo>
                        <a:lnTo>
                          <a:pt x="86" y="188"/>
                        </a:lnTo>
                        <a:lnTo>
                          <a:pt x="106" y="192"/>
                        </a:lnTo>
                        <a:lnTo>
                          <a:pt x="126" y="199"/>
                        </a:lnTo>
                        <a:lnTo>
                          <a:pt x="146" y="205"/>
                        </a:lnTo>
                        <a:lnTo>
                          <a:pt x="164" y="213"/>
                        </a:lnTo>
                        <a:lnTo>
                          <a:pt x="184" y="220"/>
                        </a:lnTo>
                        <a:lnTo>
                          <a:pt x="201" y="230"/>
                        </a:lnTo>
                        <a:lnTo>
                          <a:pt x="220" y="240"/>
                        </a:lnTo>
                        <a:lnTo>
                          <a:pt x="237" y="252"/>
                        </a:lnTo>
                        <a:lnTo>
                          <a:pt x="253" y="263"/>
                        </a:lnTo>
                        <a:lnTo>
                          <a:pt x="270" y="276"/>
                        </a:lnTo>
                        <a:lnTo>
                          <a:pt x="285" y="290"/>
                        </a:lnTo>
                        <a:lnTo>
                          <a:pt x="299" y="304"/>
                        </a:lnTo>
                        <a:lnTo>
                          <a:pt x="313" y="318"/>
                        </a:lnTo>
                        <a:lnTo>
                          <a:pt x="327" y="333"/>
                        </a:lnTo>
                        <a:lnTo>
                          <a:pt x="340" y="350"/>
                        </a:lnTo>
                        <a:lnTo>
                          <a:pt x="351" y="366"/>
                        </a:lnTo>
                        <a:lnTo>
                          <a:pt x="363" y="383"/>
                        </a:lnTo>
                        <a:lnTo>
                          <a:pt x="373" y="402"/>
                        </a:lnTo>
                        <a:lnTo>
                          <a:pt x="383" y="419"/>
                        </a:lnTo>
                        <a:lnTo>
                          <a:pt x="390" y="439"/>
                        </a:lnTo>
                        <a:lnTo>
                          <a:pt x="398" y="457"/>
                        </a:lnTo>
                        <a:lnTo>
                          <a:pt x="404" y="477"/>
                        </a:lnTo>
                        <a:lnTo>
                          <a:pt x="411" y="498"/>
                        </a:lnTo>
                        <a:lnTo>
                          <a:pt x="415" y="518"/>
                        </a:lnTo>
                        <a:lnTo>
                          <a:pt x="418" y="539"/>
                        </a:lnTo>
                        <a:lnTo>
                          <a:pt x="422" y="559"/>
                        </a:lnTo>
                        <a:lnTo>
                          <a:pt x="424" y="581"/>
                        </a:lnTo>
                        <a:lnTo>
                          <a:pt x="424" y="603"/>
                        </a:lnTo>
                        <a:lnTo>
                          <a:pt x="603" y="603"/>
                        </a:lnTo>
                        <a:close/>
                      </a:path>
                    </a:pathLst>
                  </a:custGeom>
                  <a:solidFill>
                    <a:srgbClr val="EF2B2F"/>
                  </a:solidFill>
                  <a:ln>
                    <a:noFill/>
                  </a:ln>
                </p:spPr>
                <p:txBody>
                  <a:bodyPr/>
                  <a:lstStyle/>
                  <a:p>
                    <a:pPr>
                      <a:defRPr/>
                    </a:pPr>
                    <a:endParaRPr lang="en-US" sz="1050">
                      <a:latin typeface="+mj-lt"/>
                    </a:endParaRPr>
                  </a:p>
                </p:txBody>
              </p:sp>
              <p:sp>
                <p:nvSpPr>
                  <p:cNvPr id="41610" name="Freeform 389">
                    <a:extLst>
                      <a:ext uri="{FF2B5EF4-FFF2-40B4-BE49-F238E27FC236}">
                        <a16:creationId xmlns="" xmlns:a16="http://schemas.microsoft.com/office/drawing/2014/main" id="{EEE73B12-9C0C-B329-A5D9-F5DDCC67AD6B}"/>
                      </a:ext>
                    </a:extLst>
                  </p:cNvPr>
                  <p:cNvSpPr>
                    <a:spLocks/>
                  </p:cNvSpPr>
                  <p:nvPr/>
                </p:nvSpPr>
                <p:spPr bwMode="auto">
                  <a:xfrm>
                    <a:off x="3681" y="3023"/>
                    <a:ext cx="99" cy="114"/>
                  </a:xfrm>
                  <a:custGeom>
                    <a:avLst/>
                    <a:gdLst>
                      <a:gd name="T0" fmla="*/ 0 w 603"/>
                      <a:gd name="T1" fmla="*/ 0 h 604"/>
                      <a:gd name="T2" fmla="*/ 0 w 603"/>
                      <a:gd name="T3" fmla="*/ 0 h 604"/>
                      <a:gd name="T4" fmla="*/ 0 w 603"/>
                      <a:gd name="T5" fmla="*/ 0 h 604"/>
                      <a:gd name="T6" fmla="*/ 0 w 603"/>
                      <a:gd name="T7" fmla="*/ 0 h 604"/>
                      <a:gd name="T8" fmla="*/ 0 w 603"/>
                      <a:gd name="T9" fmla="*/ 0 h 604"/>
                      <a:gd name="T10" fmla="*/ 0 w 603"/>
                      <a:gd name="T11" fmla="*/ 0 h 604"/>
                      <a:gd name="T12" fmla="*/ 0 w 603"/>
                      <a:gd name="T13" fmla="*/ 0 h 604"/>
                      <a:gd name="T14" fmla="*/ 0 w 603"/>
                      <a:gd name="T15" fmla="*/ 0 h 604"/>
                      <a:gd name="T16" fmla="*/ 0 w 603"/>
                      <a:gd name="T17" fmla="*/ 0 h 604"/>
                      <a:gd name="T18" fmla="*/ 0 w 603"/>
                      <a:gd name="T19" fmla="*/ 0 h 604"/>
                      <a:gd name="T20" fmla="*/ 0 w 603"/>
                      <a:gd name="T21" fmla="*/ 0 h 604"/>
                      <a:gd name="T22" fmla="*/ 0 w 603"/>
                      <a:gd name="T23" fmla="*/ 0 h 604"/>
                      <a:gd name="T24" fmla="*/ 0 w 603"/>
                      <a:gd name="T25" fmla="*/ 0 h 604"/>
                      <a:gd name="T26" fmla="*/ 0 w 603"/>
                      <a:gd name="T27" fmla="*/ 0 h 604"/>
                      <a:gd name="T28" fmla="*/ 0 w 603"/>
                      <a:gd name="T29" fmla="*/ 0 h 604"/>
                      <a:gd name="T30" fmla="*/ 0 w 603"/>
                      <a:gd name="T31" fmla="*/ 0 h 604"/>
                      <a:gd name="T32" fmla="*/ 0 w 603"/>
                      <a:gd name="T33" fmla="*/ 0 h 604"/>
                      <a:gd name="T34" fmla="*/ 0 w 603"/>
                      <a:gd name="T35" fmla="*/ 0 h 604"/>
                      <a:gd name="T36" fmla="*/ 0 w 603"/>
                      <a:gd name="T37" fmla="*/ 0 h 604"/>
                      <a:gd name="T38" fmla="*/ 0 w 603"/>
                      <a:gd name="T39" fmla="*/ 0 h 604"/>
                      <a:gd name="T40" fmla="*/ 0 w 603"/>
                      <a:gd name="T41" fmla="*/ 0 h 604"/>
                      <a:gd name="T42" fmla="*/ 0 w 603"/>
                      <a:gd name="T43" fmla="*/ 0 h 604"/>
                      <a:gd name="T44" fmla="*/ 0 w 603"/>
                      <a:gd name="T45" fmla="*/ 0 h 604"/>
                      <a:gd name="T46" fmla="*/ 0 w 603"/>
                      <a:gd name="T47" fmla="*/ 0 h 604"/>
                      <a:gd name="T48" fmla="*/ 0 w 603"/>
                      <a:gd name="T49" fmla="*/ 0 h 604"/>
                      <a:gd name="T50" fmla="*/ 0 w 603"/>
                      <a:gd name="T51" fmla="*/ 0 h 604"/>
                      <a:gd name="T52" fmla="*/ 0 w 603"/>
                      <a:gd name="T53" fmla="*/ 0 h 604"/>
                      <a:gd name="T54" fmla="*/ 0 w 603"/>
                      <a:gd name="T55" fmla="*/ 0 h 604"/>
                      <a:gd name="T56" fmla="*/ 0 w 603"/>
                      <a:gd name="T57" fmla="*/ 0 h 604"/>
                      <a:gd name="T58" fmla="*/ 0 w 603"/>
                      <a:gd name="T59" fmla="*/ 0 h 604"/>
                      <a:gd name="T60" fmla="*/ 0 w 603"/>
                      <a:gd name="T61" fmla="*/ 0 h 604"/>
                      <a:gd name="T62" fmla="*/ 0 w 603"/>
                      <a:gd name="T63" fmla="*/ 0 h 604"/>
                      <a:gd name="T64" fmla="*/ 0 w 603"/>
                      <a:gd name="T65" fmla="*/ 0 h 604"/>
                      <a:gd name="T66" fmla="*/ 0 w 603"/>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4"/>
                      <a:gd name="T104" fmla="*/ 603 w 603"/>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4">
                        <a:moveTo>
                          <a:pt x="0" y="604"/>
                        </a:moveTo>
                        <a:lnTo>
                          <a:pt x="0" y="604"/>
                        </a:lnTo>
                        <a:lnTo>
                          <a:pt x="31" y="603"/>
                        </a:lnTo>
                        <a:lnTo>
                          <a:pt x="61" y="600"/>
                        </a:lnTo>
                        <a:lnTo>
                          <a:pt x="91" y="596"/>
                        </a:lnTo>
                        <a:lnTo>
                          <a:pt x="121" y="591"/>
                        </a:lnTo>
                        <a:lnTo>
                          <a:pt x="150" y="584"/>
                        </a:lnTo>
                        <a:lnTo>
                          <a:pt x="179" y="576"/>
                        </a:lnTo>
                        <a:lnTo>
                          <a:pt x="208" y="567"/>
                        </a:lnTo>
                        <a:lnTo>
                          <a:pt x="235" y="556"/>
                        </a:lnTo>
                        <a:lnTo>
                          <a:pt x="261" y="543"/>
                        </a:lnTo>
                        <a:lnTo>
                          <a:pt x="287" y="530"/>
                        </a:lnTo>
                        <a:lnTo>
                          <a:pt x="313" y="516"/>
                        </a:lnTo>
                        <a:lnTo>
                          <a:pt x="337" y="500"/>
                        </a:lnTo>
                        <a:lnTo>
                          <a:pt x="361" y="483"/>
                        </a:lnTo>
                        <a:lnTo>
                          <a:pt x="384" y="465"/>
                        </a:lnTo>
                        <a:lnTo>
                          <a:pt x="405" y="446"/>
                        </a:lnTo>
                        <a:lnTo>
                          <a:pt x="426" y="427"/>
                        </a:lnTo>
                        <a:lnTo>
                          <a:pt x="447" y="405"/>
                        </a:lnTo>
                        <a:lnTo>
                          <a:pt x="465" y="383"/>
                        </a:lnTo>
                        <a:lnTo>
                          <a:pt x="483" y="361"/>
                        </a:lnTo>
                        <a:lnTo>
                          <a:pt x="500" y="337"/>
                        </a:lnTo>
                        <a:lnTo>
                          <a:pt x="515" y="313"/>
                        </a:lnTo>
                        <a:lnTo>
                          <a:pt x="530" y="288"/>
                        </a:lnTo>
                        <a:lnTo>
                          <a:pt x="543" y="262"/>
                        </a:lnTo>
                        <a:lnTo>
                          <a:pt x="555" y="235"/>
                        </a:lnTo>
                        <a:lnTo>
                          <a:pt x="566" y="207"/>
                        </a:lnTo>
                        <a:lnTo>
                          <a:pt x="576" y="179"/>
                        </a:lnTo>
                        <a:lnTo>
                          <a:pt x="584" y="151"/>
                        </a:lnTo>
                        <a:lnTo>
                          <a:pt x="591" y="122"/>
                        </a:lnTo>
                        <a:lnTo>
                          <a:pt x="597" y="91"/>
                        </a:lnTo>
                        <a:lnTo>
                          <a:pt x="600" y="62"/>
                        </a:lnTo>
                        <a:lnTo>
                          <a:pt x="602" y="31"/>
                        </a:lnTo>
                        <a:lnTo>
                          <a:pt x="603" y="0"/>
                        </a:lnTo>
                        <a:lnTo>
                          <a:pt x="424" y="0"/>
                        </a:lnTo>
                        <a:lnTo>
                          <a:pt x="424" y="22"/>
                        </a:lnTo>
                        <a:lnTo>
                          <a:pt x="422" y="43"/>
                        </a:lnTo>
                        <a:lnTo>
                          <a:pt x="418" y="65"/>
                        </a:lnTo>
                        <a:lnTo>
                          <a:pt x="415" y="86"/>
                        </a:lnTo>
                        <a:lnTo>
                          <a:pt x="411" y="105"/>
                        </a:lnTo>
                        <a:lnTo>
                          <a:pt x="404" y="126"/>
                        </a:lnTo>
                        <a:lnTo>
                          <a:pt x="398" y="146"/>
                        </a:lnTo>
                        <a:lnTo>
                          <a:pt x="390" y="165"/>
                        </a:lnTo>
                        <a:lnTo>
                          <a:pt x="383" y="184"/>
                        </a:lnTo>
                        <a:lnTo>
                          <a:pt x="373" y="202"/>
                        </a:lnTo>
                        <a:lnTo>
                          <a:pt x="363" y="219"/>
                        </a:lnTo>
                        <a:lnTo>
                          <a:pt x="351" y="237"/>
                        </a:lnTo>
                        <a:lnTo>
                          <a:pt x="340" y="253"/>
                        </a:lnTo>
                        <a:lnTo>
                          <a:pt x="327" y="269"/>
                        </a:lnTo>
                        <a:lnTo>
                          <a:pt x="313" y="285"/>
                        </a:lnTo>
                        <a:lnTo>
                          <a:pt x="299" y="300"/>
                        </a:lnTo>
                        <a:lnTo>
                          <a:pt x="285" y="314"/>
                        </a:lnTo>
                        <a:lnTo>
                          <a:pt x="270" y="327"/>
                        </a:lnTo>
                        <a:lnTo>
                          <a:pt x="253" y="340"/>
                        </a:lnTo>
                        <a:lnTo>
                          <a:pt x="237" y="351"/>
                        </a:lnTo>
                        <a:lnTo>
                          <a:pt x="220" y="363"/>
                        </a:lnTo>
                        <a:lnTo>
                          <a:pt x="201" y="373"/>
                        </a:lnTo>
                        <a:lnTo>
                          <a:pt x="184" y="382"/>
                        </a:lnTo>
                        <a:lnTo>
                          <a:pt x="164" y="391"/>
                        </a:lnTo>
                        <a:lnTo>
                          <a:pt x="146" y="399"/>
                        </a:lnTo>
                        <a:lnTo>
                          <a:pt x="126" y="405"/>
                        </a:lnTo>
                        <a:lnTo>
                          <a:pt x="106" y="411"/>
                        </a:lnTo>
                        <a:lnTo>
                          <a:pt x="86" y="416"/>
                        </a:lnTo>
                        <a:lnTo>
                          <a:pt x="64" y="419"/>
                        </a:lnTo>
                        <a:lnTo>
                          <a:pt x="44" y="421"/>
                        </a:lnTo>
                        <a:lnTo>
                          <a:pt x="22" y="424"/>
                        </a:lnTo>
                        <a:lnTo>
                          <a:pt x="0" y="424"/>
                        </a:lnTo>
                        <a:lnTo>
                          <a:pt x="0" y="604"/>
                        </a:lnTo>
                        <a:close/>
                      </a:path>
                    </a:pathLst>
                  </a:custGeom>
                  <a:solidFill>
                    <a:srgbClr val="EF2B2F"/>
                  </a:solidFill>
                  <a:ln>
                    <a:noFill/>
                  </a:ln>
                </p:spPr>
                <p:txBody>
                  <a:bodyPr/>
                  <a:lstStyle/>
                  <a:p>
                    <a:pPr>
                      <a:defRPr/>
                    </a:pPr>
                    <a:endParaRPr lang="en-US" sz="1050">
                      <a:latin typeface="+mj-lt"/>
                    </a:endParaRPr>
                  </a:p>
                </p:txBody>
              </p:sp>
              <p:sp>
                <p:nvSpPr>
                  <p:cNvPr id="41611" name="Freeform 390">
                    <a:extLst>
                      <a:ext uri="{FF2B5EF4-FFF2-40B4-BE49-F238E27FC236}">
                        <a16:creationId xmlns="" xmlns:a16="http://schemas.microsoft.com/office/drawing/2014/main" id="{9D04D31B-77BA-0DE2-8D9E-89F067788074}"/>
                      </a:ext>
                    </a:extLst>
                  </p:cNvPr>
                  <p:cNvSpPr>
                    <a:spLocks/>
                  </p:cNvSpPr>
                  <p:nvPr/>
                </p:nvSpPr>
                <p:spPr bwMode="auto">
                  <a:xfrm>
                    <a:off x="3578" y="3023"/>
                    <a:ext cx="103" cy="114"/>
                  </a:xfrm>
                  <a:custGeom>
                    <a:avLst/>
                    <a:gdLst>
                      <a:gd name="T0" fmla="*/ 0 w 604"/>
                      <a:gd name="T1" fmla="*/ 0 h 604"/>
                      <a:gd name="T2" fmla="*/ 0 w 604"/>
                      <a:gd name="T3" fmla="*/ 0 h 604"/>
                      <a:gd name="T4" fmla="*/ 0 w 604"/>
                      <a:gd name="T5" fmla="*/ 0 h 604"/>
                      <a:gd name="T6" fmla="*/ 0 w 604"/>
                      <a:gd name="T7" fmla="*/ 0 h 604"/>
                      <a:gd name="T8" fmla="*/ 0 w 604"/>
                      <a:gd name="T9" fmla="*/ 0 h 604"/>
                      <a:gd name="T10" fmla="*/ 0 w 604"/>
                      <a:gd name="T11" fmla="*/ 0 h 604"/>
                      <a:gd name="T12" fmla="*/ 0 w 604"/>
                      <a:gd name="T13" fmla="*/ 0 h 604"/>
                      <a:gd name="T14" fmla="*/ 0 w 604"/>
                      <a:gd name="T15" fmla="*/ 0 h 604"/>
                      <a:gd name="T16" fmla="*/ 0 w 604"/>
                      <a:gd name="T17" fmla="*/ 0 h 604"/>
                      <a:gd name="T18" fmla="*/ 0 w 604"/>
                      <a:gd name="T19" fmla="*/ 0 h 604"/>
                      <a:gd name="T20" fmla="*/ 0 w 604"/>
                      <a:gd name="T21" fmla="*/ 0 h 604"/>
                      <a:gd name="T22" fmla="*/ 0 w 604"/>
                      <a:gd name="T23" fmla="*/ 0 h 604"/>
                      <a:gd name="T24" fmla="*/ 0 w 604"/>
                      <a:gd name="T25" fmla="*/ 0 h 604"/>
                      <a:gd name="T26" fmla="*/ 0 w 604"/>
                      <a:gd name="T27" fmla="*/ 0 h 604"/>
                      <a:gd name="T28" fmla="*/ 0 w 604"/>
                      <a:gd name="T29" fmla="*/ 0 h 604"/>
                      <a:gd name="T30" fmla="*/ 0 w 604"/>
                      <a:gd name="T31" fmla="*/ 0 h 604"/>
                      <a:gd name="T32" fmla="*/ 0 w 604"/>
                      <a:gd name="T33" fmla="*/ 0 h 604"/>
                      <a:gd name="T34" fmla="*/ 0 w 604"/>
                      <a:gd name="T35" fmla="*/ 0 h 604"/>
                      <a:gd name="T36" fmla="*/ 0 w 604"/>
                      <a:gd name="T37" fmla="*/ 0 h 604"/>
                      <a:gd name="T38" fmla="*/ 0 w 604"/>
                      <a:gd name="T39" fmla="*/ 0 h 604"/>
                      <a:gd name="T40" fmla="*/ 0 w 604"/>
                      <a:gd name="T41" fmla="*/ 0 h 604"/>
                      <a:gd name="T42" fmla="*/ 0 w 604"/>
                      <a:gd name="T43" fmla="*/ 0 h 604"/>
                      <a:gd name="T44" fmla="*/ 0 w 604"/>
                      <a:gd name="T45" fmla="*/ 0 h 604"/>
                      <a:gd name="T46" fmla="*/ 0 w 604"/>
                      <a:gd name="T47" fmla="*/ 0 h 604"/>
                      <a:gd name="T48" fmla="*/ 0 w 604"/>
                      <a:gd name="T49" fmla="*/ 0 h 604"/>
                      <a:gd name="T50" fmla="*/ 0 w 604"/>
                      <a:gd name="T51" fmla="*/ 0 h 604"/>
                      <a:gd name="T52" fmla="*/ 0 w 604"/>
                      <a:gd name="T53" fmla="*/ 0 h 604"/>
                      <a:gd name="T54" fmla="*/ 0 w 604"/>
                      <a:gd name="T55" fmla="*/ 0 h 604"/>
                      <a:gd name="T56" fmla="*/ 0 w 604"/>
                      <a:gd name="T57" fmla="*/ 0 h 604"/>
                      <a:gd name="T58" fmla="*/ 0 w 604"/>
                      <a:gd name="T59" fmla="*/ 0 h 604"/>
                      <a:gd name="T60" fmla="*/ 0 w 604"/>
                      <a:gd name="T61" fmla="*/ 0 h 604"/>
                      <a:gd name="T62" fmla="*/ 0 w 604"/>
                      <a:gd name="T63" fmla="*/ 0 h 604"/>
                      <a:gd name="T64" fmla="*/ 0 w 604"/>
                      <a:gd name="T65" fmla="*/ 0 h 604"/>
                      <a:gd name="T66" fmla="*/ 0 w 604"/>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4"/>
                      <a:gd name="T104" fmla="*/ 604 w 604"/>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4">
                        <a:moveTo>
                          <a:pt x="0" y="0"/>
                        </a:moveTo>
                        <a:lnTo>
                          <a:pt x="0" y="0"/>
                        </a:lnTo>
                        <a:lnTo>
                          <a:pt x="1" y="30"/>
                        </a:lnTo>
                        <a:lnTo>
                          <a:pt x="3" y="62"/>
                        </a:lnTo>
                        <a:lnTo>
                          <a:pt x="8" y="91"/>
                        </a:lnTo>
                        <a:lnTo>
                          <a:pt x="13" y="122"/>
                        </a:lnTo>
                        <a:lnTo>
                          <a:pt x="20" y="150"/>
                        </a:lnTo>
                        <a:lnTo>
                          <a:pt x="28" y="179"/>
                        </a:lnTo>
                        <a:lnTo>
                          <a:pt x="37" y="207"/>
                        </a:lnTo>
                        <a:lnTo>
                          <a:pt x="48" y="235"/>
                        </a:lnTo>
                        <a:lnTo>
                          <a:pt x="61" y="262"/>
                        </a:lnTo>
                        <a:lnTo>
                          <a:pt x="74" y="288"/>
                        </a:lnTo>
                        <a:lnTo>
                          <a:pt x="88" y="313"/>
                        </a:lnTo>
                        <a:lnTo>
                          <a:pt x="104" y="337"/>
                        </a:lnTo>
                        <a:lnTo>
                          <a:pt x="121" y="361"/>
                        </a:lnTo>
                        <a:lnTo>
                          <a:pt x="139" y="383"/>
                        </a:lnTo>
                        <a:lnTo>
                          <a:pt x="158" y="405"/>
                        </a:lnTo>
                        <a:lnTo>
                          <a:pt x="178" y="427"/>
                        </a:lnTo>
                        <a:lnTo>
                          <a:pt x="199" y="446"/>
                        </a:lnTo>
                        <a:lnTo>
                          <a:pt x="221" y="465"/>
                        </a:lnTo>
                        <a:lnTo>
                          <a:pt x="244" y="483"/>
                        </a:lnTo>
                        <a:lnTo>
                          <a:pt x="267" y="500"/>
                        </a:lnTo>
                        <a:lnTo>
                          <a:pt x="291" y="516"/>
                        </a:lnTo>
                        <a:lnTo>
                          <a:pt x="316" y="530"/>
                        </a:lnTo>
                        <a:lnTo>
                          <a:pt x="342" y="543"/>
                        </a:lnTo>
                        <a:lnTo>
                          <a:pt x="370" y="556"/>
                        </a:lnTo>
                        <a:lnTo>
                          <a:pt x="397" y="567"/>
                        </a:lnTo>
                        <a:lnTo>
                          <a:pt x="425" y="576"/>
                        </a:lnTo>
                        <a:lnTo>
                          <a:pt x="454" y="584"/>
                        </a:lnTo>
                        <a:lnTo>
                          <a:pt x="483" y="591"/>
                        </a:lnTo>
                        <a:lnTo>
                          <a:pt x="513" y="596"/>
                        </a:lnTo>
                        <a:lnTo>
                          <a:pt x="543" y="600"/>
                        </a:lnTo>
                        <a:lnTo>
                          <a:pt x="574" y="603"/>
                        </a:lnTo>
                        <a:lnTo>
                          <a:pt x="604" y="604"/>
                        </a:lnTo>
                        <a:lnTo>
                          <a:pt x="604" y="424"/>
                        </a:lnTo>
                        <a:lnTo>
                          <a:pt x="582" y="424"/>
                        </a:lnTo>
                        <a:lnTo>
                          <a:pt x="561" y="421"/>
                        </a:lnTo>
                        <a:lnTo>
                          <a:pt x="539" y="419"/>
                        </a:lnTo>
                        <a:lnTo>
                          <a:pt x="518" y="416"/>
                        </a:lnTo>
                        <a:lnTo>
                          <a:pt x="498" y="411"/>
                        </a:lnTo>
                        <a:lnTo>
                          <a:pt x="478" y="405"/>
                        </a:lnTo>
                        <a:lnTo>
                          <a:pt x="459" y="399"/>
                        </a:lnTo>
                        <a:lnTo>
                          <a:pt x="439" y="391"/>
                        </a:lnTo>
                        <a:lnTo>
                          <a:pt x="421" y="382"/>
                        </a:lnTo>
                        <a:lnTo>
                          <a:pt x="402" y="373"/>
                        </a:lnTo>
                        <a:lnTo>
                          <a:pt x="385" y="363"/>
                        </a:lnTo>
                        <a:lnTo>
                          <a:pt x="367" y="351"/>
                        </a:lnTo>
                        <a:lnTo>
                          <a:pt x="351" y="340"/>
                        </a:lnTo>
                        <a:lnTo>
                          <a:pt x="335" y="327"/>
                        </a:lnTo>
                        <a:lnTo>
                          <a:pt x="320" y="314"/>
                        </a:lnTo>
                        <a:lnTo>
                          <a:pt x="304" y="300"/>
                        </a:lnTo>
                        <a:lnTo>
                          <a:pt x="290" y="285"/>
                        </a:lnTo>
                        <a:lnTo>
                          <a:pt x="277" y="269"/>
                        </a:lnTo>
                        <a:lnTo>
                          <a:pt x="264" y="253"/>
                        </a:lnTo>
                        <a:lnTo>
                          <a:pt x="252" y="237"/>
                        </a:lnTo>
                        <a:lnTo>
                          <a:pt x="241" y="219"/>
                        </a:lnTo>
                        <a:lnTo>
                          <a:pt x="232" y="202"/>
                        </a:lnTo>
                        <a:lnTo>
                          <a:pt x="222" y="184"/>
                        </a:lnTo>
                        <a:lnTo>
                          <a:pt x="213" y="165"/>
                        </a:lnTo>
                        <a:lnTo>
                          <a:pt x="206" y="146"/>
                        </a:lnTo>
                        <a:lnTo>
                          <a:pt x="199" y="126"/>
                        </a:lnTo>
                        <a:lnTo>
                          <a:pt x="194" y="106"/>
                        </a:lnTo>
                        <a:lnTo>
                          <a:pt x="188" y="86"/>
                        </a:lnTo>
                        <a:lnTo>
                          <a:pt x="185" y="65"/>
                        </a:lnTo>
                        <a:lnTo>
                          <a:pt x="183" y="43"/>
                        </a:lnTo>
                        <a:lnTo>
                          <a:pt x="181" y="23"/>
                        </a:lnTo>
                        <a:lnTo>
                          <a:pt x="181" y="0"/>
                        </a:lnTo>
                        <a:lnTo>
                          <a:pt x="0" y="0"/>
                        </a:lnTo>
                        <a:close/>
                      </a:path>
                    </a:pathLst>
                  </a:custGeom>
                  <a:solidFill>
                    <a:srgbClr val="EF2B2F"/>
                  </a:solidFill>
                  <a:ln>
                    <a:noFill/>
                  </a:ln>
                </p:spPr>
                <p:txBody>
                  <a:bodyPr/>
                  <a:lstStyle/>
                  <a:p>
                    <a:pPr>
                      <a:defRPr/>
                    </a:pPr>
                    <a:endParaRPr lang="en-US" sz="1050">
                      <a:latin typeface="+mj-lt"/>
                    </a:endParaRPr>
                  </a:p>
                </p:txBody>
              </p:sp>
              <p:sp>
                <p:nvSpPr>
                  <p:cNvPr id="41612" name="Freeform 391">
                    <a:extLst>
                      <a:ext uri="{FF2B5EF4-FFF2-40B4-BE49-F238E27FC236}">
                        <a16:creationId xmlns="" xmlns:a16="http://schemas.microsoft.com/office/drawing/2014/main" id="{5130A349-4C7F-800B-0976-10C0E762DD6C}"/>
                      </a:ext>
                    </a:extLst>
                  </p:cNvPr>
                  <p:cNvSpPr>
                    <a:spLocks/>
                  </p:cNvSpPr>
                  <p:nvPr/>
                </p:nvSpPr>
                <p:spPr bwMode="auto">
                  <a:xfrm>
                    <a:off x="3578" y="2921"/>
                    <a:ext cx="103" cy="102"/>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604" y="0"/>
                        </a:moveTo>
                        <a:lnTo>
                          <a:pt x="604" y="0"/>
                        </a:lnTo>
                        <a:lnTo>
                          <a:pt x="573" y="1"/>
                        </a:lnTo>
                        <a:lnTo>
                          <a:pt x="542" y="3"/>
                        </a:lnTo>
                        <a:lnTo>
                          <a:pt x="513" y="6"/>
                        </a:lnTo>
                        <a:lnTo>
                          <a:pt x="483" y="12"/>
                        </a:lnTo>
                        <a:lnTo>
                          <a:pt x="453" y="19"/>
                        </a:lnTo>
                        <a:lnTo>
                          <a:pt x="425" y="27"/>
                        </a:lnTo>
                        <a:lnTo>
                          <a:pt x="397" y="37"/>
                        </a:lnTo>
                        <a:lnTo>
                          <a:pt x="370" y="48"/>
                        </a:lnTo>
                        <a:lnTo>
                          <a:pt x="342" y="60"/>
                        </a:lnTo>
                        <a:lnTo>
                          <a:pt x="316" y="73"/>
                        </a:lnTo>
                        <a:lnTo>
                          <a:pt x="291" y="88"/>
                        </a:lnTo>
                        <a:lnTo>
                          <a:pt x="267" y="103"/>
                        </a:lnTo>
                        <a:lnTo>
                          <a:pt x="244" y="120"/>
                        </a:lnTo>
                        <a:lnTo>
                          <a:pt x="221" y="138"/>
                        </a:lnTo>
                        <a:lnTo>
                          <a:pt x="199" y="157"/>
                        </a:lnTo>
                        <a:lnTo>
                          <a:pt x="178" y="177"/>
                        </a:lnTo>
                        <a:lnTo>
                          <a:pt x="158" y="198"/>
                        </a:lnTo>
                        <a:lnTo>
                          <a:pt x="139" y="219"/>
                        </a:lnTo>
                        <a:lnTo>
                          <a:pt x="121" y="242"/>
                        </a:lnTo>
                        <a:lnTo>
                          <a:pt x="104" y="266"/>
                        </a:lnTo>
                        <a:lnTo>
                          <a:pt x="88" y="290"/>
                        </a:lnTo>
                        <a:lnTo>
                          <a:pt x="74" y="316"/>
                        </a:lnTo>
                        <a:lnTo>
                          <a:pt x="61" y="342"/>
                        </a:lnTo>
                        <a:lnTo>
                          <a:pt x="48" y="368"/>
                        </a:lnTo>
                        <a:lnTo>
                          <a:pt x="37" y="396"/>
                        </a:lnTo>
                        <a:lnTo>
                          <a:pt x="28" y="424"/>
                        </a:lnTo>
                        <a:lnTo>
                          <a:pt x="20" y="453"/>
                        </a:lnTo>
                        <a:lnTo>
                          <a:pt x="13" y="482"/>
                        </a:lnTo>
                        <a:lnTo>
                          <a:pt x="8" y="512"/>
                        </a:lnTo>
                        <a:lnTo>
                          <a:pt x="3" y="542"/>
                        </a:lnTo>
                        <a:lnTo>
                          <a:pt x="1" y="572"/>
                        </a:lnTo>
                        <a:lnTo>
                          <a:pt x="0" y="603"/>
                        </a:lnTo>
                        <a:lnTo>
                          <a:pt x="181" y="603"/>
                        </a:lnTo>
                        <a:lnTo>
                          <a:pt x="181" y="581"/>
                        </a:lnTo>
                        <a:lnTo>
                          <a:pt x="183" y="559"/>
                        </a:lnTo>
                        <a:lnTo>
                          <a:pt x="185" y="539"/>
                        </a:lnTo>
                        <a:lnTo>
                          <a:pt x="188" y="518"/>
                        </a:lnTo>
                        <a:lnTo>
                          <a:pt x="194" y="498"/>
                        </a:lnTo>
                        <a:lnTo>
                          <a:pt x="199" y="477"/>
                        </a:lnTo>
                        <a:lnTo>
                          <a:pt x="206" y="457"/>
                        </a:lnTo>
                        <a:lnTo>
                          <a:pt x="213" y="439"/>
                        </a:lnTo>
                        <a:lnTo>
                          <a:pt x="222" y="419"/>
                        </a:lnTo>
                        <a:lnTo>
                          <a:pt x="232" y="402"/>
                        </a:lnTo>
                        <a:lnTo>
                          <a:pt x="241" y="383"/>
                        </a:lnTo>
                        <a:lnTo>
                          <a:pt x="252" y="366"/>
                        </a:lnTo>
                        <a:lnTo>
                          <a:pt x="264" y="350"/>
                        </a:lnTo>
                        <a:lnTo>
                          <a:pt x="277" y="333"/>
                        </a:lnTo>
                        <a:lnTo>
                          <a:pt x="290" y="318"/>
                        </a:lnTo>
                        <a:lnTo>
                          <a:pt x="304" y="304"/>
                        </a:lnTo>
                        <a:lnTo>
                          <a:pt x="320" y="290"/>
                        </a:lnTo>
                        <a:lnTo>
                          <a:pt x="335" y="276"/>
                        </a:lnTo>
                        <a:lnTo>
                          <a:pt x="351" y="263"/>
                        </a:lnTo>
                        <a:lnTo>
                          <a:pt x="367" y="252"/>
                        </a:lnTo>
                        <a:lnTo>
                          <a:pt x="385" y="240"/>
                        </a:lnTo>
                        <a:lnTo>
                          <a:pt x="402" y="230"/>
                        </a:lnTo>
                        <a:lnTo>
                          <a:pt x="421" y="220"/>
                        </a:lnTo>
                        <a:lnTo>
                          <a:pt x="439" y="213"/>
                        </a:lnTo>
                        <a:lnTo>
                          <a:pt x="459" y="205"/>
                        </a:lnTo>
                        <a:lnTo>
                          <a:pt x="478" y="199"/>
                        </a:lnTo>
                        <a:lnTo>
                          <a:pt x="499" y="192"/>
                        </a:lnTo>
                        <a:lnTo>
                          <a:pt x="518" y="188"/>
                        </a:lnTo>
                        <a:lnTo>
                          <a:pt x="539" y="185"/>
                        </a:lnTo>
                        <a:lnTo>
                          <a:pt x="561" y="181"/>
                        </a:lnTo>
                        <a:lnTo>
                          <a:pt x="582" y="179"/>
                        </a:lnTo>
                        <a:lnTo>
                          <a:pt x="604" y="179"/>
                        </a:lnTo>
                        <a:lnTo>
                          <a:pt x="604" y="0"/>
                        </a:lnTo>
                        <a:close/>
                      </a:path>
                    </a:pathLst>
                  </a:custGeom>
                  <a:solidFill>
                    <a:srgbClr val="EF2B2F"/>
                  </a:solidFill>
                  <a:ln>
                    <a:noFill/>
                  </a:ln>
                </p:spPr>
                <p:txBody>
                  <a:bodyPr/>
                  <a:lstStyle/>
                  <a:p>
                    <a:pPr>
                      <a:defRPr/>
                    </a:pPr>
                    <a:endParaRPr lang="en-US" sz="1050">
                      <a:latin typeface="+mj-lt"/>
                    </a:endParaRPr>
                  </a:p>
                </p:txBody>
              </p:sp>
              <p:sp>
                <p:nvSpPr>
                  <p:cNvPr id="41613" name="Freeform 392">
                    <a:extLst>
                      <a:ext uri="{FF2B5EF4-FFF2-40B4-BE49-F238E27FC236}">
                        <a16:creationId xmlns="" xmlns:a16="http://schemas.microsoft.com/office/drawing/2014/main" id="{0257F254-3E12-41D4-CDA7-B3DCFEBEC2A6}"/>
                      </a:ext>
                    </a:extLst>
                  </p:cNvPr>
                  <p:cNvSpPr>
                    <a:spLocks/>
                  </p:cNvSpPr>
                  <p:nvPr/>
                </p:nvSpPr>
                <p:spPr bwMode="auto">
                  <a:xfrm>
                    <a:off x="2724" y="3047"/>
                    <a:ext cx="172" cy="171"/>
                  </a:xfrm>
                  <a:custGeom>
                    <a:avLst/>
                    <a:gdLst>
                      <a:gd name="T0" fmla="*/ 0 w 1028"/>
                      <a:gd name="T1" fmla="*/ 0 h 1027"/>
                      <a:gd name="T2" fmla="*/ 0 w 1028"/>
                      <a:gd name="T3" fmla="*/ 0 h 1027"/>
                      <a:gd name="T4" fmla="*/ 0 w 1028"/>
                      <a:gd name="T5" fmla="*/ 0 h 1027"/>
                      <a:gd name="T6" fmla="*/ 0 w 1028"/>
                      <a:gd name="T7" fmla="*/ 0 h 1027"/>
                      <a:gd name="T8" fmla="*/ 0 w 1028"/>
                      <a:gd name="T9" fmla="*/ 0 h 1027"/>
                      <a:gd name="T10" fmla="*/ 0 w 1028"/>
                      <a:gd name="T11" fmla="*/ 0 h 1027"/>
                      <a:gd name="T12" fmla="*/ 0 w 1028"/>
                      <a:gd name="T13" fmla="*/ 0 h 1027"/>
                      <a:gd name="T14" fmla="*/ 0 w 1028"/>
                      <a:gd name="T15" fmla="*/ 0 h 1027"/>
                      <a:gd name="T16" fmla="*/ 0 w 1028"/>
                      <a:gd name="T17" fmla="*/ 0 h 1027"/>
                      <a:gd name="T18" fmla="*/ 0 w 1028"/>
                      <a:gd name="T19" fmla="*/ 0 h 1027"/>
                      <a:gd name="T20" fmla="*/ 0 w 1028"/>
                      <a:gd name="T21" fmla="*/ 0 h 1027"/>
                      <a:gd name="T22" fmla="*/ 0 w 1028"/>
                      <a:gd name="T23" fmla="*/ 0 h 1027"/>
                      <a:gd name="T24" fmla="*/ 0 w 1028"/>
                      <a:gd name="T25" fmla="*/ 0 h 1027"/>
                      <a:gd name="T26" fmla="*/ 0 w 1028"/>
                      <a:gd name="T27" fmla="*/ 0 h 1027"/>
                      <a:gd name="T28" fmla="*/ 0 w 1028"/>
                      <a:gd name="T29" fmla="*/ 0 h 1027"/>
                      <a:gd name="T30" fmla="*/ 0 w 1028"/>
                      <a:gd name="T31" fmla="*/ 0 h 1027"/>
                      <a:gd name="T32" fmla="*/ 0 w 1028"/>
                      <a:gd name="T33" fmla="*/ 0 h 1027"/>
                      <a:gd name="T34" fmla="*/ 0 w 1028"/>
                      <a:gd name="T35" fmla="*/ 0 h 1027"/>
                      <a:gd name="T36" fmla="*/ 0 w 1028"/>
                      <a:gd name="T37" fmla="*/ 0 h 1027"/>
                      <a:gd name="T38" fmla="*/ 0 w 1028"/>
                      <a:gd name="T39" fmla="*/ 0 h 1027"/>
                      <a:gd name="T40" fmla="*/ 0 w 1028"/>
                      <a:gd name="T41" fmla="*/ 0 h 1027"/>
                      <a:gd name="T42" fmla="*/ 0 w 1028"/>
                      <a:gd name="T43" fmla="*/ 0 h 1027"/>
                      <a:gd name="T44" fmla="*/ 0 w 1028"/>
                      <a:gd name="T45" fmla="*/ 0 h 1027"/>
                      <a:gd name="T46" fmla="*/ 0 w 1028"/>
                      <a:gd name="T47" fmla="*/ 0 h 1027"/>
                      <a:gd name="T48" fmla="*/ 0 w 1028"/>
                      <a:gd name="T49" fmla="*/ 0 h 1027"/>
                      <a:gd name="T50" fmla="*/ 0 w 1028"/>
                      <a:gd name="T51" fmla="*/ 0 h 1027"/>
                      <a:gd name="T52" fmla="*/ 0 w 1028"/>
                      <a:gd name="T53" fmla="*/ 0 h 1027"/>
                      <a:gd name="T54" fmla="*/ 0 w 1028"/>
                      <a:gd name="T55" fmla="*/ 0 h 1027"/>
                      <a:gd name="T56" fmla="*/ 0 w 1028"/>
                      <a:gd name="T57" fmla="*/ 0 h 1027"/>
                      <a:gd name="T58" fmla="*/ 0 w 1028"/>
                      <a:gd name="T59" fmla="*/ 0 h 1027"/>
                      <a:gd name="T60" fmla="*/ 0 w 1028"/>
                      <a:gd name="T61" fmla="*/ 0 h 1027"/>
                      <a:gd name="T62" fmla="*/ 0 w 1028"/>
                      <a:gd name="T63" fmla="*/ 0 h 1027"/>
                      <a:gd name="T64" fmla="*/ 0 w 1028"/>
                      <a:gd name="T65" fmla="*/ 0 h 1027"/>
                      <a:gd name="T66" fmla="*/ 0 w 1028"/>
                      <a:gd name="T67" fmla="*/ 0 h 1027"/>
                      <a:gd name="T68" fmla="*/ 0 w 1028"/>
                      <a:gd name="T69" fmla="*/ 0 h 1027"/>
                      <a:gd name="T70" fmla="*/ 0 w 1028"/>
                      <a:gd name="T71" fmla="*/ 0 h 1027"/>
                      <a:gd name="T72" fmla="*/ 0 w 1028"/>
                      <a:gd name="T73" fmla="*/ 0 h 1027"/>
                      <a:gd name="T74" fmla="*/ 0 w 1028"/>
                      <a:gd name="T75" fmla="*/ 0 h 1027"/>
                      <a:gd name="T76" fmla="*/ 0 w 1028"/>
                      <a:gd name="T77" fmla="*/ 0 h 1027"/>
                      <a:gd name="T78" fmla="*/ 0 w 1028"/>
                      <a:gd name="T79" fmla="*/ 0 h 1027"/>
                      <a:gd name="T80" fmla="*/ 0 w 1028"/>
                      <a:gd name="T81" fmla="*/ 0 h 1027"/>
                      <a:gd name="T82" fmla="*/ 0 w 1028"/>
                      <a:gd name="T83" fmla="*/ 0 h 1027"/>
                      <a:gd name="T84" fmla="*/ 0 w 1028"/>
                      <a:gd name="T85" fmla="*/ 0 h 102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28"/>
                      <a:gd name="T130" fmla="*/ 0 h 1027"/>
                      <a:gd name="T131" fmla="*/ 1028 w 1028"/>
                      <a:gd name="T132" fmla="*/ 1027 h 102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28" h="1027">
                        <a:moveTo>
                          <a:pt x="514" y="0"/>
                        </a:moveTo>
                        <a:lnTo>
                          <a:pt x="540" y="0"/>
                        </a:lnTo>
                        <a:lnTo>
                          <a:pt x="566" y="2"/>
                        </a:lnTo>
                        <a:lnTo>
                          <a:pt x="592" y="6"/>
                        </a:lnTo>
                        <a:lnTo>
                          <a:pt x="617" y="10"/>
                        </a:lnTo>
                        <a:lnTo>
                          <a:pt x="642" y="17"/>
                        </a:lnTo>
                        <a:lnTo>
                          <a:pt x="666" y="23"/>
                        </a:lnTo>
                        <a:lnTo>
                          <a:pt x="690" y="31"/>
                        </a:lnTo>
                        <a:lnTo>
                          <a:pt x="714" y="40"/>
                        </a:lnTo>
                        <a:lnTo>
                          <a:pt x="736" y="50"/>
                        </a:lnTo>
                        <a:lnTo>
                          <a:pt x="758" y="62"/>
                        </a:lnTo>
                        <a:lnTo>
                          <a:pt x="780" y="74"/>
                        </a:lnTo>
                        <a:lnTo>
                          <a:pt x="801" y="88"/>
                        </a:lnTo>
                        <a:lnTo>
                          <a:pt x="821" y="102"/>
                        </a:lnTo>
                        <a:lnTo>
                          <a:pt x="840" y="118"/>
                        </a:lnTo>
                        <a:lnTo>
                          <a:pt x="859" y="134"/>
                        </a:lnTo>
                        <a:lnTo>
                          <a:pt x="877" y="150"/>
                        </a:lnTo>
                        <a:lnTo>
                          <a:pt x="894" y="169"/>
                        </a:lnTo>
                        <a:lnTo>
                          <a:pt x="910" y="187"/>
                        </a:lnTo>
                        <a:lnTo>
                          <a:pt x="926" y="207"/>
                        </a:lnTo>
                        <a:lnTo>
                          <a:pt x="940" y="226"/>
                        </a:lnTo>
                        <a:lnTo>
                          <a:pt x="953" y="248"/>
                        </a:lnTo>
                        <a:lnTo>
                          <a:pt x="966" y="269"/>
                        </a:lnTo>
                        <a:lnTo>
                          <a:pt x="977" y="291"/>
                        </a:lnTo>
                        <a:lnTo>
                          <a:pt x="986" y="314"/>
                        </a:lnTo>
                        <a:lnTo>
                          <a:pt x="996" y="337"/>
                        </a:lnTo>
                        <a:lnTo>
                          <a:pt x="1004" y="361"/>
                        </a:lnTo>
                        <a:lnTo>
                          <a:pt x="1011" y="385"/>
                        </a:lnTo>
                        <a:lnTo>
                          <a:pt x="1017" y="410"/>
                        </a:lnTo>
                        <a:lnTo>
                          <a:pt x="1021" y="436"/>
                        </a:lnTo>
                        <a:lnTo>
                          <a:pt x="1024" y="461"/>
                        </a:lnTo>
                        <a:lnTo>
                          <a:pt x="1027" y="487"/>
                        </a:lnTo>
                        <a:lnTo>
                          <a:pt x="1028" y="513"/>
                        </a:lnTo>
                        <a:lnTo>
                          <a:pt x="1027" y="540"/>
                        </a:lnTo>
                        <a:lnTo>
                          <a:pt x="1024" y="566"/>
                        </a:lnTo>
                        <a:lnTo>
                          <a:pt x="1021" y="591"/>
                        </a:lnTo>
                        <a:lnTo>
                          <a:pt x="1017" y="616"/>
                        </a:lnTo>
                        <a:lnTo>
                          <a:pt x="1011" y="641"/>
                        </a:lnTo>
                        <a:lnTo>
                          <a:pt x="1004" y="666"/>
                        </a:lnTo>
                        <a:lnTo>
                          <a:pt x="996" y="690"/>
                        </a:lnTo>
                        <a:lnTo>
                          <a:pt x="986" y="713"/>
                        </a:lnTo>
                        <a:lnTo>
                          <a:pt x="977" y="736"/>
                        </a:lnTo>
                        <a:lnTo>
                          <a:pt x="966" y="758"/>
                        </a:lnTo>
                        <a:lnTo>
                          <a:pt x="953" y="779"/>
                        </a:lnTo>
                        <a:lnTo>
                          <a:pt x="940" y="800"/>
                        </a:lnTo>
                        <a:lnTo>
                          <a:pt x="926" y="821"/>
                        </a:lnTo>
                        <a:lnTo>
                          <a:pt x="910" y="840"/>
                        </a:lnTo>
                        <a:lnTo>
                          <a:pt x="894" y="859"/>
                        </a:lnTo>
                        <a:lnTo>
                          <a:pt x="877" y="876"/>
                        </a:lnTo>
                        <a:lnTo>
                          <a:pt x="859" y="893"/>
                        </a:lnTo>
                        <a:lnTo>
                          <a:pt x="840" y="910"/>
                        </a:lnTo>
                        <a:lnTo>
                          <a:pt x="821" y="925"/>
                        </a:lnTo>
                        <a:lnTo>
                          <a:pt x="801" y="939"/>
                        </a:lnTo>
                        <a:lnTo>
                          <a:pt x="780" y="952"/>
                        </a:lnTo>
                        <a:lnTo>
                          <a:pt x="758" y="965"/>
                        </a:lnTo>
                        <a:lnTo>
                          <a:pt x="736" y="976"/>
                        </a:lnTo>
                        <a:lnTo>
                          <a:pt x="714" y="987"/>
                        </a:lnTo>
                        <a:lnTo>
                          <a:pt x="690" y="996"/>
                        </a:lnTo>
                        <a:lnTo>
                          <a:pt x="666" y="1004"/>
                        </a:lnTo>
                        <a:lnTo>
                          <a:pt x="642" y="1011"/>
                        </a:lnTo>
                        <a:lnTo>
                          <a:pt x="617" y="1016"/>
                        </a:lnTo>
                        <a:lnTo>
                          <a:pt x="592" y="1022"/>
                        </a:lnTo>
                        <a:lnTo>
                          <a:pt x="566" y="1025"/>
                        </a:lnTo>
                        <a:lnTo>
                          <a:pt x="540" y="1026"/>
                        </a:lnTo>
                        <a:lnTo>
                          <a:pt x="514" y="1027"/>
                        </a:lnTo>
                        <a:lnTo>
                          <a:pt x="488" y="1026"/>
                        </a:lnTo>
                        <a:lnTo>
                          <a:pt x="462" y="1025"/>
                        </a:lnTo>
                        <a:lnTo>
                          <a:pt x="436" y="1022"/>
                        </a:lnTo>
                        <a:lnTo>
                          <a:pt x="411" y="1016"/>
                        </a:lnTo>
                        <a:lnTo>
                          <a:pt x="386" y="1011"/>
                        </a:lnTo>
                        <a:lnTo>
                          <a:pt x="362" y="1004"/>
                        </a:lnTo>
                        <a:lnTo>
                          <a:pt x="338" y="996"/>
                        </a:lnTo>
                        <a:lnTo>
                          <a:pt x="314" y="987"/>
                        </a:lnTo>
                        <a:lnTo>
                          <a:pt x="291" y="976"/>
                        </a:lnTo>
                        <a:lnTo>
                          <a:pt x="269" y="965"/>
                        </a:lnTo>
                        <a:lnTo>
                          <a:pt x="248" y="952"/>
                        </a:lnTo>
                        <a:lnTo>
                          <a:pt x="227" y="939"/>
                        </a:lnTo>
                        <a:lnTo>
                          <a:pt x="206" y="925"/>
                        </a:lnTo>
                        <a:lnTo>
                          <a:pt x="187" y="910"/>
                        </a:lnTo>
                        <a:lnTo>
                          <a:pt x="168" y="893"/>
                        </a:lnTo>
                        <a:lnTo>
                          <a:pt x="151" y="876"/>
                        </a:lnTo>
                        <a:lnTo>
                          <a:pt x="134" y="859"/>
                        </a:lnTo>
                        <a:lnTo>
                          <a:pt x="117" y="840"/>
                        </a:lnTo>
                        <a:lnTo>
                          <a:pt x="102" y="821"/>
                        </a:lnTo>
                        <a:lnTo>
                          <a:pt x="88" y="800"/>
                        </a:lnTo>
                        <a:lnTo>
                          <a:pt x="75" y="779"/>
                        </a:lnTo>
                        <a:lnTo>
                          <a:pt x="62" y="758"/>
                        </a:lnTo>
                        <a:lnTo>
                          <a:pt x="51" y="736"/>
                        </a:lnTo>
                        <a:lnTo>
                          <a:pt x="40" y="713"/>
                        </a:lnTo>
                        <a:lnTo>
                          <a:pt x="31" y="690"/>
                        </a:lnTo>
                        <a:lnTo>
                          <a:pt x="23" y="666"/>
                        </a:lnTo>
                        <a:lnTo>
                          <a:pt x="16" y="641"/>
                        </a:lnTo>
                        <a:lnTo>
                          <a:pt x="11" y="616"/>
                        </a:lnTo>
                        <a:lnTo>
                          <a:pt x="6" y="591"/>
                        </a:lnTo>
                        <a:lnTo>
                          <a:pt x="3" y="566"/>
                        </a:lnTo>
                        <a:lnTo>
                          <a:pt x="1" y="540"/>
                        </a:lnTo>
                        <a:lnTo>
                          <a:pt x="0" y="513"/>
                        </a:lnTo>
                        <a:lnTo>
                          <a:pt x="1" y="487"/>
                        </a:lnTo>
                        <a:lnTo>
                          <a:pt x="3" y="461"/>
                        </a:lnTo>
                        <a:lnTo>
                          <a:pt x="6" y="436"/>
                        </a:lnTo>
                        <a:lnTo>
                          <a:pt x="11" y="410"/>
                        </a:lnTo>
                        <a:lnTo>
                          <a:pt x="16" y="385"/>
                        </a:lnTo>
                        <a:lnTo>
                          <a:pt x="23" y="361"/>
                        </a:lnTo>
                        <a:lnTo>
                          <a:pt x="31" y="337"/>
                        </a:lnTo>
                        <a:lnTo>
                          <a:pt x="40" y="314"/>
                        </a:lnTo>
                        <a:lnTo>
                          <a:pt x="51" y="291"/>
                        </a:lnTo>
                        <a:lnTo>
                          <a:pt x="62" y="269"/>
                        </a:lnTo>
                        <a:lnTo>
                          <a:pt x="75" y="248"/>
                        </a:lnTo>
                        <a:lnTo>
                          <a:pt x="88" y="226"/>
                        </a:lnTo>
                        <a:lnTo>
                          <a:pt x="102" y="207"/>
                        </a:lnTo>
                        <a:lnTo>
                          <a:pt x="117" y="187"/>
                        </a:lnTo>
                        <a:lnTo>
                          <a:pt x="134" y="169"/>
                        </a:lnTo>
                        <a:lnTo>
                          <a:pt x="151" y="150"/>
                        </a:lnTo>
                        <a:lnTo>
                          <a:pt x="168" y="134"/>
                        </a:lnTo>
                        <a:lnTo>
                          <a:pt x="187" y="118"/>
                        </a:lnTo>
                        <a:lnTo>
                          <a:pt x="206" y="102"/>
                        </a:lnTo>
                        <a:lnTo>
                          <a:pt x="227" y="88"/>
                        </a:lnTo>
                        <a:lnTo>
                          <a:pt x="248" y="74"/>
                        </a:lnTo>
                        <a:lnTo>
                          <a:pt x="269" y="62"/>
                        </a:lnTo>
                        <a:lnTo>
                          <a:pt x="291" y="50"/>
                        </a:lnTo>
                        <a:lnTo>
                          <a:pt x="314" y="40"/>
                        </a:lnTo>
                        <a:lnTo>
                          <a:pt x="338" y="31"/>
                        </a:lnTo>
                        <a:lnTo>
                          <a:pt x="362" y="23"/>
                        </a:lnTo>
                        <a:lnTo>
                          <a:pt x="386" y="17"/>
                        </a:lnTo>
                        <a:lnTo>
                          <a:pt x="411" y="10"/>
                        </a:lnTo>
                        <a:lnTo>
                          <a:pt x="436" y="6"/>
                        </a:lnTo>
                        <a:lnTo>
                          <a:pt x="462" y="2"/>
                        </a:lnTo>
                        <a:lnTo>
                          <a:pt x="488" y="0"/>
                        </a:lnTo>
                        <a:lnTo>
                          <a:pt x="514" y="0"/>
                        </a:lnTo>
                        <a:close/>
                      </a:path>
                    </a:pathLst>
                  </a:custGeom>
                  <a:solidFill>
                    <a:srgbClr val="DC2B19"/>
                  </a:solidFill>
                  <a:ln>
                    <a:noFill/>
                  </a:ln>
                </p:spPr>
                <p:txBody>
                  <a:bodyPr/>
                  <a:lstStyle/>
                  <a:p>
                    <a:pPr>
                      <a:defRPr/>
                    </a:pPr>
                    <a:endParaRPr lang="en-US" sz="1050">
                      <a:latin typeface="+mj-lt"/>
                    </a:endParaRPr>
                  </a:p>
                </p:txBody>
              </p:sp>
              <p:sp>
                <p:nvSpPr>
                  <p:cNvPr id="41614" name="Freeform 393">
                    <a:extLst>
                      <a:ext uri="{FF2B5EF4-FFF2-40B4-BE49-F238E27FC236}">
                        <a16:creationId xmlns="" xmlns:a16="http://schemas.microsoft.com/office/drawing/2014/main" id="{C72D2D53-A6E8-8A71-A89F-6B407D66DC75}"/>
                      </a:ext>
                    </a:extLst>
                  </p:cNvPr>
                  <p:cNvSpPr>
                    <a:spLocks/>
                  </p:cNvSpPr>
                  <p:nvPr/>
                </p:nvSpPr>
                <p:spPr bwMode="auto">
                  <a:xfrm>
                    <a:off x="2810" y="3031"/>
                    <a:ext cx="99" cy="106"/>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603"/>
                        </a:moveTo>
                        <a:lnTo>
                          <a:pt x="603" y="603"/>
                        </a:lnTo>
                        <a:lnTo>
                          <a:pt x="602" y="573"/>
                        </a:lnTo>
                        <a:lnTo>
                          <a:pt x="599" y="542"/>
                        </a:lnTo>
                        <a:lnTo>
                          <a:pt x="596" y="512"/>
                        </a:lnTo>
                        <a:lnTo>
                          <a:pt x="591" y="482"/>
                        </a:lnTo>
                        <a:lnTo>
                          <a:pt x="584" y="453"/>
                        </a:lnTo>
                        <a:lnTo>
                          <a:pt x="576" y="424"/>
                        </a:lnTo>
                        <a:lnTo>
                          <a:pt x="566" y="397"/>
                        </a:lnTo>
                        <a:lnTo>
                          <a:pt x="555" y="368"/>
                        </a:lnTo>
                        <a:lnTo>
                          <a:pt x="543" y="342"/>
                        </a:lnTo>
                        <a:lnTo>
                          <a:pt x="530" y="316"/>
                        </a:lnTo>
                        <a:lnTo>
                          <a:pt x="516" y="291"/>
                        </a:lnTo>
                        <a:lnTo>
                          <a:pt x="500" y="266"/>
                        </a:lnTo>
                        <a:lnTo>
                          <a:pt x="482" y="242"/>
                        </a:lnTo>
                        <a:lnTo>
                          <a:pt x="465" y="220"/>
                        </a:lnTo>
                        <a:lnTo>
                          <a:pt x="446" y="198"/>
                        </a:lnTo>
                        <a:lnTo>
                          <a:pt x="426" y="177"/>
                        </a:lnTo>
                        <a:lnTo>
                          <a:pt x="405" y="158"/>
                        </a:lnTo>
                        <a:lnTo>
                          <a:pt x="383" y="138"/>
                        </a:lnTo>
                        <a:lnTo>
                          <a:pt x="360" y="121"/>
                        </a:lnTo>
                        <a:lnTo>
                          <a:pt x="337" y="103"/>
                        </a:lnTo>
                        <a:lnTo>
                          <a:pt x="312" y="88"/>
                        </a:lnTo>
                        <a:lnTo>
                          <a:pt x="287" y="74"/>
                        </a:lnTo>
                        <a:lnTo>
                          <a:pt x="261" y="60"/>
                        </a:lnTo>
                        <a:lnTo>
                          <a:pt x="234" y="48"/>
                        </a:lnTo>
                        <a:lnTo>
                          <a:pt x="207" y="37"/>
                        </a:lnTo>
                        <a:lnTo>
                          <a:pt x="179" y="27"/>
                        </a:lnTo>
                        <a:lnTo>
                          <a:pt x="150" y="20"/>
                        </a:lnTo>
                        <a:lnTo>
                          <a:pt x="120" y="13"/>
                        </a:lnTo>
                        <a:lnTo>
                          <a:pt x="91" y="7"/>
                        </a:lnTo>
                        <a:lnTo>
                          <a:pt x="61" y="3"/>
                        </a:lnTo>
                        <a:lnTo>
                          <a:pt x="30" y="1"/>
                        </a:lnTo>
                        <a:lnTo>
                          <a:pt x="0" y="0"/>
                        </a:lnTo>
                        <a:lnTo>
                          <a:pt x="0" y="179"/>
                        </a:lnTo>
                        <a:lnTo>
                          <a:pt x="22" y="180"/>
                        </a:lnTo>
                        <a:lnTo>
                          <a:pt x="43" y="182"/>
                        </a:lnTo>
                        <a:lnTo>
                          <a:pt x="64" y="185"/>
                        </a:lnTo>
                        <a:lnTo>
                          <a:pt x="86" y="188"/>
                        </a:lnTo>
                        <a:lnTo>
                          <a:pt x="105" y="192"/>
                        </a:lnTo>
                        <a:lnTo>
                          <a:pt x="126" y="199"/>
                        </a:lnTo>
                        <a:lnTo>
                          <a:pt x="145" y="205"/>
                        </a:lnTo>
                        <a:lnTo>
                          <a:pt x="165" y="213"/>
                        </a:lnTo>
                        <a:lnTo>
                          <a:pt x="183" y="222"/>
                        </a:lnTo>
                        <a:lnTo>
                          <a:pt x="202" y="230"/>
                        </a:lnTo>
                        <a:lnTo>
                          <a:pt x="219" y="241"/>
                        </a:lnTo>
                        <a:lnTo>
                          <a:pt x="237" y="252"/>
                        </a:lnTo>
                        <a:lnTo>
                          <a:pt x="253" y="264"/>
                        </a:lnTo>
                        <a:lnTo>
                          <a:pt x="269" y="276"/>
                        </a:lnTo>
                        <a:lnTo>
                          <a:pt x="284" y="290"/>
                        </a:lnTo>
                        <a:lnTo>
                          <a:pt x="300" y="304"/>
                        </a:lnTo>
                        <a:lnTo>
                          <a:pt x="314" y="318"/>
                        </a:lnTo>
                        <a:lnTo>
                          <a:pt x="327" y="335"/>
                        </a:lnTo>
                        <a:lnTo>
                          <a:pt x="340" y="350"/>
                        </a:lnTo>
                        <a:lnTo>
                          <a:pt x="351" y="367"/>
                        </a:lnTo>
                        <a:lnTo>
                          <a:pt x="363" y="385"/>
                        </a:lnTo>
                        <a:lnTo>
                          <a:pt x="372" y="402"/>
                        </a:lnTo>
                        <a:lnTo>
                          <a:pt x="382" y="421"/>
                        </a:lnTo>
                        <a:lnTo>
                          <a:pt x="391" y="439"/>
                        </a:lnTo>
                        <a:lnTo>
                          <a:pt x="397" y="459"/>
                        </a:lnTo>
                        <a:lnTo>
                          <a:pt x="405" y="478"/>
                        </a:lnTo>
                        <a:lnTo>
                          <a:pt x="410" y="498"/>
                        </a:lnTo>
                        <a:lnTo>
                          <a:pt x="415" y="518"/>
                        </a:lnTo>
                        <a:lnTo>
                          <a:pt x="419" y="539"/>
                        </a:lnTo>
                        <a:lnTo>
                          <a:pt x="421" y="560"/>
                        </a:lnTo>
                        <a:lnTo>
                          <a:pt x="423" y="581"/>
                        </a:lnTo>
                        <a:lnTo>
                          <a:pt x="423" y="603"/>
                        </a:lnTo>
                        <a:lnTo>
                          <a:pt x="603" y="603"/>
                        </a:lnTo>
                        <a:close/>
                      </a:path>
                    </a:pathLst>
                  </a:custGeom>
                  <a:solidFill>
                    <a:srgbClr val="EF2B2F"/>
                  </a:solidFill>
                  <a:ln>
                    <a:noFill/>
                  </a:ln>
                </p:spPr>
                <p:txBody>
                  <a:bodyPr/>
                  <a:lstStyle/>
                  <a:p>
                    <a:pPr>
                      <a:defRPr/>
                    </a:pPr>
                    <a:endParaRPr lang="en-US" sz="1050">
                      <a:latin typeface="+mj-lt"/>
                    </a:endParaRPr>
                  </a:p>
                </p:txBody>
              </p:sp>
              <p:sp>
                <p:nvSpPr>
                  <p:cNvPr id="41615" name="Freeform 394">
                    <a:extLst>
                      <a:ext uri="{FF2B5EF4-FFF2-40B4-BE49-F238E27FC236}">
                        <a16:creationId xmlns="" xmlns:a16="http://schemas.microsoft.com/office/drawing/2014/main" id="{2AF314B6-C721-D84F-295E-A0A7783643C3}"/>
                      </a:ext>
                    </a:extLst>
                  </p:cNvPr>
                  <p:cNvSpPr>
                    <a:spLocks/>
                  </p:cNvSpPr>
                  <p:nvPr/>
                </p:nvSpPr>
                <p:spPr bwMode="auto">
                  <a:xfrm>
                    <a:off x="2810" y="3137"/>
                    <a:ext cx="99" cy="118"/>
                  </a:xfrm>
                  <a:custGeom>
                    <a:avLst/>
                    <a:gdLst>
                      <a:gd name="T0" fmla="*/ 0 w 603"/>
                      <a:gd name="T1" fmla="*/ 0 h 604"/>
                      <a:gd name="T2" fmla="*/ 0 w 603"/>
                      <a:gd name="T3" fmla="*/ 0 h 604"/>
                      <a:gd name="T4" fmla="*/ 0 w 603"/>
                      <a:gd name="T5" fmla="*/ 0 h 604"/>
                      <a:gd name="T6" fmla="*/ 0 w 603"/>
                      <a:gd name="T7" fmla="*/ 0 h 604"/>
                      <a:gd name="T8" fmla="*/ 0 w 603"/>
                      <a:gd name="T9" fmla="*/ 0 h 604"/>
                      <a:gd name="T10" fmla="*/ 0 w 603"/>
                      <a:gd name="T11" fmla="*/ 0 h 604"/>
                      <a:gd name="T12" fmla="*/ 0 w 603"/>
                      <a:gd name="T13" fmla="*/ 0 h 604"/>
                      <a:gd name="T14" fmla="*/ 0 w 603"/>
                      <a:gd name="T15" fmla="*/ 0 h 604"/>
                      <a:gd name="T16" fmla="*/ 0 w 603"/>
                      <a:gd name="T17" fmla="*/ 0 h 604"/>
                      <a:gd name="T18" fmla="*/ 0 w 603"/>
                      <a:gd name="T19" fmla="*/ 0 h 604"/>
                      <a:gd name="T20" fmla="*/ 0 w 603"/>
                      <a:gd name="T21" fmla="*/ 0 h 604"/>
                      <a:gd name="T22" fmla="*/ 0 w 603"/>
                      <a:gd name="T23" fmla="*/ 0 h 604"/>
                      <a:gd name="T24" fmla="*/ 0 w 603"/>
                      <a:gd name="T25" fmla="*/ 0 h 604"/>
                      <a:gd name="T26" fmla="*/ 0 w 603"/>
                      <a:gd name="T27" fmla="*/ 0 h 604"/>
                      <a:gd name="T28" fmla="*/ 0 w 603"/>
                      <a:gd name="T29" fmla="*/ 0 h 604"/>
                      <a:gd name="T30" fmla="*/ 0 w 603"/>
                      <a:gd name="T31" fmla="*/ 0 h 604"/>
                      <a:gd name="T32" fmla="*/ 0 w 603"/>
                      <a:gd name="T33" fmla="*/ 0 h 604"/>
                      <a:gd name="T34" fmla="*/ 0 w 603"/>
                      <a:gd name="T35" fmla="*/ 0 h 604"/>
                      <a:gd name="T36" fmla="*/ 0 w 603"/>
                      <a:gd name="T37" fmla="*/ 0 h 604"/>
                      <a:gd name="T38" fmla="*/ 0 w 603"/>
                      <a:gd name="T39" fmla="*/ 0 h 604"/>
                      <a:gd name="T40" fmla="*/ 0 w 603"/>
                      <a:gd name="T41" fmla="*/ 0 h 604"/>
                      <a:gd name="T42" fmla="*/ 0 w 603"/>
                      <a:gd name="T43" fmla="*/ 0 h 604"/>
                      <a:gd name="T44" fmla="*/ 0 w 603"/>
                      <a:gd name="T45" fmla="*/ 0 h 604"/>
                      <a:gd name="T46" fmla="*/ 0 w 603"/>
                      <a:gd name="T47" fmla="*/ 0 h 604"/>
                      <a:gd name="T48" fmla="*/ 0 w 603"/>
                      <a:gd name="T49" fmla="*/ 0 h 604"/>
                      <a:gd name="T50" fmla="*/ 0 w 603"/>
                      <a:gd name="T51" fmla="*/ 0 h 604"/>
                      <a:gd name="T52" fmla="*/ 0 w 603"/>
                      <a:gd name="T53" fmla="*/ 0 h 604"/>
                      <a:gd name="T54" fmla="*/ 0 w 603"/>
                      <a:gd name="T55" fmla="*/ 0 h 604"/>
                      <a:gd name="T56" fmla="*/ 0 w 603"/>
                      <a:gd name="T57" fmla="*/ 0 h 604"/>
                      <a:gd name="T58" fmla="*/ 0 w 603"/>
                      <a:gd name="T59" fmla="*/ 0 h 604"/>
                      <a:gd name="T60" fmla="*/ 0 w 603"/>
                      <a:gd name="T61" fmla="*/ 0 h 604"/>
                      <a:gd name="T62" fmla="*/ 0 w 603"/>
                      <a:gd name="T63" fmla="*/ 0 h 604"/>
                      <a:gd name="T64" fmla="*/ 0 w 603"/>
                      <a:gd name="T65" fmla="*/ 0 h 604"/>
                      <a:gd name="T66" fmla="*/ 0 w 603"/>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4"/>
                      <a:gd name="T104" fmla="*/ 603 w 603"/>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4">
                        <a:moveTo>
                          <a:pt x="0" y="604"/>
                        </a:moveTo>
                        <a:lnTo>
                          <a:pt x="0" y="604"/>
                        </a:lnTo>
                        <a:lnTo>
                          <a:pt x="30" y="603"/>
                        </a:lnTo>
                        <a:lnTo>
                          <a:pt x="61" y="601"/>
                        </a:lnTo>
                        <a:lnTo>
                          <a:pt x="91" y="597"/>
                        </a:lnTo>
                        <a:lnTo>
                          <a:pt x="120" y="591"/>
                        </a:lnTo>
                        <a:lnTo>
                          <a:pt x="150" y="585"/>
                        </a:lnTo>
                        <a:lnTo>
                          <a:pt x="179" y="576"/>
                        </a:lnTo>
                        <a:lnTo>
                          <a:pt x="207" y="567"/>
                        </a:lnTo>
                        <a:lnTo>
                          <a:pt x="234" y="556"/>
                        </a:lnTo>
                        <a:lnTo>
                          <a:pt x="261" y="544"/>
                        </a:lnTo>
                        <a:lnTo>
                          <a:pt x="287" y="530"/>
                        </a:lnTo>
                        <a:lnTo>
                          <a:pt x="313" y="516"/>
                        </a:lnTo>
                        <a:lnTo>
                          <a:pt x="337" y="501"/>
                        </a:lnTo>
                        <a:lnTo>
                          <a:pt x="360" y="484"/>
                        </a:lnTo>
                        <a:lnTo>
                          <a:pt x="383" y="465"/>
                        </a:lnTo>
                        <a:lnTo>
                          <a:pt x="405" y="447"/>
                        </a:lnTo>
                        <a:lnTo>
                          <a:pt x="426" y="427"/>
                        </a:lnTo>
                        <a:lnTo>
                          <a:pt x="446" y="405"/>
                        </a:lnTo>
                        <a:lnTo>
                          <a:pt x="465" y="384"/>
                        </a:lnTo>
                        <a:lnTo>
                          <a:pt x="482" y="361"/>
                        </a:lnTo>
                        <a:lnTo>
                          <a:pt x="500" y="338"/>
                        </a:lnTo>
                        <a:lnTo>
                          <a:pt x="516" y="313"/>
                        </a:lnTo>
                        <a:lnTo>
                          <a:pt x="530" y="288"/>
                        </a:lnTo>
                        <a:lnTo>
                          <a:pt x="543" y="262"/>
                        </a:lnTo>
                        <a:lnTo>
                          <a:pt x="555" y="235"/>
                        </a:lnTo>
                        <a:lnTo>
                          <a:pt x="566" y="208"/>
                        </a:lnTo>
                        <a:lnTo>
                          <a:pt x="576" y="179"/>
                        </a:lnTo>
                        <a:lnTo>
                          <a:pt x="584" y="151"/>
                        </a:lnTo>
                        <a:lnTo>
                          <a:pt x="591" y="122"/>
                        </a:lnTo>
                        <a:lnTo>
                          <a:pt x="596" y="91"/>
                        </a:lnTo>
                        <a:lnTo>
                          <a:pt x="599" y="62"/>
                        </a:lnTo>
                        <a:lnTo>
                          <a:pt x="602" y="32"/>
                        </a:lnTo>
                        <a:lnTo>
                          <a:pt x="603" y="0"/>
                        </a:lnTo>
                        <a:lnTo>
                          <a:pt x="423" y="0"/>
                        </a:lnTo>
                        <a:lnTo>
                          <a:pt x="423" y="22"/>
                        </a:lnTo>
                        <a:lnTo>
                          <a:pt x="421" y="44"/>
                        </a:lnTo>
                        <a:lnTo>
                          <a:pt x="419" y="65"/>
                        </a:lnTo>
                        <a:lnTo>
                          <a:pt x="415" y="86"/>
                        </a:lnTo>
                        <a:lnTo>
                          <a:pt x="410" y="107"/>
                        </a:lnTo>
                        <a:lnTo>
                          <a:pt x="405" y="126"/>
                        </a:lnTo>
                        <a:lnTo>
                          <a:pt x="397" y="146"/>
                        </a:lnTo>
                        <a:lnTo>
                          <a:pt x="391" y="165"/>
                        </a:lnTo>
                        <a:lnTo>
                          <a:pt x="382" y="184"/>
                        </a:lnTo>
                        <a:lnTo>
                          <a:pt x="372" y="202"/>
                        </a:lnTo>
                        <a:lnTo>
                          <a:pt x="363" y="220"/>
                        </a:lnTo>
                        <a:lnTo>
                          <a:pt x="351" y="237"/>
                        </a:lnTo>
                        <a:lnTo>
                          <a:pt x="340" y="253"/>
                        </a:lnTo>
                        <a:lnTo>
                          <a:pt x="327" y="270"/>
                        </a:lnTo>
                        <a:lnTo>
                          <a:pt x="314" y="285"/>
                        </a:lnTo>
                        <a:lnTo>
                          <a:pt x="300" y="300"/>
                        </a:lnTo>
                        <a:lnTo>
                          <a:pt x="284" y="314"/>
                        </a:lnTo>
                        <a:lnTo>
                          <a:pt x="269" y="327"/>
                        </a:lnTo>
                        <a:lnTo>
                          <a:pt x="253" y="340"/>
                        </a:lnTo>
                        <a:lnTo>
                          <a:pt x="237" y="352"/>
                        </a:lnTo>
                        <a:lnTo>
                          <a:pt x="219" y="363"/>
                        </a:lnTo>
                        <a:lnTo>
                          <a:pt x="202" y="373"/>
                        </a:lnTo>
                        <a:lnTo>
                          <a:pt x="183" y="383"/>
                        </a:lnTo>
                        <a:lnTo>
                          <a:pt x="165" y="391"/>
                        </a:lnTo>
                        <a:lnTo>
                          <a:pt x="145" y="399"/>
                        </a:lnTo>
                        <a:lnTo>
                          <a:pt x="126" y="405"/>
                        </a:lnTo>
                        <a:lnTo>
                          <a:pt x="105" y="411"/>
                        </a:lnTo>
                        <a:lnTo>
                          <a:pt x="86" y="416"/>
                        </a:lnTo>
                        <a:lnTo>
                          <a:pt x="64" y="420"/>
                        </a:lnTo>
                        <a:lnTo>
                          <a:pt x="43" y="423"/>
                        </a:lnTo>
                        <a:lnTo>
                          <a:pt x="22" y="424"/>
                        </a:lnTo>
                        <a:lnTo>
                          <a:pt x="0" y="424"/>
                        </a:lnTo>
                        <a:lnTo>
                          <a:pt x="0" y="604"/>
                        </a:lnTo>
                        <a:close/>
                      </a:path>
                    </a:pathLst>
                  </a:custGeom>
                  <a:solidFill>
                    <a:srgbClr val="EF2B2F"/>
                  </a:solidFill>
                  <a:ln>
                    <a:noFill/>
                  </a:ln>
                </p:spPr>
                <p:txBody>
                  <a:bodyPr/>
                  <a:lstStyle/>
                  <a:p>
                    <a:pPr>
                      <a:defRPr/>
                    </a:pPr>
                    <a:endParaRPr lang="en-US" sz="1050">
                      <a:latin typeface="+mj-lt"/>
                    </a:endParaRPr>
                  </a:p>
                </p:txBody>
              </p:sp>
              <p:sp>
                <p:nvSpPr>
                  <p:cNvPr id="41616" name="Freeform 395">
                    <a:extLst>
                      <a:ext uri="{FF2B5EF4-FFF2-40B4-BE49-F238E27FC236}">
                        <a16:creationId xmlns="" xmlns:a16="http://schemas.microsoft.com/office/drawing/2014/main" id="{6D9F02A4-EA26-3CFB-3B22-8730C7CDE2CD}"/>
                      </a:ext>
                    </a:extLst>
                  </p:cNvPr>
                  <p:cNvSpPr>
                    <a:spLocks/>
                  </p:cNvSpPr>
                  <p:nvPr/>
                </p:nvSpPr>
                <p:spPr bwMode="auto">
                  <a:xfrm>
                    <a:off x="2711" y="3137"/>
                    <a:ext cx="99" cy="118"/>
                  </a:xfrm>
                  <a:custGeom>
                    <a:avLst/>
                    <a:gdLst>
                      <a:gd name="T0" fmla="*/ 0 w 604"/>
                      <a:gd name="T1" fmla="*/ 0 h 604"/>
                      <a:gd name="T2" fmla="*/ 0 w 604"/>
                      <a:gd name="T3" fmla="*/ 0 h 604"/>
                      <a:gd name="T4" fmla="*/ 0 w 604"/>
                      <a:gd name="T5" fmla="*/ 0 h 604"/>
                      <a:gd name="T6" fmla="*/ 0 w 604"/>
                      <a:gd name="T7" fmla="*/ 0 h 604"/>
                      <a:gd name="T8" fmla="*/ 0 w 604"/>
                      <a:gd name="T9" fmla="*/ 0 h 604"/>
                      <a:gd name="T10" fmla="*/ 0 w 604"/>
                      <a:gd name="T11" fmla="*/ 0 h 604"/>
                      <a:gd name="T12" fmla="*/ 0 w 604"/>
                      <a:gd name="T13" fmla="*/ 0 h 604"/>
                      <a:gd name="T14" fmla="*/ 0 w 604"/>
                      <a:gd name="T15" fmla="*/ 0 h 604"/>
                      <a:gd name="T16" fmla="*/ 0 w 604"/>
                      <a:gd name="T17" fmla="*/ 0 h 604"/>
                      <a:gd name="T18" fmla="*/ 0 w 604"/>
                      <a:gd name="T19" fmla="*/ 0 h 604"/>
                      <a:gd name="T20" fmla="*/ 0 w 604"/>
                      <a:gd name="T21" fmla="*/ 0 h 604"/>
                      <a:gd name="T22" fmla="*/ 0 w 604"/>
                      <a:gd name="T23" fmla="*/ 0 h 604"/>
                      <a:gd name="T24" fmla="*/ 0 w 604"/>
                      <a:gd name="T25" fmla="*/ 0 h 604"/>
                      <a:gd name="T26" fmla="*/ 0 w 604"/>
                      <a:gd name="T27" fmla="*/ 0 h 604"/>
                      <a:gd name="T28" fmla="*/ 0 w 604"/>
                      <a:gd name="T29" fmla="*/ 0 h 604"/>
                      <a:gd name="T30" fmla="*/ 0 w 604"/>
                      <a:gd name="T31" fmla="*/ 0 h 604"/>
                      <a:gd name="T32" fmla="*/ 0 w 604"/>
                      <a:gd name="T33" fmla="*/ 0 h 604"/>
                      <a:gd name="T34" fmla="*/ 0 w 604"/>
                      <a:gd name="T35" fmla="*/ 0 h 604"/>
                      <a:gd name="T36" fmla="*/ 0 w 604"/>
                      <a:gd name="T37" fmla="*/ 0 h 604"/>
                      <a:gd name="T38" fmla="*/ 0 w 604"/>
                      <a:gd name="T39" fmla="*/ 0 h 604"/>
                      <a:gd name="T40" fmla="*/ 0 w 604"/>
                      <a:gd name="T41" fmla="*/ 0 h 604"/>
                      <a:gd name="T42" fmla="*/ 0 w 604"/>
                      <a:gd name="T43" fmla="*/ 0 h 604"/>
                      <a:gd name="T44" fmla="*/ 0 w 604"/>
                      <a:gd name="T45" fmla="*/ 0 h 604"/>
                      <a:gd name="T46" fmla="*/ 0 w 604"/>
                      <a:gd name="T47" fmla="*/ 0 h 604"/>
                      <a:gd name="T48" fmla="*/ 0 w 604"/>
                      <a:gd name="T49" fmla="*/ 0 h 604"/>
                      <a:gd name="T50" fmla="*/ 0 w 604"/>
                      <a:gd name="T51" fmla="*/ 0 h 604"/>
                      <a:gd name="T52" fmla="*/ 0 w 604"/>
                      <a:gd name="T53" fmla="*/ 0 h 604"/>
                      <a:gd name="T54" fmla="*/ 0 w 604"/>
                      <a:gd name="T55" fmla="*/ 0 h 604"/>
                      <a:gd name="T56" fmla="*/ 0 w 604"/>
                      <a:gd name="T57" fmla="*/ 0 h 604"/>
                      <a:gd name="T58" fmla="*/ 0 w 604"/>
                      <a:gd name="T59" fmla="*/ 0 h 604"/>
                      <a:gd name="T60" fmla="*/ 0 w 604"/>
                      <a:gd name="T61" fmla="*/ 0 h 604"/>
                      <a:gd name="T62" fmla="*/ 0 w 604"/>
                      <a:gd name="T63" fmla="*/ 0 h 604"/>
                      <a:gd name="T64" fmla="*/ 0 w 604"/>
                      <a:gd name="T65" fmla="*/ 0 h 604"/>
                      <a:gd name="T66" fmla="*/ 0 w 604"/>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4"/>
                      <a:gd name="T104" fmla="*/ 604 w 604"/>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4">
                        <a:moveTo>
                          <a:pt x="0" y="0"/>
                        </a:moveTo>
                        <a:lnTo>
                          <a:pt x="0" y="0"/>
                        </a:lnTo>
                        <a:lnTo>
                          <a:pt x="1" y="31"/>
                        </a:lnTo>
                        <a:lnTo>
                          <a:pt x="4" y="62"/>
                        </a:lnTo>
                        <a:lnTo>
                          <a:pt x="7" y="91"/>
                        </a:lnTo>
                        <a:lnTo>
                          <a:pt x="13" y="122"/>
                        </a:lnTo>
                        <a:lnTo>
                          <a:pt x="19" y="151"/>
                        </a:lnTo>
                        <a:lnTo>
                          <a:pt x="28" y="179"/>
                        </a:lnTo>
                        <a:lnTo>
                          <a:pt x="37" y="208"/>
                        </a:lnTo>
                        <a:lnTo>
                          <a:pt x="49" y="235"/>
                        </a:lnTo>
                        <a:lnTo>
                          <a:pt x="61" y="262"/>
                        </a:lnTo>
                        <a:lnTo>
                          <a:pt x="74" y="288"/>
                        </a:lnTo>
                        <a:lnTo>
                          <a:pt x="88" y="313"/>
                        </a:lnTo>
                        <a:lnTo>
                          <a:pt x="104" y="338"/>
                        </a:lnTo>
                        <a:lnTo>
                          <a:pt x="120" y="361"/>
                        </a:lnTo>
                        <a:lnTo>
                          <a:pt x="139" y="384"/>
                        </a:lnTo>
                        <a:lnTo>
                          <a:pt x="157" y="405"/>
                        </a:lnTo>
                        <a:lnTo>
                          <a:pt x="177" y="427"/>
                        </a:lnTo>
                        <a:lnTo>
                          <a:pt x="199" y="447"/>
                        </a:lnTo>
                        <a:lnTo>
                          <a:pt x="220" y="465"/>
                        </a:lnTo>
                        <a:lnTo>
                          <a:pt x="243" y="484"/>
                        </a:lnTo>
                        <a:lnTo>
                          <a:pt x="267" y="501"/>
                        </a:lnTo>
                        <a:lnTo>
                          <a:pt x="291" y="516"/>
                        </a:lnTo>
                        <a:lnTo>
                          <a:pt x="316" y="530"/>
                        </a:lnTo>
                        <a:lnTo>
                          <a:pt x="342" y="544"/>
                        </a:lnTo>
                        <a:lnTo>
                          <a:pt x="369" y="556"/>
                        </a:lnTo>
                        <a:lnTo>
                          <a:pt x="396" y="567"/>
                        </a:lnTo>
                        <a:lnTo>
                          <a:pt x="425" y="576"/>
                        </a:lnTo>
                        <a:lnTo>
                          <a:pt x="454" y="585"/>
                        </a:lnTo>
                        <a:lnTo>
                          <a:pt x="482" y="591"/>
                        </a:lnTo>
                        <a:lnTo>
                          <a:pt x="513" y="597"/>
                        </a:lnTo>
                        <a:lnTo>
                          <a:pt x="543" y="601"/>
                        </a:lnTo>
                        <a:lnTo>
                          <a:pt x="573" y="603"/>
                        </a:lnTo>
                        <a:lnTo>
                          <a:pt x="604" y="604"/>
                        </a:lnTo>
                        <a:lnTo>
                          <a:pt x="604" y="424"/>
                        </a:lnTo>
                        <a:lnTo>
                          <a:pt x="581" y="424"/>
                        </a:lnTo>
                        <a:lnTo>
                          <a:pt x="560" y="423"/>
                        </a:lnTo>
                        <a:lnTo>
                          <a:pt x="539" y="420"/>
                        </a:lnTo>
                        <a:lnTo>
                          <a:pt x="518" y="416"/>
                        </a:lnTo>
                        <a:lnTo>
                          <a:pt x="497" y="411"/>
                        </a:lnTo>
                        <a:lnTo>
                          <a:pt x="478" y="405"/>
                        </a:lnTo>
                        <a:lnTo>
                          <a:pt x="458" y="399"/>
                        </a:lnTo>
                        <a:lnTo>
                          <a:pt x="439" y="391"/>
                        </a:lnTo>
                        <a:lnTo>
                          <a:pt x="420" y="383"/>
                        </a:lnTo>
                        <a:lnTo>
                          <a:pt x="402" y="373"/>
                        </a:lnTo>
                        <a:lnTo>
                          <a:pt x="384" y="363"/>
                        </a:lnTo>
                        <a:lnTo>
                          <a:pt x="367" y="352"/>
                        </a:lnTo>
                        <a:lnTo>
                          <a:pt x="351" y="340"/>
                        </a:lnTo>
                        <a:lnTo>
                          <a:pt x="334" y="327"/>
                        </a:lnTo>
                        <a:lnTo>
                          <a:pt x="319" y="314"/>
                        </a:lnTo>
                        <a:lnTo>
                          <a:pt x="304" y="300"/>
                        </a:lnTo>
                        <a:lnTo>
                          <a:pt x="290" y="285"/>
                        </a:lnTo>
                        <a:lnTo>
                          <a:pt x="277" y="270"/>
                        </a:lnTo>
                        <a:lnTo>
                          <a:pt x="264" y="253"/>
                        </a:lnTo>
                        <a:lnTo>
                          <a:pt x="253" y="237"/>
                        </a:lnTo>
                        <a:lnTo>
                          <a:pt x="241" y="220"/>
                        </a:lnTo>
                        <a:lnTo>
                          <a:pt x="231" y="202"/>
                        </a:lnTo>
                        <a:lnTo>
                          <a:pt x="221" y="184"/>
                        </a:lnTo>
                        <a:lnTo>
                          <a:pt x="213" y="165"/>
                        </a:lnTo>
                        <a:lnTo>
                          <a:pt x="205" y="146"/>
                        </a:lnTo>
                        <a:lnTo>
                          <a:pt x="199" y="126"/>
                        </a:lnTo>
                        <a:lnTo>
                          <a:pt x="193" y="107"/>
                        </a:lnTo>
                        <a:lnTo>
                          <a:pt x="188" y="86"/>
                        </a:lnTo>
                        <a:lnTo>
                          <a:pt x="184" y="65"/>
                        </a:lnTo>
                        <a:lnTo>
                          <a:pt x="182" y="44"/>
                        </a:lnTo>
                        <a:lnTo>
                          <a:pt x="180" y="23"/>
                        </a:lnTo>
                        <a:lnTo>
                          <a:pt x="180" y="0"/>
                        </a:lnTo>
                        <a:lnTo>
                          <a:pt x="0" y="0"/>
                        </a:lnTo>
                        <a:close/>
                      </a:path>
                    </a:pathLst>
                  </a:custGeom>
                  <a:solidFill>
                    <a:srgbClr val="EF2B2F"/>
                  </a:solidFill>
                  <a:ln>
                    <a:noFill/>
                  </a:ln>
                </p:spPr>
                <p:txBody>
                  <a:bodyPr/>
                  <a:lstStyle/>
                  <a:p>
                    <a:pPr>
                      <a:defRPr/>
                    </a:pPr>
                    <a:endParaRPr lang="en-US" sz="1050">
                      <a:latin typeface="+mj-lt"/>
                    </a:endParaRPr>
                  </a:p>
                </p:txBody>
              </p:sp>
              <p:sp>
                <p:nvSpPr>
                  <p:cNvPr id="41617" name="Freeform 396">
                    <a:extLst>
                      <a:ext uri="{FF2B5EF4-FFF2-40B4-BE49-F238E27FC236}">
                        <a16:creationId xmlns="" xmlns:a16="http://schemas.microsoft.com/office/drawing/2014/main" id="{BE603E60-9EBD-0205-A09D-BCC5C31CD774}"/>
                      </a:ext>
                    </a:extLst>
                  </p:cNvPr>
                  <p:cNvSpPr>
                    <a:spLocks/>
                  </p:cNvSpPr>
                  <p:nvPr/>
                </p:nvSpPr>
                <p:spPr bwMode="auto">
                  <a:xfrm>
                    <a:off x="2711" y="3031"/>
                    <a:ext cx="99" cy="106"/>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604" y="0"/>
                        </a:moveTo>
                        <a:lnTo>
                          <a:pt x="604" y="0"/>
                        </a:lnTo>
                        <a:lnTo>
                          <a:pt x="572" y="1"/>
                        </a:lnTo>
                        <a:lnTo>
                          <a:pt x="542" y="3"/>
                        </a:lnTo>
                        <a:lnTo>
                          <a:pt x="513" y="7"/>
                        </a:lnTo>
                        <a:lnTo>
                          <a:pt x="482" y="13"/>
                        </a:lnTo>
                        <a:lnTo>
                          <a:pt x="453" y="20"/>
                        </a:lnTo>
                        <a:lnTo>
                          <a:pt x="425" y="27"/>
                        </a:lnTo>
                        <a:lnTo>
                          <a:pt x="396" y="37"/>
                        </a:lnTo>
                        <a:lnTo>
                          <a:pt x="369" y="48"/>
                        </a:lnTo>
                        <a:lnTo>
                          <a:pt x="342" y="60"/>
                        </a:lnTo>
                        <a:lnTo>
                          <a:pt x="316" y="74"/>
                        </a:lnTo>
                        <a:lnTo>
                          <a:pt x="291" y="88"/>
                        </a:lnTo>
                        <a:lnTo>
                          <a:pt x="267" y="103"/>
                        </a:lnTo>
                        <a:lnTo>
                          <a:pt x="243" y="121"/>
                        </a:lnTo>
                        <a:lnTo>
                          <a:pt x="220" y="138"/>
                        </a:lnTo>
                        <a:lnTo>
                          <a:pt x="199" y="158"/>
                        </a:lnTo>
                        <a:lnTo>
                          <a:pt x="177" y="177"/>
                        </a:lnTo>
                        <a:lnTo>
                          <a:pt x="157" y="198"/>
                        </a:lnTo>
                        <a:lnTo>
                          <a:pt x="139" y="220"/>
                        </a:lnTo>
                        <a:lnTo>
                          <a:pt x="120" y="242"/>
                        </a:lnTo>
                        <a:lnTo>
                          <a:pt x="104" y="266"/>
                        </a:lnTo>
                        <a:lnTo>
                          <a:pt x="88" y="291"/>
                        </a:lnTo>
                        <a:lnTo>
                          <a:pt x="74" y="316"/>
                        </a:lnTo>
                        <a:lnTo>
                          <a:pt x="61" y="342"/>
                        </a:lnTo>
                        <a:lnTo>
                          <a:pt x="49" y="368"/>
                        </a:lnTo>
                        <a:lnTo>
                          <a:pt x="37" y="397"/>
                        </a:lnTo>
                        <a:lnTo>
                          <a:pt x="28" y="424"/>
                        </a:lnTo>
                        <a:lnTo>
                          <a:pt x="19" y="453"/>
                        </a:lnTo>
                        <a:lnTo>
                          <a:pt x="13" y="482"/>
                        </a:lnTo>
                        <a:lnTo>
                          <a:pt x="7" y="512"/>
                        </a:lnTo>
                        <a:lnTo>
                          <a:pt x="4" y="542"/>
                        </a:lnTo>
                        <a:lnTo>
                          <a:pt x="1" y="573"/>
                        </a:lnTo>
                        <a:lnTo>
                          <a:pt x="0" y="603"/>
                        </a:lnTo>
                        <a:lnTo>
                          <a:pt x="180" y="603"/>
                        </a:lnTo>
                        <a:lnTo>
                          <a:pt x="180" y="581"/>
                        </a:lnTo>
                        <a:lnTo>
                          <a:pt x="182" y="560"/>
                        </a:lnTo>
                        <a:lnTo>
                          <a:pt x="184" y="539"/>
                        </a:lnTo>
                        <a:lnTo>
                          <a:pt x="188" y="518"/>
                        </a:lnTo>
                        <a:lnTo>
                          <a:pt x="193" y="498"/>
                        </a:lnTo>
                        <a:lnTo>
                          <a:pt x="199" y="478"/>
                        </a:lnTo>
                        <a:lnTo>
                          <a:pt x="205" y="459"/>
                        </a:lnTo>
                        <a:lnTo>
                          <a:pt x="213" y="439"/>
                        </a:lnTo>
                        <a:lnTo>
                          <a:pt x="221" y="421"/>
                        </a:lnTo>
                        <a:lnTo>
                          <a:pt x="231" y="402"/>
                        </a:lnTo>
                        <a:lnTo>
                          <a:pt x="241" y="385"/>
                        </a:lnTo>
                        <a:lnTo>
                          <a:pt x="253" y="367"/>
                        </a:lnTo>
                        <a:lnTo>
                          <a:pt x="264" y="350"/>
                        </a:lnTo>
                        <a:lnTo>
                          <a:pt x="277" y="335"/>
                        </a:lnTo>
                        <a:lnTo>
                          <a:pt x="290" y="318"/>
                        </a:lnTo>
                        <a:lnTo>
                          <a:pt x="304" y="304"/>
                        </a:lnTo>
                        <a:lnTo>
                          <a:pt x="319" y="290"/>
                        </a:lnTo>
                        <a:lnTo>
                          <a:pt x="334" y="276"/>
                        </a:lnTo>
                        <a:lnTo>
                          <a:pt x="351" y="264"/>
                        </a:lnTo>
                        <a:lnTo>
                          <a:pt x="367" y="252"/>
                        </a:lnTo>
                        <a:lnTo>
                          <a:pt x="384" y="241"/>
                        </a:lnTo>
                        <a:lnTo>
                          <a:pt x="402" y="230"/>
                        </a:lnTo>
                        <a:lnTo>
                          <a:pt x="420" y="222"/>
                        </a:lnTo>
                        <a:lnTo>
                          <a:pt x="439" y="213"/>
                        </a:lnTo>
                        <a:lnTo>
                          <a:pt x="458" y="205"/>
                        </a:lnTo>
                        <a:lnTo>
                          <a:pt x="478" y="199"/>
                        </a:lnTo>
                        <a:lnTo>
                          <a:pt x="498" y="192"/>
                        </a:lnTo>
                        <a:lnTo>
                          <a:pt x="518" y="188"/>
                        </a:lnTo>
                        <a:lnTo>
                          <a:pt x="539" y="185"/>
                        </a:lnTo>
                        <a:lnTo>
                          <a:pt x="560" y="182"/>
                        </a:lnTo>
                        <a:lnTo>
                          <a:pt x="582" y="180"/>
                        </a:lnTo>
                        <a:lnTo>
                          <a:pt x="604" y="179"/>
                        </a:lnTo>
                        <a:lnTo>
                          <a:pt x="604" y="0"/>
                        </a:lnTo>
                        <a:close/>
                      </a:path>
                    </a:pathLst>
                  </a:custGeom>
                  <a:solidFill>
                    <a:srgbClr val="EF2B2F"/>
                  </a:solidFill>
                  <a:ln>
                    <a:noFill/>
                  </a:ln>
                </p:spPr>
                <p:txBody>
                  <a:bodyPr/>
                  <a:lstStyle/>
                  <a:p>
                    <a:pPr>
                      <a:defRPr/>
                    </a:pPr>
                    <a:endParaRPr lang="en-US" sz="1050">
                      <a:latin typeface="+mj-lt"/>
                    </a:endParaRPr>
                  </a:p>
                </p:txBody>
              </p:sp>
              <p:sp>
                <p:nvSpPr>
                  <p:cNvPr id="41618" name="Freeform 397">
                    <a:extLst>
                      <a:ext uri="{FF2B5EF4-FFF2-40B4-BE49-F238E27FC236}">
                        <a16:creationId xmlns="" xmlns:a16="http://schemas.microsoft.com/office/drawing/2014/main" id="{69760A48-7B44-8985-3982-F696CFE55328}"/>
                      </a:ext>
                    </a:extLst>
                  </p:cNvPr>
                  <p:cNvSpPr>
                    <a:spLocks/>
                  </p:cNvSpPr>
                  <p:nvPr/>
                </p:nvSpPr>
                <p:spPr bwMode="auto">
                  <a:xfrm>
                    <a:off x="2207" y="3055"/>
                    <a:ext cx="168" cy="171"/>
                  </a:xfrm>
                  <a:custGeom>
                    <a:avLst/>
                    <a:gdLst>
                      <a:gd name="T0" fmla="*/ 0 w 1028"/>
                      <a:gd name="T1" fmla="*/ 0 h 1026"/>
                      <a:gd name="T2" fmla="*/ 0 w 1028"/>
                      <a:gd name="T3" fmla="*/ 0 h 1026"/>
                      <a:gd name="T4" fmla="*/ 0 w 1028"/>
                      <a:gd name="T5" fmla="*/ 0 h 1026"/>
                      <a:gd name="T6" fmla="*/ 0 w 1028"/>
                      <a:gd name="T7" fmla="*/ 0 h 1026"/>
                      <a:gd name="T8" fmla="*/ 0 w 1028"/>
                      <a:gd name="T9" fmla="*/ 0 h 1026"/>
                      <a:gd name="T10" fmla="*/ 0 w 1028"/>
                      <a:gd name="T11" fmla="*/ 0 h 1026"/>
                      <a:gd name="T12" fmla="*/ 0 w 1028"/>
                      <a:gd name="T13" fmla="*/ 0 h 1026"/>
                      <a:gd name="T14" fmla="*/ 0 w 1028"/>
                      <a:gd name="T15" fmla="*/ 0 h 1026"/>
                      <a:gd name="T16" fmla="*/ 0 w 1028"/>
                      <a:gd name="T17" fmla="*/ 0 h 1026"/>
                      <a:gd name="T18" fmla="*/ 0 w 1028"/>
                      <a:gd name="T19" fmla="*/ 0 h 1026"/>
                      <a:gd name="T20" fmla="*/ 0 w 1028"/>
                      <a:gd name="T21" fmla="*/ 0 h 1026"/>
                      <a:gd name="T22" fmla="*/ 0 w 1028"/>
                      <a:gd name="T23" fmla="*/ 0 h 1026"/>
                      <a:gd name="T24" fmla="*/ 0 w 1028"/>
                      <a:gd name="T25" fmla="*/ 0 h 1026"/>
                      <a:gd name="T26" fmla="*/ 0 w 1028"/>
                      <a:gd name="T27" fmla="*/ 0 h 1026"/>
                      <a:gd name="T28" fmla="*/ 0 w 1028"/>
                      <a:gd name="T29" fmla="*/ 0 h 1026"/>
                      <a:gd name="T30" fmla="*/ 0 w 1028"/>
                      <a:gd name="T31" fmla="*/ 0 h 1026"/>
                      <a:gd name="T32" fmla="*/ 0 w 1028"/>
                      <a:gd name="T33" fmla="*/ 0 h 1026"/>
                      <a:gd name="T34" fmla="*/ 0 w 1028"/>
                      <a:gd name="T35" fmla="*/ 0 h 1026"/>
                      <a:gd name="T36" fmla="*/ 0 w 1028"/>
                      <a:gd name="T37" fmla="*/ 0 h 1026"/>
                      <a:gd name="T38" fmla="*/ 0 w 1028"/>
                      <a:gd name="T39" fmla="*/ 0 h 1026"/>
                      <a:gd name="T40" fmla="*/ 0 w 1028"/>
                      <a:gd name="T41" fmla="*/ 0 h 1026"/>
                      <a:gd name="T42" fmla="*/ 0 w 1028"/>
                      <a:gd name="T43" fmla="*/ 0 h 1026"/>
                      <a:gd name="T44" fmla="*/ 0 w 1028"/>
                      <a:gd name="T45" fmla="*/ 0 h 1026"/>
                      <a:gd name="T46" fmla="*/ 0 w 1028"/>
                      <a:gd name="T47" fmla="*/ 0 h 1026"/>
                      <a:gd name="T48" fmla="*/ 0 w 1028"/>
                      <a:gd name="T49" fmla="*/ 0 h 1026"/>
                      <a:gd name="T50" fmla="*/ 0 w 1028"/>
                      <a:gd name="T51" fmla="*/ 0 h 1026"/>
                      <a:gd name="T52" fmla="*/ 0 w 1028"/>
                      <a:gd name="T53" fmla="*/ 0 h 1026"/>
                      <a:gd name="T54" fmla="*/ 0 w 1028"/>
                      <a:gd name="T55" fmla="*/ 0 h 1026"/>
                      <a:gd name="T56" fmla="*/ 0 w 1028"/>
                      <a:gd name="T57" fmla="*/ 0 h 1026"/>
                      <a:gd name="T58" fmla="*/ 0 w 1028"/>
                      <a:gd name="T59" fmla="*/ 0 h 1026"/>
                      <a:gd name="T60" fmla="*/ 0 w 1028"/>
                      <a:gd name="T61" fmla="*/ 0 h 1026"/>
                      <a:gd name="T62" fmla="*/ 0 w 1028"/>
                      <a:gd name="T63" fmla="*/ 0 h 1026"/>
                      <a:gd name="T64" fmla="*/ 0 w 1028"/>
                      <a:gd name="T65" fmla="*/ 0 h 1026"/>
                      <a:gd name="T66" fmla="*/ 0 w 1028"/>
                      <a:gd name="T67" fmla="*/ 0 h 1026"/>
                      <a:gd name="T68" fmla="*/ 0 w 1028"/>
                      <a:gd name="T69" fmla="*/ 0 h 1026"/>
                      <a:gd name="T70" fmla="*/ 0 w 1028"/>
                      <a:gd name="T71" fmla="*/ 0 h 1026"/>
                      <a:gd name="T72" fmla="*/ 0 w 1028"/>
                      <a:gd name="T73" fmla="*/ 0 h 1026"/>
                      <a:gd name="T74" fmla="*/ 0 w 1028"/>
                      <a:gd name="T75" fmla="*/ 0 h 1026"/>
                      <a:gd name="T76" fmla="*/ 0 w 1028"/>
                      <a:gd name="T77" fmla="*/ 0 h 1026"/>
                      <a:gd name="T78" fmla="*/ 0 w 1028"/>
                      <a:gd name="T79" fmla="*/ 0 h 1026"/>
                      <a:gd name="T80" fmla="*/ 0 w 1028"/>
                      <a:gd name="T81" fmla="*/ 0 h 1026"/>
                      <a:gd name="T82" fmla="*/ 0 w 1028"/>
                      <a:gd name="T83" fmla="*/ 0 h 1026"/>
                      <a:gd name="T84" fmla="*/ 0 w 1028"/>
                      <a:gd name="T85" fmla="*/ 0 h 102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28"/>
                      <a:gd name="T130" fmla="*/ 0 h 1026"/>
                      <a:gd name="T131" fmla="*/ 1028 w 1028"/>
                      <a:gd name="T132" fmla="*/ 1026 h 102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28" h="1026">
                        <a:moveTo>
                          <a:pt x="514" y="0"/>
                        </a:moveTo>
                        <a:lnTo>
                          <a:pt x="540" y="0"/>
                        </a:lnTo>
                        <a:lnTo>
                          <a:pt x="566" y="2"/>
                        </a:lnTo>
                        <a:lnTo>
                          <a:pt x="591" y="5"/>
                        </a:lnTo>
                        <a:lnTo>
                          <a:pt x="617" y="9"/>
                        </a:lnTo>
                        <a:lnTo>
                          <a:pt x="642" y="16"/>
                        </a:lnTo>
                        <a:lnTo>
                          <a:pt x="666" y="22"/>
                        </a:lnTo>
                        <a:lnTo>
                          <a:pt x="690" y="30"/>
                        </a:lnTo>
                        <a:lnTo>
                          <a:pt x="713" y="40"/>
                        </a:lnTo>
                        <a:lnTo>
                          <a:pt x="736" y="50"/>
                        </a:lnTo>
                        <a:lnTo>
                          <a:pt x="758" y="62"/>
                        </a:lnTo>
                        <a:lnTo>
                          <a:pt x="779" y="74"/>
                        </a:lnTo>
                        <a:lnTo>
                          <a:pt x="801" y="87"/>
                        </a:lnTo>
                        <a:lnTo>
                          <a:pt x="820" y="102"/>
                        </a:lnTo>
                        <a:lnTo>
                          <a:pt x="840" y="117"/>
                        </a:lnTo>
                        <a:lnTo>
                          <a:pt x="858" y="133"/>
                        </a:lnTo>
                        <a:lnTo>
                          <a:pt x="877" y="150"/>
                        </a:lnTo>
                        <a:lnTo>
                          <a:pt x="893" y="168"/>
                        </a:lnTo>
                        <a:lnTo>
                          <a:pt x="909" y="187"/>
                        </a:lnTo>
                        <a:lnTo>
                          <a:pt x="925" y="206"/>
                        </a:lnTo>
                        <a:lnTo>
                          <a:pt x="940" y="226"/>
                        </a:lnTo>
                        <a:lnTo>
                          <a:pt x="953" y="247"/>
                        </a:lnTo>
                        <a:lnTo>
                          <a:pt x="965" y="268"/>
                        </a:lnTo>
                        <a:lnTo>
                          <a:pt x="977" y="291"/>
                        </a:lnTo>
                        <a:lnTo>
                          <a:pt x="987" y="314"/>
                        </a:lnTo>
                        <a:lnTo>
                          <a:pt x="996" y="336"/>
                        </a:lnTo>
                        <a:lnTo>
                          <a:pt x="1004" y="360"/>
                        </a:lnTo>
                        <a:lnTo>
                          <a:pt x="1012" y="384"/>
                        </a:lnTo>
                        <a:lnTo>
                          <a:pt x="1017" y="409"/>
                        </a:lnTo>
                        <a:lnTo>
                          <a:pt x="1021" y="434"/>
                        </a:lnTo>
                        <a:lnTo>
                          <a:pt x="1025" y="460"/>
                        </a:lnTo>
                        <a:lnTo>
                          <a:pt x="1027" y="486"/>
                        </a:lnTo>
                        <a:lnTo>
                          <a:pt x="1028" y="513"/>
                        </a:lnTo>
                        <a:lnTo>
                          <a:pt x="1027" y="540"/>
                        </a:lnTo>
                        <a:lnTo>
                          <a:pt x="1025" y="565"/>
                        </a:lnTo>
                        <a:lnTo>
                          <a:pt x="1021" y="591"/>
                        </a:lnTo>
                        <a:lnTo>
                          <a:pt x="1017" y="616"/>
                        </a:lnTo>
                        <a:lnTo>
                          <a:pt x="1012" y="641"/>
                        </a:lnTo>
                        <a:lnTo>
                          <a:pt x="1004" y="666"/>
                        </a:lnTo>
                        <a:lnTo>
                          <a:pt x="996" y="690"/>
                        </a:lnTo>
                        <a:lnTo>
                          <a:pt x="987" y="712"/>
                        </a:lnTo>
                        <a:lnTo>
                          <a:pt x="977" y="735"/>
                        </a:lnTo>
                        <a:lnTo>
                          <a:pt x="965" y="757"/>
                        </a:lnTo>
                        <a:lnTo>
                          <a:pt x="953" y="779"/>
                        </a:lnTo>
                        <a:lnTo>
                          <a:pt x="940" y="799"/>
                        </a:lnTo>
                        <a:lnTo>
                          <a:pt x="925" y="820"/>
                        </a:lnTo>
                        <a:lnTo>
                          <a:pt x="909" y="840"/>
                        </a:lnTo>
                        <a:lnTo>
                          <a:pt x="893" y="858"/>
                        </a:lnTo>
                        <a:lnTo>
                          <a:pt x="877" y="875"/>
                        </a:lnTo>
                        <a:lnTo>
                          <a:pt x="858" y="893"/>
                        </a:lnTo>
                        <a:lnTo>
                          <a:pt x="840" y="909"/>
                        </a:lnTo>
                        <a:lnTo>
                          <a:pt x="820" y="924"/>
                        </a:lnTo>
                        <a:lnTo>
                          <a:pt x="801" y="938"/>
                        </a:lnTo>
                        <a:lnTo>
                          <a:pt x="779" y="951"/>
                        </a:lnTo>
                        <a:lnTo>
                          <a:pt x="758" y="965"/>
                        </a:lnTo>
                        <a:lnTo>
                          <a:pt x="736" y="975"/>
                        </a:lnTo>
                        <a:lnTo>
                          <a:pt x="713" y="986"/>
                        </a:lnTo>
                        <a:lnTo>
                          <a:pt x="690" y="995"/>
                        </a:lnTo>
                        <a:lnTo>
                          <a:pt x="666" y="1004"/>
                        </a:lnTo>
                        <a:lnTo>
                          <a:pt x="642" y="1010"/>
                        </a:lnTo>
                        <a:lnTo>
                          <a:pt x="617" y="1016"/>
                        </a:lnTo>
                        <a:lnTo>
                          <a:pt x="591" y="1020"/>
                        </a:lnTo>
                        <a:lnTo>
                          <a:pt x="566" y="1023"/>
                        </a:lnTo>
                        <a:lnTo>
                          <a:pt x="540" y="1025"/>
                        </a:lnTo>
                        <a:lnTo>
                          <a:pt x="514" y="1026"/>
                        </a:lnTo>
                        <a:lnTo>
                          <a:pt x="487" y="1025"/>
                        </a:lnTo>
                        <a:lnTo>
                          <a:pt x="461" y="1023"/>
                        </a:lnTo>
                        <a:lnTo>
                          <a:pt x="436" y="1020"/>
                        </a:lnTo>
                        <a:lnTo>
                          <a:pt x="411" y="1016"/>
                        </a:lnTo>
                        <a:lnTo>
                          <a:pt x="386" y="1010"/>
                        </a:lnTo>
                        <a:lnTo>
                          <a:pt x="361" y="1004"/>
                        </a:lnTo>
                        <a:lnTo>
                          <a:pt x="337" y="995"/>
                        </a:lnTo>
                        <a:lnTo>
                          <a:pt x="314" y="986"/>
                        </a:lnTo>
                        <a:lnTo>
                          <a:pt x="291" y="975"/>
                        </a:lnTo>
                        <a:lnTo>
                          <a:pt x="270" y="965"/>
                        </a:lnTo>
                        <a:lnTo>
                          <a:pt x="248" y="951"/>
                        </a:lnTo>
                        <a:lnTo>
                          <a:pt x="227" y="938"/>
                        </a:lnTo>
                        <a:lnTo>
                          <a:pt x="207" y="924"/>
                        </a:lnTo>
                        <a:lnTo>
                          <a:pt x="187" y="909"/>
                        </a:lnTo>
                        <a:lnTo>
                          <a:pt x="169" y="893"/>
                        </a:lnTo>
                        <a:lnTo>
                          <a:pt x="151" y="875"/>
                        </a:lnTo>
                        <a:lnTo>
                          <a:pt x="134" y="858"/>
                        </a:lnTo>
                        <a:lnTo>
                          <a:pt x="117" y="840"/>
                        </a:lnTo>
                        <a:lnTo>
                          <a:pt x="102" y="820"/>
                        </a:lnTo>
                        <a:lnTo>
                          <a:pt x="88" y="799"/>
                        </a:lnTo>
                        <a:lnTo>
                          <a:pt x="74" y="779"/>
                        </a:lnTo>
                        <a:lnTo>
                          <a:pt x="62" y="757"/>
                        </a:lnTo>
                        <a:lnTo>
                          <a:pt x="51" y="735"/>
                        </a:lnTo>
                        <a:lnTo>
                          <a:pt x="40" y="712"/>
                        </a:lnTo>
                        <a:lnTo>
                          <a:pt x="32" y="690"/>
                        </a:lnTo>
                        <a:lnTo>
                          <a:pt x="23" y="666"/>
                        </a:lnTo>
                        <a:lnTo>
                          <a:pt x="16" y="641"/>
                        </a:lnTo>
                        <a:lnTo>
                          <a:pt x="11" y="616"/>
                        </a:lnTo>
                        <a:lnTo>
                          <a:pt x="6" y="591"/>
                        </a:lnTo>
                        <a:lnTo>
                          <a:pt x="2" y="565"/>
                        </a:lnTo>
                        <a:lnTo>
                          <a:pt x="1" y="540"/>
                        </a:lnTo>
                        <a:lnTo>
                          <a:pt x="0" y="513"/>
                        </a:lnTo>
                        <a:lnTo>
                          <a:pt x="1" y="486"/>
                        </a:lnTo>
                        <a:lnTo>
                          <a:pt x="2" y="460"/>
                        </a:lnTo>
                        <a:lnTo>
                          <a:pt x="6" y="434"/>
                        </a:lnTo>
                        <a:lnTo>
                          <a:pt x="11" y="409"/>
                        </a:lnTo>
                        <a:lnTo>
                          <a:pt x="16" y="384"/>
                        </a:lnTo>
                        <a:lnTo>
                          <a:pt x="23" y="360"/>
                        </a:lnTo>
                        <a:lnTo>
                          <a:pt x="32" y="336"/>
                        </a:lnTo>
                        <a:lnTo>
                          <a:pt x="40" y="314"/>
                        </a:lnTo>
                        <a:lnTo>
                          <a:pt x="51" y="291"/>
                        </a:lnTo>
                        <a:lnTo>
                          <a:pt x="62" y="268"/>
                        </a:lnTo>
                        <a:lnTo>
                          <a:pt x="74" y="247"/>
                        </a:lnTo>
                        <a:lnTo>
                          <a:pt x="88" y="226"/>
                        </a:lnTo>
                        <a:lnTo>
                          <a:pt x="102" y="206"/>
                        </a:lnTo>
                        <a:lnTo>
                          <a:pt x="117" y="187"/>
                        </a:lnTo>
                        <a:lnTo>
                          <a:pt x="134" y="168"/>
                        </a:lnTo>
                        <a:lnTo>
                          <a:pt x="151" y="150"/>
                        </a:lnTo>
                        <a:lnTo>
                          <a:pt x="169" y="133"/>
                        </a:lnTo>
                        <a:lnTo>
                          <a:pt x="187" y="117"/>
                        </a:lnTo>
                        <a:lnTo>
                          <a:pt x="207" y="102"/>
                        </a:lnTo>
                        <a:lnTo>
                          <a:pt x="227" y="87"/>
                        </a:lnTo>
                        <a:lnTo>
                          <a:pt x="248" y="74"/>
                        </a:lnTo>
                        <a:lnTo>
                          <a:pt x="270" y="62"/>
                        </a:lnTo>
                        <a:lnTo>
                          <a:pt x="291" y="50"/>
                        </a:lnTo>
                        <a:lnTo>
                          <a:pt x="314" y="40"/>
                        </a:lnTo>
                        <a:lnTo>
                          <a:pt x="337" y="30"/>
                        </a:lnTo>
                        <a:lnTo>
                          <a:pt x="361" y="22"/>
                        </a:lnTo>
                        <a:lnTo>
                          <a:pt x="386" y="16"/>
                        </a:lnTo>
                        <a:lnTo>
                          <a:pt x="411" y="9"/>
                        </a:lnTo>
                        <a:lnTo>
                          <a:pt x="436" y="5"/>
                        </a:lnTo>
                        <a:lnTo>
                          <a:pt x="461" y="2"/>
                        </a:lnTo>
                        <a:lnTo>
                          <a:pt x="487" y="0"/>
                        </a:lnTo>
                        <a:lnTo>
                          <a:pt x="514" y="0"/>
                        </a:lnTo>
                        <a:close/>
                      </a:path>
                    </a:pathLst>
                  </a:custGeom>
                  <a:solidFill>
                    <a:srgbClr val="DC2B19"/>
                  </a:solidFill>
                  <a:ln>
                    <a:noFill/>
                  </a:ln>
                </p:spPr>
                <p:txBody>
                  <a:bodyPr/>
                  <a:lstStyle/>
                  <a:p>
                    <a:pPr>
                      <a:defRPr/>
                    </a:pPr>
                    <a:endParaRPr lang="en-US" sz="1050">
                      <a:latin typeface="+mj-lt"/>
                    </a:endParaRPr>
                  </a:p>
                </p:txBody>
              </p:sp>
              <p:sp>
                <p:nvSpPr>
                  <p:cNvPr id="41619" name="Freeform 398">
                    <a:extLst>
                      <a:ext uri="{FF2B5EF4-FFF2-40B4-BE49-F238E27FC236}">
                        <a16:creationId xmlns="" xmlns:a16="http://schemas.microsoft.com/office/drawing/2014/main" id="{6B3E67BB-6502-2A48-4D88-73FB244F40D2}"/>
                      </a:ext>
                    </a:extLst>
                  </p:cNvPr>
                  <p:cNvSpPr>
                    <a:spLocks/>
                  </p:cNvSpPr>
                  <p:nvPr/>
                </p:nvSpPr>
                <p:spPr bwMode="auto">
                  <a:xfrm>
                    <a:off x="2289" y="3043"/>
                    <a:ext cx="103" cy="98"/>
                  </a:xfrm>
                  <a:custGeom>
                    <a:avLst/>
                    <a:gdLst>
                      <a:gd name="T0" fmla="*/ 0 w 603"/>
                      <a:gd name="T1" fmla="*/ 0 h 604"/>
                      <a:gd name="T2" fmla="*/ 0 w 603"/>
                      <a:gd name="T3" fmla="*/ 0 h 604"/>
                      <a:gd name="T4" fmla="*/ 0 w 603"/>
                      <a:gd name="T5" fmla="*/ 0 h 604"/>
                      <a:gd name="T6" fmla="*/ 0 w 603"/>
                      <a:gd name="T7" fmla="*/ 0 h 604"/>
                      <a:gd name="T8" fmla="*/ 0 w 603"/>
                      <a:gd name="T9" fmla="*/ 0 h 604"/>
                      <a:gd name="T10" fmla="*/ 0 w 603"/>
                      <a:gd name="T11" fmla="*/ 0 h 604"/>
                      <a:gd name="T12" fmla="*/ 0 w 603"/>
                      <a:gd name="T13" fmla="*/ 0 h 604"/>
                      <a:gd name="T14" fmla="*/ 0 w 603"/>
                      <a:gd name="T15" fmla="*/ 0 h 604"/>
                      <a:gd name="T16" fmla="*/ 0 w 603"/>
                      <a:gd name="T17" fmla="*/ 0 h 604"/>
                      <a:gd name="T18" fmla="*/ 0 w 603"/>
                      <a:gd name="T19" fmla="*/ 0 h 604"/>
                      <a:gd name="T20" fmla="*/ 0 w 603"/>
                      <a:gd name="T21" fmla="*/ 0 h 604"/>
                      <a:gd name="T22" fmla="*/ 0 w 603"/>
                      <a:gd name="T23" fmla="*/ 0 h 604"/>
                      <a:gd name="T24" fmla="*/ 0 w 603"/>
                      <a:gd name="T25" fmla="*/ 0 h 604"/>
                      <a:gd name="T26" fmla="*/ 0 w 603"/>
                      <a:gd name="T27" fmla="*/ 0 h 604"/>
                      <a:gd name="T28" fmla="*/ 0 w 603"/>
                      <a:gd name="T29" fmla="*/ 0 h 604"/>
                      <a:gd name="T30" fmla="*/ 0 w 603"/>
                      <a:gd name="T31" fmla="*/ 0 h 604"/>
                      <a:gd name="T32" fmla="*/ 0 w 603"/>
                      <a:gd name="T33" fmla="*/ 0 h 604"/>
                      <a:gd name="T34" fmla="*/ 0 w 603"/>
                      <a:gd name="T35" fmla="*/ 0 h 604"/>
                      <a:gd name="T36" fmla="*/ 0 w 603"/>
                      <a:gd name="T37" fmla="*/ 0 h 604"/>
                      <a:gd name="T38" fmla="*/ 0 w 603"/>
                      <a:gd name="T39" fmla="*/ 0 h 604"/>
                      <a:gd name="T40" fmla="*/ 0 w 603"/>
                      <a:gd name="T41" fmla="*/ 0 h 604"/>
                      <a:gd name="T42" fmla="*/ 0 w 603"/>
                      <a:gd name="T43" fmla="*/ 0 h 604"/>
                      <a:gd name="T44" fmla="*/ 0 w 603"/>
                      <a:gd name="T45" fmla="*/ 0 h 604"/>
                      <a:gd name="T46" fmla="*/ 0 w 603"/>
                      <a:gd name="T47" fmla="*/ 0 h 604"/>
                      <a:gd name="T48" fmla="*/ 0 w 603"/>
                      <a:gd name="T49" fmla="*/ 0 h 604"/>
                      <a:gd name="T50" fmla="*/ 0 w 603"/>
                      <a:gd name="T51" fmla="*/ 0 h 604"/>
                      <a:gd name="T52" fmla="*/ 0 w 603"/>
                      <a:gd name="T53" fmla="*/ 0 h 604"/>
                      <a:gd name="T54" fmla="*/ 0 w 603"/>
                      <a:gd name="T55" fmla="*/ 0 h 604"/>
                      <a:gd name="T56" fmla="*/ 0 w 603"/>
                      <a:gd name="T57" fmla="*/ 0 h 604"/>
                      <a:gd name="T58" fmla="*/ 0 w 603"/>
                      <a:gd name="T59" fmla="*/ 0 h 604"/>
                      <a:gd name="T60" fmla="*/ 0 w 603"/>
                      <a:gd name="T61" fmla="*/ 0 h 604"/>
                      <a:gd name="T62" fmla="*/ 0 w 603"/>
                      <a:gd name="T63" fmla="*/ 0 h 604"/>
                      <a:gd name="T64" fmla="*/ 0 w 603"/>
                      <a:gd name="T65" fmla="*/ 0 h 604"/>
                      <a:gd name="T66" fmla="*/ 0 w 603"/>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4"/>
                      <a:gd name="T104" fmla="*/ 603 w 603"/>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4">
                        <a:moveTo>
                          <a:pt x="603" y="604"/>
                        </a:moveTo>
                        <a:lnTo>
                          <a:pt x="603" y="604"/>
                        </a:lnTo>
                        <a:lnTo>
                          <a:pt x="602" y="573"/>
                        </a:lnTo>
                        <a:lnTo>
                          <a:pt x="600" y="543"/>
                        </a:lnTo>
                        <a:lnTo>
                          <a:pt x="596" y="512"/>
                        </a:lnTo>
                        <a:lnTo>
                          <a:pt x="591" y="483"/>
                        </a:lnTo>
                        <a:lnTo>
                          <a:pt x="583" y="454"/>
                        </a:lnTo>
                        <a:lnTo>
                          <a:pt x="576" y="424"/>
                        </a:lnTo>
                        <a:lnTo>
                          <a:pt x="566" y="397"/>
                        </a:lnTo>
                        <a:lnTo>
                          <a:pt x="555" y="369"/>
                        </a:lnTo>
                        <a:lnTo>
                          <a:pt x="543" y="343"/>
                        </a:lnTo>
                        <a:lnTo>
                          <a:pt x="530" y="317"/>
                        </a:lnTo>
                        <a:lnTo>
                          <a:pt x="515" y="292"/>
                        </a:lnTo>
                        <a:lnTo>
                          <a:pt x="500" y="267"/>
                        </a:lnTo>
                        <a:lnTo>
                          <a:pt x="482" y="243"/>
                        </a:lnTo>
                        <a:lnTo>
                          <a:pt x="465" y="220"/>
                        </a:lnTo>
                        <a:lnTo>
                          <a:pt x="445" y="198"/>
                        </a:lnTo>
                        <a:lnTo>
                          <a:pt x="426" y="178"/>
                        </a:lnTo>
                        <a:lnTo>
                          <a:pt x="405" y="158"/>
                        </a:lnTo>
                        <a:lnTo>
                          <a:pt x="383" y="138"/>
                        </a:lnTo>
                        <a:lnTo>
                          <a:pt x="361" y="121"/>
                        </a:lnTo>
                        <a:lnTo>
                          <a:pt x="337" y="104"/>
                        </a:lnTo>
                        <a:lnTo>
                          <a:pt x="312" y="88"/>
                        </a:lnTo>
                        <a:lnTo>
                          <a:pt x="287" y="73"/>
                        </a:lnTo>
                        <a:lnTo>
                          <a:pt x="261" y="60"/>
                        </a:lnTo>
                        <a:lnTo>
                          <a:pt x="235" y="48"/>
                        </a:lnTo>
                        <a:lnTo>
                          <a:pt x="206" y="37"/>
                        </a:lnTo>
                        <a:lnTo>
                          <a:pt x="178" y="28"/>
                        </a:lnTo>
                        <a:lnTo>
                          <a:pt x="150" y="20"/>
                        </a:lnTo>
                        <a:lnTo>
                          <a:pt x="121" y="12"/>
                        </a:lnTo>
                        <a:lnTo>
                          <a:pt x="91" y="7"/>
                        </a:lnTo>
                        <a:lnTo>
                          <a:pt x="61" y="4"/>
                        </a:lnTo>
                        <a:lnTo>
                          <a:pt x="30" y="2"/>
                        </a:lnTo>
                        <a:lnTo>
                          <a:pt x="0" y="0"/>
                        </a:lnTo>
                        <a:lnTo>
                          <a:pt x="0" y="180"/>
                        </a:lnTo>
                        <a:lnTo>
                          <a:pt x="22" y="181"/>
                        </a:lnTo>
                        <a:lnTo>
                          <a:pt x="42" y="182"/>
                        </a:lnTo>
                        <a:lnTo>
                          <a:pt x="64" y="185"/>
                        </a:lnTo>
                        <a:lnTo>
                          <a:pt x="85" y="188"/>
                        </a:lnTo>
                        <a:lnTo>
                          <a:pt x="105" y="193"/>
                        </a:lnTo>
                        <a:lnTo>
                          <a:pt x="125" y="199"/>
                        </a:lnTo>
                        <a:lnTo>
                          <a:pt x="144" y="206"/>
                        </a:lnTo>
                        <a:lnTo>
                          <a:pt x="164" y="213"/>
                        </a:lnTo>
                        <a:lnTo>
                          <a:pt x="182" y="222"/>
                        </a:lnTo>
                        <a:lnTo>
                          <a:pt x="201" y="231"/>
                        </a:lnTo>
                        <a:lnTo>
                          <a:pt x="219" y="242"/>
                        </a:lnTo>
                        <a:lnTo>
                          <a:pt x="236" y="253"/>
                        </a:lnTo>
                        <a:lnTo>
                          <a:pt x="253" y="265"/>
                        </a:lnTo>
                        <a:lnTo>
                          <a:pt x="268" y="276"/>
                        </a:lnTo>
                        <a:lnTo>
                          <a:pt x="285" y="291"/>
                        </a:lnTo>
                        <a:lnTo>
                          <a:pt x="300" y="305"/>
                        </a:lnTo>
                        <a:lnTo>
                          <a:pt x="313" y="319"/>
                        </a:lnTo>
                        <a:lnTo>
                          <a:pt x="327" y="335"/>
                        </a:lnTo>
                        <a:lnTo>
                          <a:pt x="339" y="350"/>
                        </a:lnTo>
                        <a:lnTo>
                          <a:pt x="351" y="367"/>
                        </a:lnTo>
                        <a:lnTo>
                          <a:pt x="362" y="384"/>
                        </a:lnTo>
                        <a:lnTo>
                          <a:pt x="373" y="402"/>
                        </a:lnTo>
                        <a:lnTo>
                          <a:pt x="381" y="421"/>
                        </a:lnTo>
                        <a:lnTo>
                          <a:pt x="390" y="439"/>
                        </a:lnTo>
                        <a:lnTo>
                          <a:pt x="398" y="458"/>
                        </a:lnTo>
                        <a:lnTo>
                          <a:pt x="404" y="479"/>
                        </a:lnTo>
                        <a:lnTo>
                          <a:pt x="411" y="498"/>
                        </a:lnTo>
                        <a:lnTo>
                          <a:pt x="415" y="519"/>
                        </a:lnTo>
                        <a:lnTo>
                          <a:pt x="418" y="539"/>
                        </a:lnTo>
                        <a:lnTo>
                          <a:pt x="421" y="560"/>
                        </a:lnTo>
                        <a:lnTo>
                          <a:pt x="424" y="582"/>
                        </a:lnTo>
                        <a:lnTo>
                          <a:pt x="424" y="604"/>
                        </a:lnTo>
                        <a:lnTo>
                          <a:pt x="603" y="604"/>
                        </a:lnTo>
                        <a:close/>
                      </a:path>
                    </a:pathLst>
                  </a:custGeom>
                  <a:solidFill>
                    <a:srgbClr val="EF2B2F"/>
                  </a:solidFill>
                  <a:ln>
                    <a:noFill/>
                  </a:ln>
                </p:spPr>
                <p:txBody>
                  <a:bodyPr/>
                  <a:lstStyle/>
                  <a:p>
                    <a:pPr>
                      <a:defRPr/>
                    </a:pPr>
                    <a:endParaRPr lang="en-US" sz="1050">
                      <a:latin typeface="+mj-lt"/>
                    </a:endParaRPr>
                  </a:p>
                </p:txBody>
              </p:sp>
              <p:sp>
                <p:nvSpPr>
                  <p:cNvPr id="41620" name="Freeform 399">
                    <a:extLst>
                      <a:ext uri="{FF2B5EF4-FFF2-40B4-BE49-F238E27FC236}">
                        <a16:creationId xmlns="" xmlns:a16="http://schemas.microsoft.com/office/drawing/2014/main" id="{2F758BA3-0833-6FAA-9426-11B3580936D1}"/>
                      </a:ext>
                    </a:extLst>
                  </p:cNvPr>
                  <p:cNvSpPr>
                    <a:spLocks/>
                  </p:cNvSpPr>
                  <p:nvPr/>
                </p:nvSpPr>
                <p:spPr bwMode="auto">
                  <a:xfrm>
                    <a:off x="2289" y="3141"/>
                    <a:ext cx="103" cy="114"/>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0" y="603"/>
                        </a:moveTo>
                        <a:lnTo>
                          <a:pt x="0" y="603"/>
                        </a:lnTo>
                        <a:lnTo>
                          <a:pt x="30" y="603"/>
                        </a:lnTo>
                        <a:lnTo>
                          <a:pt x="61" y="599"/>
                        </a:lnTo>
                        <a:lnTo>
                          <a:pt x="91" y="596"/>
                        </a:lnTo>
                        <a:lnTo>
                          <a:pt x="121" y="591"/>
                        </a:lnTo>
                        <a:lnTo>
                          <a:pt x="150" y="584"/>
                        </a:lnTo>
                        <a:lnTo>
                          <a:pt x="178" y="575"/>
                        </a:lnTo>
                        <a:lnTo>
                          <a:pt x="206" y="567"/>
                        </a:lnTo>
                        <a:lnTo>
                          <a:pt x="234" y="555"/>
                        </a:lnTo>
                        <a:lnTo>
                          <a:pt x="261" y="543"/>
                        </a:lnTo>
                        <a:lnTo>
                          <a:pt x="287" y="530"/>
                        </a:lnTo>
                        <a:lnTo>
                          <a:pt x="312" y="516"/>
                        </a:lnTo>
                        <a:lnTo>
                          <a:pt x="337" y="499"/>
                        </a:lnTo>
                        <a:lnTo>
                          <a:pt x="361" y="483"/>
                        </a:lnTo>
                        <a:lnTo>
                          <a:pt x="383" y="465"/>
                        </a:lnTo>
                        <a:lnTo>
                          <a:pt x="405" y="446"/>
                        </a:lnTo>
                        <a:lnTo>
                          <a:pt x="426" y="427"/>
                        </a:lnTo>
                        <a:lnTo>
                          <a:pt x="445" y="405"/>
                        </a:lnTo>
                        <a:lnTo>
                          <a:pt x="465" y="383"/>
                        </a:lnTo>
                        <a:lnTo>
                          <a:pt x="482" y="360"/>
                        </a:lnTo>
                        <a:lnTo>
                          <a:pt x="500" y="336"/>
                        </a:lnTo>
                        <a:lnTo>
                          <a:pt x="515" y="312"/>
                        </a:lnTo>
                        <a:lnTo>
                          <a:pt x="530" y="287"/>
                        </a:lnTo>
                        <a:lnTo>
                          <a:pt x="543" y="261"/>
                        </a:lnTo>
                        <a:lnTo>
                          <a:pt x="555" y="234"/>
                        </a:lnTo>
                        <a:lnTo>
                          <a:pt x="566" y="207"/>
                        </a:lnTo>
                        <a:lnTo>
                          <a:pt x="576" y="179"/>
                        </a:lnTo>
                        <a:lnTo>
                          <a:pt x="583" y="151"/>
                        </a:lnTo>
                        <a:lnTo>
                          <a:pt x="591" y="121"/>
                        </a:lnTo>
                        <a:lnTo>
                          <a:pt x="596" y="91"/>
                        </a:lnTo>
                        <a:lnTo>
                          <a:pt x="600" y="61"/>
                        </a:lnTo>
                        <a:lnTo>
                          <a:pt x="602" y="31"/>
                        </a:lnTo>
                        <a:lnTo>
                          <a:pt x="603" y="0"/>
                        </a:lnTo>
                        <a:lnTo>
                          <a:pt x="424" y="0"/>
                        </a:lnTo>
                        <a:lnTo>
                          <a:pt x="424" y="21"/>
                        </a:lnTo>
                        <a:lnTo>
                          <a:pt x="421" y="43"/>
                        </a:lnTo>
                        <a:lnTo>
                          <a:pt x="418" y="65"/>
                        </a:lnTo>
                        <a:lnTo>
                          <a:pt x="415" y="85"/>
                        </a:lnTo>
                        <a:lnTo>
                          <a:pt x="411" y="105"/>
                        </a:lnTo>
                        <a:lnTo>
                          <a:pt x="404" y="126"/>
                        </a:lnTo>
                        <a:lnTo>
                          <a:pt x="398" y="145"/>
                        </a:lnTo>
                        <a:lnTo>
                          <a:pt x="390" y="165"/>
                        </a:lnTo>
                        <a:lnTo>
                          <a:pt x="381" y="183"/>
                        </a:lnTo>
                        <a:lnTo>
                          <a:pt x="373" y="202"/>
                        </a:lnTo>
                        <a:lnTo>
                          <a:pt x="362" y="219"/>
                        </a:lnTo>
                        <a:lnTo>
                          <a:pt x="351" y="236"/>
                        </a:lnTo>
                        <a:lnTo>
                          <a:pt x="339" y="253"/>
                        </a:lnTo>
                        <a:lnTo>
                          <a:pt x="327" y="269"/>
                        </a:lnTo>
                        <a:lnTo>
                          <a:pt x="313" y="284"/>
                        </a:lnTo>
                        <a:lnTo>
                          <a:pt x="300" y="299"/>
                        </a:lnTo>
                        <a:lnTo>
                          <a:pt x="285" y="314"/>
                        </a:lnTo>
                        <a:lnTo>
                          <a:pt x="268" y="327"/>
                        </a:lnTo>
                        <a:lnTo>
                          <a:pt x="253" y="340"/>
                        </a:lnTo>
                        <a:lnTo>
                          <a:pt x="236" y="350"/>
                        </a:lnTo>
                        <a:lnTo>
                          <a:pt x="219" y="362"/>
                        </a:lnTo>
                        <a:lnTo>
                          <a:pt x="201" y="372"/>
                        </a:lnTo>
                        <a:lnTo>
                          <a:pt x="182" y="382"/>
                        </a:lnTo>
                        <a:lnTo>
                          <a:pt x="164" y="391"/>
                        </a:lnTo>
                        <a:lnTo>
                          <a:pt x="144" y="398"/>
                        </a:lnTo>
                        <a:lnTo>
                          <a:pt x="125" y="405"/>
                        </a:lnTo>
                        <a:lnTo>
                          <a:pt x="105" y="410"/>
                        </a:lnTo>
                        <a:lnTo>
                          <a:pt x="85" y="415"/>
                        </a:lnTo>
                        <a:lnTo>
                          <a:pt x="64" y="419"/>
                        </a:lnTo>
                        <a:lnTo>
                          <a:pt x="43" y="421"/>
                        </a:lnTo>
                        <a:lnTo>
                          <a:pt x="22" y="423"/>
                        </a:lnTo>
                        <a:lnTo>
                          <a:pt x="0" y="423"/>
                        </a:lnTo>
                        <a:lnTo>
                          <a:pt x="0" y="603"/>
                        </a:lnTo>
                        <a:close/>
                      </a:path>
                    </a:pathLst>
                  </a:custGeom>
                  <a:solidFill>
                    <a:srgbClr val="EF2B2F"/>
                  </a:solidFill>
                  <a:ln>
                    <a:noFill/>
                  </a:ln>
                </p:spPr>
                <p:txBody>
                  <a:bodyPr/>
                  <a:lstStyle/>
                  <a:p>
                    <a:pPr>
                      <a:defRPr/>
                    </a:pPr>
                    <a:endParaRPr lang="en-US" sz="1050">
                      <a:latin typeface="+mj-lt"/>
                    </a:endParaRPr>
                  </a:p>
                </p:txBody>
              </p:sp>
              <p:sp>
                <p:nvSpPr>
                  <p:cNvPr id="41621" name="Freeform 400">
                    <a:extLst>
                      <a:ext uri="{FF2B5EF4-FFF2-40B4-BE49-F238E27FC236}">
                        <a16:creationId xmlns="" xmlns:a16="http://schemas.microsoft.com/office/drawing/2014/main" id="{CE8822C7-EF0B-4426-B117-18E3AF094E7F}"/>
                      </a:ext>
                    </a:extLst>
                  </p:cNvPr>
                  <p:cNvSpPr>
                    <a:spLocks/>
                  </p:cNvSpPr>
                  <p:nvPr/>
                </p:nvSpPr>
                <p:spPr bwMode="auto">
                  <a:xfrm>
                    <a:off x="2190" y="3141"/>
                    <a:ext cx="99" cy="114"/>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0" y="0"/>
                        </a:moveTo>
                        <a:lnTo>
                          <a:pt x="0" y="0"/>
                        </a:lnTo>
                        <a:lnTo>
                          <a:pt x="1" y="30"/>
                        </a:lnTo>
                        <a:lnTo>
                          <a:pt x="3" y="61"/>
                        </a:lnTo>
                        <a:lnTo>
                          <a:pt x="8" y="91"/>
                        </a:lnTo>
                        <a:lnTo>
                          <a:pt x="13" y="121"/>
                        </a:lnTo>
                        <a:lnTo>
                          <a:pt x="20" y="151"/>
                        </a:lnTo>
                        <a:lnTo>
                          <a:pt x="27" y="179"/>
                        </a:lnTo>
                        <a:lnTo>
                          <a:pt x="37" y="207"/>
                        </a:lnTo>
                        <a:lnTo>
                          <a:pt x="48" y="234"/>
                        </a:lnTo>
                        <a:lnTo>
                          <a:pt x="60" y="261"/>
                        </a:lnTo>
                        <a:lnTo>
                          <a:pt x="74" y="287"/>
                        </a:lnTo>
                        <a:lnTo>
                          <a:pt x="88" y="312"/>
                        </a:lnTo>
                        <a:lnTo>
                          <a:pt x="103" y="336"/>
                        </a:lnTo>
                        <a:lnTo>
                          <a:pt x="121" y="360"/>
                        </a:lnTo>
                        <a:lnTo>
                          <a:pt x="138" y="383"/>
                        </a:lnTo>
                        <a:lnTo>
                          <a:pt x="157" y="405"/>
                        </a:lnTo>
                        <a:lnTo>
                          <a:pt x="177" y="427"/>
                        </a:lnTo>
                        <a:lnTo>
                          <a:pt x="198" y="446"/>
                        </a:lnTo>
                        <a:lnTo>
                          <a:pt x="220" y="465"/>
                        </a:lnTo>
                        <a:lnTo>
                          <a:pt x="243" y="483"/>
                        </a:lnTo>
                        <a:lnTo>
                          <a:pt x="266" y="499"/>
                        </a:lnTo>
                        <a:lnTo>
                          <a:pt x="291" y="516"/>
                        </a:lnTo>
                        <a:lnTo>
                          <a:pt x="316" y="530"/>
                        </a:lnTo>
                        <a:lnTo>
                          <a:pt x="342" y="543"/>
                        </a:lnTo>
                        <a:lnTo>
                          <a:pt x="369" y="555"/>
                        </a:lnTo>
                        <a:lnTo>
                          <a:pt x="396" y="567"/>
                        </a:lnTo>
                        <a:lnTo>
                          <a:pt x="425" y="575"/>
                        </a:lnTo>
                        <a:lnTo>
                          <a:pt x="453" y="584"/>
                        </a:lnTo>
                        <a:lnTo>
                          <a:pt x="482" y="591"/>
                        </a:lnTo>
                        <a:lnTo>
                          <a:pt x="513" y="596"/>
                        </a:lnTo>
                        <a:lnTo>
                          <a:pt x="542" y="599"/>
                        </a:lnTo>
                        <a:lnTo>
                          <a:pt x="574" y="603"/>
                        </a:lnTo>
                        <a:lnTo>
                          <a:pt x="604" y="603"/>
                        </a:lnTo>
                        <a:lnTo>
                          <a:pt x="604" y="423"/>
                        </a:lnTo>
                        <a:lnTo>
                          <a:pt x="581" y="423"/>
                        </a:lnTo>
                        <a:lnTo>
                          <a:pt x="561" y="421"/>
                        </a:lnTo>
                        <a:lnTo>
                          <a:pt x="539" y="419"/>
                        </a:lnTo>
                        <a:lnTo>
                          <a:pt x="518" y="415"/>
                        </a:lnTo>
                        <a:lnTo>
                          <a:pt x="498" y="410"/>
                        </a:lnTo>
                        <a:lnTo>
                          <a:pt x="478" y="405"/>
                        </a:lnTo>
                        <a:lnTo>
                          <a:pt x="458" y="398"/>
                        </a:lnTo>
                        <a:lnTo>
                          <a:pt x="439" y="391"/>
                        </a:lnTo>
                        <a:lnTo>
                          <a:pt x="420" y="382"/>
                        </a:lnTo>
                        <a:lnTo>
                          <a:pt x="402" y="372"/>
                        </a:lnTo>
                        <a:lnTo>
                          <a:pt x="385" y="362"/>
                        </a:lnTo>
                        <a:lnTo>
                          <a:pt x="367" y="350"/>
                        </a:lnTo>
                        <a:lnTo>
                          <a:pt x="350" y="340"/>
                        </a:lnTo>
                        <a:lnTo>
                          <a:pt x="335" y="327"/>
                        </a:lnTo>
                        <a:lnTo>
                          <a:pt x="319" y="314"/>
                        </a:lnTo>
                        <a:lnTo>
                          <a:pt x="304" y="299"/>
                        </a:lnTo>
                        <a:lnTo>
                          <a:pt x="290" y="284"/>
                        </a:lnTo>
                        <a:lnTo>
                          <a:pt x="277" y="269"/>
                        </a:lnTo>
                        <a:lnTo>
                          <a:pt x="264" y="253"/>
                        </a:lnTo>
                        <a:lnTo>
                          <a:pt x="252" y="236"/>
                        </a:lnTo>
                        <a:lnTo>
                          <a:pt x="241" y="219"/>
                        </a:lnTo>
                        <a:lnTo>
                          <a:pt x="230" y="202"/>
                        </a:lnTo>
                        <a:lnTo>
                          <a:pt x="222" y="183"/>
                        </a:lnTo>
                        <a:lnTo>
                          <a:pt x="213" y="165"/>
                        </a:lnTo>
                        <a:lnTo>
                          <a:pt x="205" y="145"/>
                        </a:lnTo>
                        <a:lnTo>
                          <a:pt x="199" y="126"/>
                        </a:lnTo>
                        <a:lnTo>
                          <a:pt x="193" y="106"/>
                        </a:lnTo>
                        <a:lnTo>
                          <a:pt x="188" y="85"/>
                        </a:lnTo>
                        <a:lnTo>
                          <a:pt x="185" y="65"/>
                        </a:lnTo>
                        <a:lnTo>
                          <a:pt x="181" y="43"/>
                        </a:lnTo>
                        <a:lnTo>
                          <a:pt x="180" y="22"/>
                        </a:lnTo>
                        <a:lnTo>
                          <a:pt x="180" y="0"/>
                        </a:lnTo>
                        <a:lnTo>
                          <a:pt x="0" y="0"/>
                        </a:lnTo>
                        <a:close/>
                      </a:path>
                    </a:pathLst>
                  </a:custGeom>
                  <a:solidFill>
                    <a:srgbClr val="EF2B2F"/>
                  </a:solidFill>
                  <a:ln>
                    <a:noFill/>
                  </a:ln>
                </p:spPr>
                <p:txBody>
                  <a:bodyPr/>
                  <a:lstStyle/>
                  <a:p>
                    <a:pPr>
                      <a:defRPr/>
                    </a:pPr>
                    <a:endParaRPr lang="en-US" sz="1050">
                      <a:latin typeface="+mj-lt"/>
                    </a:endParaRPr>
                  </a:p>
                </p:txBody>
              </p:sp>
              <p:sp>
                <p:nvSpPr>
                  <p:cNvPr id="41622" name="Freeform 401">
                    <a:extLst>
                      <a:ext uri="{FF2B5EF4-FFF2-40B4-BE49-F238E27FC236}">
                        <a16:creationId xmlns="" xmlns:a16="http://schemas.microsoft.com/office/drawing/2014/main" id="{F528FEC4-CFEF-AB3B-37C1-F8489A766F0F}"/>
                      </a:ext>
                    </a:extLst>
                  </p:cNvPr>
                  <p:cNvSpPr>
                    <a:spLocks/>
                  </p:cNvSpPr>
                  <p:nvPr/>
                </p:nvSpPr>
                <p:spPr bwMode="auto">
                  <a:xfrm>
                    <a:off x="2190" y="3043"/>
                    <a:ext cx="99" cy="98"/>
                  </a:xfrm>
                  <a:custGeom>
                    <a:avLst/>
                    <a:gdLst>
                      <a:gd name="T0" fmla="*/ 0 w 604"/>
                      <a:gd name="T1" fmla="*/ 0 h 604"/>
                      <a:gd name="T2" fmla="*/ 0 w 604"/>
                      <a:gd name="T3" fmla="*/ 0 h 604"/>
                      <a:gd name="T4" fmla="*/ 0 w 604"/>
                      <a:gd name="T5" fmla="*/ 0 h 604"/>
                      <a:gd name="T6" fmla="*/ 0 w 604"/>
                      <a:gd name="T7" fmla="*/ 0 h 604"/>
                      <a:gd name="T8" fmla="*/ 0 w 604"/>
                      <a:gd name="T9" fmla="*/ 0 h 604"/>
                      <a:gd name="T10" fmla="*/ 0 w 604"/>
                      <a:gd name="T11" fmla="*/ 0 h 604"/>
                      <a:gd name="T12" fmla="*/ 0 w 604"/>
                      <a:gd name="T13" fmla="*/ 0 h 604"/>
                      <a:gd name="T14" fmla="*/ 0 w 604"/>
                      <a:gd name="T15" fmla="*/ 0 h 604"/>
                      <a:gd name="T16" fmla="*/ 0 w 604"/>
                      <a:gd name="T17" fmla="*/ 0 h 604"/>
                      <a:gd name="T18" fmla="*/ 0 w 604"/>
                      <a:gd name="T19" fmla="*/ 0 h 604"/>
                      <a:gd name="T20" fmla="*/ 0 w 604"/>
                      <a:gd name="T21" fmla="*/ 0 h 604"/>
                      <a:gd name="T22" fmla="*/ 0 w 604"/>
                      <a:gd name="T23" fmla="*/ 0 h 604"/>
                      <a:gd name="T24" fmla="*/ 0 w 604"/>
                      <a:gd name="T25" fmla="*/ 0 h 604"/>
                      <a:gd name="T26" fmla="*/ 0 w 604"/>
                      <a:gd name="T27" fmla="*/ 0 h 604"/>
                      <a:gd name="T28" fmla="*/ 0 w 604"/>
                      <a:gd name="T29" fmla="*/ 0 h 604"/>
                      <a:gd name="T30" fmla="*/ 0 w 604"/>
                      <a:gd name="T31" fmla="*/ 0 h 604"/>
                      <a:gd name="T32" fmla="*/ 0 w 604"/>
                      <a:gd name="T33" fmla="*/ 0 h 604"/>
                      <a:gd name="T34" fmla="*/ 0 w 604"/>
                      <a:gd name="T35" fmla="*/ 0 h 604"/>
                      <a:gd name="T36" fmla="*/ 0 w 604"/>
                      <a:gd name="T37" fmla="*/ 0 h 604"/>
                      <a:gd name="T38" fmla="*/ 0 w 604"/>
                      <a:gd name="T39" fmla="*/ 0 h 604"/>
                      <a:gd name="T40" fmla="*/ 0 w 604"/>
                      <a:gd name="T41" fmla="*/ 0 h 604"/>
                      <a:gd name="T42" fmla="*/ 0 w 604"/>
                      <a:gd name="T43" fmla="*/ 0 h 604"/>
                      <a:gd name="T44" fmla="*/ 0 w 604"/>
                      <a:gd name="T45" fmla="*/ 0 h 604"/>
                      <a:gd name="T46" fmla="*/ 0 w 604"/>
                      <a:gd name="T47" fmla="*/ 0 h 604"/>
                      <a:gd name="T48" fmla="*/ 0 w 604"/>
                      <a:gd name="T49" fmla="*/ 0 h 604"/>
                      <a:gd name="T50" fmla="*/ 0 w 604"/>
                      <a:gd name="T51" fmla="*/ 0 h 604"/>
                      <a:gd name="T52" fmla="*/ 0 w 604"/>
                      <a:gd name="T53" fmla="*/ 0 h 604"/>
                      <a:gd name="T54" fmla="*/ 0 w 604"/>
                      <a:gd name="T55" fmla="*/ 0 h 604"/>
                      <a:gd name="T56" fmla="*/ 0 w 604"/>
                      <a:gd name="T57" fmla="*/ 0 h 604"/>
                      <a:gd name="T58" fmla="*/ 0 w 604"/>
                      <a:gd name="T59" fmla="*/ 0 h 604"/>
                      <a:gd name="T60" fmla="*/ 0 w 604"/>
                      <a:gd name="T61" fmla="*/ 0 h 604"/>
                      <a:gd name="T62" fmla="*/ 0 w 604"/>
                      <a:gd name="T63" fmla="*/ 0 h 604"/>
                      <a:gd name="T64" fmla="*/ 0 w 604"/>
                      <a:gd name="T65" fmla="*/ 0 h 604"/>
                      <a:gd name="T66" fmla="*/ 0 w 604"/>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4"/>
                      <a:gd name="T104" fmla="*/ 604 w 604"/>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4">
                        <a:moveTo>
                          <a:pt x="604" y="0"/>
                        </a:moveTo>
                        <a:lnTo>
                          <a:pt x="604" y="0"/>
                        </a:lnTo>
                        <a:lnTo>
                          <a:pt x="572" y="2"/>
                        </a:lnTo>
                        <a:lnTo>
                          <a:pt x="542" y="4"/>
                        </a:lnTo>
                        <a:lnTo>
                          <a:pt x="513" y="7"/>
                        </a:lnTo>
                        <a:lnTo>
                          <a:pt x="482" y="12"/>
                        </a:lnTo>
                        <a:lnTo>
                          <a:pt x="453" y="20"/>
                        </a:lnTo>
                        <a:lnTo>
                          <a:pt x="425" y="28"/>
                        </a:lnTo>
                        <a:lnTo>
                          <a:pt x="396" y="37"/>
                        </a:lnTo>
                        <a:lnTo>
                          <a:pt x="369" y="48"/>
                        </a:lnTo>
                        <a:lnTo>
                          <a:pt x="342" y="60"/>
                        </a:lnTo>
                        <a:lnTo>
                          <a:pt x="316" y="73"/>
                        </a:lnTo>
                        <a:lnTo>
                          <a:pt x="291" y="88"/>
                        </a:lnTo>
                        <a:lnTo>
                          <a:pt x="266" y="104"/>
                        </a:lnTo>
                        <a:lnTo>
                          <a:pt x="243" y="121"/>
                        </a:lnTo>
                        <a:lnTo>
                          <a:pt x="220" y="138"/>
                        </a:lnTo>
                        <a:lnTo>
                          <a:pt x="198" y="158"/>
                        </a:lnTo>
                        <a:lnTo>
                          <a:pt x="177" y="178"/>
                        </a:lnTo>
                        <a:lnTo>
                          <a:pt x="157" y="198"/>
                        </a:lnTo>
                        <a:lnTo>
                          <a:pt x="138" y="220"/>
                        </a:lnTo>
                        <a:lnTo>
                          <a:pt x="121" y="243"/>
                        </a:lnTo>
                        <a:lnTo>
                          <a:pt x="103" y="267"/>
                        </a:lnTo>
                        <a:lnTo>
                          <a:pt x="88" y="292"/>
                        </a:lnTo>
                        <a:lnTo>
                          <a:pt x="74" y="317"/>
                        </a:lnTo>
                        <a:lnTo>
                          <a:pt x="60" y="343"/>
                        </a:lnTo>
                        <a:lnTo>
                          <a:pt x="48" y="370"/>
                        </a:lnTo>
                        <a:lnTo>
                          <a:pt x="37" y="397"/>
                        </a:lnTo>
                        <a:lnTo>
                          <a:pt x="27" y="424"/>
                        </a:lnTo>
                        <a:lnTo>
                          <a:pt x="20" y="454"/>
                        </a:lnTo>
                        <a:lnTo>
                          <a:pt x="13" y="483"/>
                        </a:lnTo>
                        <a:lnTo>
                          <a:pt x="8" y="512"/>
                        </a:lnTo>
                        <a:lnTo>
                          <a:pt x="3" y="543"/>
                        </a:lnTo>
                        <a:lnTo>
                          <a:pt x="1" y="573"/>
                        </a:lnTo>
                        <a:lnTo>
                          <a:pt x="0" y="604"/>
                        </a:lnTo>
                        <a:lnTo>
                          <a:pt x="180" y="604"/>
                        </a:lnTo>
                        <a:lnTo>
                          <a:pt x="180" y="582"/>
                        </a:lnTo>
                        <a:lnTo>
                          <a:pt x="181" y="560"/>
                        </a:lnTo>
                        <a:lnTo>
                          <a:pt x="185" y="539"/>
                        </a:lnTo>
                        <a:lnTo>
                          <a:pt x="188" y="519"/>
                        </a:lnTo>
                        <a:lnTo>
                          <a:pt x="193" y="498"/>
                        </a:lnTo>
                        <a:lnTo>
                          <a:pt x="199" y="479"/>
                        </a:lnTo>
                        <a:lnTo>
                          <a:pt x="205" y="458"/>
                        </a:lnTo>
                        <a:lnTo>
                          <a:pt x="213" y="439"/>
                        </a:lnTo>
                        <a:lnTo>
                          <a:pt x="222" y="421"/>
                        </a:lnTo>
                        <a:lnTo>
                          <a:pt x="230" y="402"/>
                        </a:lnTo>
                        <a:lnTo>
                          <a:pt x="241" y="384"/>
                        </a:lnTo>
                        <a:lnTo>
                          <a:pt x="252" y="367"/>
                        </a:lnTo>
                        <a:lnTo>
                          <a:pt x="264" y="350"/>
                        </a:lnTo>
                        <a:lnTo>
                          <a:pt x="277" y="335"/>
                        </a:lnTo>
                        <a:lnTo>
                          <a:pt x="290" y="319"/>
                        </a:lnTo>
                        <a:lnTo>
                          <a:pt x="304" y="305"/>
                        </a:lnTo>
                        <a:lnTo>
                          <a:pt x="319" y="291"/>
                        </a:lnTo>
                        <a:lnTo>
                          <a:pt x="335" y="276"/>
                        </a:lnTo>
                        <a:lnTo>
                          <a:pt x="350" y="265"/>
                        </a:lnTo>
                        <a:lnTo>
                          <a:pt x="367" y="253"/>
                        </a:lnTo>
                        <a:lnTo>
                          <a:pt x="385" y="242"/>
                        </a:lnTo>
                        <a:lnTo>
                          <a:pt x="402" y="231"/>
                        </a:lnTo>
                        <a:lnTo>
                          <a:pt x="420" y="222"/>
                        </a:lnTo>
                        <a:lnTo>
                          <a:pt x="439" y="213"/>
                        </a:lnTo>
                        <a:lnTo>
                          <a:pt x="458" y="206"/>
                        </a:lnTo>
                        <a:lnTo>
                          <a:pt x="478" y="199"/>
                        </a:lnTo>
                        <a:lnTo>
                          <a:pt x="498" y="193"/>
                        </a:lnTo>
                        <a:lnTo>
                          <a:pt x="518" y="188"/>
                        </a:lnTo>
                        <a:lnTo>
                          <a:pt x="539" y="185"/>
                        </a:lnTo>
                        <a:lnTo>
                          <a:pt x="561" y="182"/>
                        </a:lnTo>
                        <a:lnTo>
                          <a:pt x="582" y="181"/>
                        </a:lnTo>
                        <a:lnTo>
                          <a:pt x="604" y="180"/>
                        </a:lnTo>
                        <a:lnTo>
                          <a:pt x="604" y="0"/>
                        </a:lnTo>
                        <a:close/>
                      </a:path>
                    </a:pathLst>
                  </a:custGeom>
                  <a:solidFill>
                    <a:srgbClr val="EF2B2F"/>
                  </a:solidFill>
                  <a:ln>
                    <a:noFill/>
                  </a:ln>
                </p:spPr>
                <p:txBody>
                  <a:bodyPr/>
                  <a:lstStyle/>
                  <a:p>
                    <a:pPr>
                      <a:defRPr/>
                    </a:pPr>
                    <a:endParaRPr lang="en-US" sz="1050">
                      <a:latin typeface="+mj-lt"/>
                    </a:endParaRPr>
                  </a:p>
                </p:txBody>
              </p:sp>
              <p:sp>
                <p:nvSpPr>
                  <p:cNvPr id="41623" name="Freeform 402">
                    <a:extLst>
                      <a:ext uri="{FF2B5EF4-FFF2-40B4-BE49-F238E27FC236}">
                        <a16:creationId xmlns="" xmlns:a16="http://schemas.microsoft.com/office/drawing/2014/main" id="{D249087F-E8D5-DBB7-8D07-6DD7935F124A}"/>
                      </a:ext>
                    </a:extLst>
                  </p:cNvPr>
                  <p:cNvSpPr>
                    <a:spLocks/>
                  </p:cNvSpPr>
                  <p:nvPr/>
                </p:nvSpPr>
                <p:spPr bwMode="auto">
                  <a:xfrm>
                    <a:off x="3151" y="2957"/>
                    <a:ext cx="99" cy="102"/>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603"/>
                        </a:moveTo>
                        <a:lnTo>
                          <a:pt x="603" y="603"/>
                        </a:lnTo>
                        <a:lnTo>
                          <a:pt x="602" y="571"/>
                        </a:lnTo>
                        <a:lnTo>
                          <a:pt x="600" y="541"/>
                        </a:lnTo>
                        <a:lnTo>
                          <a:pt x="597" y="511"/>
                        </a:lnTo>
                        <a:lnTo>
                          <a:pt x="591" y="481"/>
                        </a:lnTo>
                        <a:lnTo>
                          <a:pt x="584" y="452"/>
                        </a:lnTo>
                        <a:lnTo>
                          <a:pt x="576" y="423"/>
                        </a:lnTo>
                        <a:lnTo>
                          <a:pt x="566" y="395"/>
                        </a:lnTo>
                        <a:lnTo>
                          <a:pt x="555" y="368"/>
                        </a:lnTo>
                        <a:lnTo>
                          <a:pt x="543" y="341"/>
                        </a:lnTo>
                        <a:lnTo>
                          <a:pt x="530" y="316"/>
                        </a:lnTo>
                        <a:lnTo>
                          <a:pt x="515" y="290"/>
                        </a:lnTo>
                        <a:lnTo>
                          <a:pt x="500" y="266"/>
                        </a:lnTo>
                        <a:lnTo>
                          <a:pt x="483" y="242"/>
                        </a:lnTo>
                        <a:lnTo>
                          <a:pt x="465" y="219"/>
                        </a:lnTo>
                        <a:lnTo>
                          <a:pt x="446" y="197"/>
                        </a:lnTo>
                        <a:lnTo>
                          <a:pt x="426" y="176"/>
                        </a:lnTo>
                        <a:lnTo>
                          <a:pt x="405" y="156"/>
                        </a:lnTo>
                        <a:lnTo>
                          <a:pt x="384" y="138"/>
                        </a:lnTo>
                        <a:lnTo>
                          <a:pt x="361" y="119"/>
                        </a:lnTo>
                        <a:lnTo>
                          <a:pt x="337" y="103"/>
                        </a:lnTo>
                        <a:lnTo>
                          <a:pt x="312" y="87"/>
                        </a:lnTo>
                        <a:lnTo>
                          <a:pt x="287" y="72"/>
                        </a:lnTo>
                        <a:lnTo>
                          <a:pt x="261" y="59"/>
                        </a:lnTo>
                        <a:lnTo>
                          <a:pt x="235" y="47"/>
                        </a:lnTo>
                        <a:lnTo>
                          <a:pt x="207" y="36"/>
                        </a:lnTo>
                        <a:lnTo>
                          <a:pt x="179" y="27"/>
                        </a:lnTo>
                        <a:lnTo>
                          <a:pt x="150" y="18"/>
                        </a:lnTo>
                        <a:lnTo>
                          <a:pt x="121" y="12"/>
                        </a:lnTo>
                        <a:lnTo>
                          <a:pt x="91" y="6"/>
                        </a:lnTo>
                        <a:lnTo>
                          <a:pt x="61" y="3"/>
                        </a:lnTo>
                        <a:lnTo>
                          <a:pt x="31" y="0"/>
                        </a:lnTo>
                        <a:lnTo>
                          <a:pt x="0" y="0"/>
                        </a:lnTo>
                        <a:lnTo>
                          <a:pt x="0" y="179"/>
                        </a:lnTo>
                        <a:lnTo>
                          <a:pt x="22" y="179"/>
                        </a:lnTo>
                        <a:lnTo>
                          <a:pt x="44" y="181"/>
                        </a:lnTo>
                        <a:lnTo>
                          <a:pt x="64" y="183"/>
                        </a:lnTo>
                        <a:lnTo>
                          <a:pt x="85" y="188"/>
                        </a:lnTo>
                        <a:lnTo>
                          <a:pt x="106" y="192"/>
                        </a:lnTo>
                        <a:lnTo>
                          <a:pt x="125" y="197"/>
                        </a:lnTo>
                        <a:lnTo>
                          <a:pt x="146" y="205"/>
                        </a:lnTo>
                        <a:lnTo>
                          <a:pt x="164" y="212"/>
                        </a:lnTo>
                        <a:lnTo>
                          <a:pt x="183" y="220"/>
                        </a:lnTo>
                        <a:lnTo>
                          <a:pt x="201" y="230"/>
                        </a:lnTo>
                        <a:lnTo>
                          <a:pt x="220" y="240"/>
                        </a:lnTo>
                        <a:lnTo>
                          <a:pt x="237" y="252"/>
                        </a:lnTo>
                        <a:lnTo>
                          <a:pt x="253" y="263"/>
                        </a:lnTo>
                        <a:lnTo>
                          <a:pt x="270" y="276"/>
                        </a:lnTo>
                        <a:lnTo>
                          <a:pt x="285" y="289"/>
                        </a:lnTo>
                        <a:lnTo>
                          <a:pt x="299" y="303"/>
                        </a:lnTo>
                        <a:lnTo>
                          <a:pt x="313" y="318"/>
                        </a:lnTo>
                        <a:lnTo>
                          <a:pt x="327" y="333"/>
                        </a:lnTo>
                        <a:lnTo>
                          <a:pt x="339" y="350"/>
                        </a:lnTo>
                        <a:lnTo>
                          <a:pt x="351" y="366"/>
                        </a:lnTo>
                        <a:lnTo>
                          <a:pt x="362" y="383"/>
                        </a:lnTo>
                        <a:lnTo>
                          <a:pt x="373" y="401"/>
                        </a:lnTo>
                        <a:lnTo>
                          <a:pt x="382" y="419"/>
                        </a:lnTo>
                        <a:lnTo>
                          <a:pt x="390" y="438"/>
                        </a:lnTo>
                        <a:lnTo>
                          <a:pt x="398" y="457"/>
                        </a:lnTo>
                        <a:lnTo>
                          <a:pt x="404" y="477"/>
                        </a:lnTo>
                        <a:lnTo>
                          <a:pt x="411" y="497"/>
                        </a:lnTo>
                        <a:lnTo>
                          <a:pt x="415" y="517"/>
                        </a:lnTo>
                        <a:lnTo>
                          <a:pt x="418" y="538"/>
                        </a:lnTo>
                        <a:lnTo>
                          <a:pt x="422" y="559"/>
                        </a:lnTo>
                        <a:lnTo>
                          <a:pt x="424" y="581"/>
                        </a:lnTo>
                        <a:lnTo>
                          <a:pt x="424" y="603"/>
                        </a:lnTo>
                        <a:lnTo>
                          <a:pt x="603" y="603"/>
                        </a:lnTo>
                        <a:close/>
                      </a:path>
                    </a:pathLst>
                  </a:custGeom>
                  <a:solidFill>
                    <a:srgbClr val="EF2B2F"/>
                  </a:solidFill>
                  <a:ln>
                    <a:noFill/>
                  </a:ln>
                </p:spPr>
                <p:txBody>
                  <a:bodyPr/>
                  <a:lstStyle/>
                  <a:p>
                    <a:pPr>
                      <a:defRPr/>
                    </a:pPr>
                    <a:endParaRPr lang="en-US" sz="1050">
                      <a:latin typeface="+mj-lt"/>
                    </a:endParaRPr>
                  </a:p>
                </p:txBody>
              </p:sp>
              <p:sp>
                <p:nvSpPr>
                  <p:cNvPr id="41624" name="Freeform 403">
                    <a:extLst>
                      <a:ext uri="{FF2B5EF4-FFF2-40B4-BE49-F238E27FC236}">
                        <a16:creationId xmlns="" xmlns:a16="http://schemas.microsoft.com/office/drawing/2014/main" id="{76926494-4504-1E48-A3A1-D344865B9721}"/>
                      </a:ext>
                    </a:extLst>
                  </p:cNvPr>
                  <p:cNvSpPr>
                    <a:spLocks/>
                  </p:cNvSpPr>
                  <p:nvPr/>
                </p:nvSpPr>
                <p:spPr bwMode="auto">
                  <a:xfrm>
                    <a:off x="3151" y="3059"/>
                    <a:ext cx="99" cy="98"/>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0" y="603"/>
                        </a:moveTo>
                        <a:lnTo>
                          <a:pt x="0" y="603"/>
                        </a:lnTo>
                        <a:lnTo>
                          <a:pt x="31" y="602"/>
                        </a:lnTo>
                        <a:lnTo>
                          <a:pt x="61" y="599"/>
                        </a:lnTo>
                        <a:lnTo>
                          <a:pt x="91" y="596"/>
                        </a:lnTo>
                        <a:lnTo>
                          <a:pt x="121" y="591"/>
                        </a:lnTo>
                        <a:lnTo>
                          <a:pt x="150" y="584"/>
                        </a:lnTo>
                        <a:lnTo>
                          <a:pt x="179" y="576"/>
                        </a:lnTo>
                        <a:lnTo>
                          <a:pt x="207" y="566"/>
                        </a:lnTo>
                        <a:lnTo>
                          <a:pt x="235" y="555"/>
                        </a:lnTo>
                        <a:lnTo>
                          <a:pt x="261" y="543"/>
                        </a:lnTo>
                        <a:lnTo>
                          <a:pt x="287" y="530"/>
                        </a:lnTo>
                        <a:lnTo>
                          <a:pt x="312" y="515"/>
                        </a:lnTo>
                        <a:lnTo>
                          <a:pt x="337" y="500"/>
                        </a:lnTo>
                        <a:lnTo>
                          <a:pt x="361" y="482"/>
                        </a:lnTo>
                        <a:lnTo>
                          <a:pt x="384" y="465"/>
                        </a:lnTo>
                        <a:lnTo>
                          <a:pt x="405" y="446"/>
                        </a:lnTo>
                        <a:lnTo>
                          <a:pt x="426" y="426"/>
                        </a:lnTo>
                        <a:lnTo>
                          <a:pt x="446" y="405"/>
                        </a:lnTo>
                        <a:lnTo>
                          <a:pt x="465" y="383"/>
                        </a:lnTo>
                        <a:lnTo>
                          <a:pt x="483" y="360"/>
                        </a:lnTo>
                        <a:lnTo>
                          <a:pt x="500" y="337"/>
                        </a:lnTo>
                        <a:lnTo>
                          <a:pt x="515" y="313"/>
                        </a:lnTo>
                        <a:lnTo>
                          <a:pt x="530" y="287"/>
                        </a:lnTo>
                        <a:lnTo>
                          <a:pt x="543" y="260"/>
                        </a:lnTo>
                        <a:lnTo>
                          <a:pt x="555" y="234"/>
                        </a:lnTo>
                        <a:lnTo>
                          <a:pt x="566" y="207"/>
                        </a:lnTo>
                        <a:lnTo>
                          <a:pt x="576" y="179"/>
                        </a:lnTo>
                        <a:lnTo>
                          <a:pt x="584" y="150"/>
                        </a:lnTo>
                        <a:lnTo>
                          <a:pt x="591" y="120"/>
                        </a:lnTo>
                        <a:lnTo>
                          <a:pt x="597" y="91"/>
                        </a:lnTo>
                        <a:lnTo>
                          <a:pt x="600" y="61"/>
                        </a:lnTo>
                        <a:lnTo>
                          <a:pt x="602" y="30"/>
                        </a:lnTo>
                        <a:lnTo>
                          <a:pt x="603" y="0"/>
                        </a:lnTo>
                        <a:lnTo>
                          <a:pt x="424" y="0"/>
                        </a:lnTo>
                        <a:lnTo>
                          <a:pt x="424" y="21"/>
                        </a:lnTo>
                        <a:lnTo>
                          <a:pt x="422" y="43"/>
                        </a:lnTo>
                        <a:lnTo>
                          <a:pt x="418" y="64"/>
                        </a:lnTo>
                        <a:lnTo>
                          <a:pt x="415" y="84"/>
                        </a:lnTo>
                        <a:lnTo>
                          <a:pt x="411" y="105"/>
                        </a:lnTo>
                        <a:lnTo>
                          <a:pt x="404" y="126"/>
                        </a:lnTo>
                        <a:lnTo>
                          <a:pt x="398" y="145"/>
                        </a:lnTo>
                        <a:lnTo>
                          <a:pt x="390" y="165"/>
                        </a:lnTo>
                        <a:lnTo>
                          <a:pt x="382" y="183"/>
                        </a:lnTo>
                        <a:lnTo>
                          <a:pt x="373" y="202"/>
                        </a:lnTo>
                        <a:lnTo>
                          <a:pt x="362" y="219"/>
                        </a:lnTo>
                        <a:lnTo>
                          <a:pt x="351" y="237"/>
                        </a:lnTo>
                        <a:lnTo>
                          <a:pt x="339" y="253"/>
                        </a:lnTo>
                        <a:lnTo>
                          <a:pt x="327" y="269"/>
                        </a:lnTo>
                        <a:lnTo>
                          <a:pt x="313" y="284"/>
                        </a:lnTo>
                        <a:lnTo>
                          <a:pt x="299" y="300"/>
                        </a:lnTo>
                        <a:lnTo>
                          <a:pt x="285" y="314"/>
                        </a:lnTo>
                        <a:lnTo>
                          <a:pt x="270" y="327"/>
                        </a:lnTo>
                        <a:lnTo>
                          <a:pt x="253" y="340"/>
                        </a:lnTo>
                        <a:lnTo>
                          <a:pt x="237" y="351"/>
                        </a:lnTo>
                        <a:lnTo>
                          <a:pt x="220" y="363"/>
                        </a:lnTo>
                        <a:lnTo>
                          <a:pt x="201" y="372"/>
                        </a:lnTo>
                        <a:lnTo>
                          <a:pt x="183" y="382"/>
                        </a:lnTo>
                        <a:lnTo>
                          <a:pt x="164" y="391"/>
                        </a:lnTo>
                        <a:lnTo>
                          <a:pt x="146" y="397"/>
                        </a:lnTo>
                        <a:lnTo>
                          <a:pt x="125" y="405"/>
                        </a:lnTo>
                        <a:lnTo>
                          <a:pt x="106" y="410"/>
                        </a:lnTo>
                        <a:lnTo>
                          <a:pt x="85" y="415"/>
                        </a:lnTo>
                        <a:lnTo>
                          <a:pt x="64" y="419"/>
                        </a:lnTo>
                        <a:lnTo>
                          <a:pt x="44" y="421"/>
                        </a:lnTo>
                        <a:lnTo>
                          <a:pt x="22" y="423"/>
                        </a:lnTo>
                        <a:lnTo>
                          <a:pt x="0" y="423"/>
                        </a:lnTo>
                        <a:lnTo>
                          <a:pt x="0" y="603"/>
                        </a:lnTo>
                        <a:close/>
                      </a:path>
                    </a:pathLst>
                  </a:custGeom>
                  <a:solidFill>
                    <a:srgbClr val="EF2B2F"/>
                  </a:solidFill>
                  <a:ln>
                    <a:noFill/>
                  </a:ln>
                </p:spPr>
                <p:txBody>
                  <a:bodyPr/>
                  <a:lstStyle/>
                  <a:p>
                    <a:pPr>
                      <a:defRPr/>
                    </a:pPr>
                    <a:endParaRPr lang="en-US" sz="1050">
                      <a:latin typeface="+mj-lt"/>
                    </a:endParaRPr>
                  </a:p>
                </p:txBody>
              </p:sp>
              <p:sp>
                <p:nvSpPr>
                  <p:cNvPr id="41625" name="Freeform 404">
                    <a:extLst>
                      <a:ext uri="{FF2B5EF4-FFF2-40B4-BE49-F238E27FC236}">
                        <a16:creationId xmlns="" xmlns:a16="http://schemas.microsoft.com/office/drawing/2014/main" id="{D927D8D7-0629-9E94-27F4-256A4997E30F}"/>
                      </a:ext>
                    </a:extLst>
                  </p:cNvPr>
                  <p:cNvSpPr>
                    <a:spLocks/>
                  </p:cNvSpPr>
                  <p:nvPr/>
                </p:nvSpPr>
                <p:spPr bwMode="auto">
                  <a:xfrm>
                    <a:off x="3047" y="3059"/>
                    <a:ext cx="103" cy="98"/>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0" y="0"/>
                        </a:moveTo>
                        <a:lnTo>
                          <a:pt x="0" y="0"/>
                        </a:lnTo>
                        <a:lnTo>
                          <a:pt x="1" y="30"/>
                        </a:lnTo>
                        <a:lnTo>
                          <a:pt x="3" y="61"/>
                        </a:lnTo>
                        <a:lnTo>
                          <a:pt x="8" y="91"/>
                        </a:lnTo>
                        <a:lnTo>
                          <a:pt x="13" y="120"/>
                        </a:lnTo>
                        <a:lnTo>
                          <a:pt x="20" y="150"/>
                        </a:lnTo>
                        <a:lnTo>
                          <a:pt x="27" y="179"/>
                        </a:lnTo>
                        <a:lnTo>
                          <a:pt x="37" y="207"/>
                        </a:lnTo>
                        <a:lnTo>
                          <a:pt x="48" y="234"/>
                        </a:lnTo>
                        <a:lnTo>
                          <a:pt x="60" y="260"/>
                        </a:lnTo>
                        <a:lnTo>
                          <a:pt x="74" y="287"/>
                        </a:lnTo>
                        <a:lnTo>
                          <a:pt x="88" y="313"/>
                        </a:lnTo>
                        <a:lnTo>
                          <a:pt x="103" y="337"/>
                        </a:lnTo>
                        <a:lnTo>
                          <a:pt x="121" y="360"/>
                        </a:lnTo>
                        <a:lnTo>
                          <a:pt x="138" y="383"/>
                        </a:lnTo>
                        <a:lnTo>
                          <a:pt x="158" y="405"/>
                        </a:lnTo>
                        <a:lnTo>
                          <a:pt x="177" y="426"/>
                        </a:lnTo>
                        <a:lnTo>
                          <a:pt x="199" y="446"/>
                        </a:lnTo>
                        <a:lnTo>
                          <a:pt x="221" y="465"/>
                        </a:lnTo>
                        <a:lnTo>
                          <a:pt x="244" y="482"/>
                        </a:lnTo>
                        <a:lnTo>
                          <a:pt x="266" y="500"/>
                        </a:lnTo>
                        <a:lnTo>
                          <a:pt x="291" y="515"/>
                        </a:lnTo>
                        <a:lnTo>
                          <a:pt x="316" y="530"/>
                        </a:lnTo>
                        <a:lnTo>
                          <a:pt x="342" y="543"/>
                        </a:lnTo>
                        <a:lnTo>
                          <a:pt x="370" y="555"/>
                        </a:lnTo>
                        <a:lnTo>
                          <a:pt x="397" y="566"/>
                        </a:lnTo>
                        <a:lnTo>
                          <a:pt x="425" y="576"/>
                        </a:lnTo>
                        <a:lnTo>
                          <a:pt x="453" y="584"/>
                        </a:lnTo>
                        <a:lnTo>
                          <a:pt x="483" y="591"/>
                        </a:lnTo>
                        <a:lnTo>
                          <a:pt x="513" y="596"/>
                        </a:lnTo>
                        <a:lnTo>
                          <a:pt x="542" y="599"/>
                        </a:lnTo>
                        <a:lnTo>
                          <a:pt x="574" y="602"/>
                        </a:lnTo>
                        <a:lnTo>
                          <a:pt x="604" y="603"/>
                        </a:lnTo>
                        <a:lnTo>
                          <a:pt x="604" y="423"/>
                        </a:lnTo>
                        <a:lnTo>
                          <a:pt x="581" y="423"/>
                        </a:lnTo>
                        <a:lnTo>
                          <a:pt x="561" y="421"/>
                        </a:lnTo>
                        <a:lnTo>
                          <a:pt x="539" y="419"/>
                        </a:lnTo>
                        <a:lnTo>
                          <a:pt x="518" y="415"/>
                        </a:lnTo>
                        <a:lnTo>
                          <a:pt x="498" y="410"/>
                        </a:lnTo>
                        <a:lnTo>
                          <a:pt x="478" y="405"/>
                        </a:lnTo>
                        <a:lnTo>
                          <a:pt x="459" y="397"/>
                        </a:lnTo>
                        <a:lnTo>
                          <a:pt x="439" y="391"/>
                        </a:lnTo>
                        <a:lnTo>
                          <a:pt x="421" y="382"/>
                        </a:lnTo>
                        <a:lnTo>
                          <a:pt x="402" y="372"/>
                        </a:lnTo>
                        <a:lnTo>
                          <a:pt x="385" y="363"/>
                        </a:lnTo>
                        <a:lnTo>
                          <a:pt x="367" y="351"/>
                        </a:lnTo>
                        <a:lnTo>
                          <a:pt x="351" y="340"/>
                        </a:lnTo>
                        <a:lnTo>
                          <a:pt x="335" y="327"/>
                        </a:lnTo>
                        <a:lnTo>
                          <a:pt x="320" y="314"/>
                        </a:lnTo>
                        <a:lnTo>
                          <a:pt x="304" y="300"/>
                        </a:lnTo>
                        <a:lnTo>
                          <a:pt x="290" y="284"/>
                        </a:lnTo>
                        <a:lnTo>
                          <a:pt x="277" y="269"/>
                        </a:lnTo>
                        <a:lnTo>
                          <a:pt x="264" y="253"/>
                        </a:lnTo>
                        <a:lnTo>
                          <a:pt x="252" y="237"/>
                        </a:lnTo>
                        <a:lnTo>
                          <a:pt x="241" y="219"/>
                        </a:lnTo>
                        <a:lnTo>
                          <a:pt x="231" y="202"/>
                        </a:lnTo>
                        <a:lnTo>
                          <a:pt x="222" y="183"/>
                        </a:lnTo>
                        <a:lnTo>
                          <a:pt x="213" y="165"/>
                        </a:lnTo>
                        <a:lnTo>
                          <a:pt x="206" y="145"/>
                        </a:lnTo>
                        <a:lnTo>
                          <a:pt x="199" y="126"/>
                        </a:lnTo>
                        <a:lnTo>
                          <a:pt x="194" y="105"/>
                        </a:lnTo>
                        <a:lnTo>
                          <a:pt x="188" y="84"/>
                        </a:lnTo>
                        <a:lnTo>
                          <a:pt x="185" y="64"/>
                        </a:lnTo>
                        <a:lnTo>
                          <a:pt x="182" y="43"/>
                        </a:lnTo>
                        <a:lnTo>
                          <a:pt x="181" y="21"/>
                        </a:lnTo>
                        <a:lnTo>
                          <a:pt x="181" y="0"/>
                        </a:lnTo>
                        <a:lnTo>
                          <a:pt x="0" y="0"/>
                        </a:lnTo>
                        <a:close/>
                      </a:path>
                    </a:pathLst>
                  </a:custGeom>
                  <a:solidFill>
                    <a:srgbClr val="EF2B2F"/>
                  </a:solidFill>
                  <a:ln>
                    <a:noFill/>
                  </a:ln>
                </p:spPr>
                <p:txBody>
                  <a:bodyPr/>
                  <a:lstStyle/>
                  <a:p>
                    <a:pPr>
                      <a:defRPr/>
                    </a:pPr>
                    <a:endParaRPr lang="en-US" sz="1050">
                      <a:latin typeface="+mj-lt"/>
                    </a:endParaRPr>
                  </a:p>
                </p:txBody>
              </p:sp>
              <p:sp>
                <p:nvSpPr>
                  <p:cNvPr id="41626" name="Freeform 405">
                    <a:extLst>
                      <a:ext uri="{FF2B5EF4-FFF2-40B4-BE49-F238E27FC236}">
                        <a16:creationId xmlns="" xmlns:a16="http://schemas.microsoft.com/office/drawing/2014/main" id="{F4509971-99CC-EC9A-B006-2E521CD3A073}"/>
                      </a:ext>
                    </a:extLst>
                  </p:cNvPr>
                  <p:cNvSpPr>
                    <a:spLocks/>
                  </p:cNvSpPr>
                  <p:nvPr/>
                </p:nvSpPr>
                <p:spPr bwMode="auto">
                  <a:xfrm>
                    <a:off x="3047" y="2957"/>
                    <a:ext cx="103" cy="102"/>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604" y="0"/>
                        </a:moveTo>
                        <a:lnTo>
                          <a:pt x="604" y="0"/>
                        </a:lnTo>
                        <a:lnTo>
                          <a:pt x="573" y="0"/>
                        </a:lnTo>
                        <a:lnTo>
                          <a:pt x="542" y="3"/>
                        </a:lnTo>
                        <a:lnTo>
                          <a:pt x="513" y="6"/>
                        </a:lnTo>
                        <a:lnTo>
                          <a:pt x="483" y="12"/>
                        </a:lnTo>
                        <a:lnTo>
                          <a:pt x="453" y="18"/>
                        </a:lnTo>
                        <a:lnTo>
                          <a:pt x="425" y="27"/>
                        </a:lnTo>
                        <a:lnTo>
                          <a:pt x="397" y="36"/>
                        </a:lnTo>
                        <a:lnTo>
                          <a:pt x="370" y="47"/>
                        </a:lnTo>
                        <a:lnTo>
                          <a:pt x="342" y="59"/>
                        </a:lnTo>
                        <a:lnTo>
                          <a:pt x="316" y="72"/>
                        </a:lnTo>
                        <a:lnTo>
                          <a:pt x="291" y="87"/>
                        </a:lnTo>
                        <a:lnTo>
                          <a:pt x="266" y="103"/>
                        </a:lnTo>
                        <a:lnTo>
                          <a:pt x="244" y="119"/>
                        </a:lnTo>
                        <a:lnTo>
                          <a:pt x="221" y="138"/>
                        </a:lnTo>
                        <a:lnTo>
                          <a:pt x="199" y="156"/>
                        </a:lnTo>
                        <a:lnTo>
                          <a:pt x="177" y="176"/>
                        </a:lnTo>
                        <a:lnTo>
                          <a:pt x="158" y="197"/>
                        </a:lnTo>
                        <a:lnTo>
                          <a:pt x="138" y="219"/>
                        </a:lnTo>
                        <a:lnTo>
                          <a:pt x="121" y="242"/>
                        </a:lnTo>
                        <a:lnTo>
                          <a:pt x="103" y="266"/>
                        </a:lnTo>
                        <a:lnTo>
                          <a:pt x="88" y="290"/>
                        </a:lnTo>
                        <a:lnTo>
                          <a:pt x="74" y="316"/>
                        </a:lnTo>
                        <a:lnTo>
                          <a:pt x="60" y="341"/>
                        </a:lnTo>
                        <a:lnTo>
                          <a:pt x="48" y="368"/>
                        </a:lnTo>
                        <a:lnTo>
                          <a:pt x="37" y="395"/>
                        </a:lnTo>
                        <a:lnTo>
                          <a:pt x="27" y="423"/>
                        </a:lnTo>
                        <a:lnTo>
                          <a:pt x="20" y="453"/>
                        </a:lnTo>
                        <a:lnTo>
                          <a:pt x="13" y="481"/>
                        </a:lnTo>
                        <a:lnTo>
                          <a:pt x="8" y="511"/>
                        </a:lnTo>
                        <a:lnTo>
                          <a:pt x="3" y="542"/>
                        </a:lnTo>
                        <a:lnTo>
                          <a:pt x="1" y="572"/>
                        </a:lnTo>
                        <a:lnTo>
                          <a:pt x="0" y="603"/>
                        </a:lnTo>
                        <a:lnTo>
                          <a:pt x="181" y="603"/>
                        </a:lnTo>
                        <a:lnTo>
                          <a:pt x="181" y="580"/>
                        </a:lnTo>
                        <a:lnTo>
                          <a:pt x="182" y="559"/>
                        </a:lnTo>
                        <a:lnTo>
                          <a:pt x="185" y="538"/>
                        </a:lnTo>
                        <a:lnTo>
                          <a:pt x="188" y="517"/>
                        </a:lnTo>
                        <a:lnTo>
                          <a:pt x="194" y="496"/>
                        </a:lnTo>
                        <a:lnTo>
                          <a:pt x="199" y="477"/>
                        </a:lnTo>
                        <a:lnTo>
                          <a:pt x="206" y="457"/>
                        </a:lnTo>
                        <a:lnTo>
                          <a:pt x="213" y="438"/>
                        </a:lnTo>
                        <a:lnTo>
                          <a:pt x="222" y="419"/>
                        </a:lnTo>
                        <a:lnTo>
                          <a:pt x="231" y="401"/>
                        </a:lnTo>
                        <a:lnTo>
                          <a:pt x="241" y="383"/>
                        </a:lnTo>
                        <a:lnTo>
                          <a:pt x="252" y="366"/>
                        </a:lnTo>
                        <a:lnTo>
                          <a:pt x="264" y="350"/>
                        </a:lnTo>
                        <a:lnTo>
                          <a:pt x="277" y="333"/>
                        </a:lnTo>
                        <a:lnTo>
                          <a:pt x="290" y="318"/>
                        </a:lnTo>
                        <a:lnTo>
                          <a:pt x="304" y="303"/>
                        </a:lnTo>
                        <a:lnTo>
                          <a:pt x="320" y="289"/>
                        </a:lnTo>
                        <a:lnTo>
                          <a:pt x="335" y="276"/>
                        </a:lnTo>
                        <a:lnTo>
                          <a:pt x="351" y="263"/>
                        </a:lnTo>
                        <a:lnTo>
                          <a:pt x="367" y="252"/>
                        </a:lnTo>
                        <a:lnTo>
                          <a:pt x="385" y="240"/>
                        </a:lnTo>
                        <a:lnTo>
                          <a:pt x="402" y="230"/>
                        </a:lnTo>
                        <a:lnTo>
                          <a:pt x="421" y="220"/>
                        </a:lnTo>
                        <a:lnTo>
                          <a:pt x="439" y="212"/>
                        </a:lnTo>
                        <a:lnTo>
                          <a:pt x="459" y="205"/>
                        </a:lnTo>
                        <a:lnTo>
                          <a:pt x="478" y="197"/>
                        </a:lnTo>
                        <a:lnTo>
                          <a:pt x="498" y="192"/>
                        </a:lnTo>
                        <a:lnTo>
                          <a:pt x="518" y="188"/>
                        </a:lnTo>
                        <a:lnTo>
                          <a:pt x="539" y="183"/>
                        </a:lnTo>
                        <a:lnTo>
                          <a:pt x="561" y="181"/>
                        </a:lnTo>
                        <a:lnTo>
                          <a:pt x="582" y="179"/>
                        </a:lnTo>
                        <a:lnTo>
                          <a:pt x="604" y="179"/>
                        </a:lnTo>
                        <a:lnTo>
                          <a:pt x="604" y="0"/>
                        </a:lnTo>
                        <a:close/>
                      </a:path>
                    </a:pathLst>
                  </a:custGeom>
                  <a:solidFill>
                    <a:srgbClr val="EF2B2F"/>
                  </a:solidFill>
                  <a:ln>
                    <a:noFill/>
                  </a:ln>
                </p:spPr>
                <p:txBody>
                  <a:bodyPr/>
                  <a:lstStyle/>
                  <a:p>
                    <a:pPr>
                      <a:defRPr/>
                    </a:pPr>
                    <a:endParaRPr lang="en-US" sz="1050">
                      <a:latin typeface="+mj-lt"/>
                    </a:endParaRPr>
                  </a:p>
                </p:txBody>
              </p:sp>
              <p:sp>
                <p:nvSpPr>
                  <p:cNvPr id="41627" name="Freeform 406">
                    <a:extLst>
                      <a:ext uri="{FF2B5EF4-FFF2-40B4-BE49-F238E27FC236}">
                        <a16:creationId xmlns="" xmlns:a16="http://schemas.microsoft.com/office/drawing/2014/main" id="{B22CCBD8-B36D-6D68-691E-39619F0ED96B}"/>
                      </a:ext>
                    </a:extLst>
                  </p:cNvPr>
                  <p:cNvSpPr>
                    <a:spLocks/>
                  </p:cNvSpPr>
                  <p:nvPr/>
                </p:nvSpPr>
                <p:spPr bwMode="auto">
                  <a:xfrm>
                    <a:off x="2979" y="3002"/>
                    <a:ext cx="103" cy="102"/>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604" y="603"/>
                        </a:moveTo>
                        <a:lnTo>
                          <a:pt x="604" y="603"/>
                        </a:lnTo>
                        <a:lnTo>
                          <a:pt x="603" y="572"/>
                        </a:lnTo>
                        <a:lnTo>
                          <a:pt x="600" y="542"/>
                        </a:lnTo>
                        <a:lnTo>
                          <a:pt x="596" y="512"/>
                        </a:lnTo>
                        <a:lnTo>
                          <a:pt x="591" y="482"/>
                        </a:lnTo>
                        <a:lnTo>
                          <a:pt x="584" y="453"/>
                        </a:lnTo>
                        <a:lnTo>
                          <a:pt x="575" y="424"/>
                        </a:lnTo>
                        <a:lnTo>
                          <a:pt x="567" y="396"/>
                        </a:lnTo>
                        <a:lnTo>
                          <a:pt x="556" y="369"/>
                        </a:lnTo>
                        <a:lnTo>
                          <a:pt x="543" y="342"/>
                        </a:lnTo>
                        <a:lnTo>
                          <a:pt x="530" y="316"/>
                        </a:lnTo>
                        <a:lnTo>
                          <a:pt x="516" y="291"/>
                        </a:lnTo>
                        <a:lnTo>
                          <a:pt x="499" y="266"/>
                        </a:lnTo>
                        <a:lnTo>
                          <a:pt x="483" y="242"/>
                        </a:lnTo>
                        <a:lnTo>
                          <a:pt x="465" y="219"/>
                        </a:lnTo>
                        <a:lnTo>
                          <a:pt x="446" y="198"/>
                        </a:lnTo>
                        <a:lnTo>
                          <a:pt x="427" y="177"/>
                        </a:lnTo>
                        <a:lnTo>
                          <a:pt x="405" y="157"/>
                        </a:lnTo>
                        <a:lnTo>
                          <a:pt x="383" y="138"/>
                        </a:lnTo>
                        <a:lnTo>
                          <a:pt x="360" y="120"/>
                        </a:lnTo>
                        <a:lnTo>
                          <a:pt x="336" y="103"/>
                        </a:lnTo>
                        <a:lnTo>
                          <a:pt x="313" y="88"/>
                        </a:lnTo>
                        <a:lnTo>
                          <a:pt x="288" y="74"/>
                        </a:lnTo>
                        <a:lnTo>
                          <a:pt x="261" y="60"/>
                        </a:lnTo>
                        <a:lnTo>
                          <a:pt x="234" y="48"/>
                        </a:lnTo>
                        <a:lnTo>
                          <a:pt x="207" y="37"/>
                        </a:lnTo>
                        <a:lnTo>
                          <a:pt x="179" y="27"/>
                        </a:lnTo>
                        <a:lnTo>
                          <a:pt x="151" y="19"/>
                        </a:lnTo>
                        <a:lnTo>
                          <a:pt x="121" y="13"/>
                        </a:lnTo>
                        <a:lnTo>
                          <a:pt x="91" y="6"/>
                        </a:lnTo>
                        <a:lnTo>
                          <a:pt x="62" y="3"/>
                        </a:lnTo>
                        <a:lnTo>
                          <a:pt x="31" y="1"/>
                        </a:lnTo>
                        <a:lnTo>
                          <a:pt x="0" y="0"/>
                        </a:lnTo>
                        <a:lnTo>
                          <a:pt x="0" y="179"/>
                        </a:lnTo>
                        <a:lnTo>
                          <a:pt x="21" y="180"/>
                        </a:lnTo>
                        <a:lnTo>
                          <a:pt x="43" y="181"/>
                        </a:lnTo>
                        <a:lnTo>
                          <a:pt x="65" y="184"/>
                        </a:lnTo>
                        <a:lnTo>
                          <a:pt x="85" y="188"/>
                        </a:lnTo>
                        <a:lnTo>
                          <a:pt x="105" y="192"/>
                        </a:lnTo>
                        <a:lnTo>
                          <a:pt x="126" y="199"/>
                        </a:lnTo>
                        <a:lnTo>
                          <a:pt x="145" y="205"/>
                        </a:lnTo>
                        <a:lnTo>
                          <a:pt x="165" y="213"/>
                        </a:lnTo>
                        <a:lnTo>
                          <a:pt x="183" y="221"/>
                        </a:lnTo>
                        <a:lnTo>
                          <a:pt x="202" y="230"/>
                        </a:lnTo>
                        <a:lnTo>
                          <a:pt x="219" y="241"/>
                        </a:lnTo>
                        <a:lnTo>
                          <a:pt x="236" y="252"/>
                        </a:lnTo>
                        <a:lnTo>
                          <a:pt x="253" y="264"/>
                        </a:lnTo>
                        <a:lnTo>
                          <a:pt x="269" y="276"/>
                        </a:lnTo>
                        <a:lnTo>
                          <a:pt x="284" y="290"/>
                        </a:lnTo>
                        <a:lnTo>
                          <a:pt x="299" y="304"/>
                        </a:lnTo>
                        <a:lnTo>
                          <a:pt x="314" y="318"/>
                        </a:lnTo>
                        <a:lnTo>
                          <a:pt x="327" y="334"/>
                        </a:lnTo>
                        <a:lnTo>
                          <a:pt x="340" y="350"/>
                        </a:lnTo>
                        <a:lnTo>
                          <a:pt x="352" y="367"/>
                        </a:lnTo>
                        <a:lnTo>
                          <a:pt x="362" y="384"/>
                        </a:lnTo>
                        <a:lnTo>
                          <a:pt x="372" y="402"/>
                        </a:lnTo>
                        <a:lnTo>
                          <a:pt x="382" y="420"/>
                        </a:lnTo>
                        <a:lnTo>
                          <a:pt x="391" y="439"/>
                        </a:lnTo>
                        <a:lnTo>
                          <a:pt x="398" y="458"/>
                        </a:lnTo>
                        <a:lnTo>
                          <a:pt x="405" y="478"/>
                        </a:lnTo>
                        <a:lnTo>
                          <a:pt x="410" y="497"/>
                        </a:lnTo>
                        <a:lnTo>
                          <a:pt x="416" y="518"/>
                        </a:lnTo>
                        <a:lnTo>
                          <a:pt x="419" y="539"/>
                        </a:lnTo>
                        <a:lnTo>
                          <a:pt x="421" y="560"/>
                        </a:lnTo>
                        <a:lnTo>
                          <a:pt x="423" y="581"/>
                        </a:lnTo>
                        <a:lnTo>
                          <a:pt x="423" y="603"/>
                        </a:lnTo>
                        <a:lnTo>
                          <a:pt x="604" y="603"/>
                        </a:lnTo>
                        <a:close/>
                      </a:path>
                    </a:pathLst>
                  </a:custGeom>
                  <a:solidFill>
                    <a:srgbClr val="EF2B2F"/>
                  </a:solidFill>
                  <a:ln>
                    <a:noFill/>
                  </a:ln>
                </p:spPr>
                <p:txBody>
                  <a:bodyPr/>
                  <a:lstStyle/>
                  <a:p>
                    <a:pPr>
                      <a:defRPr/>
                    </a:pPr>
                    <a:endParaRPr lang="en-US" sz="1050">
                      <a:latin typeface="+mj-lt"/>
                    </a:endParaRPr>
                  </a:p>
                </p:txBody>
              </p:sp>
              <p:sp>
                <p:nvSpPr>
                  <p:cNvPr id="41628" name="Freeform 407">
                    <a:extLst>
                      <a:ext uri="{FF2B5EF4-FFF2-40B4-BE49-F238E27FC236}">
                        <a16:creationId xmlns="" xmlns:a16="http://schemas.microsoft.com/office/drawing/2014/main" id="{D1722F09-9206-DAB0-FA1B-8FBB8B8EC243}"/>
                      </a:ext>
                    </a:extLst>
                  </p:cNvPr>
                  <p:cNvSpPr>
                    <a:spLocks/>
                  </p:cNvSpPr>
                  <p:nvPr/>
                </p:nvSpPr>
                <p:spPr bwMode="auto">
                  <a:xfrm>
                    <a:off x="2979" y="3104"/>
                    <a:ext cx="103" cy="98"/>
                  </a:xfrm>
                  <a:custGeom>
                    <a:avLst/>
                    <a:gdLst>
                      <a:gd name="T0" fmla="*/ 0 w 604"/>
                      <a:gd name="T1" fmla="*/ 0 h 604"/>
                      <a:gd name="T2" fmla="*/ 0 w 604"/>
                      <a:gd name="T3" fmla="*/ 0 h 604"/>
                      <a:gd name="T4" fmla="*/ 0 w 604"/>
                      <a:gd name="T5" fmla="*/ 0 h 604"/>
                      <a:gd name="T6" fmla="*/ 0 w 604"/>
                      <a:gd name="T7" fmla="*/ 0 h 604"/>
                      <a:gd name="T8" fmla="*/ 0 w 604"/>
                      <a:gd name="T9" fmla="*/ 0 h 604"/>
                      <a:gd name="T10" fmla="*/ 0 w 604"/>
                      <a:gd name="T11" fmla="*/ 0 h 604"/>
                      <a:gd name="T12" fmla="*/ 0 w 604"/>
                      <a:gd name="T13" fmla="*/ 0 h 604"/>
                      <a:gd name="T14" fmla="*/ 0 w 604"/>
                      <a:gd name="T15" fmla="*/ 0 h 604"/>
                      <a:gd name="T16" fmla="*/ 0 w 604"/>
                      <a:gd name="T17" fmla="*/ 0 h 604"/>
                      <a:gd name="T18" fmla="*/ 0 w 604"/>
                      <a:gd name="T19" fmla="*/ 0 h 604"/>
                      <a:gd name="T20" fmla="*/ 0 w 604"/>
                      <a:gd name="T21" fmla="*/ 0 h 604"/>
                      <a:gd name="T22" fmla="*/ 0 w 604"/>
                      <a:gd name="T23" fmla="*/ 0 h 604"/>
                      <a:gd name="T24" fmla="*/ 0 w 604"/>
                      <a:gd name="T25" fmla="*/ 0 h 604"/>
                      <a:gd name="T26" fmla="*/ 0 w 604"/>
                      <a:gd name="T27" fmla="*/ 0 h 604"/>
                      <a:gd name="T28" fmla="*/ 0 w 604"/>
                      <a:gd name="T29" fmla="*/ 0 h 604"/>
                      <a:gd name="T30" fmla="*/ 0 w 604"/>
                      <a:gd name="T31" fmla="*/ 0 h 604"/>
                      <a:gd name="T32" fmla="*/ 0 w 604"/>
                      <a:gd name="T33" fmla="*/ 0 h 604"/>
                      <a:gd name="T34" fmla="*/ 0 w 604"/>
                      <a:gd name="T35" fmla="*/ 0 h 604"/>
                      <a:gd name="T36" fmla="*/ 0 w 604"/>
                      <a:gd name="T37" fmla="*/ 0 h 604"/>
                      <a:gd name="T38" fmla="*/ 0 w 604"/>
                      <a:gd name="T39" fmla="*/ 0 h 604"/>
                      <a:gd name="T40" fmla="*/ 0 w 604"/>
                      <a:gd name="T41" fmla="*/ 0 h 604"/>
                      <a:gd name="T42" fmla="*/ 0 w 604"/>
                      <a:gd name="T43" fmla="*/ 0 h 604"/>
                      <a:gd name="T44" fmla="*/ 0 w 604"/>
                      <a:gd name="T45" fmla="*/ 0 h 604"/>
                      <a:gd name="T46" fmla="*/ 0 w 604"/>
                      <a:gd name="T47" fmla="*/ 0 h 604"/>
                      <a:gd name="T48" fmla="*/ 0 w 604"/>
                      <a:gd name="T49" fmla="*/ 0 h 604"/>
                      <a:gd name="T50" fmla="*/ 0 w 604"/>
                      <a:gd name="T51" fmla="*/ 0 h 604"/>
                      <a:gd name="T52" fmla="*/ 0 w 604"/>
                      <a:gd name="T53" fmla="*/ 0 h 604"/>
                      <a:gd name="T54" fmla="*/ 0 w 604"/>
                      <a:gd name="T55" fmla="*/ 0 h 604"/>
                      <a:gd name="T56" fmla="*/ 0 w 604"/>
                      <a:gd name="T57" fmla="*/ 0 h 604"/>
                      <a:gd name="T58" fmla="*/ 0 w 604"/>
                      <a:gd name="T59" fmla="*/ 0 h 604"/>
                      <a:gd name="T60" fmla="*/ 0 w 604"/>
                      <a:gd name="T61" fmla="*/ 0 h 604"/>
                      <a:gd name="T62" fmla="*/ 0 w 604"/>
                      <a:gd name="T63" fmla="*/ 0 h 604"/>
                      <a:gd name="T64" fmla="*/ 0 w 604"/>
                      <a:gd name="T65" fmla="*/ 0 h 604"/>
                      <a:gd name="T66" fmla="*/ 0 w 604"/>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4"/>
                      <a:gd name="T104" fmla="*/ 604 w 604"/>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4">
                        <a:moveTo>
                          <a:pt x="0" y="604"/>
                        </a:moveTo>
                        <a:lnTo>
                          <a:pt x="0" y="604"/>
                        </a:lnTo>
                        <a:lnTo>
                          <a:pt x="30" y="603"/>
                        </a:lnTo>
                        <a:lnTo>
                          <a:pt x="62" y="601"/>
                        </a:lnTo>
                        <a:lnTo>
                          <a:pt x="91" y="596"/>
                        </a:lnTo>
                        <a:lnTo>
                          <a:pt x="121" y="591"/>
                        </a:lnTo>
                        <a:lnTo>
                          <a:pt x="150" y="584"/>
                        </a:lnTo>
                        <a:lnTo>
                          <a:pt x="179" y="577"/>
                        </a:lnTo>
                        <a:lnTo>
                          <a:pt x="207" y="567"/>
                        </a:lnTo>
                        <a:lnTo>
                          <a:pt x="234" y="556"/>
                        </a:lnTo>
                        <a:lnTo>
                          <a:pt x="261" y="544"/>
                        </a:lnTo>
                        <a:lnTo>
                          <a:pt x="288" y="530"/>
                        </a:lnTo>
                        <a:lnTo>
                          <a:pt x="313" y="516"/>
                        </a:lnTo>
                        <a:lnTo>
                          <a:pt x="336" y="501"/>
                        </a:lnTo>
                        <a:lnTo>
                          <a:pt x="360" y="483"/>
                        </a:lnTo>
                        <a:lnTo>
                          <a:pt x="383" y="466"/>
                        </a:lnTo>
                        <a:lnTo>
                          <a:pt x="405" y="446"/>
                        </a:lnTo>
                        <a:lnTo>
                          <a:pt x="427" y="427"/>
                        </a:lnTo>
                        <a:lnTo>
                          <a:pt x="446" y="406"/>
                        </a:lnTo>
                        <a:lnTo>
                          <a:pt x="465" y="383"/>
                        </a:lnTo>
                        <a:lnTo>
                          <a:pt x="483" y="361"/>
                        </a:lnTo>
                        <a:lnTo>
                          <a:pt x="499" y="338"/>
                        </a:lnTo>
                        <a:lnTo>
                          <a:pt x="516" y="313"/>
                        </a:lnTo>
                        <a:lnTo>
                          <a:pt x="530" y="288"/>
                        </a:lnTo>
                        <a:lnTo>
                          <a:pt x="543" y="262"/>
                        </a:lnTo>
                        <a:lnTo>
                          <a:pt x="556" y="235"/>
                        </a:lnTo>
                        <a:lnTo>
                          <a:pt x="567" y="207"/>
                        </a:lnTo>
                        <a:lnTo>
                          <a:pt x="575" y="179"/>
                        </a:lnTo>
                        <a:lnTo>
                          <a:pt x="584" y="151"/>
                        </a:lnTo>
                        <a:lnTo>
                          <a:pt x="591" y="122"/>
                        </a:lnTo>
                        <a:lnTo>
                          <a:pt x="596" y="91"/>
                        </a:lnTo>
                        <a:lnTo>
                          <a:pt x="600" y="62"/>
                        </a:lnTo>
                        <a:lnTo>
                          <a:pt x="603" y="31"/>
                        </a:lnTo>
                        <a:lnTo>
                          <a:pt x="604" y="0"/>
                        </a:lnTo>
                        <a:lnTo>
                          <a:pt x="423" y="0"/>
                        </a:lnTo>
                        <a:lnTo>
                          <a:pt x="423" y="22"/>
                        </a:lnTo>
                        <a:lnTo>
                          <a:pt x="421" y="43"/>
                        </a:lnTo>
                        <a:lnTo>
                          <a:pt x="419" y="65"/>
                        </a:lnTo>
                        <a:lnTo>
                          <a:pt x="416" y="86"/>
                        </a:lnTo>
                        <a:lnTo>
                          <a:pt x="410" y="106"/>
                        </a:lnTo>
                        <a:lnTo>
                          <a:pt x="405" y="126"/>
                        </a:lnTo>
                        <a:lnTo>
                          <a:pt x="398" y="145"/>
                        </a:lnTo>
                        <a:lnTo>
                          <a:pt x="391" y="165"/>
                        </a:lnTo>
                        <a:lnTo>
                          <a:pt x="382" y="183"/>
                        </a:lnTo>
                        <a:lnTo>
                          <a:pt x="372" y="202"/>
                        </a:lnTo>
                        <a:lnTo>
                          <a:pt x="362" y="219"/>
                        </a:lnTo>
                        <a:lnTo>
                          <a:pt x="352" y="237"/>
                        </a:lnTo>
                        <a:lnTo>
                          <a:pt x="340" y="254"/>
                        </a:lnTo>
                        <a:lnTo>
                          <a:pt x="327" y="269"/>
                        </a:lnTo>
                        <a:lnTo>
                          <a:pt x="314" y="284"/>
                        </a:lnTo>
                        <a:lnTo>
                          <a:pt x="299" y="300"/>
                        </a:lnTo>
                        <a:lnTo>
                          <a:pt x="284" y="314"/>
                        </a:lnTo>
                        <a:lnTo>
                          <a:pt x="269" y="327"/>
                        </a:lnTo>
                        <a:lnTo>
                          <a:pt x="253" y="340"/>
                        </a:lnTo>
                        <a:lnTo>
                          <a:pt x="236" y="352"/>
                        </a:lnTo>
                        <a:lnTo>
                          <a:pt x="219" y="363"/>
                        </a:lnTo>
                        <a:lnTo>
                          <a:pt x="202" y="374"/>
                        </a:lnTo>
                        <a:lnTo>
                          <a:pt x="183" y="382"/>
                        </a:lnTo>
                        <a:lnTo>
                          <a:pt x="165" y="391"/>
                        </a:lnTo>
                        <a:lnTo>
                          <a:pt x="145" y="399"/>
                        </a:lnTo>
                        <a:lnTo>
                          <a:pt x="126" y="405"/>
                        </a:lnTo>
                        <a:lnTo>
                          <a:pt x="106" y="411"/>
                        </a:lnTo>
                        <a:lnTo>
                          <a:pt x="85" y="416"/>
                        </a:lnTo>
                        <a:lnTo>
                          <a:pt x="65" y="419"/>
                        </a:lnTo>
                        <a:lnTo>
                          <a:pt x="43" y="422"/>
                        </a:lnTo>
                        <a:lnTo>
                          <a:pt x="22" y="424"/>
                        </a:lnTo>
                        <a:lnTo>
                          <a:pt x="0" y="424"/>
                        </a:lnTo>
                        <a:lnTo>
                          <a:pt x="0" y="604"/>
                        </a:lnTo>
                        <a:close/>
                      </a:path>
                    </a:pathLst>
                  </a:custGeom>
                  <a:solidFill>
                    <a:srgbClr val="EF2B2F"/>
                  </a:solidFill>
                  <a:ln>
                    <a:noFill/>
                  </a:ln>
                </p:spPr>
                <p:txBody>
                  <a:bodyPr/>
                  <a:lstStyle/>
                  <a:p>
                    <a:pPr>
                      <a:defRPr/>
                    </a:pPr>
                    <a:endParaRPr lang="en-US" sz="1050">
                      <a:latin typeface="+mj-lt"/>
                    </a:endParaRPr>
                  </a:p>
                </p:txBody>
              </p:sp>
              <p:sp>
                <p:nvSpPr>
                  <p:cNvPr id="41629" name="Freeform 408">
                    <a:extLst>
                      <a:ext uri="{FF2B5EF4-FFF2-40B4-BE49-F238E27FC236}">
                        <a16:creationId xmlns="" xmlns:a16="http://schemas.microsoft.com/office/drawing/2014/main" id="{9E005F11-76D5-CEC0-11AE-3954121A71B9}"/>
                      </a:ext>
                    </a:extLst>
                  </p:cNvPr>
                  <p:cNvSpPr>
                    <a:spLocks/>
                  </p:cNvSpPr>
                  <p:nvPr/>
                </p:nvSpPr>
                <p:spPr bwMode="auto">
                  <a:xfrm>
                    <a:off x="2879" y="3104"/>
                    <a:ext cx="99" cy="98"/>
                  </a:xfrm>
                  <a:custGeom>
                    <a:avLst/>
                    <a:gdLst>
                      <a:gd name="T0" fmla="*/ 0 w 603"/>
                      <a:gd name="T1" fmla="*/ 0 h 604"/>
                      <a:gd name="T2" fmla="*/ 0 w 603"/>
                      <a:gd name="T3" fmla="*/ 0 h 604"/>
                      <a:gd name="T4" fmla="*/ 0 w 603"/>
                      <a:gd name="T5" fmla="*/ 0 h 604"/>
                      <a:gd name="T6" fmla="*/ 0 w 603"/>
                      <a:gd name="T7" fmla="*/ 0 h 604"/>
                      <a:gd name="T8" fmla="*/ 0 w 603"/>
                      <a:gd name="T9" fmla="*/ 0 h 604"/>
                      <a:gd name="T10" fmla="*/ 0 w 603"/>
                      <a:gd name="T11" fmla="*/ 0 h 604"/>
                      <a:gd name="T12" fmla="*/ 0 w 603"/>
                      <a:gd name="T13" fmla="*/ 0 h 604"/>
                      <a:gd name="T14" fmla="*/ 0 w 603"/>
                      <a:gd name="T15" fmla="*/ 0 h 604"/>
                      <a:gd name="T16" fmla="*/ 0 w 603"/>
                      <a:gd name="T17" fmla="*/ 0 h 604"/>
                      <a:gd name="T18" fmla="*/ 0 w 603"/>
                      <a:gd name="T19" fmla="*/ 0 h 604"/>
                      <a:gd name="T20" fmla="*/ 0 w 603"/>
                      <a:gd name="T21" fmla="*/ 0 h 604"/>
                      <a:gd name="T22" fmla="*/ 0 w 603"/>
                      <a:gd name="T23" fmla="*/ 0 h 604"/>
                      <a:gd name="T24" fmla="*/ 0 w 603"/>
                      <a:gd name="T25" fmla="*/ 0 h 604"/>
                      <a:gd name="T26" fmla="*/ 0 w 603"/>
                      <a:gd name="T27" fmla="*/ 0 h 604"/>
                      <a:gd name="T28" fmla="*/ 0 w 603"/>
                      <a:gd name="T29" fmla="*/ 0 h 604"/>
                      <a:gd name="T30" fmla="*/ 0 w 603"/>
                      <a:gd name="T31" fmla="*/ 0 h 604"/>
                      <a:gd name="T32" fmla="*/ 0 w 603"/>
                      <a:gd name="T33" fmla="*/ 0 h 604"/>
                      <a:gd name="T34" fmla="*/ 0 w 603"/>
                      <a:gd name="T35" fmla="*/ 0 h 604"/>
                      <a:gd name="T36" fmla="*/ 0 w 603"/>
                      <a:gd name="T37" fmla="*/ 0 h 604"/>
                      <a:gd name="T38" fmla="*/ 0 w 603"/>
                      <a:gd name="T39" fmla="*/ 0 h 604"/>
                      <a:gd name="T40" fmla="*/ 0 w 603"/>
                      <a:gd name="T41" fmla="*/ 0 h 604"/>
                      <a:gd name="T42" fmla="*/ 0 w 603"/>
                      <a:gd name="T43" fmla="*/ 0 h 604"/>
                      <a:gd name="T44" fmla="*/ 0 w 603"/>
                      <a:gd name="T45" fmla="*/ 0 h 604"/>
                      <a:gd name="T46" fmla="*/ 0 w 603"/>
                      <a:gd name="T47" fmla="*/ 0 h 604"/>
                      <a:gd name="T48" fmla="*/ 0 w 603"/>
                      <a:gd name="T49" fmla="*/ 0 h 604"/>
                      <a:gd name="T50" fmla="*/ 0 w 603"/>
                      <a:gd name="T51" fmla="*/ 0 h 604"/>
                      <a:gd name="T52" fmla="*/ 0 w 603"/>
                      <a:gd name="T53" fmla="*/ 0 h 604"/>
                      <a:gd name="T54" fmla="*/ 0 w 603"/>
                      <a:gd name="T55" fmla="*/ 0 h 604"/>
                      <a:gd name="T56" fmla="*/ 0 w 603"/>
                      <a:gd name="T57" fmla="*/ 0 h 604"/>
                      <a:gd name="T58" fmla="*/ 0 w 603"/>
                      <a:gd name="T59" fmla="*/ 0 h 604"/>
                      <a:gd name="T60" fmla="*/ 0 w 603"/>
                      <a:gd name="T61" fmla="*/ 0 h 604"/>
                      <a:gd name="T62" fmla="*/ 0 w 603"/>
                      <a:gd name="T63" fmla="*/ 0 h 604"/>
                      <a:gd name="T64" fmla="*/ 0 w 603"/>
                      <a:gd name="T65" fmla="*/ 0 h 604"/>
                      <a:gd name="T66" fmla="*/ 0 w 603"/>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4"/>
                      <a:gd name="T104" fmla="*/ 603 w 603"/>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4">
                        <a:moveTo>
                          <a:pt x="0" y="0"/>
                        </a:moveTo>
                        <a:lnTo>
                          <a:pt x="0" y="0"/>
                        </a:lnTo>
                        <a:lnTo>
                          <a:pt x="1" y="30"/>
                        </a:lnTo>
                        <a:lnTo>
                          <a:pt x="3" y="62"/>
                        </a:lnTo>
                        <a:lnTo>
                          <a:pt x="6" y="91"/>
                        </a:lnTo>
                        <a:lnTo>
                          <a:pt x="12" y="122"/>
                        </a:lnTo>
                        <a:lnTo>
                          <a:pt x="19" y="151"/>
                        </a:lnTo>
                        <a:lnTo>
                          <a:pt x="27" y="179"/>
                        </a:lnTo>
                        <a:lnTo>
                          <a:pt x="37" y="207"/>
                        </a:lnTo>
                        <a:lnTo>
                          <a:pt x="47" y="235"/>
                        </a:lnTo>
                        <a:lnTo>
                          <a:pt x="59" y="262"/>
                        </a:lnTo>
                        <a:lnTo>
                          <a:pt x="72" y="288"/>
                        </a:lnTo>
                        <a:lnTo>
                          <a:pt x="88" y="313"/>
                        </a:lnTo>
                        <a:lnTo>
                          <a:pt x="103" y="338"/>
                        </a:lnTo>
                        <a:lnTo>
                          <a:pt x="119" y="361"/>
                        </a:lnTo>
                        <a:lnTo>
                          <a:pt x="138" y="383"/>
                        </a:lnTo>
                        <a:lnTo>
                          <a:pt x="157" y="406"/>
                        </a:lnTo>
                        <a:lnTo>
                          <a:pt x="177" y="427"/>
                        </a:lnTo>
                        <a:lnTo>
                          <a:pt x="197" y="446"/>
                        </a:lnTo>
                        <a:lnTo>
                          <a:pt x="219" y="466"/>
                        </a:lnTo>
                        <a:lnTo>
                          <a:pt x="242" y="483"/>
                        </a:lnTo>
                        <a:lnTo>
                          <a:pt x="266" y="501"/>
                        </a:lnTo>
                        <a:lnTo>
                          <a:pt x="290" y="516"/>
                        </a:lnTo>
                        <a:lnTo>
                          <a:pt x="316" y="530"/>
                        </a:lnTo>
                        <a:lnTo>
                          <a:pt x="342" y="544"/>
                        </a:lnTo>
                        <a:lnTo>
                          <a:pt x="369" y="556"/>
                        </a:lnTo>
                        <a:lnTo>
                          <a:pt x="396" y="567"/>
                        </a:lnTo>
                        <a:lnTo>
                          <a:pt x="423" y="577"/>
                        </a:lnTo>
                        <a:lnTo>
                          <a:pt x="453" y="584"/>
                        </a:lnTo>
                        <a:lnTo>
                          <a:pt x="482" y="591"/>
                        </a:lnTo>
                        <a:lnTo>
                          <a:pt x="511" y="596"/>
                        </a:lnTo>
                        <a:lnTo>
                          <a:pt x="542" y="601"/>
                        </a:lnTo>
                        <a:lnTo>
                          <a:pt x="572" y="603"/>
                        </a:lnTo>
                        <a:lnTo>
                          <a:pt x="603" y="604"/>
                        </a:lnTo>
                        <a:lnTo>
                          <a:pt x="603" y="424"/>
                        </a:lnTo>
                        <a:lnTo>
                          <a:pt x="581" y="424"/>
                        </a:lnTo>
                        <a:lnTo>
                          <a:pt x="559" y="422"/>
                        </a:lnTo>
                        <a:lnTo>
                          <a:pt x="539" y="419"/>
                        </a:lnTo>
                        <a:lnTo>
                          <a:pt x="518" y="416"/>
                        </a:lnTo>
                        <a:lnTo>
                          <a:pt x="497" y="411"/>
                        </a:lnTo>
                        <a:lnTo>
                          <a:pt x="478" y="405"/>
                        </a:lnTo>
                        <a:lnTo>
                          <a:pt x="457" y="399"/>
                        </a:lnTo>
                        <a:lnTo>
                          <a:pt x="439" y="391"/>
                        </a:lnTo>
                        <a:lnTo>
                          <a:pt x="419" y="382"/>
                        </a:lnTo>
                        <a:lnTo>
                          <a:pt x="402" y="374"/>
                        </a:lnTo>
                        <a:lnTo>
                          <a:pt x="383" y="363"/>
                        </a:lnTo>
                        <a:lnTo>
                          <a:pt x="366" y="352"/>
                        </a:lnTo>
                        <a:lnTo>
                          <a:pt x="350" y="340"/>
                        </a:lnTo>
                        <a:lnTo>
                          <a:pt x="333" y="327"/>
                        </a:lnTo>
                        <a:lnTo>
                          <a:pt x="318" y="314"/>
                        </a:lnTo>
                        <a:lnTo>
                          <a:pt x="304" y="300"/>
                        </a:lnTo>
                        <a:lnTo>
                          <a:pt x="290" y="284"/>
                        </a:lnTo>
                        <a:lnTo>
                          <a:pt x="276" y="269"/>
                        </a:lnTo>
                        <a:lnTo>
                          <a:pt x="264" y="254"/>
                        </a:lnTo>
                        <a:lnTo>
                          <a:pt x="252" y="237"/>
                        </a:lnTo>
                        <a:lnTo>
                          <a:pt x="241" y="219"/>
                        </a:lnTo>
                        <a:lnTo>
                          <a:pt x="230" y="202"/>
                        </a:lnTo>
                        <a:lnTo>
                          <a:pt x="221" y="183"/>
                        </a:lnTo>
                        <a:lnTo>
                          <a:pt x="213" y="165"/>
                        </a:lnTo>
                        <a:lnTo>
                          <a:pt x="205" y="145"/>
                        </a:lnTo>
                        <a:lnTo>
                          <a:pt x="198" y="126"/>
                        </a:lnTo>
                        <a:lnTo>
                          <a:pt x="192" y="106"/>
                        </a:lnTo>
                        <a:lnTo>
                          <a:pt x="188" y="86"/>
                        </a:lnTo>
                        <a:lnTo>
                          <a:pt x="184" y="65"/>
                        </a:lnTo>
                        <a:lnTo>
                          <a:pt x="181" y="43"/>
                        </a:lnTo>
                        <a:lnTo>
                          <a:pt x="180" y="23"/>
                        </a:lnTo>
                        <a:lnTo>
                          <a:pt x="179" y="0"/>
                        </a:lnTo>
                        <a:lnTo>
                          <a:pt x="0" y="0"/>
                        </a:lnTo>
                        <a:close/>
                      </a:path>
                    </a:pathLst>
                  </a:custGeom>
                  <a:solidFill>
                    <a:srgbClr val="EF2B2F"/>
                  </a:solidFill>
                  <a:ln>
                    <a:noFill/>
                  </a:ln>
                </p:spPr>
                <p:txBody>
                  <a:bodyPr/>
                  <a:lstStyle/>
                  <a:p>
                    <a:pPr>
                      <a:defRPr/>
                    </a:pPr>
                    <a:endParaRPr lang="en-US" sz="1050">
                      <a:latin typeface="+mj-lt"/>
                    </a:endParaRPr>
                  </a:p>
                </p:txBody>
              </p:sp>
              <p:sp>
                <p:nvSpPr>
                  <p:cNvPr id="41630" name="Freeform 409">
                    <a:extLst>
                      <a:ext uri="{FF2B5EF4-FFF2-40B4-BE49-F238E27FC236}">
                        <a16:creationId xmlns="" xmlns:a16="http://schemas.microsoft.com/office/drawing/2014/main" id="{AF65D091-0A61-7C24-F6CE-390FDE19A298}"/>
                      </a:ext>
                    </a:extLst>
                  </p:cNvPr>
                  <p:cNvSpPr>
                    <a:spLocks/>
                  </p:cNvSpPr>
                  <p:nvPr/>
                </p:nvSpPr>
                <p:spPr bwMode="auto">
                  <a:xfrm>
                    <a:off x="2879" y="3002"/>
                    <a:ext cx="99" cy="102"/>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0"/>
                        </a:moveTo>
                        <a:lnTo>
                          <a:pt x="603" y="0"/>
                        </a:lnTo>
                        <a:lnTo>
                          <a:pt x="572" y="1"/>
                        </a:lnTo>
                        <a:lnTo>
                          <a:pt x="542" y="3"/>
                        </a:lnTo>
                        <a:lnTo>
                          <a:pt x="511" y="6"/>
                        </a:lnTo>
                        <a:lnTo>
                          <a:pt x="482" y="13"/>
                        </a:lnTo>
                        <a:lnTo>
                          <a:pt x="453" y="19"/>
                        </a:lnTo>
                        <a:lnTo>
                          <a:pt x="423" y="27"/>
                        </a:lnTo>
                        <a:lnTo>
                          <a:pt x="396" y="37"/>
                        </a:lnTo>
                        <a:lnTo>
                          <a:pt x="369" y="48"/>
                        </a:lnTo>
                        <a:lnTo>
                          <a:pt x="342" y="60"/>
                        </a:lnTo>
                        <a:lnTo>
                          <a:pt x="316" y="74"/>
                        </a:lnTo>
                        <a:lnTo>
                          <a:pt x="290" y="88"/>
                        </a:lnTo>
                        <a:lnTo>
                          <a:pt x="266" y="103"/>
                        </a:lnTo>
                        <a:lnTo>
                          <a:pt x="242" y="120"/>
                        </a:lnTo>
                        <a:lnTo>
                          <a:pt x="219" y="138"/>
                        </a:lnTo>
                        <a:lnTo>
                          <a:pt x="197" y="157"/>
                        </a:lnTo>
                        <a:lnTo>
                          <a:pt x="177" y="177"/>
                        </a:lnTo>
                        <a:lnTo>
                          <a:pt x="157" y="198"/>
                        </a:lnTo>
                        <a:lnTo>
                          <a:pt x="138" y="219"/>
                        </a:lnTo>
                        <a:lnTo>
                          <a:pt x="119" y="242"/>
                        </a:lnTo>
                        <a:lnTo>
                          <a:pt x="103" y="266"/>
                        </a:lnTo>
                        <a:lnTo>
                          <a:pt x="88" y="291"/>
                        </a:lnTo>
                        <a:lnTo>
                          <a:pt x="72" y="316"/>
                        </a:lnTo>
                        <a:lnTo>
                          <a:pt x="59" y="342"/>
                        </a:lnTo>
                        <a:lnTo>
                          <a:pt x="47" y="369"/>
                        </a:lnTo>
                        <a:lnTo>
                          <a:pt x="37" y="396"/>
                        </a:lnTo>
                        <a:lnTo>
                          <a:pt x="27" y="424"/>
                        </a:lnTo>
                        <a:lnTo>
                          <a:pt x="19" y="453"/>
                        </a:lnTo>
                        <a:lnTo>
                          <a:pt x="12" y="482"/>
                        </a:lnTo>
                        <a:lnTo>
                          <a:pt x="6" y="512"/>
                        </a:lnTo>
                        <a:lnTo>
                          <a:pt x="3" y="542"/>
                        </a:lnTo>
                        <a:lnTo>
                          <a:pt x="1" y="572"/>
                        </a:lnTo>
                        <a:lnTo>
                          <a:pt x="0" y="603"/>
                        </a:lnTo>
                        <a:lnTo>
                          <a:pt x="179" y="603"/>
                        </a:lnTo>
                        <a:lnTo>
                          <a:pt x="180" y="581"/>
                        </a:lnTo>
                        <a:lnTo>
                          <a:pt x="181" y="559"/>
                        </a:lnTo>
                        <a:lnTo>
                          <a:pt x="184" y="539"/>
                        </a:lnTo>
                        <a:lnTo>
                          <a:pt x="188" y="518"/>
                        </a:lnTo>
                        <a:lnTo>
                          <a:pt x="192" y="497"/>
                        </a:lnTo>
                        <a:lnTo>
                          <a:pt x="198" y="478"/>
                        </a:lnTo>
                        <a:lnTo>
                          <a:pt x="205" y="458"/>
                        </a:lnTo>
                        <a:lnTo>
                          <a:pt x="213" y="439"/>
                        </a:lnTo>
                        <a:lnTo>
                          <a:pt x="221" y="420"/>
                        </a:lnTo>
                        <a:lnTo>
                          <a:pt x="230" y="402"/>
                        </a:lnTo>
                        <a:lnTo>
                          <a:pt x="241" y="384"/>
                        </a:lnTo>
                        <a:lnTo>
                          <a:pt x="252" y="367"/>
                        </a:lnTo>
                        <a:lnTo>
                          <a:pt x="264" y="350"/>
                        </a:lnTo>
                        <a:lnTo>
                          <a:pt x="276" y="334"/>
                        </a:lnTo>
                        <a:lnTo>
                          <a:pt x="290" y="318"/>
                        </a:lnTo>
                        <a:lnTo>
                          <a:pt x="304" y="304"/>
                        </a:lnTo>
                        <a:lnTo>
                          <a:pt x="318" y="290"/>
                        </a:lnTo>
                        <a:lnTo>
                          <a:pt x="333" y="276"/>
                        </a:lnTo>
                        <a:lnTo>
                          <a:pt x="350" y="264"/>
                        </a:lnTo>
                        <a:lnTo>
                          <a:pt x="366" y="252"/>
                        </a:lnTo>
                        <a:lnTo>
                          <a:pt x="383" y="241"/>
                        </a:lnTo>
                        <a:lnTo>
                          <a:pt x="402" y="230"/>
                        </a:lnTo>
                        <a:lnTo>
                          <a:pt x="419" y="221"/>
                        </a:lnTo>
                        <a:lnTo>
                          <a:pt x="439" y="213"/>
                        </a:lnTo>
                        <a:lnTo>
                          <a:pt x="457" y="205"/>
                        </a:lnTo>
                        <a:lnTo>
                          <a:pt x="478" y="199"/>
                        </a:lnTo>
                        <a:lnTo>
                          <a:pt x="497" y="192"/>
                        </a:lnTo>
                        <a:lnTo>
                          <a:pt x="518" y="188"/>
                        </a:lnTo>
                        <a:lnTo>
                          <a:pt x="539" y="184"/>
                        </a:lnTo>
                        <a:lnTo>
                          <a:pt x="559" y="181"/>
                        </a:lnTo>
                        <a:lnTo>
                          <a:pt x="581" y="180"/>
                        </a:lnTo>
                        <a:lnTo>
                          <a:pt x="603" y="179"/>
                        </a:lnTo>
                        <a:lnTo>
                          <a:pt x="603" y="0"/>
                        </a:lnTo>
                        <a:close/>
                      </a:path>
                    </a:pathLst>
                  </a:custGeom>
                  <a:solidFill>
                    <a:srgbClr val="EF2B2F"/>
                  </a:solidFill>
                  <a:ln>
                    <a:noFill/>
                  </a:ln>
                </p:spPr>
                <p:txBody>
                  <a:bodyPr/>
                  <a:lstStyle/>
                  <a:p>
                    <a:pPr>
                      <a:defRPr/>
                    </a:pPr>
                    <a:endParaRPr lang="en-US" sz="1050">
                      <a:latin typeface="+mj-lt"/>
                    </a:endParaRPr>
                  </a:p>
                </p:txBody>
              </p:sp>
              <p:sp>
                <p:nvSpPr>
                  <p:cNvPr id="41631" name="Freeform 410">
                    <a:extLst>
                      <a:ext uri="{FF2B5EF4-FFF2-40B4-BE49-F238E27FC236}">
                        <a16:creationId xmlns="" xmlns:a16="http://schemas.microsoft.com/office/drawing/2014/main" id="{4D87B712-E91B-0493-D138-9E5B6AE282CD}"/>
                      </a:ext>
                    </a:extLst>
                  </p:cNvPr>
                  <p:cNvSpPr>
                    <a:spLocks/>
                  </p:cNvSpPr>
                  <p:nvPr/>
                </p:nvSpPr>
                <p:spPr bwMode="auto">
                  <a:xfrm>
                    <a:off x="2043" y="2998"/>
                    <a:ext cx="172" cy="171"/>
                  </a:xfrm>
                  <a:custGeom>
                    <a:avLst/>
                    <a:gdLst>
                      <a:gd name="T0" fmla="*/ 0 w 1028"/>
                      <a:gd name="T1" fmla="*/ 0 h 1028"/>
                      <a:gd name="T2" fmla="*/ 0 w 1028"/>
                      <a:gd name="T3" fmla="*/ 0 h 1028"/>
                      <a:gd name="T4" fmla="*/ 0 w 1028"/>
                      <a:gd name="T5" fmla="*/ 0 h 1028"/>
                      <a:gd name="T6" fmla="*/ 0 w 1028"/>
                      <a:gd name="T7" fmla="*/ 0 h 1028"/>
                      <a:gd name="T8" fmla="*/ 0 w 1028"/>
                      <a:gd name="T9" fmla="*/ 0 h 1028"/>
                      <a:gd name="T10" fmla="*/ 0 w 1028"/>
                      <a:gd name="T11" fmla="*/ 0 h 1028"/>
                      <a:gd name="T12" fmla="*/ 0 w 1028"/>
                      <a:gd name="T13" fmla="*/ 0 h 1028"/>
                      <a:gd name="T14" fmla="*/ 0 w 1028"/>
                      <a:gd name="T15" fmla="*/ 0 h 1028"/>
                      <a:gd name="T16" fmla="*/ 0 w 1028"/>
                      <a:gd name="T17" fmla="*/ 0 h 1028"/>
                      <a:gd name="T18" fmla="*/ 0 w 1028"/>
                      <a:gd name="T19" fmla="*/ 0 h 1028"/>
                      <a:gd name="T20" fmla="*/ 0 w 1028"/>
                      <a:gd name="T21" fmla="*/ 0 h 1028"/>
                      <a:gd name="T22" fmla="*/ 0 w 1028"/>
                      <a:gd name="T23" fmla="*/ 0 h 1028"/>
                      <a:gd name="T24" fmla="*/ 0 w 1028"/>
                      <a:gd name="T25" fmla="*/ 0 h 1028"/>
                      <a:gd name="T26" fmla="*/ 0 w 1028"/>
                      <a:gd name="T27" fmla="*/ 0 h 1028"/>
                      <a:gd name="T28" fmla="*/ 0 w 1028"/>
                      <a:gd name="T29" fmla="*/ 0 h 1028"/>
                      <a:gd name="T30" fmla="*/ 0 w 1028"/>
                      <a:gd name="T31" fmla="*/ 0 h 1028"/>
                      <a:gd name="T32" fmla="*/ 0 w 1028"/>
                      <a:gd name="T33" fmla="*/ 0 h 1028"/>
                      <a:gd name="T34" fmla="*/ 0 w 1028"/>
                      <a:gd name="T35" fmla="*/ 0 h 1028"/>
                      <a:gd name="T36" fmla="*/ 0 w 1028"/>
                      <a:gd name="T37" fmla="*/ 0 h 1028"/>
                      <a:gd name="T38" fmla="*/ 0 w 1028"/>
                      <a:gd name="T39" fmla="*/ 0 h 1028"/>
                      <a:gd name="T40" fmla="*/ 0 w 1028"/>
                      <a:gd name="T41" fmla="*/ 0 h 1028"/>
                      <a:gd name="T42" fmla="*/ 0 w 1028"/>
                      <a:gd name="T43" fmla="*/ 0 h 1028"/>
                      <a:gd name="T44" fmla="*/ 0 w 1028"/>
                      <a:gd name="T45" fmla="*/ 0 h 1028"/>
                      <a:gd name="T46" fmla="*/ 0 w 1028"/>
                      <a:gd name="T47" fmla="*/ 0 h 1028"/>
                      <a:gd name="T48" fmla="*/ 0 w 1028"/>
                      <a:gd name="T49" fmla="*/ 0 h 1028"/>
                      <a:gd name="T50" fmla="*/ 0 w 1028"/>
                      <a:gd name="T51" fmla="*/ 0 h 1028"/>
                      <a:gd name="T52" fmla="*/ 0 w 1028"/>
                      <a:gd name="T53" fmla="*/ 0 h 1028"/>
                      <a:gd name="T54" fmla="*/ 0 w 1028"/>
                      <a:gd name="T55" fmla="*/ 0 h 1028"/>
                      <a:gd name="T56" fmla="*/ 0 w 1028"/>
                      <a:gd name="T57" fmla="*/ 0 h 1028"/>
                      <a:gd name="T58" fmla="*/ 0 w 1028"/>
                      <a:gd name="T59" fmla="*/ 0 h 1028"/>
                      <a:gd name="T60" fmla="*/ 0 w 1028"/>
                      <a:gd name="T61" fmla="*/ 0 h 1028"/>
                      <a:gd name="T62" fmla="*/ 0 w 1028"/>
                      <a:gd name="T63" fmla="*/ 0 h 1028"/>
                      <a:gd name="T64" fmla="*/ 0 w 1028"/>
                      <a:gd name="T65" fmla="*/ 0 h 1028"/>
                      <a:gd name="T66" fmla="*/ 0 w 1028"/>
                      <a:gd name="T67" fmla="*/ 0 h 1028"/>
                      <a:gd name="T68" fmla="*/ 0 w 1028"/>
                      <a:gd name="T69" fmla="*/ 0 h 1028"/>
                      <a:gd name="T70" fmla="*/ 0 w 1028"/>
                      <a:gd name="T71" fmla="*/ 0 h 1028"/>
                      <a:gd name="T72" fmla="*/ 0 w 1028"/>
                      <a:gd name="T73" fmla="*/ 0 h 1028"/>
                      <a:gd name="T74" fmla="*/ 0 w 1028"/>
                      <a:gd name="T75" fmla="*/ 0 h 1028"/>
                      <a:gd name="T76" fmla="*/ 0 w 1028"/>
                      <a:gd name="T77" fmla="*/ 0 h 1028"/>
                      <a:gd name="T78" fmla="*/ 0 w 1028"/>
                      <a:gd name="T79" fmla="*/ 0 h 1028"/>
                      <a:gd name="T80" fmla="*/ 0 w 1028"/>
                      <a:gd name="T81" fmla="*/ 0 h 1028"/>
                      <a:gd name="T82" fmla="*/ 0 w 1028"/>
                      <a:gd name="T83" fmla="*/ 0 h 1028"/>
                      <a:gd name="T84" fmla="*/ 0 w 1028"/>
                      <a:gd name="T85" fmla="*/ 0 h 102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28"/>
                      <a:gd name="T130" fmla="*/ 0 h 1028"/>
                      <a:gd name="T131" fmla="*/ 1028 w 1028"/>
                      <a:gd name="T132" fmla="*/ 1028 h 102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28" h="1028">
                        <a:moveTo>
                          <a:pt x="514" y="0"/>
                        </a:moveTo>
                        <a:lnTo>
                          <a:pt x="540" y="1"/>
                        </a:lnTo>
                        <a:lnTo>
                          <a:pt x="566" y="3"/>
                        </a:lnTo>
                        <a:lnTo>
                          <a:pt x="592" y="6"/>
                        </a:lnTo>
                        <a:lnTo>
                          <a:pt x="617" y="11"/>
                        </a:lnTo>
                        <a:lnTo>
                          <a:pt x="642" y="16"/>
                        </a:lnTo>
                        <a:lnTo>
                          <a:pt x="666" y="24"/>
                        </a:lnTo>
                        <a:lnTo>
                          <a:pt x="690" y="31"/>
                        </a:lnTo>
                        <a:lnTo>
                          <a:pt x="713" y="41"/>
                        </a:lnTo>
                        <a:lnTo>
                          <a:pt x="736" y="51"/>
                        </a:lnTo>
                        <a:lnTo>
                          <a:pt x="759" y="63"/>
                        </a:lnTo>
                        <a:lnTo>
                          <a:pt x="780" y="75"/>
                        </a:lnTo>
                        <a:lnTo>
                          <a:pt x="801" y="88"/>
                        </a:lnTo>
                        <a:lnTo>
                          <a:pt x="821" y="103"/>
                        </a:lnTo>
                        <a:lnTo>
                          <a:pt x="840" y="118"/>
                        </a:lnTo>
                        <a:lnTo>
                          <a:pt x="859" y="134"/>
                        </a:lnTo>
                        <a:lnTo>
                          <a:pt x="877" y="151"/>
                        </a:lnTo>
                        <a:lnTo>
                          <a:pt x="893" y="169"/>
                        </a:lnTo>
                        <a:lnTo>
                          <a:pt x="910" y="188"/>
                        </a:lnTo>
                        <a:lnTo>
                          <a:pt x="925" y="207"/>
                        </a:lnTo>
                        <a:lnTo>
                          <a:pt x="940" y="227"/>
                        </a:lnTo>
                        <a:lnTo>
                          <a:pt x="953" y="248"/>
                        </a:lnTo>
                        <a:lnTo>
                          <a:pt x="965" y="269"/>
                        </a:lnTo>
                        <a:lnTo>
                          <a:pt x="977" y="291"/>
                        </a:lnTo>
                        <a:lnTo>
                          <a:pt x="987" y="314"/>
                        </a:lnTo>
                        <a:lnTo>
                          <a:pt x="997" y="338"/>
                        </a:lnTo>
                        <a:lnTo>
                          <a:pt x="1004" y="362"/>
                        </a:lnTo>
                        <a:lnTo>
                          <a:pt x="1012" y="386"/>
                        </a:lnTo>
                        <a:lnTo>
                          <a:pt x="1017" y="411"/>
                        </a:lnTo>
                        <a:lnTo>
                          <a:pt x="1022" y="436"/>
                        </a:lnTo>
                        <a:lnTo>
                          <a:pt x="1025" y="462"/>
                        </a:lnTo>
                        <a:lnTo>
                          <a:pt x="1027" y="488"/>
                        </a:lnTo>
                        <a:lnTo>
                          <a:pt x="1028" y="514"/>
                        </a:lnTo>
                        <a:lnTo>
                          <a:pt x="1027" y="540"/>
                        </a:lnTo>
                        <a:lnTo>
                          <a:pt x="1025" y="566"/>
                        </a:lnTo>
                        <a:lnTo>
                          <a:pt x="1022" y="592"/>
                        </a:lnTo>
                        <a:lnTo>
                          <a:pt x="1017" y="617"/>
                        </a:lnTo>
                        <a:lnTo>
                          <a:pt x="1012" y="642"/>
                        </a:lnTo>
                        <a:lnTo>
                          <a:pt x="1004" y="666"/>
                        </a:lnTo>
                        <a:lnTo>
                          <a:pt x="997" y="690"/>
                        </a:lnTo>
                        <a:lnTo>
                          <a:pt x="987" y="714"/>
                        </a:lnTo>
                        <a:lnTo>
                          <a:pt x="977" y="737"/>
                        </a:lnTo>
                        <a:lnTo>
                          <a:pt x="965" y="758"/>
                        </a:lnTo>
                        <a:lnTo>
                          <a:pt x="953" y="780"/>
                        </a:lnTo>
                        <a:lnTo>
                          <a:pt x="940" y="801"/>
                        </a:lnTo>
                        <a:lnTo>
                          <a:pt x="925" y="821"/>
                        </a:lnTo>
                        <a:lnTo>
                          <a:pt x="910" y="840"/>
                        </a:lnTo>
                        <a:lnTo>
                          <a:pt x="893" y="859"/>
                        </a:lnTo>
                        <a:lnTo>
                          <a:pt x="877" y="877"/>
                        </a:lnTo>
                        <a:lnTo>
                          <a:pt x="859" y="894"/>
                        </a:lnTo>
                        <a:lnTo>
                          <a:pt x="840" y="910"/>
                        </a:lnTo>
                        <a:lnTo>
                          <a:pt x="821" y="926"/>
                        </a:lnTo>
                        <a:lnTo>
                          <a:pt x="801" y="940"/>
                        </a:lnTo>
                        <a:lnTo>
                          <a:pt x="780" y="953"/>
                        </a:lnTo>
                        <a:lnTo>
                          <a:pt x="759" y="966"/>
                        </a:lnTo>
                        <a:lnTo>
                          <a:pt x="736" y="977"/>
                        </a:lnTo>
                        <a:lnTo>
                          <a:pt x="713" y="987"/>
                        </a:lnTo>
                        <a:lnTo>
                          <a:pt x="690" y="996"/>
                        </a:lnTo>
                        <a:lnTo>
                          <a:pt x="666" y="1004"/>
                        </a:lnTo>
                        <a:lnTo>
                          <a:pt x="642" y="1012"/>
                        </a:lnTo>
                        <a:lnTo>
                          <a:pt x="617" y="1017"/>
                        </a:lnTo>
                        <a:lnTo>
                          <a:pt x="592" y="1021"/>
                        </a:lnTo>
                        <a:lnTo>
                          <a:pt x="566" y="1025"/>
                        </a:lnTo>
                        <a:lnTo>
                          <a:pt x="540" y="1027"/>
                        </a:lnTo>
                        <a:lnTo>
                          <a:pt x="514" y="1028"/>
                        </a:lnTo>
                        <a:lnTo>
                          <a:pt x="487" y="1027"/>
                        </a:lnTo>
                        <a:lnTo>
                          <a:pt x="462" y="1025"/>
                        </a:lnTo>
                        <a:lnTo>
                          <a:pt x="436" y="1021"/>
                        </a:lnTo>
                        <a:lnTo>
                          <a:pt x="411" y="1017"/>
                        </a:lnTo>
                        <a:lnTo>
                          <a:pt x="386" y="1012"/>
                        </a:lnTo>
                        <a:lnTo>
                          <a:pt x="361" y="1004"/>
                        </a:lnTo>
                        <a:lnTo>
                          <a:pt x="337" y="996"/>
                        </a:lnTo>
                        <a:lnTo>
                          <a:pt x="314" y="987"/>
                        </a:lnTo>
                        <a:lnTo>
                          <a:pt x="292" y="977"/>
                        </a:lnTo>
                        <a:lnTo>
                          <a:pt x="270" y="966"/>
                        </a:lnTo>
                        <a:lnTo>
                          <a:pt x="248" y="953"/>
                        </a:lnTo>
                        <a:lnTo>
                          <a:pt x="227" y="940"/>
                        </a:lnTo>
                        <a:lnTo>
                          <a:pt x="207" y="926"/>
                        </a:lnTo>
                        <a:lnTo>
                          <a:pt x="187" y="910"/>
                        </a:lnTo>
                        <a:lnTo>
                          <a:pt x="169" y="894"/>
                        </a:lnTo>
                        <a:lnTo>
                          <a:pt x="151" y="877"/>
                        </a:lnTo>
                        <a:lnTo>
                          <a:pt x="134" y="859"/>
                        </a:lnTo>
                        <a:lnTo>
                          <a:pt x="118" y="840"/>
                        </a:lnTo>
                        <a:lnTo>
                          <a:pt x="103" y="821"/>
                        </a:lnTo>
                        <a:lnTo>
                          <a:pt x="88" y="801"/>
                        </a:lnTo>
                        <a:lnTo>
                          <a:pt x="75" y="780"/>
                        </a:lnTo>
                        <a:lnTo>
                          <a:pt x="62" y="758"/>
                        </a:lnTo>
                        <a:lnTo>
                          <a:pt x="51" y="737"/>
                        </a:lnTo>
                        <a:lnTo>
                          <a:pt x="41" y="714"/>
                        </a:lnTo>
                        <a:lnTo>
                          <a:pt x="32" y="690"/>
                        </a:lnTo>
                        <a:lnTo>
                          <a:pt x="23" y="666"/>
                        </a:lnTo>
                        <a:lnTo>
                          <a:pt x="17" y="642"/>
                        </a:lnTo>
                        <a:lnTo>
                          <a:pt x="11" y="617"/>
                        </a:lnTo>
                        <a:lnTo>
                          <a:pt x="7" y="592"/>
                        </a:lnTo>
                        <a:lnTo>
                          <a:pt x="4" y="566"/>
                        </a:lnTo>
                        <a:lnTo>
                          <a:pt x="2" y="540"/>
                        </a:lnTo>
                        <a:lnTo>
                          <a:pt x="0" y="514"/>
                        </a:lnTo>
                        <a:lnTo>
                          <a:pt x="2" y="488"/>
                        </a:lnTo>
                        <a:lnTo>
                          <a:pt x="4" y="462"/>
                        </a:lnTo>
                        <a:lnTo>
                          <a:pt x="7" y="436"/>
                        </a:lnTo>
                        <a:lnTo>
                          <a:pt x="11" y="411"/>
                        </a:lnTo>
                        <a:lnTo>
                          <a:pt x="17" y="386"/>
                        </a:lnTo>
                        <a:lnTo>
                          <a:pt x="23" y="362"/>
                        </a:lnTo>
                        <a:lnTo>
                          <a:pt x="32" y="338"/>
                        </a:lnTo>
                        <a:lnTo>
                          <a:pt x="41" y="314"/>
                        </a:lnTo>
                        <a:lnTo>
                          <a:pt x="51" y="291"/>
                        </a:lnTo>
                        <a:lnTo>
                          <a:pt x="62" y="269"/>
                        </a:lnTo>
                        <a:lnTo>
                          <a:pt x="75" y="248"/>
                        </a:lnTo>
                        <a:lnTo>
                          <a:pt x="88" y="227"/>
                        </a:lnTo>
                        <a:lnTo>
                          <a:pt x="103" y="207"/>
                        </a:lnTo>
                        <a:lnTo>
                          <a:pt x="118" y="188"/>
                        </a:lnTo>
                        <a:lnTo>
                          <a:pt x="134" y="169"/>
                        </a:lnTo>
                        <a:lnTo>
                          <a:pt x="151" y="151"/>
                        </a:lnTo>
                        <a:lnTo>
                          <a:pt x="169" y="134"/>
                        </a:lnTo>
                        <a:lnTo>
                          <a:pt x="187" y="118"/>
                        </a:lnTo>
                        <a:lnTo>
                          <a:pt x="207" y="103"/>
                        </a:lnTo>
                        <a:lnTo>
                          <a:pt x="227" y="88"/>
                        </a:lnTo>
                        <a:lnTo>
                          <a:pt x="248" y="75"/>
                        </a:lnTo>
                        <a:lnTo>
                          <a:pt x="270" y="63"/>
                        </a:lnTo>
                        <a:lnTo>
                          <a:pt x="292" y="51"/>
                        </a:lnTo>
                        <a:lnTo>
                          <a:pt x="314" y="41"/>
                        </a:lnTo>
                        <a:lnTo>
                          <a:pt x="337" y="31"/>
                        </a:lnTo>
                        <a:lnTo>
                          <a:pt x="361" y="24"/>
                        </a:lnTo>
                        <a:lnTo>
                          <a:pt x="386" y="16"/>
                        </a:lnTo>
                        <a:lnTo>
                          <a:pt x="411" y="11"/>
                        </a:lnTo>
                        <a:lnTo>
                          <a:pt x="436" y="6"/>
                        </a:lnTo>
                        <a:lnTo>
                          <a:pt x="462" y="3"/>
                        </a:lnTo>
                        <a:lnTo>
                          <a:pt x="487" y="1"/>
                        </a:lnTo>
                        <a:lnTo>
                          <a:pt x="514" y="0"/>
                        </a:lnTo>
                        <a:close/>
                      </a:path>
                    </a:pathLst>
                  </a:custGeom>
                  <a:solidFill>
                    <a:srgbClr val="DC2B19"/>
                  </a:solidFill>
                  <a:ln>
                    <a:noFill/>
                  </a:ln>
                </p:spPr>
                <p:txBody>
                  <a:bodyPr/>
                  <a:lstStyle/>
                  <a:p>
                    <a:pPr>
                      <a:defRPr/>
                    </a:pPr>
                    <a:endParaRPr lang="en-US" sz="1050">
                      <a:latin typeface="+mj-lt"/>
                    </a:endParaRPr>
                  </a:p>
                </p:txBody>
              </p:sp>
              <p:sp>
                <p:nvSpPr>
                  <p:cNvPr id="41632" name="Freeform 411">
                    <a:extLst>
                      <a:ext uri="{FF2B5EF4-FFF2-40B4-BE49-F238E27FC236}">
                        <a16:creationId xmlns="" xmlns:a16="http://schemas.microsoft.com/office/drawing/2014/main" id="{E895E0D2-F2E9-62E8-6AF1-060A856D662F}"/>
                      </a:ext>
                    </a:extLst>
                  </p:cNvPr>
                  <p:cNvSpPr>
                    <a:spLocks/>
                  </p:cNvSpPr>
                  <p:nvPr/>
                </p:nvSpPr>
                <p:spPr bwMode="auto">
                  <a:xfrm>
                    <a:off x="2129" y="2982"/>
                    <a:ext cx="99" cy="102"/>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603"/>
                        </a:moveTo>
                        <a:lnTo>
                          <a:pt x="603" y="603"/>
                        </a:lnTo>
                        <a:lnTo>
                          <a:pt x="602" y="572"/>
                        </a:lnTo>
                        <a:lnTo>
                          <a:pt x="600" y="541"/>
                        </a:lnTo>
                        <a:lnTo>
                          <a:pt x="597" y="512"/>
                        </a:lnTo>
                        <a:lnTo>
                          <a:pt x="591" y="482"/>
                        </a:lnTo>
                        <a:lnTo>
                          <a:pt x="584" y="453"/>
                        </a:lnTo>
                        <a:lnTo>
                          <a:pt x="576" y="424"/>
                        </a:lnTo>
                        <a:lnTo>
                          <a:pt x="566" y="395"/>
                        </a:lnTo>
                        <a:lnTo>
                          <a:pt x="555" y="368"/>
                        </a:lnTo>
                        <a:lnTo>
                          <a:pt x="543" y="342"/>
                        </a:lnTo>
                        <a:lnTo>
                          <a:pt x="530" y="316"/>
                        </a:lnTo>
                        <a:lnTo>
                          <a:pt x="515" y="290"/>
                        </a:lnTo>
                        <a:lnTo>
                          <a:pt x="500" y="266"/>
                        </a:lnTo>
                        <a:lnTo>
                          <a:pt x="483" y="242"/>
                        </a:lnTo>
                        <a:lnTo>
                          <a:pt x="465" y="219"/>
                        </a:lnTo>
                        <a:lnTo>
                          <a:pt x="446" y="198"/>
                        </a:lnTo>
                        <a:lnTo>
                          <a:pt x="426" y="177"/>
                        </a:lnTo>
                        <a:lnTo>
                          <a:pt x="405" y="156"/>
                        </a:lnTo>
                        <a:lnTo>
                          <a:pt x="384" y="138"/>
                        </a:lnTo>
                        <a:lnTo>
                          <a:pt x="361" y="120"/>
                        </a:lnTo>
                        <a:lnTo>
                          <a:pt x="337" y="103"/>
                        </a:lnTo>
                        <a:lnTo>
                          <a:pt x="313" y="88"/>
                        </a:lnTo>
                        <a:lnTo>
                          <a:pt x="287" y="73"/>
                        </a:lnTo>
                        <a:lnTo>
                          <a:pt x="261" y="60"/>
                        </a:lnTo>
                        <a:lnTo>
                          <a:pt x="234" y="48"/>
                        </a:lnTo>
                        <a:lnTo>
                          <a:pt x="207" y="37"/>
                        </a:lnTo>
                        <a:lnTo>
                          <a:pt x="180" y="27"/>
                        </a:lnTo>
                        <a:lnTo>
                          <a:pt x="150" y="19"/>
                        </a:lnTo>
                        <a:lnTo>
                          <a:pt x="121" y="12"/>
                        </a:lnTo>
                        <a:lnTo>
                          <a:pt x="92" y="6"/>
                        </a:lnTo>
                        <a:lnTo>
                          <a:pt x="61" y="3"/>
                        </a:lnTo>
                        <a:lnTo>
                          <a:pt x="31" y="1"/>
                        </a:lnTo>
                        <a:lnTo>
                          <a:pt x="0" y="0"/>
                        </a:lnTo>
                        <a:lnTo>
                          <a:pt x="0" y="179"/>
                        </a:lnTo>
                        <a:lnTo>
                          <a:pt x="22" y="179"/>
                        </a:lnTo>
                        <a:lnTo>
                          <a:pt x="44" y="181"/>
                        </a:lnTo>
                        <a:lnTo>
                          <a:pt x="64" y="185"/>
                        </a:lnTo>
                        <a:lnTo>
                          <a:pt x="85" y="188"/>
                        </a:lnTo>
                        <a:lnTo>
                          <a:pt x="106" y="192"/>
                        </a:lnTo>
                        <a:lnTo>
                          <a:pt x="126" y="199"/>
                        </a:lnTo>
                        <a:lnTo>
                          <a:pt x="146" y="205"/>
                        </a:lnTo>
                        <a:lnTo>
                          <a:pt x="165" y="213"/>
                        </a:lnTo>
                        <a:lnTo>
                          <a:pt x="184" y="220"/>
                        </a:lnTo>
                        <a:lnTo>
                          <a:pt x="201" y="230"/>
                        </a:lnTo>
                        <a:lnTo>
                          <a:pt x="220" y="240"/>
                        </a:lnTo>
                        <a:lnTo>
                          <a:pt x="237" y="252"/>
                        </a:lnTo>
                        <a:lnTo>
                          <a:pt x="253" y="263"/>
                        </a:lnTo>
                        <a:lnTo>
                          <a:pt x="270" y="276"/>
                        </a:lnTo>
                        <a:lnTo>
                          <a:pt x="285" y="289"/>
                        </a:lnTo>
                        <a:lnTo>
                          <a:pt x="299" y="304"/>
                        </a:lnTo>
                        <a:lnTo>
                          <a:pt x="313" y="318"/>
                        </a:lnTo>
                        <a:lnTo>
                          <a:pt x="327" y="333"/>
                        </a:lnTo>
                        <a:lnTo>
                          <a:pt x="340" y="350"/>
                        </a:lnTo>
                        <a:lnTo>
                          <a:pt x="351" y="366"/>
                        </a:lnTo>
                        <a:lnTo>
                          <a:pt x="362" y="383"/>
                        </a:lnTo>
                        <a:lnTo>
                          <a:pt x="373" y="401"/>
                        </a:lnTo>
                        <a:lnTo>
                          <a:pt x="382" y="419"/>
                        </a:lnTo>
                        <a:lnTo>
                          <a:pt x="390" y="439"/>
                        </a:lnTo>
                        <a:lnTo>
                          <a:pt x="398" y="457"/>
                        </a:lnTo>
                        <a:lnTo>
                          <a:pt x="404" y="477"/>
                        </a:lnTo>
                        <a:lnTo>
                          <a:pt x="411" y="498"/>
                        </a:lnTo>
                        <a:lnTo>
                          <a:pt x="415" y="517"/>
                        </a:lnTo>
                        <a:lnTo>
                          <a:pt x="419" y="539"/>
                        </a:lnTo>
                        <a:lnTo>
                          <a:pt x="422" y="559"/>
                        </a:lnTo>
                        <a:lnTo>
                          <a:pt x="424" y="581"/>
                        </a:lnTo>
                        <a:lnTo>
                          <a:pt x="424" y="603"/>
                        </a:lnTo>
                        <a:lnTo>
                          <a:pt x="603" y="603"/>
                        </a:lnTo>
                        <a:close/>
                      </a:path>
                    </a:pathLst>
                  </a:custGeom>
                  <a:solidFill>
                    <a:srgbClr val="EF2B2F"/>
                  </a:solidFill>
                  <a:ln>
                    <a:noFill/>
                  </a:ln>
                </p:spPr>
                <p:txBody>
                  <a:bodyPr/>
                  <a:lstStyle/>
                  <a:p>
                    <a:pPr>
                      <a:defRPr/>
                    </a:pPr>
                    <a:endParaRPr lang="en-US" sz="1050">
                      <a:latin typeface="+mj-lt"/>
                    </a:endParaRPr>
                  </a:p>
                </p:txBody>
              </p:sp>
              <p:sp>
                <p:nvSpPr>
                  <p:cNvPr id="41633" name="Freeform 412">
                    <a:extLst>
                      <a:ext uri="{FF2B5EF4-FFF2-40B4-BE49-F238E27FC236}">
                        <a16:creationId xmlns="" xmlns:a16="http://schemas.microsoft.com/office/drawing/2014/main" id="{9CB5C47E-0D19-B635-4327-24DCBB0330A6}"/>
                      </a:ext>
                    </a:extLst>
                  </p:cNvPr>
                  <p:cNvSpPr>
                    <a:spLocks/>
                  </p:cNvSpPr>
                  <p:nvPr/>
                </p:nvSpPr>
                <p:spPr bwMode="auto">
                  <a:xfrm>
                    <a:off x="2129" y="3084"/>
                    <a:ext cx="99" cy="114"/>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0" y="603"/>
                        </a:moveTo>
                        <a:lnTo>
                          <a:pt x="0" y="603"/>
                        </a:lnTo>
                        <a:lnTo>
                          <a:pt x="31" y="602"/>
                        </a:lnTo>
                        <a:lnTo>
                          <a:pt x="61" y="600"/>
                        </a:lnTo>
                        <a:lnTo>
                          <a:pt x="92" y="596"/>
                        </a:lnTo>
                        <a:lnTo>
                          <a:pt x="121" y="591"/>
                        </a:lnTo>
                        <a:lnTo>
                          <a:pt x="150" y="584"/>
                        </a:lnTo>
                        <a:lnTo>
                          <a:pt x="180" y="576"/>
                        </a:lnTo>
                        <a:lnTo>
                          <a:pt x="207" y="566"/>
                        </a:lnTo>
                        <a:lnTo>
                          <a:pt x="234" y="555"/>
                        </a:lnTo>
                        <a:lnTo>
                          <a:pt x="261" y="543"/>
                        </a:lnTo>
                        <a:lnTo>
                          <a:pt x="287" y="530"/>
                        </a:lnTo>
                        <a:lnTo>
                          <a:pt x="313" y="516"/>
                        </a:lnTo>
                        <a:lnTo>
                          <a:pt x="337" y="500"/>
                        </a:lnTo>
                        <a:lnTo>
                          <a:pt x="361" y="483"/>
                        </a:lnTo>
                        <a:lnTo>
                          <a:pt x="384" y="465"/>
                        </a:lnTo>
                        <a:lnTo>
                          <a:pt x="405" y="446"/>
                        </a:lnTo>
                        <a:lnTo>
                          <a:pt x="426" y="426"/>
                        </a:lnTo>
                        <a:lnTo>
                          <a:pt x="446" y="405"/>
                        </a:lnTo>
                        <a:lnTo>
                          <a:pt x="465" y="383"/>
                        </a:lnTo>
                        <a:lnTo>
                          <a:pt x="483" y="361"/>
                        </a:lnTo>
                        <a:lnTo>
                          <a:pt x="500" y="337"/>
                        </a:lnTo>
                        <a:lnTo>
                          <a:pt x="515" y="313"/>
                        </a:lnTo>
                        <a:lnTo>
                          <a:pt x="530" y="287"/>
                        </a:lnTo>
                        <a:lnTo>
                          <a:pt x="543" y="262"/>
                        </a:lnTo>
                        <a:lnTo>
                          <a:pt x="555" y="235"/>
                        </a:lnTo>
                        <a:lnTo>
                          <a:pt x="566" y="207"/>
                        </a:lnTo>
                        <a:lnTo>
                          <a:pt x="576" y="179"/>
                        </a:lnTo>
                        <a:lnTo>
                          <a:pt x="584" y="151"/>
                        </a:lnTo>
                        <a:lnTo>
                          <a:pt x="591" y="122"/>
                        </a:lnTo>
                        <a:lnTo>
                          <a:pt x="597" y="91"/>
                        </a:lnTo>
                        <a:lnTo>
                          <a:pt x="600" y="62"/>
                        </a:lnTo>
                        <a:lnTo>
                          <a:pt x="602" y="31"/>
                        </a:lnTo>
                        <a:lnTo>
                          <a:pt x="603" y="0"/>
                        </a:lnTo>
                        <a:lnTo>
                          <a:pt x="424" y="0"/>
                        </a:lnTo>
                        <a:lnTo>
                          <a:pt x="424" y="22"/>
                        </a:lnTo>
                        <a:lnTo>
                          <a:pt x="422" y="43"/>
                        </a:lnTo>
                        <a:lnTo>
                          <a:pt x="419" y="65"/>
                        </a:lnTo>
                        <a:lnTo>
                          <a:pt x="415" y="86"/>
                        </a:lnTo>
                        <a:lnTo>
                          <a:pt x="411" y="105"/>
                        </a:lnTo>
                        <a:lnTo>
                          <a:pt x="404" y="126"/>
                        </a:lnTo>
                        <a:lnTo>
                          <a:pt x="398" y="145"/>
                        </a:lnTo>
                        <a:lnTo>
                          <a:pt x="390" y="164"/>
                        </a:lnTo>
                        <a:lnTo>
                          <a:pt x="382" y="184"/>
                        </a:lnTo>
                        <a:lnTo>
                          <a:pt x="373" y="202"/>
                        </a:lnTo>
                        <a:lnTo>
                          <a:pt x="362" y="219"/>
                        </a:lnTo>
                        <a:lnTo>
                          <a:pt x="351" y="237"/>
                        </a:lnTo>
                        <a:lnTo>
                          <a:pt x="340" y="253"/>
                        </a:lnTo>
                        <a:lnTo>
                          <a:pt x="327" y="269"/>
                        </a:lnTo>
                        <a:lnTo>
                          <a:pt x="313" y="285"/>
                        </a:lnTo>
                        <a:lnTo>
                          <a:pt x="299" y="300"/>
                        </a:lnTo>
                        <a:lnTo>
                          <a:pt x="285" y="314"/>
                        </a:lnTo>
                        <a:lnTo>
                          <a:pt x="270" y="327"/>
                        </a:lnTo>
                        <a:lnTo>
                          <a:pt x="253" y="339"/>
                        </a:lnTo>
                        <a:lnTo>
                          <a:pt x="237" y="351"/>
                        </a:lnTo>
                        <a:lnTo>
                          <a:pt x="220" y="363"/>
                        </a:lnTo>
                        <a:lnTo>
                          <a:pt x="201" y="373"/>
                        </a:lnTo>
                        <a:lnTo>
                          <a:pt x="184" y="382"/>
                        </a:lnTo>
                        <a:lnTo>
                          <a:pt x="165" y="391"/>
                        </a:lnTo>
                        <a:lnTo>
                          <a:pt x="146" y="398"/>
                        </a:lnTo>
                        <a:lnTo>
                          <a:pt x="126" y="405"/>
                        </a:lnTo>
                        <a:lnTo>
                          <a:pt x="106" y="411"/>
                        </a:lnTo>
                        <a:lnTo>
                          <a:pt x="85" y="415"/>
                        </a:lnTo>
                        <a:lnTo>
                          <a:pt x="64" y="419"/>
                        </a:lnTo>
                        <a:lnTo>
                          <a:pt x="44" y="421"/>
                        </a:lnTo>
                        <a:lnTo>
                          <a:pt x="22" y="424"/>
                        </a:lnTo>
                        <a:lnTo>
                          <a:pt x="0" y="424"/>
                        </a:lnTo>
                        <a:lnTo>
                          <a:pt x="0" y="603"/>
                        </a:lnTo>
                        <a:close/>
                      </a:path>
                    </a:pathLst>
                  </a:custGeom>
                  <a:solidFill>
                    <a:srgbClr val="EF2B2F"/>
                  </a:solidFill>
                  <a:ln>
                    <a:noFill/>
                  </a:ln>
                </p:spPr>
                <p:txBody>
                  <a:bodyPr/>
                  <a:lstStyle/>
                  <a:p>
                    <a:pPr>
                      <a:defRPr/>
                    </a:pPr>
                    <a:endParaRPr lang="en-US" sz="1050">
                      <a:latin typeface="+mj-lt"/>
                    </a:endParaRPr>
                  </a:p>
                </p:txBody>
              </p:sp>
              <p:sp>
                <p:nvSpPr>
                  <p:cNvPr id="41634" name="Freeform 413">
                    <a:extLst>
                      <a:ext uri="{FF2B5EF4-FFF2-40B4-BE49-F238E27FC236}">
                        <a16:creationId xmlns="" xmlns:a16="http://schemas.microsoft.com/office/drawing/2014/main" id="{310857F9-05C6-7074-BE64-5DF280BE8F35}"/>
                      </a:ext>
                    </a:extLst>
                  </p:cNvPr>
                  <p:cNvSpPr>
                    <a:spLocks/>
                  </p:cNvSpPr>
                  <p:nvPr/>
                </p:nvSpPr>
                <p:spPr bwMode="auto">
                  <a:xfrm>
                    <a:off x="2030" y="3084"/>
                    <a:ext cx="99" cy="114"/>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0" y="0"/>
                        </a:moveTo>
                        <a:lnTo>
                          <a:pt x="0" y="0"/>
                        </a:lnTo>
                        <a:lnTo>
                          <a:pt x="1" y="30"/>
                        </a:lnTo>
                        <a:lnTo>
                          <a:pt x="5" y="61"/>
                        </a:lnTo>
                        <a:lnTo>
                          <a:pt x="8" y="91"/>
                        </a:lnTo>
                        <a:lnTo>
                          <a:pt x="13" y="122"/>
                        </a:lnTo>
                        <a:lnTo>
                          <a:pt x="20" y="150"/>
                        </a:lnTo>
                        <a:lnTo>
                          <a:pt x="28" y="179"/>
                        </a:lnTo>
                        <a:lnTo>
                          <a:pt x="37" y="207"/>
                        </a:lnTo>
                        <a:lnTo>
                          <a:pt x="48" y="235"/>
                        </a:lnTo>
                        <a:lnTo>
                          <a:pt x="61" y="262"/>
                        </a:lnTo>
                        <a:lnTo>
                          <a:pt x="74" y="287"/>
                        </a:lnTo>
                        <a:lnTo>
                          <a:pt x="88" y="313"/>
                        </a:lnTo>
                        <a:lnTo>
                          <a:pt x="105" y="337"/>
                        </a:lnTo>
                        <a:lnTo>
                          <a:pt x="121" y="361"/>
                        </a:lnTo>
                        <a:lnTo>
                          <a:pt x="139" y="383"/>
                        </a:lnTo>
                        <a:lnTo>
                          <a:pt x="158" y="405"/>
                        </a:lnTo>
                        <a:lnTo>
                          <a:pt x="177" y="426"/>
                        </a:lnTo>
                        <a:lnTo>
                          <a:pt x="199" y="446"/>
                        </a:lnTo>
                        <a:lnTo>
                          <a:pt x="221" y="465"/>
                        </a:lnTo>
                        <a:lnTo>
                          <a:pt x="244" y="483"/>
                        </a:lnTo>
                        <a:lnTo>
                          <a:pt x="267" y="500"/>
                        </a:lnTo>
                        <a:lnTo>
                          <a:pt x="291" y="516"/>
                        </a:lnTo>
                        <a:lnTo>
                          <a:pt x="316" y="530"/>
                        </a:lnTo>
                        <a:lnTo>
                          <a:pt x="342" y="543"/>
                        </a:lnTo>
                        <a:lnTo>
                          <a:pt x="370" y="555"/>
                        </a:lnTo>
                        <a:lnTo>
                          <a:pt x="397" y="566"/>
                        </a:lnTo>
                        <a:lnTo>
                          <a:pt x="425" y="576"/>
                        </a:lnTo>
                        <a:lnTo>
                          <a:pt x="453" y="584"/>
                        </a:lnTo>
                        <a:lnTo>
                          <a:pt x="483" y="591"/>
                        </a:lnTo>
                        <a:lnTo>
                          <a:pt x="513" y="596"/>
                        </a:lnTo>
                        <a:lnTo>
                          <a:pt x="542" y="600"/>
                        </a:lnTo>
                        <a:lnTo>
                          <a:pt x="574" y="602"/>
                        </a:lnTo>
                        <a:lnTo>
                          <a:pt x="604" y="603"/>
                        </a:lnTo>
                        <a:lnTo>
                          <a:pt x="604" y="424"/>
                        </a:lnTo>
                        <a:lnTo>
                          <a:pt x="581" y="424"/>
                        </a:lnTo>
                        <a:lnTo>
                          <a:pt x="561" y="421"/>
                        </a:lnTo>
                        <a:lnTo>
                          <a:pt x="539" y="419"/>
                        </a:lnTo>
                        <a:lnTo>
                          <a:pt x="518" y="415"/>
                        </a:lnTo>
                        <a:lnTo>
                          <a:pt x="498" y="411"/>
                        </a:lnTo>
                        <a:lnTo>
                          <a:pt x="478" y="405"/>
                        </a:lnTo>
                        <a:lnTo>
                          <a:pt x="459" y="398"/>
                        </a:lnTo>
                        <a:lnTo>
                          <a:pt x="439" y="391"/>
                        </a:lnTo>
                        <a:lnTo>
                          <a:pt x="421" y="382"/>
                        </a:lnTo>
                        <a:lnTo>
                          <a:pt x="402" y="373"/>
                        </a:lnTo>
                        <a:lnTo>
                          <a:pt x="385" y="363"/>
                        </a:lnTo>
                        <a:lnTo>
                          <a:pt x="367" y="351"/>
                        </a:lnTo>
                        <a:lnTo>
                          <a:pt x="351" y="339"/>
                        </a:lnTo>
                        <a:lnTo>
                          <a:pt x="335" y="327"/>
                        </a:lnTo>
                        <a:lnTo>
                          <a:pt x="320" y="314"/>
                        </a:lnTo>
                        <a:lnTo>
                          <a:pt x="304" y="300"/>
                        </a:lnTo>
                        <a:lnTo>
                          <a:pt x="290" y="285"/>
                        </a:lnTo>
                        <a:lnTo>
                          <a:pt x="277" y="269"/>
                        </a:lnTo>
                        <a:lnTo>
                          <a:pt x="264" y="253"/>
                        </a:lnTo>
                        <a:lnTo>
                          <a:pt x="252" y="237"/>
                        </a:lnTo>
                        <a:lnTo>
                          <a:pt x="241" y="219"/>
                        </a:lnTo>
                        <a:lnTo>
                          <a:pt x="232" y="202"/>
                        </a:lnTo>
                        <a:lnTo>
                          <a:pt x="222" y="184"/>
                        </a:lnTo>
                        <a:lnTo>
                          <a:pt x="213" y="165"/>
                        </a:lnTo>
                        <a:lnTo>
                          <a:pt x="206" y="145"/>
                        </a:lnTo>
                        <a:lnTo>
                          <a:pt x="199" y="126"/>
                        </a:lnTo>
                        <a:lnTo>
                          <a:pt x="194" y="106"/>
                        </a:lnTo>
                        <a:lnTo>
                          <a:pt x="188" y="86"/>
                        </a:lnTo>
                        <a:lnTo>
                          <a:pt x="185" y="65"/>
                        </a:lnTo>
                        <a:lnTo>
                          <a:pt x="183" y="43"/>
                        </a:lnTo>
                        <a:lnTo>
                          <a:pt x="181" y="23"/>
                        </a:lnTo>
                        <a:lnTo>
                          <a:pt x="181" y="0"/>
                        </a:lnTo>
                        <a:lnTo>
                          <a:pt x="0" y="0"/>
                        </a:lnTo>
                        <a:close/>
                      </a:path>
                    </a:pathLst>
                  </a:custGeom>
                  <a:solidFill>
                    <a:srgbClr val="EF2B2F"/>
                  </a:solidFill>
                  <a:ln>
                    <a:noFill/>
                  </a:ln>
                </p:spPr>
                <p:txBody>
                  <a:bodyPr/>
                  <a:lstStyle/>
                  <a:p>
                    <a:pPr>
                      <a:defRPr/>
                    </a:pPr>
                    <a:endParaRPr lang="en-US" sz="1050">
                      <a:latin typeface="+mj-lt"/>
                    </a:endParaRPr>
                  </a:p>
                </p:txBody>
              </p:sp>
              <p:sp>
                <p:nvSpPr>
                  <p:cNvPr id="41635" name="Freeform 414">
                    <a:extLst>
                      <a:ext uri="{FF2B5EF4-FFF2-40B4-BE49-F238E27FC236}">
                        <a16:creationId xmlns="" xmlns:a16="http://schemas.microsoft.com/office/drawing/2014/main" id="{710049A6-C848-7B60-C941-E2F0888E7ECD}"/>
                      </a:ext>
                    </a:extLst>
                  </p:cNvPr>
                  <p:cNvSpPr>
                    <a:spLocks/>
                  </p:cNvSpPr>
                  <p:nvPr/>
                </p:nvSpPr>
                <p:spPr bwMode="auto">
                  <a:xfrm>
                    <a:off x="2030" y="2982"/>
                    <a:ext cx="99" cy="102"/>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604" y="0"/>
                        </a:moveTo>
                        <a:lnTo>
                          <a:pt x="604" y="0"/>
                        </a:lnTo>
                        <a:lnTo>
                          <a:pt x="573" y="1"/>
                        </a:lnTo>
                        <a:lnTo>
                          <a:pt x="542" y="3"/>
                        </a:lnTo>
                        <a:lnTo>
                          <a:pt x="513" y="6"/>
                        </a:lnTo>
                        <a:lnTo>
                          <a:pt x="483" y="12"/>
                        </a:lnTo>
                        <a:lnTo>
                          <a:pt x="453" y="19"/>
                        </a:lnTo>
                        <a:lnTo>
                          <a:pt x="425" y="27"/>
                        </a:lnTo>
                        <a:lnTo>
                          <a:pt x="397" y="37"/>
                        </a:lnTo>
                        <a:lnTo>
                          <a:pt x="370" y="48"/>
                        </a:lnTo>
                        <a:lnTo>
                          <a:pt x="342" y="60"/>
                        </a:lnTo>
                        <a:lnTo>
                          <a:pt x="316" y="73"/>
                        </a:lnTo>
                        <a:lnTo>
                          <a:pt x="291" y="88"/>
                        </a:lnTo>
                        <a:lnTo>
                          <a:pt x="267" y="103"/>
                        </a:lnTo>
                        <a:lnTo>
                          <a:pt x="244" y="120"/>
                        </a:lnTo>
                        <a:lnTo>
                          <a:pt x="221" y="138"/>
                        </a:lnTo>
                        <a:lnTo>
                          <a:pt x="199" y="156"/>
                        </a:lnTo>
                        <a:lnTo>
                          <a:pt x="177" y="177"/>
                        </a:lnTo>
                        <a:lnTo>
                          <a:pt x="158" y="198"/>
                        </a:lnTo>
                        <a:lnTo>
                          <a:pt x="139" y="219"/>
                        </a:lnTo>
                        <a:lnTo>
                          <a:pt x="121" y="242"/>
                        </a:lnTo>
                        <a:lnTo>
                          <a:pt x="105" y="266"/>
                        </a:lnTo>
                        <a:lnTo>
                          <a:pt x="88" y="290"/>
                        </a:lnTo>
                        <a:lnTo>
                          <a:pt x="74" y="316"/>
                        </a:lnTo>
                        <a:lnTo>
                          <a:pt x="61" y="342"/>
                        </a:lnTo>
                        <a:lnTo>
                          <a:pt x="48" y="368"/>
                        </a:lnTo>
                        <a:lnTo>
                          <a:pt x="37" y="395"/>
                        </a:lnTo>
                        <a:lnTo>
                          <a:pt x="28" y="424"/>
                        </a:lnTo>
                        <a:lnTo>
                          <a:pt x="20" y="453"/>
                        </a:lnTo>
                        <a:lnTo>
                          <a:pt x="13" y="482"/>
                        </a:lnTo>
                        <a:lnTo>
                          <a:pt x="8" y="512"/>
                        </a:lnTo>
                        <a:lnTo>
                          <a:pt x="5" y="542"/>
                        </a:lnTo>
                        <a:lnTo>
                          <a:pt x="1" y="572"/>
                        </a:lnTo>
                        <a:lnTo>
                          <a:pt x="0" y="603"/>
                        </a:lnTo>
                        <a:lnTo>
                          <a:pt x="181" y="603"/>
                        </a:lnTo>
                        <a:lnTo>
                          <a:pt x="181" y="581"/>
                        </a:lnTo>
                        <a:lnTo>
                          <a:pt x="183" y="559"/>
                        </a:lnTo>
                        <a:lnTo>
                          <a:pt x="185" y="539"/>
                        </a:lnTo>
                        <a:lnTo>
                          <a:pt x="188" y="517"/>
                        </a:lnTo>
                        <a:lnTo>
                          <a:pt x="194" y="498"/>
                        </a:lnTo>
                        <a:lnTo>
                          <a:pt x="199" y="477"/>
                        </a:lnTo>
                        <a:lnTo>
                          <a:pt x="206" y="457"/>
                        </a:lnTo>
                        <a:lnTo>
                          <a:pt x="213" y="438"/>
                        </a:lnTo>
                        <a:lnTo>
                          <a:pt x="222" y="419"/>
                        </a:lnTo>
                        <a:lnTo>
                          <a:pt x="232" y="401"/>
                        </a:lnTo>
                        <a:lnTo>
                          <a:pt x="241" y="383"/>
                        </a:lnTo>
                        <a:lnTo>
                          <a:pt x="252" y="366"/>
                        </a:lnTo>
                        <a:lnTo>
                          <a:pt x="264" y="350"/>
                        </a:lnTo>
                        <a:lnTo>
                          <a:pt x="277" y="333"/>
                        </a:lnTo>
                        <a:lnTo>
                          <a:pt x="290" y="318"/>
                        </a:lnTo>
                        <a:lnTo>
                          <a:pt x="304" y="304"/>
                        </a:lnTo>
                        <a:lnTo>
                          <a:pt x="320" y="289"/>
                        </a:lnTo>
                        <a:lnTo>
                          <a:pt x="335" y="276"/>
                        </a:lnTo>
                        <a:lnTo>
                          <a:pt x="351" y="263"/>
                        </a:lnTo>
                        <a:lnTo>
                          <a:pt x="367" y="252"/>
                        </a:lnTo>
                        <a:lnTo>
                          <a:pt x="385" y="240"/>
                        </a:lnTo>
                        <a:lnTo>
                          <a:pt x="402" y="230"/>
                        </a:lnTo>
                        <a:lnTo>
                          <a:pt x="421" y="220"/>
                        </a:lnTo>
                        <a:lnTo>
                          <a:pt x="439" y="213"/>
                        </a:lnTo>
                        <a:lnTo>
                          <a:pt x="459" y="205"/>
                        </a:lnTo>
                        <a:lnTo>
                          <a:pt x="478" y="199"/>
                        </a:lnTo>
                        <a:lnTo>
                          <a:pt x="498" y="192"/>
                        </a:lnTo>
                        <a:lnTo>
                          <a:pt x="518" y="188"/>
                        </a:lnTo>
                        <a:lnTo>
                          <a:pt x="539" y="185"/>
                        </a:lnTo>
                        <a:lnTo>
                          <a:pt x="561" y="181"/>
                        </a:lnTo>
                        <a:lnTo>
                          <a:pt x="583" y="179"/>
                        </a:lnTo>
                        <a:lnTo>
                          <a:pt x="604" y="179"/>
                        </a:lnTo>
                        <a:lnTo>
                          <a:pt x="604" y="0"/>
                        </a:lnTo>
                        <a:close/>
                      </a:path>
                    </a:pathLst>
                  </a:custGeom>
                  <a:solidFill>
                    <a:srgbClr val="EF2B2F"/>
                  </a:solidFill>
                  <a:ln>
                    <a:noFill/>
                  </a:ln>
                </p:spPr>
                <p:txBody>
                  <a:bodyPr/>
                  <a:lstStyle/>
                  <a:p>
                    <a:pPr>
                      <a:defRPr/>
                    </a:pPr>
                    <a:endParaRPr lang="en-US" sz="1050">
                      <a:latin typeface="+mj-lt"/>
                    </a:endParaRPr>
                  </a:p>
                </p:txBody>
              </p:sp>
              <p:sp>
                <p:nvSpPr>
                  <p:cNvPr id="41636" name="Freeform 415">
                    <a:extLst>
                      <a:ext uri="{FF2B5EF4-FFF2-40B4-BE49-F238E27FC236}">
                        <a16:creationId xmlns="" xmlns:a16="http://schemas.microsoft.com/office/drawing/2014/main" id="{CE78D781-36E8-F662-AA74-C07D67C01FF9}"/>
                      </a:ext>
                    </a:extLst>
                  </p:cNvPr>
                  <p:cNvSpPr>
                    <a:spLocks/>
                  </p:cNvSpPr>
                  <p:nvPr/>
                </p:nvSpPr>
                <p:spPr bwMode="auto">
                  <a:xfrm>
                    <a:off x="2457" y="3059"/>
                    <a:ext cx="103" cy="102"/>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603"/>
                        </a:moveTo>
                        <a:lnTo>
                          <a:pt x="603" y="603"/>
                        </a:lnTo>
                        <a:lnTo>
                          <a:pt x="602" y="573"/>
                        </a:lnTo>
                        <a:lnTo>
                          <a:pt x="600" y="543"/>
                        </a:lnTo>
                        <a:lnTo>
                          <a:pt x="595" y="512"/>
                        </a:lnTo>
                        <a:lnTo>
                          <a:pt x="590" y="483"/>
                        </a:lnTo>
                        <a:lnTo>
                          <a:pt x="583" y="453"/>
                        </a:lnTo>
                        <a:lnTo>
                          <a:pt x="576" y="425"/>
                        </a:lnTo>
                        <a:lnTo>
                          <a:pt x="566" y="397"/>
                        </a:lnTo>
                        <a:lnTo>
                          <a:pt x="555" y="369"/>
                        </a:lnTo>
                        <a:lnTo>
                          <a:pt x="543" y="343"/>
                        </a:lnTo>
                        <a:lnTo>
                          <a:pt x="529" y="317"/>
                        </a:lnTo>
                        <a:lnTo>
                          <a:pt x="515" y="292"/>
                        </a:lnTo>
                        <a:lnTo>
                          <a:pt x="500" y="267"/>
                        </a:lnTo>
                        <a:lnTo>
                          <a:pt x="482" y="243"/>
                        </a:lnTo>
                        <a:lnTo>
                          <a:pt x="465" y="220"/>
                        </a:lnTo>
                        <a:lnTo>
                          <a:pt x="445" y="198"/>
                        </a:lnTo>
                        <a:lnTo>
                          <a:pt x="426" y="177"/>
                        </a:lnTo>
                        <a:lnTo>
                          <a:pt x="405" y="158"/>
                        </a:lnTo>
                        <a:lnTo>
                          <a:pt x="382" y="138"/>
                        </a:lnTo>
                        <a:lnTo>
                          <a:pt x="360" y="121"/>
                        </a:lnTo>
                        <a:lnTo>
                          <a:pt x="337" y="104"/>
                        </a:lnTo>
                        <a:lnTo>
                          <a:pt x="312" y="88"/>
                        </a:lnTo>
                        <a:lnTo>
                          <a:pt x="287" y="74"/>
                        </a:lnTo>
                        <a:lnTo>
                          <a:pt x="261" y="60"/>
                        </a:lnTo>
                        <a:lnTo>
                          <a:pt x="234" y="48"/>
                        </a:lnTo>
                        <a:lnTo>
                          <a:pt x="206" y="37"/>
                        </a:lnTo>
                        <a:lnTo>
                          <a:pt x="178" y="28"/>
                        </a:lnTo>
                        <a:lnTo>
                          <a:pt x="150" y="20"/>
                        </a:lnTo>
                        <a:lnTo>
                          <a:pt x="121" y="13"/>
                        </a:lnTo>
                        <a:lnTo>
                          <a:pt x="91" y="7"/>
                        </a:lnTo>
                        <a:lnTo>
                          <a:pt x="61" y="4"/>
                        </a:lnTo>
                        <a:lnTo>
                          <a:pt x="30" y="1"/>
                        </a:lnTo>
                        <a:lnTo>
                          <a:pt x="0" y="0"/>
                        </a:lnTo>
                        <a:lnTo>
                          <a:pt x="0" y="180"/>
                        </a:lnTo>
                        <a:lnTo>
                          <a:pt x="22" y="181"/>
                        </a:lnTo>
                        <a:lnTo>
                          <a:pt x="42" y="182"/>
                        </a:lnTo>
                        <a:lnTo>
                          <a:pt x="64" y="185"/>
                        </a:lnTo>
                        <a:lnTo>
                          <a:pt x="85" y="188"/>
                        </a:lnTo>
                        <a:lnTo>
                          <a:pt x="105" y="193"/>
                        </a:lnTo>
                        <a:lnTo>
                          <a:pt x="125" y="199"/>
                        </a:lnTo>
                        <a:lnTo>
                          <a:pt x="145" y="206"/>
                        </a:lnTo>
                        <a:lnTo>
                          <a:pt x="164" y="213"/>
                        </a:lnTo>
                        <a:lnTo>
                          <a:pt x="183" y="222"/>
                        </a:lnTo>
                        <a:lnTo>
                          <a:pt x="201" y="231"/>
                        </a:lnTo>
                        <a:lnTo>
                          <a:pt x="218" y="242"/>
                        </a:lnTo>
                        <a:lnTo>
                          <a:pt x="236" y="252"/>
                        </a:lnTo>
                        <a:lnTo>
                          <a:pt x="253" y="264"/>
                        </a:lnTo>
                        <a:lnTo>
                          <a:pt x="268" y="276"/>
                        </a:lnTo>
                        <a:lnTo>
                          <a:pt x="284" y="290"/>
                        </a:lnTo>
                        <a:lnTo>
                          <a:pt x="299" y="305"/>
                        </a:lnTo>
                        <a:lnTo>
                          <a:pt x="313" y="319"/>
                        </a:lnTo>
                        <a:lnTo>
                          <a:pt x="326" y="335"/>
                        </a:lnTo>
                        <a:lnTo>
                          <a:pt x="339" y="350"/>
                        </a:lnTo>
                        <a:lnTo>
                          <a:pt x="351" y="368"/>
                        </a:lnTo>
                        <a:lnTo>
                          <a:pt x="362" y="385"/>
                        </a:lnTo>
                        <a:lnTo>
                          <a:pt x="373" y="402"/>
                        </a:lnTo>
                        <a:lnTo>
                          <a:pt x="381" y="421"/>
                        </a:lnTo>
                        <a:lnTo>
                          <a:pt x="390" y="439"/>
                        </a:lnTo>
                        <a:lnTo>
                          <a:pt x="398" y="459"/>
                        </a:lnTo>
                        <a:lnTo>
                          <a:pt x="404" y="478"/>
                        </a:lnTo>
                        <a:lnTo>
                          <a:pt x="410" y="498"/>
                        </a:lnTo>
                        <a:lnTo>
                          <a:pt x="415" y="519"/>
                        </a:lnTo>
                        <a:lnTo>
                          <a:pt x="418" y="539"/>
                        </a:lnTo>
                        <a:lnTo>
                          <a:pt x="422" y="561"/>
                        </a:lnTo>
                        <a:lnTo>
                          <a:pt x="423" y="582"/>
                        </a:lnTo>
                        <a:lnTo>
                          <a:pt x="424" y="603"/>
                        </a:lnTo>
                        <a:lnTo>
                          <a:pt x="603" y="603"/>
                        </a:lnTo>
                        <a:close/>
                      </a:path>
                    </a:pathLst>
                  </a:custGeom>
                  <a:solidFill>
                    <a:srgbClr val="EF2B2F"/>
                  </a:solidFill>
                  <a:ln>
                    <a:noFill/>
                  </a:ln>
                </p:spPr>
                <p:txBody>
                  <a:bodyPr/>
                  <a:lstStyle/>
                  <a:p>
                    <a:pPr>
                      <a:defRPr/>
                    </a:pPr>
                    <a:endParaRPr lang="en-US" sz="1050">
                      <a:latin typeface="+mj-lt"/>
                    </a:endParaRPr>
                  </a:p>
                </p:txBody>
              </p:sp>
              <p:sp>
                <p:nvSpPr>
                  <p:cNvPr id="41637" name="Freeform 416">
                    <a:extLst>
                      <a:ext uri="{FF2B5EF4-FFF2-40B4-BE49-F238E27FC236}">
                        <a16:creationId xmlns="" xmlns:a16="http://schemas.microsoft.com/office/drawing/2014/main" id="{8875F409-4D98-80AB-4E50-B0C0F2791869}"/>
                      </a:ext>
                    </a:extLst>
                  </p:cNvPr>
                  <p:cNvSpPr>
                    <a:spLocks/>
                  </p:cNvSpPr>
                  <p:nvPr/>
                </p:nvSpPr>
                <p:spPr bwMode="auto">
                  <a:xfrm>
                    <a:off x="2457" y="3161"/>
                    <a:ext cx="103" cy="102"/>
                  </a:xfrm>
                  <a:custGeom>
                    <a:avLst/>
                    <a:gdLst>
                      <a:gd name="T0" fmla="*/ 0 w 603"/>
                      <a:gd name="T1" fmla="*/ 0 h 605"/>
                      <a:gd name="T2" fmla="*/ 0 w 603"/>
                      <a:gd name="T3" fmla="*/ 0 h 605"/>
                      <a:gd name="T4" fmla="*/ 0 w 603"/>
                      <a:gd name="T5" fmla="*/ 0 h 605"/>
                      <a:gd name="T6" fmla="*/ 0 w 603"/>
                      <a:gd name="T7" fmla="*/ 0 h 605"/>
                      <a:gd name="T8" fmla="*/ 0 w 603"/>
                      <a:gd name="T9" fmla="*/ 0 h 605"/>
                      <a:gd name="T10" fmla="*/ 0 w 603"/>
                      <a:gd name="T11" fmla="*/ 0 h 605"/>
                      <a:gd name="T12" fmla="*/ 0 w 603"/>
                      <a:gd name="T13" fmla="*/ 0 h 605"/>
                      <a:gd name="T14" fmla="*/ 0 w 603"/>
                      <a:gd name="T15" fmla="*/ 0 h 605"/>
                      <a:gd name="T16" fmla="*/ 0 w 603"/>
                      <a:gd name="T17" fmla="*/ 0 h 605"/>
                      <a:gd name="T18" fmla="*/ 0 w 603"/>
                      <a:gd name="T19" fmla="*/ 0 h 605"/>
                      <a:gd name="T20" fmla="*/ 0 w 603"/>
                      <a:gd name="T21" fmla="*/ 0 h 605"/>
                      <a:gd name="T22" fmla="*/ 0 w 603"/>
                      <a:gd name="T23" fmla="*/ 0 h 605"/>
                      <a:gd name="T24" fmla="*/ 0 w 603"/>
                      <a:gd name="T25" fmla="*/ 0 h 605"/>
                      <a:gd name="T26" fmla="*/ 0 w 603"/>
                      <a:gd name="T27" fmla="*/ 0 h 605"/>
                      <a:gd name="T28" fmla="*/ 0 w 603"/>
                      <a:gd name="T29" fmla="*/ 0 h 605"/>
                      <a:gd name="T30" fmla="*/ 0 w 603"/>
                      <a:gd name="T31" fmla="*/ 0 h 605"/>
                      <a:gd name="T32" fmla="*/ 0 w 603"/>
                      <a:gd name="T33" fmla="*/ 0 h 605"/>
                      <a:gd name="T34" fmla="*/ 0 w 603"/>
                      <a:gd name="T35" fmla="*/ 0 h 605"/>
                      <a:gd name="T36" fmla="*/ 0 w 603"/>
                      <a:gd name="T37" fmla="*/ 0 h 605"/>
                      <a:gd name="T38" fmla="*/ 0 w 603"/>
                      <a:gd name="T39" fmla="*/ 0 h 605"/>
                      <a:gd name="T40" fmla="*/ 0 w 603"/>
                      <a:gd name="T41" fmla="*/ 0 h 605"/>
                      <a:gd name="T42" fmla="*/ 0 w 603"/>
                      <a:gd name="T43" fmla="*/ 0 h 605"/>
                      <a:gd name="T44" fmla="*/ 0 w 603"/>
                      <a:gd name="T45" fmla="*/ 0 h 605"/>
                      <a:gd name="T46" fmla="*/ 0 w 603"/>
                      <a:gd name="T47" fmla="*/ 0 h 605"/>
                      <a:gd name="T48" fmla="*/ 0 w 603"/>
                      <a:gd name="T49" fmla="*/ 0 h 605"/>
                      <a:gd name="T50" fmla="*/ 0 w 603"/>
                      <a:gd name="T51" fmla="*/ 0 h 605"/>
                      <a:gd name="T52" fmla="*/ 0 w 603"/>
                      <a:gd name="T53" fmla="*/ 0 h 605"/>
                      <a:gd name="T54" fmla="*/ 0 w 603"/>
                      <a:gd name="T55" fmla="*/ 0 h 605"/>
                      <a:gd name="T56" fmla="*/ 0 w 603"/>
                      <a:gd name="T57" fmla="*/ 0 h 605"/>
                      <a:gd name="T58" fmla="*/ 0 w 603"/>
                      <a:gd name="T59" fmla="*/ 0 h 605"/>
                      <a:gd name="T60" fmla="*/ 0 w 603"/>
                      <a:gd name="T61" fmla="*/ 0 h 605"/>
                      <a:gd name="T62" fmla="*/ 0 w 603"/>
                      <a:gd name="T63" fmla="*/ 0 h 605"/>
                      <a:gd name="T64" fmla="*/ 0 w 603"/>
                      <a:gd name="T65" fmla="*/ 0 h 605"/>
                      <a:gd name="T66" fmla="*/ 0 w 603"/>
                      <a:gd name="T67" fmla="*/ 0 h 60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5"/>
                      <a:gd name="T104" fmla="*/ 603 w 603"/>
                      <a:gd name="T105" fmla="*/ 605 h 60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5">
                        <a:moveTo>
                          <a:pt x="0" y="605"/>
                        </a:moveTo>
                        <a:lnTo>
                          <a:pt x="0" y="605"/>
                        </a:lnTo>
                        <a:lnTo>
                          <a:pt x="30" y="603"/>
                        </a:lnTo>
                        <a:lnTo>
                          <a:pt x="61" y="601"/>
                        </a:lnTo>
                        <a:lnTo>
                          <a:pt x="91" y="597"/>
                        </a:lnTo>
                        <a:lnTo>
                          <a:pt x="121" y="592"/>
                        </a:lnTo>
                        <a:lnTo>
                          <a:pt x="150" y="585"/>
                        </a:lnTo>
                        <a:lnTo>
                          <a:pt x="178" y="577"/>
                        </a:lnTo>
                        <a:lnTo>
                          <a:pt x="206" y="568"/>
                        </a:lnTo>
                        <a:lnTo>
                          <a:pt x="234" y="557"/>
                        </a:lnTo>
                        <a:lnTo>
                          <a:pt x="261" y="545"/>
                        </a:lnTo>
                        <a:lnTo>
                          <a:pt x="287" y="531"/>
                        </a:lnTo>
                        <a:lnTo>
                          <a:pt x="312" y="517"/>
                        </a:lnTo>
                        <a:lnTo>
                          <a:pt x="337" y="501"/>
                        </a:lnTo>
                        <a:lnTo>
                          <a:pt x="360" y="484"/>
                        </a:lnTo>
                        <a:lnTo>
                          <a:pt x="382" y="467"/>
                        </a:lnTo>
                        <a:lnTo>
                          <a:pt x="405" y="447"/>
                        </a:lnTo>
                        <a:lnTo>
                          <a:pt x="426" y="427"/>
                        </a:lnTo>
                        <a:lnTo>
                          <a:pt x="445" y="407"/>
                        </a:lnTo>
                        <a:lnTo>
                          <a:pt x="465" y="385"/>
                        </a:lnTo>
                        <a:lnTo>
                          <a:pt x="482" y="361"/>
                        </a:lnTo>
                        <a:lnTo>
                          <a:pt x="500" y="338"/>
                        </a:lnTo>
                        <a:lnTo>
                          <a:pt x="515" y="313"/>
                        </a:lnTo>
                        <a:lnTo>
                          <a:pt x="529" y="288"/>
                        </a:lnTo>
                        <a:lnTo>
                          <a:pt x="543" y="262"/>
                        </a:lnTo>
                        <a:lnTo>
                          <a:pt x="555" y="235"/>
                        </a:lnTo>
                        <a:lnTo>
                          <a:pt x="566" y="208"/>
                        </a:lnTo>
                        <a:lnTo>
                          <a:pt x="576" y="180"/>
                        </a:lnTo>
                        <a:lnTo>
                          <a:pt x="583" y="151"/>
                        </a:lnTo>
                        <a:lnTo>
                          <a:pt x="590" y="122"/>
                        </a:lnTo>
                        <a:lnTo>
                          <a:pt x="595" y="93"/>
                        </a:lnTo>
                        <a:lnTo>
                          <a:pt x="600" y="62"/>
                        </a:lnTo>
                        <a:lnTo>
                          <a:pt x="602" y="32"/>
                        </a:lnTo>
                        <a:lnTo>
                          <a:pt x="603" y="0"/>
                        </a:lnTo>
                        <a:lnTo>
                          <a:pt x="424" y="0"/>
                        </a:lnTo>
                        <a:lnTo>
                          <a:pt x="423" y="22"/>
                        </a:lnTo>
                        <a:lnTo>
                          <a:pt x="422" y="44"/>
                        </a:lnTo>
                        <a:lnTo>
                          <a:pt x="418" y="66"/>
                        </a:lnTo>
                        <a:lnTo>
                          <a:pt x="415" y="86"/>
                        </a:lnTo>
                        <a:lnTo>
                          <a:pt x="410" y="107"/>
                        </a:lnTo>
                        <a:lnTo>
                          <a:pt x="404" y="126"/>
                        </a:lnTo>
                        <a:lnTo>
                          <a:pt x="398" y="146"/>
                        </a:lnTo>
                        <a:lnTo>
                          <a:pt x="390" y="166"/>
                        </a:lnTo>
                        <a:lnTo>
                          <a:pt x="381" y="184"/>
                        </a:lnTo>
                        <a:lnTo>
                          <a:pt x="373" y="203"/>
                        </a:lnTo>
                        <a:lnTo>
                          <a:pt x="362" y="220"/>
                        </a:lnTo>
                        <a:lnTo>
                          <a:pt x="351" y="237"/>
                        </a:lnTo>
                        <a:lnTo>
                          <a:pt x="339" y="255"/>
                        </a:lnTo>
                        <a:lnTo>
                          <a:pt x="326" y="270"/>
                        </a:lnTo>
                        <a:lnTo>
                          <a:pt x="313" y="286"/>
                        </a:lnTo>
                        <a:lnTo>
                          <a:pt x="299" y="300"/>
                        </a:lnTo>
                        <a:lnTo>
                          <a:pt x="284" y="314"/>
                        </a:lnTo>
                        <a:lnTo>
                          <a:pt x="268" y="327"/>
                        </a:lnTo>
                        <a:lnTo>
                          <a:pt x="253" y="341"/>
                        </a:lnTo>
                        <a:lnTo>
                          <a:pt x="236" y="352"/>
                        </a:lnTo>
                        <a:lnTo>
                          <a:pt x="218" y="363"/>
                        </a:lnTo>
                        <a:lnTo>
                          <a:pt x="201" y="374"/>
                        </a:lnTo>
                        <a:lnTo>
                          <a:pt x="183" y="383"/>
                        </a:lnTo>
                        <a:lnTo>
                          <a:pt x="164" y="392"/>
                        </a:lnTo>
                        <a:lnTo>
                          <a:pt x="145" y="399"/>
                        </a:lnTo>
                        <a:lnTo>
                          <a:pt x="125" y="406"/>
                        </a:lnTo>
                        <a:lnTo>
                          <a:pt x="105" y="412"/>
                        </a:lnTo>
                        <a:lnTo>
                          <a:pt x="85" y="417"/>
                        </a:lnTo>
                        <a:lnTo>
                          <a:pt x="64" y="420"/>
                        </a:lnTo>
                        <a:lnTo>
                          <a:pt x="43" y="423"/>
                        </a:lnTo>
                        <a:lnTo>
                          <a:pt x="22" y="424"/>
                        </a:lnTo>
                        <a:lnTo>
                          <a:pt x="0" y="425"/>
                        </a:lnTo>
                        <a:lnTo>
                          <a:pt x="0" y="605"/>
                        </a:lnTo>
                        <a:close/>
                      </a:path>
                    </a:pathLst>
                  </a:custGeom>
                  <a:solidFill>
                    <a:srgbClr val="EF2B2F"/>
                  </a:solidFill>
                  <a:ln>
                    <a:noFill/>
                  </a:ln>
                </p:spPr>
                <p:txBody>
                  <a:bodyPr/>
                  <a:lstStyle/>
                  <a:p>
                    <a:pPr>
                      <a:defRPr/>
                    </a:pPr>
                    <a:endParaRPr lang="en-US" sz="1050">
                      <a:latin typeface="+mj-lt"/>
                    </a:endParaRPr>
                  </a:p>
                </p:txBody>
              </p:sp>
              <p:sp>
                <p:nvSpPr>
                  <p:cNvPr id="41638" name="Freeform 417">
                    <a:extLst>
                      <a:ext uri="{FF2B5EF4-FFF2-40B4-BE49-F238E27FC236}">
                        <a16:creationId xmlns="" xmlns:a16="http://schemas.microsoft.com/office/drawing/2014/main" id="{71AD5A11-EEBA-7F63-7CA1-041CF5E03DBB}"/>
                      </a:ext>
                    </a:extLst>
                  </p:cNvPr>
                  <p:cNvSpPr>
                    <a:spLocks/>
                  </p:cNvSpPr>
                  <p:nvPr/>
                </p:nvSpPr>
                <p:spPr bwMode="auto">
                  <a:xfrm>
                    <a:off x="2358" y="3161"/>
                    <a:ext cx="99" cy="102"/>
                  </a:xfrm>
                  <a:custGeom>
                    <a:avLst/>
                    <a:gdLst>
                      <a:gd name="T0" fmla="*/ 0 w 604"/>
                      <a:gd name="T1" fmla="*/ 0 h 605"/>
                      <a:gd name="T2" fmla="*/ 0 w 604"/>
                      <a:gd name="T3" fmla="*/ 0 h 605"/>
                      <a:gd name="T4" fmla="*/ 0 w 604"/>
                      <a:gd name="T5" fmla="*/ 0 h 605"/>
                      <a:gd name="T6" fmla="*/ 0 w 604"/>
                      <a:gd name="T7" fmla="*/ 0 h 605"/>
                      <a:gd name="T8" fmla="*/ 0 w 604"/>
                      <a:gd name="T9" fmla="*/ 0 h 605"/>
                      <a:gd name="T10" fmla="*/ 0 w 604"/>
                      <a:gd name="T11" fmla="*/ 0 h 605"/>
                      <a:gd name="T12" fmla="*/ 0 w 604"/>
                      <a:gd name="T13" fmla="*/ 0 h 605"/>
                      <a:gd name="T14" fmla="*/ 0 w 604"/>
                      <a:gd name="T15" fmla="*/ 0 h 605"/>
                      <a:gd name="T16" fmla="*/ 0 w 604"/>
                      <a:gd name="T17" fmla="*/ 0 h 605"/>
                      <a:gd name="T18" fmla="*/ 0 w 604"/>
                      <a:gd name="T19" fmla="*/ 0 h 605"/>
                      <a:gd name="T20" fmla="*/ 0 w 604"/>
                      <a:gd name="T21" fmla="*/ 0 h 605"/>
                      <a:gd name="T22" fmla="*/ 0 w 604"/>
                      <a:gd name="T23" fmla="*/ 0 h 605"/>
                      <a:gd name="T24" fmla="*/ 0 w 604"/>
                      <a:gd name="T25" fmla="*/ 0 h 605"/>
                      <a:gd name="T26" fmla="*/ 0 w 604"/>
                      <a:gd name="T27" fmla="*/ 0 h 605"/>
                      <a:gd name="T28" fmla="*/ 0 w 604"/>
                      <a:gd name="T29" fmla="*/ 0 h 605"/>
                      <a:gd name="T30" fmla="*/ 0 w 604"/>
                      <a:gd name="T31" fmla="*/ 0 h 605"/>
                      <a:gd name="T32" fmla="*/ 0 w 604"/>
                      <a:gd name="T33" fmla="*/ 0 h 605"/>
                      <a:gd name="T34" fmla="*/ 0 w 604"/>
                      <a:gd name="T35" fmla="*/ 0 h 605"/>
                      <a:gd name="T36" fmla="*/ 0 w 604"/>
                      <a:gd name="T37" fmla="*/ 0 h 605"/>
                      <a:gd name="T38" fmla="*/ 0 w 604"/>
                      <a:gd name="T39" fmla="*/ 0 h 605"/>
                      <a:gd name="T40" fmla="*/ 0 w 604"/>
                      <a:gd name="T41" fmla="*/ 0 h 605"/>
                      <a:gd name="T42" fmla="*/ 0 w 604"/>
                      <a:gd name="T43" fmla="*/ 0 h 605"/>
                      <a:gd name="T44" fmla="*/ 0 w 604"/>
                      <a:gd name="T45" fmla="*/ 0 h 605"/>
                      <a:gd name="T46" fmla="*/ 0 w 604"/>
                      <a:gd name="T47" fmla="*/ 0 h 605"/>
                      <a:gd name="T48" fmla="*/ 0 w 604"/>
                      <a:gd name="T49" fmla="*/ 0 h 605"/>
                      <a:gd name="T50" fmla="*/ 0 w 604"/>
                      <a:gd name="T51" fmla="*/ 0 h 605"/>
                      <a:gd name="T52" fmla="*/ 0 w 604"/>
                      <a:gd name="T53" fmla="*/ 0 h 605"/>
                      <a:gd name="T54" fmla="*/ 0 w 604"/>
                      <a:gd name="T55" fmla="*/ 0 h 605"/>
                      <a:gd name="T56" fmla="*/ 0 w 604"/>
                      <a:gd name="T57" fmla="*/ 0 h 605"/>
                      <a:gd name="T58" fmla="*/ 0 w 604"/>
                      <a:gd name="T59" fmla="*/ 0 h 605"/>
                      <a:gd name="T60" fmla="*/ 0 w 604"/>
                      <a:gd name="T61" fmla="*/ 0 h 605"/>
                      <a:gd name="T62" fmla="*/ 0 w 604"/>
                      <a:gd name="T63" fmla="*/ 0 h 605"/>
                      <a:gd name="T64" fmla="*/ 0 w 604"/>
                      <a:gd name="T65" fmla="*/ 0 h 605"/>
                      <a:gd name="T66" fmla="*/ 0 w 604"/>
                      <a:gd name="T67" fmla="*/ 0 h 60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5"/>
                      <a:gd name="T104" fmla="*/ 604 w 604"/>
                      <a:gd name="T105" fmla="*/ 605 h 60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5">
                        <a:moveTo>
                          <a:pt x="0" y="0"/>
                        </a:moveTo>
                        <a:lnTo>
                          <a:pt x="0" y="0"/>
                        </a:lnTo>
                        <a:lnTo>
                          <a:pt x="1" y="31"/>
                        </a:lnTo>
                        <a:lnTo>
                          <a:pt x="3" y="62"/>
                        </a:lnTo>
                        <a:lnTo>
                          <a:pt x="8" y="93"/>
                        </a:lnTo>
                        <a:lnTo>
                          <a:pt x="13" y="122"/>
                        </a:lnTo>
                        <a:lnTo>
                          <a:pt x="20" y="151"/>
                        </a:lnTo>
                        <a:lnTo>
                          <a:pt x="27" y="180"/>
                        </a:lnTo>
                        <a:lnTo>
                          <a:pt x="37" y="208"/>
                        </a:lnTo>
                        <a:lnTo>
                          <a:pt x="48" y="235"/>
                        </a:lnTo>
                        <a:lnTo>
                          <a:pt x="60" y="262"/>
                        </a:lnTo>
                        <a:lnTo>
                          <a:pt x="74" y="288"/>
                        </a:lnTo>
                        <a:lnTo>
                          <a:pt x="88" y="313"/>
                        </a:lnTo>
                        <a:lnTo>
                          <a:pt x="103" y="338"/>
                        </a:lnTo>
                        <a:lnTo>
                          <a:pt x="121" y="361"/>
                        </a:lnTo>
                        <a:lnTo>
                          <a:pt x="138" y="385"/>
                        </a:lnTo>
                        <a:lnTo>
                          <a:pt x="158" y="407"/>
                        </a:lnTo>
                        <a:lnTo>
                          <a:pt x="177" y="427"/>
                        </a:lnTo>
                        <a:lnTo>
                          <a:pt x="198" y="447"/>
                        </a:lnTo>
                        <a:lnTo>
                          <a:pt x="219" y="467"/>
                        </a:lnTo>
                        <a:lnTo>
                          <a:pt x="243" y="484"/>
                        </a:lnTo>
                        <a:lnTo>
                          <a:pt x="266" y="501"/>
                        </a:lnTo>
                        <a:lnTo>
                          <a:pt x="291" y="517"/>
                        </a:lnTo>
                        <a:lnTo>
                          <a:pt x="316" y="531"/>
                        </a:lnTo>
                        <a:lnTo>
                          <a:pt x="342" y="545"/>
                        </a:lnTo>
                        <a:lnTo>
                          <a:pt x="369" y="557"/>
                        </a:lnTo>
                        <a:lnTo>
                          <a:pt x="397" y="568"/>
                        </a:lnTo>
                        <a:lnTo>
                          <a:pt x="425" y="577"/>
                        </a:lnTo>
                        <a:lnTo>
                          <a:pt x="453" y="585"/>
                        </a:lnTo>
                        <a:lnTo>
                          <a:pt x="482" y="592"/>
                        </a:lnTo>
                        <a:lnTo>
                          <a:pt x="512" y="597"/>
                        </a:lnTo>
                        <a:lnTo>
                          <a:pt x="542" y="601"/>
                        </a:lnTo>
                        <a:lnTo>
                          <a:pt x="573" y="603"/>
                        </a:lnTo>
                        <a:lnTo>
                          <a:pt x="604" y="605"/>
                        </a:lnTo>
                        <a:lnTo>
                          <a:pt x="604" y="425"/>
                        </a:lnTo>
                        <a:lnTo>
                          <a:pt x="581" y="424"/>
                        </a:lnTo>
                        <a:lnTo>
                          <a:pt x="560" y="423"/>
                        </a:lnTo>
                        <a:lnTo>
                          <a:pt x="539" y="420"/>
                        </a:lnTo>
                        <a:lnTo>
                          <a:pt x="518" y="417"/>
                        </a:lnTo>
                        <a:lnTo>
                          <a:pt x="498" y="412"/>
                        </a:lnTo>
                        <a:lnTo>
                          <a:pt x="478" y="406"/>
                        </a:lnTo>
                        <a:lnTo>
                          <a:pt x="458" y="399"/>
                        </a:lnTo>
                        <a:lnTo>
                          <a:pt x="439" y="392"/>
                        </a:lnTo>
                        <a:lnTo>
                          <a:pt x="420" y="383"/>
                        </a:lnTo>
                        <a:lnTo>
                          <a:pt x="402" y="374"/>
                        </a:lnTo>
                        <a:lnTo>
                          <a:pt x="385" y="363"/>
                        </a:lnTo>
                        <a:lnTo>
                          <a:pt x="367" y="352"/>
                        </a:lnTo>
                        <a:lnTo>
                          <a:pt x="350" y="341"/>
                        </a:lnTo>
                        <a:lnTo>
                          <a:pt x="335" y="327"/>
                        </a:lnTo>
                        <a:lnTo>
                          <a:pt x="318" y="314"/>
                        </a:lnTo>
                        <a:lnTo>
                          <a:pt x="304" y="300"/>
                        </a:lnTo>
                        <a:lnTo>
                          <a:pt x="290" y="286"/>
                        </a:lnTo>
                        <a:lnTo>
                          <a:pt x="277" y="270"/>
                        </a:lnTo>
                        <a:lnTo>
                          <a:pt x="264" y="255"/>
                        </a:lnTo>
                        <a:lnTo>
                          <a:pt x="252" y="237"/>
                        </a:lnTo>
                        <a:lnTo>
                          <a:pt x="241" y="220"/>
                        </a:lnTo>
                        <a:lnTo>
                          <a:pt x="230" y="203"/>
                        </a:lnTo>
                        <a:lnTo>
                          <a:pt x="222" y="184"/>
                        </a:lnTo>
                        <a:lnTo>
                          <a:pt x="213" y="166"/>
                        </a:lnTo>
                        <a:lnTo>
                          <a:pt x="205" y="146"/>
                        </a:lnTo>
                        <a:lnTo>
                          <a:pt x="199" y="126"/>
                        </a:lnTo>
                        <a:lnTo>
                          <a:pt x="192" y="107"/>
                        </a:lnTo>
                        <a:lnTo>
                          <a:pt x="188" y="86"/>
                        </a:lnTo>
                        <a:lnTo>
                          <a:pt x="185" y="66"/>
                        </a:lnTo>
                        <a:lnTo>
                          <a:pt x="181" y="45"/>
                        </a:lnTo>
                        <a:lnTo>
                          <a:pt x="180" y="23"/>
                        </a:lnTo>
                        <a:lnTo>
                          <a:pt x="179" y="0"/>
                        </a:lnTo>
                        <a:lnTo>
                          <a:pt x="0" y="0"/>
                        </a:lnTo>
                        <a:close/>
                      </a:path>
                    </a:pathLst>
                  </a:custGeom>
                  <a:solidFill>
                    <a:srgbClr val="EF2B2F"/>
                  </a:solidFill>
                  <a:ln>
                    <a:noFill/>
                  </a:ln>
                </p:spPr>
                <p:txBody>
                  <a:bodyPr/>
                  <a:lstStyle/>
                  <a:p>
                    <a:pPr>
                      <a:defRPr/>
                    </a:pPr>
                    <a:endParaRPr lang="en-US" sz="1050">
                      <a:latin typeface="+mj-lt"/>
                    </a:endParaRPr>
                  </a:p>
                </p:txBody>
              </p:sp>
              <p:sp>
                <p:nvSpPr>
                  <p:cNvPr id="41639" name="Freeform 418">
                    <a:extLst>
                      <a:ext uri="{FF2B5EF4-FFF2-40B4-BE49-F238E27FC236}">
                        <a16:creationId xmlns="" xmlns:a16="http://schemas.microsoft.com/office/drawing/2014/main" id="{C6F82A20-5F6D-751B-3588-4FEBF128253A}"/>
                      </a:ext>
                    </a:extLst>
                  </p:cNvPr>
                  <p:cNvSpPr>
                    <a:spLocks/>
                  </p:cNvSpPr>
                  <p:nvPr/>
                </p:nvSpPr>
                <p:spPr bwMode="auto">
                  <a:xfrm>
                    <a:off x="2358" y="3059"/>
                    <a:ext cx="99" cy="102"/>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604" y="0"/>
                        </a:moveTo>
                        <a:lnTo>
                          <a:pt x="604" y="0"/>
                        </a:lnTo>
                        <a:lnTo>
                          <a:pt x="573" y="1"/>
                        </a:lnTo>
                        <a:lnTo>
                          <a:pt x="542" y="4"/>
                        </a:lnTo>
                        <a:lnTo>
                          <a:pt x="512" y="7"/>
                        </a:lnTo>
                        <a:lnTo>
                          <a:pt x="482" y="13"/>
                        </a:lnTo>
                        <a:lnTo>
                          <a:pt x="453" y="20"/>
                        </a:lnTo>
                        <a:lnTo>
                          <a:pt x="425" y="28"/>
                        </a:lnTo>
                        <a:lnTo>
                          <a:pt x="397" y="37"/>
                        </a:lnTo>
                        <a:lnTo>
                          <a:pt x="369" y="48"/>
                        </a:lnTo>
                        <a:lnTo>
                          <a:pt x="342" y="60"/>
                        </a:lnTo>
                        <a:lnTo>
                          <a:pt x="316" y="74"/>
                        </a:lnTo>
                        <a:lnTo>
                          <a:pt x="291" y="88"/>
                        </a:lnTo>
                        <a:lnTo>
                          <a:pt x="266" y="104"/>
                        </a:lnTo>
                        <a:lnTo>
                          <a:pt x="243" y="121"/>
                        </a:lnTo>
                        <a:lnTo>
                          <a:pt x="219" y="138"/>
                        </a:lnTo>
                        <a:lnTo>
                          <a:pt x="198" y="158"/>
                        </a:lnTo>
                        <a:lnTo>
                          <a:pt x="177" y="177"/>
                        </a:lnTo>
                        <a:lnTo>
                          <a:pt x="158" y="198"/>
                        </a:lnTo>
                        <a:lnTo>
                          <a:pt x="138" y="220"/>
                        </a:lnTo>
                        <a:lnTo>
                          <a:pt x="121" y="243"/>
                        </a:lnTo>
                        <a:lnTo>
                          <a:pt x="103" y="267"/>
                        </a:lnTo>
                        <a:lnTo>
                          <a:pt x="88" y="292"/>
                        </a:lnTo>
                        <a:lnTo>
                          <a:pt x="74" y="317"/>
                        </a:lnTo>
                        <a:lnTo>
                          <a:pt x="60" y="343"/>
                        </a:lnTo>
                        <a:lnTo>
                          <a:pt x="48" y="369"/>
                        </a:lnTo>
                        <a:lnTo>
                          <a:pt x="37" y="397"/>
                        </a:lnTo>
                        <a:lnTo>
                          <a:pt x="27" y="425"/>
                        </a:lnTo>
                        <a:lnTo>
                          <a:pt x="20" y="453"/>
                        </a:lnTo>
                        <a:lnTo>
                          <a:pt x="13" y="483"/>
                        </a:lnTo>
                        <a:lnTo>
                          <a:pt x="8" y="512"/>
                        </a:lnTo>
                        <a:lnTo>
                          <a:pt x="3" y="543"/>
                        </a:lnTo>
                        <a:lnTo>
                          <a:pt x="1" y="573"/>
                        </a:lnTo>
                        <a:lnTo>
                          <a:pt x="0" y="603"/>
                        </a:lnTo>
                        <a:lnTo>
                          <a:pt x="179" y="603"/>
                        </a:lnTo>
                        <a:lnTo>
                          <a:pt x="180" y="582"/>
                        </a:lnTo>
                        <a:lnTo>
                          <a:pt x="181" y="560"/>
                        </a:lnTo>
                        <a:lnTo>
                          <a:pt x="185" y="539"/>
                        </a:lnTo>
                        <a:lnTo>
                          <a:pt x="188" y="519"/>
                        </a:lnTo>
                        <a:lnTo>
                          <a:pt x="192" y="498"/>
                        </a:lnTo>
                        <a:lnTo>
                          <a:pt x="199" y="478"/>
                        </a:lnTo>
                        <a:lnTo>
                          <a:pt x="205" y="459"/>
                        </a:lnTo>
                        <a:lnTo>
                          <a:pt x="213" y="439"/>
                        </a:lnTo>
                        <a:lnTo>
                          <a:pt x="222" y="421"/>
                        </a:lnTo>
                        <a:lnTo>
                          <a:pt x="230" y="402"/>
                        </a:lnTo>
                        <a:lnTo>
                          <a:pt x="241" y="385"/>
                        </a:lnTo>
                        <a:lnTo>
                          <a:pt x="252" y="368"/>
                        </a:lnTo>
                        <a:lnTo>
                          <a:pt x="264" y="350"/>
                        </a:lnTo>
                        <a:lnTo>
                          <a:pt x="277" y="335"/>
                        </a:lnTo>
                        <a:lnTo>
                          <a:pt x="290" y="319"/>
                        </a:lnTo>
                        <a:lnTo>
                          <a:pt x="304" y="305"/>
                        </a:lnTo>
                        <a:lnTo>
                          <a:pt x="318" y="290"/>
                        </a:lnTo>
                        <a:lnTo>
                          <a:pt x="335" y="276"/>
                        </a:lnTo>
                        <a:lnTo>
                          <a:pt x="350" y="264"/>
                        </a:lnTo>
                        <a:lnTo>
                          <a:pt x="367" y="252"/>
                        </a:lnTo>
                        <a:lnTo>
                          <a:pt x="385" y="242"/>
                        </a:lnTo>
                        <a:lnTo>
                          <a:pt x="402" y="231"/>
                        </a:lnTo>
                        <a:lnTo>
                          <a:pt x="420" y="222"/>
                        </a:lnTo>
                        <a:lnTo>
                          <a:pt x="439" y="213"/>
                        </a:lnTo>
                        <a:lnTo>
                          <a:pt x="458" y="206"/>
                        </a:lnTo>
                        <a:lnTo>
                          <a:pt x="478" y="199"/>
                        </a:lnTo>
                        <a:lnTo>
                          <a:pt x="498" y="193"/>
                        </a:lnTo>
                        <a:lnTo>
                          <a:pt x="518" y="188"/>
                        </a:lnTo>
                        <a:lnTo>
                          <a:pt x="539" y="185"/>
                        </a:lnTo>
                        <a:lnTo>
                          <a:pt x="561" y="182"/>
                        </a:lnTo>
                        <a:lnTo>
                          <a:pt x="581" y="181"/>
                        </a:lnTo>
                        <a:lnTo>
                          <a:pt x="604" y="180"/>
                        </a:lnTo>
                        <a:lnTo>
                          <a:pt x="604" y="0"/>
                        </a:lnTo>
                        <a:close/>
                      </a:path>
                    </a:pathLst>
                  </a:custGeom>
                  <a:solidFill>
                    <a:srgbClr val="EF2B2F"/>
                  </a:solidFill>
                  <a:ln>
                    <a:noFill/>
                  </a:ln>
                </p:spPr>
                <p:txBody>
                  <a:bodyPr/>
                  <a:lstStyle/>
                  <a:p>
                    <a:pPr>
                      <a:defRPr/>
                    </a:pPr>
                    <a:endParaRPr lang="en-US" sz="1050">
                      <a:latin typeface="+mj-lt"/>
                    </a:endParaRPr>
                  </a:p>
                </p:txBody>
              </p:sp>
              <p:sp>
                <p:nvSpPr>
                  <p:cNvPr id="41640" name="Freeform 419">
                    <a:extLst>
                      <a:ext uri="{FF2B5EF4-FFF2-40B4-BE49-F238E27FC236}">
                        <a16:creationId xmlns="" xmlns:a16="http://schemas.microsoft.com/office/drawing/2014/main" id="{451C4872-32C0-9D33-B563-37CB6C167B30}"/>
                      </a:ext>
                    </a:extLst>
                  </p:cNvPr>
                  <p:cNvSpPr>
                    <a:spLocks/>
                  </p:cNvSpPr>
                  <p:nvPr/>
                </p:nvSpPr>
                <p:spPr bwMode="auto">
                  <a:xfrm>
                    <a:off x="1703" y="2925"/>
                    <a:ext cx="168" cy="171"/>
                  </a:xfrm>
                  <a:custGeom>
                    <a:avLst/>
                    <a:gdLst>
                      <a:gd name="T0" fmla="*/ 0 w 1027"/>
                      <a:gd name="T1" fmla="*/ 0 h 1028"/>
                      <a:gd name="T2" fmla="*/ 0 w 1027"/>
                      <a:gd name="T3" fmla="*/ 0 h 1028"/>
                      <a:gd name="T4" fmla="*/ 0 w 1027"/>
                      <a:gd name="T5" fmla="*/ 0 h 1028"/>
                      <a:gd name="T6" fmla="*/ 0 w 1027"/>
                      <a:gd name="T7" fmla="*/ 0 h 1028"/>
                      <a:gd name="T8" fmla="*/ 0 w 1027"/>
                      <a:gd name="T9" fmla="*/ 0 h 1028"/>
                      <a:gd name="T10" fmla="*/ 0 w 1027"/>
                      <a:gd name="T11" fmla="*/ 0 h 1028"/>
                      <a:gd name="T12" fmla="*/ 0 w 1027"/>
                      <a:gd name="T13" fmla="*/ 0 h 1028"/>
                      <a:gd name="T14" fmla="*/ 0 w 1027"/>
                      <a:gd name="T15" fmla="*/ 0 h 1028"/>
                      <a:gd name="T16" fmla="*/ 0 w 1027"/>
                      <a:gd name="T17" fmla="*/ 0 h 1028"/>
                      <a:gd name="T18" fmla="*/ 0 w 1027"/>
                      <a:gd name="T19" fmla="*/ 0 h 1028"/>
                      <a:gd name="T20" fmla="*/ 0 w 1027"/>
                      <a:gd name="T21" fmla="*/ 0 h 1028"/>
                      <a:gd name="T22" fmla="*/ 0 w 1027"/>
                      <a:gd name="T23" fmla="*/ 0 h 1028"/>
                      <a:gd name="T24" fmla="*/ 0 w 1027"/>
                      <a:gd name="T25" fmla="*/ 0 h 1028"/>
                      <a:gd name="T26" fmla="*/ 0 w 1027"/>
                      <a:gd name="T27" fmla="*/ 0 h 1028"/>
                      <a:gd name="T28" fmla="*/ 0 w 1027"/>
                      <a:gd name="T29" fmla="*/ 0 h 1028"/>
                      <a:gd name="T30" fmla="*/ 0 w 1027"/>
                      <a:gd name="T31" fmla="*/ 0 h 1028"/>
                      <a:gd name="T32" fmla="*/ 0 w 1027"/>
                      <a:gd name="T33" fmla="*/ 0 h 1028"/>
                      <a:gd name="T34" fmla="*/ 0 w 1027"/>
                      <a:gd name="T35" fmla="*/ 0 h 1028"/>
                      <a:gd name="T36" fmla="*/ 0 w 1027"/>
                      <a:gd name="T37" fmla="*/ 0 h 1028"/>
                      <a:gd name="T38" fmla="*/ 0 w 1027"/>
                      <a:gd name="T39" fmla="*/ 0 h 1028"/>
                      <a:gd name="T40" fmla="*/ 0 w 1027"/>
                      <a:gd name="T41" fmla="*/ 0 h 1028"/>
                      <a:gd name="T42" fmla="*/ 0 w 1027"/>
                      <a:gd name="T43" fmla="*/ 0 h 1028"/>
                      <a:gd name="T44" fmla="*/ 0 w 1027"/>
                      <a:gd name="T45" fmla="*/ 0 h 1028"/>
                      <a:gd name="T46" fmla="*/ 0 w 1027"/>
                      <a:gd name="T47" fmla="*/ 0 h 1028"/>
                      <a:gd name="T48" fmla="*/ 0 w 1027"/>
                      <a:gd name="T49" fmla="*/ 0 h 1028"/>
                      <a:gd name="T50" fmla="*/ 0 w 1027"/>
                      <a:gd name="T51" fmla="*/ 0 h 1028"/>
                      <a:gd name="T52" fmla="*/ 0 w 1027"/>
                      <a:gd name="T53" fmla="*/ 0 h 1028"/>
                      <a:gd name="T54" fmla="*/ 0 w 1027"/>
                      <a:gd name="T55" fmla="*/ 0 h 1028"/>
                      <a:gd name="T56" fmla="*/ 0 w 1027"/>
                      <a:gd name="T57" fmla="*/ 0 h 1028"/>
                      <a:gd name="T58" fmla="*/ 0 w 1027"/>
                      <a:gd name="T59" fmla="*/ 0 h 1028"/>
                      <a:gd name="T60" fmla="*/ 0 w 1027"/>
                      <a:gd name="T61" fmla="*/ 0 h 1028"/>
                      <a:gd name="T62" fmla="*/ 0 w 1027"/>
                      <a:gd name="T63" fmla="*/ 0 h 1028"/>
                      <a:gd name="T64" fmla="*/ 0 w 1027"/>
                      <a:gd name="T65" fmla="*/ 0 h 1028"/>
                      <a:gd name="T66" fmla="*/ 0 w 1027"/>
                      <a:gd name="T67" fmla="*/ 0 h 1028"/>
                      <a:gd name="T68" fmla="*/ 0 w 1027"/>
                      <a:gd name="T69" fmla="*/ 0 h 1028"/>
                      <a:gd name="T70" fmla="*/ 0 w 1027"/>
                      <a:gd name="T71" fmla="*/ 0 h 1028"/>
                      <a:gd name="T72" fmla="*/ 0 w 1027"/>
                      <a:gd name="T73" fmla="*/ 0 h 1028"/>
                      <a:gd name="T74" fmla="*/ 0 w 1027"/>
                      <a:gd name="T75" fmla="*/ 0 h 1028"/>
                      <a:gd name="T76" fmla="*/ 0 w 1027"/>
                      <a:gd name="T77" fmla="*/ 0 h 1028"/>
                      <a:gd name="T78" fmla="*/ 0 w 1027"/>
                      <a:gd name="T79" fmla="*/ 0 h 1028"/>
                      <a:gd name="T80" fmla="*/ 0 w 1027"/>
                      <a:gd name="T81" fmla="*/ 0 h 1028"/>
                      <a:gd name="T82" fmla="*/ 0 w 1027"/>
                      <a:gd name="T83" fmla="*/ 0 h 1028"/>
                      <a:gd name="T84" fmla="*/ 0 w 1027"/>
                      <a:gd name="T85" fmla="*/ 0 h 102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27"/>
                      <a:gd name="T130" fmla="*/ 0 h 1028"/>
                      <a:gd name="T131" fmla="*/ 1027 w 1027"/>
                      <a:gd name="T132" fmla="*/ 1028 h 102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27" h="1028">
                        <a:moveTo>
                          <a:pt x="514" y="0"/>
                        </a:moveTo>
                        <a:lnTo>
                          <a:pt x="540" y="2"/>
                        </a:lnTo>
                        <a:lnTo>
                          <a:pt x="566" y="4"/>
                        </a:lnTo>
                        <a:lnTo>
                          <a:pt x="592" y="7"/>
                        </a:lnTo>
                        <a:lnTo>
                          <a:pt x="617" y="11"/>
                        </a:lnTo>
                        <a:lnTo>
                          <a:pt x="642" y="17"/>
                        </a:lnTo>
                        <a:lnTo>
                          <a:pt x="666" y="24"/>
                        </a:lnTo>
                        <a:lnTo>
                          <a:pt x="689" y="32"/>
                        </a:lnTo>
                        <a:lnTo>
                          <a:pt x="713" y="42"/>
                        </a:lnTo>
                        <a:lnTo>
                          <a:pt x="736" y="51"/>
                        </a:lnTo>
                        <a:lnTo>
                          <a:pt x="758" y="63"/>
                        </a:lnTo>
                        <a:lnTo>
                          <a:pt x="780" y="75"/>
                        </a:lnTo>
                        <a:lnTo>
                          <a:pt x="800" y="88"/>
                        </a:lnTo>
                        <a:lnTo>
                          <a:pt x="821" y="103"/>
                        </a:lnTo>
                        <a:lnTo>
                          <a:pt x="841" y="118"/>
                        </a:lnTo>
                        <a:lnTo>
                          <a:pt x="859" y="134"/>
                        </a:lnTo>
                        <a:lnTo>
                          <a:pt x="876" y="151"/>
                        </a:lnTo>
                        <a:lnTo>
                          <a:pt x="894" y="169"/>
                        </a:lnTo>
                        <a:lnTo>
                          <a:pt x="910" y="188"/>
                        </a:lnTo>
                        <a:lnTo>
                          <a:pt x="925" y="207"/>
                        </a:lnTo>
                        <a:lnTo>
                          <a:pt x="939" y="228"/>
                        </a:lnTo>
                        <a:lnTo>
                          <a:pt x="952" y="248"/>
                        </a:lnTo>
                        <a:lnTo>
                          <a:pt x="965" y="270"/>
                        </a:lnTo>
                        <a:lnTo>
                          <a:pt x="976" y="292"/>
                        </a:lnTo>
                        <a:lnTo>
                          <a:pt x="987" y="314"/>
                        </a:lnTo>
                        <a:lnTo>
                          <a:pt x="996" y="338"/>
                        </a:lnTo>
                        <a:lnTo>
                          <a:pt x="1005" y="362"/>
                        </a:lnTo>
                        <a:lnTo>
                          <a:pt x="1011" y="386"/>
                        </a:lnTo>
                        <a:lnTo>
                          <a:pt x="1016" y="411"/>
                        </a:lnTo>
                        <a:lnTo>
                          <a:pt x="1021" y="436"/>
                        </a:lnTo>
                        <a:lnTo>
                          <a:pt x="1024" y="462"/>
                        </a:lnTo>
                        <a:lnTo>
                          <a:pt x="1026" y="488"/>
                        </a:lnTo>
                        <a:lnTo>
                          <a:pt x="1027" y="514"/>
                        </a:lnTo>
                        <a:lnTo>
                          <a:pt x="1026" y="540"/>
                        </a:lnTo>
                        <a:lnTo>
                          <a:pt x="1024" y="567"/>
                        </a:lnTo>
                        <a:lnTo>
                          <a:pt x="1021" y="593"/>
                        </a:lnTo>
                        <a:lnTo>
                          <a:pt x="1016" y="618"/>
                        </a:lnTo>
                        <a:lnTo>
                          <a:pt x="1011" y="643"/>
                        </a:lnTo>
                        <a:lnTo>
                          <a:pt x="1005" y="666"/>
                        </a:lnTo>
                        <a:lnTo>
                          <a:pt x="996" y="690"/>
                        </a:lnTo>
                        <a:lnTo>
                          <a:pt x="987" y="714"/>
                        </a:lnTo>
                        <a:lnTo>
                          <a:pt x="976" y="737"/>
                        </a:lnTo>
                        <a:lnTo>
                          <a:pt x="965" y="759"/>
                        </a:lnTo>
                        <a:lnTo>
                          <a:pt x="952" y="781"/>
                        </a:lnTo>
                        <a:lnTo>
                          <a:pt x="939" y="801"/>
                        </a:lnTo>
                        <a:lnTo>
                          <a:pt x="925" y="822"/>
                        </a:lnTo>
                        <a:lnTo>
                          <a:pt x="910" y="840"/>
                        </a:lnTo>
                        <a:lnTo>
                          <a:pt x="894" y="860"/>
                        </a:lnTo>
                        <a:lnTo>
                          <a:pt x="876" y="877"/>
                        </a:lnTo>
                        <a:lnTo>
                          <a:pt x="859" y="895"/>
                        </a:lnTo>
                        <a:lnTo>
                          <a:pt x="841" y="911"/>
                        </a:lnTo>
                        <a:lnTo>
                          <a:pt x="821" y="926"/>
                        </a:lnTo>
                        <a:lnTo>
                          <a:pt x="800" y="940"/>
                        </a:lnTo>
                        <a:lnTo>
                          <a:pt x="780" y="953"/>
                        </a:lnTo>
                        <a:lnTo>
                          <a:pt x="758" y="966"/>
                        </a:lnTo>
                        <a:lnTo>
                          <a:pt x="736" y="977"/>
                        </a:lnTo>
                        <a:lnTo>
                          <a:pt x="713" y="987"/>
                        </a:lnTo>
                        <a:lnTo>
                          <a:pt x="689" y="997"/>
                        </a:lnTo>
                        <a:lnTo>
                          <a:pt x="666" y="1004"/>
                        </a:lnTo>
                        <a:lnTo>
                          <a:pt x="642" y="1012"/>
                        </a:lnTo>
                        <a:lnTo>
                          <a:pt x="617" y="1017"/>
                        </a:lnTo>
                        <a:lnTo>
                          <a:pt x="592" y="1022"/>
                        </a:lnTo>
                        <a:lnTo>
                          <a:pt x="566" y="1025"/>
                        </a:lnTo>
                        <a:lnTo>
                          <a:pt x="540" y="1027"/>
                        </a:lnTo>
                        <a:lnTo>
                          <a:pt x="514" y="1028"/>
                        </a:lnTo>
                        <a:lnTo>
                          <a:pt x="487" y="1027"/>
                        </a:lnTo>
                        <a:lnTo>
                          <a:pt x="461" y="1025"/>
                        </a:lnTo>
                        <a:lnTo>
                          <a:pt x="435" y="1022"/>
                        </a:lnTo>
                        <a:lnTo>
                          <a:pt x="410" y="1017"/>
                        </a:lnTo>
                        <a:lnTo>
                          <a:pt x="385" y="1012"/>
                        </a:lnTo>
                        <a:lnTo>
                          <a:pt x="361" y="1004"/>
                        </a:lnTo>
                        <a:lnTo>
                          <a:pt x="338" y="997"/>
                        </a:lnTo>
                        <a:lnTo>
                          <a:pt x="314" y="987"/>
                        </a:lnTo>
                        <a:lnTo>
                          <a:pt x="291" y="977"/>
                        </a:lnTo>
                        <a:lnTo>
                          <a:pt x="269" y="966"/>
                        </a:lnTo>
                        <a:lnTo>
                          <a:pt x="247" y="953"/>
                        </a:lnTo>
                        <a:lnTo>
                          <a:pt x="227" y="940"/>
                        </a:lnTo>
                        <a:lnTo>
                          <a:pt x="206" y="926"/>
                        </a:lnTo>
                        <a:lnTo>
                          <a:pt x="188" y="911"/>
                        </a:lnTo>
                        <a:lnTo>
                          <a:pt x="168" y="895"/>
                        </a:lnTo>
                        <a:lnTo>
                          <a:pt x="151" y="877"/>
                        </a:lnTo>
                        <a:lnTo>
                          <a:pt x="133" y="860"/>
                        </a:lnTo>
                        <a:lnTo>
                          <a:pt x="117" y="840"/>
                        </a:lnTo>
                        <a:lnTo>
                          <a:pt x="102" y="822"/>
                        </a:lnTo>
                        <a:lnTo>
                          <a:pt x="88" y="801"/>
                        </a:lnTo>
                        <a:lnTo>
                          <a:pt x="75" y="781"/>
                        </a:lnTo>
                        <a:lnTo>
                          <a:pt x="62" y="759"/>
                        </a:lnTo>
                        <a:lnTo>
                          <a:pt x="51" y="737"/>
                        </a:lnTo>
                        <a:lnTo>
                          <a:pt x="41" y="714"/>
                        </a:lnTo>
                        <a:lnTo>
                          <a:pt x="31" y="690"/>
                        </a:lnTo>
                        <a:lnTo>
                          <a:pt x="24" y="666"/>
                        </a:lnTo>
                        <a:lnTo>
                          <a:pt x="16" y="643"/>
                        </a:lnTo>
                        <a:lnTo>
                          <a:pt x="11" y="618"/>
                        </a:lnTo>
                        <a:lnTo>
                          <a:pt x="6" y="593"/>
                        </a:lnTo>
                        <a:lnTo>
                          <a:pt x="3" y="567"/>
                        </a:lnTo>
                        <a:lnTo>
                          <a:pt x="1" y="540"/>
                        </a:lnTo>
                        <a:lnTo>
                          <a:pt x="0" y="514"/>
                        </a:lnTo>
                        <a:lnTo>
                          <a:pt x="1" y="488"/>
                        </a:lnTo>
                        <a:lnTo>
                          <a:pt x="3" y="462"/>
                        </a:lnTo>
                        <a:lnTo>
                          <a:pt x="6" y="436"/>
                        </a:lnTo>
                        <a:lnTo>
                          <a:pt x="11" y="411"/>
                        </a:lnTo>
                        <a:lnTo>
                          <a:pt x="16" y="386"/>
                        </a:lnTo>
                        <a:lnTo>
                          <a:pt x="24" y="362"/>
                        </a:lnTo>
                        <a:lnTo>
                          <a:pt x="31" y="338"/>
                        </a:lnTo>
                        <a:lnTo>
                          <a:pt x="41" y="314"/>
                        </a:lnTo>
                        <a:lnTo>
                          <a:pt x="51" y="292"/>
                        </a:lnTo>
                        <a:lnTo>
                          <a:pt x="62" y="270"/>
                        </a:lnTo>
                        <a:lnTo>
                          <a:pt x="75" y="248"/>
                        </a:lnTo>
                        <a:lnTo>
                          <a:pt x="88" y="228"/>
                        </a:lnTo>
                        <a:lnTo>
                          <a:pt x="102" y="207"/>
                        </a:lnTo>
                        <a:lnTo>
                          <a:pt x="117" y="188"/>
                        </a:lnTo>
                        <a:lnTo>
                          <a:pt x="133" y="169"/>
                        </a:lnTo>
                        <a:lnTo>
                          <a:pt x="151" y="151"/>
                        </a:lnTo>
                        <a:lnTo>
                          <a:pt x="168" y="134"/>
                        </a:lnTo>
                        <a:lnTo>
                          <a:pt x="188" y="118"/>
                        </a:lnTo>
                        <a:lnTo>
                          <a:pt x="206" y="103"/>
                        </a:lnTo>
                        <a:lnTo>
                          <a:pt x="227" y="88"/>
                        </a:lnTo>
                        <a:lnTo>
                          <a:pt x="247" y="75"/>
                        </a:lnTo>
                        <a:lnTo>
                          <a:pt x="269" y="63"/>
                        </a:lnTo>
                        <a:lnTo>
                          <a:pt x="291" y="51"/>
                        </a:lnTo>
                        <a:lnTo>
                          <a:pt x="314" y="42"/>
                        </a:lnTo>
                        <a:lnTo>
                          <a:pt x="338" y="32"/>
                        </a:lnTo>
                        <a:lnTo>
                          <a:pt x="361" y="24"/>
                        </a:lnTo>
                        <a:lnTo>
                          <a:pt x="385" y="17"/>
                        </a:lnTo>
                        <a:lnTo>
                          <a:pt x="410" y="11"/>
                        </a:lnTo>
                        <a:lnTo>
                          <a:pt x="435" y="7"/>
                        </a:lnTo>
                        <a:lnTo>
                          <a:pt x="461" y="4"/>
                        </a:lnTo>
                        <a:lnTo>
                          <a:pt x="487" y="2"/>
                        </a:lnTo>
                        <a:lnTo>
                          <a:pt x="514" y="0"/>
                        </a:lnTo>
                        <a:close/>
                      </a:path>
                    </a:pathLst>
                  </a:custGeom>
                  <a:solidFill>
                    <a:srgbClr val="DC2B19"/>
                  </a:solidFill>
                  <a:ln>
                    <a:noFill/>
                  </a:ln>
                </p:spPr>
                <p:txBody>
                  <a:bodyPr/>
                  <a:lstStyle/>
                  <a:p>
                    <a:pPr>
                      <a:defRPr/>
                    </a:pPr>
                    <a:endParaRPr lang="en-US" sz="1050">
                      <a:latin typeface="+mj-lt"/>
                    </a:endParaRPr>
                  </a:p>
                </p:txBody>
              </p:sp>
              <p:sp>
                <p:nvSpPr>
                  <p:cNvPr id="41641" name="Freeform 420">
                    <a:extLst>
                      <a:ext uri="{FF2B5EF4-FFF2-40B4-BE49-F238E27FC236}">
                        <a16:creationId xmlns="" xmlns:a16="http://schemas.microsoft.com/office/drawing/2014/main" id="{702FC779-7B5D-48FC-978D-A95474C219A5}"/>
                      </a:ext>
                    </a:extLst>
                  </p:cNvPr>
                  <p:cNvSpPr>
                    <a:spLocks/>
                  </p:cNvSpPr>
                  <p:nvPr/>
                </p:nvSpPr>
                <p:spPr bwMode="auto">
                  <a:xfrm>
                    <a:off x="1785" y="2913"/>
                    <a:ext cx="103" cy="110"/>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604" y="603"/>
                        </a:moveTo>
                        <a:lnTo>
                          <a:pt x="604" y="603"/>
                        </a:lnTo>
                        <a:lnTo>
                          <a:pt x="602" y="573"/>
                        </a:lnTo>
                        <a:lnTo>
                          <a:pt x="599" y="541"/>
                        </a:lnTo>
                        <a:lnTo>
                          <a:pt x="596" y="512"/>
                        </a:lnTo>
                        <a:lnTo>
                          <a:pt x="590" y="482"/>
                        </a:lnTo>
                        <a:lnTo>
                          <a:pt x="584" y="452"/>
                        </a:lnTo>
                        <a:lnTo>
                          <a:pt x="575" y="424"/>
                        </a:lnTo>
                        <a:lnTo>
                          <a:pt x="567" y="396"/>
                        </a:lnTo>
                        <a:lnTo>
                          <a:pt x="556" y="369"/>
                        </a:lnTo>
                        <a:lnTo>
                          <a:pt x="543" y="341"/>
                        </a:lnTo>
                        <a:lnTo>
                          <a:pt x="530" y="317"/>
                        </a:lnTo>
                        <a:lnTo>
                          <a:pt x="516" y="290"/>
                        </a:lnTo>
                        <a:lnTo>
                          <a:pt x="499" y="267"/>
                        </a:lnTo>
                        <a:lnTo>
                          <a:pt x="483" y="243"/>
                        </a:lnTo>
                        <a:lnTo>
                          <a:pt x="464" y="220"/>
                        </a:lnTo>
                        <a:lnTo>
                          <a:pt x="446" y="198"/>
                        </a:lnTo>
                        <a:lnTo>
                          <a:pt x="425" y="177"/>
                        </a:lnTo>
                        <a:lnTo>
                          <a:pt x="405" y="157"/>
                        </a:lnTo>
                        <a:lnTo>
                          <a:pt x="383" y="138"/>
                        </a:lnTo>
                        <a:lnTo>
                          <a:pt x="360" y="120"/>
                        </a:lnTo>
                        <a:lnTo>
                          <a:pt x="336" y="104"/>
                        </a:lnTo>
                        <a:lnTo>
                          <a:pt x="311" y="88"/>
                        </a:lnTo>
                        <a:lnTo>
                          <a:pt x="286" y="73"/>
                        </a:lnTo>
                        <a:lnTo>
                          <a:pt x="261" y="60"/>
                        </a:lnTo>
                        <a:lnTo>
                          <a:pt x="234" y="48"/>
                        </a:lnTo>
                        <a:lnTo>
                          <a:pt x="206" y="37"/>
                        </a:lnTo>
                        <a:lnTo>
                          <a:pt x="179" y="27"/>
                        </a:lnTo>
                        <a:lnTo>
                          <a:pt x="151" y="20"/>
                        </a:lnTo>
                        <a:lnTo>
                          <a:pt x="121" y="12"/>
                        </a:lnTo>
                        <a:lnTo>
                          <a:pt x="91" y="7"/>
                        </a:lnTo>
                        <a:lnTo>
                          <a:pt x="61" y="4"/>
                        </a:lnTo>
                        <a:lnTo>
                          <a:pt x="30" y="1"/>
                        </a:lnTo>
                        <a:lnTo>
                          <a:pt x="0" y="0"/>
                        </a:lnTo>
                        <a:lnTo>
                          <a:pt x="0" y="180"/>
                        </a:lnTo>
                        <a:lnTo>
                          <a:pt x="21" y="180"/>
                        </a:lnTo>
                        <a:lnTo>
                          <a:pt x="43" y="182"/>
                        </a:lnTo>
                        <a:lnTo>
                          <a:pt x="65" y="185"/>
                        </a:lnTo>
                        <a:lnTo>
                          <a:pt x="85" y="188"/>
                        </a:lnTo>
                        <a:lnTo>
                          <a:pt x="105" y="193"/>
                        </a:lnTo>
                        <a:lnTo>
                          <a:pt x="126" y="198"/>
                        </a:lnTo>
                        <a:lnTo>
                          <a:pt x="145" y="206"/>
                        </a:lnTo>
                        <a:lnTo>
                          <a:pt x="165" y="212"/>
                        </a:lnTo>
                        <a:lnTo>
                          <a:pt x="183" y="221"/>
                        </a:lnTo>
                        <a:lnTo>
                          <a:pt x="202" y="231"/>
                        </a:lnTo>
                        <a:lnTo>
                          <a:pt x="219" y="240"/>
                        </a:lnTo>
                        <a:lnTo>
                          <a:pt x="236" y="252"/>
                        </a:lnTo>
                        <a:lnTo>
                          <a:pt x="253" y="264"/>
                        </a:lnTo>
                        <a:lnTo>
                          <a:pt x="269" y="276"/>
                        </a:lnTo>
                        <a:lnTo>
                          <a:pt x="284" y="289"/>
                        </a:lnTo>
                        <a:lnTo>
                          <a:pt x="299" y="303"/>
                        </a:lnTo>
                        <a:lnTo>
                          <a:pt x="313" y="319"/>
                        </a:lnTo>
                        <a:lnTo>
                          <a:pt x="327" y="334"/>
                        </a:lnTo>
                        <a:lnTo>
                          <a:pt x="340" y="350"/>
                        </a:lnTo>
                        <a:lnTo>
                          <a:pt x="350" y="366"/>
                        </a:lnTo>
                        <a:lnTo>
                          <a:pt x="362" y="384"/>
                        </a:lnTo>
                        <a:lnTo>
                          <a:pt x="372" y="401"/>
                        </a:lnTo>
                        <a:lnTo>
                          <a:pt x="382" y="420"/>
                        </a:lnTo>
                        <a:lnTo>
                          <a:pt x="391" y="439"/>
                        </a:lnTo>
                        <a:lnTo>
                          <a:pt x="398" y="458"/>
                        </a:lnTo>
                        <a:lnTo>
                          <a:pt x="405" y="477"/>
                        </a:lnTo>
                        <a:lnTo>
                          <a:pt x="410" y="498"/>
                        </a:lnTo>
                        <a:lnTo>
                          <a:pt x="416" y="518"/>
                        </a:lnTo>
                        <a:lnTo>
                          <a:pt x="419" y="538"/>
                        </a:lnTo>
                        <a:lnTo>
                          <a:pt x="421" y="560"/>
                        </a:lnTo>
                        <a:lnTo>
                          <a:pt x="423" y="582"/>
                        </a:lnTo>
                        <a:lnTo>
                          <a:pt x="423" y="603"/>
                        </a:lnTo>
                        <a:lnTo>
                          <a:pt x="604" y="603"/>
                        </a:lnTo>
                        <a:close/>
                      </a:path>
                    </a:pathLst>
                  </a:custGeom>
                  <a:solidFill>
                    <a:srgbClr val="EF2B2F"/>
                  </a:solidFill>
                  <a:ln>
                    <a:noFill/>
                  </a:ln>
                </p:spPr>
                <p:txBody>
                  <a:bodyPr/>
                  <a:lstStyle/>
                  <a:p>
                    <a:pPr>
                      <a:defRPr/>
                    </a:pPr>
                    <a:endParaRPr lang="en-US" sz="1050">
                      <a:latin typeface="+mj-lt"/>
                    </a:endParaRPr>
                  </a:p>
                </p:txBody>
              </p:sp>
              <p:sp>
                <p:nvSpPr>
                  <p:cNvPr id="41642" name="Freeform 421">
                    <a:extLst>
                      <a:ext uri="{FF2B5EF4-FFF2-40B4-BE49-F238E27FC236}">
                        <a16:creationId xmlns="" xmlns:a16="http://schemas.microsoft.com/office/drawing/2014/main" id="{40D47975-6D98-4A77-A8B5-956E92D8FCFE}"/>
                      </a:ext>
                    </a:extLst>
                  </p:cNvPr>
                  <p:cNvSpPr>
                    <a:spLocks/>
                  </p:cNvSpPr>
                  <p:nvPr/>
                </p:nvSpPr>
                <p:spPr bwMode="auto">
                  <a:xfrm>
                    <a:off x="1785" y="3010"/>
                    <a:ext cx="103" cy="102"/>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0" y="603"/>
                        </a:moveTo>
                        <a:lnTo>
                          <a:pt x="0" y="603"/>
                        </a:lnTo>
                        <a:lnTo>
                          <a:pt x="30" y="602"/>
                        </a:lnTo>
                        <a:lnTo>
                          <a:pt x="60" y="600"/>
                        </a:lnTo>
                        <a:lnTo>
                          <a:pt x="91" y="597"/>
                        </a:lnTo>
                        <a:lnTo>
                          <a:pt x="121" y="591"/>
                        </a:lnTo>
                        <a:lnTo>
                          <a:pt x="149" y="585"/>
                        </a:lnTo>
                        <a:lnTo>
                          <a:pt x="179" y="576"/>
                        </a:lnTo>
                        <a:lnTo>
                          <a:pt x="207" y="566"/>
                        </a:lnTo>
                        <a:lnTo>
                          <a:pt x="234" y="556"/>
                        </a:lnTo>
                        <a:lnTo>
                          <a:pt x="261" y="544"/>
                        </a:lnTo>
                        <a:lnTo>
                          <a:pt x="286" y="531"/>
                        </a:lnTo>
                        <a:lnTo>
                          <a:pt x="312" y="516"/>
                        </a:lnTo>
                        <a:lnTo>
                          <a:pt x="336" y="500"/>
                        </a:lnTo>
                        <a:lnTo>
                          <a:pt x="360" y="484"/>
                        </a:lnTo>
                        <a:lnTo>
                          <a:pt x="383" y="465"/>
                        </a:lnTo>
                        <a:lnTo>
                          <a:pt x="405" y="447"/>
                        </a:lnTo>
                        <a:lnTo>
                          <a:pt x="425" y="426"/>
                        </a:lnTo>
                        <a:lnTo>
                          <a:pt x="446" y="406"/>
                        </a:lnTo>
                        <a:lnTo>
                          <a:pt x="464" y="384"/>
                        </a:lnTo>
                        <a:lnTo>
                          <a:pt x="483" y="361"/>
                        </a:lnTo>
                        <a:lnTo>
                          <a:pt x="499" y="337"/>
                        </a:lnTo>
                        <a:lnTo>
                          <a:pt x="516" y="313"/>
                        </a:lnTo>
                        <a:lnTo>
                          <a:pt x="530" y="287"/>
                        </a:lnTo>
                        <a:lnTo>
                          <a:pt x="543" y="261"/>
                        </a:lnTo>
                        <a:lnTo>
                          <a:pt x="556" y="235"/>
                        </a:lnTo>
                        <a:lnTo>
                          <a:pt x="567" y="208"/>
                        </a:lnTo>
                        <a:lnTo>
                          <a:pt x="575" y="180"/>
                        </a:lnTo>
                        <a:lnTo>
                          <a:pt x="584" y="151"/>
                        </a:lnTo>
                        <a:lnTo>
                          <a:pt x="590" y="121"/>
                        </a:lnTo>
                        <a:lnTo>
                          <a:pt x="596" y="92"/>
                        </a:lnTo>
                        <a:lnTo>
                          <a:pt x="599" y="62"/>
                        </a:lnTo>
                        <a:lnTo>
                          <a:pt x="602" y="31"/>
                        </a:lnTo>
                        <a:lnTo>
                          <a:pt x="604" y="0"/>
                        </a:lnTo>
                        <a:lnTo>
                          <a:pt x="423" y="0"/>
                        </a:lnTo>
                        <a:lnTo>
                          <a:pt x="423" y="22"/>
                        </a:lnTo>
                        <a:lnTo>
                          <a:pt x="421" y="44"/>
                        </a:lnTo>
                        <a:lnTo>
                          <a:pt x="419" y="66"/>
                        </a:lnTo>
                        <a:lnTo>
                          <a:pt x="416" y="86"/>
                        </a:lnTo>
                        <a:lnTo>
                          <a:pt x="410" y="106"/>
                        </a:lnTo>
                        <a:lnTo>
                          <a:pt x="405" y="126"/>
                        </a:lnTo>
                        <a:lnTo>
                          <a:pt x="398" y="146"/>
                        </a:lnTo>
                        <a:lnTo>
                          <a:pt x="391" y="166"/>
                        </a:lnTo>
                        <a:lnTo>
                          <a:pt x="382" y="184"/>
                        </a:lnTo>
                        <a:lnTo>
                          <a:pt x="372" y="202"/>
                        </a:lnTo>
                        <a:lnTo>
                          <a:pt x="362" y="220"/>
                        </a:lnTo>
                        <a:lnTo>
                          <a:pt x="350" y="237"/>
                        </a:lnTo>
                        <a:lnTo>
                          <a:pt x="340" y="254"/>
                        </a:lnTo>
                        <a:lnTo>
                          <a:pt x="327" y="270"/>
                        </a:lnTo>
                        <a:lnTo>
                          <a:pt x="313" y="285"/>
                        </a:lnTo>
                        <a:lnTo>
                          <a:pt x="299" y="300"/>
                        </a:lnTo>
                        <a:lnTo>
                          <a:pt x="284" y="314"/>
                        </a:lnTo>
                        <a:lnTo>
                          <a:pt x="269" y="327"/>
                        </a:lnTo>
                        <a:lnTo>
                          <a:pt x="253" y="339"/>
                        </a:lnTo>
                        <a:lnTo>
                          <a:pt x="236" y="351"/>
                        </a:lnTo>
                        <a:lnTo>
                          <a:pt x="219" y="363"/>
                        </a:lnTo>
                        <a:lnTo>
                          <a:pt x="202" y="373"/>
                        </a:lnTo>
                        <a:lnTo>
                          <a:pt x="183" y="383"/>
                        </a:lnTo>
                        <a:lnTo>
                          <a:pt x="165" y="392"/>
                        </a:lnTo>
                        <a:lnTo>
                          <a:pt x="145" y="398"/>
                        </a:lnTo>
                        <a:lnTo>
                          <a:pt x="126" y="406"/>
                        </a:lnTo>
                        <a:lnTo>
                          <a:pt x="106" y="411"/>
                        </a:lnTo>
                        <a:lnTo>
                          <a:pt x="85" y="415"/>
                        </a:lnTo>
                        <a:lnTo>
                          <a:pt x="65" y="420"/>
                        </a:lnTo>
                        <a:lnTo>
                          <a:pt x="43" y="422"/>
                        </a:lnTo>
                        <a:lnTo>
                          <a:pt x="21" y="424"/>
                        </a:lnTo>
                        <a:lnTo>
                          <a:pt x="0" y="424"/>
                        </a:lnTo>
                        <a:lnTo>
                          <a:pt x="0" y="603"/>
                        </a:lnTo>
                        <a:close/>
                      </a:path>
                    </a:pathLst>
                  </a:custGeom>
                  <a:solidFill>
                    <a:srgbClr val="EF2B2F"/>
                  </a:solidFill>
                  <a:ln>
                    <a:noFill/>
                  </a:ln>
                </p:spPr>
                <p:txBody>
                  <a:bodyPr/>
                  <a:lstStyle/>
                  <a:p>
                    <a:pPr>
                      <a:defRPr/>
                    </a:pPr>
                    <a:endParaRPr lang="en-US" sz="1050">
                      <a:latin typeface="+mj-lt"/>
                    </a:endParaRPr>
                  </a:p>
                </p:txBody>
              </p:sp>
              <p:sp>
                <p:nvSpPr>
                  <p:cNvPr id="41643" name="Freeform 422">
                    <a:extLst>
                      <a:ext uri="{FF2B5EF4-FFF2-40B4-BE49-F238E27FC236}">
                        <a16:creationId xmlns="" xmlns:a16="http://schemas.microsoft.com/office/drawing/2014/main" id="{9CE10CE5-C857-D089-ABE6-3C6B53FC7E2B}"/>
                      </a:ext>
                    </a:extLst>
                  </p:cNvPr>
                  <p:cNvSpPr>
                    <a:spLocks/>
                  </p:cNvSpPr>
                  <p:nvPr/>
                </p:nvSpPr>
                <p:spPr bwMode="auto">
                  <a:xfrm>
                    <a:off x="1681" y="3010"/>
                    <a:ext cx="99" cy="102"/>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0" y="0"/>
                        </a:moveTo>
                        <a:lnTo>
                          <a:pt x="0" y="0"/>
                        </a:lnTo>
                        <a:lnTo>
                          <a:pt x="1" y="31"/>
                        </a:lnTo>
                        <a:lnTo>
                          <a:pt x="3" y="61"/>
                        </a:lnTo>
                        <a:lnTo>
                          <a:pt x="6" y="92"/>
                        </a:lnTo>
                        <a:lnTo>
                          <a:pt x="12" y="121"/>
                        </a:lnTo>
                        <a:lnTo>
                          <a:pt x="18" y="150"/>
                        </a:lnTo>
                        <a:lnTo>
                          <a:pt x="27" y="180"/>
                        </a:lnTo>
                        <a:lnTo>
                          <a:pt x="37" y="208"/>
                        </a:lnTo>
                        <a:lnTo>
                          <a:pt x="47" y="235"/>
                        </a:lnTo>
                        <a:lnTo>
                          <a:pt x="59" y="261"/>
                        </a:lnTo>
                        <a:lnTo>
                          <a:pt x="72" y="287"/>
                        </a:lnTo>
                        <a:lnTo>
                          <a:pt x="86" y="313"/>
                        </a:lnTo>
                        <a:lnTo>
                          <a:pt x="103" y="337"/>
                        </a:lnTo>
                        <a:lnTo>
                          <a:pt x="119" y="361"/>
                        </a:lnTo>
                        <a:lnTo>
                          <a:pt x="138" y="384"/>
                        </a:lnTo>
                        <a:lnTo>
                          <a:pt x="156" y="406"/>
                        </a:lnTo>
                        <a:lnTo>
                          <a:pt x="177" y="426"/>
                        </a:lnTo>
                        <a:lnTo>
                          <a:pt x="197" y="447"/>
                        </a:lnTo>
                        <a:lnTo>
                          <a:pt x="219" y="465"/>
                        </a:lnTo>
                        <a:lnTo>
                          <a:pt x="242" y="483"/>
                        </a:lnTo>
                        <a:lnTo>
                          <a:pt x="266" y="500"/>
                        </a:lnTo>
                        <a:lnTo>
                          <a:pt x="290" y="516"/>
                        </a:lnTo>
                        <a:lnTo>
                          <a:pt x="316" y="531"/>
                        </a:lnTo>
                        <a:lnTo>
                          <a:pt x="341" y="544"/>
                        </a:lnTo>
                        <a:lnTo>
                          <a:pt x="368" y="556"/>
                        </a:lnTo>
                        <a:lnTo>
                          <a:pt x="395" y="566"/>
                        </a:lnTo>
                        <a:lnTo>
                          <a:pt x="423" y="576"/>
                        </a:lnTo>
                        <a:lnTo>
                          <a:pt x="453" y="585"/>
                        </a:lnTo>
                        <a:lnTo>
                          <a:pt x="481" y="591"/>
                        </a:lnTo>
                        <a:lnTo>
                          <a:pt x="511" y="597"/>
                        </a:lnTo>
                        <a:lnTo>
                          <a:pt x="542" y="600"/>
                        </a:lnTo>
                        <a:lnTo>
                          <a:pt x="572" y="602"/>
                        </a:lnTo>
                        <a:lnTo>
                          <a:pt x="603" y="603"/>
                        </a:lnTo>
                        <a:lnTo>
                          <a:pt x="603" y="424"/>
                        </a:lnTo>
                        <a:lnTo>
                          <a:pt x="581" y="424"/>
                        </a:lnTo>
                        <a:lnTo>
                          <a:pt x="559" y="422"/>
                        </a:lnTo>
                        <a:lnTo>
                          <a:pt x="537" y="420"/>
                        </a:lnTo>
                        <a:lnTo>
                          <a:pt x="517" y="415"/>
                        </a:lnTo>
                        <a:lnTo>
                          <a:pt x="496" y="411"/>
                        </a:lnTo>
                        <a:lnTo>
                          <a:pt x="476" y="406"/>
                        </a:lnTo>
                        <a:lnTo>
                          <a:pt x="457" y="398"/>
                        </a:lnTo>
                        <a:lnTo>
                          <a:pt x="437" y="392"/>
                        </a:lnTo>
                        <a:lnTo>
                          <a:pt x="419" y="383"/>
                        </a:lnTo>
                        <a:lnTo>
                          <a:pt x="400" y="373"/>
                        </a:lnTo>
                        <a:lnTo>
                          <a:pt x="383" y="363"/>
                        </a:lnTo>
                        <a:lnTo>
                          <a:pt x="366" y="351"/>
                        </a:lnTo>
                        <a:lnTo>
                          <a:pt x="349" y="340"/>
                        </a:lnTo>
                        <a:lnTo>
                          <a:pt x="333" y="327"/>
                        </a:lnTo>
                        <a:lnTo>
                          <a:pt x="318" y="314"/>
                        </a:lnTo>
                        <a:lnTo>
                          <a:pt x="303" y="300"/>
                        </a:lnTo>
                        <a:lnTo>
                          <a:pt x="289" y="285"/>
                        </a:lnTo>
                        <a:lnTo>
                          <a:pt x="276" y="270"/>
                        </a:lnTo>
                        <a:lnTo>
                          <a:pt x="264" y="254"/>
                        </a:lnTo>
                        <a:lnTo>
                          <a:pt x="252" y="237"/>
                        </a:lnTo>
                        <a:lnTo>
                          <a:pt x="240" y="220"/>
                        </a:lnTo>
                        <a:lnTo>
                          <a:pt x="230" y="202"/>
                        </a:lnTo>
                        <a:lnTo>
                          <a:pt x="220" y="184"/>
                        </a:lnTo>
                        <a:lnTo>
                          <a:pt x="211" y="166"/>
                        </a:lnTo>
                        <a:lnTo>
                          <a:pt x="205" y="146"/>
                        </a:lnTo>
                        <a:lnTo>
                          <a:pt x="197" y="126"/>
                        </a:lnTo>
                        <a:lnTo>
                          <a:pt x="192" y="107"/>
                        </a:lnTo>
                        <a:lnTo>
                          <a:pt x="188" y="86"/>
                        </a:lnTo>
                        <a:lnTo>
                          <a:pt x="183" y="66"/>
                        </a:lnTo>
                        <a:lnTo>
                          <a:pt x="181" y="44"/>
                        </a:lnTo>
                        <a:lnTo>
                          <a:pt x="179" y="22"/>
                        </a:lnTo>
                        <a:lnTo>
                          <a:pt x="179" y="0"/>
                        </a:lnTo>
                        <a:lnTo>
                          <a:pt x="0" y="0"/>
                        </a:lnTo>
                        <a:close/>
                      </a:path>
                    </a:pathLst>
                  </a:custGeom>
                  <a:solidFill>
                    <a:srgbClr val="EF2B2F"/>
                  </a:solidFill>
                  <a:ln>
                    <a:noFill/>
                  </a:ln>
                </p:spPr>
                <p:txBody>
                  <a:bodyPr/>
                  <a:lstStyle/>
                  <a:p>
                    <a:pPr>
                      <a:defRPr/>
                    </a:pPr>
                    <a:endParaRPr lang="en-US" sz="1050">
                      <a:latin typeface="+mj-lt"/>
                    </a:endParaRPr>
                  </a:p>
                </p:txBody>
              </p:sp>
              <p:sp>
                <p:nvSpPr>
                  <p:cNvPr id="41644" name="Freeform 423">
                    <a:extLst>
                      <a:ext uri="{FF2B5EF4-FFF2-40B4-BE49-F238E27FC236}">
                        <a16:creationId xmlns="" xmlns:a16="http://schemas.microsoft.com/office/drawing/2014/main" id="{B67D7BFD-E83B-E7B6-ECD8-32585B5BFAF0}"/>
                      </a:ext>
                    </a:extLst>
                  </p:cNvPr>
                  <p:cNvSpPr>
                    <a:spLocks/>
                  </p:cNvSpPr>
                  <p:nvPr/>
                </p:nvSpPr>
                <p:spPr bwMode="auto">
                  <a:xfrm>
                    <a:off x="1681" y="2913"/>
                    <a:ext cx="99" cy="110"/>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0"/>
                        </a:moveTo>
                        <a:lnTo>
                          <a:pt x="603" y="0"/>
                        </a:lnTo>
                        <a:lnTo>
                          <a:pt x="572" y="1"/>
                        </a:lnTo>
                        <a:lnTo>
                          <a:pt x="541" y="4"/>
                        </a:lnTo>
                        <a:lnTo>
                          <a:pt x="511" y="7"/>
                        </a:lnTo>
                        <a:lnTo>
                          <a:pt x="481" y="12"/>
                        </a:lnTo>
                        <a:lnTo>
                          <a:pt x="451" y="20"/>
                        </a:lnTo>
                        <a:lnTo>
                          <a:pt x="423" y="27"/>
                        </a:lnTo>
                        <a:lnTo>
                          <a:pt x="395" y="37"/>
                        </a:lnTo>
                        <a:lnTo>
                          <a:pt x="368" y="48"/>
                        </a:lnTo>
                        <a:lnTo>
                          <a:pt x="341" y="60"/>
                        </a:lnTo>
                        <a:lnTo>
                          <a:pt x="316" y="73"/>
                        </a:lnTo>
                        <a:lnTo>
                          <a:pt x="290" y="88"/>
                        </a:lnTo>
                        <a:lnTo>
                          <a:pt x="266" y="104"/>
                        </a:lnTo>
                        <a:lnTo>
                          <a:pt x="242" y="121"/>
                        </a:lnTo>
                        <a:lnTo>
                          <a:pt x="219" y="138"/>
                        </a:lnTo>
                        <a:lnTo>
                          <a:pt x="197" y="157"/>
                        </a:lnTo>
                        <a:lnTo>
                          <a:pt x="177" y="177"/>
                        </a:lnTo>
                        <a:lnTo>
                          <a:pt x="156" y="198"/>
                        </a:lnTo>
                        <a:lnTo>
                          <a:pt x="138" y="220"/>
                        </a:lnTo>
                        <a:lnTo>
                          <a:pt x="119" y="243"/>
                        </a:lnTo>
                        <a:lnTo>
                          <a:pt x="103" y="267"/>
                        </a:lnTo>
                        <a:lnTo>
                          <a:pt x="86" y="290"/>
                        </a:lnTo>
                        <a:lnTo>
                          <a:pt x="72" y="317"/>
                        </a:lnTo>
                        <a:lnTo>
                          <a:pt x="59" y="341"/>
                        </a:lnTo>
                        <a:lnTo>
                          <a:pt x="47" y="369"/>
                        </a:lnTo>
                        <a:lnTo>
                          <a:pt x="37" y="396"/>
                        </a:lnTo>
                        <a:lnTo>
                          <a:pt x="27" y="424"/>
                        </a:lnTo>
                        <a:lnTo>
                          <a:pt x="18" y="453"/>
                        </a:lnTo>
                        <a:lnTo>
                          <a:pt x="12" y="482"/>
                        </a:lnTo>
                        <a:lnTo>
                          <a:pt x="6" y="512"/>
                        </a:lnTo>
                        <a:lnTo>
                          <a:pt x="3" y="543"/>
                        </a:lnTo>
                        <a:lnTo>
                          <a:pt x="1" y="573"/>
                        </a:lnTo>
                        <a:lnTo>
                          <a:pt x="0" y="603"/>
                        </a:lnTo>
                        <a:lnTo>
                          <a:pt x="179" y="603"/>
                        </a:lnTo>
                        <a:lnTo>
                          <a:pt x="179" y="582"/>
                        </a:lnTo>
                        <a:lnTo>
                          <a:pt x="181" y="560"/>
                        </a:lnTo>
                        <a:lnTo>
                          <a:pt x="183" y="538"/>
                        </a:lnTo>
                        <a:lnTo>
                          <a:pt x="188" y="518"/>
                        </a:lnTo>
                        <a:lnTo>
                          <a:pt x="192" y="497"/>
                        </a:lnTo>
                        <a:lnTo>
                          <a:pt x="197" y="477"/>
                        </a:lnTo>
                        <a:lnTo>
                          <a:pt x="205" y="458"/>
                        </a:lnTo>
                        <a:lnTo>
                          <a:pt x="211" y="438"/>
                        </a:lnTo>
                        <a:lnTo>
                          <a:pt x="220" y="420"/>
                        </a:lnTo>
                        <a:lnTo>
                          <a:pt x="230" y="401"/>
                        </a:lnTo>
                        <a:lnTo>
                          <a:pt x="240" y="384"/>
                        </a:lnTo>
                        <a:lnTo>
                          <a:pt x="252" y="366"/>
                        </a:lnTo>
                        <a:lnTo>
                          <a:pt x="264" y="350"/>
                        </a:lnTo>
                        <a:lnTo>
                          <a:pt x="276" y="334"/>
                        </a:lnTo>
                        <a:lnTo>
                          <a:pt x="289" y="319"/>
                        </a:lnTo>
                        <a:lnTo>
                          <a:pt x="303" y="303"/>
                        </a:lnTo>
                        <a:lnTo>
                          <a:pt x="318" y="289"/>
                        </a:lnTo>
                        <a:lnTo>
                          <a:pt x="333" y="276"/>
                        </a:lnTo>
                        <a:lnTo>
                          <a:pt x="349" y="263"/>
                        </a:lnTo>
                        <a:lnTo>
                          <a:pt x="366" y="252"/>
                        </a:lnTo>
                        <a:lnTo>
                          <a:pt x="383" y="240"/>
                        </a:lnTo>
                        <a:lnTo>
                          <a:pt x="400" y="231"/>
                        </a:lnTo>
                        <a:lnTo>
                          <a:pt x="419" y="221"/>
                        </a:lnTo>
                        <a:lnTo>
                          <a:pt x="437" y="212"/>
                        </a:lnTo>
                        <a:lnTo>
                          <a:pt x="457" y="206"/>
                        </a:lnTo>
                        <a:lnTo>
                          <a:pt x="476" y="198"/>
                        </a:lnTo>
                        <a:lnTo>
                          <a:pt x="497" y="193"/>
                        </a:lnTo>
                        <a:lnTo>
                          <a:pt x="517" y="188"/>
                        </a:lnTo>
                        <a:lnTo>
                          <a:pt x="537" y="185"/>
                        </a:lnTo>
                        <a:lnTo>
                          <a:pt x="559" y="182"/>
                        </a:lnTo>
                        <a:lnTo>
                          <a:pt x="581" y="180"/>
                        </a:lnTo>
                        <a:lnTo>
                          <a:pt x="603" y="180"/>
                        </a:lnTo>
                        <a:lnTo>
                          <a:pt x="603" y="0"/>
                        </a:lnTo>
                        <a:close/>
                      </a:path>
                    </a:pathLst>
                  </a:custGeom>
                  <a:solidFill>
                    <a:srgbClr val="EF2B2F"/>
                  </a:solidFill>
                  <a:ln>
                    <a:noFill/>
                  </a:ln>
                </p:spPr>
                <p:txBody>
                  <a:bodyPr/>
                  <a:lstStyle/>
                  <a:p>
                    <a:pPr>
                      <a:defRPr/>
                    </a:pPr>
                    <a:endParaRPr lang="en-US" sz="1050">
                      <a:latin typeface="+mj-lt"/>
                    </a:endParaRPr>
                  </a:p>
                </p:txBody>
              </p:sp>
              <p:sp>
                <p:nvSpPr>
                  <p:cNvPr id="41645" name="Freeform 424">
                    <a:extLst>
                      <a:ext uri="{FF2B5EF4-FFF2-40B4-BE49-F238E27FC236}">
                        <a16:creationId xmlns="" xmlns:a16="http://schemas.microsoft.com/office/drawing/2014/main" id="{DBF555C1-74D3-7BBD-CD11-F54290444579}"/>
                      </a:ext>
                    </a:extLst>
                  </p:cNvPr>
                  <p:cNvSpPr>
                    <a:spLocks/>
                  </p:cNvSpPr>
                  <p:nvPr/>
                </p:nvSpPr>
                <p:spPr bwMode="auto">
                  <a:xfrm>
                    <a:off x="2634" y="3055"/>
                    <a:ext cx="103" cy="98"/>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604" y="603"/>
                        </a:moveTo>
                        <a:lnTo>
                          <a:pt x="604" y="603"/>
                        </a:lnTo>
                        <a:lnTo>
                          <a:pt x="603" y="573"/>
                        </a:lnTo>
                        <a:lnTo>
                          <a:pt x="601" y="543"/>
                        </a:lnTo>
                        <a:lnTo>
                          <a:pt x="596" y="512"/>
                        </a:lnTo>
                        <a:lnTo>
                          <a:pt x="591" y="483"/>
                        </a:lnTo>
                        <a:lnTo>
                          <a:pt x="584" y="454"/>
                        </a:lnTo>
                        <a:lnTo>
                          <a:pt x="577" y="425"/>
                        </a:lnTo>
                        <a:lnTo>
                          <a:pt x="567" y="397"/>
                        </a:lnTo>
                        <a:lnTo>
                          <a:pt x="556" y="370"/>
                        </a:lnTo>
                        <a:lnTo>
                          <a:pt x="544" y="343"/>
                        </a:lnTo>
                        <a:lnTo>
                          <a:pt x="530" y="317"/>
                        </a:lnTo>
                        <a:lnTo>
                          <a:pt x="516" y="292"/>
                        </a:lnTo>
                        <a:lnTo>
                          <a:pt x="501" y="267"/>
                        </a:lnTo>
                        <a:lnTo>
                          <a:pt x="483" y="243"/>
                        </a:lnTo>
                        <a:lnTo>
                          <a:pt x="466" y="220"/>
                        </a:lnTo>
                        <a:lnTo>
                          <a:pt x="446" y="198"/>
                        </a:lnTo>
                        <a:lnTo>
                          <a:pt x="427" y="178"/>
                        </a:lnTo>
                        <a:lnTo>
                          <a:pt x="406" y="158"/>
                        </a:lnTo>
                        <a:lnTo>
                          <a:pt x="383" y="138"/>
                        </a:lnTo>
                        <a:lnTo>
                          <a:pt x="361" y="121"/>
                        </a:lnTo>
                        <a:lnTo>
                          <a:pt x="338" y="104"/>
                        </a:lnTo>
                        <a:lnTo>
                          <a:pt x="313" y="88"/>
                        </a:lnTo>
                        <a:lnTo>
                          <a:pt x="288" y="74"/>
                        </a:lnTo>
                        <a:lnTo>
                          <a:pt x="262" y="60"/>
                        </a:lnTo>
                        <a:lnTo>
                          <a:pt x="234" y="48"/>
                        </a:lnTo>
                        <a:lnTo>
                          <a:pt x="207" y="37"/>
                        </a:lnTo>
                        <a:lnTo>
                          <a:pt x="179" y="28"/>
                        </a:lnTo>
                        <a:lnTo>
                          <a:pt x="151" y="20"/>
                        </a:lnTo>
                        <a:lnTo>
                          <a:pt x="121" y="13"/>
                        </a:lnTo>
                        <a:lnTo>
                          <a:pt x="92" y="7"/>
                        </a:lnTo>
                        <a:lnTo>
                          <a:pt x="62" y="4"/>
                        </a:lnTo>
                        <a:lnTo>
                          <a:pt x="31" y="2"/>
                        </a:lnTo>
                        <a:lnTo>
                          <a:pt x="0" y="0"/>
                        </a:lnTo>
                        <a:lnTo>
                          <a:pt x="0" y="180"/>
                        </a:lnTo>
                        <a:lnTo>
                          <a:pt x="22" y="181"/>
                        </a:lnTo>
                        <a:lnTo>
                          <a:pt x="43" y="182"/>
                        </a:lnTo>
                        <a:lnTo>
                          <a:pt x="65" y="185"/>
                        </a:lnTo>
                        <a:lnTo>
                          <a:pt x="86" y="188"/>
                        </a:lnTo>
                        <a:lnTo>
                          <a:pt x="106" y="193"/>
                        </a:lnTo>
                        <a:lnTo>
                          <a:pt x="126" y="199"/>
                        </a:lnTo>
                        <a:lnTo>
                          <a:pt x="145" y="206"/>
                        </a:lnTo>
                        <a:lnTo>
                          <a:pt x="165" y="213"/>
                        </a:lnTo>
                        <a:lnTo>
                          <a:pt x="183" y="222"/>
                        </a:lnTo>
                        <a:lnTo>
                          <a:pt x="202" y="231"/>
                        </a:lnTo>
                        <a:lnTo>
                          <a:pt x="219" y="242"/>
                        </a:lnTo>
                        <a:lnTo>
                          <a:pt x="237" y="253"/>
                        </a:lnTo>
                        <a:lnTo>
                          <a:pt x="254" y="264"/>
                        </a:lnTo>
                        <a:lnTo>
                          <a:pt x="269" y="278"/>
                        </a:lnTo>
                        <a:lnTo>
                          <a:pt x="284" y="291"/>
                        </a:lnTo>
                        <a:lnTo>
                          <a:pt x="300" y="305"/>
                        </a:lnTo>
                        <a:lnTo>
                          <a:pt x="314" y="319"/>
                        </a:lnTo>
                        <a:lnTo>
                          <a:pt x="327" y="335"/>
                        </a:lnTo>
                        <a:lnTo>
                          <a:pt x="340" y="350"/>
                        </a:lnTo>
                        <a:lnTo>
                          <a:pt x="352" y="368"/>
                        </a:lnTo>
                        <a:lnTo>
                          <a:pt x="363" y="385"/>
                        </a:lnTo>
                        <a:lnTo>
                          <a:pt x="374" y="402"/>
                        </a:lnTo>
                        <a:lnTo>
                          <a:pt x="382" y="421"/>
                        </a:lnTo>
                        <a:lnTo>
                          <a:pt x="391" y="439"/>
                        </a:lnTo>
                        <a:lnTo>
                          <a:pt x="399" y="459"/>
                        </a:lnTo>
                        <a:lnTo>
                          <a:pt x="405" y="479"/>
                        </a:lnTo>
                        <a:lnTo>
                          <a:pt x="410" y="498"/>
                        </a:lnTo>
                        <a:lnTo>
                          <a:pt x="416" y="519"/>
                        </a:lnTo>
                        <a:lnTo>
                          <a:pt x="419" y="539"/>
                        </a:lnTo>
                        <a:lnTo>
                          <a:pt x="422" y="561"/>
                        </a:lnTo>
                        <a:lnTo>
                          <a:pt x="424" y="582"/>
                        </a:lnTo>
                        <a:lnTo>
                          <a:pt x="425" y="603"/>
                        </a:lnTo>
                        <a:lnTo>
                          <a:pt x="604" y="603"/>
                        </a:lnTo>
                        <a:close/>
                      </a:path>
                    </a:pathLst>
                  </a:custGeom>
                  <a:solidFill>
                    <a:srgbClr val="EF2B2F"/>
                  </a:solidFill>
                  <a:ln>
                    <a:noFill/>
                  </a:ln>
                </p:spPr>
                <p:txBody>
                  <a:bodyPr/>
                  <a:lstStyle/>
                  <a:p>
                    <a:pPr>
                      <a:defRPr/>
                    </a:pPr>
                    <a:endParaRPr lang="en-US" sz="1050">
                      <a:latin typeface="+mj-lt"/>
                    </a:endParaRPr>
                  </a:p>
                </p:txBody>
              </p:sp>
              <p:sp>
                <p:nvSpPr>
                  <p:cNvPr id="41646" name="Freeform 425">
                    <a:extLst>
                      <a:ext uri="{FF2B5EF4-FFF2-40B4-BE49-F238E27FC236}">
                        <a16:creationId xmlns="" xmlns:a16="http://schemas.microsoft.com/office/drawing/2014/main" id="{56D786A3-195E-50F6-9C2E-37F3E900F267}"/>
                      </a:ext>
                    </a:extLst>
                  </p:cNvPr>
                  <p:cNvSpPr>
                    <a:spLocks/>
                  </p:cNvSpPr>
                  <p:nvPr/>
                </p:nvSpPr>
                <p:spPr bwMode="auto">
                  <a:xfrm>
                    <a:off x="2634" y="3153"/>
                    <a:ext cx="103" cy="102"/>
                  </a:xfrm>
                  <a:custGeom>
                    <a:avLst/>
                    <a:gdLst>
                      <a:gd name="T0" fmla="*/ 0 w 604"/>
                      <a:gd name="T1" fmla="*/ 0 h 605"/>
                      <a:gd name="T2" fmla="*/ 0 w 604"/>
                      <a:gd name="T3" fmla="*/ 0 h 605"/>
                      <a:gd name="T4" fmla="*/ 0 w 604"/>
                      <a:gd name="T5" fmla="*/ 0 h 605"/>
                      <a:gd name="T6" fmla="*/ 0 w 604"/>
                      <a:gd name="T7" fmla="*/ 0 h 605"/>
                      <a:gd name="T8" fmla="*/ 0 w 604"/>
                      <a:gd name="T9" fmla="*/ 0 h 605"/>
                      <a:gd name="T10" fmla="*/ 0 w 604"/>
                      <a:gd name="T11" fmla="*/ 0 h 605"/>
                      <a:gd name="T12" fmla="*/ 0 w 604"/>
                      <a:gd name="T13" fmla="*/ 0 h 605"/>
                      <a:gd name="T14" fmla="*/ 0 w 604"/>
                      <a:gd name="T15" fmla="*/ 0 h 605"/>
                      <a:gd name="T16" fmla="*/ 0 w 604"/>
                      <a:gd name="T17" fmla="*/ 0 h 605"/>
                      <a:gd name="T18" fmla="*/ 0 w 604"/>
                      <a:gd name="T19" fmla="*/ 0 h 605"/>
                      <a:gd name="T20" fmla="*/ 0 w 604"/>
                      <a:gd name="T21" fmla="*/ 0 h 605"/>
                      <a:gd name="T22" fmla="*/ 0 w 604"/>
                      <a:gd name="T23" fmla="*/ 0 h 605"/>
                      <a:gd name="T24" fmla="*/ 0 w 604"/>
                      <a:gd name="T25" fmla="*/ 0 h 605"/>
                      <a:gd name="T26" fmla="*/ 0 w 604"/>
                      <a:gd name="T27" fmla="*/ 0 h 605"/>
                      <a:gd name="T28" fmla="*/ 0 w 604"/>
                      <a:gd name="T29" fmla="*/ 0 h 605"/>
                      <a:gd name="T30" fmla="*/ 0 w 604"/>
                      <a:gd name="T31" fmla="*/ 0 h 605"/>
                      <a:gd name="T32" fmla="*/ 0 w 604"/>
                      <a:gd name="T33" fmla="*/ 0 h 605"/>
                      <a:gd name="T34" fmla="*/ 0 w 604"/>
                      <a:gd name="T35" fmla="*/ 0 h 605"/>
                      <a:gd name="T36" fmla="*/ 0 w 604"/>
                      <a:gd name="T37" fmla="*/ 0 h 605"/>
                      <a:gd name="T38" fmla="*/ 0 w 604"/>
                      <a:gd name="T39" fmla="*/ 0 h 605"/>
                      <a:gd name="T40" fmla="*/ 0 w 604"/>
                      <a:gd name="T41" fmla="*/ 0 h 605"/>
                      <a:gd name="T42" fmla="*/ 0 w 604"/>
                      <a:gd name="T43" fmla="*/ 0 h 605"/>
                      <a:gd name="T44" fmla="*/ 0 w 604"/>
                      <a:gd name="T45" fmla="*/ 0 h 605"/>
                      <a:gd name="T46" fmla="*/ 0 w 604"/>
                      <a:gd name="T47" fmla="*/ 0 h 605"/>
                      <a:gd name="T48" fmla="*/ 0 w 604"/>
                      <a:gd name="T49" fmla="*/ 0 h 605"/>
                      <a:gd name="T50" fmla="*/ 0 w 604"/>
                      <a:gd name="T51" fmla="*/ 0 h 605"/>
                      <a:gd name="T52" fmla="*/ 0 w 604"/>
                      <a:gd name="T53" fmla="*/ 0 h 605"/>
                      <a:gd name="T54" fmla="*/ 0 w 604"/>
                      <a:gd name="T55" fmla="*/ 0 h 605"/>
                      <a:gd name="T56" fmla="*/ 0 w 604"/>
                      <a:gd name="T57" fmla="*/ 0 h 605"/>
                      <a:gd name="T58" fmla="*/ 0 w 604"/>
                      <a:gd name="T59" fmla="*/ 0 h 605"/>
                      <a:gd name="T60" fmla="*/ 0 w 604"/>
                      <a:gd name="T61" fmla="*/ 0 h 605"/>
                      <a:gd name="T62" fmla="*/ 0 w 604"/>
                      <a:gd name="T63" fmla="*/ 0 h 605"/>
                      <a:gd name="T64" fmla="*/ 0 w 604"/>
                      <a:gd name="T65" fmla="*/ 0 h 605"/>
                      <a:gd name="T66" fmla="*/ 0 w 604"/>
                      <a:gd name="T67" fmla="*/ 0 h 60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5"/>
                      <a:gd name="T104" fmla="*/ 604 w 604"/>
                      <a:gd name="T105" fmla="*/ 605 h 60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5">
                        <a:moveTo>
                          <a:pt x="0" y="605"/>
                        </a:moveTo>
                        <a:lnTo>
                          <a:pt x="0" y="605"/>
                        </a:lnTo>
                        <a:lnTo>
                          <a:pt x="31" y="604"/>
                        </a:lnTo>
                        <a:lnTo>
                          <a:pt x="62" y="601"/>
                        </a:lnTo>
                        <a:lnTo>
                          <a:pt x="92" y="597"/>
                        </a:lnTo>
                        <a:lnTo>
                          <a:pt x="121" y="592"/>
                        </a:lnTo>
                        <a:lnTo>
                          <a:pt x="151" y="585"/>
                        </a:lnTo>
                        <a:lnTo>
                          <a:pt x="179" y="577"/>
                        </a:lnTo>
                        <a:lnTo>
                          <a:pt x="207" y="568"/>
                        </a:lnTo>
                        <a:lnTo>
                          <a:pt x="234" y="557"/>
                        </a:lnTo>
                        <a:lnTo>
                          <a:pt x="262" y="545"/>
                        </a:lnTo>
                        <a:lnTo>
                          <a:pt x="288" y="531"/>
                        </a:lnTo>
                        <a:lnTo>
                          <a:pt x="313" y="517"/>
                        </a:lnTo>
                        <a:lnTo>
                          <a:pt x="338" y="501"/>
                        </a:lnTo>
                        <a:lnTo>
                          <a:pt x="361" y="484"/>
                        </a:lnTo>
                        <a:lnTo>
                          <a:pt x="383" y="467"/>
                        </a:lnTo>
                        <a:lnTo>
                          <a:pt x="406" y="447"/>
                        </a:lnTo>
                        <a:lnTo>
                          <a:pt x="427" y="428"/>
                        </a:lnTo>
                        <a:lnTo>
                          <a:pt x="446" y="407"/>
                        </a:lnTo>
                        <a:lnTo>
                          <a:pt x="466" y="384"/>
                        </a:lnTo>
                        <a:lnTo>
                          <a:pt x="483" y="361"/>
                        </a:lnTo>
                        <a:lnTo>
                          <a:pt x="501" y="338"/>
                        </a:lnTo>
                        <a:lnTo>
                          <a:pt x="516" y="313"/>
                        </a:lnTo>
                        <a:lnTo>
                          <a:pt x="530" y="288"/>
                        </a:lnTo>
                        <a:lnTo>
                          <a:pt x="544" y="262"/>
                        </a:lnTo>
                        <a:lnTo>
                          <a:pt x="556" y="235"/>
                        </a:lnTo>
                        <a:lnTo>
                          <a:pt x="567" y="208"/>
                        </a:lnTo>
                        <a:lnTo>
                          <a:pt x="577" y="180"/>
                        </a:lnTo>
                        <a:lnTo>
                          <a:pt x="584" y="152"/>
                        </a:lnTo>
                        <a:lnTo>
                          <a:pt x="591" y="122"/>
                        </a:lnTo>
                        <a:lnTo>
                          <a:pt x="596" y="93"/>
                        </a:lnTo>
                        <a:lnTo>
                          <a:pt x="601" y="62"/>
                        </a:lnTo>
                        <a:lnTo>
                          <a:pt x="603" y="32"/>
                        </a:lnTo>
                        <a:lnTo>
                          <a:pt x="604" y="0"/>
                        </a:lnTo>
                        <a:lnTo>
                          <a:pt x="425" y="0"/>
                        </a:lnTo>
                        <a:lnTo>
                          <a:pt x="424" y="23"/>
                        </a:lnTo>
                        <a:lnTo>
                          <a:pt x="422" y="44"/>
                        </a:lnTo>
                        <a:lnTo>
                          <a:pt x="419" y="66"/>
                        </a:lnTo>
                        <a:lnTo>
                          <a:pt x="416" y="86"/>
                        </a:lnTo>
                        <a:lnTo>
                          <a:pt x="410" y="107"/>
                        </a:lnTo>
                        <a:lnTo>
                          <a:pt x="405" y="127"/>
                        </a:lnTo>
                        <a:lnTo>
                          <a:pt x="399" y="146"/>
                        </a:lnTo>
                        <a:lnTo>
                          <a:pt x="391" y="166"/>
                        </a:lnTo>
                        <a:lnTo>
                          <a:pt x="382" y="184"/>
                        </a:lnTo>
                        <a:lnTo>
                          <a:pt x="374" y="203"/>
                        </a:lnTo>
                        <a:lnTo>
                          <a:pt x="363" y="220"/>
                        </a:lnTo>
                        <a:lnTo>
                          <a:pt x="352" y="237"/>
                        </a:lnTo>
                        <a:lnTo>
                          <a:pt x="340" y="255"/>
                        </a:lnTo>
                        <a:lnTo>
                          <a:pt x="327" y="270"/>
                        </a:lnTo>
                        <a:lnTo>
                          <a:pt x="314" y="285"/>
                        </a:lnTo>
                        <a:lnTo>
                          <a:pt x="300" y="300"/>
                        </a:lnTo>
                        <a:lnTo>
                          <a:pt x="284" y="315"/>
                        </a:lnTo>
                        <a:lnTo>
                          <a:pt x="269" y="328"/>
                        </a:lnTo>
                        <a:lnTo>
                          <a:pt x="254" y="341"/>
                        </a:lnTo>
                        <a:lnTo>
                          <a:pt x="237" y="353"/>
                        </a:lnTo>
                        <a:lnTo>
                          <a:pt x="219" y="363"/>
                        </a:lnTo>
                        <a:lnTo>
                          <a:pt x="202" y="374"/>
                        </a:lnTo>
                        <a:lnTo>
                          <a:pt x="183" y="383"/>
                        </a:lnTo>
                        <a:lnTo>
                          <a:pt x="165" y="392"/>
                        </a:lnTo>
                        <a:lnTo>
                          <a:pt x="145" y="399"/>
                        </a:lnTo>
                        <a:lnTo>
                          <a:pt x="126" y="406"/>
                        </a:lnTo>
                        <a:lnTo>
                          <a:pt x="106" y="411"/>
                        </a:lnTo>
                        <a:lnTo>
                          <a:pt x="86" y="417"/>
                        </a:lnTo>
                        <a:lnTo>
                          <a:pt x="65" y="420"/>
                        </a:lnTo>
                        <a:lnTo>
                          <a:pt x="44" y="423"/>
                        </a:lnTo>
                        <a:lnTo>
                          <a:pt x="23" y="424"/>
                        </a:lnTo>
                        <a:lnTo>
                          <a:pt x="0" y="424"/>
                        </a:lnTo>
                        <a:lnTo>
                          <a:pt x="0" y="605"/>
                        </a:lnTo>
                        <a:close/>
                      </a:path>
                    </a:pathLst>
                  </a:custGeom>
                  <a:solidFill>
                    <a:srgbClr val="EF2B2F"/>
                  </a:solidFill>
                  <a:ln>
                    <a:noFill/>
                  </a:ln>
                </p:spPr>
                <p:txBody>
                  <a:bodyPr/>
                  <a:lstStyle/>
                  <a:p>
                    <a:pPr>
                      <a:defRPr/>
                    </a:pPr>
                    <a:endParaRPr lang="en-US" sz="1050">
                      <a:latin typeface="+mj-lt"/>
                    </a:endParaRPr>
                  </a:p>
                </p:txBody>
              </p:sp>
              <p:sp>
                <p:nvSpPr>
                  <p:cNvPr id="41647" name="Freeform 426">
                    <a:extLst>
                      <a:ext uri="{FF2B5EF4-FFF2-40B4-BE49-F238E27FC236}">
                        <a16:creationId xmlns="" xmlns:a16="http://schemas.microsoft.com/office/drawing/2014/main" id="{D79D7E29-C07D-F77E-C103-5E4576958DFC}"/>
                      </a:ext>
                    </a:extLst>
                  </p:cNvPr>
                  <p:cNvSpPr>
                    <a:spLocks/>
                  </p:cNvSpPr>
                  <p:nvPr/>
                </p:nvSpPr>
                <p:spPr bwMode="auto">
                  <a:xfrm>
                    <a:off x="2535" y="3153"/>
                    <a:ext cx="99" cy="102"/>
                  </a:xfrm>
                  <a:custGeom>
                    <a:avLst/>
                    <a:gdLst>
                      <a:gd name="T0" fmla="*/ 0 w 603"/>
                      <a:gd name="T1" fmla="*/ 0 h 605"/>
                      <a:gd name="T2" fmla="*/ 0 w 603"/>
                      <a:gd name="T3" fmla="*/ 0 h 605"/>
                      <a:gd name="T4" fmla="*/ 0 w 603"/>
                      <a:gd name="T5" fmla="*/ 0 h 605"/>
                      <a:gd name="T6" fmla="*/ 0 w 603"/>
                      <a:gd name="T7" fmla="*/ 0 h 605"/>
                      <a:gd name="T8" fmla="*/ 0 w 603"/>
                      <a:gd name="T9" fmla="*/ 0 h 605"/>
                      <a:gd name="T10" fmla="*/ 0 w 603"/>
                      <a:gd name="T11" fmla="*/ 0 h 605"/>
                      <a:gd name="T12" fmla="*/ 0 w 603"/>
                      <a:gd name="T13" fmla="*/ 0 h 605"/>
                      <a:gd name="T14" fmla="*/ 0 w 603"/>
                      <a:gd name="T15" fmla="*/ 0 h 605"/>
                      <a:gd name="T16" fmla="*/ 0 w 603"/>
                      <a:gd name="T17" fmla="*/ 0 h 605"/>
                      <a:gd name="T18" fmla="*/ 0 w 603"/>
                      <a:gd name="T19" fmla="*/ 0 h 605"/>
                      <a:gd name="T20" fmla="*/ 0 w 603"/>
                      <a:gd name="T21" fmla="*/ 0 h 605"/>
                      <a:gd name="T22" fmla="*/ 0 w 603"/>
                      <a:gd name="T23" fmla="*/ 0 h 605"/>
                      <a:gd name="T24" fmla="*/ 0 w 603"/>
                      <a:gd name="T25" fmla="*/ 0 h 605"/>
                      <a:gd name="T26" fmla="*/ 0 w 603"/>
                      <a:gd name="T27" fmla="*/ 0 h 605"/>
                      <a:gd name="T28" fmla="*/ 0 w 603"/>
                      <a:gd name="T29" fmla="*/ 0 h 605"/>
                      <a:gd name="T30" fmla="*/ 0 w 603"/>
                      <a:gd name="T31" fmla="*/ 0 h 605"/>
                      <a:gd name="T32" fmla="*/ 0 w 603"/>
                      <a:gd name="T33" fmla="*/ 0 h 605"/>
                      <a:gd name="T34" fmla="*/ 0 w 603"/>
                      <a:gd name="T35" fmla="*/ 0 h 605"/>
                      <a:gd name="T36" fmla="*/ 0 w 603"/>
                      <a:gd name="T37" fmla="*/ 0 h 605"/>
                      <a:gd name="T38" fmla="*/ 0 w 603"/>
                      <a:gd name="T39" fmla="*/ 0 h 605"/>
                      <a:gd name="T40" fmla="*/ 0 w 603"/>
                      <a:gd name="T41" fmla="*/ 0 h 605"/>
                      <a:gd name="T42" fmla="*/ 0 w 603"/>
                      <a:gd name="T43" fmla="*/ 0 h 605"/>
                      <a:gd name="T44" fmla="*/ 0 w 603"/>
                      <a:gd name="T45" fmla="*/ 0 h 605"/>
                      <a:gd name="T46" fmla="*/ 0 w 603"/>
                      <a:gd name="T47" fmla="*/ 0 h 605"/>
                      <a:gd name="T48" fmla="*/ 0 w 603"/>
                      <a:gd name="T49" fmla="*/ 0 h 605"/>
                      <a:gd name="T50" fmla="*/ 0 w 603"/>
                      <a:gd name="T51" fmla="*/ 0 h 605"/>
                      <a:gd name="T52" fmla="*/ 0 w 603"/>
                      <a:gd name="T53" fmla="*/ 0 h 605"/>
                      <a:gd name="T54" fmla="*/ 0 w 603"/>
                      <a:gd name="T55" fmla="*/ 0 h 605"/>
                      <a:gd name="T56" fmla="*/ 0 w 603"/>
                      <a:gd name="T57" fmla="*/ 0 h 605"/>
                      <a:gd name="T58" fmla="*/ 0 w 603"/>
                      <a:gd name="T59" fmla="*/ 0 h 605"/>
                      <a:gd name="T60" fmla="*/ 0 w 603"/>
                      <a:gd name="T61" fmla="*/ 0 h 605"/>
                      <a:gd name="T62" fmla="*/ 0 w 603"/>
                      <a:gd name="T63" fmla="*/ 0 h 605"/>
                      <a:gd name="T64" fmla="*/ 0 w 603"/>
                      <a:gd name="T65" fmla="*/ 0 h 605"/>
                      <a:gd name="T66" fmla="*/ 0 w 603"/>
                      <a:gd name="T67" fmla="*/ 0 h 60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5"/>
                      <a:gd name="T104" fmla="*/ 603 w 603"/>
                      <a:gd name="T105" fmla="*/ 605 h 60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5">
                        <a:moveTo>
                          <a:pt x="0" y="0"/>
                        </a:moveTo>
                        <a:lnTo>
                          <a:pt x="0" y="0"/>
                        </a:lnTo>
                        <a:lnTo>
                          <a:pt x="1" y="32"/>
                        </a:lnTo>
                        <a:lnTo>
                          <a:pt x="3" y="62"/>
                        </a:lnTo>
                        <a:lnTo>
                          <a:pt x="6" y="93"/>
                        </a:lnTo>
                        <a:lnTo>
                          <a:pt x="13" y="122"/>
                        </a:lnTo>
                        <a:lnTo>
                          <a:pt x="19" y="152"/>
                        </a:lnTo>
                        <a:lnTo>
                          <a:pt x="27" y="180"/>
                        </a:lnTo>
                        <a:lnTo>
                          <a:pt x="37" y="208"/>
                        </a:lnTo>
                        <a:lnTo>
                          <a:pt x="48" y="235"/>
                        </a:lnTo>
                        <a:lnTo>
                          <a:pt x="60" y="262"/>
                        </a:lnTo>
                        <a:lnTo>
                          <a:pt x="73" y="288"/>
                        </a:lnTo>
                        <a:lnTo>
                          <a:pt x="88" y="313"/>
                        </a:lnTo>
                        <a:lnTo>
                          <a:pt x="103" y="338"/>
                        </a:lnTo>
                        <a:lnTo>
                          <a:pt x="120" y="361"/>
                        </a:lnTo>
                        <a:lnTo>
                          <a:pt x="138" y="384"/>
                        </a:lnTo>
                        <a:lnTo>
                          <a:pt x="157" y="407"/>
                        </a:lnTo>
                        <a:lnTo>
                          <a:pt x="177" y="428"/>
                        </a:lnTo>
                        <a:lnTo>
                          <a:pt x="198" y="447"/>
                        </a:lnTo>
                        <a:lnTo>
                          <a:pt x="219" y="467"/>
                        </a:lnTo>
                        <a:lnTo>
                          <a:pt x="242" y="484"/>
                        </a:lnTo>
                        <a:lnTo>
                          <a:pt x="266" y="501"/>
                        </a:lnTo>
                        <a:lnTo>
                          <a:pt x="291" y="517"/>
                        </a:lnTo>
                        <a:lnTo>
                          <a:pt x="316" y="531"/>
                        </a:lnTo>
                        <a:lnTo>
                          <a:pt x="342" y="545"/>
                        </a:lnTo>
                        <a:lnTo>
                          <a:pt x="369" y="557"/>
                        </a:lnTo>
                        <a:lnTo>
                          <a:pt x="396" y="568"/>
                        </a:lnTo>
                        <a:lnTo>
                          <a:pt x="425" y="577"/>
                        </a:lnTo>
                        <a:lnTo>
                          <a:pt x="453" y="585"/>
                        </a:lnTo>
                        <a:lnTo>
                          <a:pt x="482" y="592"/>
                        </a:lnTo>
                        <a:lnTo>
                          <a:pt x="512" y="597"/>
                        </a:lnTo>
                        <a:lnTo>
                          <a:pt x="542" y="601"/>
                        </a:lnTo>
                        <a:lnTo>
                          <a:pt x="572" y="604"/>
                        </a:lnTo>
                        <a:lnTo>
                          <a:pt x="603" y="605"/>
                        </a:lnTo>
                        <a:lnTo>
                          <a:pt x="603" y="424"/>
                        </a:lnTo>
                        <a:lnTo>
                          <a:pt x="581" y="424"/>
                        </a:lnTo>
                        <a:lnTo>
                          <a:pt x="559" y="423"/>
                        </a:lnTo>
                        <a:lnTo>
                          <a:pt x="539" y="420"/>
                        </a:lnTo>
                        <a:lnTo>
                          <a:pt x="518" y="417"/>
                        </a:lnTo>
                        <a:lnTo>
                          <a:pt x="497" y="411"/>
                        </a:lnTo>
                        <a:lnTo>
                          <a:pt x="478" y="406"/>
                        </a:lnTo>
                        <a:lnTo>
                          <a:pt x="458" y="399"/>
                        </a:lnTo>
                        <a:lnTo>
                          <a:pt x="439" y="392"/>
                        </a:lnTo>
                        <a:lnTo>
                          <a:pt x="420" y="383"/>
                        </a:lnTo>
                        <a:lnTo>
                          <a:pt x="402" y="374"/>
                        </a:lnTo>
                        <a:lnTo>
                          <a:pt x="384" y="363"/>
                        </a:lnTo>
                        <a:lnTo>
                          <a:pt x="367" y="353"/>
                        </a:lnTo>
                        <a:lnTo>
                          <a:pt x="350" y="341"/>
                        </a:lnTo>
                        <a:lnTo>
                          <a:pt x="334" y="328"/>
                        </a:lnTo>
                        <a:lnTo>
                          <a:pt x="318" y="315"/>
                        </a:lnTo>
                        <a:lnTo>
                          <a:pt x="304" y="300"/>
                        </a:lnTo>
                        <a:lnTo>
                          <a:pt x="290" y="285"/>
                        </a:lnTo>
                        <a:lnTo>
                          <a:pt x="276" y="270"/>
                        </a:lnTo>
                        <a:lnTo>
                          <a:pt x="264" y="255"/>
                        </a:lnTo>
                        <a:lnTo>
                          <a:pt x="252" y="237"/>
                        </a:lnTo>
                        <a:lnTo>
                          <a:pt x="241" y="220"/>
                        </a:lnTo>
                        <a:lnTo>
                          <a:pt x="230" y="203"/>
                        </a:lnTo>
                        <a:lnTo>
                          <a:pt x="222" y="184"/>
                        </a:lnTo>
                        <a:lnTo>
                          <a:pt x="213" y="166"/>
                        </a:lnTo>
                        <a:lnTo>
                          <a:pt x="205" y="146"/>
                        </a:lnTo>
                        <a:lnTo>
                          <a:pt x="199" y="127"/>
                        </a:lnTo>
                        <a:lnTo>
                          <a:pt x="192" y="107"/>
                        </a:lnTo>
                        <a:lnTo>
                          <a:pt x="188" y="86"/>
                        </a:lnTo>
                        <a:lnTo>
                          <a:pt x="185" y="66"/>
                        </a:lnTo>
                        <a:lnTo>
                          <a:pt x="181" y="45"/>
                        </a:lnTo>
                        <a:lnTo>
                          <a:pt x="180" y="23"/>
                        </a:lnTo>
                        <a:lnTo>
                          <a:pt x="179" y="0"/>
                        </a:lnTo>
                        <a:lnTo>
                          <a:pt x="0" y="0"/>
                        </a:lnTo>
                        <a:close/>
                      </a:path>
                    </a:pathLst>
                  </a:custGeom>
                  <a:solidFill>
                    <a:srgbClr val="EF2B2F"/>
                  </a:solidFill>
                  <a:ln>
                    <a:noFill/>
                  </a:ln>
                </p:spPr>
                <p:txBody>
                  <a:bodyPr/>
                  <a:lstStyle/>
                  <a:p>
                    <a:pPr>
                      <a:defRPr/>
                    </a:pPr>
                    <a:endParaRPr lang="en-US" sz="1050">
                      <a:latin typeface="+mj-lt"/>
                    </a:endParaRPr>
                  </a:p>
                </p:txBody>
              </p:sp>
              <p:sp>
                <p:nvSpPr>
                  <p:cNvPr id="41648" name="Freeform 427">
                    <a:extLst>
                      <a:ext uri="{FF2B5EF4-FFF2-40B4-BE49-F238E27FC236}">
                        <a16:creationId xmlns="" xmlns:a16="http://schemas.microsoft.com/office/drawing/2014/main" id="{A3ADB79A-7CC9-DE2E-3CD2-87C29A5C9C60}"/>
                      </a:ext>
                    </a:extLst>
                  </p:cNvPr>
                  <p:cNvSpPr>
                    <a:spLocks/>
                  </p:cNvSpPr>
                  <p:nvPr/>
                </p:nvSpPr>
                <p:spPr bwMode="auto">
                  <a:xfrm>
                    <a:off x="2535" y="3055"/>
                    <a:ext cx="99" cy="98"/>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0"/>
                        </a:moveTo>
                        <a:lnTo>
                          <a:pt x="603" y="0"/>
                        </a:lnTo>
                        <a:lnTo>
                          <a:pt x="572" y="2"/>
                        </a:lnTo>
                        <a:lnTo>
                          <a:pt x="542" y="4"/>
                        </a:lnTo>
                        <a:lnTo>
                          <a:pt x="512" y="7"/>
                        </a:lnTo>
                        <a:lnTo>
                          <a:pt x="482" y="13"/>
                        </a:lnTo>
                        <a:lnTo>
                          <a:pt x="453" y="20"/>
                        </a:lnTo>
                        <a:lnTo>
                          <a:pt x="425" y="28"/>
                        </a:lnTo>
                        <a:lnTo>
                          <a:pt x="396" y="37"/>
                        </a:lnTo>
                        <a:lnTo>
                          <a:pt x="368" y="48"/>
                        </a:lnTo>
                        <a:lnTo>
                          <a:pt x="342" y="60"/>
                        </a:lnTo>
                        <a:lnTo>
                          <a:pt x="316" y="74"/>
                        </a:lnTo>
                        <a:lnTo>
                          <a:pt x="291" y="88"/>
                        </a:lnTo>
                        <a:lnTo>
                          <a:pt x="266" y="104"/>
                        </a:lnTo>
                        <a:lnTo>
                          <a:pt x="242" y="121"/>
                        </a:lnTo>
                        <a:lnTo>
                          <a:pt x="219" y="138"/>
                        </a:lnTo>
                        <a:lnTo>
                          <a:pt x="198" y="158"/>
                        </a:lnTo>
                        <a:lnTo>
                          <a:pt x="177" y="178"/>
                        </a:lnTo>
                        <a:lnTo>
                          <a:pt x="157" y="198"/>
                        </a:lnTo>
                        <a:lnTo>
                          <a:pt x="138" y="220"/>
                        </a:lnTo>
                        <a:lnTo>
                          <a:pt x="120" y="243"/>
                        </a:lnTo>
                        <a:lnTo>
                          <a:pt x="103" y="267"/>
                        </a:lnTo>
                        <a:lnTo>
                          <a:pt x="88" y="292"/>
                        </a:lnTo>
                        <a:lnTo>
                          <a:pt x="73" y="317"/>
                        </a:lnTo>
                        <a:lnTo>
                          <a:pt x="60" y="343"/>
                        </a:lnTo>
                        <a:lnTo>
                          <a:pt x="48" y="369"/>
                        </a:lnTo>
                        <a:lnTo>
                          <a:pt x="37" y="397"/>
                        </a:lnTo>
                        <a:lnTo>
                          <a:pt x="27" y="425"/>
                        </a:lnTo>
                        <a:lnTo>
                          <a:pt x="19" y="454"/>
                        </a:lnTo>
                        <a:lnTo>
                          <a:pt x="13" y="483"/>
                        </a:lnTo>
                        <a:lnTo>
                          <a:pt x="6" y="512"/>
                        </a:lnTo>
                        <a:lnTo>
                          <a:pt x="3" y="543"/>
                        </a:lnTo>
                        <a:lnTo>
                          <a:pt x="1" y="573"/>
                        </a:lnTo>
                        <a:lnTo>
                          <a:pt x="0" y="603"/>
                        </a:lnTo>
                        <a:lnTo>
                          <a:pt x="179" y="603"/>
                        </a:lnTo>
                        <a:lnTo>
                          <a:pt x="180" y="582"/>
                        </a:lnTo>
                        <a:lnTo>
                          <a:pt x="181" y="560"/>
                        </a:lnTo>
                        <a:lnTo>
                          <a:pt x="185" y="539"/>
                        </a:lnTo>
                        <a:lnTo>
                          <a:pt x="188" y="519"/>
                        </a:lnTo>
                        <a:lnTo>
                          <a:pt x="192" y="498"/>
                        </a:lnTo>
                        <a:lnTo>
                          <a:pt x="199" y="479"/>
                        </a:lnTo>
                        <a:lnTo>
                          <a:pt x="205" y="459"/>
                        </a:lnTo>
                        <a:lnTo>
                          <a:pt x="213" y="439"/>
                        </a:lnTo>
                        <a:lnTo>
                          <a:pt x="222" y="421"/>
                        </a:lnTo>
                        <a:lnTo>
                          <a:pt x="230" y="402"/>
                        </a:lnTo>
                        <a:lnTo>
                          <a:pt x="241" y="385"/>
                        </a:lnTo>
                        <a:lnTo>
                          <a:pt x="252" y="368"/>
                        </a:lnTo>
                        <a:lnTo>
                          <a:pt x="264" y="350"/>
                        </a:lnTo>
                        <a:lnTo>
                          <a:pt x="276" y="335"/>
                        </a:lnTo>
                        <a:lnTo>
                          <a:pt x="290" y="319"/>
                        </a:lnTo>
                        <a:lnTo>
                          <a:pt x="304" y="305"/>
                        </a:lnTo>
                        <a:lnTo>
                          <a:pt x="318" y="291"/>
                        </a:lnTo>
                        <a:lnTo>
                          <a:pt x="334" y="278"/>
                        </a:lnTo>
                        <a:lnTo>
                          <a:pt x="350" y="264"/>
                        </a:lnTo>
                        <a:lnTo>
                          <a:pt x="367" y="253"/>
                        </a:lnTo>
                        <a:lnTo>
                          <a:pt x="384" y="242"/>
                        </a:lnTo>
                        <a:lnTo>
                          <a:pt x="402" y="231"/>
                        </a:lnTo>
                        <a:lnTo>
                          <a:pt x="420" y="222"/>
                        </a:lnTo>
                        <a:lnTo>
                          <a:pt x="439" y="213"/>
                        </a:lnTo>
                        <a:lnTo>
                          <a:pt x="458" y="206"/>
                        </a:lnTo>
                        <a:lnTo>
                          <a:pt x="478" y="199"/>
                        </a:lnTo>
                        <a:lnTo>
                          <a:pt x="497" y="193"/>
                        </a:lnTo>
                        <a:lnTo>
                          <a:pt x="518" y="188"/>
                        </a:lnTo>
                        <a:lnTo>
                          <a:pt x="539" y="185"/>
                        </a:lnTo>
                        <a:lnTo>
                          <a:pt x="560" y="182"/>
                        </a:lnTo>
                        <a:lnTo>
                          <a:pt x="581" y="181"/>
                        </a:lnTo>
                        <a:lnTo>
                          <a:pt x="603" y="180"/>
                        </a:lnTo>
                        <a:lnTo>
                          <a:pt x="603" y="0"/>
                        </a:lnTo>
                        <a:close/>
                      </a:path>
                    </a:pathLst>
                  </a:custGeom>
                  <a:solidFill>
                    <a:srgbClr val="EF2B2F"/>
                  </a:solidFill>
                  <a:ln>
                    <a:noFill/>
                  </a:ln>
                </p:spPr>
                <p:txBody>
                  <a:bodyPr/>
                  <a:lstStyle/>
                  <a:p>
                    <a:pPr>
                      <a:defRPr/>
                    </a:pPr>
                    <a:endParaRPr lang="en-US" sz="1050">
                      <a:latin typeface="+mj-lt"/>
                    </a:endParaRPr>
                  </a:p>
                </p:txBody>
              </p:sp>
              <p:sp>
                <p:nvSpPr>
                  <p:cNvPr id="41649" name="Freeform 428">
                    <a:extLst>
                      <a:ext uri="{FF2B5EF4-FFF2-40B4-BE49-F238E27FC236}">
                        <a16:creationId xmlns="" xmlns:a16="http://schemas.microsoft.com/office/drawing/2014/main" id="{BA4B40C2-AA7E-5629-DDE7-628899F039C9}"/>
                      </a:ext>
                    </a:extLst>
                  </p:cNvPr>
                  <p:cNvSpPr>
                    <a:spLocks/>
                  </p:cNvSpPr>
                  <p:nvPr/>
                </p:nvSpPr>
                <p:spPr bwMode="auto">
                  <a:xfrm>
                    <a:off x="1961" y="2925"/>
                    <a:ext cx="99" cy="102"/>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603"/>
                        </a:moveTo>
                        <a:lnTo>
                          <a:pt x="603" y="603"/>
                        </a:lnTo>
                        <a:lnTo>
                          <a:pt x="602" y="572"/>
                        </a:lnTo>
                        <a:lnTo>
                          <a:pt x="600" y="542"/>
                        </a:lnTo>
                        <a:lnTo>
                          <a:pt x="597" y="512"/>
                        </a:lnTo>
                        <a:lnTo>
                          <a:pt x="591" y="482"/>
                        </a:lnTo>
                        <a:lnTo>
                          <a:pt x="584" y="453"/>
                        </a:lnTo>
                        <a:lnTo>
                          <a:pt x="576" y="425"/>
                        </a:lnTo>
                        <a:lnTo>
                          <a:pt x="566" y="396"/>
                        </a:lnTo>
                        <a:lnTo>
                          <a:pt x="555" y="369"/>
                        </a:lnTo>
                        <a:lnTo>
                          <a:pt x="543" y="342"/>
                        </a:lnTo>
                        <a:lnTo>
                          <a:pt x="530" y="316"/>
                        </a:lnTo>
                        <a:lnTo>
                          <a:pt x="515" y="291"/>
                        </a:lnTo>
                        <a:lnTo>
                          <a:pt x="500" y="266"/>
                        </a:lnTo>
                        <a:lnTo>
                          <a:pt x="483" y="243"/>
                        </a:lnTo>
                        <a:lnTo>
                          <a:pt x="465" y="220"/>
                        </a:lnTo>
                        <a:lnTo>
                          <a:pt x="446" y="198"/>
                        </a:lnTo>
                        <a:lnTo>
                          <a:pt x="426" y="177"/>
                        </a:lnTo>
                        <a:lnTo>
                          <a:pt x="405" y="157"/>
                        </a:lnTo>
                        <a:lnTo>
                          <a:pt x="383" y="138"/>
                        </a:lnTo>
                        <a:lnTo>
                          <a:pt x="361" y="120"/>
                        </a:lnTo>
                        <a:lnTo>
                          <a:pt x="337" y="103"/>
                        </a:lnTo>
                        <a:lnTo>
                          <a:pt x="312" y="88"/>
                        </a:lnTo>
                        <a:lnTo>
                          <a:pt x="287" y="74"/>
                        </a:lnTo>
                        <a:lnTo>
                          <a:pt x="261" y="60"/>
                        </a:lnTo>
                        <a:lnTo>
                          <a:pt x="234" y="48"/>
                        </a:lnTo>
                        <a:lnTo>
                          <a:pt x="207" y="37"/>
                        </a:lnTo>
                        <a:lnTo>
                          <a:pt x="179" y="27"/>
                        </a:lnTo>
                        <a:lnTo>
                          <a:pt x="150" y="19"/>
                        </a:lnTo>
                        <a:lnTo>
                          <a:pt x="121" y="13"/>
                        </a:lnTo>
                        <a:lnTo>
                          <a:pt x="91" y="7"/>
                        </a:lnTo>
                        <a:lnTo>
                          <a:pt x="61" y="3"/>
                        </a:lnTo>
                        <a:lnTo>
                          <a:pt x="31" y="1"/>
                        </a:lnTo>
                        <a:lnTo>
                          <a:pt x="0" y="0"/>
                        </a:lnTo>
                        <a:lnTo>
                          <a:pt x="0" y="180"/>
                        </a:lnTo>
                        <a:lnTo>
                          <a:pt x="22" y="180"/>
                        </a:lnTo>
                        <a:lnTo>
                          <a:pt x="44" y="181"/>
                        </a:lnTo>
                        <a:lnTo>
                          <a:pt x="64" y="185"/>
                        </a:lnTo>
                        <a:lnTo>
                          <a:pt x="85" y="188"/>
                        </a:lnTo>
                        <a:lnTo>
                          <a:pt x="106" y="193"/>
                        </a:lnTo>
                        <a:lnTo>
                          <a:pt x="125" y="199"/>
                        </a:lnTo>
                        <a:lnTo>
                          <a:pt x="145" y="205"/>
                        </a:lnTo>
                        <a:lnTo>
                          <a:pt x="164" y="213"/>
                        </a:lnTo>
                        <a:lnTo>
                          <a:pt x="183" y="222"/>
                        </a:lnTo>
                        <a:lnTo>
                          <a:pt x="201" y="230"/>
                        </a:lnTo>
                        <a:lnTo>
                          <a:pt x="219" y="241"/>
                        </a:lnTo>
                        <a:lnTo>
                          <a:pt x="236" y="252"/>
                        </a:lnTo>
                        <a:lnTo>
                          <a:pt x="253" y="264"/>
                        </a:lnTo>
                        <a:lnTo>
                          <a:pt x="270" y="277"/>
                        </a:lnTo>
                        <a:lnTo>
                          <a:pt x="285" y="290"/>
                        </a:lnTo>
                        <a:lnTo>
                          <a:pt x="299" y="304"/>
                        </a:lnTo>
                        <a:lnTo>
                          <a:pt x="313" y="319"/>
                        </a:lnTo>
                        <a:lnTo>
                          <a:pt x="327" y="335"/>
                        </a:lnTo>
                        <a:lnTo>
                          <a:pt x="339" y="350"/>
                        </a:lnTo>
                        <a:lnTo>
                          <a:pt x="351" y="367"/>
                        </a:lnTo>
                        <a:lnTo>
                          <a:pt x="362" y="384"/>
                        </a:lnTo>
                        <a:lnTo>
                          <a:pt x="373" y="402"/>
                        </a:lnTo>
                        <a:lnTo>
                          <a:pt x="382" y="420"/>
                        </a:lnTo>
                        <a:lnTo>
                          <a:pt x="390" y="439"/>
                        </a:lnTo>
                        <a:lnTo>
                          <a:pt x="398" y="458"/>
                        </a:lnTo>
                        <a:lnTo>
                          <a:pt x="404" y="478"/>
                        </a:lnTo>
                        <a:lnTo>
                          <a:pt x="411" y="497"/>
                        </a:lnTo>
                        <a:lnTo>
                          <a:pt x="415" y="518"/>
                        </a:lnTo>
                        <a:lnTo>
                          <a:pt x="418" y="539"/>
                        </a:lnTo>
                        <a:lnTo>
                          <a:pt x="422" y="561"/>
                        </a:lnTo>
                        <a:lnTo>
                          <a:pt x="423" y="581"/>
                        </a:lnTo>
                        <a:lnTo>
                          <a:pt x="424" y="603"/>
                        </a:lnTo>
                        <a:lnTo>
                          <a:pt x="603" y="603"/>
                        </a:lnTo>
                        <a:close/>
                      </a:path>
                    </a:pathLst>
                  </a:custGeom>
                  <a:solidFill>
                    <a:srgbClr val="EF2B2F"/>
                  </a:solidFill>
                  <a:ln>
                    <a:noFill/>
                  </a:ln>
                </p:spPr>
                <p:txBody>
                  <a:bodyPr/>
                  <a:lstStyle/>
                  <a:p>
                    <a:pPr>
                      <a:defRPr/>
                    </a:pPr>
                    <a:endParaRPr lang="en-US" sz="1050">
                      <a:latin typeface="+mj-lt"/>
                    </a:endParaRPr>
                  </a:p>
                </p:txBody>
              </p:sp>
              <p:sp>
                <p:nvSpPr>
                  <p:cNvPr id="41650" name="Freeform 429">
                    <a:extLst>
                      <a:ext uri="{FF2B5EF4-FFF2-40B4-BE49-F238E27FC236}">
                        <a16:creationId xmlns="" xmlns:a16="http://schemas.microsoft.com/office/drawing/2014/main" id="{5C99804B-18EC-DD28-9886-E1AEEC8C0BED}"/>
                      </a:ext>
                    </a:extLst>
                  </p:cNvPr>
                  <p:cNvSpPr>
                    <a:spLocks/>
                  </p:cNvSpPr>
                  <p:nvPr/>
                </p:nvSpPr>
                <p:spPr bwMode="auto">
                  <a:xfrm>
                    <a:off x="1961" y="3027"/>
                    <a:ext cx="99" cy="110"/>
                  </a:xfrm>
                  <a:custGeom>
                    <a:avLst/>
                    <a:gdLst>
                      <a:gd name="T0" fmla="*/ 0 w 603"/>
                      <a:gd name="T1" fmla="*/ 0 h 604"/>
                      <a:gd name="T2" fmla="*/ 0 w 603"/>
                      <a:gd name="T3" fmla="*/ 0 h 604"/>
                      <a:gd name="T4" fmla="*/ 0 w 603"/>
                      <a:gd name="T5" fmla="*/ 0 h 604"/>
                      <a:gd name="T6" fmla="*/ 0 w 603"/>
                      <a:gd name="T7" fmla="*/ 0 h 604"/>
                      <a:gd name="T8" fmla="*/ 0 w 603"/>
                      <a:gd name="T9" fmla="*/ 0 h 604"/>
                      <a:gd name="T10" fmla="*/ 0 w 603"/>
                      <a:gd name="T11" fmla="*/ 0 h 604"/>
                      <a:gd name="T12" fmla="*/ 0 w 603"/>
                      <a:gd name="T13" fmla="*/ 0 h 604"/>
                      <a:gd name="T14" fmla="*/ 0 w 603"/>
                      <a:gd name="T15" fmla="*/ 0 h 604"/>
                      <a:gd name="T16" fmla="*/ 0 w 603"/>
                      <a:gd name="T17" fmla="*/ 0 h 604"/>
                      <a:gd name="T18" fmla="*/ 0 w 603"/>
                      <a:gd name="T19" fmla="*/ 0 h 604"/>
                      <a:gd name="T20" fmla="*/ 0 w 603"/>
                      <a:gd name="T21" fmla="*/ 0 h 604"/>
                      <a:gd name="T22" fmla="*/ 0 w 603"/>
                      <a:gd name="T23" fmla="*/ 0 h 604"/>
                      <a:gd name="T24" fmla="*/ 0 w 603"/>
                      <a:gd name="T25" fmla="*/ 0 h 604"/>
                      <a:gd name="T26" fmla="*/ 0 w 603"/>
                      <a:gd name="T27" fmla="*/ 0 h 604"/>
                      <a:gd name="T28" fmla="*/ 0 w 603"/>
                      <a:gd name="T29" fmla="*/ 0 h 604"/>
                      <a:gd name="T30" fmla="*/ 0 w 603"/>
                      <a:gd name="T31" fmla="*/ 0 h 604"/>
                      <a:gd name="T32" fmla="*/ 0 w 603"/>
                      <a:gd name="T33" fmla="*/ 0 h 604"/>
                      <a:gd name="T34" fmla="*/ 0 w 603"/>
                      <a:gd name="T35" fmla="*/ 0 h 604"/>
                      <a:gd name="T36" fmla="*/ 0 w 603"/>
                      <a:gd name="T37" fmla="*/ 0 h 604"/>
                      <a:gd name="T38" fmla="*/ 0 w 603"/>
                      <a:gd name="T39" fmla="*/ 0 h 604"/>
                      <a:gd name="T40" fmla="*/ 0 w 603"/>
                      <a:gd name="T41" fmla="*/ 0 h 604"/>
                      <a:gd name="T42" fmla="*/ 0 w 603"/>
                      <a:gd name="T43" fmla="*/ 0 h 604"/>
                      <a:gd name="T44" fmla="*/ 0 w 603"/>
                      <a:gd name="T45" fmla="*/ 0 h 604"/>
                      <a:gd name="T46" fmla="*/ 0 w 603"/>
                      <a:gd name="T47" fmla="*/ 0 h 604"/>
                      <a:gd name="T48" fmla="*/ 0 w 603"/>
                      <a:gd name="T49" fmla="*/ 0 h 604"/>
                      <a:gd name="T50" fmla="*/ 0 w 603"/>
                      <a:gd name="T51" fmla="*/ 0 h 604"/>
                      <a:gd name="T52" fmla="*/ 0 w 603"/>
                      <a:gd name="T53" fmla="*/ 0 h 604"/>
                      <a:gd name="T54" fmla="*/ 0 w 603"/>
                      <a:gd name="T55" fmla="*/ 0 h 604"/>
                      <a:gd name="T56" fmla="*/ 0 w 603"/>
                      <a:gd name="T57" fmla="*/ 0 h 604"/>
                      <a:gd name="T58" fmla="*/ 0 w 603"/>
                      <a:gd name="T59" fmla="*/ 0 h 604"/>
                      <a:gd name="T60" fmla="*/ 0 w 603"/>
                      <a:gd name="T61" fmla="*/ 0 h 604"/>
                      <a:gd name="T62" fmla="*/ 0 w 603"/>
                      <a:gd name="T63" fmla="*/ 0 h 604"/>
                      <a:gd name="T64" fmla="*/ 0 w 603"/>
                      <a:gd name="T65" fmla="*/ 0 h 604"/>
                      <a:gd name="T66" fmla="*/ 0 w 603"/>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4"/>
                      <a:gd name="T104" fmla="*/ 603 w 603"/>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4">
                        <a:moveTo>
                          <a:pt x="0" y="604"/>
                        </a:moveTo>
                        <a:lnTo>
                          <a:pt x="0" y="604"/>
                        </a:lnTo>
                        <a:lnTo>
                          <a:pt x="31" y="603"/>
                        </a:lnTo>
                        <a:lnTo>
                          <a:pt x="61" y="601"/>
                        </a:lnTo>
                        <a:lnTo>
                          <a:pt x="91" y="596"/>
                        </a:lnTo>
                        <a:lnTo>
                          <a:pt x="121" y="591"/>
                        </a:lnTo>
                        <a:lnTo>
                          <a:pt x="150" y="584"/>
                        </a:lnTo>
                        <a:lnTo>
                          <a:pt x="179" y="577"/>
                        </a:lnTo>
                        <a:lnTo>
                          <a:pt x="207" y="567"/>
                        </a:lnTo>
                        <a:lnTo>
                          <a:pt x="234" y="556"/>
                        </a:lnTo>
                        <a:lnTo>
                          <a:pt x="261" y="544"/>
                        </a:lnTo>
                        <a:lnTo>
                          <a:pt x="287" y="530"/>
                        </a:lnTo>
                        <a:lnTo>
                          <a:pt x="312" y="516"/>
                        </a:lnTo>
                        <a:lnTo>
                          <a:pt x="337" y="501"/>
                        </a:lnTo>
                        <a:lnTo>
                          <a:pt x="361" y="483"/>
                        </a:lnTo>
                        <a:lnTo>
                          <a:pt x="384" y="466"/>
                        </a:lnTo>
                        <a:lnTo>
                          <a:pt x="405" y="446"/>
                        </a:lnTo>
                        <a:lnTo>
                          <a:pt x="426" y="427"/>
                        </a:lnTo>
                        <a:lnTo>
                          <a:pt x="446" y="406"/>
                        </a:lnTo>
                        <a:lnTo>
                          <a:pt x="465" y="385"/>
                        </a:lnTo>
                        <a:lnTo>
                          <a:pt x="483" y="362"/>
                        </a:lnTo>
                        <a:lnTo>
                          <a:pt x="500" y="338"/>
                        </a:lnTo>
                        <a:lnTo>
                          <a:pt x="515" y="313"/>
                        </a:lnTo>
                        <a:lnTo>
                          <a:pt x="530" y="288"/>
                        </a:lnTo>
                        <a:lnTo>
                          <a:pt x="543" y="262"/>
                        </a:lnTo>
                        <a:lnTo>
                          <a:pt x="555" y="235"/>
                        </a:lnTo>
                        <a:lnTo>
                          <a:pt x="566" y="207"/>
                        </a:lnTo>
                        <a:lnTo>
                          <a:pt x="576" y="179"/>
                        </a:lnTo>
                        <a:lnTo>
                          <a:pt x="584" y="151"/>
                        </a:lnTo>
                        <a:lnTo>
                          <a:pt x="591" y="122"/>
                        </a:lnTo>
                        <a:lnTo>
                          <a:pt x="597" y="92"/>
                        </a:lnTo>
                        <a:lnTo>
                          <a:pt x="600" y="62"/>
                        </a:lnTo>
                        <a:lnTo>
                          <a:pt x="602" y="31"/>
                        </a:lnTo>
                        <a:lnTo>
                          <a:pt x="603" y="0"/>
                        </a:lnTo>
                        <a:lnTo>
                          <a:pt x="424" y="0"/>
                        </a:lnTo>
                        <a:lnTo>
                          <a:pt x="423" y="23"/>
                        </a:lnTo>
                        <a:lnTo>
                          <a:pt x="422" y="43"/>
                        </a:lnTo>
                        <a:lnTo>
                          <a:pt x="418" y="65"/>
                        </a:lnTo>
                        <a:lnTo>
                          <a:pt x="415" y="86"/>
                        </a:lnTo>
                        <a:lnTo>
                          <a:pt x="411" y="106"/>
                        </a:lnTo>
                        <a:lnTo>
                          <a:pt x="404" y="126"/>
                        </a:lnTo>
                        <a:lnTo>
                          <a:pt x="398" y="145"/>
                        </a:lnTo>
                        <a:lnTo>
                          <a:pt x="390" y="165"/>
                        </a:lnTo>
                        <a:lnTo>
                          <a:pt x="382" y="184"/>
                        </a:lnTo>
                        <a:lnTo>
                          <a:pt x="373" y="202"/>
                        </a:lnTo>
                        <a:lnTo>
                          <a:pt x="362" y="219"/>
                        </a:lnTo>
                        <a:lnTo>
                          <a:pt x="351" y="237"/>
                        </a:lnTo>
                        <a:lnTo>
                          <a:pt x="339" y="254"/>
                        </a:lnTo>
                        <a:lnTo>
                          <a:pt x="327" y="269"/>
                        </a:lnTo>
                        <a:lnTo>
                          <a:pt x="313" y="286"/>
                        </a:lnTo>
                        <a:lnTo>
                          <a:pt x="299" y="300"/>
                        </a:lnTo>
                        <a:lnTo>
                          <a:pt x="285" y="314"/>
                        </a:lnTo>
                        <a:lnTo>
                          <a:pt x="269" y="327"/>
                        </a:lnTo>
                        <a:lnTo>
                          <a:pt x="253" y="340"/>
                        </a:lnTo>
                        <a:lnTo>
                          <a:pt x="236" y="352"/>
                        </a:lnTo>
                        <a:lnTo>
                          <a:pt x="219" y="363"/>
                        </a:lnTo>
                        <a:lnTo>
                          <a:pt x="201" y="374"/>
                        </a:lnTo>
                        <a:lnTo>
                          <a:pt x="183" y="382"/>
                        </a:lnTo>
                        <a:lnTo>
                          <a:pt x="164" y="391"/>
                        </a:lnTo>
                        <a:lnTo>
                          <a:pt x="145" y="399"/>
                        </a:lnTo>
                        <a:lnTo>
                          <a:pt x="125" y="405"/>
                        </a:lnTo>
                        <a:lnTo>
                          <a:pt x="106" y="412"/>
                        </a:lnTo>
                        <a:lnTo>
                          <a:pt x="85" y="416"/>
                        </a:lnTo>
                        <a:lnTo>
                          <a:pt x="64" y="419"/>
                        </a:lnTo>
                        <a:lnTo>
                          <a:pt x="44" y="423"/>
                        </a:lnTo>
                        <a:lnTo>
                          <a:pt x="22" y="424"/>
                        </a:lnTo>
                        <a:lnTo>
                          <a:pt x="0" y="425"/>
                        </a:lnTo>
                        <a:lnTo>
                          <a:pt x="0" y="604"/>
                        </a:lnTo>
                        <a:close/>
                      </a:path>
                    </a:pathLst>
                  </a:custGeom>
                  <a:solidFill>
                    <a:srgbClr val="EF2B2F"/>
                  </a:solidFill>
                  <a:ln>
                    <a:noFill/>
                  </a:ln>
                </p:spPr>
                <p:txBody>
                  <a:bodyPr/>
                  <a:lstStyle/>
                  <a:p>
                    <a:pPr>
                      <a:defRPr/>
                    </a:pPr>
                    <a:endParaRPr lang="en-US" sz="1050">
                      <a:latin typeface="+mj-lt"/>
                    </a:endParaRPr>
                  </a:p>
                </p:txBody>
              </p:sp>
              <p:sp>
                <p:nvSpPr>
                  <p:cNvPr id="41651" name="Freeform 430">
                    <a:extLst>
                      <a:ext uri="{FF2B5EF4-FFF2-40B4-BE49-F238E27FC236}">
                        <a16:creationId xmlns="" xmlns:a16="http://schemas.microsoft.com/office/drawing/2014/main" id="{7AC4ACDD-3350-515A-0937-C29904A495D9}"/>
                      </a:ext>
                    </a:extLst>
                  </p:cNvPr>
                  <p:cNvSpPr>
                    <a:spLocks/>
                  </p:cNvSpPr>
                  <p:nvPr/>
                </p:nvSpPr>
                <p:spPr bwMode="auto">
                  <a:xfrm>
                    <a:off x="1862" y="3027"/>
                    <a:ext cx="99" cy="110"/>
                  </a:xfrm>
                  <a:custGeom>
                    <a:avLst/>
                    <a:gdLst>
                      <a:gd name="T0" fmla="*/ 0 w 604"/>
                      <a:gd name="T1" fmla="*/ 0 h 604"/>
                      <a:gd name="T2" fmla="*/ 0 w 604"/>
                      <a:gd name="T3" fmla="*/ 0 h 604"/>
                      <a:gd name="T4" fmla="*/ 0 w 604"/>
                      <a:gd name="T5" fmla="*/ 0 h 604"/>
                      <a:gd name="T6" fmla="*/ 0 w 604"/>
                      <a:gd name="T7" fmla="*/ 0 h 604"/>
                      <a:gd name="T8" fmla="*/ 0 w 604"/>
                      <a:gd name="T9" fmla="*/ 0 h 604"/>
                      <a:gd name="T10" fmla="*/ 0 w 604"/>
                      <a:gd name="T11" fmla="*/ 0 h 604"/>
                      <a:gd name="T12" fmla="*/ 0 w 604"/>
                      <a:gd name="T13" fmla="*/ 0 h 604"/>
                      <a:gd name="T14" fmla="*/ 0 w 604"/>
                      <a:gd name="T15" fmla="*/ 0 h 604"/>
                      <a:gd name="T16" fmla="*/ 0 w 604"/>
                      <a:gd name="T17" fmla="*/ 0 h 604"/>
                      <a:gd name="T18" fmla="*/ 0 w 604"/>
                      <a:gd name="T19" fmla="*/ 0 h 604"/>
                      <a:gd name="T20" fmla="*/ 0 w 604"/>
                      <a:gd name="T21" fmla="*/ 0 h 604"/>
                      <a:gd name="T22" fmla="*/ 0 w 604"/>
                      <a:gd name="T23" fmla="*/ 0 h 604"/>
                      <a:gd name="T24" fmla="*/ 0 w 604"/>
                      <a:gd name="T25" fmla="*/ 0 h 604"/>
                      <a:gd name="T26" fmla="*/ 0 w 604"/>
                      <a:gd name="T27" fmla="*/ 0 h 604"/>
                      <a:gd name="T28" fmla="*/ 0 w 604"/>
                      <a:gd name="T29" fmla="*/ 0 h 604"/>
                      <a:gd name="T30" fmla="*/ 0 w 604"/>
                      <a:gd name="T31" fmla="*/ 0 h 604"/>
                      <a:gd name="T32" fmla="*/ 0 w 604"/>
                      <a:gd name="T33" fmla="*/ 0 h 604"/>
                      <a:gd name="T34" fmla="*/ 0 w 604"/>
                      <a:gd name="T35" fmla="*/ 0 h 604"/>
                      <a:gd name="T36" fmla="*/ 0 w 604"/>
                      <a:gd name="T37" fmla="*/ 0 h 604"/>
                      <a:gd name="T38" fmla="*/ 0 w 604"/>
                      <a:gd name="T39" fmla="*/ 0 h 604"/>
                      <a:gd name="T40" fmla="*/ 0 w 604"/>
                      <a:gd name="T41" fmla="*/ 0 h 604"/>
                      <a:gd name="T42" fmla="*/ 0 w 604"/>
                      <a:gd name="T43" fmla="*/ 0 h 604"/>
                      <a:gd name="T44" fmla="*/ 0 w 604"/>
                      <a:gd name="T45" fmla="*/ 0 h 604"/>
                      <a:gd name="T46" fmla="*/ 0 w 604"/>
                      <a:gd name="T47" fmla="*/ 0 h 604"/>
                      <a:gd name="T48" fmla="*/ 0 w 604"/>
                      <a:gd name="T49" fmla="*/ 0 h 604"/>
                      <a:gd name="T50" fmla="*/ 0 w 604"/>
                      <a:gd name="T51" fmla="*/ 0 h 604"/>
                      <a:gd name="T52" fmla="*/ 0 w 604"/>
                      <a:gd name="T53" fmla="*/ 0 h 604"/>
                      <a:gd name="T54" fmla="*/ 0 w 604"/>
                      <a:gd name="T55" fmla="*/ 0 h 604"/>
                      <a:gd name="T56" fmla="*/ 0 w 604"/>
                      <a:gd name="T57" fmla="*/ 0 h 604"/>
                      <a:gd name="T58" fmla="*/ 0 w 604"/>
                      <a:gd name="T59" fmla="*/ 0 h 604"/>
                      <a:gd name="T60" fmla="*/ 0 w 604"/>
                      <a:gd name="T61" fmla="*/ 0 h 604"/>
                      <a:gd name="T62" fmla="*/ 0 w 604"/>
                      <a:gd name="T63" fmla="*/ 0 h 604"/>
                      <a:gd name="T64" fmla="*/ 0 w 604"/>
                      <a:gd name="T65" fmla="*/ 0 h 604"/>
                      <a:gd name="T66" fmla="*/ 0 w 604"/>
                      <a:gd name="T67" fmla="*/ 0 h 60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4"/>
                      <a:gd name="T104" fmla="*/ 604 w 604"/>
                      <a:gd name="T105" fmla="*/ 604 h 60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4">
                        <a:moveTo>
                          <a:pt x="0" y="0"/>
                        </a:moveTo>
                        <a:lnTo>
                          <a:pt x="0" y="0"/>
                        </a:lnTo>
                        <a:lnTo>
                          <a:pt x="1" y="31"/>
                        </a:lnTo>
                        <a:lnTo>
                          <a:pt x="3" y="62"/>
                        </a:lnTo>
                        <a:lnTo>
                          <a:pt x="8" y="92"/>
                        </a:lnTo>
                        <a:lnTo>
                          <a:pt x="13" y="122"/>
                        </a:lnTo>
                        <a:lnTo>
                          <a:pt x="20" y="151"/>
                        </a:lnTo>
                        <a:lnTo>
                          <a:pt x="27" y="179"/>
                        </a:lnTo>
                        <a:lnTo>
                          <a:pt x="37" y="207"/>
                        </a:lnTo>
                        <a:lnTo>
                          <a:pt x="48" y="235"/>
                        </a:lnTo>
                        <a:lnTo>
                          <a:pt x="60" y="262"/>
                        </a:lnTo>
                        <a:lnTo>
                          <a:pt x="74" y="288"/>
                        </a:lnTo>
                        <a:lnTo>
                          <a:pt x="88" y="313"/>
                        </a:lnTo>
                        <a:lnTo>
                          <a:pt x="103" y="338"/>
                        </a:lnTo>
                        <a:lnTo>
                          <a:pt x="121" y="362"/>
                        </a:lnTo>
                        <a:lnTo>
                          <a:pt x="138" y="385"/>
                        </a:lnTo>
                        <a:lnTo>
                          <a:pt x="158" y="406"/>
                        </a:lnTo>
                        <a:lnTo>
                          <a:pt x="177" y="427"/>
                        </a:lnTo>
                        <a:lnTo>
                          <a:pt x="198" y="446"/>
                        </a:lnTo>
                        <a:lnTo>
                          <a:pt x="221" y="466"/>
                        </a:lnTo>
                        <a:lnTo>
                          <a:pt x="244" y="483"/>
                        </a:lnTo>
                        <a:lnTo>
                          <a:pt x="266" y="501"/>
                        </a:lnTo>
                        <a:lnTo>
                          <a:pt x="291" y="516"/>
                        </a:lnTo>
                        <a:lnTo>
                          <a:pt x="316" y="530"/>
                        </a:lnTo>
                        <a:lnTo>
                          <a:pt x="342" y="544"/>
                        </a:lnTo>
                        <a:lnTo>
                          <a:pt x="370" y="556"/>
                        </a:lnTo>
                        <a:lnTo>
                          <a:pt x="397" y="567"/>
                        </a:lnTo>
                        <a:lnTo>
                          <a:pt x="425" y="577"/>
                        </a:lnTo>
                        <a:lnTo>
                          <a:pt x="453" y="584"/>
                        </a:lnTo>
                        <a:lnTo>
                          <a:pt x="483" y="591"/>
                        </a:lnTo>
                        <a:lnTo>
                          <a:pt x="513" y="596"/>
                        </a:lnTo>
                        <a:lnTo>
                          <a:pt x="542" y="601"/>
                        </a:lnTo>
                        <a:lnTo>
                          <a:pt x="574" y="603"/>
                        </a:lnTo>
                        <a:lnTo>
                          <a:pt x="604" y="604"/>
                        </a:lnTo>
                        <a:lnTo>
                          <a:pt x="604" y="425"/>
                        </a:lnTo>
                        <a:lnTo>
                          <a:pt x="581" y="424"/>
                        </a:lnTo>
                        <a:lnTo>
                          <a:pt x="561" y="423"/>
                        </a:lnTo>
                        <a:lnTo>
                          <a:pt x="539" y="419"/>
                        </a:lnTo>
                        <a:lnTo>
                          <a:pt x="518" y="416"/>
                        </a:lnTo>
                        <a:lnTo>
                          <a:pt x="498" y="412"/>
                        </a:lnTo>
                        <a:lnTo>
                          <a:pt x="478" y="405"/>
                        </a:lnTo>
                        <a:lnTo>
                          <a:pt x="459" y="399"/>
                        </a:lnTo>
                        <a:lnTo>
                          <a:pt x="439" y="391"/>
                        </a:lnTo>
                        <a:lnTo>
                          <a:pt x="421" y="382"/>
                        </a:lnTo>
                        <a:lnTo>
                          <a:pt x="402" y="374"/>
                        </a:lnTo>
                        <a:lnTo>
                          <a:pt x="385" y="363"/>
                        </a:lnTo>
                        <a:lnTo>
                          <a:pt x="367" y="352"/>
                        </a:lnTo>
                        <a:lnTo>
                          <a:pt x="350" y="340"/>
                        </a:lnTo>
                        <a:lnTo>
                          <a:pt x="335" y="327"/>
                        </a:lnTo>
                        <a:lnTo>
                          <a:pt x="320" y="314"/>
                        </a:lnTo>
                        <a:lnTo>
                          <a:pt x="304" y="300"/>
                        </a:lnTo>
                        <a:lnTo>
                          <a:pt x="290" y="286"/>
                        </a:lnTo>
                        <a:lnTo>
                          <a:pt x="277" y="269"/>
                        </a:lnTo>
                        <a:lnTo>
                          <a:pt x="264" y="254"/>
                        </a:lnTo>
                        <a:lnTo>
                          <a:pt x="252" y="237"/>
                        </a:lnTo>
                        <a:lnTo>
                          <a:pt x="241" y="219"/>
                        </a:lnTo>
                        <a:lnTo>
                          <a:pt x="230" y="202"/>
                        </a:lnTo>
                        <a:lnTo>
                          <a:pt x="222" y="184"/>
                        </a:lnTo>
                        <a:lnTo>
                          <a:pt x="213" y="165"/>
                        </a:lnTo>
                        <a:lnTo>
                          <a:pt x="206" y="145"/>
                        </a:lnTo>
                        <a:lnTo>
                          <a:pt x="199" y="126"/>
                        </a:lnTo>
                        <a:lnTo>
                          <a:pt x="194" y="106"/>
                        </a:lnTo>
                        <a:lnTo>
                          <a:pt x="188" y="86"/>
                        </a:lnTo>
                        <a:lnTo>
                          <a:pt x="185" y="65"/>
                        </a:lnTo>
                        <a:lnTo>
                          <a:pt x="182" y="44"/>
                        </a:lnTo>
                        <a:lnTo>
                          <a:pt x="181" y="23"/>
                        </a:lnTo>
                        <a:lnTo>
                          <a:pt x="181" y="0"/>
                        </a:lnTo>
                        <a:lnTo>
                          <a:pt x="0" y="0"/>
                        </a:lnTo>
                        <a:close/>
                      </a:path>
                    </a:pathLst>
                  </a:custGeom>
                  <a:solidFill>
                    <a:srgbClr val="EF2B2F"/>
                  </a:solidFill>
                  <a:ln>
                    <a:noFill/>
                  </a:ln>
                </p:spPr>
                <p:txBody>
                  <a:bodyPr/>
                  <a:lstStyle/>
                  <a:p>
                    <a:pPr>
                      <a:defRPr/>
                    </a:pPr>
                    <a:endParaRPr lang="en-US" sz="1050">
                      <a:latin typeface="+mj-lt"/>
                    </a:endParaRPr>
                  </a:p>
                </p:txBody>
              </p:sp>
              <p:sp>
                <p:nvSpPr>
                  <p:cNvPr id="41652" name="Freeform 431">
                    <a:extLst>
                      <a:ext uri="{FF2B5EF4-FFF2-40B4-BE49-F238E27FC236}">
                        <a16:creationId xmlns="" xmlns:a16="http://schemas.microsoft.com/office/drawing/2014/main" id="{C3F9B726-FF95-E14F-0399-A46EE541BF1F}"/>
                      </a:ext>
                    </a:extLst>
                  </p:cNvPr>
                  <p:cNvSpPr>
                    <a:spLocks/>
                  </p:cNvSpPr>
                  <p:nvPr/>
                </p:nvSpPr>
                <p:spPr bwMode="auto">
                  <a:xfrm>
                    <a:off x="1862" y="2925"/>
                    <a:ext cx="99" cy="102"/>
                  </a:xfrm>
                  <a:custGeom>
                    <a:avLst/>
                    <a:gdLst>
                      <a:gd name="T0" fmla="*/ 0 w 604"/>
                      <a:gd name="T1" fmla="*/ 0 h 603"/>
                      <a:gd name="T2" fmla="*/ 0 w 604"/>
                      <a:gd name="T3" fmla="*/ 0 h 603"/>
                      <a:gd name="T4" fmla="*/ 0 w 604"/>
                      <a:gd name="T5" fmla="*/ 0 h 603"/>
                      <a:gd name="T6" fmla="*/ 0 w 604"/>
                      <a:gd name="T7" fmla="*/ 0 h 603"/>
                      <a:gd name="T8" fmla="*/ 0 w 604"/>
                      <a:gd name="T9" fmla="*/ 0 h 603"/>
                      <a:gd name="T10" fmla="*/ 0 w 604"/>
                      <a:gd name="T11" fmla="*/ 0 h 603"/>
                      <a:gd name="T12" fmla="*/ 0 w 604"/>
                      <a:gd name="T13" fmla="*/ 0 h 603"/>
                      <a:gd name="T14" fmla="*/ 0 w 604"/>
                      <a:gd name="T15" fmla="*/ 0 h 603"/>
                      <a:gd name="T16" fmla="*/ 0 w 604"/>
                      <a:gd name="T17" fmla="*/ 0 h 603"/>
                      <a:gd name="T18" fmla="*/ 0 w 604"/>
                      <a:gd name="T19" fmla="*/ 0 h 603"/>
                      <a:gd name="T20" fmla="*/ 0 w 604"/>
                      <a:gd name="T21" fmla="*/ 0 h 603"/>
                      <a:gd name="T22" fmla="*/ 0 w 604"/>
                      <a:gd name="T23" fmla="*/ 0 h 603"/>
                      <a:gd name="T24" fmla="*/ 0 w 604"/>
                      <a:gd name="T25" fmla="*/ 0 h 603"/>
                      <a:gd name="T26" fmla="*/ 0 w 604"/>
                      <a:gd name="T27" fmla="*/ 0 h 603"/>
                      <a:gd name="T28" fmla="*/ 0 w 604"/>
                      <a:gd name="T29" fmla="*/ 0 h 603"/>
                      <a:gd name="T30" fmla="*/ 0 w 604"/>
                      <a:gd name="T31" fmla="*/ 0 h 603"/>
                      <a:gd name="T32" fmla="*/ 0 w 604"/>
                      <a:gd name="T33" fmla="*/ 0 h 603"/>
                      <a:gd name="T34" fmla="*/ 0 w 604"/>
                      <a:gd name="T35" fmla="*/ 0 h 603"/>
                      <a:gd name="T36" fmla="*/ 0 w 604"/>
                      <a:gd name="T37" fmla="*/ 0 h 603"/>
                      <a:gd name="T38" fmla="*/ 0 w 604"/>
                      <a:gd name="T39" fmla="*/ 0 h 603"/>
                      <a:gd name="T40" fmla="*/ 0 w 604"/>
                      <a:gd name="T41" fmla="*/ 0 h 603"/>
                      <a:gd name="T42" fmla="*/ 0 w 604"/>
                      <a:gd name="T43" fmla="*/ 0 h 603"/>
                      <a:gd name="T44" fmla="*/ 0 w 604"/>
                      <a:gd name="T45" fmla="*/ 0 h 603"/>
                      <a:gd name="T46" fmla="*/ 0 w 604"/>
                      <a:gd name="T47" fmla="*/ 0 h 603"/>
                      <a:gd name="T48" fmla="*/ 0 w 604"/>
                      <a:gd name="T49" fmla="*/ 0 h 603"/>
                      <a:gd name="T50" fmla="*/ 0 w 604"/>
                      <a:gd name="T51" fmla="*/ 0 h 603"/>
                      <a:gd name="T52" fmla="*/ 0 w 604"/>
                      <a:gd name="T53" fmla="*/ 0 h 603"/>
                      <a:gd name="T54" fmla="*/ 0 w 604"/>
                      <a:gd name="T55" fmla="*/ 0 h 603"/>
                      <a:gd name="T56" fmla="*/ 0 w 604"/>
                      <a:gd name="T57" fmla="*/ 0 h 603"/>
                      <a:gd name="T58" fmla="*/ 0 w 604"/>
                      <a:gd name="T59" fmla="*/ 0 h 603"/>
                      <a:gd name="T60" fmla="*/ 0 w 604"/>
                      <a:gd name="T61" fmla="*/ 0 h 603"/>
                      <a:gd name="T62" fmla="*/ 0 w 604"/>
                      <a:gd name="T63" fmla="*/ 0 h 603"/>
                      <a:gd name="T64" fmla="*/ 0 w 604"/>
                      <a:gd name="T65" fmla="*/ 0 h 603"/>
                      <a:gd name="T66" fmla="*/ 0 w 604"/>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4"/>
                      <a:gd name="T103" fmla="*/ 0 h 603"/>
                      <a:gd name="T104" fmla="*/ 604 w 604"/>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4" h="603">
                        <a:moveTo>
                          <a:pt x="604" y="0"/>
                        </a:moveTo>
                        <a:lnTo>
                          <a:pt x="604" y="0"/>
                        </a:lnTo>
                        <a:lnTo>
                          <a:pt x="573" y="1"/>
                        </a:lnTo>
                        <a:lnTo>
                          <a:pt x="542" y="3"/>
                        </a:lnTo>
                        <a:lnTo>
                          <a:pt x="513" y="7"/>
                        </a:lnTo>
                        <a:lnTo>
                          <a:pt x="483" y="13"/>
                        </a:lnTo>
                        <a:lnTo>
                          <a:pt x="453" y="19"/>
                        </a:lnTo>
                        <a:lnTo>
                          <a:pt x="425" y="27"/>
                        </a:lnTo>
                        <a:lnTo>
                          <a:pt x="397" y="37"/>
                        </a:lnTo>
                        <a:lnTo>
                          <a:pt x="370" y="48"/>
                        </a:lnTo>
                        <a:lnTo>
                          <a:pt x="342" y="60"/>
                        </a:lnTo>
                        <a:lnTo>
                          <a:pt x="316" y="74"/>
                        </a:lnTo>
                        <a:lnTo>
                          <a:pt x="291" y="88"/>
                        </a:lnTo>
                        <a:lnTo>
                          <a:pt x="266" y="103"/>
                        </a:lnTo>
                        <a:lnTo>
                          <a:pt x="244" y="120"/>
                        </a:lnTo>
                        <a:lnTo>
                          <a:pt x="221" y="138"/>
                        </a:lnTo>
                        <a:lnTo>
                          <a:pt x="198" y="157"/>
                        </a:lnTo>
                        <a:lnTo>
                          <a:pt x="177" y="177"/>
                        </a:lnTo>
                        <a:lnTo>
                          <a:pt x="158" y="198"/>
                        </a:lnTo>
                        <a:lnTo>
                          <a:pt x="138" y="220"/>
                        </a:lnTo>
                        <a:lnTo>
                          <a:pt x="121" y="243"/>
                        </a:lnTo>
                        <a:lnTo>
                          <a:pt x="103" y="266"/>
                        </a:lnTo>
                        <a:lnTo>
                          <a:pt x="88" y="291"/>
                        </a:lnTo>
                        <a:lnTo>
                          <a:pt x="74" y="316"/>
                        </a:lnTo>
                        <a:lnTo>
                          <a:pt x="60" y="342"/>
                        </a:lnTo>
                        <a:lnTo>
                          <a:pt x="48" y="369"/>
                        </a:lnTo>
                        <a:lnTo>
                          <a:pt x="37" y="396"/>
                        </a:lnTo>
                        <a:lnTo>
                          <a:pt x="27" y="425"/>
                        </a:lnTo>
                        <a:lnTo>
                          <a:pt x="20" y="453"/>
                        </a:lnTo>
                        <a:lnTo>
                          <a:pt x="13" y="482"/>
                        </a:lnTo>
                        <a:lnTo>
                          <a:pt x="8" y="512"/>
                        </a:lnTo>
                        <a:lnTo>
                          <a:pt x="3" y="542"/>
                        </a:lnTo>
                        <a:lnTo>
                          <a:pt x="1" y="572"/>
                        </a:lnTo>
                        <a:lnTo>
                          <a:pt x="0" y="603"/>
                        </a:lnTo>
                        <a:lnTo>
                          <a:pt x="181" y="603"/>
                        </a:lnTo>
                        <a:lnTo>
                          <a:pt x="181" y="581"/>
                        </a:lnTo>
                        <a:lnTo>
                          <a:pt x="182" y="559"/>
                        </a:lnTo>
                        <a:lnTo>
                          <a:pt x="185" y="539"/>
                        </a:lnTo>
                        <a:lnTo>
                          <a:pt x="188" y="518"/>
                        </a:lnTo>
                        <a:lnTo>
                          <a:pt x="194" y="497"/>
                        </a:lnTo>
                        <a:lnTo>
                          <a:pt x="199" y="478"/>
                        </a:lnTo>
                        <a:lnTo>
                          <a:pt x="206" y="458"/>
                        </a:lnTo>
                        <a:lnTo>
                          <a:pt x="213" y="439"/>
                        </a:lnTo>
                        <a:lnTo>
                          <a:pt x="222" y="420"/>
                        </a:lnTo>
                        <a:lnTo>
                          <a:pt x="230" y="402"/>
                        </a:lnTo>
                        <a:lnTo>
                          <a:pt x="241" y="384"/>
                        </a:lnTo>
                        <a:lnTo>
                          <a:pt x="252" y="367"/>
                        </a:lnTo>
                        <a:lnTo>
                          <a:pt x="264" y="350"/>
                        </a:lnTo>
                        <a:lnTo>
                          <a:pt x="277" y="335"/>
                        </a:lnTo>
                        <a:lnTo>
                          <a:pt x="290" y="319"/>
                        </a:lnTo>
                        <a:lnTo>
                          <a:pt x="304" y="304"/>
                        </a:lnTo>
                        <a:lnTo>
                          <a:pt x="320" y="290"/>
                        </a:lnTo>
                        <a:lnTo>
                          <a:pt x="334" y="277"/>
                        </a:lnTo>
                        <a:lnTo>
                          <a:pt x="350" y="264"/>
                        </a:lnTo>
                        <a:lnTo>
                          <a:pt x="367" y="252"/>
                        </a:lnTo>
                        <a:lnTo>
                          <a:pt x="385" y="241"/>
                        </a:lnTo>
                        <a:lnTo>
                          <a:pt x="402" y="230"/>
                        </a:lnTo>
                        <a:lnTo>
                          <a:pt x="421" y="222"/>
                        </a:lnTo>
                        <a:lnTo>
                          <a:pt x="439" y="213"/>
                        </a:lnTo>
                        <a:lnTo>
                          <a:pt x="459" y="205"/>
                        </a:lnTo>
                        <a:lnTo>
                          <a:pt x="478" y="199"/>
                        </a:lnTo>
                        <a:lnTo>
                          <a:pt x="498" y="193"/>
                        </a:lnTo>
                        <a:lnTo>
                          <a:pt x="518" y="188"/>
                        </a:lnTo>
                        <a:lnTo>
                          <a:pt x="539" y="185"/>
                        </a:lnTo>
                        <a:lnTo>
                          <a:pt x="561" y="181"/>
                        </a:lnTo>
                        <a:lnTo>
                          <a:pt x="582" y="180"/>
                        </a:lnTo>
                        <a:lnTo>
                          <a:pt x="604" y="180"/>
                        </a:lnTo>
                        <a:lnTo>
                          <a:pt x="604" y="0"/>
                        </a:lnTo>
                        <a:close/>
                      </a:path>
                    </a:pathLst>
                  </a:custGeom>
                  <a:solidFill>
                    <a:srgbClr val="EF2B2F"/>
                  </a:solidFill>
                  <a:ln>
                    <a:noFill/>
                  </a:ln>
                </p:spPr>
                <p:txBody>
                  <a:bodyPr/>
                  <a:lstStyle/>
                  <a:p>
                    <a:pPr>
                      <a:defRPr/>
                    </a:pPr>
                    <a:endParaRPr lang="en-US" sz="1050">
                      <a:latin typeface="+mj-lt"/>
                    </a:endParaRPr>
                  </a:p>
                </p:txBody>
              </p:sp>
              <p:sp>
                <p:nvSpPr>
                  <p:cNvPr id="41653" name="Freeform 432">
                    <a:extLst>
                      <a:ext uri="{FF2B5EF4-FFF2-40B4-BE49-F238E27FC236}">
                        <a16:creationId xmlns="" xmlns:a16="http://schemas.microsoft.com/office/drawing/2014/main" id="{5F09B311-903B-B91A-8B0B-7C4A5D778661}"/>
                      </a:ext>
                    </a:extLst>
                  </p:cNvPr>
                  <p:cNvSpPr>
                    <a:spLocks noEditPoints="1"/>
                  </p:cNvSpPr>
                  <p:nvPr/>
                </p:nvSpPr>
                <p:spPr bwMode="auto">
                  <a:xfrm>
                    <a:off x="3349" y="1838"/>
                    <a:ext cx="0" cy="427"/>
                  </a:xfrm>
                  <a:custGeom>
                    <a:avLst/>
                    <a:gdLst>
                      <a:gd name="T0" fmla="*/ 0 w 11"/>
                      <a:gd name="T1" fmla="*/ 0 h 2550"/>
                      <a:gd name="T2" fmla="*/ 0 w 11"/>
                      <a:gd name="T3" fmla="*/ 0 h 2550"/>
                      <a:gd name="T4" fmla="*/ 0 w 11"/>
                      <a:gd name="T5" fmla="*/ 0 h 2550"/>
                      <a:gd name="T6" fmla="*/ 0 w 11"/>
                      <a:gd name="T7" fmla="*/ 0 h 2550"/>
                      <a:gd name="T8" fmla="*/ 0 w 11"/>
                      <a:gd name="T9" fmla="*/ 0 h 2550"/>
                      <a:gd name="T10" fmla="*/ 0 w 11"/>
                      <a:gd name="T11" fmla="*/ 0 h 2550"/>
                      <a:gd name="T12" fmla="*/ 0 w 11"/>
                      <a:gd name="T13" fmla="*/ 0 h 2550"/>
                      <a:gd name="T14" fmla="*/ 0 w 11"/>
                      <a:gd name="T15" fmla="*/ 0 h 2550"/>
                      <a:gd name="T16" fmla="*/ 0 w 11"/>
                      <a:gd name="T17" fmla="*/ 0 h 2550"/>
                      <a:gd name="T18" fmla="*/ 0 w 11"/>
                      <a:gd name="T19" fmla="*/ 0 h 2550"/>
                      <a:gd name="T20" fmla="*/ 0 w 11"/>
                      <a:gd name="T21" fmla="*/ 0 h 2550"/>
                      <a:gd name="T22" fmla="*/ 0 w 11"/>
                      <a:gd name="T23" fmla="*/ 0 h 2550"/>
                      <a:gd name="T24" fmla="*/ 0 w 11"/>
                      <a:gd name="T25" fmla="*/ 0 h 2550"/>
                      <a:gd name="T26" fmla="*/ 0 w 11"/>
                      <a:gd name="T27" fmla="*/ 0 h 2550"/>
                      <a:gd name="T28" fmla="*/ 0 w 11"/>
                      <a:gd name="T29" fmla="*/ 0 h 2550"/>
                      <a:gd name="T30" fmla="*/ 0 w 11"/>
                      <a:gd name="T31" fmla="*/ 0 h 2550"/>
                      <a:gd name="T32" fmla="*/ 0 w 11"/>
                      <a:gd name="T33" fmla="*/ 0 h 2550"/>
                      <a:gd name="T34" fmla="*/ 0 w 11"/>
                      <a:gd name="T35" fmla="*/ 0 h 2550"/>
                      <a:gd name="T36" fmla="*/ 0 w 11"/>
                      <a:gd name="T37" fmla="*/ 0 h 2550"/>
                      <a:gd name="T38" fmla="*/ 0 w 11"/>
                      <a:gd name="T39" fmla="*/ 0 h 2550"/>
                      <a:gd name="T40" fmla="*/ 0 w 11"/>
                      <a:gd name="T41" fmla="*/ 0 h 2550"/>
                      <a:gd name="T42" fmla="*/ 0 w 11"/>
                      <a:gd name="T43" fmla="*/ 0 h 2550"/>
                      <a:gd name="T44" fmla="*/ 0 w 11"/>
                      <a:gd name="T45" fmla="*/ 0 h 2550"/>
                      <a:gd name="T46" fmla="*/ 0 w 11"/>
                      <a:gd name="T47" fmla="*/ 0 h 2550"/>
                      <a:gd name="T48" fmla="*/ 0 w 11"/>
                      <a:gd name="T49" fmla="*/ 0 h 2550"/>
                      <a:gd name="T50" fmla="*/ 0 w 11"/>
                      <a:gd name="T51" fmla="*/ 0 h 2550"/>
                      <a:gd name="T52" fmla="*/ 0 w 11"/>
                      <a:gd name="T53" fmla="*/ 0 h 2550"/>
                      <a:gd name="T54" fmla="*/ 0 w 11"/>
                      <a:gd name="T55" fmla="*/ 0 h 2550"/>
                      <a:gd name="T56" fmla="*/ 0 w 11"/>
                      <a:gd name="T57" fmla="*/ 0 h 2550"/>
                      <a:gd name="T58" fmla="*/ 0 w 11"/>
                      <a:gd name="T59" fmla="*/ 0 h 2550"/>
                      <a:gd name="T60" fmla="*/ 0 w 11"/>
                      <a:gd name="T61" fmla="*/ 0 h 2550"/>
                      <a:gd name="T62" fmla="*/ 0 w 11"/>
                      <a:gd name="T63" fmla="*/ 0 h 2550"/>
                      <a:gd name="T64" fmla="*/ 0 w 11"/>
                      <a:gd name="T65" fmla="*/ 0 h 2550"/>
                      <a:gd name="T66" fmla="*/ 0 w 11"/>
                      <a:gd name="T67" fmla="*/ 0 h 2550"/>
                      <a:gd name="T68" fmla="*/ 0 w 11"/>
                      <a:gd name="T69" fmla="*/ 0 h 2550"/>
                      <a:gd name="T70" fmla="*/ 0 w 11"/>
                      <a:gd name="T71" fmla="*/ 0 h 2550"/>
                      <a:gd name="T72" fmla="*/ 0 w 11"/>
                      <a:gd name="T73" fmla="*/ 0 h 2550"/>
                      <a:gd name="T74" fmla="*/ 0 w 11"/>
                      <a:gd name="T75" fmla="*/ 0 h 255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1"/>
                      <a:gd name="T115" fmla="*/ 0 h 2550"/>
                      <a:gd name="T116" fmla="*/ 11 w 11"/>
                      <a:gd name="T117" fmla="*/ 2550 h 255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1" h="2550">
                        <a:moveTo>
                          <a:pt x="5" y="0"/>
                        </a:moveTo>
                        <a:lnTo>
                          <a:pt x="11" y="20"/>
                        </a:lnTo>
                        <a:lnTo>
                          <a:pt x="10" y="20"/>
                        </a:lnTo>
                        <a:lnTo>
                          <a:pt x="8" y="20"/>
                        </a:lnTo>
                        <a:lnTo>
                          <a:pt x="7" y="20"/>
                        </a:lnTo>
                        <a:lnTo>
                          <a:pt x="6" y="20"/>
                        </a:lnTo>
                        <a:lnTo>
                          <a:pt x="5" y="20"/>
                        </a:lnTo>
                        <a:lnTo>
                          <a:pt x="4" y="20"/>
                        </a:lnTo>
                        <a:lnTo>
                          <a:pt x="3" y="20"/>
                        </a:lnTo>
                        <a:lnTo>
                          <a:pt x="2" y="20"/>
                        </a:lnTo>
                        <a:lnTo>
                          <a:pt x="1" y="20"/>
                        </a:lnTo>
                        <a:lnTo>
                          <a:pt x="0" y="20"/>
                        </a:lnTo>
                        <a:lnTo>
                          <a:pt x="5" y="0"/>
                        </a:lnTo>
                        <a:close/>
                        <a:moveTo>
                          <a:pt x="11" y="2529"/>
                        </a:moveTo>
                        <a:lnTo>
                          <a:pt x="5" y="2550"/>
                        </a:lnTo>
                        <a:lnTo>
                          <a:pt x="0" y="2529"/>
                        </a:lnTo>
                        <a:lnTo>
                          <a:pt x="1" y="2529"/>
                        </a:lnTo>
                        <a:lnTo>
                          <a:pt x="2" y="2529"/>
                        </a:lnTo>
                        <a:lnTo>
                          <a:pt x="3" y="2529"/>
                        </a:lnTo>
                        <a:lnTo>
                          <a:pt x="4" y="2529"/>
                        </a:lnTo>
                        <a:lnTo>
                          <a:pt x="5" y="2529"/>
                        </a:lnTo>
                        <a:lnTo>
                          <a:pt x="6" y="2529"/>
                        </a:lnTo>
                        <a:lnTo>
                          <a:pt x="7" y="2529"/>
                        </a:lnTo>
                        <a:lnTo>
                          <a:pt x="8" y="2529"/>
                        </a:lnTo>
                        <a:lnTo>
                          <a:pt x="10" y="2529"/>
                        </a:lnTo>
                        <a:lnTo>
                          <a:pt x="11" y="2529"/>
                        </a:lnTo>
                        <a:close/>
                      </a:path>
                    </a:pathLst>
                  </a:custGeom>
                  <a:solidFill>
                    <a:srgbClr val="E25C10"/>
                  </a:solidFill>
                  <a:ln>
                    <a:noFill/>
                  </a:ln>
                </p:spPr>
                <p:txBody>
                  <a:bodyPr/>
                  <a:lstStyle/>
                  <a:p>
                    <a:pPr>
                      <a:defRPr/>
                    </a:pPr>
                    <a:endParaRPr lang="en-US" sz="1050">
                      <a:latin typeface="+mj-lt"/>
                    </a:endParaRPr>
                  </a:p>
                </p:txBody>
              </p:sp>
              <p:sp>
                <p:nvSpPr>
                  <p:cNvPr id="41654" name="Freeform 433">
                    <a:extLst>
                      <a:ext uri="{FF2B5EF4-FFF2-40B4-BE49-F238E27FC236}">
                        <a16:creationId xmlns="" xmlns:a16="http://schemas.microsoft.com/office/drawing/2014/main" id="{FA3A8625-B606-ABA1-C8FE-C9153187C6AA}"/>
                      </a:ext>
                    </a:extLst>
                  </p:cNvPr>
                  <p:cNvSpPr>
                    <a:spLocks noEditPoints="1"/>
                  </p:cNvSpPr>
                  <p:nvPr/>
                </p:nvSpPr>
                <p:spPr bwMode="auto">
                  <a:xfrm>
                    <a:off x="3345" y="1838"/>
                    <a:ext cx="4" cy="427"/>
                  </a:xfrm>
                  <a:custGeom>
                    <a:avLst/>
                    <a:gdLst>
                      <a:gd name="T0" fmla="*/ 0 w 29"/>
                      <a:gd name="T1" fmla="*/ 0 h 2550"/>
                      <a:gd name="T2" fmla="*/ 0 w 29"/>
                      <a:gd name="T3" fmla="*/ 0 h 2550"/>
                      <a:gd name="T4" fmla="*/ 0 w 29"/>
                      <a:gd name="T5" fmla="*/ 0 h 2550"/>
                      <a:gd name="T6" fmla="*/ 0 w 29"/>
                      <a:gd name="T7" fmla="*/ 0 h 2550"/>
                      <a:gd name="T8" fmla="*/ 0 w 29"/>
                      <a:gd name="T9" fmla="*/ 0 h 2550"/>
                      <a:gd name="T10" fmla="*/ 0 w 29"/>
                      <a:gd name="T11" fmla="*/ 0 h 2550"/>
                      <a:gd name="T12" fmla="*/ 0 w 29"/>
                      <a:gd name="T13" fmla="*/ 0 h 2550"/>
                      <a:gd name="T14" fmla="*/ 0 w 29"/>
                      <a:gd name="T15" fmla="*/ 0 h 2550"/>
                      <a:gd name="T16" fmla="*/ 0 w 29"/>
                      <a:gd name="T17" fmla="*/ 0 h 2550"/>
                      <a:gd name="T18" fmla="*/ 0 w 29"/>
                      <a:gd name="T19" fmla="*/ 0 h 2550"/>
                      <a:gd name="T20" fmla="*/ 0 w 29"/>
                      <a:gd name="T21" fmla="*/ 0 h 2550"/>
                      <a:gd name="T22" fmla="*/ 0 w 29"/>
                      <a:gd name="T23" fmla="*/ 0 h 2550"/>
                      <a:gd name="T24" fmla="*/ 0 w 29"/>
                      <a:gd name="T25" fmla="*/ 0 h 2550"/>
                      <a:gd name="T26" fmla="*/ 0 w 29"/>
                      <a:gd name="T27" fmla="*/ 0 h 2550"/>
                      <a:gd name="T28" fmla="*/ 0 w 29"/>
                      <a:gd name="T29" fmla="*/ 0 h 2550"/>
                      <a:gd name="T30" fmla="*/ 0 w 29"/>
                      <a:gd name="T31" fmla="*/ 0 h 2550"/>
                      <a:gd name="T32" fmla="*/ 0 w 29"/>
                      <a:gd name="T33" fmla="*/ 0 h 2550"/>
                      <a:gd name="T34" fmla="*/ 0 w 29"/>
                      <a:gd name="T35" fmla="*/ 0 h 2550"/>
                      <a:gd name="T36" fmla="*/ 0 w 29"/>
                      <a:gd name="T37" fmla="*/ 0 h 2550"/>
                      <a:gd name="T38" fmla="*/ 0 w 29"/>
                      <a:gd name="T39" fmla="*/ 0 h 2550"/>
                      <a:gd name="T40" fmla="*/ 0 w 29"/>
                      <a:gd name="T41" fmla="*/ 0 h 2550"/>
                      <a:gd name="T42" fmla="*/ 0 w 29"/>
                      <a:gd name="T43" fmla="*/ 0 h 2550"/>
                      <a:gd name="T44" fmla="*/ 0 w 29"/>
                      <a:gd name="T45" fmla="*/ 0 h 2550"/>
                      <a:gd name="T46" fmla="*/ 0 w 29"/>
                      <a:gd name="T47" fmla="*/ 0 h 2550"/>
                      <a:gd name="T48" fmla="*/ 0 w 29"/>
                      <a:gd name="T49" fmla="*/ 0 h 2550"/>
                      <a:gd name="T50" fmla="*/ 0 w 29"/>
                      <a:gd name="T51" fmla="*/ 0 h 2550"/>
                      <a:gd name="T52" fmla="*/ 0 w 29"/>
                      <a:gd name="T53" fmla="*/ 0 h 2550"/>
                      <a:gd name="T54" fmla="*/ 0 w 29"/>
                      <a:gd name="T55" fmla="*/ 0 h 2550"/>
                      <a:gd name="T56" fmla="*/ 0 w 29"/>
                      <a:gd name="T57" fmla="*/ 0 h 2550"/>
                      <a:gd name="T58" fmla="*/ 0 w 29"/>
                      <a:gd name="T59" fmla="*/ 0 h 2550"/>
                      <a:gd name="T60" fmla="*/ 0 w 29"/>
                      <a:gd name="T61" fmla="*/ 0 h 2550"/>
                      <a:gd name="T62" fmla="*/ 0 w 29"/>
                      <a:gd name="T63" fmla="*/ 0 h 2550"/>
                      <a:gd name="T64" fmla="*/ 0 w 29"/>
                      <a:gd name="T65" fmla="*/ 0 h 2550"/>
                      <a:gd name="T66" fmla="*/ 0 w 29"/>
                      <a:gd name="T67" fmla="*/ 0 h 2550"/>
                      <a:gd name="T68" fmla="*/ 0 w 29"/>
                      <a:gd name="T69" fmla="*/ 0 h 2550"/>
                      <a:gd name="T70" fmla="*/ 0 w 29"/>
                      <a:gd name="T71" fmla="*/ 0 h 2550"/>
                      <a:gd name="T72" fmla="*/ 0 w 29"/>
                      <a:gd name="T73" fmla="*/ 0 h 2550"/>
                      <a:gd name="T74" fmla="*/ 0 w 29"/>
                      <a:gd name="T75" fmla="*/ 0 h 255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9"/>
                      <a:gd name="T115" fmla="*/ 0 h 2550"/>
                      <a:gd name="T116" fmla="*/ 29 w 29"/>
                      <a:gd name="T117" fmla="*/ 2550 h 255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9" h="2550">
                        <a:moveTo>
                          <a:pt x="15" y="0"/>
                        </a:moveTo>
                        <a:lnTo>
                          <a:pt x="29" y="55"/>
                        </a:lnTo>
                        <a:lnTo>
                          <a:pt x="28" y="55"/>
                        </a:lnTo>
                        <a:lnTo>
                          <a:pt x="26" y="55"/>
                        </a:lnTo>
                        <a:lnTo>
                          <a:pt x="24" y="55"/>
                        </a:lnTo>
                        <a:lnTo>
                          <a:pt x="23" y="55"/>
                        </a:lnTo>
                        <a:lnTo>
                          <a:pt x="21" y="55"/>
                        </a:lnTo>
                        <a:lnTo>
                          <a:pt x="18" y="55"/>
                        </a:lnTo>
                        <a:lnTo>
                          <a:pt x="17" y="55"/>
                        </a:lnTo>
                        <a:lnTo>
                          <a:pt x="15" y="55"/>
                        </a:lnTo>
                        <a:lnTo>
                          <a:pt x="13" y="55"/>
                        </a:lnTo>
                        <a:lnTo>
                          <a:pt x="12" y="55"/>
                        </a:lnTo>
                        <a:lnTo>
                          <a:pt x="10" y="55"/>
                        </a:lnTo>
                        <a:lnTo>
                          <a:pt x="8" y="55"/>
                        </a:lnTo>
                        <a:lnTo>
                          <a:pt x="5" y="55"/>
                        </a:lnTo>
                        <a:lnTo>
                          <a:pt x="4" y="55"/>
                        </a:lnTo>
                        <a:lnTo>
                          <a:pt x="2" y="55"/>
                        </a:lnTo>
                        <a:lnTo>
                          <a:pt x="0" y="55"/>
                        </a:lnTo>
                        <a:lnTo>
                          <a:pt x="15" y="0"/>
                        </a:lnTo>
                        <a:close/>
                        <a:moveTo>
                          <a:pt x="29" y="2495"/>
                        </a:moveTo>
                        <a:lnTo>
                          <a:pt x="15" y="2550"/>
                        </a:lnTo>
                        <a:lnTo>
                          <a:pt x="0" y="2495"/>
                        </a:lnTo>
                        <a:lnTo>
                          <a:pt x="2" y="2495"/>
                        </a:lnTo>
                        <a:lnTo>
                          <a:pt x="4" y="2495"/>
                        </a:lnTo>
                        <a:lnTo>
                          <a:pt x="5" y="2495"/>
                        </a:lnTo>
                        <a:lnTo>
                          <a:pt x="8" y="2495"/>
                        </a:lnTo>
                        <a:lnTo>
                          <a:pt x="10" y="2495"/>
                        </a:lnTo>
                        <a:lnTo>
                          <a:pt x="12" y="2495"/>
                        </a:lnTo>
                        <a:lnTo>
                          <a:pt x="13" y="2495"/>
                        </a:lnTo>
                        <a:lnTo>
                          <a:pt x="15" y="2495"/>
                        </a:lnTo>
                        <a:lnTo>
                          <a:pt x="17" y="2495"/>
                        </a:lnTo>
                        <a:lnTo>
                          <a:pt x="18" y="2495"/>
                        </a:lnTo>
                        <a:lnTo>
                          <a:pt x="21" y="2495"/>
                        </a:lnTo>
                        <a:lnTo>
                          <a:pt x="23" y="2495"/>
                        </a:lnTo>
                        <a:lnTo>
                          <a:pt x="24" y="2495"/>
                        </a:lnTo>
                        <a:lnTo>
                          <a:pt x="26" y="2495"/>
                        </a:lnTo>
                        <a:lnTo>
                          <a:pt x="28" y="2495"/>
                        </a:lnTo>
                        <a:lnTo>
                          <a:pt x="29" y="2495"/>
                        </a:lnTo>
                        <a:close/>
                      </a:path>
                    </a:pathLst>
                  </a:custGeom>
                  <a:solidFill>
                    <a:srgbClr val="E35F0F"/>
                  </a:solidFill>
                  <a:ln>
                    <a:noFill/>
                  </a:ln>
                </p:spPr>
                <p:txBody>
                  <a:bodyPr/>
                  <a:lstStyle/>
                  <a:p>
                    <a:pPr>
                      <a:defRPr/>
                    </a:pPr>
                    <a:endParaRPr lang="en-US" sz="1050">
                      <a:latin typeface="+mj-lt"/>
                    </a:endParaRPr>
                  </a:p>
                </p:txBody>
              </p:sp>
              <p:sp>
                <p:nvSpPr>
                  <p:cNvPr id="41655" name="Freeform 434">
                    <a:extLst>
                      <a:ext uri="{FF2B5EF4-FFF2-40B4-BE49-F238E27FC236}">
                        <a16:creationId xmlns="" xmlns:a16="http://schemas.microsoft.com/office/drawing/2014/main" id="{DCCA1D21-37D6-0F8A-4BD2-4A4802BC6945}"/>
                      </a:ext>
                    </a:extLst>
                  </p:cNvPr>
                  <p:cNvSpPr>
                    <a:spLocks noEditPoints="1"/>
                  </p:cNvSpPr>
                  <p:nvPr/>
                </p:nvSpPr>
                <p:spPr bwMode="auto">
                  <a:xfrm>
                    <a:off x="3216" y="1842"/>
                    <a:ext cx="263" cy="419"/>
                  </a:xfrm>
                  <a:custGeom>
                    <a:avLst/>
                    <a:gdLst>
                      <a:gd name="T0" fmla="*/ 0 w 1581"/>
                      <a:gd name="T1" fmla="*/ 0 h 2509"/>
                      <a:gd name="T2" fmla="*/ 0 w 1581"/>
                      <a:gd name="T3" fmla="*/ 0 h 2509"/>
                      <a:gd name="T4" fmla="*/ 0 w 1581"/>
                      <a:gd name="T5" fmla="*/ 0 h 2509"/>
                      <a:gd name="T6" fmla="*/ 0 w 1581"/>
                      <a:gd name="T7" fmla="*/ 0 h 2509"/>
                      <a:gd name="T8" fmla="*/ 0 w 1581"/>
                      <a:gd name="T9" fmla="*/ 0 h 2509"/>
                      <a:gd name="T10" fmla="*/ 0 w 1581"/>
                      <a:gd name="T11" fmla="*/ 0 h 2509"/>
                      <a:gd name="T12" fmla="*/ 0 w 1581"/>
                      <a:gd name="T13" fmla="*/ 0 h 2509"/>
                      <a:gd name="T14" fmla="*/ 0 w 1581"/>
                      <a:gd name="T15" fmla="*/ 0 h 2509"/>
                      <a:gd name="T16" fmla="*/ 0 w 1581"/>
                      <a:gd name="T17" fmla="*/ 0 h 2509"/>
                      <a:gd name="T18" fmla="*/ 0 w 1581"/>
                      <a:gd name="T19" fmla="*/ 0 h 2509"/>
                      <a:gd name="T20" fmla="*/ 0 w 1581"/>
                      <a:gd name="T21" fmla="*/ 0 h 2509"/>
                      <a:gd name="T22" fmla="*/ 0 w 1581"/>
                      <a:gd name="T23" fmla="*/ 0 h 2509"/>
                      <a:gd name="T24" fmla="*/ 0 w 1581"/>
                      <a:gd name="T25" fmla="*/ 0 h 2509"/>
                      <a:gd name="T26" fmla="*/ 0 w 1581"/>
                      <a:gd name="T27" fmla="*/ 0 h 2509"/>
                      <a:gd name="T28" fmla="*/ 0 w 1581"/>
                      <a:gd name="T29" fmla="*/ 0 h 2509"/>
                      <a:gd name="T30" fmla="*/ 0 w 1581"/>
                      <a:gd name="T31" fmla="*/ 0 h 2509"/>
                      <a:gd name="T32" fmla="*/ 0 w 1581"/>
                      <a:gd name="T33" fmla="*/ 0 h 2509"/>
                      <a:gd name="T34" fmla="*/ 0 w 1581"/>
                      <a:gd name="T35" fmla="*/ 0 h 2509"/>
                      <a:gd name="T36" fmla="*/ 0 w 1581"/>
                      <a:gd name="T37" fmla="*/ 0 h 2509"/>
                      <a:gd name="T38" fmla="*/ 0 w 1581"/>
                      <a:gd name="T39" fmla="*/ 0 h 2509"/>
                      <a:gd name="T40" fmla="*/ 0 w 1581"/>
                      <a:gd name="T41" fmla="*/ 0 h 2509"/>
                      <a:gd name="T42" fmla="*/ 0 w 1581"/>
                      <a:gd name="T43" fmla="*/ 0 h 2509"/>
                      <a:gd name="T44" fmla="*/ 0 w 1581"/>
                      <a:gd name="T45" fmla="*/ 0 h 2509"/>
                      <a:gd name="T46" fmla="*/ 0 w 1581"/>
                      <a:gd name="T47" fmla="*/ 0 h 2509"/>
                      <a:gd name="T48" fmla="*/ 0 w 1581"/>
                      <a:gd name="T49" fmla="*/ 0 h 2509"/>
                      <a:gd name="T50" fmla="*/ 0 w 1581"/>
                      <a:gd name="T51" fmla="*/ 0 h 2509"/>
                      <a:gd name="T52" fmla="*/ 0 w 1581"/>
                      <a:gd name="T53" fmla="*/ 0 h 2509"/>
                      <a:gd name="T54" fmla="*/ 0 w 1581"/>
                      <a:gd name="T55" fmla="*/ 0 h 2509"/>
                      <a:gd name="T56" fmla="*/ 0 w 1581"/>
                      <a:gd name="T57" fmla="*/ 0 h 2509"/>
                      <a:gd name="T58" fmla="*/ 0 w 1581"/>
                      <a:gd name="T59" fmla="*/ 0 h 2509"/>
                      <a:gd name="T60" fmla="*/ 0 w 1581"/>
                      <a:gd name="T61" fmla="*/ 0 h 2509"/>
                      <a:gd name="T62" fmla="*/ 0 w 1581"/>
                      <a:gd name="T63" fmla="*/ 0 h 2509"/>
                      <a:gd name="T64" fmla="*/ 0 w 1581"/>
                      <a:gd name="T65" fmla="*/ 0 h 2509"/>
                      <a:gd name="T66" fmla="*/ 0 w 1581"/>
                      <a:gd name="T67" fmla="*/ 0 h 2509"/>
                      <a:gd name="T68" fmla="*/ 0 w 1581"/>
                      <a:gd name="T69" fmla="*/ 0 h 2509"/>
                      <a:gd name="T70" fmla="*/ 0 w 1581"/>
                      <a:gd name="T71" fmla="*/ 0 h 2509"/>
                      <a:gd name="T72" fmla="*/ 0 w 1581"/>
                      <a:gd name="T73" fmla="*/ 0 h 2509"/>
                      <a:gd name="T74" fmla="*/ 0 w 1581"/>
                      <a:gd name="T75" fmla="*/ 0 h 2509"/>
                      <a:gd name="T76" fmla="*/ 0 w 1581"/>
                      <a:gd name="T77" fmla="*/ 0 h 2509"/>
                      <a:gd name="T78" fmla="*/ 0 w 1581"/>
                      <a:gd name="T79" fmla="*/ 0 h 2509"/>
                      <a:gd name="T80" fmla="*/ 0 w 1581"/>
                      <a:gd name="T81" fmla="*/ 0 h 2509"/>
                      <a:gd name="T82" fmla="*/ 0 w 1581"/>
                      <a:gd name="T83" fmla="*/ 0 h 2509"/>
                      <a:gd name="T84" fmla="*/ 0 w 1581"/>
                      <a:gd name="T85" fmla="*/ 0 h 2509"/>
                      <a:gd name="T86" fmla="*/ 0 w 1581"/>
                      <a:gd name="T87" fmla="*/ 0 h 2509"/>
                      <a:gd name="T88" fmla="*/ 0 w 1581"/>
                      <a:gd name="T89" fmla="*/ 0 h 2509"/>
                      <a:gd name="T90" fmla="*/ 0 w 1581"/>
                      <a:gd name="T91" fmla="*/ 0 h 2509"/>
                      <a:gd name="T92" fmla="*/ 0 w 1581"/>
                      <a:gd name="T93" fmla="*/ 0 h 2509"/>
                      <a:gd name="T94" fmla="*/ 0 w 1581"/>
                      <a:gd name="T95" fmla="*/ 0 h 2509"/>
                      <a:gd name="T96" fmla="*/ 0 w 1581"/>
                      <a:gd name="T97" fmla="*/ 0 h 2509"/>
                      <a:gd name="T98" fmla="*/ 0 w 1581"/>
                      <a:gd name="T99" fmla="*/ 0 h 2509"/>
                      <a:gd name="T100" fmla="*/ 0 w 1581"/>
                      <a:gd name="T101" fmla="*/ 0 h 2509"/>
                      <a:gd name="T102" fmla="*/ 0 w 1581"/>
                      <a:gd name="T103" fmla="*/ 0 h 2509"/>
                      <a:gd name="T104" fmla="*/ 0 w 1581"/>
                      <a:gd name="T105" fmla="*/ 0 h 2509"/>
                      <a:gd name="T106" fmla="*/ 0 w 1581"/>
                      <a:gd name="T107" fmla="*/ 0 h 2509"/>
                      <a:gd name="T108" fmla="*/ 0 w 1581"/>
                      <a:gd name="T109" fmla="*/ 0 h 2509"/>
                      <a:gd name="T110" fmla="*/ 0 w 1581"/>
                      <a:gd name="T111" fmla="*/ 0 h 2509"/>
                      <a:gd name="T112" fmla="*/ 0 w 1581"/>
                      <a:gd name="T113" fmla="*/ 0 h 250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581"/>
                      <a:gd name="T172" fmla="*/ 0 h 2509"/>
                      <a:gd name="T173" fmla="*/ 1581 w 1581"/>
                      <a:gd name="T174" fmla="*/ 2509 h 250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581" h="2509">
                        <a:moveTo>
                          <a:pt x="797" y="0"/>
                        </a:moveTo>
                        <a:lnTo>
                          <a:pt x="796" y="0"/>
                        </a:lnTo>
                        <a:lnTo>
                          <a:pt x="794" y="0"/>
                        </a:lnTo>
                        <a:lnTo>
                          <a:pt x="793" y="0"/>
                        </a:lnTo>
                        <a:lnTo>
                          <a:pt x="792" y="0"/>
                        </a:lnTo>
                        <a:lnTo>
                          <a:pt x="791" y="0"/>
                        </a:lnTo>
                        <a:lnTo>
                          <a:pt x="790" y="0"/>
                        </a:lnTo>
                        <a:lnTo>
                          <a:pt x="789" y="0"/>
                        </a:lnTo>
                        <a:lnTo>
                          <a:pt x="788" y="0"/>
                        </a:lnTo>
                        <a:lnTo>
                          <a:pt x="787" y="0"/>
                        </a:lnTo>
                        <a:lnTo>
                          <a:pt x="786" y="0"/>
                        </a:lnTo>
                        <a:lnTo>
                          <a:pt x="767" y="68"/>
                        </a:lnTo>
                        <a:lnTo>
                          <a:pt x="771" y="68"/>
                        </a:lnTo>
                        <a:lnTo>
                          <a:pt x="773" y="68"/>
                        </a:lnTo>
                        <a:lnTo>
                          <a:pt x="776" y="68"/>
                        </a:lnTo>
                        <a:lnTo>
                          <a:pt x="779" y="68"/>
                        </a:lnTo>
                        <a:lnTo>
                          <a:pt x="783" y="68"/>
                        </a:lnTo>
                        <a:lnTo>
                          <a:pt x="785" y="68"/>
                        </a:lnTo>
                        <a:lnTo>
                          <a:pt x="788" y="68"/>
                        </a:lnTo>
                        <a:lnTo>
                          <a:pt x="791" y="68"/>
                        </a:lnTo>
                        <a:lnTo>
                          <a:pt x="794" y="68"/>
                        </a:lnTo>
                        <a:lnTo>
                          <a:pt x="797" y="68"/>
                        </a:lnTo>
                        <a:lnTo>
                          <a:pt x="800" y="68"/>
                        </a:lnTo>
                        <a:lnTo>
                          <a:pt x="803" y="68"/>
                        </a:lnTo>
                        <a:lnTo>
                          <a:pt x="806" y="68"/>
                        </a:lnTo>
                        <a:lnTo>
                          <a:pt x="809" y="68"/>
                        </a:lnTo>
                        <a:lnTo>
                          <a:pt x="812" y="68"/>
                        </a:lnTo>
                        <a:lnTo>
                          <a:pt x="815" y="68"/>
                        </a:lnTo>
                        <a:lnTo>
                          <a:pt x="797" y="0"/>
                        </a:lnTo>
                        <a:close/>
                        <a:moveTo>
                          <a:pt x="786" y="2509"/>
                        </a:moveTo>
                        <a:lnTo>
                          <a:pt x="787" y="2509"/>
                        </a:lnTo>
                        <a:lnTo>
                          <a:pt x="788" y="2509"/>
                        </a:lnTo>
                        <a:lnTo>
                          <a:pt x="789" y="2509"/>
                        </a:lnTo>
                        <a:lnTo>
                          <a:pt x="790" y="2509"/>
                        </a:lnTo>
                        <a:lnTo>
                          <a:pt x="791" y="2509"/>
                        </a:lnTo>
                        <a:lnTo>
                          <a:pt x="792" y="2509"/>
                        </a:lnTo>
                        <a:lnTo>
                          <a:pt x="793" y="2509"/>
                        </a:lnTo>
                        <a:lnTo>
                          <a:pt x="794" y="2509"/>
                        </a:lnTo>
                        <a:lnTo>
                          <a:pt x="796" y="2509"/>
                        </a:lnTo>
                        <a:lnTo>
                          <a:pt x="797" y="2509"/>
                        </a:lnTo>
                        <a:lnTo>
                          <a:pt x="815" y="2441"/>
                        </a:lnTo>
                        <a:lnTo>
                          <a:pt x="812" y="2441"/>
                        </a:lnTo>
                        <a:lnTo>
                          <a:pt x="809" y="2441"/>
                        </a:lnTo>
                        <a:lnTo>
                          <a:pt x="806" y="2441"/>
                        </a:lnTo>
                        <a:lnTo>
                          <a:pt x="803" y="2441"/>
                        </a:lnTo>
                        <a:lnTo>
                          <a:pt x="800" y="2441"/>
                        </a:lnTo>
                        <a:lnTo>
                          <a:pt x="797" y="2441"/>
                        </a:lnTo>
                        <a:lnTo>
                          <a:pt x="794" y="2441"/>
                        </a:lnTo>
                        <a:lnTo>
                          <a:pt x="791" y="2441"/>
                        </a:lnTo>
                        <a:lnTo>
                          <a:pt x="788" y="2441"/>
                        </a:lnTo>
                        <a:lnTo>
                          <a:pt x="785" y="2441"/>
                        </a:lnTo>
                        <a:lnTo>
                          <a:pt x="783" y="2441"/>
                        </a:lnTo>
                        <a:lnTo>
                          <a:pt x="779" y="2441"/>
                        </a:lnTo>
                        <a:lnTo>
                          <a:pt x="776" y="2441"/>
                        </a:lnTo>
                        <a:lnTo>
                          <a:pt x="773" y="2441"/>
                        </a:lnTo>
                        <a:lnTo>
                          <a:pt x="771" y="2441"/>
                        </a:lnTo>
                        <a:lnTo>
                          <a:pt x="767" y="2441"/>
                        </a:lnTo>
                        <a:lnTo>
                          <a:pt x="786" y="2509"/>
                        </a:lnTo>
                        <a:close/>
                        <a:moveTo>
                          <a:pt x="1570" y="361"/>
                        </a:moveTo>
                        <a:lnTo>
                          <a:pt x="1581" y="354"/>
                        </a:lnTo>
                        <a:lnTo>
                          <a:pt x="1576" y="365"/>
                        </a:lnTo>
                        <a:lnTo>
                          <a:pt x="1575" y="364"/>
                        </a:lnTo>
                        <a:lnTo>
                          <a:pt x="1573" y="364"/>
                        </a:lnTo>
                        <a:lnTo>
                          <a:pt x="1573" y="363"/>
                        </a:lnTo>
                        <a:lnTo>
                          <a:pt x="1572" y="362"/>
                        </a:lnTo>
                        <a:lnTo>
                          <a:pt x="1571" y="361"/>
                        </a:lnTo>
                        <a:lnTo>
                          <a:pt x="1570" y="361"/>
                        </a:lnTo>
                        <a:close/>
                        <a:moveTo>
                          <a:pt x="1577" y="2144"/>
                        </a:moveTo>
                        <a:lnTo>
                          <a:pt x="1581" y="2156"/>
                        </a:lnTo>
                        <a:lnTo>
                          <a:pt x="1570" y="2149"/>
                        </a:lnTo>
                        <a:lnTo>
                          <a:pt x="1571" y="2148"/>
                        </a:lnTo>
                        <a:lnTo>
                          <a:pt x="1572" y="2148"/>
                        </a:lnTo>
                        <a:lnTo>
                          <a:pt x="1572" y="2147"/>
                        </a:lnTo>
                        <a:lnTo>
                          <a:pt x="1573" y="2147"/>
                        </a:lnTo>
                        <a:lnTo>
                          <a:pt x="1575" y="2146"/>
                        </a:lnTo>
                        <a:lnTo>
                          <a:pt x="1576" y="2145"/>
                        </a:lnTo>
                        <a:lnTo>
                          <a:pt x="1577" y="2144"/>
                        </a:lnTo>
                        <a:close/>
                        <a:moveTo>
                          <a:pt x="11" y="2149"/>
                        </a:moveTo>
                        <a:lnTo>
                          <a:pt x="0" y="2156"/>
                        </a:lnTo>
                        <a:lnTo>
                          <a:pt x="6" y="2145"/>
                        </a:lnTo>
                        <a:lnTo>
                          <a:pt x="7" y="2145"/>
                        </a:lnTo>
                        <a:lnTo>
                          <a:pt x="8" y="2146"/>
                        </a:lnTo>
                        <a:lnTo>
                          <a:pt x="9" y="2147"/>
                        </a:lnTo>
                        <a:lnTo>
                          <a:pt x="10" y="2148"/>
                        </a:lnTo>
                        <a:lnTo>
                          <a:pt x="11" y="2149"/>
                        </a:lnTo>
                        <a:close/>
                        <a:moveTo>
                          <a:pt x="6" y="365"/>
                        </a:moveTo>
                        <a:lnTo>
                          <a:pt x="0" y="354"/>
                        </a:lnTo>
                        <a:lnTo>
                          <a:pt x="11" y="361"/>
                        </a:lnTo>
                        <a:lnTo>
                          <a:pt x="10" y="362"/>
                        </a:lnTo>
                        <a:lnTo>
                          <a:pt x="9" y="363"/>
                        </a:lnTo>
                        <a:lnTo>
                          <a:pt x="8" y="363"/>
                        </a:lnTo>
                        <a:lnTo>
                          <a:pt x="8" y="364"/>
                        </a:lnTo>
                        <a:lnTo>
                          <a:pt x="7" y="365"/>
                        </a:lnTo>
                        <a:lnTo>
                          <a:pt x="6" y="365"/>
                        </a:lnTo>
                        <a:close/>
                      </a:path>
                    </a:pathLst>
                  </a:custGeom>
                  <a:solidFill>
                    <a:srgbClr val="E3630E"/>
                  </a:solidFill>
                  <a:ln>
                    <a:noFill/>
                  </a:ln>
                </p:spPr>
                <p:txBody>
                  <a:bodyPr/>
                  <a:lstStyle/>
                  <a:p>
                    <a:pPr>
                      <a:defRPr/>
                    </a:pPr>
                    <a:endParaRPr lang="en-US" sz="1050">
                      <a:latin typeface="+mj-lt"/>
                    </a:endParaRPr>
                  </a:p>
                </p:txBody>
              </p:sp>
              <p:sp>
                <p:nvSpPr>
                  <p:cNvPr id="41656" name="Freeform 435">
                    <a:extLst>
                      <a:ext uri="{FF2B5EF4-FFF2-40B4-BE49-F238E27FC236}">
                        <a16:creationId xmlns="" xmlns:a16="http://schemas.microsoft.com/office/drawing/2014/main" id="{C4CBC6FC-B097-DBE0-74B4-F492DBB71B1C}"/>
                      </a:ext>
                    </a:extLst>
                  </p:cNvPr>
                  <p:cNvSpPr>
                    <a:spLocks noEditPoints="1"/>
                  </p:cNvSpPr>
                  <p:nvPr/>
                </p:nvSpPr>
                <p:spPr bwMode="auto">
                  <a:xfrm>
                    <a:off x="3216" y="1846"/>
                    <a:ext cx="263" cy="407"/>
                  </a:xfrm>
                  <a:custGeom>
                    <a:avLst/>
                    <a:gdLst>
                      <a:gd name="T0" fmla="*/ 0 w 1581"/>
                      <a:gd name="T1" fmla="*/ 0 h 2440"/>
                      <a:gd name="T2" fmla="*/ 0 w 1581"/>
                      <a:gd name="T3" fmla="*/ 0 h 2440"/>
                      <a:gd name="T4" fmla="*/ 0 w 1581"/>
                      <a:gd name="T5" fmla="*/ 0 h 2440"/>
                      <a:gd name="T6" fmla="*/ 0 w 1581"/>
                      <a:gd name="T7" fmla="*/ 0 h 2440"/>
                      <a:gd name="T8" fmla="*/ 0 w 1581"/>
                      <a:gd name="T9" fmla="*/ 0 h 2440"/>
                      <a:gd name="T10" fmla="*/ 0 w 1581"/>
                      <a:gd name="T11" fmla="*/ 0 h 2440"/>
                      <a:gd name="T12" fmla="*/ 0 w 1581"/>
                      <a:gd name="T13" fmla="*/ 0 h 2440"/>
                      <a:gd name="T14" fmla="*/ 0 w 1581"/>
                      <a:gd name="T15" fmla="*/ 0 h 2440"/>
                      <a:gd name="T16" fmla="*/ 0 w 1581"/>
                      <a:gd name="T17" fmla="*/ 0 h 2440"/>
                      <a:gd name="T18" fmla="*/ 0 w 1581"/>
                      <a:gd name="T19" fmla="*/ 0 h 2440"/>
                      <a:gd name="T20" fmla="*/ 0 w 1581"/>
                      <a:gd name="T21" fmla="*/ 0 h 2440"/>
                      <a:gd name="T22" fmla="*/ 0 w 1581"/>
                      <a:gd name="T23" fmla="*/ 0 h 2440"/>
                      <a:gd name="T24" fmla="*/ 0 w 1581"/>
                      <a:gd name="T25" fmla="*/ 0 h 2440"/>
                      <a:gd name="T26" fmla="*/ 0 w 1581"/>
                      <a:gd name="T27" fmla="*/ 0 h 2440"/>
                      <a:gd name="T28" fmla="*/ 0 w 1581"/>
                      <a:gd name="T29" fmla="*/ 0 h 2440"/>
                      <a:gd name="T30" fmla="*/ 0 w 1581"/>
                      <a:gd name="T31" fmla="*/ 0 h 2440"/>
                      <a:gd name="T32" fmla="*/ 0 w 1581"/>
                      <a:gd name="T33" fmla="*/ 0 h 2440"/>
                      <a:gd name="T34" fmla="*/ 0 w 1581"/>
                      <a:gd name="T35" fmla="*/ 0 h 2440"/>
                      <a:gd name="T36" fmla="*/ 0 w 1581"/>
                      <a:gd name="T37" fmla="*/ 0 h 2440"/>
                      <a:gd name="T38" fmla="*/ 0 w 1581"/>
                      <a:gd name="T39" fmla="*/ 0 h 2440"/>
                      <a:gd name="T40" fmla="*/ 0 w 1581"/>
                      <a:gd name="T41" fmla="*/ 0 h 2440"/>
                      <a:gd name="T42" fmla="*/ 0 w 1581"/>
                      <a:gd name="T43" fmla="*/ 0 h 2440"/>
                      <a:gd name="T44" fmla="*/ 0 w 1581"/>
                      <a:gd name="T45" fmla="*/ 0 h 2440"/>
                      <a:gd name="T46" fmla="*/ 0 w 1581"/>
                      <a:gd name="T47" fmla="*/ 0 h 2440"/>
                      <a:gd name="T48" fmla="*/ 0 w 1581"/>
                      <a:gd name="T49" fmla="*/ 0 h 2440"/>
                      <a:gd name="T50" fmla="*/ 0 w 1581"/>
                      <a:gd name="T51" fmla="*/ 0 h 2440"/>
                      <a:gd name="T52" fmla="*/ 0 w 1581"/>
                      <a:gd name="T53" fmla="*/ 0 h 2440"/>
                      <a:gd name="T54" fmla="*/ 0 w 1581"/>
                      <a:gd name="T55" fmla="*/ 0 h 2440"/>
                      <a:gd name="T56" fmla="*/ 0 w 1581"/>
                      <a:gd name="T57" fmla="*/ 0 h 2440"/>
                      <a:gd name="T58" fmla="*/ 0 w 1581"/>
                      <a:gd name="T59" fmla="*/ 0 h 2440"/>
                      <a:gd name="T60" fmla="*/ 0 w 1581"/>
                      <a:gd name="T61" fmla="*/ 0 h 2440"/>
                      <a:gd name="T62" fmla="*/ 0 w 1581"/>
                      <a:gd name="T63" fmla="*/ 0 h 2440"/>
                      <a:gd name="T64" fmla="*/ 0 w 1581"/>
                      <a:gd name="T65" fmla="*/ 0 h 2440"/>
                      <a:gd name="T66" fmla="*/ 0 w 1581"/>
                      <a:gd name="T67" fmla="*/ 0 h 2440"/>
                      <a:gd name="T68" fmla="*/ 0 w 1581"/>
                      <a:gd name="T69" fmla="*/ 0 h 2440"/>
                      <a:gd name="T70" fmla="*/ 0 w 1581"/>
                      <a:gd name="T71" fmla="*/ 0 h 2440"/>
                      <a:gd name="T72" fmla="*/ 0 w 1581"/>
                      <a:gd name="T73" fmla="*/ 0 h 2440"/>
                      <a:gd name="T74" fmla="*/ 0 w 1581"/>
                      <a:gd name="T75" fmla="*/ 0 h 2440"/>
                      <a:gd name="T76" fmla="*/ 0 w 1581"/>
                      <a:gd name="T77" fmla="*/ 0 h 2440"/>
                      <a:gd name="T78" fmla="*/ 0 w 1581"/>
                      <a:gd name="T79" fmla="*/ 0 h 2440"/>
                      <a:gd name="T80" fmla="*/ 0 w 1581"/>
                      <a:gd name="T81" fmla="*/ 0 h 2440"/>
                      <a:gd name="T82" fmla="*/ 0 w 1581"/>
                      <a:gd name="T83" fmla="*/ 0 h 2440"/>
                      <a:gd name="T84" fmla="*/ 0 w 1581"/>
                      <a:gd name="T85" fmla="*/ 0 h 2440"/>
                      <a:gd name="T86" fmla="*/ 0 w 1581"/>
                      <a:gd name="T87" fmla="*/ 0 h 2440"/>
                      <a:gd name="T88" fmla="*/ 0 w 1581"/>
                      <a:gd name="T89" fmla="*/ 0 h 2440"/>
                      <a:gd name="T90" fmla="*/ 0 w 1581"/>
                      <a:gd name="T91" fmla="*/ 0 h 2440"/>
                      <a:gd name="T92" fmla="*/ 0 w 1581"/>
                      <a:gd name="T93" fmla="*/ 0 h 2440"/>
                      <a:gd name="T94" fmla="*/ 0 w 1581"/>
                      <a:gd name="T95" fmla="*/ 0 h 2440"/>
                      <a:gd name="T96" fmla="*/ 0 w 1581"/>
                      <a:gd name="T97" fmla="*/ 0 h 2440"/>
                      <a:gd name="T98" fmla="*/ 0 w 1581"/>
                      <a:gd name="T99" fmla="*/ 0 h 2440"/>
                      <a:gd name="T100" fmla="*/ 0 w 1581"/>
                      <a:gd name="T101" fmla="*/ 0 h 2440"/>
                      <a:gd name="T102" fmla="*/ 0 w 1581"/>
                      <a:gd name="T103" fmla="*/ 0 h 2440"/>
                      <a:gd name="T104" fmla="*/ 0 w 1581"/>
                      <a:gd name="T105" fmla="*/ 0 h 2440"/>
                      <a:gd name="T106" fmla="*/ 0 w 1581"/>
                      <a:gd name="T107" fmla="*/ 0 h 2440"/>
                      <a:gd name="T108" fmla="*/ 0 w 1581"/>
                      <a:gd name="T109" fmla="*/ 0 h 2440"/>
                      <a:gd name="T110" fmla="*/ 0 w 1581"/>
                      <a:gd name="T111" fmla="*/ 0 h 2440"/>
                      <a:gd name="T112" fmla="*/ 0 w 1581"/>
                      <a:gd name="T113" fmla="*/ 0 h 24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581"/>
                      <a:gd name="T172" fmla="*/ 0 h 2440"/>
                      <a:gd name="T173" fmla="*/ 1581 w 1581"/>
                      <a:gd name="T174" fmla="*/ 2440 h 244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581" h="2440">
                        <a:moveTo>
                          <a:pt x="805" y="0"/>
                        </a:moveTo>
                        <a:lnTo>
                          <a:pt x="804" y="0"/>
                        </a:lnTo>
                        <a:lnTo>
                          <a:pt x="802" y="0"/>
                        </a:lnTo>
                        <a:lnTo>
                          <a:pt x="800" y="0"/>
                        </a:lnTo>
                        <a:lnTo>
                          <a:pt x="799" y="0"/>
                        </a:lnTo>
                        <a:lnTo>
                          <a:pt x="797" y="0"/>
                        </a:lnTo>
                        <a:lnTo>
                          <a:pt x="794" y="0"/>
                        </a:lnTo>
                        <a:lnTo>
                          <a:pt x="793" y="0"/>
                        </a:lnTo>
                        <a:lnTo>
                          <a:pt x="791" y="0"/>
                        </a:lnTo>
                        <a:lnTo>
                          <a:pt x="789" y="0"/>
                        </a:lnTo>
                        <a:lnTo>
                          <a:pt x="788" y="0"/>
                        </a:lnTo>
                        <a:lnTo>
                          <a:pt x="786" y="0"/>
                        </a:lnTo>
                        <a:lnTo>
                          <a:pt x="784" y="0"/>
                        </a:lnTo>
                        <a:lnTo>
                          <a:pt x="781" y="0"/>
                        </a:lnTo>
                        <a:lnTo>
                          <a:pt x="780" y="0"/>
                        </a:lnTo>
                        <a:lnTo>
                          <a:pt x="778" y="0"/>
                        </a:lnTo>
                        <a:lnTo>
                          <a:pt x="776" y="0"/>
                        </a:lnTo>
                        <a:lnTo>
                          <a:pt x="759" y="67"/>
                        </a:lnTo>
                        <a:lnTo>
                          <a:pt x="762" y="67"/>
                        </a:lnTo>
                        <a:lnTo>
                          <a:pt x="766" y="67"/>
                        </a:lnTo>
                        <a:lnTo>
                          <a:pt x="771" y="67"/>
                        </a:lnTo>
                        <a:lnTo>
                          <a:pt x="775" y="67"/>
                        </a:lnTo>
                        <a:lnTo>
                          <a:pt x="778" y="67"/>
                        </a:lnTo>
                        <a:lnTo>
                          <a:pt x="783" y="67"/>
                        </a:lnTo>
                        <a:lnTo>
                          <a:pt x="787" y="67"/>
                        </a:lnTo>
                        <a:lnTo>
                          <a:pt x="791" y="67"/>
                        </a:lnTo>
                        <a:lnTo>
                          <a:pt x="796" y="67"/>
                        </a:lnTo>
                        <a:lnTo>
                          <a:pt x="799" y="67"/>
                        </a:lnTo>
                        <a:lnTo>
                          <a:pt x="803" y="67"/>
                        </a:lnTo>
                        <a:lnTo>
                          <a:pt x="808" y="67"/>
                        </a:lnTo>
                        <a:lnTo>
                          <a:pt x="812" y="67"/>
                        </a:lnTo>
                        <a:lnTo>
                          <a:pt x="816" y="67"/>
                        </a:lnTo>
                        <a:lnTo>
                          <a:pt x="819" y="67"/>
                        </a:lnTo>
                        <a:lnTo>
                          <a:pt x="824" y="67"/>
                        </a:lnTo>
                        <a:lnTo>
                          <a:pt x="805" y="0"/>
                        </a:lnTo>
                        <a:close/>
                        <a:moveTo>
                          <a:pt x="776" y="2440"/>
                        </a:moveTo>
                        <a:lnTo>
                          <a:pt x="778" y="2440"/>
                        </a:lnTo>
                        <a:lnTo>
                          <a:pt x="780" y="2440"/>
                        </a:lnTo>
                        <a:lnTo>
                          <a:pt x="781" y="2440"/>
                        </a:lnTo>
                        <a:lnTo>
                          <a:pt x="784" y="2440"/>
                        </a:lnTo>
                        <a:lnTo>
                          <a:pt x="786" y="2440"/>
                        </a:lnTo>
                        <a:lnTo>
                          <a:pt x="788" y="2440"/>
                        </a:lnTo>
                        <a:lnTo>
                          <a:pt x="789" y="2440"/>
                        </a:lnTo>
                        <a:lnTo>
                          <a:pt x="791" y="2440"/>
                        </a:lnTo>
                        <a:lnTo>
                          <a:pt x="793" y="2440"/>
                        </a:lnTo>
                        <a:lnTo>
                          <a:pt x="794" y="2440"/>
                        </a:lnTo>
                        <a:lnTo>
                          <a:pt x="797" y="2440"/>
                        </a:lnTo>
                        <a:lnTo>
                          <a:pt x="799" y="2440"/>
                        </a:lnTo>
                        <a:lnTo>
                          <a:pt x="800" y="2440"/>
                        </a:lnTo>
                        <a:lnTo>
                          <a:pt x="802" y="2440"/>
                        </a:lnTo>
                        <a:lnTo>
                          <a:pt x="804" y="2440"/>
                        </a:lnTo>
                        <a:lnTo>
                          <a:pt x="805" y="2440"/>
                        </a:lnTo>
                        <a:lnTo>
                          <a:pt x="824" y="2372"/>
                        </a:lnTo>
                        <a:lnTo>
                          <a:pt x="819" y="2372"/>
                        </a:lnTo>
                        <a:lnTo>
                          <a:pt x="816" y="2373"/>
                        </a:lnTo>
                        <a:lnTo>
                          <a:pt x="812" y="2373"/>
                        </a:lnTo>
                        <a:lnTo>
                          <a:pt x="808" y="2373"/>
                        </a:lnTo>
                        <a:lnTo>
                          <a:pt x="803" y="2373"/>
                        </a:lnTo>
                        <a:lnTo>
                          <a:pt x="799" y="2373"/>
                        </a:lnTo>
                        <a:lnTo>
                          <a:pt x="796" y="2373"/>
                        </a:lnTo>
                        <a:lnTo>
                          <a:pt x="791" y="2373"/>
                        </a:lnTo>
                        <a:lnTo>
                          <a:pt x="787" y="2373"/>
                        </a:lnTo>
                        <a:lnTo>
                          <a:pt x="783" y="2373"/>
                        </a:lnTo>
                        <a:lnTo>
                          <a:pt x="778" y="2373"/>
                        </a:lnTo>
                        <a:lnTo>
                          <a:pt x="775" y="2373"/>
                        </a:lnTo>
                        <a:lnTo>
                          <a:pt x="771" y="2373"/>
                        </a:lnTo>
                        <a:lnTo>
                          <a:pt x="766" y="2373"/>
                        </a:lnTo>
                        <a:lnTo>
                          <a:pt x="762" y="2372"/>
                        </a:lnTo>
                        <a:lnTo>
                          <a:pt x="759" y="2372"/>
                        </a:lnTo>
                        <a:lnTo>
                          <a:pt x="776" y="2440"/>
                        </a:lnTo>
                        <a:close/>
                        <a:moveTo>
                          <a:pt x="1540" y="344"/>
                        </a:moveTo>
                        <a:lnTo>
                          <a:pt x="1581" y="319"/>
                        </a:lnTo>
                        <a:lnTo>
                          <a:pt x="1561" y="363"/>
                        </a:lnTo>
                        <a:lnTo>
                          <a:pt x="1558" y="360"/>
                        </a:lnTo>
                        <a:lnTo>
                          <a:pt x="1556" y="358"/>
                        </a:lnTo>
                        <a:lnTo>
                          <a:pt x="1553" y="355"/>
                        </a:lnTo>
                        <a:lnTo>
                          <a:pt x="1551" y="353"/>
                        </a:lnTo>
                        <a:lnTo>
                          <a:pt x="1548" y="351"/>
                        </a:lnTo>
                        <a:lnTo>
                          <a:pt x="1545" y="349"/>
                        </a:lnTo>
                        <a:lnTo>
                          <a:pt x="1543" y="346"/>
                        </a:lnTo>
                        <a:lnTo>
                          <a:pt x="1540" y="344"/>
                        </a:lnTo>
                        <a:close/>
                        <a:moveTo>
                          <a:pt x="1561" y="2077"/>
                        </a:moveTo>
                        <a:lnTo>
                          <a:pt x="1581" y="2121"/>
                        </a:lnTo>
                        <a:lnTo>
                          <a:pt x="1540" y="2096"/>
                        </a:lnTo>
                        <a:lnTo>
                          <a:pt x="1543" y="2094"/>
                        </a:lnTo>
                        <a:lnTo>
                          <a:pt x="1545" y="2091"/>
                        </a:lnTo>
                        <a:lnTo>
                          <a:pt x="1548" y="2089"/>
                        </a:lnTo>
                        <a:lnTo>
                          <a:pt x="1551" y="2087"/>
                        </a:lnTo>
                        <a:lnTo>
                          <a:pt x="1553" y="2085"/>
                        </a:lnTo>
                        <a:lnTo>
                          <a:pt x="1556" y="2082"/>
                        </a:lnTo>
                        <a:lnTo>
                          <a:pt x="1558" y="2079"/>
                        </a:lnTo>
                        <a:lnTo>
                          <a:pt x="1561" y="2077"/>
                        </a:lnTo>
                        <a:close/>
                        <a:moveTo>
                          <a:pt x="42" y="2096"/>
                        </a:moveTo>
                        <a:lnTo>
                          <a:pt x="0" y="2121"/>
                        </a:lnTo>
                        <a:lnTo>
                          <a:pt x="21" y="2077"/>
                        </a:lnTo>
                        <a:lnTo>
                          <a:pt x="23" y="2079"/>
                        </a:lnTo>
                        <a:lnTo>
                          <a:pt x="26" y="2082"/>
                        </a:lnTo>
                        <a:lnTo>
                          <a:pt x="29" y="2085"/>
                        </a:lnTo>
                        <a:lnTo>
                          <a:pt x="32" y="2087"/>
                        </a:lnTo>
                        <a:lnTo>
                          <a:pt x="34" y="2089"/>
                        </a:lnTo>
                        <a:lnTo>
                          <a:pt x="37" y="2091"/>
                        </a:lnTo>
                        <a:lnTo>
                          <a:pt x="39" y="2094"/>
                        </a:lnTo>
                        <a:lnTo>
                          <a:pt x="42" y="2096"/>
                        </a:lnTo>
                        <a:close/>
                        <a:moveTo>
                          <a:pt x="21" y="363"/>
                        </a:moveTo>
                        <a:lnTo>
                          <a:pt x="0" y="319"/>
                        </a:lnTo>
                        <a:lnTo>
                          <a:pt x="43" y="344"/>
                        </a:lnTo>
                        <a:lnTo>
                          <a:pt x="39" y="346"/>
                        </a:lnTo>
                        <a:lnTo>
                          <a:pt x="37" y="349"/>
                        </a:lnTo>
                        <a:lnTo>
                          <a:pt x="34" y="351"/>
                        </a:lnTo>
                        <a:lnTo>
                          <a:pt x="32" y="353"/>
                        </a:lnTo>
                        <a:lnTo>
                          <a:pt x="29" y="355"/>
                        </a:lnTo>
                        <a:lnTo>
                          <a:pt x="26" y="357"/>
                        </a:lnTo>
                        <a:lnTo>
                          <a:pt x="23" y="360"/>
                        </a:lnTo>
                        <a:lnTo>
                          <a:pt x="21" y="363"/>
                        </a:lnTo>
                        <a:close/>
                      </a:path>
                    </a:pathLst>
                  </a:custGeom>
                  <a:solidFill>
                    <a:srgbClr val="E4660C"/>
                  </a:solidFill>
                  <a:ln>
                    <a:noFill/>
                  </a:ln>
                </p:spPr>
                <p:txBody>
                  <a:bodyPr/>
                  <a:lstStyle/>
                  <a:p>
                    <a:pPr>
                      <a:defRPr/>
                    </a:pPr>
                    <a:endParaRPr lang="en-US" sz="1050">
                      <a:latin typeface="+mj-lt"/>
                    </a:endParaRPr>
                  </a:p>
                </p:txBody>
              </p:sp>
              <p:sp>
                <p:nvSpPr>
                  <p:cNvPr id="41657" name="Freeform 436">
                    <a:extLst>
                      <a:ext uri="{FF2B5EF4-FFF2-40B4-BE49-F238E27FC236}">
                        <a16:creationId xmlns="" xmlns:a16="http://schemas.microsoft.com/office/drawing/2014/main" id="{5E625A98-7CBF-0BE4-22AB-EE1E3F31F18A}"/>
                      </a:ext>
                    </a:extLst>
                  </p:cNvPr>
                  <p:cNvSpPr>
                    <a:spLocks noEditPoints="1"/>
                  </p:cNvSpPr>
                  <p:nvPr/>
                </p:nvSpPr>
                <p:spPr bwMode="auto">
                  <a:xfrm>
                    <a:off x="3220" y="1854"/>
                    <a:ext cx="259" cy="395"/>
                  </a:xfrm>
                  <a:custGeom>
                    <a:avLst/>
                    <a:gdLst>
                      <a:gd name="T0" fmla="*/ 0 w 1571"/>
                      <a:gd name="T1" fmla="*/ 0 h 2373"/>
                      <a:gd name="T2" fmla="*/ 0 w 1571"/>
                      <a:gd name="T3" fmla="*/ 0 h 2373"/>
                      <a:gd name="T4" fmla="*/ 0 w 1571"/>
                      <a:gd name="T5" fmla="*/ 0 h 2373"/>
                      <a:gd name="T6" fmla="*/ 0 w 1571"/>
                      <a:gd name="T7" fmla="*/ 0 h 2373"/>
                      <a:gd name="T8" fmla="*/ 0 w 1571"/>
                      <a:gd name="T9" fmla="*/ 0 h 2373"/>
                      <a:gd name="T10" fmla="*/ 0 w 1571"/>
                      <a:gd name="T11" fmla="*/ 0 h 2373"/>
                      <a:gd name="T12" fmla="*/ 0 w 1571"/>
                      <a:gd name="T13" fmla="*/ 0 h 2373"/>
                      <a:gd name="T14" fmla="*/ 0 w 1571"/>
                      <a:gd name="T15" fmla="*/ 0 h 2373"/>
                      <a:gd name="T16" fmla="*/ 0 w 1571"/>
                      <a:gd name="T17" fmla="*/ 0 h 2373"/>
                      <a:gd name="T18" fmla="*/ 0 w 1571"/>
                      <a:gd name="T19" fmla="*/ 0 h 2373"/>
                      <a:gd name="T20" fmla="*/ 0 w 1571"/>
                      <a:gd name="T21" fmla="*/ 0 h 2373"/>
                      <a:gd name="T22" fmla="*/ 0 w 1571"/>
                      <a:gd name="T23" fmla="*/ 0 h 2373"/>
                      <a:gd name="T24" fmla="*/ 0 w 1571"/>
                      <a:gd name="T25" fmla="*/ 0 h 2373"/>
                      <a:gd name="T26" fmla="*/ 0 w 1571"/>
                      <a:gd name="T27" fmla="*/ 0 h 2373"/>
                      <a:gd name="T28" fmla="*/ 0 w 1571"/>
                      <a:gd name="T29" fmla="*/ 0 h 2373"/>
                      <a:gd name="T30" fmla="*/ 0 w 1571"/>
                      <a:gd name="T31" fmla="*/ 0 h 2373"/>
                      <a:gd name="T32" fmla="*/ 0 w 1571"/>
                      <a:gd name="T33" fmla="*/ 0 h 2373"/>
                      <a:gd name="T34" fmla="*/ 0 w 1571"/>
                      <a:gd name="T35" fmla="*/ 0 h 2373"/>
                      <a:gd name="T36" fmla="*/ 0 w 1571"/>
                      <a:gd name="T37" fmla="*/ 0 h 2373"/>
                      <a:gd name="T38" fmla="*/ 0 w 1571"/>
                      <a:gd name="T39" fmla="*/ 0 h 2373"/>
                      <a:gd name="T40" fmla="*/ 0 w 1571"/>
                      <a:gd name="T41" fmla="*/ 0 h 2373"/>
                      <a:gd name="T42" fmla="*/ 0 w 1571"/>
                      <a:gd name="T43" fmla="*/ 0 h 2373"/>
                      <a:gd name="T44" fmla="*/ 0 w 1571"/>
                      <a:gd name="T45" fmla="*/ 0 h 2373"/>
                      <a:gd name="T46" fmla="*/ 0 w 1571"/>
                      <a:gd name="T47" fmla="*/ 0 h 2373"/>
                      <a:gd name="T48" fmla="*/ 0 w 1571"/>
                      <a:gd name="T49" fmla="*/ 0 h 2373"/>
                      <a:gd name="T50" fmla="*/ 0 w 1571"/>
                      <a:gd name="T51" fmla="*/ 0 h 2373"/>
                      <a:gd name="T52" fmla="*/ 0 w 1571"/>
                      <a:gd name="T53" fmla="*/ 0 h 2373"/>
                      <a:gd name="T54" fmla="*/ 0 w 1571"/>
                      <a:gd name="T55" fmla="*/ 0 h 2373"/>
                      <a:gd name="T56" fmla="*/ 0 w 1571"/>
                      <a:gd name="T57" fmla="*/ 0 h 2373"/>
                      <a:gd name="T58" fmla="*/ 0 w 1571"/>
                      <a:gd name="T59" fmla="*/ 0 h 2373"/>
                      <a:gd name="T60" fmla="*/ 0 w 1571"/>
                      <a:gd name="T61" fmla="*/ 0 h 2373"/>
                      <a:gd name="T62" fmla="*/ 0 w 1571"/>
                      <a:gd name="T63" fmla="*/ 0 h 2373"/>
                      <a:gd name="T64" fmla="*/ 0 w 1571"/>
                      <a:gd name="T65" fmla="*/ 0 h 2373"/>
                      <a:gd name="T66" fmla="*/ 0 w 1571"/>
                      <a:gd name="T67" fmla="*/ 0 h 2373"/>
                      <a:gd name="T68" fmla="*/ 0 w 1571"/>
                      <a:gd name="T69" fmla="*/ 0 h 2373"/>
                      <a:gd name="T70" fmla="*/ 0 w 1571"/>
                      <a:gd name="T71" fmla="*/ 0 h 2373"/>
                      <a:gd name="T72" fmla="*/ 0 w 1571"/>
                      <a:gd name="T73" fmla="*/ 0 h 2373"/>
                      <a:gd name="T74" fmla="*/ 0 w 1571"/>
                      <a:gd name="T75" fmla="*/ 0 h 2373"/>
                      <a:gd name="T76" fmla="*/ 0 w 1571"/>
                      <a:gd name="T77" fmla="*/ 0 h 2373"/>
                      <a:gd name="T78" fmla="*/ 0 w 1571"/>
                      <a:gd name="T79" fmla="*/ 0 h 2373"/>
                      <a:gd name="T80" fmla="*/ 0 w 1571"/>
                      <a:gd name="T81" fmla="*/ 0 h 2373"/>
                      <a:gd name="T82" fmla="*/ 0 w 1571"/>
                      <a:gd name="T83" fmla="*/ 0 h 2373"/>
                      <a:gd name="T84" fmla="*/ 0 w 1571"/>
                      <a:gd name="T85" fmla="*/ 0 h 2373"/>
                      <a:gd name="T86" fmla="*/ 0 w 1571"/>
                      <a:gd name="T87" fmla="*/ 0 h 2373"/>
                      <a:gd name="T88" fmla="*/ 0 w 1571"/>
                      <a:gd name="T89" fmla="*/ 0 h 2373"/>
                      <a:gd name="T90" fmla="*/ 0 w 1571"/>
                      <a:gd name="T91" fmla="*/ 0 h 2373"/>
                      <a:gd name="T92" fmla="*/ 0 w 1571"/>
                      <a:gd name="T93" fmla="*/ 0 h 2373"/>
                      <a:gd name="T94" fmla="*/ 0 w 1571"/>
                      <a:gd name="T95" fmla="*/ 0 h 237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571"/>
                      <a:gd name="T145" fmla="*/ 0 h 2373"/>
                      <a:gd name="T146" fmla="*/ 1571 w 1571"/>
                      <a:gd name="T147" fmla="*/ 2373 h 237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571" h="2373">
                        <a:moveTo>
                          <a:pt x="1570" y="297"/>
                        </a:moveTo>
                        <a:lnTo>
                          <a:pt x="1570" y="297"/>
                        </a:lnTo>
                        <a:lnTo>
                          <a:pt x="1569" y="296"/>
                        </a:lnTo>
                        <a:lnTo>
                          <a:pt x="1567" y="296"/>
                        </a:lnTo>
                        <a:lnTo>
                          <a:pt x="1567" y="295"/>
                        </a:lnTo>
                        <a:lnTo>
                          <a:pt x="1566" y="294"/>
                        </a:lnTo>
                        <a:lnTo>
                          <a:pt x="1565" y="293"/>
                        </a:lnTo>
                        <a:lnTo>
                          <a:pt x="1564" y="293"/>
                        </a:lnTo>
                        <a:lnTo>
                          <a:pt x="1503" y="330"/>
                        </a:lnTo>
                        <a:lnTo>
                          <a:pt x="1508" y="333"/>
                        </a:lnTo>
                        <a:lnTo>
                          <a:pt x="1513" y="337"/>
                        </a:lnTo>
                        <a:lnTo>
                          <a:pt x="1517" y="342"/>
                        </a:lnTo>
                        <a:lnTo>
                          <a:pt x="1522" y="345"/>
                        </a:lnTo>
                        <a:lnTo>
                          <a:pt x="1526" y="349"/>
                        </a:lnTo>
                        <a:lnTo>
                          <a:pt x="1532" y="354"/>
                        </a:lnTo>
                        <a:lnTo>
                          <a:pt x="1536" y="358"/>
                        </a:lnTo>
                        <a:lnTo>
                          <a:pt x="1540" y="362"/>
                        </a:lnTo>
                        <a:lnTo>
                          <a:pt x="1570" y="297"/>
                        </a:lnTo>
                        <a:close/>
                        <a:moveTo>
                          <a:pt x="809" y="0"/>
                        </a:moveTo>
                        <a:lnTo>
                          <a:pt x="806" y="0"/>
                        </a:lnTo>
                        <a:lnTo>
                          <a:pt x="803" y="0"/>
                        </a:lnTo>
                        <a:lnTo>
                          <a:pt x="800" y="0"/>
                        </a:lnTo>
                        <a:lnTo>
                          <a:pt x="797" y="0"/>
                        </a:lnTo>
                        <a:lnTo>
                          <a:pt x="794" y="0"/>
                        </a:lnTo>
                        <a:lnTo>
                          <a:pt x="791" y="0"/>
                        </a:lnTo>
                        <a:lnTo>
                          <a:pt x="788" y="0"/>
                        </a:lnTo>
                        <a:lnTo>
                          <a:pt x="785" y="0"/>
                        </a:lnTo>
                        <a:lnTo>
                          <a:pt x="782" y="0"/>
                        </a:lnTo>
                        <a:lnTo>
                          <a:pt x="779" y="0"/>
                        </a:lnTo>
                        <a:lnTo>
                          <a:pt x="777" y="0"/>
                        </a:lnTo>
                        <a:lnTo>
                          <a:pt x="773" y="0"/>
                        </a:lnTo>
                        <a:lnTo>
                          <a:pt x="770" y="0"/>
                        </a:lnTo>
                        <a:lnTo>
                          <a:pt x="767" y="0"/>
                        </a:lnTo>
                        <a:lnTo>
                          <a:pt x="765" y="0"/>
                        </a:lnTo>
                        <a:lnTo>
                          <a:pt x="761" y="0"/>
                        </a:lnTo>
                        <a:lnTo>
                          <a:pt x="743" y="69"/>
                        </a:lnTo>
                        <a:lnTo>
                          <a:pt x="748" y="69"/>
                        </a:lnTo>
                        <a:lnTo>
                          <a:pt x="754" y="69"/>
                        </a:lnTo>
                        <a:lnTo>
                          <a:pt x="759" y="69"/>
                        </a:lnTo>
                        <a:lnTo>
                          <a:pt x="764" y="68"/>
                        </a:lnTo>
                        <a:lnTo>
                          <a:pt x="769" y="68"/>
                        </a:lnTo>
                        <a:lnTo>
                          <a:pt x="774" y="68"/>
                        </a:lnTo>
                        <a:lnTo>
                          <a:pt x="780" y="68"/>
                        </a:lnTo>
                        <a:lnTo>
                          <a:pt x="785" y="68"/>
                        </a:lnTo>
                        <a:lnTo>
                          <a:pt x="791" y="68"/>
                        </a:lnTo>
                        <a:lnTo>
                          <a:pt x="796" y="68"/>
                        </a:lnTo>
                        <a:lnTo>
                          <a:pt x="800" y="68"/>
                        </a:lnTo>
                        <a:lnTo>
                          <a:pt x="806" y="68"/>
                        </a:lnTo>
                        <a:lnTo>
                          <a:pt x="811" y="69"/>
                        </a:lnTo>
                        <a:lnTo>
                          <a:pt x="817" y="69"/>
                        </a:lnTo>
                        <a:lnTo>
                          <a:pt x="822" y="69"/>
                        </a:lnTo>
                        <a:lnTo>
                          <a:pt x="828" y="69"/>
                        </a:lnTo>
                        <a:lnTo>
                          <a:pt x="809" y="0"/>
                        </a:lnTo>
                        <a:close/>
                        <a:moveTo>
                          <a:pt x="5" y="293"/>
                        </a:moveTo>
                        <a:lnTo>
                          <a:pt x="5" y="293"/>
                        </a:lnTo>
                        <a:lnTo>
                          <a:pt x="4" y="294"/>
                        </a:lnTo>
                        <a:lnTo>
                          <a:pt x="3" y="295"/>
                        </a:lnTo>
                        <a:lnTo>
                          <a:pt x="2" y="295"/>
                        </a:lnTo>
                        <a:lnTo>
                          <a:pt x="2" y="296"/>
                        </a:lnTo>
                        <a:lnTo>
                          <a:pt x="1" y="297"/>
                        </a:lnTo>
                        <a:lnTo>
                          <a:pt x="0" y="297"/>
                        </a:lnTo>
                        <a:lnTo>
                          <a:pt x="30" y="361"/>
                        </a:lnTo>
                        <a:lnTo>
                          <a:pt x="35" y="358"/>
                        </a:lnTo>
                        <a:lnTo>
                          <a:pt x="39" y="354"/>
                        </a:lnTo>
                        <a:lnTo>
                          <a:pt x="43" y="349"/>
                        </a:lnTo>
                        <a:lnTo>
                          <a:pt x="49" y="345"/>
                        </a:lnTo>
                        <a:lnTo>
                          <a:pt x="53" y="342"/>
                        </a:lnTo>
                        <a:lnTo>
                          <a:pt x="57" y="337"/>
                        </a:lnTo>
                        <a:lnTo>
                          <a:pt x="62" y="333"/>
                        </a:lnTo>
                        <a:lnTo>
                          <a:pt x="67" y="330"/>
                        </a:lnTo>
                        <a:lnTo>
                          <a:pt x="5" y="293"/>
                        </a:lnTo>
                        <a:close/>
                        <a:moveTo>
                          <a:pt x="0" y="2077"/>
                        </a:moveTo>
                        <a:lnTo>
                          <a:pt x="1" y="2077"/>
                        </a:lnTo>
                        <a:lnTo>
                          <a:pt x="2" y="2078"/>
                        </a:lnTo>
                        <a:lnTo>
                          <a:pt x="3" y="2079"/>
                        </a:lnTo>
                        <a:lnTo>
                          <a:pt x="3" y="2080"/>
                        </a:lnTo>
                        <a:lnTo>
                          <a:pt x="4" y="2080"/>
                        </a:lnTo>
                        <a:lnTo>
                          <a:pt x="5" y="2081"/>
                        </a:lnTo>
                        <a:lnTo>
                          <a:pt x="67" y="2044"/>
                        </a:lnTo>
                        <a:lnTo>
                          <a:pt x="62" y="2041"/>
                        </a:lnTo>
                        <a:lnTo>
                          <a:pt x="57" y="2037"/>
                        </a:lnTo>
                        <a:lnTo>
                          <a:pt x="53" y="2032"/>
                        </a:lnTo>
                        <a:lnTo>
                          <a:pt x="49" y="2028"/>
                        </a:lnTo>
                        <a:lnTo>
                          <a:pt x="43" y="2025"/>
                        </a:lnTo>
                        <a:lnTo>
                          <a:pt x="39" y="2020"/>
                        </a:lnTo>
                        <a:lnTo>
                          <a:pt x="35" y="2016"/>
                        </a:lnTo>
                        <a:lnTo>
                          <a:pt x="30" y="2012"/>
                        </a:lnTo>
                        <a:lnTo>
                          <a:pt x="0" y="2077"/>
                        </a:lnTo>
                        <a:close/>
                        <a:moveTo>
                          <a:pt x="761" y="2373"/>
                        </a:moveTo>
                        <a:lnTo>
                          <a:pt x="765" y="2373"/>
                        </a:lnTo>
                        <a:lnTo>
                          <a:pt x="767" y="2373"/>
                        </a:lnTo>
                        <a:lnTo>
                          <a:pt x="770" y="2373"/>
                        </a:lnTo>
                        <a:lnTo>
                          <a:pt x="773" y="2373"/>
                        </a:lnTo>
                        <a:lnTo>
                          <a:pt x="777" y="2373"/>
                        </a:lnTo>
                        <a:lnTo>
                          <a:pt x="779" y="2373"/>
                        </a:lnTo>
                        <a:lnTo>
                          <a:pt x="782" y="2373"/>
                        </a:lnTo>
                        <a:lnTo>
                          <a:pt x="785" y="2373"/>
                        </a:lnTo>
                        <a:lnTo>
                          <a:pt x="788" y="2373"/>
                        </a:lnTo>
                        <a:lnTo>
                          <a:pt x="791" y="2373"/>
                        </a:lnTo>
                        <a:lnTo>
                          <a:pt x="794" y="2373"/>
                        </a:lnTo>
                        <a:lnTo>
                          <a:pt x="797" y="2373"/>
                        </a:lnTo>
                        <a:lnTo>
                          <a:pt x="800" y="2373"/>
                        </a:lnTo>
                        <a:lnTo>
                          <a:pt x="803" y="2373"/>
                        </a:lnTo>
                        <a:lnTo>
                          <a:pt x="806" y="2373"/>
                        </a:lnTo>
                        <a:lnTo>
                          <a:pt x="809" y="2373"/>
                        </a:lnTo>
                        <a:lnTo>
                          <a:pt x="828" y="2305"/>
                        </a:lnTo>
                        <a:lnTo>
                          <a:pt x="822" y="2305"/>
                        </a:lnTo>
                        <a:lnTo>
                          <a:pt x="817" y="2305"/>
                        </a:lnTo>
                        <a:lnTo>
                          <a:pt x="811" y="2305"/>
                        </a:lnTo>
                        <a:lnTo>
                          <a:pt x="806" y="2305"/>
                        </a:lnTo>
                        <a:lnTo>
                          <a:pt x="800" y="2305"/>
                        </a:lnTo>
                        <a:lnTo>
                          <a:pt x="796" y="2305"/>
                        </a:lnTo>
                        <a:lnTo>
                          <a:pt x="791" y="2306"/>
                        </a:lnTo>
                        <a:lnTo>
                          <a:pt x="785" y="2306"/>
                        </a:lnTo>
                        <a:lnTo>
                          <a:pt x="780" y="2306"/>
                        </a:lnTo>
                        <a:lnTo>
                          <a:pt x="774" y="2305"/>
                        </a:lnTo>
                        <a:lnTo>
                          <a:pt x="769" y="2305"/>
                        </a:lnTo>
                        <a:lnTo>
                          <a:pt x="764" y="2305"/>
                        </a:lnTo>
                        <a:lnTo>
                          <a:pt x="759" y="2305"/>
                        </a:lnTo>
                        <a:lnTo>
                          <a:pt x="754" y="2305"/>
                        </a:lnTo>
                        <a:lnTo>
                          <a:pt x="748" y="2305"/>
                        </a:lnTo>
                        <a:lnTo>
                          <a:pt x="743" y="2305"/>
                        </a:lnTo>
                        <a:lnTo>
                          <a:pt x="761" y="2373"/>
                        </a:lnTo>
                        <a:close/>
                        <a:moveTo>
                          <a:pt x="1564" y="2081"/>
                        </a:moveTo>
                        <a:lnTo>
                          <a:pt x="1565" y="2080"/>
                        </a:lnTo>
                        <a:lnTo>
                          <a:pt x="1566" y="2080"/>
                        </a:lnTo>
                        <a:lnTo>
                          <a:pt x="1566" y="2079"/>
                        </a:lnTo>
                        <a:lnTo>
                          <a:pt x="1567" y="2079"/>
                        </a:lnTo>
                        <a:lnTo>
                          <a:pt x="1569" y="2078"/>
                        </a:lnTo>
                        <a:lnTo>
                          <a:pt x="1570" y="2077"/>
                        </a:lnTo>
                        <a:lnTo>
                          <a:pt x="1571" y="2077"/>
                        </a:lnTo>
                        <a:lnTo>
                          <a:pt x="1540" y="2012"/>
                        </a:lnTo>
                        <a:lnTo>
                          <a:pt x="1536" y="2016"/>
                        </a:lnTo>
                        <a:lnTo>
                          <a:pt x="1532" y="2020"/>
                        </a:lnTo>
                        <a:lnTo>
                          <a:pt x="1526" y="2025"/>
                        </a:lnTo>
                        <a:lnTo>
                          <a:pt x="1522" y="2028"/>
                        </a:lnTo>
                        <a:lnTo>
                          <a:pt x="1517" y="2032"/>
                        </a:lnTo>
                        <a:lnTo>
                          <a:pt x="1513" y="2037"/>
                        </a:lnTo>
                        <a:lnTo>
                          <a:pt x="1508" y="2040"/>
                        </a:lnTo>
                        <a:lnTo>
                          <a:pt x="1503" y="2044"/>
                        </a:lnTo>
                        <a:lnTo>
                          <a:pt x="1564" y="2081"/>
                        </a:lnTo>
                        <a:close/>
                      </a:path>
                    </a:pathLst>
                  </a:custGeom>
                  <a:solidFill>
                    <a:srgbClr val="E56A0D"/>
                  </a:solidFill>
                  <a:ln>
                    <a:noFill/>
                  </a:ln>
                </p:spPr>
                <p:txBody>
                  <a:bodyPr/>
                  <a:lstStyle/>
                  <a:p>
                    <a:pPr>
                      <a:defRPr/>
                    </a:pPr>
                    <a:endParaRPr lang="en-US" sz="1050">
                      <a:latin typeface="+mj-lt"/>
                    </a:endParaRPr>
                  </a:p>
                </p:txBody>
              </p:sp>
              <p:sp>
                <p:nvSpPr>
                  <p:cNvPr id="41658" name="Freeform 437">
                    <a:extLst>
                      <a:ext uri="{FF2B5EF4-FFF2-40B4-BE49-F238E27FC236}">
                        <a16:creationId xmlns="" xmlns:a16="http://schemas.microsoft.com/office/drawing/2014/main" id="{C06DE231-3791-8245-DBA9-3F754C20127E}"/>
                      </a:ext>
                    </a:extLst>
                  </p:cNvPr>
                  <p:cNvSpPr>
                    <a:spLocks noEditPoints="1"/>
                  </p:cNvSpPr>
                  <p:nvPr/>
                </p:nvSpPr>
                <p:spPr bwMode="auto">
                  <a:xfrm>
                    <a:off x="3164" y="1858"/>
                    <a:ext cx="371" cy="383"/>
                  </a:xfrm>
                  <a:custGeom>
                    <a:avLst/>
                    <a:gdLst>
                      <a:gd name="T0" fmla="*/ 0 w 2236"/>
                      <a:gd name="T1" fmla="*/ 0 h 2306"/>
                      <a:gd name="T2" fmla="*/ 0 w 2236"/>
                      <a:gd name="T3" fmla="*/ 0 h 2306"/>
                      <a:gd name="T4" fmla="*/ 0 w 2236"/>
                      <a:gd name="T5" fmla="*/ 0 h 2306"/>
                      <a:gd name="T6" fmla="*/ 0 w 2236"/>
                      <a:gd name="T7" fmla="*/ 0 h 2306"/>
                      <a:gd name="T8" fmla="*/ 0 w 2236"/>
                      <a:gd name="T9" fmla="*/ 0 h 2306"/>
                      <a:gd name="T10" fmla="*/ 0 w 2236"/>
                      <a:gd name="T11" fmla="*/ 0 h 2306"/>
                      <a:gd name="T12" fmla="*/ 0 w 2236"/>
                      <a:gd name="T13" fmla="*/ 0 h 2306"/>
                      <a:gd name="T14" fmla="*/ 0 w 2236"/>
                      <a:gd name="T15" fmla="*/ 0 h 2306"/>
                      <a:gd name="T16" fmla="*/ 0 w 2236"/>
                      <a:gd name="T17" fmla="*/ 0 h 2306"/>
                      <a:gd name="T18" fmla="*/ 0 w 2236"/>
                      <a:gd name="T19" fmla="*/ 0 h 2306"/>
                      <a:gd name="T20" fmla="*/ 0 w 2236"/>
                      <a:gd name="T21" fmla="*/ 0 h 2306"/>
                      <a:gd name="T22" fmla="*/ 0 w 2236"/>
                      <a:gd name="T23" fmla="*/ 0 h 2306"/>
                      <a:gd name="T24" fmla="*/ 0 w 2236"/>
                      <a:gd name="T25" fmla="*/ 0 h 2306"/>
                      <a:gd name="T26" fmla="*/ 0 w 2236"/>
                      <a:gd name="T27" fmla="*/ 0 h 2306"/>
                      <a:gd name="T28" fmla="*/ 0 w 2236"/>
                      <a:gd name="T29" fmla="*/ 0 h 2306"/>
                      <a:gd name="T30" fmla="*/ 0 w 2236"/>
                      <a:gd name="T31" fmla="*/ 0 h 2306"/>
                      <a:gd name="T32" fmla="*/ 0 w 2236"/>
                      <a:gd name="T33" fmla="*/ 0 h 2306"/>
                      <a:gd name="T34" fmla="*/ 0 w 2236"/>
                      <a:gd name="T35" fmla="*/ 0 h 2306"/>
                      <a:gd name="T36" fmla="*/ 0 w 2236"/>
                      <a:gd name="T37" fmla="*/ 0 h 2306"/>
                      <a:gd name="T38" fmla="*/ 0 w 2236"/>
                      <a:gd name="T39" fmla="*/ 0 h 2306"/>
                      <a:gd name="T40" fmla="*/ 0 w 2236"/>
                      <a:gd name="T41" fmla="*/ 0 h 2306"/>
                      <a:gd name="T42" fmla="*/ 0 w 2236"/>
                      <a:gd name="T43" fmla="*/ 0 h 2306"/>
                      <a:gd name="T44" fmla="*/ 0 w 2236"/>
                      <a:gd name="T45" fmla="*/ 0 h 2306"/>
                      <a:gd name="T46" fmla="*/ 0 w 2236"/>
                      <a:gd name="T47" fmla="*/ 0 h 2306"/>
                      <a:gd name="T48" fmla="*/ 0 w 2236"/>
                      <a:gd name="T49" fmla="*/ 0 h 2306"/>
                      <a:gd name="T50" fmla="*/ 0 w 2236"/>
                      <a:gd name="T51" fmla="*/ 0 h 2306"/>
                      <a:gd name="T52" fmla="*/ 0 w 2236"/>
                      <a:gd name="T53" fmla="*/ 0 h 2306"/>
                      <a:gd name="T54" fmla="*/ 0 w 2236"/>
                      <a:gd name="T55" fmla="*/ 0 h 2306"/>
                      <a:gd name="T56" fmla="*/ 0 w 2236"/>
                      <a:gd name="T57" fmla="*/ 0 h 2306"/>
                      <a:gd name="T58" fmla="*/ 0 w 2236"/>
                      <a:gd name="T59" fmla="*/ 0 h 2306"/>
                      <a:gd name="T60" fmla="*/ 0 w 2236"/>
                      <a:gd name="T61" fmla="*/ 0 h 2306"/>
                      <a:gd name="T62" fmla="*/ 0 w 2236"/>
                      <a:gd name="T63" fmla="*/ 0 h 2306"/>
                      <a:gd name="T64" fmla="*/ 0 w 2236"/>
                      <a:gd name="T65" fmla="*/ 0 h 2306"/>
                      <a:gd name="T66" fmla="*/ 0 w 2236"/>
                      <a:gd name="T67" fmla="*/ 0 h 2306"/>
                      <a:gd name="T68" fmla="*/ 0 w 2236"/>
                      <a:gd name="T69" fmla="*/ 0 h 2306"/>
                      <a:gd name="T70" fmla="*/ 0 w 2236"/>
                      <a:gd name="T71" fmla="*/ 0 h 2306"/>
                      <a:gd name="T72" fmla="*/ 0 w 2236"/>
                      <a:gd name="T73" fmla="*/ 0 h 2306"/>
                      <a:gd name="T74" fmla="*/ 0 w 2236"/>
                      <a:gd name="T75" fmla="*/ 0 h 2306"/>
                      <a:gd name="T76" fmla="*/ 0 w 2236"/>
                      <a:gd name="T77" fmla="*/ 0 h 2306"/>
                      <a:gd name="T78" fmla="*/ 0 w 2236"/>
                      <a:gd name="T79" fmla="*/ 0 h 2306"/>
                      <a:gd name="T80" fmla="*/ 0 w 2236"/>
                      <a:gd name="T81" fmla="*/ 0 h 2306"/>
                      <a:gd name="T82" fmla="*/ 0 w 2236"/>
                      <a:gd name="T83" fmla="*/ 0 h 2306"/>
                      <a:gd name="T84" fmla="*/ 0 w 2236"/>
                      <a:gd name="T85" fmla="*/ 0 h 2306"/>
                      <a:gd name="T86" fmla="*/ 0 w 2236"/>
                      <a:gd name="T87" fmla="*/ 0 h 2306"/>
                      <a:gd name="T88" fmla="*/ 0 w 2236"/>
                      <a:gd name="T89" fmla="*/ 0 h 2306"/>
                      <a:gd name="T90" fmla="*/ 0 w 2236"/>
                      <a:gd name="T91" fmla="*/ 0 h 2306"/>
                      <a:gd name="T92" fmla="*/ 0 w 2236"/>
                      <a:gd name="T93" fmla="*/ 0 h 2306"/>
                      <a:gd name="T94" fmla="*/ 0 w 2236"/>
                      <a:gd name="T95" fmla="*/ 0 h 2306"/>
                      <a:gd name="T96" fmla="*/ 0 w 2236"/>
                      <a:gd name="T97" fmla="*/ 0 h 2306"/>
                      <a:gd name="T98" fmla="*/ 0 w 2236"/>
                      <a:gd name="T99" fmla="*/ 0 h 2306"/>
                      <a:gd name="T100" fmla="*/ 0 w 2236"/>
                      <a:gd name="T101" fmla="*/ 0 h 2306"/>
                      <a:gd name="T102" fmla="*/ 0 w 2236"/>
                      <a:gd name="T103" fmla="*/ 0 h 2306"/>
                      <a:gd name="T104" fmla="*/ 0 w 2236"/>
                      <a:gd name="T105" fmla="*/ 0 h 2306"/>
                      <a:gd name="T106" fmla="*/ 0 w 2236"/>
                      <a:gd name="T107" fmla="*/ 0 h 2306"/>
                      <a:gd name="T108" fmla="*/ 0 w 2236"/>
                      <a:gd name="T109" fmla="*/ 0 h 2306"/>
                      <a:gd name="T110" fmla="*/ 0 w 2236"/>
                      <a:gd name="T111" fmla="*/ 0 h 2306"/>
                      <a:gd name="T112" fmla="*/ 0 w 2236"/>
                      <a:gd name="T113" fmla="*/ 0 h 2306"/>
                      <a:gd name="T114" fmla="*/ 0 w 2236"/>
                      <a:gd name="T115" fmla="*/ 0 h 2306"/>
                      <a:gd name="T116" fmla="*/ 0 w 2236"/>
                      <a:gd name="T117" fmla="*/ 0 h 2306"/>
                      <a:gd name="T118" fmla="*/ 0 w 2236"/>
                      <a:gd name="T119" fmla="*/ 0 h 2306"/>
                      <a:gd name="T120" fmla="*/ 0 w 2236"/>
                      <a:gd name="T121" fmla="*/ 0 h 230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36"/>
                      <a:gd name="T184" fmla="*/ 0 h 2306"/>
                      <a:gd name="T185" fmla="*/ 2236 w 2236"/>
                      <a:gd name="T186" fmla="*/ 2306 h 230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36" h="2306">
                        <a:moveTo>
                          <a:pt x="1888" y="296"/>
                        </a:moveTo>
                        <a:lnTo>
                          <a:pt x="1885" y="293"/>
                        </a:lnTo>
                        <a:lnTo>
                          <a:pt x="1883" y="291"/>
                        </a:lnTo>
                        <a:lnTo>
                          <a:pt x="1880" y="288"/>
                        </a:lnTo>
                        <a:lnTo>
                          <a:pt x="1878" y="286"/>
                        </a:lnTo>
                        <a:lnTo>
                          <a:pt x="1874" y="284"/>
                        </a:lnTo>
                        <a:lnTo>
                          <a:pt x="1872" y="282"/>
                        </a:lnTo>
                        <a:lnTo>
                          <a:pt x="1870" y="279"/>
                        </a:lnTo>
                        <a:lnTo>
                          <a:pt x="1867" y="277"/>
                        </a:lnTo>
                        <a:lnTo>
                          <a:pt x="1806" y="314"/>
                        </a:lnTo>
                        <a:lnTo>
                          <a:pt x="1812" y="320"/>
                        </a:lnTo>
                        <a:lnTo>
                          <a:pt x="1819" y="325"/>
                        </a:lnTo>
                        <a:lnTo>
                          <a:pt x="1825" y="330"/>
                        </a:lnTo>
                        <a:lnTo>
                          <a:pt x="1832" y="337"/>
                        </a:lnTo>
                        <a:lnTo>
                          <a:pt x="1838" y="342"/>
                        </a:lnTo>
                        <a:lnTo>
                          <a:pt x="1845" y="348"/>
                        </a:lnTo>
                        <a:lnTo>
                          <a:pt x="1852" y="354"/>
                        </a:lnTo>
                        <a:lnTo>
                          <a:pt x="1858" y="360"/>
                        </a:lnTo>
                        <a:lnTo>
                          <a:pt x="1888" y="296"/>
                        </a:lnTo>
                        <a:close/>
                        <a:moveTo>
                          <a:pt x="1151" y="0"/>
                        </a:moveTo>
                        <a:lnTo>
                          <a:pt x="1146" y="0"/>
                        </a:lnTo>
                        <a:lnTo>
                          <a:pt x="1143" y="0"/>
                        </a:lnTo>
                        <a:lnTo>
                          <a:pt x="1139" y="0"/>
                        </a:lnTo>
                        <a:lnTo>
                          <a:pt x="1135" y="0"/>
                        </a:lnTo>
                        <a:lnTo>
                          <a:pt x="1130" y="0"/>
                        </a:lnTo>
                        <a:lnTo>
                          <a:pt x="1126" y="0"/>
                        </a:lnTo>
                        <a:lnTo>
                          <a:pt x="1123" y="0"/>
                        </a:lnTo>
                        <a:lnTo>
                          <a:pt x="1118" y="0"/>
                        </a:lnTo>
                        <a:lnTo>
                          <a:pt x="1114" y="0"/>
                        </a:lnTo>
                        <a:lnTo>
                          <a:pt x="1110" y="0"/>
                        </a:lnTo>
                        <a:lnTo>
                          <a:pt x="1105" y="0"/>
                        </a:lnTo>
                        <a:lnTo>
                          <a:pt x="1102" y="0"/>
                        </a:lnTo>
                        <a:lnTo>
                          <a:pt x="1098" y="0"/>
                        </a:lnTo>
                        <a:lnTo>
                          <a:pt x="1093" y="0"/>
                        </a:lnTo>
                        <a:lnTo>
                          <a:pt x="1089" y="0"/>
                        </a:lnTo>
                        <a:lnTo>
                          <a:pt x="1086" y="0"/>
                        </a:lnTo>
                        <a:lnTo>
                          <a:pt x="1066" y="70"/>
                        </a:lnTo>
                        <a:lnTo>
                          <a:pt x="1073" y="69"/>
                        </a:lnTo>
                        <a:lnTo>
                          <a:pt x="1079" y="69"/>
                        </a:lnTo>
                        <a:lnTo>
                          <a:pt x="1086" y="69"/>
                        </a:lnTo>
                        <a:lnTo>
                          <a:pt x="1092" y="69"/>
                        </a:lnTo>
                        <a:lnTo>
                          <a:pt x="1099" y="69"/>
                        </a:lnTo>
                        <a:lnTo>
                          <a:pt x="1105" y="69"/>
                        </a:lnTo>
                        <a:lnTo>
                          <a:pt x="1112" y="67"/>
                        </a:lnTo>
                        <a:lnTo>
                          <a:pt x="1118" y="67"/>
                        </a:lnTo>
                        <a:lnTo>
                          <a:pt x="1125" y="67"/>
                        </a:lnTo>
                        <a:lnTo>
                          <a:pt x="1131" y="69"/>
                        </a:lnTo>
                        <a:lnTo>
                          <a:pt x="1138" y="69"/>
                        </a:lnTo>
                        <a:lnTo>
                          <a:pt x="1144" y="69"/>
                        </a:lnTo>
                        <a:lnTo>
                          <a:pt x="1151" y="69"/>
                        </a:lnTo>
                        <a:lnTo>
                          <a:pt x="1156" y="69"/>
                        </a:lnTo>
                        <a:lnTo>
                          <a:pt x="1163" y="69"/>
                        </a:lnTo>
                        <a:lnTo>
                          <a:pt x="1169" y="70"/>
                        </a:lnTo>
                        <a:lnTo>
                          <a:pt x="1151" y="0"/>
                        </a:lnTo>
                        <a:close/>
                        <a:moveTo>
                          <a:pt x="370" y="277"/>
                        </a:moveTo>
                        <a:lnTo>
                          <a:pt x="366" y="279"/>
                        </a:lnTo>
                        <a:lnTo>
                          <a:pt x="364" y="282"/>
                        </a:lnTo>
                        <a:lnTo>
                          <a:pt x="361" y="284"/>
                        </a:lnTo>
                        <a:lnTo>
                          <a:pt x="359" y="286"/>
                        </a:lnTo>
                        <a:lnTo>
                          <a:pt x="356" y="288"/>
                        </a:lnTo>
                        <a:lnTo>
                          <a:pt x="353" y="290"/>
                        </a:lnTo>
                        <a:lnTo>
                          <a:pt x="350" y="293"/>
                        </a:lnTo>
                        <a:lnTo>
                          <a:pt x="348" y="296"/>
                        </a:lnTo>
                        <a:lnTo>
                          <a:pt x="378" y="360"/>
                        </a:lnTo>
                        <a:lnTo>
                          <a:pt x="384" y="354"/>
                        </a:lnTo>
                        <a:lnTo>
                          <a:pt x="390" y="348"/>
                        </a:lnTo>
                        <a:lnTo>
                          <a:pt x="397" y="342"/>
                        </a:lnTo>
                        <a:lnTo>
                          <a:pt x="403" y="336"/>
                        </a:lnTo>
                        <a:lnTo>
                          <a:pt x="411" y="330"/>
                        </a:lnTo>
                        <a:lnTo>
                          <a:pt x="418" y="325"/>
                        </a:lnTo>
                        <a:lnTo>
                          <a:pt x="424" y="320"/>
                        </a:lnTo>
                        <a:lnTo>
                          <a:pt x="431" y="314"/>
                        </a:lnTo>
                        <a:lnTo>
                          <a:pt x="370" y="277"/>
                        </a:lnTo>
                        <a:close/>
                        <a:moveTo>
                          <a:pt x="348" y="2010"/>
                        </a:moveTo>
                        <a:lnTo>
                          <a:pt x="350" y="2012"/>
                        </a:lnTo>
                        <a:lnTo>
                          <a:pt x="353" y="2015"/>
                        </a:lnTo>
                        <a:lnTo>
                          <a:pt x="356" y="2018"/>
                        </a:lnTo>
                        <a:lnTo>
                          <a:pt x="359" y="2020"/>
                        </a:lnTo>
                        <a:lnTo>
                          <a:pt x="361" y="2022"/>
                        </a:lnTo>
                        <a:lnTo>
                          <a:pt x="364" y="2024"/>
                        </a:lnTo>
                        <a:lnTo>
                          <a:pt x="366" y="2027"/>
                        </a:lnTo>
                        <a:lnTo>
                          <a:pt x="369" y="2029"/>
                        </a:lnTo>
                        <a:lnTo>
                          <a:pt x="431" y="1992"/>
                        </a:lnTo>
                        <a:lnTo>
                          <a:pt x="424" y="1986"/>
                        </a:lnTo>
                        <a:lnTo>
                          <a:pt x="418" y="1981"/>
                        </a:lnTo>
                        <a:lnTo>
                          <a:pt x="410" y="1975"/>
                        </a:lnTo>
                        <a:lnTo>
                          <a:pt x="403" y="1969"/>
                        </a:lnTo>
                        <a:lnTo>
                          <a:pt x="397" y="1964"/>
                        </a:lnTo>
                        <a:lnTo>
                          <a:pt x="390" y="1958"/>
                        </a:lnTo>
                        <a:lnTo>
                          <a:pt x="384" y="1952"/>
                        </a:lnTo>
                        <a:lnTo>
                          <a:pt x="378" y="1946"/>
                        </a:lnTo>
                        <a:lnTo>
                          <a:pt x="348" y="2010"/>
                        </a:lnTo>
                        <a:close/>
                        <a:moveTo>
                          <a:pt x="1086" y="2305"/>
                        </a:moveTo>
                        <a:lnTo>
                          <a:pt x="1089" y="2305"/>
                        </a:lnTo>
                        <a:lnTo>
                          <a:pt x="1093" y="2306"/>
                        </a:lnTo>
                        <a:lnTo>
                          <a:pt x="1098" y="2306"/>
                        </a:lnTo>
                        <a:lnTo>
                          <a:pt x="1102" y="2306"/>
                        </a:lnTo>
                        <a:lnTo>
                          <a:pt x="1105" y="2306"/>
                        </a:lnTo>
                        <a:lnTo>
                          <a:pt x="1110" y="2306"/>
                        </a:lnTo>
                        <a:lnTo>
                          <a:pt x="1114" y="2306"/>
                        </a:lnTo>
                        <a:lnTo>
                          <a:pt x="1118" y="2306"/>
                        </a:lnTo>
                        <a:lnTo>
                          <a:pt x="1123" y="2306"/>
                        </a:lnTo>
                        <a:lnTo>
                          <a:pt x="1126" y="2306"/>
                        </a:lnTo>
                        <a:lnTo>
                          <a:pt x="1130" y="2306"/>
                        </a:lnTo>
                        <a:lnTo>
                          <a:pt x="1135" y="2306"/>
                        </a:lnTo>
                        <a:lnTo>
                          <a:pt x="1139" y="2306"/>
                        </a:lnTo>
                        <a:lnTo>
                          <a:pt x="1143" y="2306"/>
                        </a:lnTo>
                        <a:lnTo>
                          <a:pt x="1146" y="2305"/>
                        </a:lnTo>
                        <a:lnTo>
                          <a:pt x="1151" y="2305"/>
                        </a:lnTo>
                        <a:lnTo>
                          <a:pt x="1169" y="2236"/>
                        </a:lnTo>
                        <a:lnTo>
                          <a:pt x="1163" y="2237"/>
                        </a:lnTo>
                        <a:lnTo>
                          <a:pt x="1156" y="2237"/>
                        </a:lnTo>
                        <a:lnTo>
                          <a:pt x="1151" y="2237"/>
                        </a:lnTo>
                        <a:lnTo>
                          <a:pt x="1144" y="2237"/>
                        </a:lnTo>
                        <a:lnTo>
                          <a:pt x="1138" y="2237"/>
                        </a:lnTo>
                        <a:lnTo>
                          <a:pt x="1131" y="2237"/>
                        </a:lnTo>
                        <a:lnTo>
                          <a:pt x="1125" y="2237"/>
                        </a:lnTo>
                        <a:lnTo>
                          <a:pt x="1118" y="2237"/>
                        </a:lnTo>
                        <a:lnTo>
                          <a:pt x="1112" y="2237"/>
                        </a:lnTo>
                        <a:lnTo>
                          <a:pt x="1105" y="2237"/>
                        </a:lnTo>
                        <a:lnTo>
                          <a:pt x="1099" y="2237"/>
                        </a:lnTo>
                        <a:lnTo>
                          <a:pt x="1092" y="2237"/>
                        </a:lnTo>
                        <a:lnTo>
                          <a:pt x="1086" y="2237"/>
                        </a:lnTo>
                        <a:lnTo>
                          <a:pt x="1079" y="2237"/>
                        </a:lnTo>
                        <a:lnTo>
                          <a:pt x="1073" y="2237"/>
                        </a:lnTo>
                        <a:lnTo>
                          <a:pt x="1066" y="2236"/>
                        </a:lnTo>
                        <a:lnTo>
                          <a:pt x="1086" y="2305"/>
                        </a:lnTo>
                        <a:close/>
                        <a:moveTo>
                          <a:pt x="1867" y="2029"/>
                        </a:moveTo>
                        <a:lnTo>
                          <a:pt x="1870" y="2027"/>
                        </a:lnTo>
                        <a:lnTo>
                          <a:pt x="1872" y="2024"/>
                        </a:lnTo>
                        <a:lnTo>
                          <a:pt x="1875" y="2022"/>
                        </a:lnTo>
                        <a:lnTo>
                          <a:pt x="1878" y="2020"/>
                        </a:lnTo>
                        <a:lnTo>
                          <a:pt x="1880" y="2017"/>
                        </a:lnTo>
                        <a:lnTo>
                          <a:pt x="1883" y="2015"/>
                        </a:lnTo>
                        <a:lnTo>
                          <a:pt x="1885" y="2012"/>
                        </a:lnTo>
                        <a:lnTo>
                          <a:pt x="1888" y="2010"/>
                        </a:lnTo>
                        <a:lnTo>
                          <a:pt x="1858" y="1946"/>
                        </a:lnTo>
                        <a:lnTo>
                          <a:pt x="1852" y="1952"/>
                        </a:lnTo>
                        <a:lnTo>
                          <a:pt x="1845" y="1957"/>
                        </a:lnTo>
                        <a:lnTo>
                          <a:pt x="1838" y="1964"/>
                        </a:lnTo>
                        <a:lnTo>
                          <a:pt x="1832" y="1969"/>
                        </a:lnTo>
                        <a:lnTo>
                          <a:pt x="1825" y="1975"/>
                        </a:lnTo>
                        <a:lnTo>
                          <a:pt x="1819" y="1981"/>
                        </a:lnTo>
                        <a:lnTo>
                          <a:pt x="1812" y="1986"/>
                        </a:lnTo>
                        <a:lnTo>
                          <a:pt x="1806" y="1992"/>
                        </a:lnTo>
                        <a:lnTo>
                          <a:pt x="1867" y="2029"/>
                        </a:lnTo>
                        <a:close/>
                        <a:moveTo>
                          <a:pt x="2202" y="1141"/>
                        </a:moveTo>
                        <a:lnTo>
                          <a:pt x="2236" y="1153"/>
                        </a:lnTo>
                        <a:lnTo>
                          <a:pt x="2202" y="1165"/>
                        </a:lnTo>
                        <a:lnTo>
                          <a:pt x="2202" y="1163"/>
                        </a:lnTo>
                        <a:lnTo>
                          <a:pt x="2202" y="1162"/>
                        </a:lnTo>
                        <a:lnTo>
                          <a:pt x="2202" y="1161"/>
                        </a:lnTo>
                        <a:lnTo>
                          <a:pt x="2202" y="1158"/>
                        </a:lnTo>
                        <a:lnTo>
                          <a:pt x="2202" y="1157"/>
                        </a:lnTo>
                        <a:lnTo>
                          <a:pt x="2202" y="1156"/>
                        </a:lnTo>
                        <a:lnTo>
                          <a:pt x="2202" y="1154"/>
                        </a:lnTo>
                        <a:lnTo>
                          <a:pt x="2202" y="1153"/>
                        </a:lnTo>
                        <a:lnTo>
                          <a:pt x="2202" y="1152"/>
                        </a:lnTo>
                        <a:lnTo>
                          <a:pt x="2202" y="1150"/>
                        </a:lnTo>
                        <a:lnTo>
                          <a:pt x="2202" y="1149"/>
                        </a:lnTo>
                        <a:lnTo>
                          <a:pt x="2202" y="1148"/>
                        </a:lnTo>
                        <a:lnTo>
                          <a:pt x="2202" y="1145"/>
                        </a:lnTo>
                        <a:lnTo>
                          <a:pt x="2202" y="1144"/>
                        </a:lnTo>
                        <a:lnTo>
                          <a:pt x="2202" y="1143"/>
                        </a:lnTo>
                        <a:lnTo>
                          <a:pt x="2202" y="1141"/>
                        </a:lnTo>
                        <a:close/>
                        <a:moveTo>
                          <a:pt x="34" y="1165"/>
                        </a:moveTo>
                        <a:lnTo>
                          <a:pt x="0" y="1153"/>
                        </a:lnTo>
                        <a:lnTo>
                          <a:pt x="34" y="1141"/>
                        </a:lnTo>
                        <a:lnTo>
                          <a:pt x="33" y="1143"/>
                        </a:lnTo>
                        <a:lnTo>
                          <a:pt x="33" y="1144"/>
                        </a:lnTo>
                        <a:lnTo>
                          <a:pt x="33" y="1145"/>
                        </a:lnTo>
                        <a:lnTo>
                          <a:pt x="33" y="1148"/>
                        </a:lnTo>
                        <a:lnTo>
                          <a:pt x="33" y="1149"/>
                        </a:lnTo>
                        <a:lnTo>
                          <a:pt x="33" y="1150"/>
                        </a:lnTo>
                        <a:lnTo>
                          <a:pt x="33" y="1152"/>
                        </a:lnTo>
                        <a:lnTo>
                          <a:pt x="33" y="1153"/>
                        </a:lnTo>
                        <a:lnTo>
                          <a:pt x="33" y="1154"/>
                        </a:lnTo>
                        <a:lnTo>
                          <a:pt x="33" y="1156"/>
                        </a:lnTo>
                        <a:lnTo>
                          <a:pt x="33" y="1157"/>
                        </a:lnTo>
                        <a:lnTo>
                          <a:pt x="33" y="1158"/>
                        </a:lnTo>
                        <a:lnTo>
                          <a:pt x="33" y="1161"/>
                        </a:lnTo>
                        <a:lnTo>
                          <a:pt x="33" y="1162"/>
                        </a:lnTo>
                        <a:lnTo>
                          <a:pt x="33" y="1163"/>
                        </a:lnTo>
                        <a:lnTo>
                          <a:pt x="34" y="1165"/>
                        </a:lnTo>
                        <a:close/>
                      </a:path>
                    </a:pathLst>
                  </a:custGeom>
                  <a:solidFill>
                    <a:srgbClr val="E56E0E"/>
                  </a:solidFill>
                  <a:ln>
                    <a:noFill/>
                  </a:ln>
                </p:spPr>
                <p:txBody>
                  <a:bodyPr/>
                  <a:lstStyle/>
                  <a:p>
                    <a:pPr>
                      <a:defRPr/>
                    </a:pPr>
                    <a:endParaRPr lang="en-US" sz="1050">
                      <a:latin typeface="+mj-lt"/>
                    </a:endParaRPr>
                  </a:p>
                </p:txBody>
              </p:sp>
              <p:sp>
                <p:nvSpPr>
                  <p:cNvPr id="41659" name="Freeform 438">
                    <a:extLst>
                      <a:ext uri="{FF2B5EF4-FFF2-40B4-BE49-F238E27FC236}">
                        <a16:creationId xmlns="" xmlns:a16="http://schemas.microsoft.com/office/drawing/2014/main" id="{E3215389-A95B-FB83-2607-AC64AEBFC266}"/>
                      </a:ext>
                    </a:extLst>
                  </p:cNvPr>
                  <p:cNvSpPr>
                    <a:spLocks noEditPoints="1"/>
                  </p:cNvSpPr>
                  <p:nvPr/>
                </p:nvSpPr>
                <p:spPr bwMode="auto">
                  <a:xfrm>
                    <a:off x="3164" y="1879"/>
                    <a:ext cx="371" cy="358"/>
                  </a:xfrm>
                  <a:custGeom>
                    <a:avLst/>
                    <a:gdLst>
                      <a:gd name="T0" fmla="*/ 0 w 2236"/>
                      <a:gd name="T1" fmla="*/ 0 h 2238"/>
                      <a:gd name="T2" fmla="*/ 0 w 2236"/>
                      <a:gd name="T3" fmla="*/ 0 h 2238"/>
                      <a:gd name="T4" fmla="*/ 0 w 2236"/>
                      <a:gd name="T5" fmla="*/ 0 h 2238"/>
                      <a:gd name="T6" fmla="*/ 0 w 2236"/>
                      <a:gd name="T7" fmla="*/ 0 h 2238"/>
                      <a:gd name="T8" fmla="*/ 0 w 2236"/>
                      <a:gd name="T9" fmla="*/ 0 h 2238"/>
                      <a:gd name="T10" fmla="*/ 0 w 2236"/>
                      <a:gd name="T11" fmla="*/ 0 h 2238"/>
                      <a:gd name="T12" fmla="*/ 0 w 2236"/>
                      <a:gd name="T13" fmla="*/ 0 h 2238"/>
                      <a:gd name="T14" fmla="*/ 0 w 2236"/>
                      <a:gd name="T15" fmla="*/ 0 h 2238"/>
                      <a:gd name="T16" fmla="*/ 0 w 2236"/>
                      <a:gd name="T17" fmla="*/ 0 h 2238"/>
                      <a:gd name="T18" fmla="*/ 0 w 2236"/>
                      <a:gd name="T19" fmla="*/ 0 h 2238"/>
                      <a:gd name="T20" fmla="*/ 0 w 2236"/>
                      <a:gd name="T21" fmla="*/ 0 h 2238"/>
                      <a:gd name="T22" fmla="*/ 0 w 2236"/>
                      <a:gd name="T23" fmla="*/ 0 h 2238"/>
                      <a:gd name="T24" fmla="*/ 0 w 2236"/>
                      <a:gd name="T25" fmla="*/ 0 h 2238"/>
                      <a:gd name="T26" fmla="*/ 0 w 2236"/>
                      <a:gd name="T27" fmla="*/ 0 h 2238"/>
                      <a:gd name="T28" fmla="*/ 0 w 2236"/>
                      <a:gd name="T29" fmla="*/ 0 h 2238"/>
                      <a:gd name="T30" fmla="*/ 0 w 2236"/>
                      <a:gd name="T31" fmla="*/ 0 h 2238"/>
                      <a:gd name="T32" fmla="*/ 0 w 2236"/>
                      <a:gd name="T33" fmla="*/ 0 h 2238"/>
                      <a:gd name="T34" fmla="*/ 0 w 2236"/>
                      <a:gd name="T35" fmla="*/ 0 h 2238"/>
                      <a:gd name="T36" fmla="*/ 0 w 2236"/>
                      <a:gd name="T37" fmla="*/ 0 h 2238"/>
                      <a:gd name="T38" fmla="*/ 0 w 2236"/>
                      <a:gd name="T39" fmla="*/ 0 h 2238"/>
                      <a:gd name="T40" fmla="*/ 0 w 2236"/>
                      <a:gd name="T41" fmla="*/ 0 h 2238"/>
                      <a:gd name="T42" fmla="*/ 0 w 2236"/>
                      <a:gd name="T43" fmla="*/ 0 h 2238"/>
                      <a:gd name="T44" fmla="*/ 0 w 2236"/>
                      <a:gd name="T45" fmla="*/ 0 h 2238"/>
                      <a:gd name="T46" fmla="*/ 0 w 2236"/>
                      <a:gd name="T47" fmla="*/ 0 h 2238"/>
                      <a:gd name="T48" fmla="*/ 0 w 2236"/>
                      <a:gd name="T49" fmla="*/ 0 h 2238"/>
                      <a:gd name="T50" fmla="*/ 0 w 2236"/>
                      <a:gd name="T51" fmla="*/ 0 h 2238"/>
                      <a:gd name="T52" fmla="*/ 0 w 2236"/>
                      <a:gd name="T53" fmla="*/ 0 h 2238"/>
                      <a:gd name="T54" fmla="*/ 0 w 2236"/>
                      <a:gd name="T55" fmla="*/ 0 h 2238"/>
                      <a:gd name="T56" fmla="*/ 0 w 2236"/>
                      <a:gd name="T57" fmla="*/ 0 h 2238"/>
                      <a:gd name="T58" fmla="*/ 0 w 2236"/>
                      <a:gd name="T59" fmla="*/ 0 h 2238"/>
                      <a:gd name="T60" fmla="*/ 0 w 2236"/>
                      <a:gd name="T61" fmla="*/ 0 h 2238"/>
                      <a:gd name="T62" fmla="*/ 0 w 2236"/>
                      <a:gd name="T63" fmla="*/ 0 h 2238"/>
                      <a:gd name="T64" fmla="*/ 0 w 2236"/>
                      <a:gd name="T65" fmla="*/ 0 h 2238"/>
                      <a:gd name="T66" fmla="*/ 0 w 2236"/>
                      <a:gd name="T67" fmla="*/ 0 h 2238"/>
                      <a:gd name="T68" fmla="*/ 0 w 2236"/>
                      <a:gd name="T69" fmla="*/ 0 h 2238"/>
                      <a:gd name="T70" fmla="*/ 0 w 2236"/>
                      <a:gd name="T71" fmla="*/ 0 h 2238"/>
                      <a:gd name="T72" fmla="*/ 0 w 2236"/>
                      <a:gd name="T73" fmla="*/ 0 h 2238"/>
                      <a:gd name="T74" fmla="*/ 0 w 2236"/>
                      <a:gd name="T75" fmla="*/ 0 h 2238"/>
                      <a:gd name="T76" fmla="*/ 0 w 2236"/>
                      <a:gd name="T77" fmla="*/ 0 h 2238"/>
                      <a:gd name="T78" fmla="*/ 0 w 2236"/>
                      <a:gd name="T79" fmla="*/ 0 h 2238"/>
                      <a:gd name="T80" fmla="*/ 0 w 2236"/>
                      <a:gd name="T81" fmla="*/ 0 h 2238"/>
                      <a:gd name="T82" fmla="*/ 0 w 2236"/>
                      <a:gd name="T83" fmla="*/ 0 h 2238"/>
                      <a:gd name="T84" fmla="*/ 0 w 2236"/>
                      <a:gd name="T85" fmla="*/ 0 h 2238"/>
                      <a:gd name="T86" fmla="*/ 0 w 2236"/>
                      <a:gd name="T87" fmla="*/ 0 h 2238"/>
                      <a:gd name="T88" fmla="*/ 0 w 2236"/>
                      <a:gd name="T89" fmla="*/ 0 h 2238"/>
                      <a:gd name="T90" fmla="*/ 0 w 2236"/>
                      <a:gd name="T91" fmla="*/ 0 h 2238"/>
                      <a:gd name="T92" fmla="*/ 0 w 2236"/>
                      <a:gd name="T93" fmla="*/ 0 h 2238"/>
                      <a:gd name="T94" fmla="*/ 0 w 2236"/>
                      <a:gd name="T95" fmla="*/ 0 h 2238"/>
                      <a:gd name="T96" fmla="*/ 0 w 2236"/>
                      <a:gd name="T97" fmla="*/ 0 h 2238"/>
                      <a:gd name="T98" fmla="*/ 0 w 2236"/>
                      <a:gd name="T99" fmla="*/ 0 h 2238"/>
                      <a:gd name="T100" fmla="*/ 0 w 2236"/>
                      <a:gd name="T101" fmla="*/ 0 h 2238"/>
                      <a:gd name="T102" fmla="*/ 0 w 2236"/>
                      <a:gd name="T103" fmla="*/ 0 h 2238"/>
                      <a:gd name="T104" fmla="*/ 0 w 2236"/>
                      <a:gd name="T105" fmla="*/ 0 h 2238"/>
                      <a:gd name="T106" fmla="*/ 0 w 2236"/>
                      <a:gd name="T107" fmla="*/ 0 h 2238"/>
                      <a:gd name="T108" fmla="*/ 0 w 2236"/>
                      <a:gd name="T109" fmla="*/ 0 h 2238"/>
                      <a:gd name="T110" fmla="*/ 0 w 2236"/>
                      <a:gd name="T111" fmla="*/ 0 h 2238"/>
                      <a:gd name="T112" fmla="*/ 0 w 2236"/>
                      <a:gd name="T113" fmla="*/ 0 h 2238"/>
                      <a:gd name="T114" fmla="*/ 0 w 2236"/>
                      <a:gd name="T115" fmla="*/ 0 h 2238"/>
                      <a:gd name="T116" fmla="*/ 0 w 2236"/>
                      <a:gd name="T117" fmla="*/ 0 h 2238"/>
                      <a:gd name="T118" fmla="*/ 0 w 2236"/>
                      <a:gd name="T119" fmla="*/ 0 h 2238"/>
                      <a:gd name="T120" fmla="*/ 0 w 2236"/>
                      <a:gd name="T121" fmla="*/ 0 h 22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36"/>
                      <a:gd name="T184" fmla="*/ 0 h 2238"/>
                      <a:gd name="T185" fmla="*/ 2236 w 2236"/>
                      <a:gd name="T186" fmla="*/ 2238 h 223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36" h="2238">
                        <a:moveTo>
                          <a:pt x="1873" y="293"/>
                        </a:moveTo>
                        <a:lnTo>
                          <a:pt x="1869" y="290"/>
                        </a:lnTo>
                        <a:lnTo>
                          <a:pt x="1865" y="286"/>
                        </a:lnTo>
                        <a:lnTo>
                          <a:pt x="1859" y="281"/>
                        </a:lnTo>
                        <a:lnTo>
                          <a:pt x="1855" y="277"/>
                        </a:lnTo>
                        <a:lnTo>
                          <a:pt x="1850" y="274"/>
                        </a:lnTo>
                        <a:lnTo>
                          <a:pt x="1846" y="269"/>
                        </a:lnTo>
                        <a:lnTo>
                          <a:pt x="1841" y="265"/>
                        </a:lnTo>
                        <a:lnTo>
                          <a:pt x="1836" y="262"/>
                        </a:lnTo>
                        <a:lnTo>
                          <a:pt x="1774" y="299"/>
                        </a:lnTo>
                        <a:lnTo>
                          <a:pt x="1783" y="305"/>
                        </a:lnTo>
                        <a:lnTo>
                          <a:pt x="1792" y="313"/>
                        </a:lnTo>
                        <a:lnTo>
                          <a:pt x="1800" y="320"/>
                        </a:lnTo>
                        <a:lnTo>
                          <a:pt x="1809" y="328"/>
                        </a:lnTo>
                        <a:lnTo>
                          <a:pt x="1818" y="336"/>
                        </a:lnTo>
                        <a:lnTo>
                          <a:pt x="1827" y="343"/>
                        </a:lnTo>
                        <a:lnTo>
                          <a:pt x="1835" y="351"/>
                        </a:lnTo>
                        <a:lnTo>
                          <a:pt x="1843" y="358"/>
                        </a:lnTo>
                        <a:lnTo>
                          <a:pt x="1873" y="293"/>
                        </a:lnTo>
                        <a:close/>
                        <a:moveTo>
                          <a:pt x="1161" y="1"/>
                        </a:moveTo>
                        <a:lnTo>
                          <a:pt x="1155" y="1"/>
                        </a:lnTo>
                        <a:lnTo>
                          <a:pt x="1150" y="1"/>
                        </a:lnTo>
                        <a:lnTo>
                          <a:pt x="1144" y="1"/>
                        </a:lnTo>
                        <a:lnTo>
                          <a:pt x="1139" y="0"/>
                        </a:lnTo>
                        <a:lnTo>
                          <a:pt x="1133" y="0"/>
                        </a:lnTo>
                        <a:lnTo>
                          <a:pt x="1129" y="0"/>
                        </a:lnTo>
                        <a:lnTo>
                          <a:pt x="1124" y="0"/>
                        </a:lnTo>
                        <a:lnTo>
                          <a:pt x="1118" y="0"/>
                        </a:lnTo>
                        <a:lnTo>
                          <a:pt x="1113" y="0"/>
                        </a:lnTo>
                        <a:lnTo>
                          <a:pt x="1107" y="0"/>
                        </a:lnTo>
                        <a:lnTo>
                          <a:pt x="1102" y="0"/>
                        </a:lnTo>
                        <a:lnTo>
                          <a:pt x="1097" y="0"/>
                        </a:lnTo>
                        <a:lnTo>
                          <a:pt x="1092" y="1"/>
                        </a:lnTo>
                        <a:lnTo>
                          <a:pt x="1087" y="1"/>
                        </a:lnTo>
                        <a:lnTo>
                          <a:pt x="1081" y="1"/>
                        </a:lnTo>
                        <a:lnTo>
                          <a:pt x="1076" y="1"/>
                        </a:lnTo>
                        <a:lnTo>
                          <a:pt x="1057" y="69"/>
                        </a:lnTo>
                        <a:lnTo>
                          <a:pt x="1065" y="69"/>
                        </a:lnTo>
                        <a:lnTo>
                          <a:pt x="1073" y="69"/>
                        </a:lnTo>
                        <a:lnTo>
                          <a:pt x="1080" y="68"/>
                        </a:lnTo>
                        <a:lnTo>
                          <a:pt x="1088" y="68"/>
                        </a:lnTo>
                        <a:lnTo>
                          <a:pt x="1095" y="68"/>
                        </a:lnTo>
                        <a:lnTo>
                          <a:pt x="1103" y="68"/>
                        </a:lnTo>
                        <a:lnTo>
                          <a:pt x="1111" y="68"/>
                        </a:lnTo>
                        <a:lnTo>
                          <a:pt x="1118" y="68"/>
                        </a:lnTo>
                        <a:lnTo>
                          <a:pt x="1126" y="68"/>
                        </a:lnTo>
                        <a:lnTo>
                          <a:pt x="1133" y="68"/>
                        </a:lnTo>
                        <a:lnTo>
                          <a:pt x="1141" y="68"/>
                        </a:lnTo>
                        <a:lnTo>
                          <a:pt x="1149" y="68"/>
                        </a:lnTo>
                        <a:lnTo>
                          <a:pt x="1156" y="68"/>
                        </a:lnTo>
                        <a:lnTo>
                          <a:pt x="1164" y="69"/>
                        </a:lnTo>
                        <a:lnTo>
                          <a:pt x="1171" y="69"/>
                        </a:lnTo>
                        <a:lnTo>
                          <a:pt x="1179" y="69"/>
                        </a:lnTo>
                        <a:lnTo>
                          <a:pt x="1161" y="1"/>
                        </a:lnTo>
                        <a:close/>
                        <a:moveTo>
                          <a:pt x="400" y="262"/>
                        </a:moveTo>
                        <a:lnTo>
                          <a:pt x="395" y="265"/>
                        </a:lnTo>
                        <a:lnTo>
                          <a:pt x="390" y="269"/>
                        </a:lnTo>
                        <a:lnTo>
                          <a:pt x="386" y="274"/>
                        </a:lnTo>
                        <a:lnTo>
                          <a:pt x="382" y="277"/>
                        </a:lnTo>
                        <a:lnTo>
                          <a:pt x="376" y="281"/>
                        </a:lnTo>
                        <a:lnTo>
                          <a:pt x="372" y="286"/>
                        </a:lnTo>
                        <a:lnTo>
                          <a:pt x="368" y="290"/>
                        </a:lnTo>
                        <a:lnTo>
                          <a:pt x="363" y="293"/>
                        </a:lnTo>
                        <a:lnTo>
                          <a:pt x="393" y="358"/>
                        </a:lnTo>
                        <a:lnTo>
                          <a:pt x="401" y="351"/>
                        </a:lnTo>
                        <a:lnTo>
                          <a:pt x="410" y="343"/>
                        </a:lnTo>
                        <a:lnTo>
                          <a:pt x="418" y="336"/>
                        </a:lnTo>
                        <a:lnTo>
                          <a:pt x="426" y="328"/>
                        </a:lnTo>
                        <a:lnTo>
                          <a:pt x="435" y="320"/>
                        </a:lnTo>
                        <a:lnTo>
                          <a:pt x="444" y="313"/>
                        </a:lnTo>
                        <a:lnTo>
                          <a:pt x="452" y="305"/>
                        </a:lnTo>
                        <a:lnTo>
                          <a:pt x="462" y="299"/>
                        </a:lnTo>
                        <a:lnTo>
                          <a:pt x="400" y="262"/>
                        </a:lnTo>
                        <a:close/>
                        <a:moveTo>
                          <a:pt x="363" y="1944"/>
                        </a:moveTo>
                        <a:lnTo>
                          <a:pt x="368" y="1948"/>
                        </a:lnTo>
                        <a:lnTo>
                          <a:pt x="372" y="1952"/>
                        </a:lnTo>
                        <a:lnTo>
                          <a:pt x="376" y="1957"/>
                        </a:lnTo>
                        <a:lnTo>
                          <a:pt x="382" y="1961"/>
                        </a:lnTo>
                        <a:lnTo>
                          <a:pt x="386" y="1964"/>
                        </a:lnTo>
                        <a:lnTo>
                          <a:pt x="390" y="1969"/>
                        </a:lnTo>
                        <a:lnTo>
                          <a:pt x="395" y="1973"/>
                        </a:lnTo>
                        <a:lnTo>
                          <a:pt x="400" y="1976"/>
                        </a:lnTo>
                        <a:lnTo>
                          <a:pt x="461" y="1939"/>
                        </a:lnTo>
                        <a:lnTo>
                          <a:pt x="452" y="1932"/>
                        </a:lnTo>
                        <a:lnTo>
                          <a:pt x="444" y="1925"/>
                        </a:lnTo>
                        <a:lnTo>
                          <a:pt x="435" y="1918"/>
                        </a:lnTo>
                        <a:lnTo>
                          <a:pt x="426" y="1910"/>
                        </a:lnTo>
                        <a:lnTo>
                          <a:pt x="418" y="1902"/>
                        </a:lnTo>
                        <a:lnTo>
                          <a:pt x="410" y="1895"/>
                        </a:lnTo>
                        <a:lnTo>
                          <a:pt x="401" y="1887"/>
                        </a:lnTo>
                        <a:lnTo>
                          <a:pt x="393" y="1880"/>
                        </a:lnTo>
                        <a:lnTo>
                          <a:pt x="363" y="1944"/>
                        </a:lnTo>
                        <a:close/>
                        <a:moveTo>
                          <a:pt x="1076" y="2237"/>
                        </a:moveTo>
                        <a:lnTo>
                          <a:pt x="1081" y="2237"/>
                        </a:lnTo>
                        <a:lnTo>
                          <a:pt x="1087" y="2237"/>
                        </a:lnTo>
                        <a:lnTo>
                          <a:pt x="1092" y="2237"/>
                        </a:lnTo>
                        <a:lnTo>
                          <a:pt x="1097" y="2237"/>
                        </a:lnTo>
                        <a:lnTo>
                          <a:pt x="1102" y="2237"/>
                        </a:lnTo>
                        <a:lnTo>
                          <a:pt x="1107" y="2238"/>
                        </a:lnTo>
                        <a:lnTo>
                          <a:pt x="1113" y="2238"/>
                        </a:lnTo>
                        <a:lnTo>
                          <a:pt x="1118" y="2238"/>
                        </a:lnTo>
                        <a:lnTo>
                          <a:pt x="1124" y="2238"/>
                        </a:lnTo>
                        <a:lnTo>
                          <a:pt x="1129" y="2238"/>
                        </a:lnTo>
                        <a:lnTo>
                          <a:pt x="1133" y="2237"/>
                        </a:lnTo>
                        <a:lnTo>
                          <a:pt x="1139" y="2237"/>
                        </a:lnTo>
                        <a:lnTo>
                          <a:pt x="1144" y="2237"/>
                        </a:lnTo>
                        <a:lnTo>
                          <a:pt x="1150" y="2237"/>
                        </a:lnTo>
                        <a:lnTo>
                          <a:pt x="1155" y="2237"/>
                        </a:lnTo>
                        <a:lnTo>
                          <a:pt x="1161" y="2237"/>
                        </a:lnTo>
                        <a:lnTo>
                          <a:pt x="1179" y="2167"/>
                        </a:lnTo>
                        <a:lnTo>
                          <a:pt x="1171" y="2169"/>
                        </a:lnTo>
                        <a:lnTo>
                          <a:pt x="1164" y="2169"/>
                        </a:lnTo>
                        <a:lnTo>
                          <a:pt x="1156" y="2170"/>
                        </a:lnTo>
                        <a:lnTo>
                          <a:pt x="1149" y="2170"/>
                        </a:lnTo>
                        <a:lnTo>
                          <a:pt x="1141" y="2170"/>
                        </a:lnTo>
                        <a:lnTo>
                          <a:pt x="1133" y="2170"/>
                        </a:lnTo>
                        <a:lnTo>
                          <a:pt x="1126" y="2170"/>
                        </a:lnTo>
                        <a:lnTo>
                          <a:pt x="1118" y="2170"/>
                        </a:lnTo>
                        <a:lnTo>
                          <a:pt x="1111" y="2170"/>
                        </a:lnTo>
                        <a:lnTo>
                          <a:pt x="1103" y="2170"/>
                        </a:lnTo>
                        <a:lnTo>
                          <a:pt x="1095" y="2170"/>
                        </a:lnTo>
                        <a:lnTo>
                          <a:pt x="1088" y="2170"/>
                        </a:lnTo>
                        <a:lnTo>
                          <a:pt x="1080" y="2170"/>
                        </a:lnTo>
                        <a:lnTo>
                          <a:pt x="1073" y="2169"/>
                        </a:lnTo>
                        <a:lnTo>
                          <a:pt x="1065" y="2169"/>
                        </a:lnTo>
                        <a:lnTo>
                          <a:pt x="1057" y="2167"/>
                        </a:lnTo>
                        <a:lnTo>
                          <a:pt x="1076" y="2237"/>
                        </a:lnTo>
                        <a:close/>
                        <a:moveTo>
                          <a:pt x="1836" y="1976"/>
                        </a:moveTo>
                        <a:lnTo>
                          <a:pt x="1841" y="1972"/>
                        </a:lnTo>
                        <a:lnTo>
                          <a:pt x="1846" y="1969"/>
                        </a:lnTo>
                        <a:lnTo>
                          <a:pt x="1850" y="1964"/>
                        </a:lnTo>
                        <a:lnTo>
                          <a:pt x="1855" y="1960"/>
                        </a:lnTo>
                        <a:lnTo>
                          <a:pt x="1859" y="1957"/>
                        </a:lnTo>
                        <a:lnTo>
                          <a:pt x="1865" y="1952"/>
                        </a:lnTo>
                        <a:lnTo>
                          <a:pt x="1869" y="1948"/>
                        </a:lnTo>
                        <a:lnTo>
                          <a:pt x="1873" y="1944"/>
                        </a:lnTo>
                        <a:lnTo>
                          <a:pt x="1843" y="1880"/>
                        </a:lnTo>
                        <a:lnTo>
                          <a:pt x="1835" y="1887"/>
                        </a:lnTo>
                        <a:lnTo>
                          <a:pt x="1827" y="1895"/>
                        </a:lnTo>
                        <a:lnTo>
                          <a:pt x="1818" y="1902"/>
                        </a:lnTo>
                        <a:lnTo>
                          <a:pt x="1809" y="1910"/>
                        </a:lnTo>
                        <a:lnTo>
                          <a:pt x="1800" y="1918"/>
                        </a:lnTo>
                        <a:lnTo>
                          <a:pt x="1793" y="1925"/>
                        </a:lnTo>
                        <a:lnTo>
                          <a:pt x="1783" y="1932"/>
                        </a:lnTo>
                        <a:lnTo>
                          <a:pt x="1774" y="1939"/>
                        </a:lnTo>
                        <a:lnTo>
                          <a:pt x="1836" y="1976"/>
                        </a:lnTo>
                        <a:close/>
                        <a:moveTo>
                          <a:pt x="2169" y="1095"/>
                        </a:moveTo>
                        <a:lnTo>
                          <a:pt x="2236" y="1119"/>
                        </a:lnTo>
                        <a:lnTo>
                          <a:pt x="2169" y="1143"/>
                        </a:lnTo>
                        <a:lnTo>
                          <a:pt x="2169" y="1140"/>
                        </a:lnTo>
                        <a:lnTo>
                          <a:pt x="2169" y="1136"/>
                        </a:lnTo>
                        <a:lnTo>
                          <a:pt x="2169" y="1134"/>
                        </a:lnTo>
                        <a:lnTo>
                          <a:pt x="2169" y="1131"/>
                        </a:lnTo>
                        <a:lnTo>
                          <a:pt x="2169" y="1128"/>
                        </a:lnTo>
                        <a:lnTo>
                          <a:pt x="2169" y="1124"/>
                        </a:lnTo>
                        <a:lnTo>
                          <a:pt x="2169" y="1122"/>
                        </a:lnTo>
                        <a:lnTo>
                          <a:pt x="2169" y="1119"/>
                        </a:lnTo>
                        <a:lnTo>
                          <a:pt x="2169" y="1116"/>
                        </a:lnTo>
                        <a:lnTo>
                          <a:pt x="2169" y="1112"/>
                        </a:lnTo>
                        <a:lnTo>
                          <a:pt x="2169" y="1110"/>
                        </a:lnTo>
                        <a:lnTo>
                          <a:pt x="2169" y="1107"/>
                        </a:lnTo>
                        <a:lnTo>
                          <a:pt x="2169" y="1104"/>
                        </a:lnTo>
                        <a:lnTo>
                          <a:pt x="2169" y="1102"/>
                        </a:lnTo>
                        <a:lnTo>
                          <a:pt x="2169" y="1098"/>
                        </a:lnTo>
                        <a:lnTo>
                          <a:pt x="2169" y="1095"/>
                        </a:lnTo>
                        <a:close/>
                        <a:moveTo>
                          <a:pt x="68" y="1143"/>
                        </a:moveTo>
                        <a:lnTo>
                          <a:pt x="0" y="1119"/>
                        </a:lnTo>
                        <a:lnTo>
                          <a:pt x="68" y="1095"/>
                        </a:lnTo>
                        <a:lnTo>
                          <a:pt x="68" y="1098"/>
                        </a:lnTo>
                        <a:lnTo>
                          <a:pt x="68" y="1102"/>
                        </a:lnTo>
                        <a:lnTo>
                          <a:pt x="68" y="1104"/>
                        </a:lnTo>
                        <a:lnTo>
                          <a:pt x="68" y="1107"/>
                        </a:lnTo>
                        <a:lnTo>
                          <a:pt x="68" y="1110"/>
                        </a:lnTo>
                        <a:lnTo>
                          <a:pt x="68" y="1112"/>
                        </a:lnTo>
                        <a:lnTo>
                          <a:pt x="68" y="1116"/>
                        </a:lnTo>
                        <a:lnTo>
                          <a:pt x="68" y="1119"/>
                        </a:lnTo>
                        <a:lnTo>
                          <a:pt x="68" y="1122"/>
                        </a:lnTo>
                        <a:lnTo>
                          <a:pt x="68" y="1124"/>
                        </a:lnTo>
                        <a:lnTo>
                          <a:pt x="68" y="1128"/>
                        </a:lnTo>
                        <a:lnTo>
                          <a:pt x="68" y="1131"/>
                        </a:lnTo>
                        <a:lnTo>
                          <a:pt x="68" y="1133"/>
                        </a:lnTo>
                        <a:lnTo>
                          <a:pt x="68" y="1136"/>
                        </a:lnTo>
                        <a:lnTo>
                          <a:pt x="68" y="1140"/>
                        </a:lnTo>
                        <a:lnTo>
                          <a:pt x="68" y="1143"/>
                        </a:lnTo>
                        <a:close/>
                      </a:path>
                    </a:pathLst>
                  </a:custGeom>
                  <a:solidFill>
                    <a:srgbClr val="E67110"/>
                  </a:solidFill>
                  <a:ln>
                    <a:noFill/>
                  </a:ln>
                </p:spPr>
                <p:txBody>
                  <a:bodyPr/>
                  <a:lstStyle/>
                  <a:p>
                    <a:pPr>
                      <a:defRPr/>
                    </a:pPr>
                    <a:endParaRPr lang="en-US" sz="1050">
                      <a:latin typeface="+mj-lt"/>
                    </a:endParaRPr>
                  </a:p>
                </p:txBody>
              </p:sp>
              <p:sp>
                <p:nvSpPr>
                  <p:cNvPr id="41660" name="Freeform 439">
                    <a:extLst>
                      <a:ext uri="{FF2B5EF4-FFF2-40B4-BE49-F238E27FC236}">
                        <a16:creationId xmlns="" xmlns:a16="http://schemas.microsoft.com/office/drawing/2014/main" id="{AAE13E4C-98CC-89CF-2AAC-18FAA467E8EF}"/>
                      </a:ext>
                    </a:extLst>
                  </p:cNvPr>
                  <p:cNvSpPr>
                    <a:spLocks noEditPoints="1"/>
                  </p:cNvSpPr>
                  <p:nvPr/>
                </p:nvSpPr>
                <p:spPr bwMode="auto">
                  <a:xfrm>
                    <a:off x="3168" y="1879"/>
                    <a:ext cx="362" cy="354"/>
                  </a:xfrm>
                  <a:custGeom>
                    <a:avLst/>
                    <a:gdLst>
                      <a:gd name="T0" fmla="*/ 0 w 2169"/>
                      <a:gd name="T1" fmla="*/ 0 h 2170"/>
                      <a:gd name="T2" fmla="*/ 0 w 2169"/>
                      <a:gd name="T3" fmla="*/ 0 h 2170"/>
                      <a:gd name="T4" fmla="*/ 0 w 2169"/>
                      <a:gd name="T5" fmla="*/ 0 h 2170"/>
                      <a:gd name="T6" fmla="*/ 0 w 2169"/>
                      <a:gd name="T7" fmla="*/ 0 h 2170"/>
                      <a:gd name="T8" fmla="*/ 0 w 2169"/>
                      <a:gd name="T9" fmla="*/ 0 h 2170"/>
                      <a:gd name="T10" fmla="*/ 0 w 2169"/>
                      <a:gd name="T11" fmla="*/ 0 h 2170"/>
                      <a:gd name="T12" fmla="*/ 0 w 2169"/>
                      <a:gd name="T13" fmla="*/ 0 h 2170"/>
                      <a:gd name="T14" fmla="*/ 0 w 2169"/>
                      <a:gd name="T15" fmla="*/ 0 h 2170"/>
                      <a:gd name="T16" fmla="*/ 0 w 2169"/>
                      <a:gd name="T17" fmla="*/ 0 h 2170"/>
                      <a:gd name="T18" fmla="*/ 0 w 2169"/>
                      <a:gd name="T19" fmla="*/ 0 h 2170"/>
                      <a:gd name="T20" fmla="*/ 0 w 2169"/>
                      <a:gd name="T21" fmla="*/ 0 h 2170"/>
                      <a:gd name="T22" fmla="*/ 0 w 2169"/>
                      <a:gd name="T23" fmla="*/ 0 h 2170"/>
                      <a:gd name="T24" fmla="*/ 0 w 2169"/>
                      <a:gd name="T25" fmla="*/ 0 h 2170"/>
                      <a:gd name="T26" fmla="*/ 0 w 2169"/>
                      <a:gd name="T27" fmla="*/ 0 h 2170"/>
                      <a:gd name="T28" fmla="*/ 0 w 2169"/>
                      <a:gd name="T29" fmla="*/ 0 h 2170"/>
                      <a:gd name="T30" fmla="*/ 0 w 2169"/>
                      <a:gd name="T31" fmla="*/ 0 h 2170"/>
                      <a:gd name="T32" fmla="*/ 0 w 2169"/>
                      <a:gd name="T33" fmla="*/ 0 h 2170"/>
                      <a:gd name="T34" fmla="*/ 0 w 2169"/>
                      <a:gd name="T35" fmla="*/ 0 h 2170"/>
                      <a:gd name="T36" fmla="*/ 0 w 2169"/>
                      <a:gd name="T37" fmla="*/ 0 h 2170"/>
                      <a:gd name="T38" fmla="*/ 0 w 2169"/>
                      <a:gd name="T39" fmla="*/ 0 h 2170"/>
                      <a:gd name="T40" fmla="*/ 0 w 2169"/>
                      <a:gd name="T41" fmla="*/ 0 h 2170"/>
                      <a:gd name="T42" fmla="*/ 0 w 2169"/>
                      <a:gd name="T43" fmla="*/ 0 h 2170"/>
                      <a:gd name="T44" fmla="*/ 0 w 2169"/>
                      <a:gd name="T45" fmla="*/ 0 h 2170"/>
                      <a:gd name="T46" fmla="*/ 0 w 2169"/>
                      <a:gd name="T47" fmla="*/ 0 h 2170"/>
                      <a:gd name="T48" fmla="*/ 0 w 2169"/>
                      <a:gd name="T49" fmla="*/ 0 h 2170"/>
                      <a:gd name="T50" fmla="*/ 0 w 2169"/>
                      <a:gd name="T51" fmla="*/ 0 h 2170"/>
                      <a:gd name="T52" fmla="*/ 0 w 2169"/>
                      <a:gd name="T53" fmla="*/ 0 h 2170"/>
                      <a:gd name="T54" fmla="*/ 0 w 2169"/>
                      <a:gd name="T55" fmla="*/ 0 h 2170"/>
                      <a:gd name="T56" fmla="*/ 0 w 2169"/>
                      <a:gd name="T57" fmla="*/ 0 h 2170"/>
                      <a:gd name="T58" fmla="*/ 0 w 2169"/>
                      <a:gd name="T59" fmla="*/ 0 h 2170"/>
                      <a:gd name="T60" fmla="*/ 0 w 2169"/>
                      <a:gd name="T61" fmla="*/ 0 h 2170"/>
                      <a:gd name="T62" fmla="*/ 0 w 2169"/>
                      <a:gd name="T63" fmla="*/ 0 h 2170"/>
                      <a:gd name="T64" fmla="*/ 0 w 2169"/>
                      <a:gd name="T65" fmla="*/ 0 h 2170"/>
                      <a:gd name="T66" fmla="*/ 0 w 2169"/>
                      <a:gd name="T67" fmla="*/ 0 h 2170"/>
                      <a:gd name="T68" fmla="*/ 0 w 2169"/>
                      <a:gd name="T69" fmla="*/ 0 h 2170"/>
                      <a:gd name="T70" fmla="*/ 0 w 2169"/>
                      <a:gd name="T71" fmla="*/ 0 h 2170"/>
                      <a:gd name="T72" fmla="*/ 0 w 2169"/>
                      <a:gd name="T73" fmla="*/ 0 h 2170"/>
                      <a:gd name="T74" fmla="*/ 0 w 2169"/>
                      <a:gd name="T75" fmla="*/ 0 h 2170"/>
                      <a:gd name="T76" fmla="*/ 0 w 2169"/>
                      <a:gd name="T77" fmla="*/ 0 h 2170"/>
                      <a:gd name="T78" fmla="*/ 0 w 2169"/>
                      <a:gd name="T79" fmla="*/ 0 h 2170"/>
                      <a:gd name="T80" fmla="*/ 0 w 2169"/>
                      <a:gd name="T81" fmla="*/ 0 h 2170"/>
                      <a:gd name="T82" fmla="*/ 0 w 2169"/>
                      <a:gd name="T83" fmla="*/ 0 h 2170"/>
                      <a:gd name="T84" fmla="*/ 0 w 2169"/>
                      <a:gd name="T85" fmla="*/ 0 h 2170"/>
                      <a:gd name="T86" fmla="*/ 0 w 2169"/>
                      <a:gd name="T87" fmla="*/ 0 h 2170"/>
                      <a:gd name="T88" fmla="*/ 0 w 2169"/>
                      <a:gd name="T89" fmla="*/ 0 h 2170"/>
                      <a:gd name="T90" fmla="*/ 0 w 2169"/>
                      <a:gd name="T91" fmla="*/ 0 h 2170"/>
                      <a:gd name="T92" fmla="*/ 0 w 2169"/>
                      <a:gd name="T93" fmla="*/ 0 h 2170"/>
                      <a:gd name="T94" fmla="*/ 0 w 2169"/>
                      <a:gd name="T95" fmla="*/ 0 h 2170"/>
                      <a:gd name="T96" fmla="*/ 0 w 2169"/>
                      <a:gd name="T97" fmla="*/ 0 h 2170"/>
                      <a:gd name="T98" fmla="*/ 0 w 2169"/>
                      <a:gd name="T99" fmla="*/ 0 h 2170"/>
                      <a:gd name="T100" fmla="*/ 0 w 2169"/>
                      <a:gd name="T101" fmla="*/ 0 h 2170"/>
                      <a:gd name="T102" fmla="*/ 0 w 2169"/>
                      <a:gd name="T103" fmla="*/ 0 h 2170"/>
                      <a:gd name="T104" fmla="*/ 0 w 2169"/>
                      <a:gd name="T105" fmla="*/ 0 h 2170"/>
                      <a:gd name="T106" fmla="*/ 0 w 2169"/>
                      <a:gd name="T107" fmla="*/ 0 h 217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169"/>
                      <a:gd name="T163" fmla="*/ 0 h 2170"/>
                      <a:gd name="T164" fmla="*/ 2169 w 2169"/>
                      <a:gd name="T165" fmla="*/ 2170 h 217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169" h="2170">
                        <a:moveTo>
                          <a:pt x="2169" y="1086"/>
                        </a:moveTo>
                        <a:lnTo>
                          <a:pt x="2169" y="1085"/>
                        </a:lnTo>
                        <a:lnTo>
                          <a:pt x="2169" y="1083"/>
                        </a:lnTo>
                        <a:lnTo>
                          <a:pt x="2169" y="1082"/>
                        </a:lnTo>
                        <a:lnTo>
                          <a:pt x="2169" y="1081"/>
                        </a:lnTo>
                        <a:lnTo>
                          <a:pt x="2169" y="1078"/>
                        </a:lnTo>
                        <a:lnTo>
                          <a:pt x="2169" y="1077"/>
                        </a:lnTo>
                        <a:lnTo>
                          <a:pt x="2169" y="1076"/>
                        </a:lnTo>
                        <a:lnTo>
                          <a:pt x="2169" y="1074"/>
                        </a:lnTo>
                        <a:lnTo>
                          <a:pt x="2101" y="1050"/>
                        </a:lnTo>
                        <a:lnTo>
                          <a:pt x="2101" y="1054"/>
                        </a:lnTo>
                        <a:lnTo>
                          <a:pt x="2101" y="1059"/>
                        </a:lnTo>
                        <a:lnTo>
                          <a:pt x="2102" y="1063"/>
                        </a:lnTo>
                        <a:lnTo>
                          <a:pt x="2102" y="1067"/>
                        </a:lnTo>
                        <a:lnTo>
                          <a:pt x="2102" y="1073"/>
                        </a:lnTo>
                        <a:lnTo>
                          <a:pt x="2102" y="1077"/>
                        </a:lnTo>
                        <a:lnTo>
                          <a:pt x="2102" y="1082"/>
                        </a:lnTo>
                        <a:lnTo>
                          <a:pt x="2102" y="1086"/>
                        </a:lnTo>
                        <a:lnTo>
                          <a:pt x="2102" y="1090"/>
                        </a:lnTo>
                        <a:lnTo>
                          <a:pt x="2102" y="1095"/>
                        </a:lnTo>
                        <a:lnTo>
                          <a:pt x="2102" y="1099"/>
                        </a:lnTo>
                        <a:lnTo>
                          <a:pt x="2102" y="1103"/>
                        </a:lnTo>
                        <a:lnTo>
                          <a:pt x="2102" y="1108"/>
                        </a:lnTo>
                        <a:lnTo>
                          <a:pt x="2101" y="1113"/>
                        </a:lnTo>
                        <a:lnTo>
                          <a:pt x="2101" y="1117"/>
                        </a:lnTo>
                        <a:lnTo>
                          <a:pt x="2101" y="1122"/>
                        </a:lnTo>
                        <a:lnTo>
                          <a:pt x="2169" y="1098"/>
                        </a:lnTo>
                        <a:lnTo>
                          <a:pt x="2169" y="1096"/>
                        </a:lnTo>
                        <a:lnTo>
                          <a:pt x="2169" y="1095"/>
                        </a:lnTo>
                        <a:lnTo>
                          <a:pt x="2169" y="1094"/>
                        </a:lnTo>
                        <a:lnTo>
                          <a:pt x="2169" y="1091"/>
                        </a:lnTo>
                        <a:lnTo>
                          <a:pt x="2169" y="1090"/>
                        </a:lnTo>
                        <a:lnTo>
                          <a:pt x="2169" y="1089"/>
                        </a:lnTo>
                        <a:lnTo>
                          <a:pt x="2169" y="1087"/>
                        </a:lnTo>
                        <a:lnTo>
                          <a:pt x="2169" y="1086"/>
                        </a:lnTo>
                        <a:close/>
                        <a:moveTo>
                          <a:pt x="1825" y="293"/>
                        </a:moveTo>
                        <a:lnTo>
                          <a:pt x="1819" y="287"/>
                        </a:lnTo>
                        <a:lnTo>
                          <a:pt x="1812" y="281"/>
                        </a:lnTo>
                        <a:lnTo>
                          <a:pt x="1805" y="275"/>
                        </a:lnTo>
                        <a:lnTo>
                          <a:pt x="1799" y="270"/>
                        </a:lnTo>
                        <a:lnTo>
                          <a:pt x="1792" y="263"/>
                        </a:lnTo>
                        <a:lnTo>
                          <a:pt x="1786" y="258"/>
                        </a:lnTo>
                        <a:lnTo>
                          <a:pt x="1779" y="253"/>
                        </a:lnTo>
                        <a:lnTo>
                          <a:pt x="1773" y="247"/>
                        </a:lnTo>
                        <a:lnTo>
                          <a:pt x="1711" y="284"/>
                        </a:lnTo>
                        <a:lnTo>
                          <a:pt x="1722" y="293"/>
                        </a:lnTo>
                        <a:lnTo>
                          <a:pt x="1733" y="301"/>
                        </a:lnTo>
                        <a:lnTo>
                          <a:pt x="1744" y="311"/>
                        </a:lnTo>
                        <a:lnTo>
                          <a:pt x="1753" y="320"/>
                        </a:lnTo>
                        <a:lnTo>
                          <a:pt x="1764" y="330"/>
                        </a:lnTo>
                        <a:lnTo>
                          <a:pt x="1775" y="338"/>
                        </a:lnTo>
                        <a:lnTo>
                          <a:pt x="1785" y="348"/>
                        </a:lnTo>
                        <a:lnTo>
                          <a:pt x="1795" y="358"/>
                        </a:lnTo>
                        <a:lnTo>
                          <a:pt x="1825" y="293"/>
                        </a:lnTo>
                        <a:close/>
                        <a:moveTo>
                          <a:pt x="1136" y="3"/>
                        </a:moveTo>
                        <a:lnTo>
                          <a:pt x="1130" y="2"/>
                        </a:lnTo>
                        <a:lnTo>
                          <a:pt x="1124" y="2"/>
                        </a:lnTo>
                        <a:lnTo>
                          <a:pt x="1118" y="2"/>
                        </a:lnTo>
                        <a:lnTo>
                          <a:pt x="1111" y="2"/>
                        </a:lnTo>
                        <a:lnTo>
                          <a:pt x="1105" y="2"/>
                        </a:lnTo>
                        <a:lnTo>
                          <a:pt x="1098" y="2"/>
                        </a:lnTo>
                        <a:lnTo>
                          <a:pt x="1092" y="0"/>
                        </a:lnTo>
                        <a:lnTo>
                          <a:pt x="1085" y="0"/>
                        </a:lnTo>
                        <a:lnTo>
                          <a:pt x="1079" y="0"/>
                        </a:lnTo>
                        <a:lnTo>
                          <a:pt x="1072" y="2"/>
                        </a:lnTo>
                        <a:lnTo>
                          <a:pt x="1066" y="2"/>
                        </a:lnTo>
                        <a:lnTo>
                          <a:pt x="1059" y="2"/>
                        </a:lnTo>
                        <a:lnTo>
                          <a:pt x="1053" y="2"/>
                        </a:lnTo>
                        <a:lnTo>
                          <a:pt x="1046" y="2"/>
                        </a:lnTo>
                        <a:lnTo>
                          <a:pt x="1040" y="2"/>
                        </a:lnTo>
                        <a:lnTo>
                          <a:pt x="1033" y="3"/>
                        </a:lnTo>
                        <a:lnTo>
                          <a:pt x="1015" y="71"/>
                        </a:lnTo>
                        <a:lnTo>
                          <a:pt x="1023" y="71"/>
                        </a:lnTo>
                        <a:lnTo>
                          <a:pt x="1032" y="70"/>
                        </a:lnTo>
                        <a:lnTo>
                          <a:pt x="1041" y="70"/>
                        </a:lnTo>
                        <a:lnTo>
                          <a:pt x="1049" y="69"/>
                        </a:lnTo>
                        <a:lnTo>
                          <a:pt x="1058" y="69"/>
                        </a:lnTo>
                        <a:lnTo>
                          <a:pt x="1068" y="69"/>
                        </a:lnTo>
                        <a:lnTo>
                          <a:pt x="1077" y="69"/>
                        </a:lnTo>
                        <a:lnTo>
                          <a:pt x="1085" y="69"/>
                        </a:lnTo>
                        <a:lnTo>
                          <a:pt x="1094" y="69"/>
                        </a:lnTo>
                        <a:lnTo>
                          <a:pt x="1103" y="69"/>
                        </a:lnTo>
                        <a:lnTo>
                          <a:pt x="1111" y="69"/>
                        </a:lnTo>
                        <a:lnTo>
                          <a:pt x="1120" y="69"/>
                        </a:lnTo>
                        <a:lnTo>
                          <a:pt x="1129" y="70"/>
                        </a:lnTo>
                        <a:lnTo>
                          <a:pt x="1137" y="70"/>
                        </a:lnTo>
                        <a:lnTo>
                          <a:pt x="1146" y="71"/>
                        </a:lnTo>
                        <a:lnTo>
                          <a:pt x="1156" y="71"/>
                        </a:lnTo>
                        <a:lnTo>
                          <a:pt x="1136" y="3"/>
                        </a:lnTo>
                        <a:close/>
                        <a:moveTo>
                          <a:pt x="398" y="247"/>
                        </a:moveTo>
                        <a:lnTo>
                          <a:pt x="391" y="253"/>
                        </a:lnTo>
                        <a:lnTo>
                          <a:pt x="385" y="258"/>
                        </a:lnTo>
                        <a:lnTo>
                          <a:pt x="378" y="263"/>
                        </a:lnTo>
                        <a:lnTo>
                          <a:pt x="370" y="269"/>
                        </a:lnTo>
                        <a:lnTo>
                          <a:pt x="364" y="275"/>
                        </a:lnTo>
                        <a:lnTo>
                          <a:pt x="357" y="281"/>
                        </a:lnTo>
                        <a:lnTo>
                          <a:pt x="351" y="287"/>
                        </a:lnTo>
                        <a:lnTo>
                          <a:pt x="345" y="293"/>
                        </a:lnTo>
                        <a:lnTo>
                          <a:pt x="375" y="358"/>
                        </a:lnTo>
                        <a:lnTo>
                          <a:pt x="386" y="348"/>
                        </a:lnTo>
                        <a:lnTo>
                          <a:pt x="395" y="338"/>
                        </a:lnTo>
                        <a:lnTo>
                          <a:pt x="406" y="329"/>
                        </a:lnTo>
                        <a:lnTo>
                          <a:pt x="416" y="320"/>
                        </a:lnTo>
                        <a:lnTo>
                          <a:pt x="427" y="310"/>
                        </a:lnTo>
                        <a:lnTo>
                          <a:pt x="438" y="301"/>
                        </a:lnTo>
                        <a:lnTo>
                          <a:pt x="449" y="293"/>
                        </a:lnTo>
                        <a:lnTo>
                          <a:pt x="459" y="284"/>
                        </a:lnTo>
                        <a:lnTo>
                          <a:pt x="398" y="247"/>
                        </a:lnTo>
                        <a:close/>
                        <a:moveTo>
                          <a:pt x="1" y="1074"/>
                        </a:moveTo>
                        <a:lnTo>
                          <a:pt x="0" y="1076"/>
                        </a:lnTo>
                        <a:lnTo>
                          <a:pt x="0" y="1077"/>
                        </a:lnTo>
                        <a:lnTo>
                          <a:pt x="0" y="1078"/>
                        </a:lnTo>
                        <a:lnTo>
                          <a:pt x="0" y="1081"/>
                        </a:lnTo>
                        <a:lnTo>
                          <a:pt x="0" y="1082"/>
                        </a:lnTo>
                        <a:lnTo>
                          <a:pt x="0" y="1083"/>
                        </a:lnTo>
                        <a:lnTo>
                          <a:pt x="0" y="1085"/>
                        </a:lnTo>
                        <a:lnTo>
                          <a:pt x="0" y="1086"/>
                        </a:lnTo>
                        <a:lnTo>
                          <a:pt x="0" y="1087"/>
                        </a:lnTo>
                        <a:lnTo>
                          <a:pt x="0" y="1089"/>
                        </a:lnTo>
                        <a:lnTo>
                          <a:pt x="0" y="1090"/>
                        </a:lnTo>
                        <a:lnTo>
                          <a:pt x="0" y="1091"/>
                        </a:lnTo>
                        <a:lnTo>
                          <a:pt x="0" y="1094"/>
                        </a:lnTo>
                        <a:lnTo>
                          <a:pt x="0" y="1095"/>
                        </a:lnTo>
                        <a:lnTo>
                          <a:pt x="0" y="1096"/>
                        </a:lnTo>
                        <a:lnTo>
                          <a:pt x="1" y="1098"/>
                        </a:lnTo>
                        <a:lnTo>
                          <a:pt x="68" y="1122"/>
                        </a:lnTo>
                        <a:lnTo>
                          <a:pt x="68" y="1117"/>
                        </a:lnTo>
                        <a:lnTo>
                          <a:pt x="68" y="1113"/>
                        </a:lnTo>
                        <a:lnTo>
                          <a:pt x="68" y="1108"/>
                        </a:lnTo>
                        <a:lnTo>
                          <a:pt x="68" y="1103"/>
                        </a:lnTo>
                        <a:lnTo>
                          <a:pt x="68" y="1099"/>
                        </a:lnTo>
                        <a:lnTo>
                          <a:pt x="68" y="1095"/>
                        </a:lnTo>
                        <a:lnTo>
                          <a:pt x="68" y="1090"/>
                        </a:lnTo>
                        <a:lnTo>
                          <a:pt x="68" y="1086"/>
                        </a:lnTo>
                        <a:lnTo>
                          <a:pt x="68" y="1082"/>
                        </a:lnTo>
                        <a:lnTo>
                          <a:pt x="68" y="1077"/>
                        </a:lnTo>
                        <a:lnTo>
                          <a:pt x="68" y="1073"/>
                        </a:lnTo>
                        <a:lnTo>
                          <a:pt x="68" y="1067"/>
                        </a:lnTo>
                        <a:lnTo>
                          <a:pt x="68" y="1063"/>
                        </a:lnTo>
                        <a:lnTo>
                          <a:pt x="68" y="1059"/>
                        </a:lnTo>
                        <a:lnTo>
                          <a:pt x="68" y="1054"/>
                        </a:lnTo>
                        <a:lnTo>
                          <a:pt x="68" y="1050"/>
                        </a:lnTo>
                        <a:lnTo>
                          <a:pt x="1" y="1074"/>
                        </a:lnTo>
                        <a:close/>
                        <a:moveTo>
                          <a:pt x="345" y="1879"/>
                        </a:moveTo>
                        <a:lnTo>
                          <a:pt x="351" y="1885"/>
                        </a:lnTo>
                        <a:lnTo>
                          <a:pt x="357" y="1891"/>
                        </a:lnTo>
                        <a:lnTo>
                          <a:pt x="364" y="1897"/>
                        </a:lnTo>
                        <a:lnTo>
                          <a:pt x="370" y="1902"/>
                        </a:lnTo>
                        <a:lnTo>
                          <a:pt x="377" y="1908"/>
                        </a:lnTo>
                        <a:lnTo>
                          <a:pt x="385" y="1914"/>
                        </a:lnTo>
                        <a:lnTo>
                          <a:pt x="391" y="1919"/>
                        </a:lnTo>
                        <a:lnTo>
                          <a:pt x="398" y="1925"/>
                        </a:lnTo>
                        <a:lnTo>
                          <a:pt x="459" y="1888"/>
                        </a:lnTo>
                        <a:lnTo>
                          <a:pt x="449" y="1879"/>
                        </a:lnTo>
                        <a:lnTo>
                          <a:pt x="438" y="1870"/>
                        </a:lnTo>
                        <a:lnTo>
                          <a:pt x="427" y="1861"/>
                        </a:lnTo>
                        <a:lnTo>
                          <a:pt x="416" y="1852"/>
                        </a:lnTo>
                        <a:lnTo>
                          <a:pt x="405" y="1842"/>
                        </a:lnTo>
                        <a:lnTo>
                          <a:pt x="395" y="1834"/>
                        </a:lnTo>
                        <a:lnTo>
                          <a:pt x="386" y="1824"/>
                        </a:lnTo>
                        <a:lnTo>
                          <a:pt x="375" y="1814"/>
                        </a:lnTo>
                        <a:lnTo>
                          <a:pt x="345" y="1879"/>
                        </a:lnTo>
                        <a:close/>
                        <a:moveTo>
                          <a:pt x="1033" y="2169"/>
                        </a:moveTo>
                        <a:lnTo>
                          <a:pt x="1040" y="2169"/>
                        </a:lnTo>
                        <a:lnTo>
                          <a:pt x="1046" y="2170"/>
                        </a:lnTo>
                        <a:lnTo>
                          <a:pt x="1053" y="2170"/>
                        </a:lnTo>
                        <a:lnTo>
                          <a:pt x="1059" y="2170"/>
                        </a:lnTo>
                        <a:lnTo>
                          <a:pt x="1066" y="2170"/>
                        </a:lnTo>
                        <a:lnTo>
                          <a:pt x="1072" y="2170"/>
                        </a:lnTo>
                        <a:lnTo>
                          <a:pt x="1079" y="2170"/>
                        </a:lnTo>
                        <a:lnTo>
                          <a:pt x="1085" y="2170"/>
                        </a:lnTo>
                        <a:lnTo>
                          <a:pt x="1092" y="2170"/>
                        </a:lnTo>
                        <a:lnTo>
                          <a:pt x="1098" y="2170"/>
                        </a:lnTo>
                        <a:lnTo>
                          <a:pt x="1105" y="2170"/>
                        </a:lnTo>
                        <a:lnTo>
                          <a:pt x="1111" y="2170"/>
                        </a:lnTo>
                        <a:lnTo>
                          <a:pt x="1118" y="2170"/>
                        </a:lnTo>
                        <a:lnTo>
                          <a:pt x="1124" y="2170"/>
                        </a:lnTo>
                        <a:lnTo>
                          <a:pt x="1130" y="2169"/>
                        </a:lnTo>
                        <a:lnTo>
                          <a:pt x="1136" y="2169"/>
                        </a:lnTo>
                        <a:lnTo>
                          <a:pt x="1156" y="2101"/>
                        </a:lnTo>
                        <a:lnTo>
                          <a:pt x="1146" y="2101"/>
                        </a:lnTo>
                        <a:lnTo>
                          <a:pt x="1137" y="2102"/>
                        </a:lnTo>
                        <a:lnTo>
                          <a:pt x="1129" y="2102"/>
                        </a:lnTo>
                        <a:lnTo>
                          <a:pt x="1120" y="2102"/>
                        </a:lnTo>
                        <a:lnTo>
                          <a:pt x="1111" y="2103"/>
                        </a:lnTo>
                        <a:lnTo>
                          <a:pt x="1103" y="2103"/>
                        </a:lnTo>
                        <a:lnTo>
                          <a:pt x="1094" y="2103"/>
                        </a:lnTo>
                        <a:lnTo>
                          <a:pt x="1085" y="2103"/>
                        </a:lnTo>
                        <a:lnTo>
                          <a:pt x="1077" y="2103"/>
                        </a:lnTo>
                        <a:lnTo>
                          <a:pt x="1068" y="2103"/>
                        </a:lnTo>
                        <a:lnTo>
                          <a:pt x="1058" y="2103"/>
                        </a:lnTo>
                        <a:lnTo>
                          <a:pt x="1049" y="2102"/>
                        </a:lnTo>
                        <a:lnTo>
                          <a:pt x="1041" y="2102"/>
                        </a:lnTo>
                        <a:lnTo>
                          <a:pt x="1032" y="2102"/>
                        </a:lnTo>
                        <a:lnTo>
                          <a:pt x="1023" y="2101"/>
                        </a:lnTo>
                        <a:lnTo>
                          <a:pt x="1015" y="2101"/>
                        </a:lnTo>
                        <a:lnTo>
                          <a:pt x="1033" y="2169"/>
                        </a:lnTo>
                        <a:close/>
                        <a:moveTo>
                          <a:pt x="1773" y="1925"/>
                        </a:moveTo>
                        <a:lnTo>
                          <a:pt x="1779" y="1919"/>
                        </a:lnTo>
                        <a:lnTo>
                          <a:pt x="1786" y="1914"/>
                        </a:lnTo>
                        <a:lnTo>
                          <a:pt x="1792" y="1908"/>
                        </a:lnTo>
                        <a:lnTo>
                          <a:pt x="1799" y="1902"/>
                        </a:lnTo>
                        <a:lnTo>
                          <a:pt x="1805" y="1897"/>
                        </a:lnTo>
                        <a:lnTo>
                          <a:pt x="1812" y="1890"/>
                        </a:lnTo>
                        <a:lnTo>
                          <a:pt x="1819" y="1885"/>
                        </a:lnTo>
                        <a:lnTo>
                          <a:pt x="1825" y="1879"/>
                        </a:lnTo>
                        <a:lnTo>
                          <a:pt x="1796" y="1814"/>
                        </a:lnTo>
                        <a:lnTo>
                          <a:pt x="1785" y="1824"/>
                        </a:lnTo>
                        <a:lnTo>
                          <a:pt x="1775" y="1834"/>
                        </a:lnTo>
                        <a:lnTo>
                          <a:pt x="1764" y="1842"/>
                        </a:lnTo>
                        <a:lnTo>
                          <a:pt x="1754" y="1852"/>
                        </a:lnTo>
                        <a:lnTo>
                          <a:pt x="1744" y="1861"/>
                        </a:lnTo>
                        <a:lnTo>
                          <a:pt x="1733" y="1870"/>
                        </a:lnTo>
                        <a:lnTo>
                          <a:pt x="1722" y="1879"/>
                        </a:lnTo>
                        <a:lnTo>
                          <a:pt x="1711" y="1888"/>
                        </a:lnTo>
                        <a:lnTo>
                          <a:pt x="1773" y="1925"/>
                        </a:lnTo>
                        <a:close/>
                      </a:path>
                    </a:pathLst>
                  </a:custGeom>
                  <a:solidFill>
                    <a:srgbClr val="E67411"/>
                  </a:solidFill>
                  <a:ln>
                    <a:noFill/>
                  </a:ln>
                </p:spPr>
                <p:txBody>
                  <a:bodyPr/>
                  <a:lstStyle/>
                  <a:p>
                    <a:pPr>
                      <a:defRPr/>
                    </a:pPr>
                    <a:endParaRPr lang="en-US" sz="1050">
                      <a:latin typeface="+mj-lt"/>
                    </a:endParaRPr>
                  </a:p>
                </p:txBody>
              </p:sp>
              <p:sp>
                <p:nvSpPr>
                  <p:cNvPr id="41661" name="Freeform 440">
                    <a:extLst>
                      <a:ext uri="{FF2B5EF4-FFF2-40B4-BE49-F238E27FC236}">
                        <a16:creationId xmlns="" xmlns:a16="http://schemas.microsoft.com/office/drawing/2014/main" id="{80F4975A-E434-C830-4242-F731B4F389FC}"/>
                      </a:ext>
                    </a:extLst>
                  </p:cNvPr>
                  <p:cNvSpPr>
                    <a:spLocks noEditPoints="1"/>
                  </p:cNvSpPr>
                  <p:nvPr/>
                </p:nvSpPr>
                <p:spPr bwMode="auto">
                  <a:xfrm>
                    <a:off x="3172" y="1879"/>
                    <a:ext cx="353" cy="346"/>
                  </a:xfrm>
                  <a:custGeom>
                    <a:avLst/>
                    <a:gdLst>
                      <a:gd name="T0" fmla="*/ 0 w 2101"/>
                      <a:gd name="T1" fmla="*/ 0 h 2102"/>
                      <a:gd name="T2" fmla="*/ 0 w 2101"/>
                      <a:gd name="T3" fmla="*/ 0 h 2102"/>
                      <a:gd name="T4" fmla="*/ 0 w 2101"/>
                      <a:gd name="T5" fmla="*/ 0 h 2102"/>
                      <a:gd name="T6" fmla="*/ 0 w 2101"/>
                      <a:gd name="T7" fmla="*/ 0 h 2102"/>
                      <a:gd name="T8" fmla="*/ 0 w 2101"/>
                      <a:gd name="T9" fmla="*/ 0 h 2102"/>
                      <a:gd name="T10" fmla="*/ 0 w 2101"/>
                      <a:gd name="T11" fmla="*/ 0 h 2102"/>
                      <a:gd name="T12" fmla="*/ 0 w 2101"/>
                      <a:gd name="T13" fmla="*/ 0 h 2102"/>
                      <a:gd name="T14" fmla="*/ 0 w 2101"/>
                      <a:gd name="T15" fmla="*/ 0 h 2102"/>
                      <a:gd name="T16" fmla="*/ 0 w 2101"/>
                      <a:gd name="T17" fmla="*/ 0 h 2102"/>
                      <a:gd name="T18" fmla="*/ 0 w 2101"/>
                      <a:gd name="T19" fmla="*/ 0 h 2102"/>
                      <a:gd name="T20" fmla="*/ 0 w 2101"/>
                      <a:gd name="T21" fmla="*/ 0 h 2102"/>
                      <a:gd name="T22" fmla="*/ 0 w 2101"/>
                      <a:gd name="T23" fmla="*/ 0 h 2102"/>
                      <a:gd name="T24" fmla="*/ 0 w 2101"/>
                      <a:gd name="T25" fmla="*/ 0 h 2102"/>
                      <a:gd name="T26" fmla="*/ 0 w 2101"/>
                      <a:gd name="T27" fmla="*/ 0 h 2102"/>
                      <a:gd name="T28" fmla="*/ 0 w 2101"/>
                      <a:gd name="T29" fmla="*/ 0 h 2102"/>
                      <a:gd name="T30" fmla="*/ 0 w 2101"/>
                      <a:gd name="T31" fmla="*/ 0 h 2102"/>
                      <a:gd name="T32" fmla="*/ 0 w 2101"/>
                      <a:gd name="T33" fmla="*/ 0 h 2102"/>
                      <a:gd name="T34" fmla="*/ 0 w 2101"/>
                      <a:gd name="T35" fmla="*/ 0 h 2102"/>
                      <a:gd name="T36" fmla="*/ 0 w 2101"/>
                      <a:gd name="T37" fmla="*/ 0 h 2102"/>
                      <a:gd name="T38" fmla="*/ 0 w 2101"/>
                      <a:gd name="T39" fmla="*/ 0 h 2102"/>
                      <a:gd name="T40" fmla="*/ 0 w 2101"/>
                      <a:gd name="T41" fmla="*/ 0 h 2102"/>
                      <a:gd name="T42" fmla="*/ 0 w 2101"/>
                      <a:gd name="T43" fmla="*/ 0 h 2102"/>
                      <a:gd name="T44" fmla="*/ 0 w 2101"/>
                      <a:gd name="T45" fmla="*/ 0 h 2102"/>
                      <a:gd name="T46" fmla="*/ 0 w 2101"/>
                      <a:gd name="T47" fmla="*/ 0 h 2102"/>
                      <a:gd name="T48" fmla="*/ 0 w 2101"/>
                      <a:gd name="T49" fmla="*/ 0 h 2102"/>
                      <a:gd name="T50" fmla="*/ 0 w 2101"/>
                      <a:gd name="T51" fmla="*/ 0 h 2102"/>
                      <a:gd name="T52" fmla="*/ 0 w 2101"/>
                      <a:gd name="T53" fmla="*/ 0 h 2102"/>
                      <a:gd name="T54" fmla="*/ 0 w 2101"/>
                      <a:gd name="T55" fmla="*/ 0 h 2102"/>
                      <a:gd name="T56" fmla="*/ 0 w 2101"/>
                      <a:gd name="T57" fmla="*/ 0 h 2102"/>
                      <a:gd name="T58" fmla="*/ 0 w 2101"/>
                      <a:gd name="T59" fmla="*/ 0 h 2102"/>
                      <a:gd name="T60" fmla="*/ 0 w 2101"/>
                      <a:gd name="T61" fmla="*/ 0 h 2102"/>
                      <a:gd name="T62" fmla="*/ 0 w 2101"/>
                      <a:gd name="T63" fmla="*/ 0 h 2102"/>
                      <a:gd name="T64" fmla="*/ 0 w 2101"/>
                      <a:gd name="T65" fmla="*/ 0 h 2102"/>
                      <a:gd name="T66" fmla="*/ 0 w 2101"/>
                      <a:gd name="T67" fmla="*/ 0 h 2102"/>
                      <a:gd name="T68" fmla="*/ 0 w 2101"/>
                      <a:gd name="T69" fmla="*/ 0 h 2102"/>
                      <a:gd name="T70" fmla="*/ 0 w 2101"/>
                      <a:gd name="T71" fmla="*/ 0 h 2102"/>
                      <a:gd name="T72" fmla="*/ 0 w 2101"/>
                      <a:gd name="T73" fmla="*/ 0 h 2102"/>
                      <a:gd name="T74" fmla="*/ 0 w 2101"/>
                      <a:gd name="T75" fmla="*/ 0 h 2102"/>
                      <a:gd name="T76" fmla="*/ 0 w 2101"/>
                      <a:gd name="T77" fmla="*/ 0 h 2102"/>
                      <a:gd name="T78" fmla="*/ 0 w 2101"/>
                      <a:gd name="T79" fmla="*/ 0 h 2102"/>
                      <a:gd name="T80" fmla="*/ 0 w 2101"/>
                      <a:gd name="T81" fmla="*/ 0 h 2102"/>
                      <a:gd name="T82" fmla="*/ 0 w 2101"/>
                      <a:gd name="T83" fmla="*/ 0 h 2102"/>
                      <a:gd name="T84" fmla="*/ 0 w 2101"/>
                      <a:gd name="T85" fmla="*/ 0 h 2102"/>
                      <a:gd name="T86" fmla="*/ 0 w 2101"/>
                      <a:gd name="T87" fmla="*/ 0 h 2102"/>
                      <a:gd name="T88" fmla="*/ 0 w 2101"/>
                      <a:gd name="T89" fmla="*/ 0 h 2102"/>
                      <a:gd name="T90" fmla="*/ 0 w 2101"/>
                      <a:gd name="T91" fmla="*/ 0 h 2102"/>
                      <a:gd name="T92" fmla="*/ 0 w 2101"/>
                      <a:gd name="T93" fmla="*/ 0 h 2102"/>
                      <a:gd name="T94" fmla="*/ 0 w 2101"/>
                      <a:gd name="T95" fmla="*/ 0 h 2102"/>
                      <a:gd name="T96" fmla="*/ 0 w 2101"/>
                      <a:gd name="T97" fmla="*/ 0 h 2102"/>
                      <a:gd name="T98" fmla="*/ 0 w 2101"/>
                      <a:gd name="T99" fmla="*/ 0 h 2102"/>
                      <a:gd name="T100" fmla="*/ 0 w 2101"/>
                      <a:gd name="T101" fmla="*/ 0 h 2102"/>
                      <a:gd name="T102" fmla="*/ 0 w 2101"/>
                      <a:gd name="T103" fmla="*/ 0 h 2102"/>
                      <a:gd name="T104" fmla="*/ 0 w 2101"/>
                      <a:gd name="T105" fmla="*/ 0 h 2102"/>
                      <a:gd name="T106" fmla="*/ 0 w 2101"/>
                      <a:gd name="T107" fmla="*/ 0 h 210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101"/>
                      <a:gd name="T163" fmla="*/ 0 h 2102"/>
                      <a:gd name="T164" fmla="*/ 2101 w 2101"/>
                      <a:gd name="T165" fmla="*/ 2102 h 210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101" h="2102">
                        <a:moveTo>
                          <a:pt x="2101" y="1051"/>
                        </a:moveTo>
                        <a:lnTo>
                          <a:pt x="2101" y="1048"/>
                        </a:lnTo>
                        <a:lnTo>
                          <a:pt x="2101" y="1044"/>
                        </a:lnTo>
                        <a:lnTo>
                          <a:pt x="2101" y="1042"/>
                        </a:lnTo>
                        <a:lnTo>
                          <a:pt x="2101" y="1039"/>
                        </a:lnTo>
                        <a:lnTo>
                          <a:pt x="2101" y="1036"/>
                        </a:lnTo>
                        <a:lnTo>
                          <a:pt x="2101" y="1034"/>
                        </a:lnTo>
                        <a:lnTo>
                          <a:pt x="2101" y="1030"/>
                        </a:lnTo>
                        <a:lnTo>
                          <a:pt x="2101" y="1027"/>
                        </a:lnTo>
                        <a:lnTo>
                          <a:pt x="2032" y="1003"/>
                        </a:lnTo>
                        <a:lnTo>
                          <a:pt x="2032" y="1009"/>
                        </a:lnTo>
                        <a:lnTo>
                          <a:pt x="2032" y="1015"/>
                        </a:lnTo>
                        <a:lnTo>
                          <a:pt x="2032" y="1021"/>
                        </a:lnTo>
                        <a:lnTo>
                          <a:pt x="2032" y="1027"/>
                        </a:lnTo>
                        <a:lnTo>
                          <a:pt x="2033" y="1032"/>
                        </a:lnTo>
                        <a:lnTo>
                          <a:pt x="2033" y="1039"/>
                        </a:lnTo>
                        <a:lnTo>
                          <a:pt x="2033" y="1044"/>
                        </a:lnTo>
                        <a:lnTo>
                          <a:pt x="2033" y="1051"/>
                        </a:lnTo>
                        <a:lnTo>
                          <a:pt x="2033" y="1056"/>
                        </a:lnTo>
                        <a:lnTo>
                          <a:pt x="2033" y="1063"/>
                        </a:lnTo>
                        <a:lnTo>
                          <a:pt x="2033" y="1068"/>
                        </a:lnTo>
                        <a:lnTo>
                          <a:pt x="2032" y="1075"/>
                        </a:lnTo>
                        <a:lnTo>
                          <a:pt x="2032" y="1080"/>
                        </a:lnTo>
                        <a:lnTo>
                          <a:pt x="2032" y="1087"/>
                        </a:lnTo>
                        <a:lnTo>
                          <a:pt x="2032" y="1092"/>
                        </a:lnTo>
                        <a:lnTo>
                          <a:pt x="2032" y="1099"/>
                        </a:lnTo>
                        <a:lnTo>
                          <a:pt x="2101" y="1075"/>
                        </a:lnTo>
                        <a:lnTo>
                          <a:pt x="2101" y="1072"/>
                        </a:lnTo>
                        <a:lnTo>
                          <a:pt x="2101" y="1068"/>
                        </a:lnTo>
                        <a:lnTo>
                          <a:pt x="2101" y="1066"/>
                        </a:lnTo>
                        <a:lnTo>
                          <a:pt x="2101" y="1063"/>
                        </a:lnTo>
                        <a:lnTo>
                          <a:pt x="2101" y="1060"/>
                        </a:lnTo>
                        <a:lnTo>
                          <a:pt x="2101" y="1056"/>
                        </a:lnTo>
                        <a:lnTo>
                          <a:pt x="2101" y="1054"/>
                        </a:lnTo>
                        <a:lnTo>
                          <a:pt x="2101" y="1051"/>
                        </a:lnTo>
                        <a:close/>
                        <a:moveTo>
                          <a:pt x="1775" y="290"/>
                        </a:moveTo>
                        <a:lnTo>
                          <a:pt x="1767" y="283"/>
                        </a:lnTo>
                        <a:lnTo>
                          <a:pt x="1759" y="275"/>
                        </a:lnTo>
                        <a:lnTo>
                          <a:pt x="1750" y="268"/>
                        </a:lnTo>
                        <a:lnTo>
                          <a:pt x="1741" y="260"/>
                        </a:lnTo>
                        <a:lnTo>
                          <a:pt x="1732" y="252"/>
                        </a:lnTo>
                        <a:lnTo>
                          <a:pt x="1724" y="245"/>
                        </a:lnTo>
                        <a:lnTo>
                          <a:pt x="1715" y="237"/>
                        </a:lnTo>
                        <a:lnTo>
                          <a:pt x="1706" y="231"/>
                        </a:lnTo>
                        <a:lnTo>
                          <a:pt x="1644" y="268"/>
                        </a:lnTo>
                        <a:lnTo>
                          <a:pt x="1658" y="278"/>
                        </a:lnTo>
                        <a:lnTo>
                          <a:pt x="1671" y="288"/>
                        </a:lnTo>
                        <a:lnTo>
                          <a:pt x="1684" y="299"/>
                        </a:lnTo>
                        <a:lnTo>
                          <a:pt x="1697" y="310"/>
                        </a:lnTo>
                        <a:lnTo>
                          <a:pt x="1709" y="321"/>
                        </a:lnTo>
                        <a:lnTo>
                          <a:pt x="1721" y="333"/>
                        </a:lnTo>
                        <a:lnTo>
                          <a:pt x="1734" y="344"/>
                        </a:lnTo>
                        <a:lnTo>
                          <a:pt x="1746" y="356"/>
                        </a:lnTo>
                        <a:lnTo>
                          <a:pt x="1775" y="290"/>
                        </a:lnTo>
                        <a:close/>
                        <a:moveTo>
                          <a:pt x="1111" y="1"/>
                        </a:moveTo>
                        <a:lnTo>
                          <a:pt x="1103" y="1"/>
                        </a:lnTo>
                        <a:lnTo>
                          <a:pt x="1096" y="1"/>
                        </a:lnTo>
                        <a:lnTo>
                          <a:pt x="1088" y="0"/>
                        </a:lnTo>
                        <a:lnTo>
                          <a:pt x="1081" y="0"/>
                        </a:lnTo>
                        <a:lnTo>
                          <a:pt x="1073" y="0"/>
                        </a:lnTo>
                        <a:lnTo>
                          <a:pt x="1065" y="0"/>
                        </a:lnTo>
                        <a:lnTo>
                          <a:pt x="1058" y="0"/>
                        </a:lnTo>
                        <a:lnTo>
                          <a:pt x="1050" y="0"/>
                        </a:lnTo>
                        <a:lnTo>
                          <a:pt x="1043" y="0"/>
                        </a:lnTo>
                        <a:lnTo>
                          <a:pt x="1035" y="0"/>
                        </a:lnTo>
                        <a:lnTo>
                          <a:pt x="1027" y="0"/>
                        </a:lnTo>
                        <a:lnTo>
                          <a:pt x="1020" y="0"/>
                        </a:lnTo>
                        <a:lnTo>
                          <a:pt x="1012" y="0"/>
                        </a:lnTo>
                        <a:lnTo>
                          <a:pt x="1005" y="1"/>
                        </a:lnTo>
                        <a:lnTo>
                          <a:pt x="997" y="1"/>
                        </a:lnTo>
                        <a:lnTo>
                          <a:pt x="989" y="1"/>
                        </a:lnTo>
                        <a:lnTo>
                          <a:pt x="971" y="71"/>
                        </a:lnTo>
                        <a:lnTo>
                          <a:pt x="981" y="70"/>
                        </a:lnTo>
                        <a:lnTo>
                          <a:pt x="990" y="70"/>
                        </a:lnTo>
                        <a:lnTo>
                          <a:pt x="1000" y="69"/>
                        </a:lnTo>
                        <a:lnTo>
                          <a:pt x="1010" y="69"/>
                        </a:lnTo>
                        <a:lnTo>
                          <a:pt x="1020" y="68"/>
                        </a:lnTo>
                        <a:lnTo>
                          <a:pt x="1030" y="68"/>
                        </a:lnTo>
                        <a:lnTo>
                          <a:pt x="1040" y="68"/>
                        </a:lnTo>
                        <a:lnTo>
                          <a:pt x="1050" y="68"/>
                        </a:lnTo>
                        <a:lnTo>
                          <a:pt x="1060" y="68"/>
                        </a:lnTo>
                        <a:lnTo>
                          <a:pt x="1070" y="68"/>
                        </a:lnTo>
                        <a:lnTo>
                          <a:pt x="1080" y="68"/>
                        </a:lnTo>
                        <a:lnTo>
                          <a:pt x="1090" y="69"/>
                        </a:lnTo>
                        <a:lnTo>
                          <a:pt x="1100" y="69"/>
                        </a:lnTo>
                        <a:lnTo>
                          <a:pt x="1110" y="70"/>
                        </a:lnTo>
                        <a:lnTo>
                          <a:pt x="1120" y="70"/>
                        </a:lnTo>
                        <a:lnTo>
                          <a:pt x="1130" y="71"/>
                        </a:lnTo>
                        <a:lnTo>
                          <a:pt x="1111" y="1"/>
                        </a:lnTo>
                        <a:close/>
                        <a:moveTo>
                          <a:pt x="394" y="231"/>
                        </a:moveTo>
                        <a:lnTo>
                          <a:pt x="384" y="237"/>
                        </a:lnTo>
                        <a:lnTo>
                          <a:pt x="376" y="245"/>
                        </a:lnTo>
                        <a:lnTo>
                          <a:pt x="367" y="252"/>
                        </a:lnTo>
                        <a:lnTo>
                          <a:pt x="358" y="260"/>
                        </a:lnTo>
                        <a:lnTo>
                          <a:pt x="350" y="268"/>
                        </a:lnTo>
                        <a:lnTo>
                          <a:pt x="342" y="275"/>
                        </a:lnTo>
                        <a:lnTo>
                          <a:pt x="333" y="283"/>
                        </a:lnTo>
                        <a:lnTo>
                          <a:pt x="325" y="290"/>
                        </a:lnTo>
                        <a:lnTo>
                          <a:pt x="355" y="356"/>
                        </a:lnTo>
                        <a:lnTo>
                          <a:pt x="367" y="344"/>
                        </a:lnTo>
                        <a:lnTo>
                          <a:pt x="379" y="333"/>
                        </a:lnTo>
                        <a:lnTo>
                          <a:pt x="392" y="321"/>
                        </a:lnTo>
                        <a:lnTo>
                          <a:pt x="404" y="310"/>
                        </a:lnTo>
                        <a:lnTo>
                          <a:pt x="417" y="299"/>
                        </a:lnTo>
                        <a:lnTo>
                          <a:pt x="430" y="288"/>
                        </a:lnTo>
                        <a:lnTo>
                          <a:pt x="443" y="278"/>
                        </a:lnTo>
                        <a:lnTo>
                          <a:pt x="456" y="268"/>
                        </a:lnTo>
                        <a:lnTo>
                          <a:pt x="394" y="231"/>
                        </a:lnTo>
                        <a:close/>
                        <a:moveTo>
                          <a:pt x="0" y="1027"/>
                        </a:moveTo>
                        <a:lnTo>
                          <a:pt x="0" y="1030"/>
                        </a:lnTo>
                        <a:lnTo>
                          <a:pt x="0" y="1034"/>
                        </a:lnTo>
                        <a:lnTo>
                          <a:pt x="0" y="1036"/>
                        </a:lnTo>
                        <a:lnTo>
                          <a:pt x="0" y="1039"/>
                        </a:lnTo>
                        <a:lnTo>
                          <a:pt x="0" y="1042"/>
                        </a:lnTo>
                        <a:lnTo>
                          <a:pt x="0" y="1044"/>
                        </a:lnTo>
                        <a:lnTo>
                          <a:pt x="0" y="1048"/>
                        </a:lnTo>
                        <a:lnTo>
                          <a:pt x="0" y="1051"/>
                        </a:lnTo>
                        <a:lnTo>
                          <a:pt x="0" y="1054"/>
                        </a:lnTo>
                        <a:lnTo>
                          <a:pt x="0" y="1056"/>
                        </a:lnTo>
                        <a:lnTo>
                          <a:pt x="0" y="1060"/>
                        </a:lnTo>
                        <a:lnTo>
                          <a:pt x="0" y="1063"/>
                        </a:lnTo>
                        <a:lnTo>
                          <a:pt x="0" y="1065"/>
                        </a:lnTo>
                        <a:lnTo>
                          <a:pt x="0" y="1068"/>
                        </a:lnTo>
                        <a:lnTo>
                          <a:pt x="0" y="1072"/>
                        </a:lnTo>
                        <a:lnTo>
                          <a:pt x="0" y="1075"/>
                        </a:lnTo>
                        <a:lnTo>
                          <a:pt x="68" y="1099"/>
                        </a:lnTo>
                        <a:lnTo>
                          <a:pt x="68" y="1092"/>
                        </a:lnTo>
                        <a:lnTo>
                          <a:pt x="68" y="1087"/>
                        </a:lnTo>
                        <a:lnTo>
                          <a:pt x="67" y="1080"/>
                        </a:lnTo>
                        <a:lnTo>
                          <a:pt x="67" y="1075"/>
                        </a:lnTo>
                        <a:lnTo>
                          <a:pt x="67" y="1068"/>
                        </a:lnTo>
                        <a:lnTo>
                          <a:pt x="67" y="1063"/>
                        </a:lnTo>
                        <a:lnTo>
                          <a:pt x="67" y="1056"/>
                        </a:lnTo>
                        <a:lnTo>
                          <a:pt x="67" y="1051"/>
                        </a:lnTo>
                        <a:lnTo>
                          <a:pt x="67" y="1044"/>
                        </a:lnTo>
                        <a:lnTo>
                          <a:pt x="67" y="1039"/>
                        </a:lnTo>
                        <a:lnTo>
                          <a:pt x="67" y="1032"/>
                        </a:lnTo>
                        <a:lnTo>
                          <a:pt x="67" y="1027"/>
                        </a:lnTo>
                        <a:lnTo>
                          <a:pt x="67" y="1021"/>
                        </a:lnTo>
                        <a:lnTo>
                          <a:pt x="68" y="1015"/>
                        </a:lnTo>
                        <a:lnTo>
                          <a:pt x="68" y="1009"/>
                        </a:lnTo>
                        <a:lnTo>
                          <a:pt x="68" y="1003"/>
                        </a:lnTo>
                        <a:lnTo>
                          <a:pt x="0" y="1027"/>
                        </a:lnTo>
                        <a:close/>
                        <a:moveTo>
                          <a:pt x="325" y="1812"/>
                        </a:moveTo>
                        <a:lnTo>
                          <a:pt x="333" y="1819"/>
                        </a:lnTo>
                        <a:lnTo>
                          <a:pt x="342" y="1827"/>
                        </a:lnTo>
                        <a:lnTo>
                          <a:pt x="350" y="1834"/>
                        </a:lnTo>
                        <a:lnTo>
                          <a:pt x="358" y="1842"/>
                        </a:lnTo>
                        <a:lnTo>
                          <a:pt x="367" y="1850"/>
                        </a:lnTo>
                        <a:lnTo>
                          <a:pt x="376" y="1857"/>
                        </a:lnTo>
                        <a:lnTo>
                          <a:pt x="384" y="1864"/>
                        </a:lnTo>
                        <a:lnTo>
                          <a:pt x="393" y="1871"/>
                        </a:lnTo>
                        <a:lnTo>
                          <a:pt x="456" y="1834"/>
                        </a:lnTo>
                        <a:lnTo>
                          <a:pt x="442" y="1824"/>
                        </a:lnTo>
                        <a:lnTo>
                          <a:pt x="429" y="1814"/>
                        </a:lnTo>
                        <a:lnTo>
                          <a:pt x="417" y="1803"/>
                        </a:lnTo>
                        <a:lnTo>
                          <a:pt x="404" y="1792"/>
                        </a:lnTo>
                        <a:lnTo>
                          <a:pt x="392" y="1781"/>
                        </a:lnTo>
                        <a:lnTo>
                          <a:pt x="379" y="1769"/>
                        </a:lnTo>
                        <a:lnTo>
                          <a:pt x="367" y="1758"/>
                        </a:lnTo>
                        <a:lnTo>
                          <a:pt x="355" y="1746"/>
                        </a:lnTo>
                        <a:lnTo>
                          <a:pt x="325" y="1812"/>
                        </a:lnTo>
                        <a:close/>
                        <a:moveTo>
                          <a:pt x="989" y="2099"/>
                        </a:moveTo>
                        <a:lnTo>
                          <a:pt x="997" y="2101"/>
                        </a:lnTo>
                        <a:lnTo>
                          <a:pt x="1005" y="2101"/>
                        </a:lnTo>
                        <a:lnTo>
                          <a:pt x="1012" y="2102"/>
                        </a:lnTo>
                        <a:lnTo>
                          <a:pt x="1020" y="2102"/>
                        </a:lnTo>
                        <a:lnTo>
                          <a:pt x="1027" y="2102"/>
                        </a:lnTo>
                        <a:lnTo>
                          <a:pt x="1035" y="2102"/>
                        </a:lnTo>
                        <a:lnTo>
                          <a:pt x="1043" y="2102"/>
                        </a:lnTo>
                        <a:lnTo>
                          <a:pt x="1050" y="2102"/>
                        </a:lnTo>
                        <a:lnTo>
                          <a:pt x="1058" y="2102"/>
                        </a:lnTo>
                        <a:lnTo>
                          <a:pt x="1065" y="2102"/>
                        </a:lnTo>
                        <a:lnTo>
                          <a:pt x="1073" y="2102"/>
                        </a:lnTo>
                        <a:lnTo>
                          <a:pt x="1081" y="2102"/>
                        </a:lnTo>
                        <a:lnTo>
                          <a:pt x="1088" y="2102"/>
                        </a:lnTo>
                        <a:lnTo>
                          <a:pt x="1096" y="2101"/>
                        </a:lnTo>
                        <a:lnTo>
                          <a:pt x="1103" y="2101"/>
                        </a:lnTo>
                        <a:lnTo>
                          <a:pt x="1111" y="2099"/>
                        </a:lnTo>
                        <a:lnTo>
                          <a:pt x="1130" y="2031"/>
                        </a:lnTo>
                        <a:lnTo>
                          <a:pt x="1120" y="2032"/>
                        </a:lnTo>
                        <a:lnTo>
                          <a:pt x="1110" y="2032"/>
                        </a:lnTo>
                        <a:lnTo>
                          <a:pt x="1100" y="2033"/>
                        </a:lnTo>
                        <a:lnTo>
                          <a:pt x="1090" y="2033"/>
                        </a:lnTo>
                        <a:lnTo>
                          <a:pt x="1080" y="2033"/>
                        </a:lnTo>
                        <a:lnTo>
                          <a:pt x="1070" y="2034"/>
                        </a:lnTo>
                        <a:lnTo>
                          <a:pt x="1060" y="2034"/>
                        </a:lnTo>
                        <a:lnTo>
                          <a:pt x="1050" y="2034"/>
                        </a:lnTo>
                        <a:lnTo>
                          <a:pt x="1040" y="2034"/>
                        </a:lnTo>
                        <a:lnTo>
                          <a:pt x="1030" y="2034"/>
                        </a:lnTo>
                        <a:lnTo>
                          <a:pt x="1020" y="2033"/>
                        </a:lnTo>
                        <a:lnTo>
                          <a:pt x="1010" y="2033"/>
                        </a:lnTo>
                        <a:lnTo>
                          <a:pt x="1000" y="2033"/>
                        </a:lnTo>
                        <a:lnTo>
                          <a:pt x="990" y="2032"/>
                        </a:lnTo>
                        <a:lnTo>
                          <a:pt x="981" y="2032"/>
                        </a:lnTo>
                        <a:lnTo>
                          <a:pt x="971" y="2031"/>
                        </a:lnTo>
                        <a:lnTo>
                          <a:pt x="989" y="2099"/>
                        </a:lnTo>
                        <a:close/>
                        <a:moveTo>
                          <a:pt x="1706" y="1871"/>
                        </a:moveTo>
                        <a:lnTo>
                          <a:pt x="1715" y="1864"/>
                        </a:lnTo>
                        <a:lnTo>
                          <a:pt x="1725" y="1857"/>
                        </a:lnTo>
                        <a:lnTo>
                          <a:pt x="1732" y="1850"/>
                        </a:lnTo>
                        <a:lnTo>
                          <a:pt x="1741" y="1842"/>
                        </a:lnTo>
                        <a:lnTo>
                          <a:pt x="1750" y="1834"/>
                        </a:lnTo>
                        <a:lnTo>
                          <a:pt x="1759" y="1827"/>
                        </a:lnTo>
                        <a:lnTo>
                          <a:pt x="1767" y="1819"/>
                        </a:lnTo>
                        <a:lnTo>
                          <a:pt x="1775" y="1812"/>
                        </a:lnTo>
                        <a:lnTo>
                          <a:pt x="1746" y="1746"/>
                        </a:lnTo>
                        <a:lnTo>
                          <a:pt x="1734" y="1758"/>
                        </a:lnTo>
                        <a:lnTo>
                          <a:pt x="1722" y="1769"/>
                        </a:lnTo>
                        <a:lnTo>
                          <a:pt x="1709" y="1781"/>
                        </a:lnTo>
                        <a:lnTo>
                          <a:pt x="1697" y="1792"/>
                        </a:lnTo>
                        <a:lnTo>
                          <a:pt x="1684" y="1803"/>
                        </a:lnTo>
                        <a:lnTo>
                          <a:pt x="1671" y="1814"/>
                        </a:lnTo>
                        <a:lnTo>
                          <a:pt x="1658" y="1824"/>
                        </a:lnTo>
                        <a:lnTo>
                          <a:pt x="1644" y="1833"/>
                        </a:lnTo>
                        <a:lnTo>
                          <a:pt x="1706" y="1871"/>
                        </a:lnTo>
                        <a:close/>
                      </a:path>
                    </a:pathLst>
                  </a:custGeom>
                  <a:solidFill>
                    <a:srgbClr val="E77712"/>
                  </a:solidFill>
                  <a:ln>
                    <a:noFill/>
                  </a:ln>
                </p:spPr>
                <p:txBody>
                  <a:bodyPr/>
                  <a:lstStyle/>
                  <a:p>
                    <a:pPr>
                      <a:defRPr/>
                    </a:pPr>
                    <a:endParaRPr lang="en-US" sz="1050">
                      <a:latin typeface="+mj-lt"/>
                    </a:endParaRPr>
                  </a:p>
                </p:txBody>
              </p:sp>
              <p:sp>
                <p:nvSpPr>
                  <p:cNvPr id="41662" name="Freeform 441">
                    <a:extLst>
                      <a:ext uri="{FF2B5EF4-FFF2-40B4-BE49-F238E27FC236}">
                        <a16:creationId xmlns="" xmlns:a16="http://schemas.microsoft.com/office/drawing/2014/main" id="{A6C3F83E-4579-1240-651F-FA80BE61D80F}"/>
                      </a:ext>
                    </a:extLst>
                  </p:cNvPr>
                  <p:cNvSpPr>
                    <a:spLocks noEditPoints="1"/>
                  </p:cNvSpPr>
                  <p:nvPr/>
                </p:nvSpPr>
                <p:spPr bwMode="auto">
                  <a:xfrm>
                    <a:off x="3181" y="1883"/>
                    <a:ext cx="336" cy="342"/>
                  </a:xfrm>
                  <a:custGeom>
                    <a:avLst/>
                    <a:gdLst>
                      <a:gd name="T0" fmla="*/ 0 w 2034"/>
                      <a:gd name="T1" fmla="*/ 0 h 2034"/>
                      <a:gd name="T2" fmla="*/ 0 w 2034"/>
                      <a:gd name="T3" fmla="*/ 0 h 2034"/>
                      <a:gd name="T4" fmla="*/ 0 w 2034"/>
                      <a:gd name="T5" fmla="*/ 0 h 2034"/>
                      <a:gd name="T6" fmla="*/ 0 w 2034"/>
                      <a:gd name="T7" fmla="*/ 0 h 2034"/>
                      <a:gd name="T8" fmla="*/ 0 w 2034"/>
                      <a:gd name="T9" fmla="*/ 0 h 2034"/>
                      <a:gd name="T10" fmla="*/ 0 w 2034"/>
                      <a:gd name="T11" fmla="*/ 0 h 2034"/>
                      <a:gd name="T12" fmla="*/ 0 w 2034"/>
                      <a:gd name="T13" fmla="*/ 0 h 2034"/>
                      <a:gd name="T14" fmla="*/ 0 w 2034"/>
                      <a:gd name="T15" fmla="*/ 0 h 2034"/>
                      <a:gd name="T16" fmla="*/ 0 w 2034"/>
                      <a:gd name="T17" fmla="*/ 0 h 2034"/>
                      <a:gd name="T18" fmla="*/ 0 w 2034"/>
                      <a:gd name="T19" fmla="*/ 0 h 2034"/>
                      <a:gd name="T20" fmla="*/ 0 w 2034"/>
                      <a:gd name="T21" fmla="*/ 0 h 2034"/>
                      <a:gd name="T22" fmla="*/ 0 w 2034"/>
                      <a:gd name="T23" fmla="*/ 0 h 2034"/>
                      <a:gd name="T24" fmla="*/ 0 w 2034"/>
                      <a:gd name="T25" fmla="*/ 0 h 2034"/>
                      <a:gd name="T26" fmla="*/ 0 w 2034"/>
                      <a:gd name="T27" fmla="*/ 0 h 2034"/>
                      <a:gd name="T28" fmla="*/ 0 w 2034"/>
                      <a:gd name="T29" fmla="*/ 0 h 2034"/>
                      <a:gd name="T30" fmla="*/ 0 w 2034"/>
                      <a:gd name="T31" fmla="*/ 0 h 2034"/>
                      <a:gd name="T32" fmla="*/ 0 w 2034"/>
                      <a:gd name="T33" fmla="*/ 0 h 2034"/>
                      <a:gd name="T34" fmla="*/ 0 w 2034"/>
                      <a:gd name="T35" fmla="*/ 0 h 2034"/>
                      <a:gd name="T36" fmla="*/ 0 w 2034"/>
                      <a:gd name="T37" fmla="*/ 0 h 2034"/>
                      <a:gd name="T38" fmla="*/ 0 w 2034"/>
                      <a:gd name="T39" fmla="*/ 0 h 2034"/>
                      <a:gd name="T40" fmla="*/ 0 w 2034"/>
                      <a:gd name="T41" fmla="*/ 0 h 2034"/>
                      <a:gd name="T42" fmla="*/ 0 w 2034"/>
                      <a:gd name="T43" fmla="*/ 0 h 2034"/>
                      <a:gd name="T44" fmla="*/ 0 w 2034"/>
                      <a:gd name="T45" fmla="*/ 0 h 2034"/>
                      <a:gd name="T46" fmla="*/ 0 w 2034"/>
                      <a:gd name="T47" fmla="*/ 0 h 2034"/>
                      <a:gd name="T48" fmla="*/ 0 w 2034"/>
                      <a:gd name="T49" fmla="*/ 0 h 2034"/>
                      <a:gd name="T50" fmla="*/ 0 w 2034"/>
                      <a:gd name="T51" fmla="*/ 0 h 2034"/>
                      <a:gd name="T52" fmla="*/ 0 w 2034"/>
                      <a:gd name="T53" fmla="*/ 0 h 2034"/>
                      <a:gd name="T54" fmla="*/ 0 w 2034"/>
                      <a:gd name="T55" fmla="*/ 0 h 2034"/>
                      <a:gd name="T56" fmla="*/ 0 w 2034"/>
                      <a:gd name="T57" fmla="*/ 0 h 2034"/>
                      <a:gd name="T58" fmla="*/ 0 w 2034"/>
                      <a:gd name="T59" fmla="*/ 0 h 2034"/>
                      <a:gd name="T60" fmla="*/ 0 w 2034"/>
                      <a:gd name="T61" fmla="*/ 0 h 2034"/>
                      <a:gd name="T62" fmla="*/ 0 w 2034"/>
                      <a:gd name="T63" fmla="*/ 0 h 2034"/>
                      <a:gd name="T64" fmla="*/ 0 w 2034"/>
                      <a:gd name="T65" fmla="*/ 0 h 2034"/>
                      <a:gd name="T66" fmla="*/ 0 w 2034"/>
                      <a:gd name="T67" fmla="*/ 0 h 2034"/>
                      <a:gd name="T68" fmla="*/ 0 w 2034"/>
                      <a:gd name="T69" fmla="*/ 0 h 2034"/>
                      <a:gd name="T70" fmla="*/ 0 w 2034"/>
                      <a:gd name="T71" fmla="*/ 0 h 2034"/>
                      <a:gd name="T72" fmla="*/ 0 w 2034"/>
                      <a:gd name="T73" fmla="*/ 0 h 2034"/>
                      <a:gd name="T74" fmla="*/ 0 w 2034"/>
                      <a:gd name="T75" fmla="*/ 0 h 2034"/>
                      <a:gd name="T76" fmla="*/ 0 w 2034"/>
                      <a:gd name="T77" fmla="*/ 0 h 2034"/>
                      <a:gd name="T78" fmla="*/ 0 w 2034"/>
                      <a:gd name="T79" fmla="*/ 0 h 2034"/>
                      <a:gd name="T80" fmla="*/ 0 w 2034"/>
                      <a:gd name="T81" fmla="*/ 0 h 2034"/>
                      <a:gd name="T82" fmla="*/ 0 w 2034"/>
                      <a:gd name="T83" fmla="*/ 0 h 2034"/>
                      <a:gd name="T84" fmla="*/ 0 w 2034"/>
                      <a:gd name="T85" fmla="*/ 0 h 2034"/>
                      <a:gd name="T86" fmla="*/ 0 w 2034"/>
                      <a:gd name="T87" fmla="*/ 0 h 2034"/>
                      <a:gd name="T88" fmla="*/ 0 w 2034"/>
                      <a:gd name="T89" fmla="*/ 0 h 2034"/>
                      <a:gd name="T90" fmla="*/ 0 w 2034"/>
                      <a:gd name="T91" fmla="*/ 0 h 2034"/>
                      <a:gd name="T92" fmla="*/ 0 w 2034"/>
                      <a:gd name="T93" fmla="*/ 0 h 2034"/>
                      <a:gd name="T94" fmla="*/ 0 w 2034"/>
                      <a:gd name="T95" fmla="*/ 0 h 2034"/>
                      <a:gd name="T96" fmla="*/ 0 w 2034"/>
                      <a:gd name="T97" fmla="*/ 0 h 2034"/>
                      <a:gd name="T98" fmla="*/ 0 w 2034"/>
                      <a:gd name="T99" fmla="*/ 0 h 2034"/>
                      <a:gd name="T100" fmla="*/ 0 w 2034"/>
                      <a:gd name="T101" fmla="*/ 0 h 2034"/>
                      <a:gd name="T102" fmla="*/ 0 w 2034"/>
                      <a:gd name="T103" fmla="*/ 0 h 2034"/>
                      <a:gd name="T104" fmla="*/ 0 w 2034"/>
                      <a:gd name="T105" fmla="*/ 0 h 2034"/>
                      <a:gd name="T106" fmla="*/ 0 w 2034"/>
                      <a:gd name="T107" fmla="*/ 0 h 203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034"/>
                      <a:gd name="T163" fmla="*/ 0 h 2034"/>
                      <a:gd name="T164" fmla="*/ 2034 w 2034"/>
                      <a:gd name="T165" fmla="*/ 2034 h 203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034" h="2034">
                        <a:moveTo>
                          <a:pt x="2034" y="1017"/>
                        </a:moveTo>
                        <a:lnTo>
                          <a:pt x="2034" y="1013"/>
                        </a:lnTo>
                        <a:lnTo>
                          <a:pt x="2034" y="1008"/>
                        </a:lnTo>
                        <a:lnTo>
                          <a:pt x="2034" y="1004"/>
                        </a:lnTo>
                        <a:lnTo>
                          <a:pt x="2034" y="998"/>
                        </a:lnTo>
                        <a:lnTo>
                          <a:pt x="2034" y="994"/>
                        </a:lnTo>
                        <a:lnTo>
                          <a:pt x="2034" y="990"/>
                        </a:lnTo>
                        <a:lnTo>
                          <a:pt x="2033" y="985"/>
                        </a:lnTo>
                        <a:lnTo>
                          <a:pt x="2033" y="981"/>
                        </a:lnTo>
                        <a:lnTo>
                          <a:pt x="1965" y="957"/>
                        </a:lnTo>
                        <a:lnTo>
                          <a:pt x="1965" y="965"/>
                        </a:lnTo>
                        <a:lnTo>
                          <a:pt x="1965" y="971"/>
                        </a:lnTo>
                        <a:lnTo>
                          <a:pt x="1966" y="979"/>
                        </a:lnTo>
                        <a:lnTo>
                          <a:pt x="1966" y="987"/>
                        </a:lnTo>
                        <a:lnTo>
                          <a:pt x="1966" y="994"/>
                        </a:lnTo>
                        <a:lnTo>
                          <a:pt x="1966" y="1002"/>
                        </a:lnTo>
                        <a:lnTo>
                          <a:pt x="1966" y="1009"/>
                        </a:lnTo>
                        <a:lnTo>
                          <a:pt x="1967" y="1017"/>
                        </a:lnTo>
                        <a:lnTo>
                          <a:pt x="1966" y="1025"/>
                        </a:lnTo>
                        <a:lnTo>
                          <a:pt x="1966" y="1032"/>
                        </a:lnTo>
                        <a:lnTo>
                          <a:pt x="1966" y="1040"/>
                        </a:lnTo>
                        <a:lnTo>
                          <a:pt x="1966" y="1047"/>
                        </a:lnTo>
                        <a:lnTo>
                          <a:pt x="1966" y="1055"/>
                        </a:lnTo>
                        <a:lnTo>
                          <a:pt x="1965" y="1062"/>
                        </a:lnTo>
                        <a:lnTo>
                          <a:pt x="1965" y="1069"/>
                        </a:lnTo>
                        <a:lnTo>
                          <a:pt x="1965" y="1077"/>
                        </a:lnTo>
                        <a:lnTo>
                          <a:pt x="2033" y="1053"/>
                        </a:lnTo>
                        <a:lnTo>
                          <a:pt x="2033" y="1048"/>
                        </a:lnTo>
                        <a:lnTo>
                          <a:pt x="2034" y="1044"/>
                        </a:lnTo>
                        <a:lnTo>
                          <a:pt x="2034" y="1039"/>
                        </a:lnTo>
                        <a:lnTo>
                          <a:pt x="2034" y="1034"/>
                        </a:lnTo>
                        <a:lnTo>
                          <a:pt x="2034" y="1030"/>
                        </a:lnTo>
                        <a:lnTo>
                          <a:pt x="2034" y="1026"/>
                        </a:lnTo>
                        <a:lnTo>
                          <a:pt x="2034" y="1021"/>
                        </a:lnTo>
                        <a:lnTo>
                          <a:pt x="2034" y="1017"/>
                        </a:lnTo>
                        <a:close/>
                        <a:moveTo>
                          <a:pt x="1727" y="289"/>
                        </a:moveTo>
                        <a:lnTo>
                          <a:pt x="1717" y="279"/>
                        </a:lnTo>
                        <a:lnTo>
                          <a:pt x="1707" y="269"/>
                        </a:lnTo>
                        <a:lnTo>
                          <a:pt x="1696" y="261"/>
                        </a:lnTo>
                        <a:lnTo>
                          <a:pt x="1685" y="251"/>
                        </a:lnTo>
                        <a:lnTo>
                          <a:pt x="1676" y="242"/>
                        </a:lnTo>
                        <a:lnTo>
                          <a:pt x="1665" y="232"/>
                        </a:lnTo>
                        <a:lnTo>
                          <a:pt x="1654" y="224"/>
                        </a:lnTo>
                        <a:lnTo>
                          <a:pt x="1643" y="215"/>
                        </a:lnTo>
                        <a:lnTo>
                          <a:pt x="1580" y="253"/>
                        </a:lnTo>
                        <a:lnTo>
                          <a:pt x="1595" y="264"/>
                        </a:lnTo>
                        <a:lnTo>
                          <a:pt x="1610" y="276"/>
                        </a:lnTo>
                        <a:lnTo>
                          <a:pt x="1626" y="289"/>
                        </a:lnTo>
                        <a:lnTo>
                          <a:pt x="1641" y="301"/>
                        </a:lnTo>
                        <a:lnTo>
                          <a:pt x="1655" y="314"/>
                        </a:lnTo>
                        <a:lnTo>
                          <a:pt x="1669" y="327"/>
                        </a:lnTo>
                        <a:lnTo>
                          <a:pt x="1683" y="341"/>
                        </a:lnTo>
                        <a:lnTo>
                          <a:pt x="1697" y="354"/>
                        </a:lnTo>
                        <a:lnTo>
                          <a:pt x="1727" y="289"/>
                        </a:lnTo>
                        <a:close/>
                        <a:moveTo>
                          <a:pt x="1088" y="2"/>
                        </a:moveTo>
                        <a:lnTo>
                          <a:pt x="1078" y="2"/>
                        </a:lnTo>
                        <a:lnTo>
                          <a:pt x="1069" y="1"/>
                        </a:lnTo>
                        <a:lnTo>
                          <a:pt x="1061" y="1"/>
                        </a:lnTo>
                        <a:lnTo>
                          <a:pt x="1052" y="0"/>
                        </a:lnTo>
                        <a:lnTo>
                          <a:pt x="1043" y="0"/>
                        </a:lnTo>
                        <a:lnTo>
                          <a:pt x="1035" y="0"/>
                        </a:lnTo>
                        <a:lnTo>
                          <a:pt x="1026" y="0"/>
                        </a:lnTo>
                        <a:lnTo>
                          <a:pt x="1017" y="0"/>
                        </a:lnTo>
                        <a:lnTo>
                          <a:pt x="1009" y="0"/>
                        </a:lnTo>
                        <a:lnTo>
                          <a:pt x="1000" y="0"/>
                        </a:lnTo>
                        <a:lnTo>
                          <a:pt x="990" y="0"/>
                        </a:lnTo>
                        <a:lnTo>
                          <a:pt x="981" y="0"/>
                        </a:lnTo>
                        <a:lnTo>
                          <a:pt x="973" y="1"/>
                        </a:lnTo>
                        <a:lnTo>
                          <a:pt x="964" y="1"/>
                        </a:lnTo>
                        <a:lnTo>
                          <a:pt x="955" y="2"/>
                        </a:lnTo>
                        <a:lnTo>
                          <a:pt x="947" y="2"/>
                        </a:lnTo>
                        <a:lnTo>
                          <a:pt x="928" y="72"/>
                        </a:lnTo>
                        <a:lnTo>
                          <a:pt x="939" y="71"/>
                        </a:lnTo>
                        <a:lnTo>
                          <a:pt x="950" y="71"/>
                        </a:lnTo>
                        <a:lnTo>
                          <a:pt x="961" y="69"/>
                        </a:lnTo>
                        <a:lnTo>
                          <a:pt x="973" y="68"/>
                        </a:lnTo>
                        <a:lnTo>
                          <a:pt x="984" y="68"/>
                        </a:lnTo>
                        <a:lnTo>
                          <a:pt x="994" y="68"/>
                        </a:lnTo>
                        <a:lnTo>
                          <a:pt x="1005" y="67"/>
                        </a:lnTo>
                        <a:lnTo>
                          <a:pt x="1017" y="67"/>
                        </a:lnTo>
                        <a:lnTo>
                          <a:pt x="1028" y="67"/>
                        </a:lnTo>
                        <a:lnTo>
                          <a:pt x="1040" y="68"/>
                        </a:lnTo>
                        <a:lnTo>
                          <a:pt x="1051" y="68"/>
                        </a:lnTo>
                        <a:lnTo>
                          <a:pt x="1062" y="68"/>
                        </a:lnTo>
                        <a:lnTo>
                          <a:pt x="1073" y="69"/>
                        </a:lnTo>
                        <a:lnTo>
                          <a:pt x="1085" y="71"/>
                        </a:lnTo>
                        <a:lnTo>
                          <a:pt x="1095" y="71"/>
                        </a:lnTo>
                        <a:lnTo>
                          <a:pt x="1106" y="72"/>
                        </a:lnTo>
                        <a:lnTo>
                          <a:pt x="1088" y="2"/>
                        </a:lnTo>
                        <a:close/>
                        <a:moveTo>
                          <a:pt x="391" y="215"/>
                        </a:moveTo>
                        <a:lnTo>
                          <a:pt x="381" y="224"/>
                        </a:lnTo>
                        <a:lnTo>
                          <a:pt x="370" y="232"/>
                        </a:lnTo>
                        <a:lnTo>
                          <a:pt x="359" y="241"/>
                        </a:lnTo>
                        <a:lnTo>
                          <a:pt x="348" y="251"/>
                        </a:lnTo>
                        <a:lnTo>
                          <a:pt x="338" y="260"/>
                        </a:lnTo>
                        <a:lnTo>
                          <a:pt x="327" y="269"/>
                        </a:lnTo>
                        <a:lnTo>
                          <a:pt x="318" y="279"/>
                        </a:lnTo>
                        <a:lnTo>
                          <a:pt x="307" y="289"/>
                        </a:lnTo>
                        <a:lnTo>
                          <a:pt x="337" y="354"/>
                        </a:lnTo>
                        <a:lnTo>
                          <a:pt x="351" y="341"/>
                        </a:lnTo>
                        <a:lnTo>
                          <a:pt x="365" y="327"/>
                        </a:lnTo>
                        <a:lnTo>
                          <a:pt x="380" y="314"/>
                        </a:lnTo>
                        <a:lnTo>
                          <a:pt x="394" y="301"/>
                        </a:lnTo>
                        <a:lnTo>
                          <a:pt x="408" y="289"/>
                        </a:lnTo>
                        <a:lnTo>
                          <a:pt x="423" y="276"/>
                        </a:lnTo>
                        <a:lnTo>
                          <a:pt x="438" y="264"/>
                        </a:lnTo>
                        <a:lnTo>
                          <a:pt x="454" y="253"/>
                        </a:lnTo>
                        <a:lnTo>
                          <a:pt x="391" y="215"/>
                        </a:lnTo>
                        <a:close/>
                        <a:moveTo>
                          <a:pt x="0" y="981"/>
                        </a:moveTo>
                        <a:lnTo>
                          <a:pt x="0" y="985"/>
                        </a:lnTo>
                        <a:lnTo>
                          <a:pt x="0" y="990"/>
                        </a:lnTo>
                        <a:lnTo>
                          <a:pt x="0" y="994"/>
                        </a:lnTo>
                        <a:lnTo>
                          <a:pt x="0" y="998"/>
                        </a:lnTo>
                        <a:lnTo>
                          <a:pt x="0" y="1004"/>
                        </a:lnTo>
                        <a:lnTo>
                          <a:pt x="0" y="1008"/>
                        </a:lnTo>
                        <a:lnTo>
                          <a:pt x="0" y="1013"/>
                        </a:lnTo>
                        <a:lnTo>
                          <a:pt x="0" y="1017"/>
                        </a:lnTo>
                        <a:lnTo>
                          <a:pt x="0" y="1021"/>
                        </a:lnTo>
                        <a:lnTo>
                          <a:pt x="0" y="1026"/>
                        </a:lnTo>
                        <a:lnTo>
                          <a:pt x="0" y="1030"/>
                        </a:lnTo>
                        <a:lnTo>
                          <a:pt x="0" y="1034"/>
                        </a:lnTo>
                        <a:lnTo>
                          <a:pt x="0" y="1039"/>
                        </a:lnTo>
                        <a:lnTo>
                          <a:pt x="0" y="1044"/>
                        </a:lnTo>
                        <a:lnTo>
                          <a:pt x="0" y="1048"/>
                        </a:lnTo>
                        <a:lnTo>
                          <a:pt x="0" y="1053"/>
                        </a:lnTo>
                        <a:lnTo>
                          <a:pt x="70" y="1077"/>
                        </a:lnTo>
                        <a:lnTo>
                          <a:pt x="70" y="1069"/>
                        </a:lnTo>
                        <a:lnTo>
                          <a:pt x="69" y="1062"/>
                        </a:lnTo>
                        <a:lnTo>
                          <a:pt x="69" y="1054"/>
                        </a:lnTo>
                        <a:lnTo>
                          <a:pt x="69" y="1047"/>
                        </a:lnTo>
                        <a:lnTo>
                          <a:pt x="68" y="1040"/>
                        </a:lnTo>
                        <a:lnTo>
                          <a:pt x="68" y="1032"/>
                        </a:lnTo>
                        <a:lnTo>
                          <a:pt x="68" y="1025"/>
                        </a:lnTo>
                        <a:lnTo>
                          <a:pt x="68" y="1017"/>
                        </a:lnTo>
                        <a:lnTo>
                          <a:pt x="68" y="1009"/>
                        </a:lnTo>
                        <a:lnTo>
                          <a:pt x="68" y="1002"/>
                        </a:lnTo>
                        <a:lnTo>
                          <a:pt x="68" y="994"/>
                        </a:lnTo>
                        <a:lnTo>
                          <a:pt x="69" y="987"/>
                        </a:lnTo>
                        <a:lnTo>
                          <a:pt x="69" y="979"/>
                        </a:lnTo>
                        <a:lnTo>
                          <a:pt x="69" y="971"/>
                        </a:lnTo>
                        <a:lnTo>
                          <a:pt x="70" y="965"/>
                        </a:lnTo>
                        <a:lnTo>
                          <a:pt x="70" y="957"/>
                        </a:lnTo>
                        <a:lnTo>
                          <a:pt x="0" y="981"/>
                        </a:lnTo>
                        <a:close/>
                        <a:moveTo>
                          <a:pt x="307" y="1745"/>
                        </a:moveTo>
                        <a:lnTo>
                          <a:pt x="318" y="1755"/>
                        </a:lnTo>
                        <a:lnTo>
                          <a:pt x="327" y="1765"/>
                        </a:lnTo>
                        <a:lnTo>
                          <a:pt x="337" y="1773"/>
                        </a:lnTo>
                        <a:lnTo>
                          <a:pt x="348" y="1783"/>
                        </a:lnTo>
                        <a:lnTo>
                          <a:pt x="359" y="1792"/>
                        </a:lnTo>
                        <a:lnTo>
                          <a:pt x="370" y="1801"/>
                        </a:lnTo>
                        <a:lnTo>
                          <a:pt x="381" y="1810"/>
                        </a:lnTo>
                        <a:lnTo>
                          <a:pt x="391" y="1819"/>
                        </a:lnTo>
                        <a:lnTo>
                          <a:pt x="453" y="1781"/>
                        </a:lnTo>
                        <a:lnTo>
                          <a:pt x="438" y="1769"/>
                        </a:lnTo>
                        <a:lnTo>
                          <a:pt x="423" y="1757"/>
                        </a:lnTo>
                        <a:lnTo>
                          <a:pt x="408" y="1745"/>
                        </a:lnTo>
                        <a:lnTo>
                          <a:pt x="394" y="1733"/>
                        </a:lnTo>
                        <a:lnTo>
                          <a:pt x="380" y="1720"/>
                        </a:lnTo>
                        <a:lnTo>
                          <a:pt x="365" y="1707"/>
                        </a:lnTo>
                        <a:lnTo>
                          <a:pt x="351" y="1693"/>
                        </a:lnTo>
                        <a:lnTo>
                          <a:pt x="337" y="1680"/>
                        </a:lnTo>
                        <a:lnTo>
                          <a:pt x="307" y="1745"/>
                        </a:lnTo>
                        <a:close/>
                        <a:moveTo>
                          <a:pt x="947" y="2032"/>
                        </a:moveTo>
                        <a:lnTo>
                          <a:pt x="955" y="2032"/>
                        </a:lnTo>
                        <a:lnTo>
                          <a:pt x="964" y="2033"/>
                        </a:lnTo>
                        <a:lnTo>
                          <a:pt x="973" y="2033"/>
                        </a:lnTo>
                        <a:lnTo>
                          <a:pt x="981" y="2033"/>
                        </a:lnTo>
                        <a:lnTo>
                          <a:pt x="990" y="2034"/>
                        </a:lnTo>
                        <a:lnTo>
                          <a:pt x="1000" y="2034"/>
                        </a:lnTo>
                        <a:lnTo>
                          <a:pt x="1009" y="2034"/>
                        </a:lnTo>
                        <a:lnTo>
                          <a:pt x="1017" y="2034"/>
                        </a:lnTo>
                        <a:lnTo>
                          <a:pt x="1026" y="2034"/>
                        </a:lnTo>
                        <a:lnTo>
                          <a:pt x="1035" y="2034"/>
                        </a:lnTo>
                        <a:lnTo>
                          <a:pt x="1043" y="2034"/>
                        </a:lnTo>
                        <a:lnTo>
                          <a:pt x="1052" y="2033"/>
                        </a:lnTo>
                        <a:lnTo>
                          <a:pt x="1061" y="2033"/>
                        </a:lnTo>
                        <a:lnTo>
                          <a:pt x="1069" y="2033"/>
                        </a:lnTo>
                        <a:lnTo>
                          <a:pt x="1078" y="2032"/>
                        </a:lnTo>
                        <a:lnTo>
                          <a:pt x="1088" y="2032"/>
                        </a:lnTo>
                        <a:lnTo>
                          <a:pt x="1106" y="1962"/>
                        </a:lnTo>
                        <a:lnTo>
                          <a:pt x="1095" y="1963"/>
                        </a:lnTo>
                        <a:lnTo>
                          <a:pt x="1085" y="1963"/>
                        </a:lnTo>
                        <a:lnTo>
                          <a:pt x="1073" y="1964"/>
                        </a:lnTo>
                        <a:lnTo>
                          <a:pt x="1062" y="1966"/>
                        </a:lnTo>
                        <a:lnTo>
                          <a:pt x="1051" y="1966"/>
                        </a:lnTo>
                        <a:lnTo>
                          <a:pt x="1040" y="1966"/>
                        </a:lnTo>
                        <a:lnTo>
                          <a:pt x="1028" y="1966"/>
                        </a:lnTo>
                        <a:lnTo>
                          <a:pt x="1017" y="1966"/>
                        </a:lnTo>
                        <a:lnTo>
                          <a:pt x="1005" y="1966"/>
                        </a:lnTo>
                        <a:lnTo>
                          <a:pt x="994" y="1966"/>
                        </a:lnTo>
                        <a:lnTo>
                          <a:pt x="984" y="1966"/>
                        </a:lnTo>
                        <a:lnTo>
                          <a:pt x="973" y="1966"/>
                        </a:lnTo>
                        <a:lnTo>
                          <a:pt x="961" y="1964"/>
                        </a:lnTo>
                        <a:lnTo>
                          <a:pt x="950" y="1963"/>
                        </a:lnTo>
                        <a:lnTo>
                          <a:pt x="939" y="1963"/>
                        </a:lnTo>
                        <a:lnTo>
                          <a:pt x="928" y="1962"/>
                        </a:lnTo>
                        <a:lnTo>
                          <a:pt x="947" y="2032"/>
                        </a:lnTo>
                        <a:close/>
                        <a:moveTo>
                          <a:pt x="1643" y="1819"/>
                        </a:moveTo>
                        <a:lnTo>
                          <a:pt x="1654" y="1810"/>
                        </a:lnTo>
                        <a:lnTo>
                          <a:pt x="1665" y="1801"/>
                        </a:lnTo>
                        <a:lnTo>
                          <a:pt x="1676" y="1792"/>
                        </a:lnTo>
                        <a:lnTo>
                          <a:pt x="1686" y="1783"/>
                        </a:lnTo>
                        <a:lnTo>
                          <a:pt x="1696" y="1773"/>
                        </a:lnTo>
                        <a:lnTo>
                          <a:pt x="1707" y="1765"/>
                        </a:lnTo>
                        <a:lnTo>
                          <a:pt x="1717" y="1755"/>
                        </a:lnTo>
                        <a:lnTo>
                          <a:pt x="1728" y="1745"/>
                        </a:lnTo>
                        <a:lnTo>
                          <a:pt x="1697" y="1679"/>
                        </a:lnTo>
                        <a:lnTo>
                          <a:pt x="1683" y="1693"/>
                        </a:lnTo>
                        <a:lnTo>
                          <a:pt x="1669" y="1706"/>
                        </a:lnTo>
                        <a:lnTo>
                          <a:pt x="1655" y="1720"/>
                        </a:lnTo>
                        <a:lnTo>
                          <a:pt x="1641" y="1732"/>
                        </a:lnTo>
                        <a:lnTo>
                          <a:pt x="1626" y="1745"/>
                        </a:lnTo>
                        <a:lnTo>
                          <a:pt x="1610" y="1757"/>
                        </a:lnTo>
                        <a:lnTo>
                          <a:pt x="1595" y="1769"/>
                        </a:lnTo>
                        <a:lnTo>
                          <a:pt x="1580" y="1781"/>
                        </a:lnTo>
                        <a:lnTo>
                          <a:pt x="1643" y="1819"/>
                        </a:lnTo>
                        <a:close/>
                      </a:path>
                    </a:pathLst>
                  </a:custGeom>
                  <a:solidFill>
                    <a:srgbClr val="E87B14"/>
                  </a:solidFill>
                  <a:ln>
                    <a:noFill/>
                  </a:ln>
                </p:spPr>
                <p:txBody>
                  <a:bodyPr/>
                  <a:lstStyle/>
                  <a:p>
                    <a:pPr>
                      <a:defRPr/>
                    </a:pPr>
                    <a:endParaRPr lang="en-US" sz="1050">
                      <a:latin typeface="+mj-lt"/>
                    </a:endParaRPr>
                  </a:p>
                </p:txBody>
              </p:sp>
              <p:sp>
                <p:nvSpPr>
                  <p:cNvPr id="41663" name="Freeform 442">
                    <a:extLst>
                      <a:ext uri="{FF2B5EF4-FFF2-40B4-BE49-F238E27FC236}">
                        <a16:creationId xmlns="" xmlns:a16="http://schemas.microsoft.com/office/drawing/2014/main" id="{1A6FCB7F-F76D-B37D-13F1-993D5D9BB51C}"/>
                      </a:ext>
                    </a:extLst>
                  </p:cNvPr>
                  <p:cNvSpPr>
                    <a:spLocks noEditPoints="1"/>
                  </p:cNvSpPr>
                  <p:nvPr/>
                </p:nvSpPr>
                <p:spPr bwMode="auto">
                  <a:xfrm>
                    <a:off x="3185" y="1887"/>
                    <a:ext cx="328" cy="338"/>
                  </a:xfrm>
                  <a:custGeom>
                    <a:avLst/>
                    <a:gdLst>
                      <a:gd name="T0" fmla="*/ 0 w 1966"/>
                      <a:gd name="T1" fmla="*/ 0 h 1966"/>
                      <a:gd name="T2" fmla="*/ 0 w 1966"/>
                      <a:gd name="T3" fmla="*/ 0 h 1966"/>
                      <a:gd name="T4" fmla="*/ 0 w 1966"/>
                      <a:gd name="T5" fmla="*/ 0 h 1966"/>
                      <a:gd name="T6" fmla="*/ 0 w 1966"/>
                      <a:gd name="T7" fmla="*/ 0 h 1966"/>
                      <a:gd name="T8" fmla="*/ 0 w 1966"/>
                      <a:gd name="T9" fmla="*/ 0 h 1966"/>
                      <a:gd name="T10" fmla="*/ 0 w 1966"/>
                      <a:gd name="T11" fmla="*/ 0 h 1966"/>
                      <a:gd name="T12" fmla="*/ 0 w 1966"/>
                      <a:gd name="T13" fmla="*/ 0 h 1966"/>
                      <a:gd name="T14" fmla="*/ 0 w 1966"/>
                      <a:gd name="T15" fmla="*/ 0 h 1966"/>
                      <a:gd name="T16" fmla="*/ 0 w 1966"/>
                      <a:gd name="T17" fmla="*/ 0 h 1966"/>
                      <a:gd name="T18" fmla="*/ 0 w 1966"/>
                      <a:gd name="T19" fmla="*/ 0 h 1966"/>
                      <a:gd name="T20" fmla="*/ 0 w 1966"/>
                      <a:gd name="T21" fmla="*/ 0 h 1966"/>
                      <a:gd name="T22" fmla="*/ 0 w 1966"/>
                      <a:gd name="T23" fmla="*/ 0 h 1966"/>
                      <a:gd name="T24" fmla="*/ 0 w 1966"/>
                      <a:gd name="T25" fmla="*/ 0 h 1966"/>
                      <a:gd name="T26" fmla="*/ 0 w 1966"/>
                      <a:gd name="T27" fmla="*/ 0 h 1966"/>
                      <a:gd name="T28" fmla="*/ 0 w 1966"/>
                      <a:gd name="T29" fmla="*/ 0 h 1966"/>
                      <a:gd name="T30" fmla="*/ 0 w 1966"/>
                      <a:gd name="T31" fmla="*/ 0 h 1966"/>
                      <a:gd name="T32" fmla="*/ 0 w 1966"/>
                      <a:gd name="T33" fmla="*/ 0 h 1966"/>
                      <a:gd name="T34" fmla="*/ 0 w 1966"/>
                      <a:gd name="T35" fmla="*/ 0 h 1966"/>
                      <a:gd name="T36" fmla="*/ 0 w 1966"/>
                      <a:gd name="T37" fmla="*/ 0 h 1966"/>
                      <a:gd name="T38" fmla="*/ 0 w 1966"/>
                      <a:gd name="T39" fmla="*/ 0 h 1966"/>
                      <a:gd name="T40" fmla="*/ 0 w 1966"/>
                      <a:gd name="T41" fmla="*/ 0 h 1966"/>
                      <a:gd name="T42" fmla="*/ 0 w 1966"/>
                      <a:gd name="T43" fmla="*/ 0 h 1966"/>
                      <a:gd name="T44" fmla="*/ 0 w 1966"/>
                      <a:gd name="T45" fmla="*/ 0 h 1966"/>
                      <a:gd name="T46" fmla="*/ 0 w 1966"/>
                      <a:gd name="T47" fmla="*/ 0 h 1966"/>
                      <a:gd name="T48" fmla="*/ 0 w 1966"/>
                      <a:gd name="T49" fmla="*/ 0 h 1966"/>
                      <a:gd name="T50" fmla="*/ 0 w 1966"/>
                      <a:gd name="T51" fmla="*/ 0 h 1966"/>
                      <a:gd name="T52" fmla="*/ 0 w 1966"/>
                      <a:gd name="T53" fmla="*/ 0 h 1966"/>
                      <a:gd name="T54" fmla="*/ 0 w 1966"/>
                      <a:gd name="T55" fmla="*/ 0 h 1966"/>
                      <a:gd name="T56" fmla="*/ 0 w 1966"/>
                      <a:gd name="T57" fmla="*/ 0 h 1966"/>
                      <a:gd name="T58" fmla="*/ 0 w 1966"/>
                      <a:gd name="T59" fmla="*/ 0 h 1966"/>
                      <a:gd name="T60" fmla="*/ 0 w 1966"/>
                      <a:gd name="T61" fmla="*/ 0 h 1966"/>
                      <a:gd name="T62" fmla="*/ 0 w 1966"/>
                      <a:gd name="T63" fmla="*/ 0 h 1966"/>
                      <a:gd name="T64" fmla="*/ 0 w 1966"/>
                      <a:gd name="T65" fmla="*/ 0 h 1966"/>
                      <a:gd name="T66" fmla="*/ 0 w 1966"/>
                      <a:gd name="T67" fmla="*/ 0 h 1966"/>
                      <a:gd name="T68" fmla="*/ 0 w 1966"/>
                      <a:gd name="T69" fmla="*/ 0 h 1966"/>
                      <a:gd name="T70" fmla="*/ 0 w 1966"/>
                      <a:gd name="T71" fmla="*/ 0 h 1966"/>
                      <a:gd name="T72" fmla="*/ 0 w 1966"/>
                      <a:gd name="T73" fmla="*/ 0 h 1966"/>
                      <a:gd name="T74" fmla="*/ 0 w 1966"/>
                      <a:gd name="T75" fmla="*/ 0 h 1966"/>
                      <a:gd name="T76" fmla="*/ 0 w 1966"/>
                      <a:gd name="T77" fmla="*/ 0 h 1966"/>
                      <a:gd name="T78" fmla="*/ 0 w 1966"/>
                      <a:gd name="T79" fmla="*/ 0 h 1966"/>
                      <a:gd name="T80" fmla="*/ 0 w 1966"/>
                      <a:gd name="T81" fmla="*/ 0 h 1966"/>
                      <a:gd name="T82" fmla="*/ 0 w 1966"/>
                      <a:gd name="T83" fmla="*/ 0 h 1966"/>
                      <a:gd name="T84" fmla="*/ 0 w 1966"/>
                      <a:gd name="T85" fmla="*/ 0 h 1966"/>
                      <a:gd name="T86" fmla="*/ 0 w 1966"/>
                      <a:gd name="T87" fmla="*/ 0 h 1966"/>
                      <a:gd name="T88" fmla="*/ 0 w 1966"/>
                      <a:gd name="T89" fmla="*/ 0 h 1966"/>
                      <a:gd name="T90" fmla="*/ 0 w 1966"/>
                      <a:gd name="T91" fmla="*/ 0 h 1966"/>
                      <a:gd name="T92" fmla="*/ 0 w 1966"/>
                      <a:gd name="T93" fmla="*/ 0 h 1966"/>
                      <a:gd name="T94" fmla="*/ 0 w 1966"/>
                      <a:gd name="T95" fmla="*/ 0 h 1966"/>
                      <a:gd name="T96" fmla="*/ 0 w 1966"/>
                      <a:gd name="T97" fmla="*/ 0 h 1966"/>
                      <a:gd name="T98" fmla="*/ 0 w 1966"/>
                      <a:gd name="T99" fmla="*/ 0 h 1966"/>
                      <a:gd name="T100" fmla="*/ 0 w 1966"/>
                      <a:gd name="T101" fmla="*/ 0 h 1966"/>
                      <a:gd name="T102" fmla="*/ 0 w 1966"/>
                      <a:gd name="T103" fmla="*/ 0 h 1966"/>
                      <a:gd name="T104" fmla="*/ 0 w 1966"/>
                      <a:gd name="T105" fmla="*/ 0 h 1966"/>
                      <a:gd name="T106" fmla="*/ 0 w 1966"/>
                      <a:gd name="T107" fmla="*/ 0 h 196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966"/>
                      <a:gd name="T163" fmla="*/ 0 h 1966"/>
                      <a:gd name="T164" fmla="*/ 1966 w 1966"/>
                      <a:gd name="T165" fmla="*/ 1966 h 196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966" h="1966">
                        <a:moveTo>
                          <a:pt x="1966" y="983"/>
                        </a:moveTo>
                        <a:lnTo>
                          <a:pt x="1966" y="976"/>
                        </a:lnTo>
                        <a:lnTo>
                          <a:pt x="1966" y="971"/>
                        </a:lnTo>
                        <a:lnTo>
                          <a:pt x="1966" y="964"/>
                        </a:lnTo>
                        <a:lnTo>
                          <a:pt x="1965" y="959"/>
                        </a:lnTo>
                        <a:lnTo>
                          <a:pt x="1965" y="953"/>
                        </a:lnTo>
                        <a:lnTo>
                          <a:pt x="1965" y="947"/>
                        </a:lnTo>
                        <a:lnTo>
                          <a:pt x="1965" y="941"/>
                        </a:lnTo>
                        <a:lnTo>
                          <a:pt x="1965" y="935"/>
                        </a:lnTo>
                        <a:lnTo>
                          <a:pt x="1896" y="910"/>
                        </a:lnTo>
                        <a:lnTo>
                          <a:pt x="1896" y="920"/>
                        </a:lnTo>
                        <a:lnTo>
                          <a:pt x="1897" y="929"/>
                        </a:lnTo>
                        <a:lnTo>
                          <a:pt x="1897" y="937"/>
                        </a:lnTo>
                        <a:lnTo>
                          <a:pt x="1898" y="947"/>
                        </a:lnTo>
                        <a:lnTo>
                          <a:pt x="1898" y="956"/>
                        </a:lnTo>
                        <a:lnTo>
                          <a:pt x="1898" y="964"/>
                        </a:lnTo>
                        <a:lnTo>
                          <a:pt x="1898" y="974"/>
                        </a:lnTo>
                        <a:lnTo>
                          <a:pt x="1898" y="983"/>
                        </a:lnTo>
                        <a:lnTo>
                          <a:pt x="1898" y="992"/>
                        </a:lnTo>
                        <a:lnTo>
                          <a:pt x="1898" y="1001"/>
                        </a:lnTo>
                        <a:lnTo>
                          <a:pt x="1898" y="1010"/>
                        </a:lnTo>
                        <a:lnTo>
                          <a:pt x="1898" y="1019"/>
                        </a:lnTo>
                        <a:lnTo>
                          <a:pt x="1897" y="1029"/>
                        </a:lnTo>
                        <a:lnTo>
                          <a:pt x="1897" y="1037"/>
                        </a:lnTo>
                        <a:lnTo>
                          <a:pt x="1896" y="1046"/>
                        </a:lnTo>
                        <a:lnTo>
                          <a:pt x="1896" y="1055"/>
                        </a:lnTo>
                        <a:lnTo>
                          <a:pt x="1965" y="1031"/>
                        </a:lnTo>
                        <a:lnTo>
                          <a:pt x="1965" y="1024"/>
                        </a:lnTo>
                        <a:lnTo>
                          <a:pt x="1965" y="1019"/>
                        </a:lnTo>
                        <a:lnTo>
                          <a:pt x="1965" y="1012"/>
                        </a:lnTo>
                        <a:lnTo>
                          <a:pt x="1965" y="1007"/>
                        </a:lnTo>
                        <a:lnTo>
                          <a:pt x="1966" y="1000"/>
                        </a:lnTo>
                        <a:lnTo>
                          <a:pt x="1966" y="995"/>
                        </a:lnTo>
                        <a:lnTo>
                          <a:pt x="1966" y="988"/>
                        </a:lnTo>
                        <a:lnTo>
                          <a:pt x="1966" y="983"/>
                        </a:lnTo>
                        <a:close/>
                        <a:moveTo>
                          <a:pt x="1679" y="288"/>
                        </a:moveTo>
                        <a:lnTo>
                          <a:pt x="1667" y="276"/>
                        </a:lnTo>
                        <a:lnTo>
                          <a:pt x="1654" y="265"/>
                        </a:lnTo>
                        <a:lnTo>
                          <a:pt x="1642" y="253"/>
                        </a:lnTo>
                        <a:lnTo>
                          <a:pt x="1630" y="242"/>
                        </a:lnTo>
                        <a:lnTo>
                          <a:pt x="1617" y="231"/>
                        </a:lnTo>
                        <a:lnTo>
                          <a:pt x="1604" y="220"/>
                        </a:lnTo>
                        <a:lnTo>
                          <a:pt x="1591" y="210"/>
                        </a:lnTo>
                        <a:lnTo>
                          <a:pt x="1577" y="200"/>
                        </a:lnTo>
                        <a:lnTo>
                          <a:pt x="1514" y="238"/>
                        </a:lnTo>
                        <a:lnTo>
                          <a:pt x="1532" y="251"/>
                        </a:lnTo>
                        <a:lnTo>
                          <a:pt x="1550" y="265"/>
                        </a:lnTo>
                        <a:lnTo>
                          <a:pt x="1567" y="278"/>
                        </a:lnTo>
                        <a:lnTo>
                          <a:pt x="1584" y="293"/>
                        </a:lnTo>
                        <a:lnTo>
                          <a:pt x="1600" y="307"/>
                        </a:lnTo>
                        <a:lnTo>
                          <a:pt x="1617" y="322"/>
                        </a:lnTo>
                        <a:lnTo>
                          <a:pt x="1632" y="338"/>
                        </a:lnTo>
                        <a:lnTo>
                          <a:pt x="1647" y="354"/>
                        </a:lnTo>
                        <a:lnTo>
                          <a:pt x="1679" y="288"/>
                        </a:lnTo>
                        <a:close/>
                        <a:moveTo>
                          <a:pt x="1063" y="3"/>
                        </a:moveTo>
                        <a:lnTo>
                          <a:pt x="1053" y="2"/>
                        </a:lnTo>
                        <a:lnTo>
                          <a:pt x="1043" y="2"/>
                        </a:lnTo>
                        <a:lnTo>
                          <a:pt x="1033" y="1"/>
                        </a:lnTo>
                        <a:lnTo>
                          <a:pt x="1023" y="1"/>
                        </a:lnTo>
                        <a:lnTo>
                          <a:pt x="1013" y="1"/>
                        </a:lnTo>
                        <a:lnTo>
                          <a:pt x="1003" y="0"/>
                        </a:lnTo>
                        <a:lnTo>
                          <a:pt x="993" y="0"/>
                        </a:lnTo>
                        <a:lnTo>
                          <a:pt x="983" y="0"/>
                        </a:lnTo>
                        <a:lnTo>
                          <a:pt x="973" y="0"/>
                        </a:lnTo>
                        <a:lnTo>
                          <a:pt x="963" y="0"/>
                        </a:lnTo>
                        <a:lnTo>
                          <a:pt x="953" y="1"/>
                        </a:lnTo>
                        <a:lnTo>
                          <a:pt x="943" y="1"/>
                        </a:lnTo>
                        <a:lnTo>
                          <a:pt x="933" y="1"/>
                        </a:lnTo>
                        <a:lnTo>
                          <a:pt x="923" y="2"/>
                        </a:lnTo>
                        <a:lnTo>
                          <a:pt x="914" y="2"/>
                        </a:lnTo>
                        <a:lnTo>
                          <a:pt x="904" y="3"/>
                        </a:lnTo>
                        <a:lnTo>
                          <a:pt x="884" y="72"/>
                        </a:lnTo>
                        <a:lnTo>
                          <a:pt x="896" y="71"/>
                        </a:lnTo>
                        <a:lnTo>
                          <a:pt x="909" y="70"/>
                        </a:lnTo>
                        <a:lnTo>
                          <a:pt x="921" y="69"/>
                        </a:lnTo>
                        <a:lnTo>
                          <a:pt x="933" y="69"/>
                        </a:lnTo>
                        <a:lnTo>
                          <a:pt x="946" y="68"/>
                        </a:lnTo>
                        <a:lnTo>
                          <a:pt x="958" y="68"/>
                        </a:lnTo>
                        <a:lnTo>
                          <a:pt x="970" y="68"/>
                        </a:lnTo>
                        <a:lnTo>
                          <a:pt x="983" y="67"/>
                        </a:lnTo>
                        <a:lnTo>
                          <a:pt x="995" y="68"/>
                        </a:lnTo>
                        <a:lnTo>
                          <a:pt x="1008" y="68"/>
                        </a:lnTo>
                        <a:lnTo>
                          <a:pt x="1020" y="68"/>
                        </a:lnTo>
                        <a:lnTo>
                          <a:pt x="1033" y="69"/>
                        </a:lnTo>
                        <a:lnTo>
                          <a:pt x="1045" y="69"/>
                        </a:lnTo>
                        <a:lnTo>
                          <a:pt x="1057" y="70"/>
                        </a:lnTo>
                        <a:lnTo>
                          <a:pt x="1069" y="71"/>
                        </a:lnTo>
                        <a:lnTo>
                          <a:pt x="1082" y="72"/>
                        </a:lnTo>
                        <a:lnTo>
                          <a:pt x="1063" y="3"/>
                        </a:lnTo>
                        <a:close/>
                        <a:moveTo>
                          <a:pt x="389" y="200"/>
                        </a:moveTo>
                        <a:lnTo>
                          <a:pt x="376" y="210"/>
                        </a:lnTo>
                        <a:lnTo>
                          <a:pt x="363" y="220"/>
                        </a:lnTo>
                        <a:lnTo>
                          <a:pt x="350" y="231"/>
                        </a:lnTo>
                        <a:lnTo>
                          <a:pt x="337" y="242"/>
                        </a:lnTo>
                        <a:lnTo>
                          <a:pt x="325" y="253"/>
                        </a:lnTo>
                        <a:lnTo>
                          <a:pt x="312" y="265"/>
                        </a:lnTo>
                        <a:lnTo>
                          <a:pt x="300" y="276"/>
                        </a:lnTo>
                        <a:lnTo>
                          <a:pt x="288" y="288"/>
                        </a:lnTo>
                        <a:lnTo>
                          <a:pt x="318" y="353"/>
                        </a:lnTo>
                        <a:lnTo>
                          <a:pt x="334" y="338"/>
                        </a:lnTo>
                        <a:lnTo>
                          <a:pt x="350" y="322"/>
                        </a:lnTo>
                        <a:lnTo>
                          <a:pt x="366" y="307"/>
                        </a:lnTo>
                        <a:lnTo>
                          <a:pt x="382" y="292"/>
                        </a:lnTo>
                        <a:lnTo>
                          <a:pt x="399" y="278"/>
                        </a:lnTo>
                        <a:lnTo>
                          <a:pt x="416" y="265"/>
                        </a:lnTo>
                        <a:lnTo>
                          <a:pt x="434" y="251"/>
                        </a:lnTo>
                        <a:lnTo>
                          <a:pt x="452" y="238"/>
                        </a:lnTo>
                        <a:lnTo>
                          <a:pt x="389" y="200"/>
                        </a:lnTo>
                        <a:close/>
                        <a:moveTo>
                          <a:pt x="1" y="935"/>
                        </a:moveTo>
                        <a:lnTo>
                          <a:pt x="1" y="941"/>
                        </a:lnTo>
                        <a:lnTo>
                          <a:pt x="1" y="947"/>
                        </a:lnTo>
                        <a:lnTo>
                          <a:pt x="0" y="953"/>
                        </a:lnTo>
                        <a:lnTo>
                          <a:pt x="0" y="959"/>
                        </a:lnTo>
                        <a:lnTo>
                          <a:pt x="0" y="964"/>
                        </a:lnTo>
                        <a:lnTo>
                          <a:pt x="0" y="971"/>
                        </a:lnTo>
                        <a:lnTo>
                          <a:pt x="0" y="976"/>
                        </a:lnTo>
                        <a:lnTo>
                          <a:pt x="0" y="983"/>
                        </a:lnTo>
                        <a:lnTo>
                          <a:pt x="0" y="988"/>
                        </a:lnTo>
                        <a:lnTo>
                          <a:pt x="0" y="995"/>
                        </a:lnTo>
                        <a:lnTo>
                          <a:pt x="0" y="1000"/>
                        </a:lnTo>
                        <a:lnTo>
                          <a:pt x="0" y="1007"/>
                        </a:lnTo>
                        <a:lnTo>
                          <a:pt x="0" y="1012"/>
                        </a:lnTo>
                        <a:lnTo>
                          <a:pt x="1" y="1019"/>
                        </a:lnTo>
                        <a:lnTo>
                          <a:pt x="1" y="1024"/>
                        </a:lnTo>
                        <a:lnTo>
                          <a:pt x="1" y="1031"/>
                        </a:lnTo>
                        <a:lnTo>
                          <a:pt x="71" y="1055"/>
                        </a:lnTo>
                        <a:lnTo>
                          <a:pt x="70" y="1046"/>
                        </a:lnTo>
                        <a:lnTo>
                          <a:pt x="70" y="1037"/>
                        </a:lnTo>
                        <a:lnTo>
                          <a:pt x="69" y="1029"/>
                        </a:lnTo>
                        <a:lnTo>
                          <a:pt x="69" y="1019"/>
                        </a:lnTo>
                        <a:lnTo>
                          <a:pt x="69" y="1010"/>
                        </a:lnTo>
                        <a:lnTo>
                          <a:pt x="69" y="1001"/>
                        </a:lnTo>
                        <a:lnTo>
                          <a:pt x="67" y="992"/>
                        </a:lnTo>
                        <a:lnTo>
                          <a:pt x="67" y="983"/>
                        </a:lnTo>
                        <a:lnTo>
                          <a:pt x="67" y="974"/>
                        </a:lnTo>
                        <a:lnTo>
                          <a:pt x="69" y="964"/>
                        </a:lnTo>
                        <a:lnTo>
                          <a:pt x="69" y="956"/>
                        </a:lnTo>
                        <a:lnTo>
                          <a:pt x="69" y="947"/>
                        </a:lnTo>
                        <a:lnTo>
                          <a:pt x="69" y="937"/>
                        </a:lnTo>
                        <a:lnTo>
                          <a:pt x="70" y="929"/>
                        </a:lnTo>
                        <a:lnTo>
                          <a:pt x="70" y="920"/>
                        </a:lnTo>
                        <a:lnTo>
                          <a:pt x="71" y="910"/>
                        </a:lnTo>
                        <a:lnTo>
                          <a:pt x="1" y="935"/>
                        </a:lnTo>
                        <a:close/>
                        <a:moveTo>
                          <a:pt x="288" y="1678"/>
                        </a:moveTo>
                        <a:lnTo>
                          <a:pt x="300" y="1690"/>
                        </a:lnTo>
                        <a:lnTo>
                          <a:pt x="312" y="1701"/>
                        </a:lnTo>
                        <a:lnTo>
                          <a:pt x="325" y="1713"/>
                        </a:lnTo>
                        <a:lnTo>
                          <a:pt x="337" y="1724"/>
                        </a:lnTo>
                        <a:lnTo>
                          <a:pt x="350" y="1735"/>
                        </a:lnTo>
                        <a:lnTo>
                          <a:pt x="362" y="1746"/>
                        </a:lnTo>
                        <a:lnTo>
                          <a:pt x="375" y="1756"/>
                        </a:lnTo>
                        <a:lnTo>
                          <a:pt x="389" y="1766"/>
                        </a:lnTo>
                        <a:lnTo>
                          <a:pt x="451" y="1728"/>
                        </a:lnTo>
                        <a:lnTo>
                          <a:pt x="434" y="1715"/>
                        </a:lnTo>
                        <a:lnTo>
                          <a:pt x="416" y="1701"/>
                        </a:lnTo>
                        <a:lnTo>
                          <a:pt x="399" y="1688"/>
                        </a:lnTo>
                        <a:lnTo>
                          <a:pt x="382" y="1673"/>
                        </a:lnTo>
                        <a:lnTo>
                          <a:pt x="366" y="1659"/>
                        </a:lnTo>
                        <a:lnTo>
                          <a:pt x="350" y="1644"/>
                        </a:lnTo>
                        <a:lnTo>
                          <a:pt x="334" y="1628"/>
                        </a:lnTo>
                        <a:lnTo>
                          <a:pt x="318" y="1612"/>
                        </a:lnTo>
                        <a:lnTo>
                          <a:pt x="288" y="1678"/>
                        </a:lnTo>
                        <a:close/>
                        <a:moveTo>
                          <a:pt x="904" y="1963"/>
                        </a:moveTo>
                        <a:lnTo>
                          <a:pt x="914" y="1963"/>
                        </a:lnTo>
                        <a:lnTo>
                          <a:pt x="923" y="1964"/>
                        </a:lnTo>
                        <a:lnTo>
                          <a:pt x="933" y="1965"/>
                        </a:lnTo>
                        <a:lnTo>
                          <a:pt x="943" y="1965"/>
                        </a:lnTo>
                        <a:lnTo>
                          <a:pt x="953" y="1965"/>
                        </a:lnTo>
                        <a:lnTo>
                          <a:pt x="963" y="1966"/>
                        </a:lnTo>
                        <a:lnTo>
                          <a:pt x="973" y="1966"/>
                        </a:lnTo>
                        <a:lnTo>
                          <a:pt x="983" y="1966"/>
                        </a:lnTo>
                        <a:lnTo>
                          <a:pt x="993" y="1966"/>
                        </a:lnTo>
                        <a:lnTo>
                          <a:pt x="1003" y="1966"/>
                        </a:lnTo>
                        <a:lnTo>
                          <a:pt x="1014" y="1965"/>
                        </a:lnTo>
                        <a:lnTo>
                          <a:pt x="1023" y="1965"/>
                        </a:lnTo>
                        <a:lnTo>
                          <a:pt x="1033" y="1965"/>
                        </a:lnTo>
                        <a:lnTo>
                          <a:pt x="1043" y="1964"/>
                        </a:lnTo>
                        <a:lnTo>
                          <a:pt x="1053" y="1963"/>
                        </a:lnTo>
                        <a:lnTo>
                          <a:pt x="1063" y="1963"/>
                        </a:lnTo>
                        <a:lnTo>
                          <a:pt x="1082" y="1894"/>
                        </a:lnTo>
                        <a:lnTo>
                          <a:pt x="1069" y="1895"/>
                        </a:lnTo>
                        <a:lnTo>
                          <a:pt x="1057" y="1896"/>
                        </a:lnTo>
                        <a:lnTo>
                          <a:pt x="1045" y="1896"/>
                        </a:lnTo>
                        <a:lnTo>
                          <a:pt x="1033" y="1897"/>
                        </a:lnTo>
                        <a:lnTo>
                          <a:pt x="1020" y="1898"/>
                        </a:lnTo>
                        <a:lnTo>
                          <a:pt x="1008" y="1898"/>
                        </a:lnTo>
                        <a:lnTo>
                          <a:pt x="995" y="1898"/>
                        </a:lnTo>
                        <a:lnTo>
                          <a:pt x="983" y="1898"/>
                        </a:lnTo>
                        <a:lnTo>
                          <a:pt x="970" y="1898"/>
                        </a:lnTo>
                        <a:lnTo>
                          <a:pt x="958" y="1898"/>
                        </a:lnTo>
                        <a:lnTo>
                          <a:pt x="946" y="1898"/>
                        </a:lnTo>
                        <a:lnTo>
                          <a:pt x="933" y="1897"/>
                        </a:lnTo>
                        <a:lnTo>
                          <a:pt x="921" y="1896"/>
                        </a:lnTo>
                        <a:lnTo>
                          <a:pt x="909" y="1896"/>
                        </a:lnTo>
                        <a:lnTo>
                          <a:pt x="896" y="1895"/>
                        </a:lnTo>
                        <a:lnTo>
                          <a:pt x="884" y="1894"/>
                        </a:lnTo>
                        <a:lnTo>
                          <a:pt x="904" y="1963"/>
                        </a:lnTo>
                        <a:close/>
                        <a:moveTo>
                          <a:pt x="1577" y="1765"/>
                        </a:moveTo>
                        <a:lnTo>
                          <a:pt x="1591" y="1756"/>
                        </a:lnTo>
                        <a:lnTo>
                          <a:pt x="1604" y="1745"/>
                        </a:lnTo>
                        <a:lnTo>
                          <a:pt x="1617" y="1735"/>
                        </a:lnTo>
                        <a:lnTo>
                          <a:pt x="1630" y="1724"/>
                        </a:lnTo>
                        <a:lnTo>
                          <a:pt x="1642" y="1713"/>
                        </a:lnTo>
                        <a:lnTo>
                          <a:pt x="1654" y="1701"/>
                        </a:lnTo>
                        <a:lnTo>
                          <a:pt x="1667" y="1690"/>
                        </a:lnTo>
                        <a:lnTo>
                          <a:pt x="1679" y="1678"/>
                        </a:lnTo>
                        <a:lnTo>
                          <a:pt x="1648" y="1612"/>
                        </a:lnTo>
                        <a:lnTo>
                          <a:pt x="1632" y="1628"/>
                        </a:lnTo>
                        <a:lnTo>
                          <a:pt x="1617" y="1644"/>
                        </a:lnTo>
                        <a:lnTo>
                          <a:pt x="1600" y="1659"/>
                        </a:lnTo>
                        <a:lnTo>
                          <a:pt x="1584" y="1673"/>
                        </a:lnTo>
                        <a:lnTo>
                          <a:pt x="1567" y="1687"/>
                        </a:lnTo>
                        <a:lnTo>
                          <a:pt x="1550" y="1701"/>
                        </a:lnTo>
                        <a:lnTo>
                          <a:pt x="1533" y="1715"/>
                        </a:lnTo>
                        <a:lnTo>
                          <a:pt x="1514" y="1728"/>
                        </a:lnTo>
                        <a:lnTo>
                          <a:pt x="1577" y="1765"/>
                        </a:lnTo>
                        <a:close/>
                      </a:path>
                    </a:pathLst>
                  </a:custGeom>
                  <a:solidFill>
                    <a:srgbClr val="E87E15"/>
                  </a:solidFill>
                  <a:ln>
                    <a:noFill/>
                  </a:ln>
                </p:spPr>
                <p:txBody>
                  <a:bodyPr/>
                  <a:lstStyle/>
                  <a:p>
                    <a:pPr>
                      <a:defRPr/>
                    </a:pPr>
                    <a:endParaRPr lang="en-US" sz="1050">
                      <a:latin typeface="+mj-lt"/>
                    </a:endParaRPr>
                  </a:p>
                </p:txBody>
              </p:sp>
              <p:sp>
                <p:nvSpPr>
                  <p:cNvPr id="41664" name="Freeform 443">
                    <a:extLst>
                      <a:ext uri="{FF2B5EF4-FFF2-40B4-BE49-F238E27FC236}">
                        <a16:creationId xmlns="" xmlns:a16="http://schemas.microsoft.com/office/drawing/2014/main" id="{E8973F57-3FF8-4708-F82E-88A338FA92B4}"/>
                      </a:ext>
                    </a:extLst>
                  </p:cNvPr>
                  <p:cNvSpPr>
                    <a:spLocks noEditPoints="1"/>
                  </p:cNvSpPr>
                  <p:nvPr/>
                </p:nvSpPr>
                <p:spPr bwMode="auto">
                  <a:xfrm>
                    <a:off x="3190" y="1891"/>
                    <a:ext cx="319" cy="334"/>
                  </a:xfrm>
                  <a:custGeom>
                    <a:avLst/>
                    <a:gdLst>
                      <a:gd name="T0" fmla="*/ 0 w 1899"/>
                      <a:gd name="T1" fmla="*/ 0 h 1900"/>
                      <a:gd name="T2" fmla="*/ 0 w 1899"/>
                      <a:gd name="T3" fmla="*/ 0 h 1900"/>
                      <a:gd name="T4" fmla="*/ 0 w 1899"/>
                      <a:gd name="T5" fmla="*/ 0 h 1900"/>
                      <a:gd name="T6" fmla="*/ 0 w 1899"/>
                      <a:gd name="T7" fmla="*/ 0 h 1900"/>
                      <a:gd name="T8" fmla="*/ 0 w 1899"/>
                      <a:gd name="T9" fmla="*/ 0 h 1900"/>
                      <a:gd name="T10" fmla="*/ 0 w 1899"/>
                      <a:gd name="T11" fmla="*/ 0 h 1900"/>
                      <a:gd name="T12" fmla="*/ 0 w 1899"/>
                      <a:gd name="T13" fmla="*/ 0 h 1900"/>
                      <a:gd name="T14" fmla="*/ 0 w 1899"/>
                      <a:gd name="T15" fmla="*/ 0 h 1900"/>
                      <a:gd name="T16" fmla="*/ 0 w 1899"/>
                      <a:gd name="T17" fmla="*/ 0 h 1900"/>
                      <a:gd name="T18" fmla="*/ 0 w 1899"/>
                      <a:gd name="T19" fmla="*/ 0 h 1900"/>
                      <a:gd name="T20" fmla="*/ 0 w 1899"/>
                      <a:gd name="T21" fmla="*/ 0 h 1900"/>
                      <a:gd name="T22" fmla="*/ 0 w 1899"/>
                      <a:gd name="T23" fmla="*/ 0 h 1900"/>
                      <a:gd name="T24" fmla="*/ 0 w 1899"/>
                      <a:gd name="T25" fmla="*/ 0 h 1900"/>
                      <a:gd name="T26" fmla="*/ 0 w 1899"/>
                      <a:gd name="T27" fmla="*/ 0 h 1900"/>
                      <a:gd name="T28" fmla="*/ 0 w 1899"/>
                      <a:gd name="T29" fmla="*/ 0 h 1900"/>
                      <a:gd name="T30" fmla="*/ 0 w 1899"/>
                      <a:gd name="T31" fmla="*/ 0 h 1900"/>
                      <a:gd name="T32" fmla="*/ 0 w 1899"/>
                      <a:gd name="T33" fmla="*/ 0 h 1900"/>
                      <a:gd name="T34" fmla="*/ 0 w 1899"/>
                      <a:gd name="T35" fmla="*/ 0 h 1900"/>
                      <a:gd name="T36" fmla="*/ 0 w 1899"/>
                      <a:gd name="T37" fmla="*/ 0 h 1900"/>
                      <a:gd name="T38" fmla="*/ 0 w 1899"/>
                      <a:gd name="T39" fmla="*/ 0 h 1900"/>
                      <a:gd name="T40" fmla="*/ 0 w 1899"/>
                      <a:gd name="T41" fmla="*/ 0 h 1900"/>
                      <a:gd name="T42" fmla="*/ 0 w 1899"/>
                      <a:gd name="T43" fmla="*/ 0 h 1900"/>
                      <a:gd name="T44" fmla="*/ 0 w 1899"/>
                      <a:gd name="T45" fmla="*/ 0 h 1900"/>
                      <a:gd name="T46" fmla="*/ 0 w 1899"/>
                      <a:gd name="T47" fmla="*/ 0 h 1900"/>
                      <a:gd name="T48" fmla="*/ 0 w 1899"/>
                      <a:gd name="T49" fmla="*/ 0 h 1900"/>
                      <a:gd name="T50" fmla="*/ 0 w 1899"/>
                      <a:gd name="T51" fmla="*/ 0 h 1900"/>
                      <a:gd name="T52" fmla="*/ 0 w 1899"/>
                      <a:gd name="T53" fmla="*/ 0 h 1900"/>
                      <a:gd name="T54" fmla="*/ 0 w 1899"/>
                      <a:gd name="T55" fmla="*/ 0 h 1900"/>
                      <a:gd name="T56" fmla="*/ 0 w 1899"/>
                      <a:gd name="T57" fmla="*/ 0 h 1900"/>
                      <a:gd name="T58" fmla="*/ 0 w 1899"/>
                      <a:gd name="T59" fmla="*/ 0 h 1900"/>
                      <a:gd name="T60" fmla="*/ 0 w 1899"/>
                      <a:gd name="T61" fmla="*/ 0 h 1900"/>
                      <a:gd name="T62" fmla="*/ 0 w 1899"/>
                      <a:gd name="T63" fmla="*/ 0 h 1900"/>
                      <a:gd name="T64" fmla="*/ 0 w 1899"/>
                      <a:gd name="T65" fmla="*/ 0 h 1900"/>
                      <a:gd name="T66" fmla="*/ 0 w 1899"/>
                      <a:gd name="T67" fmla="*/ 0 h 1900"/>
                      <a:gd name="T68" fmla="*/ 0 w 1899"/>
                      <a:gd name="T69" fmla="*/ 0 h 1900"/>
                      <a:gd name="T70" fmla="*/ 0 w 1899"/>
                      <a:gd name="T71" fmla="*/ 0 h 1900"/>
                      <a:gd name="T72" fmla="*/ 0 w 1899"/>
                      <a:gd name="T73" fmla="*/ 0 h 1900"/>
                      <a:gd name="T74" fmla="*/ 0 w 1899"/>
                      <a:gd name="T75" fmla="*/ 0 h 1900"/>
                      <a:gd name="T76" fmla="*/ 0 w 1899"/>
                      <a:gd name="T77" fmla="*/ 0 h 1900"/>
                      <a:gd name="T78" fmla="*/ 0 w 1899"/>
                      <a:gd name="T79" fmla="*/ 0 h 1900"/>
                      <a:gd name="T80" fmla="*/ 0 w 1899"/>
                      <a:gd name="T81" fmla="*/ 0 h 1900"/>
                      <a:gd name="T82" fmla="*/ 0 w 1899"/>
                      <a:gd name="T83" fmla="*/ 0 h 1900"/>
                      <a:gd name="T84" fmla="*/ 0 w 1899"/>
                      <a:gd name="T85" fmla="*/ 0 h 1900"/>
                      <a:gd name="T86" fmla="*/ 0 w 1899"/>
                      <a:gd name="T87" fmla="*/ 0 h 1900"/>
                      <a:gd name="T88" fmla="*/ 0 w 1899"/>
                      <a:gd name="T89" fmla="*/ 0 h 1900"/>
                      <a:gd name="T90" fmla="*/ 0 w 1899"/>
                      <a:gd name="T91" fmla="*/ 0 h 1900"/>
                      <a:gd name="T92" fmla="*/ 0 w 1899"/>
                      <a:gd name="T93" fmla="*/ 0 h 1900"/>
                      <a:gd name="T94" fmla="*/ 0 w 1899"/>
                      <a:gd name="T95" fmla="*/ 0 h 1900"/>
                      <a:gd name="T96" fmla="*/ 0 w 1899"/>
                      <a:gd name="T97" fmla="*/ 0 h 1900"/>
                      <a:gd name="T98" fmla="*/ 0 w 1899"/>
                      <a:gd name="T99" fmla="*/ 0 h 1900"/>
                      <a:gd name="T100" fmla="*/ 0 w 1899"/>
                      <a:gd name="T101" fmla="*/ 0 h 1900"/>
                      <a:gd name="T102" fmla="*/ 0 w 1899"/>
                      <a:gd name="T103" fmla="*/ 0 h 1900"/>
                      <a:gd name="T104" fmla="*/ 0 w 1899"/>
                      <a:gd name="T105" fmla="*/ 0 h 1900"/>
                      <a:gd name="T106" fmla="*/ 0 w 1899"/>
                      <a:gd name="T107" fmla="*/ 0 h 190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899"/>
                      <a:gd name="T163" fmla="*/ 0 h 1900"/>
                      <a:gd name="T164" fmla="*/ 1899 w 1899"/>
                      <a:gd name="T165" fmla="*/ 1900 h 190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899" h="1900">
                        <a:moveTo>
                          <a:pt x="1899" y="950"/>
                        </a:moveTo>
                        <a:lnTo>
                          <a:pt x="1898" y="942"/>
                        </a:lnTo>
                        <a:lnTo>
                          <a:pt x="1898" y="935"/>
                        </a:lnTo>
                        <a:lnTo>
                          <a:pt x="1898" y="927"/>
                        </a:lnTo>
                        <a:lnTo>
                          <a:pt x="1898" y="920"/>
                        </a:lnTo>
                        <a:lnTo>
                          <a:pt x="1898" y="912"/>
                        </a:lnTo>
                        <a:lnTo>
                          <a:pt x="1897" y="904"/>
                        </a:lnTo>
                        <a:lnTo>
                          <a:pt x="1897" y="898"/>
                        </a:lnTo>
                        <a:lnTo>
                          <a:pt x="1897" y="890"/>
                        </a:lnTo>
                        <a:lnTo>
                          <a:pt x="1826" y="865"/>
                        </a:lnTo>
                        <a:lnTo>
                          <a:pt x="1827" y="876"/>
                        </a:lnTo>
                        <a:lnTo>
                          <a:pt x="1828" y="886"/>
                        </a:lnTo>
                        <a:lnTo>
                          <a:pt x="1829" y="897"/>
                        </a:lnTo>
                        <a:lnTo>
                          <a:pt x="1829" y="908"/>
                        </a:lnTo>
                        <a:lnTo>
                          <a:pt x="1830" y="917"/>
                        </a:lnTo>
                        <a:lnTo>
                          <a:pt x="1830" y="928"/>
                        </a:lnTo>
                        <a:lnTo>
                          <a:pt x="1830" y="939"/>
                        </a:lnTo>
                        <a:lnTo>
                          <a:pt x="1830" y="950"/>
                        </a:lnTo>
                        <a:lnTo>
                          <a:pt x="1830" y="961"/>
                        </a:lnTo>
                        <a:lnTo>
                          <a:pt x="1830" y="972"/>
                        </a:lnTo>
                        <a:lnTo>
                          <a:pt x="1830" y="981"/>
                        </a:lnTo>
                        <a:lnTo>
                          <a:pt x="1829" y="992"/>
                        </a:lnTo>
                        <a:lnTo>
                          <a:pt x="1829" y="1003"/>
                        </a:lnTo>
                        <a:lnTo>
                          <a:pt x="1828" y="1013"/>
                        </a:lnTo>
                        <a:lnTo>
                          <a:pt x="1827" y="1024"/>
                        </a:lnTo>
                        <a:lnTo>
                          <a:pt x="1826" y="1035"/>
                        </a:lnTo>
                        <a:lnTo>
                          <a:pt x="1897" y="1010"/>
                        </a:lnTo>
                        <a:lnTo>
                          <a:pt x="1897" y="1002"/>
                        </a:lnTo>
                        <a:lnTo>
                          <a:pt x="1897" y="995"/>
                        </a:lnTo>
                        <a:lnTo>
                          <a:pt x="1898" y="987"/>
                        </a:lnTo>
                        <a:lnTo>
                          <a:pt x="1898" y="980"/>
                        </a:lnTo>
                        <a:lnTo>
                          <a:pt x="1898" y="973"/>
                        </a:lnTo>
                        <a:lnTo>
                          <a:pt x="1898" y="965"/>
                        </a:lnTo>
                        <a:lnTo>
                          <a:pt x="1898" y="958"/>
                        </a:lnTo>
                        <a:lnTo>
                          <a:pt x="1899" y="950"/>
                        </a:lnTo>
                        <a:close/>
                        <a:moveTo>
                          <a:pt x="1629" y="287"/>
                        </a:moveTo>
                        <a:lnTo>
                          <a:pt x="1615" y="274"/>
                        </a:lnTo>
                        <a:lnTo>
                          <a:pt x="1601" y="260"/>
                        </a:lnTo>
                        <a:lnTo>
                          <a:pt x="1587" y="247"/>
                        </a:lnTo>
                        <a:lnTo>
                          <a:pt x="1573" y="234"/>
                        </a:lnTo>
                        <a:lnTo>
                          <a:pt x="1558" y="222"/>
                        </a:lnTo>
                        <a:lnTo>
                          <a:pt x="1542" y="209"/>
                        </a:lnTo>
                        <a:lnTo>
                          <a:pt x="1527" y="197"/>
                        </a:lnTo>
                        <a:lnTo>
                          <a:pt x="1512" y="186"/>
                        </a:lnTo>
                        <a:lnTo>
                          <a:pt x="1449" y="224"/>
                        </a:lnTo>
                        <a:lnTo>
                          <a:pt x="1469" y="238"/>
                        </a:lnTo>
                        <a:lnTo>
                          <a:pt x="1489" y="253"/>
                        </a:lnTo>
                        <a:lnTo>
                          <a:pt x="1509" y="269"/>
                        </a:lnTo>
                        <a:lnTo>
                          <a:pt x="1527" y="285"/>
                        </a:lnTo>
                        <a:lnTo>
                          <a:pt x="1546" y="301"/>
                        </a:lnTo>
                        <a:lnTo>
                          <a:pt x="1563" y="319"/>
                        </a:lnTo>
                        <a:lnTo>
                          <a:pt x="1581" y="336"/>
                        </a:lnTo>
                        <a:lnTo>
                          <a:pt x="1598" y="353"/>
                        </a:lnTo>
                        <a:lnTo>
                          <a:pt x="1629" y="287"/>
                        </a:lnTo>
                        <a:close/>
                        <a:moveTo>
                          <a:pt x="1038" y="5"/>
                        </a:moveTo>
                        <a:lnTo>
                          <a:pt x="1027" y="4"/>
                        </a:lnTo>
                        <a:lnTo>
                          <a:pt x="1017" y="2"/>
                        </a:lnTo>
                        <a:lnTo>
                          <a:pt x="1005" y="2"/>
                        </a:lnTo>
                        <a:lnTo>
                          <a:pt x="994" y="1"/>
                        </a:lnTo>
                        <a:lnTo>
                          <a:pt x="983" y="1"/>
                        </a:lnTo>
                        <a:lnTo>
                          <a:pt x="972" y="1"/>
                        </a:lnTo>
                        <a:lnTo>
                          <a:pt x="960" y="0"/>
                        </a:lnTo>
                        <a:lnTo>
                          <a:pt x="949" y="0"/>
                        </a:lnTo>
                        <a:lnTo>
                          <a:pt x="937" y="0"/>
                        </a:lnTo>
                        <a:lnTo>
                          <a:pt x="926" y="1"/>
                        </a:lnTo>
                        <a:lnTo>
                          <a:pt x="916" y="1"/>
                        </a:lnTo>
                        <a:lnTo>
                          <a:pt x="905" y="1"/>
                        </a:lnTo>
                        <a:lnTo>
                          <a:pt x="893" y="2"/>
                        </a:lnTo>
                        <a:lnTo>
                          <a:pt x="882" y="2"/>
                        </a:lnTo>
                        <a:lnTo>
                          <a:pt x="871" y="4"/>
                        </a:lnTo>
                        <a:lnTo>
                          <a:pt x="860" y="5"/>
                        </a:lnTo>
                        <a:lnTo>
                          <a:pt x="841" y="75"/>
                        </a:lnTo>
                        <a:lnTo>
                          <a:pt x="855" y="73"/>
                        </a:lnTo>
                        <a:lnTo>
                          <a:pt x="868" y="72"/>
                        </a:lnTo>
                        <a:lnTo>
                          <a:pt x="881" y="71"/>
                        </a:lnTo>
                        <a:lnTo>
                          <a:pt x="895" y="70"/>
                        </a:lnTo>
                        <a:lnTo>
                          <a:pt x="908" y="70"/>
                        </a:lnTo>
                        <a:lnTo>
                          <a:pt x="922" y="69"/>
                        </a:lnTo>
                        <a:lnTo>
                          <a:pt x="935" y="69"/>
                        </a:lnTo>
                        <a:lnTo>
                          <a:pt x="949" y="69"/>
                        </a:lnTo>
                        <a:lnTo>
                          <a:pt x="962" y="69"/>
                        </a:lnTo>
                        <a:lnTo>
                          <a:pt x="976" y="69"/>
                        </a:lnTo>
                        <a:lnTo>
                          <a:pt x="991" y="70"/>
                        </a:lnTo>
                        <a:lnTo>
                          <a:pt x="1004" y="70"/>
                        </a:lnTo>
                        <a:lnTo>
                          <a:pt x="1017" y="71"/>
                        </a:lnTo>
                        <a:lnTo>
                          <a:pt x="1031" y="72"/>
                        </a:lnTo>
                        <a:lnTo>
                          <a:pt x="1044" y="73"/>
                        </a:lnTo>
                        <a:lnTo>
                          <a:pt x="1057" y="75"/>
                        </a:lnTo>
                        <a:lnTo>
                          <a:pt x="1038" y="5"/>
                        </a:lnTo>
                        <a:close/>
                        <a:moveTo>
                          <a:pt x="386" y="186"/>
                        </a:moveTo>
                        <a:lnTo>
                          <a:pt x="370" y="197"/>
                        </a:lnTo>
                        <a:lnTo>
                          <a:pt x="355" y="209"/>
                        </a:lnTo>
                        <a:lnTo>
                          <a:pt x="340" y="222"/>
                        </a:lnTo>
                        <a:lnTo>
                          <a:pt x="326" y="234"/>
                        </a:lnTo>
                        <a:lnTo>
                          <a:pt x="312" y="247"/>
                        </a:lnTo>
                        <a:lnTo>
                          <a:pt x="297" y="260"/>
                        </a:lnTo>
                        <a:lnTo>
                          <a:pt x="283" y="274"/>
                        </a:lnTo>
                        <a:lnTo>
                          <a:pt x="269" y="287"/>
                        </a:lnTo>
                        <a:lnTo>
                          <a:pt x="301" y="353"/>
                        </a:lnTo>
                        <a:lnTo>
                          <a:pt x="317" y="336"/>
                        </a:lnTo>
                        <a:lnTo>
                          <a:pt x="334" y="318"/>
                        </a:lnTo>
                        <a:lnTo>
                          <a:pt x="353" y="301"/>
                        </a:lnTo>
                        <a:lnTo>
                          <a:pt x="371" y="285"/>
                        </a:lnTo>
                        <a:lnTo>
                          <a:pt x="390" y="269"/>
                        </a:lnTo>
                        <a:lnTo>
                          <a:pt x="409" y="253"/>
                        </a:lnTo>
                        <a:lnTo>
                          <a:pt x="429" y="238"/>
                        </a:lnTo>
                        <a:lnTo>
                          <a:pt x="449" y="224"/>
                        </a:lnTo>
                        <a:lnTo>
                          <a:pt x="386" y="186"/>
                        </a:lnTo>
                        <a:close/>
                        <a:moveTo>
                          <a:pt x="2" y="890"/>
                        </a:moveTo>
                        <a:lnTo>
                          <a:pt x="2" y="898"/>
                        </a:lnTo>
                        <a:lnTo>
                          <a:pt x="1" y="904"/>
                        </a:lnTo>
                        <a:lnTo>
                          <a:pt x="1" y="912"/>
                        </a:lnTo>
                        <a:lnTo>
                          <a:pt x="1" y="920"/>
                        </a:lnTo>
                        <a:lnTo>
                          <a:pt x="0" y="927"/>
                        </a:lnTo>
                        <a:lnTo>
                          <a:pt x="0" y="935"/>
                        </a:lnTo>
                        <a:lnTo>
                          <a:pt x="0" y="942"/>
                        </a:lnTo>
                        <a:lnTo>
                          <a:pt x="0" y="950"/>
                        </a:lnTo>
                        <a:lnTo>
                          <a:pt x="0" y="958"/>
                        </a:lnTo>
                        <a:lnTo>
                          <a:pt x="0" y="965"/>
                        </a:lnTo>
                        <a:lnTo>
                          <a:pt x="0" y="973"/>
                        </a:lnTo>
                        <a:lnTo>
                          <a:pt x="1" y="980"/>
                        </a:lnTo>
                        <a:lnTo>
                          <a:pt x="1" y="987"/>
                        </a:lnTo>
                        <a:lnTo>
                          <a:pt x="1" y="995"/>
                        </a:lnTo>
                        <a:lnTo>
                          <a:pt x="2" y="1002"/>
                        </a:lnTo>
                        <a:lnTo>
                          <a:pt x="2" y="1010"/>
                        </a:lnTo>
                        <a:lnTo>
                          <a:pt x="71" y="1035"/>
                        </a:lnTo>
                        <a:lnTo>
                          <a:pt x="70" y="1024"/>
                        </a:lnTo>
                        <a:lnTo>
                          <a:pt x="70" y="1013"/>
                        </a:lnTo>
                        <a:lnTo>
                          <a:pt x="69" y="1003"/>
                        </a:lnTo>
                        <a:lnTo>
                          <a:pt x="69" y="992"/>
                        </a:lnTo>
                        <a:lnTo>
                          <a:pt x="68" y="981"/>
                        </a:lnTo>
                        <a:lnTo>
                          <a:pt x="68" y="972"/>
                        </a:lnTo>
                        <a:lnTo>
                          <a:pt x="68" y="961"/>
                        </a:lnTo>
                        <a:lnTo>
                          <a:pt x="68" y="950"/>
                        </a:lnTo>
                        <a:lnTo>
                          <a:pt x="68" y="939"/>
                        </a:lnTo>
                        <a:lnTo>
                          <a:pt x="68" y="928"/>
                        </a:lnTo>
                        <a:lnTo>
                          <a:pt x="68" y="918"/>
                        </a:lnTo>
                        <a:lnTo>
                          <a:pt x="69" y="908"/>
                        </a:lnTo>
                        <a:lnTo>
                          <a:pt x="69" y="897"/>
                        </a:lnTo>
                        <a:lnTo>
                          <a:pt x="70" y="886"/>
                        </a:lnTo>
                        <a:lnTo>
                          <a:pt x="70" y="876"/>
                        </a:lnTo>
                        <a:lnTo>
                          <a:pt x="71" y="865"/>
                        </a:lnTo>
                        <a:lnTo>
                          <a:pt x="2" y="890"/>
                        </a:lnTo>
                        <a:close/>
                        <a:moveTo>
                          <a:pt x="269" y="1613"/>
                        </a:moveTo>
                        <a:lnTo>
                          <a:pt x="283" y="1626"/>
                        </a:lnTo>
                        <a:lnTo>
                          <a:pt x="297" y="1640"/>
                        </a:lnTo>
                        <a:lnTo>
                          <a:pt x="312" y="1653"/>
                        </a:lnTo>
                        <a:lnTo>
                          <a:pt x="326" y="1666"/>
                        </a:lnTo>
                        <a:lnTo>
                          <a:pt x="340" y="1678"/>
                        </a:lnTo>
                        <a:lnTo>
                          <a:pt x="355" y="1690"/>
                        </a:lnTo>
                        <a:lnTo>
                          <a:pt x="370" y="1702"/>
                        </a:lnTo>
                        <a:lnTo>
                          <a:pt x="385" y="1714"/>
                        </a:lnTo>
                        <a:lnTo>
                          <a:pt x="449" y="1676"/>
                        </a:lnTo>
                        <a:lnTo>
                          <a:pt x="429" y="1662"/>
                        </a:lnTo>
                        <a:lnTo>
                          <a:pt x="409" y="1646"/>
                        </a:lnTo>
                        <a:lnTo>
                          <a:pt x="390" y="1631"/>
                        </a:lnTo>
                        <a:lnTo>
                          <a:pt x="371" y="1615"/>
                        </a:lnTo>
                        <a:lnTo>
                          <a:pt x="353" y="1599"/>
                        </a:lnTo>
                        <a:lnTo>
                          <a:pt x="334" y="1581"/>
                        </a:lnTo>
                        <a:lnTo>
                          <a:pt x="317" y="1564"/>
                        </a:lnTo>
                        <a:lnTo>
                          <a:pt x="300" y="1546"/>
                        </a:lnTo>
                        <a:lnTo>
                          <a:pt x="269" y="1613"/>
                        </a:lnTo>
                        <a:close/>
                        <a:moveTo>
                          <a:pt x="860" y="1895"/>
                        </a:moveTo>
                        <a:lnTo>
                          <a:pt x="871" y="1896"/>
                        </a:lnTo>
                        <a:lnTo>
                          <a:pt x="882" y="1896"/>
                        </a:lnTo>
                        <a:lnTo>
                          <a:pt x="893" y="1897"/>
                        </a:lnTo>
                        <a:lnTo>
                          <a:pt x="905" y="1899"/>
                        </a:lnTo>
                        <a:lnTo>
                          <a:pt x="916" y="1899"/>
                        </a:lnTo>
                        <a:lnTo>
                          <a:pt x="926" y="1899"/>
                        </a:lnTo>
                        <a:lnTo>
                          <a:pt x="937" y="1899"/>
                        </a:lnTo>
                        <a:lnTo>
                          <a:pt x="949" y="1900"/>
                        </a:lnTo>
                        <a:lnTo>
                          <a:pt x="960" y="1899"/>
                        </a:lnTo>
                        <a:lnTo>
                          <a:pt x="972" y="1899"/>
                        </a:lnTo>
                        <a:lnTo>
                          <a:pt x="983" y="1899"/>
                        </a:lnTo>
                        <a:lnTo>
                          <a:pt x="994" y="1899"/>
                        </a:lnTo>
                        <a:lnTo>
                          <a:pt x="1005" y="1897"/>
                        </a:lnTo>
                        <a:lnTo>
                          <a:pt x="1017" y="1896"/>
                        </a:lnTo>
                        <a:lnTo>
                          <a:pt x="1027" y="1896"/>
                        </a:lnTo>
                        <a:lnTo>
                          <a:pt x="1038" y="1895"/>
                        </a:lnTo>
                        <a:lnTo>
                          <a:pt x="1057" y="1825"/>
                        </a:lnTo>
                        <a:lnTo>
                          <a:pt x="1044" y="1826"/>
                        </a:lnTo>
                        <a:lnTo>
                          <a:pt x="1031" y="1828"/>
                        </a:lnTo>
                        <a:lnTo>
                          <a:pt x="1017" y="1829"/>
                        </a:lnTo>
                        <a:lnTo>
                          <a:pt x="1004" y="1830"/>
                        </a:lnTo>
                        <a:lnTo>
                          <a:pt x="989" y="1830"/>
                        </a:lnTo>
                        <a:lnTo>
                          <a:pt x="976" y="1831"/>
                        </a:lnTo>
                        <a:lnTo>
                          <a:pt x="962" y="1831"/>
                        </a:lnTo>
                        <a:lnTo>
                          <a:pt x="949" y="1831"/>
                        </a:lnTo>
                        <a:lnTo>
                          <a:pt x="935" y="1831"/>
                        </a:lnTo>
                        <a:lnTo>
                          <a:pt x="922" y="1831"/>
                        </a:lnTo>
                        <a:lnTo>
                          <a:pt x="908" y="1830"/>
                        </a:lnTo>
                        <a:lnTo>
                          <a:pt x="895" y="1830"/>
                        </a:lnTo>
                        <a:lnTo>
                          <a:pt x="881" y="1829"/>
                        </a:lnTo>
                        <a:lnTo>
                          <a:pt x="868" y="1828"/>
                        </a:lnTo>
                        <a:lnTo>
                          <a:pt x="855" y="1827"/>
                        </a:lnTo>
                        <a:lnTo>
                          <a:pt x="841" y="1825"/>
                        </a:lnTo>
                        <a:lnTo>
                          <a:pt x="860" y="1895"/>
                        </a:lnTo>
                        <a:close/>
                        <a:moveTo>
                          <a:pt x="1512" y="1714"/>
                        </a:moveTo>
                        <a:lnTo>
                          <a:pt x="1527" y="1702"/>
                        </a:lnTo>
                        <a:lnTo>
                          <a:pt x="1542" y="1690"/>
                        </a:lnTo>
                        <a:lnTo>
                          <a:pt x="1558" y="1678"/>
                        </a:lnTo>
                        <a:lnTo>
                          <a:pt x="1573" y="1665"/>
                        </a:lnTo>
                        <a:lnTo>
                          <a:pt x="1587" y="1653"/>
                        </a:lnTo>
                        <a:lnTo>
                          <a:pt x="1601" y="1639"/>
                        </a:lnTo>
                        <a:lnTo>
                          <a:pt x="1615" y="1626"/>
                        </a:lnTo>
                        <a:lnTo>
                          <a:pt x="1629" y="1612"/>
                        </a:lnTo>
                        <a:lnTo>
                          <a:pt x="1598" y="1546"/>
                        </a:lnTo>
                        <a:lnTo>
                          <a:pt x="1581" y="1564"/>
                        </a:lnTo>
                        <a:lnTo>
                          <a:pt x="1564" y="1581"/>
                        </a:lnTo>
                        <a:lnTo>
                          <a:pt x="1546" y="1599"/>
                        </a:lnTo>
                        <a:lnTo>
                          <a:pt x="1527" y="1615"/>
                        </a:lnTo>
                        <a:lnTo>
                          <a:pt x="1509" y="1631"/>
                        </a:lnTo>
                        <a:lnTo>
                          <a:pt x="1489" y="1646"/>
                        </a:lnTo>
                        <a:lnTo>
                          <a:pt x="1470" y="1662"/>
                        </a:lnTo>
                        <a:lnTo>
                          <a:pt x="1449" y="1676"/>
                        </a:lnTo>
                        <a:lnTo>
                          <a:pt x="1512" y="1714"/>
                        </a:lnTo>
                        <a:close/>
                      </a:path>
                    </a:pathLst>
                  </a:custGeom>
                  <a:solidFill>
                    <a:srgbClr val="E98116"/>
                  </a:solidFill>
                  <a:ln>
                    <a:noFill/>
                  </a:ln>
                </p:spPr>
                <p:txBody>
                  <a:bodyPr/>
                  <a:lstStyle/>
                  <a:p>
                    <a:pPr>
                      <a:defRPr/>
                    </a:pPr>
                    <a:endParaRPr lang="en-US" sz="1050">
                      <a:latin typeface="+mj-lt"/>
                    </a:endParaRPr>
                  </a:p>
                </p:txBody>
              </p:sp>
              <p:sp>
                <p:nvSpPr>
                  <p:cNvPr id="41665" name="Freeform 444">
                    <a:extLst>
                      <a:ext uri="{FF2B5EF4-FFF2-40B4-BE49-F238E27FC236}">
                        <a16:creationId xmlns="" xmlns:a16="http://schemas.microsoft.com/office/drawing/2014/main" id="{40A0BEA3-5507-F51F-6EF7-153A417D2F3A}"/>
                      </a:ext>
                    </a:extLst>
                  </p:cNvPr>
                  <p:cNvSpPr>
                    <a:spLocks noEditPoints="1"/>
                  </p:cNvSpPr>
                  <p:nvPr/>
                </p:nvSpPr>
                <p:spPr bwMode="auto">
                  <a:xfrm>
                    <a:off x="3194" y="1899"/>
                    <a:ext cx="306" cy="305"/>
                  </a:xfrm>
                  <a:custGeom>
                    <a:avLst/>
                    <a:gdLst>
                      <a:gd name="T0" fmla="*/ 0 w 1831"/>
                      <a:gd name="T1" fmla="*/ 0 h 1831"/>
                      <a:gd name="T2" fmla="*/ 0 w 1831"/>
                      <a:gd name="T3" fmla="*/ 0 h 1831"/>
                      <a:gd name="T4" fmla="*/ 0 w 1831"/>
                      <a:gd name="T5" fmla="*/ 0 h 1831"/>
                      <a:gd name="T6" fmla="*/ 0 w 1831"/>
                      <a:gd name="T7" fmla="*/ 0 h 1831"/>
                      <a:gd name="T8" fmla="*/ 0 w 1831"/>
                      <a:gd name="T9" fmla="*/ 0 h 1831"/>
                      <a:gd name="T10" fmla="*/ 0 w 1831"/>
                      <a:gd name="T11" fmla="*/ 0 h 1831"/>
                      <a:gd name="T12" fmla="*/ 0 w 1831"/>
                      <a:gd name="T13" fmla="*/ 0 h 1831"/>
                      <a:gd name="T14" fmla="*/ 0 w 1831"/>
                      <a:gd name="T15" fmla="*/ 0 h 1831"/>
                      <a:gd name="T16" fmla="*/ 0 w 1831"/>
                      <a:gd name="T17" fmla="*/ 0 h 1831"/>
                      <a:gd name="T18" fmla="*/ 0 w 1831"/>
                      <a:gd name="T19" fmla="*/ 0 h 1831"/>
                      <a:gd name="T20" fmla="*/ 0 w 1831"/>
                      <a:gd name="T21" fmla="*/ 0 h 1831"/>
                      <a:gd name="T22" fmla="*/ 0 w 1831"/>
                      <a:gd name="T23" fmla="*/ 0 h 1831"/>
                      <a:gd name="T24" fmla="*/ 0 w 1831"/>
                      <a:gd name="T25" fmla="*/ 0 h 1831"/>
                      <a:gd name="T26" fmla="*/ 0 w 1831"/>
                      <a:gd name="T27" fmla="*/ 0 h 1831"/>
                      <a:gd name="T28" fmla="*/ 0 w 1831"/>
                      <a:gd name="T29" fmla="*/ 0 h 1831"/>
                      <a:gd name="T30" fmla="*/ 0 w 1831"/>
                      <a:gd name="T31" fmla="*/ 0 h 1831"/>
                      <a:gd name="T32" fmla="*/ 0 w 1831"/>
                      <a:gd name="T33" fmla="*/ 0 h 1831"/>
                      <a:gd name="T34" fmla="*/ 0 w 1831"/>
                      <a:gd name="T35" fmla="*/ 0 h 1831"/>
                      <a:gd name="T36" fmla="*/ 0 w 1831"/>
                      <a:gd name="T37" fmla="*/ 0 h 1831"/>
                      <a:gd name="T38" fmla="*/ 0 w 1831"/>
                      <a:gd name="T39" fmla="*/ 0 h 1831"/>
                      <a:gd name="T40" fmla="*/ 0 w 1831"/>
                      <a:gd name="T41" fmla="*/ 0 h 1831"/>
                      <a:gd name="T42" fmla="*/ 0 w 1831"/>
                      <a:gd name="T43" fmla="*/ 0 h 1831"/>
                      <a:gd name="T44" fmla="*/ 0 w 1831"/>
                      <a:gd name="T45" fmla="*/ 0 h 1831"/>
                      <a:gd name="T46" fmla="*/ 0 w 1831"/>
                      <a:gd name="T47" fmla="*/ 0 h 1831"/>
                      <a:gd name="T48" fmla="*/ 0 w 1831"/>
                      <a:gd name="T49" fmla="*/ 0 h 1831"/>
                      <a:gd name="T50" fmla="*/ 0 w 1831"/>
                      <a:gd name="T51" fmla="*/ 0 h 1831"/>
                      <a:gd name="T52" fmla="*/ 0 w 1831"/>
                      <a:gd name="T53" fmla="*/ 0 h 1831"/>
                      <a:gd name="T54" fmla="*/ 0 w 1831"/>
                      <a:gd name="T55" fmla="*/ 0 h 1831"/>
                      <a:gd name="T56" fmla="*/ 0 w 1831"/>
                      <a:gd name="T57" fmla="*/ 0 h 1831"/>
                      <a:gd name="T58" fmla="*/ 0 w 1831"/>
                      <a:gd name="T59" fmla="*/ 0 h 1831"/>
                      <a:gd name="T60" fmla="*/ 0 w 1831"/>
                      <a:gd name="T61" fmla="*/ 0 h 1831"/>
                      <a:gd name="T62" fmla="*/ 0 w 1831"/>
                      <a:gd name="T63" fmla="*/ 0 h 1831"/>
                      <a:gd name="T64" fmla="*/ 0 w 1831"/>
                      <a:gd name="T65" fmla="*/ 0 h 1831"/>
                      <a:gd name="T66" fmla="*/ 0 w 1831"/>
                      <a:gd name="T67" fmla="*/ 0 h 1831"/>
                      <a:gd name="T68" fmla="*/ 0 w 1831"/>
                      <a:gd name="T69" fmla="*/ 0 h 1831"/>
                      <a:gd name="T70" fmla="*/ 0 w 1831"/>
                      <a:gd name="T71" fmla="*/ 0 h 1831"/>
                      <a:gd name="T72" fmla="*/ 0 w 1831"/>
                      <a:gd name="T73" fmla="*/ 0 h 1831"/>
                      <a:gd name="T74" fmla="*/ 0 w 1831"/>
                      <a:gd name="T75" fmla="*/ 0 h 1831"/>
                      <a:gd name="T76" fmla="*/ 0 w 1831"/>
                      <a:gd name="T77" fmla="*/ 0 h 1831"/>
                      <a:gd name="T78" fmla="*/ 0 w 1831"/>
                      <a:gd name="T79" fmla="*/ 0 h 1831"/>
                      <a:gd name="T80" fmla="*/ 0 w 1831"/>
                      <a:gd name="T81" fmla="*/ 0 h 1831"/>
                      <a:gd name="T82" fmla="*/ 0 w 1831"/>
                      <a:gd name="T83" fmla="*/ 0 h 1831"/>
                      <a:gd name="T84" fmla="*/ 0 w 1831"/>
                      <a:gd name="T85" fmla="*/ 0 h 1831"/>
                      <a:gd name="T86" fmla="*/ 0 w 1831"/>
                      <a:gd name="T87" fmla="*/ 0 h 1831"/>
                      <a:gd name="T88" fmla="*/ 0 w 1831"/>
                      <a:gd name="T89" fmla="*/ 0 h 1831"/>
                      <a:gd name="T90" fmla="*/ 0 w 1831"/>
                      <a:gd name="T91" fmla="*/ 0 h 1831"/>
                      <a:gd name="T92" fmla="*/ 0 w 1831"/>
                      <a:gd name="T93" fmla="*/ 0 h 1831"/>
                      <a:gd name="T94" fmla="*/ 0 w 1831"/>
                      <a:gd name="T95" fmla="*/ 0 h 1831"/>
                      <a:gd name="T96" fmla="*/ 0 w 1831"/>
                      <a:gd name="T97" fmla="*/ 0 h 1831"/>
                      <a:gd name="T98" fmla="*/ 0 w 1831"/>
                      <a:gd name="T99" fmla="*/ 0 h 1831"/>
                      <a:gd name="T100" fmla="*/ 0 w 1831"/>
                      <a:gd name="T101" fmla="*/ 0 h 1831"/>
                      <a:gd name="T102" fmla="*/ 0 w 1831"/>
                      <a:gd name="T103" fmla="*/ 0 h 1831"/>
                      <a:gd name="T104" fmla="*/ 0 w 1831"/>
                      <a:gd name="T105" fmla="*/ 0 h 1831"/>
                      <a:gd name="T106" fmla="*/ 0 w 1831"/>
                      <a:gd name="T107" fmla="*/ 0 h 18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831"/>
                      <a:gd name="T163" fmla="*/ 0 h 1831"/>
                      <a:gd name="T164" fmla="*/ 1831 w 1831"/>
                      <a:gd name="T165" fmla="*/ 1831 h 183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831" h="1831">
                        <a:moveTo>
                          <a:pt x="1831" y="916"/>
                        </a:moveTo>
                        <a:lnTo>
                          <a:pt x="1831" y="907"/>
                        </a:lnTo>
                        <a:lnTo>
                          <a:pt x="1831" y="897"/>
                        </a:lnTo>
                        <a:lnTo>
                          <a:pt x="1831" y="889"/>
                        </a:lnTo>
                        <a:lnTo>
                          <a:pt x="1831" y="880"/>
                        </a:lnTo>
                        <a:lnTo>
                          <a:pt x="1830" y="870"/>
                        </a:lnTo>
                        <a:lnTo>
                          <a:pt x="1830" y="862"/>
                        </a:lnTo>
                        <a:lnTo>
                          <a:pt x="1829" y="853"/>
                        </a:lnTo>
                        <a:lnTo>
                          <a:pt x="1829" y="843"/>
                        </a:lnTo>
                        <a:lnTo>
                          <a:pt x="1758" y="819"/>
                        </a:lnTo>
                        <a:lnTo>
                          <a:pt x="1759" y="831"/>
                        </a:lnTo>
                        <a:lnTo>
                          <a:pt x="1760" y="843"/>
                        </a:lnTo>
                        <a:lnTo>
                          <a:pt x="1761" y="855"/>
                        </a:lnTo>
                        <a:lnTo>
                          <a:pt x="1763" y="867"/>
                        </a:lnTo>
                        <a:lnTo>
                          <a:pt x="1763" y="879"/>
                        </a:lnTo>
                        <a:lnTo>
                          <a:pt x="1764" y="891"/>
                        </a:lnTo>
                        <a:lnTo>
                          <a:pt x="1764" y="904"/>
                        </a:lnTo>
                        <a:lnTo>
                          <a:pt x="1764" y="916"/>
                        </a:lnTo>
                        <a:lnTo>
                          <a:pt x="1764" y="928"/>
                        </a:lnTo>
                        <a:lnTo>
                          <a:pt x="1764" y="940"/>
                        </a:lnTo>
                        <a:lnTo>
                          <a:pt x="1763" y="953"/>
                        </a:lnTo>
                        <a:lnTo>
                          <a:pt x="1763" y="965"/>
                        </a:lnTo>
                        <a:lnTo>
                          <a:pt x="1761" y="977"/>
                        </a:lnTo>
                        <a:lnTo>
                          <a:pt x="1760" y="989"/>
                        </a:lnTo>
                        <a:lnTo>
                          <a:pt x="1759" y="1001"/>
                        </a:lnTo>
                        <a:lnTo>
                          <a:pt x="1758" y="1013"/>
                        </a:lnTo>
                        <a:lnTo>
                          <a:pt x="1829" y="988"/>
                        </a:lnTo>
                        <a:lnTo>
                          <a:pt x="1829" y="979"/>
                        </a:lnTo>
                        <a:lnTo>
                          <a:pt x="1830" y="970"/>
                        </a:lnTo>
                        <a:lnTo>
                          <a:pt x="1830" y="962"/>
                        </a:lnTo>
                        <a:lnTo>
                          <a:pt x="1831" y="952"/>
                        </a:lnTo>
                        <a:lnTo>
                          <a:pt x="1831" y="943"/>
                        </a:lnTo>
                        <a:lnTo>
                          <a:pt x="1831" y="934"/>
                        </a:lnTo>
                        <a:lnTo>
                          <a:pt x="1831" y="925"/>
                        </a:lnTo>
                        <a:lnTo>
                          <a:pt x="1831" y="916"/>
                        </a:lnTo>
                        <a:close/>
                        <a:moveTo>
                          <a:pt x="1580" y="287"/>
                        </a:moveTo>
                        <a:lnTo>
                          <a:pt x="1565" y="271"/>
                        </a:lnTo>
                        <a:lnTo>
                          <a:pt x="1550" y="255"/>
                        </a:lnTo>
                        <a:lnTo>
                          <a:pt x="1533" y="240"/>
                        </a:lnTo>
                        <a:lnTo>
                          <a:pt x="1517" y="226"/>
                        </a:lnTo>
                        <a:lnTo>
                          <a:pt x="1500" y="211"/>
                        </a:lnTo>
                        <a:lnTo>
                          <a:pt x="1483" y="198"/>
                        </a:lnTo>
                        <a:lnTo>
                          <a:pt x="1465" y="184"/>
                        </a:lnTo>
                        <a:lnTo>
                          <a:pt x="1447" y="171"/>
                        </a:lnTo>
                        <a:lnTo>
                          <a:pt x="1383" y="209"/>
                        </a:lnTo>
                        <a:lnTo>
                          <a:pt x="1406" y="225"/>
                        </a:lnTo>
                        <a:lnTo>
                          <a:pt x="1429" y="241"/>
                        </a:lnTo>
                        <a:lnTo>
                          <a:pt x="1451" y="259"/>
                        </a:lnTo>
                        <a:lnTo>
                          <a:pt x="1471" y="276"/>
                        </a:lnTo>
                        <a:lnTo>
                          <a:pt x="1492" y="294"/>
                        </a:lnTo>
                        <a:lnTo>
                          <a:pt x="1512" y="313"/>
                        </a:lnTo>
                        <a:lnTo>
                          <a:pt x="1531" y="332"/>
                        </a:lnTo>
                        <a:lnTo>
                          <a:pt x="1550" y="353"/>
                        </a:lnTo>
                        <a:lnTo>
                          <a:pt x="1580" y="287"/>
                        </a:lnTo>
                        <a:close/>
                        <a:moveTo>
                          <a:pt x="1015" y="5"/>
                        </a:moveTo>
                        <a:lnTo>
                          <a:pt x="1002" y="4"/>
                        </a:lnTo>
                        <a:lnTo>
                          <a:pt x="990" y="3"/>
                        </a:lnTo>
                        <a:lnTo>
                          <a:pt x="978" y="2"/>
                        </a:lnTo>
                        <a:lnTo>
                          <a:pt x="966" y="2"/>
                        </a:lnTo>
                        <a:lnTo>
                          <a:pt x="953" y="1"/>
                        </a:lnTo>
                        <a:lnTo>
                          <a:pt x="941" y="1"/>
                        </a:lnTo>
                        <a:lnTo>
                          <a:pt x="928" y="1"/>
                        </a:lnTo>
                        <a:lnTo>
                          <a:pt x="916" y="0"/>
                        </a:lnTo>
                        <a:lnTo>
                          <a:pt x="903" y="1"/>
                        </a:lnTo>
                        <a:lnTo>
                          <a:pt x="891" y="1"/>
                        </a:lnTo>
                        <a:lnTo>
                          <a:pt x="879" y="1"/>
                        </a:lnTo>
                        <a:lnTo>
                          <a:pt x="866" y="2"/>
                        </a:lnTo>
                        <a:lnTo>
                          <a:pt x="854" y="2"/>
                        </a:lnTo>
                        <a:lnTo>
                          <a:pt x="842" y="3"/>
                        </a:lnTo>
                        <a:lnTo>
                          <a:pt x="829" y="4"/>
                        </a:lnTo>
                        <a:lnTo>
                          <a:pt x="817" y="5"/>
                        </a:lnTo>
                        <a:lnTo>
                          <a:pt x="799" y="76"/>
                        </a:lnTo>
                        <a:lnTo>
                          <a:pt x="813" y="75"/>
                        </a:lnTo>
                        <a:lnTo>
                          <a:pt x="827" y="73"/>
                        </a:lnTo>
                        <a:lnTo>
                          <a:pt x="842" y="72"/>
                        </a:lnTo>
                        <a:lnTo>
                          <a:pt x="856" y="71"/>
                        </a:lnTo>
                        <a:lnTo>
                          <a:pt x="872" y="70"/>
                        </a:lnTo>
                        <a:lnTo>
                          <a:pt x="886" y="68"/>
                        </a:lnTo>
                        <a:lnTo>
                          <a:pt x="901" y="68"/>
                        </a:lnTo>
                        <a:lnTo>
                          <a:pt x="916" y="68"/>
                        </a:lnTo>
                        <a:lnTo>
                          <a:pt x="931" y="68"/>
                        </a:lnTo>
                        <a:lnTo>
                          <a:pt x="946" y="68"/>
                        </a:lnTo>
                        <a:lnTo>
                          <a:pt x="961" y="70"/>
                        </a:lnTo>
                        <a:lnTo>
                          <a:pt x="975" y="71"/>
                        </a:lnTo>
                        <a:lnTo>
                          <a:pt x="990" y="72"/>
                        </a:lnTo>
                        <a:lnTo>
                          <a:pt x="1004" y="73"/>
                        </a:lnTo>
                        <a:lnTo>
                          <a:pt x="1019" y="75"/>
                        </a:lnTo>
                        <a:lnTo>
                          <a:pt x="1034" y="76"/>
                        </a:lnTo>
                        <a:lnTo>
                          <a:pt x="1015" y="5"/>
                        </a:lnTo>
                        <a:close/>
                        <a:moveTo>
                          <a:pt x="385" y="171"/>
                        </a:moveTo>
                        <a:lnTo>
                          <a:pt x="367" y="184"/>
                        </a:lnTo>
                        <a:lnTo>
                          <a:pt x="349" y="198"/>
                        </a:lnTo>
                        <a:lnTo>
                          <a:pt x="332" y="211"/>
                        </a:lnTo>
                        <a:lnTo>
                          <a:pt x="315" y="225"/>
                        </a:lnTo>
                        <a:lnTo>
                          <a:pt x="299" y="240"/>
                        </a:lnTo>
                        <a:lnTo>
                          <a:pt x="283" y="255"/>
                        </a:lnTo>
                        <a:lnTo>
                          <a:pt x="267" y="271"/>
                        </a:lnTo>
                        <a:lnTo>
                          <a:pt x="251" y="286"/>
                        </a:lnTo>
                        <a:lnTo>
                          <a:pt x="283" y="353"/>
                        </a:lnTo>
                        <a:lnTo>
                          <a:pt x="301" y="332"/>
                        </a:lnTo>
                        <a:lnTo>
                          <a:pt x="321" y="313"/>
                        </a:lnTo>
                        <a:lnTo>
                          <a:pt x="340" y="294"/>
                        </a:lnTo>
                        <a:lnTo>
                          <a:pt x="361" y="276"/>
                        </a:lnTo>
                        <a:lnTo>
                          <a:pt x="382" y="259"/>
                        </a:lnTo>
                        <a:lnTo>
                          <a:pt x="403" y="241"/>
                        </a:lnTo>
                        <a:lnTo>
                          <a:pt x="425" y="225"/>
                        </a:lnTo>
                        <a:lnTo>
                          <a:pt x="448" y="209"/>
                        </a:lnTo>
                        <a:lnTo>
                          <a:pt x="385" y="171"/>
                        </a:lnTo>
                        <a:close/>
                        <a:moveTo>
                          <a:pt x="4" y="843"/>
                        </a:moveTo>
                        <a:lnTo>
                          <a:pt x="3" y="853"/>
                        </a:lnTo>
                        <a:lnTo>
                          <a:pt x="3" y="862"/>
                        </a:lnTo>
                        <a:lnTo>
                          <a:pt x="2" y="870"/>
                        </a:lnTo>
                        <a:lnTo>
                          <a:pt x="2" y="880"/>
                        </a:lnTo>
                        <a:lnTo>
                          <a:pt x="2" y="889"/>
                        </a:lnTo>
                        <a:lnTo>
                          <a:pt x="2" y="897"/>
                        </a:lnTo>
                        <a:lnTo>
                          <a:pt x="0" y="907"/>
                        </a:lnTo>
                        <a:lnTo>
                          <a:pt x="0" y="916"/>
                        </a:lnTo>
                        <a:lnTo>
                          <a:pt x="0" y="925"/>
                        </a:lnTo>
                        <a:lnTo>
                          <a:pt x="2" y="934"/>
                        </a:lnTo>
                        <a:lnTo>
                          <a:pt x="2" y="943"/>
                        </a:lnTo>
                        <a:lnTo>
                          <a:pt x="2" y="952"/>
                        </a:lnTo>
                        <a:lnTo>
                          <a:pt x="2" y="962"/>
                        </a:lnTo>
                        <a:lnTo>
                          <a:pt x="3" y="970"/>
                        </a:lnTo>
                        <a:lnTo>
                          <a:pt x="3" y="979"/>
                        </a:lnTo>
                        <a:lnTo>
                          <a:pt x="4" y="988"/>
                        </a:lnTo>
                        <a:lnTo>
                          <a:pt x="74" y="1013"/>
                        </a:lnTo>
                        <a:lnTo>
                          <a:pt x="73" y="1001"/>
                        </a:lnTo>
                        <a:lnTo>
                          <a:pt x="72" y="989"/>
                        </a:lnTo>
                        <a:lnTo>
                          <a:pt x="71" y="977"/>
                        </a:lnTo>
                        <a:lnTo>
                          <a:pt x="70" y="965"/>
                        </a:lnTo>
                        <a:lnTo>
                          <a:pt x="70" y="953"/>
                        </a:lnTo>
                        <a:lnTo>
                          <a:pt x="69" y="940"/>
                        </a:lnTo>
                        <a:lnTo>
                          <a:pt x="69" y="928"/>
                        </a:lnTo>
                        <a:lnTo>
                          <a:pt x="69" y="916"/>
                        </a:lnTo>
                        <a:lnTo>
                          <a:pt x="69" y="904"/>
                        </a:lnTo>
                        <a:lnTo>
                          <a:pt x="69" y="891"/>
                        </a:lnTo>
                        <a:lnTo>
                          <a:pt x="70" y="879"/>
                        </a:lnTo>
                        <a:lnTo>
                          <a:pt x="70" y="867"/>
                        </a:lnTo>
                        <a:lnTo>
                          <a:pt x="71" y="855"/>
                        </a:lnTo>
                        <a:lnTo>
                          <a:pt x="72" y="843"/>
                        </a:lnTo>
                        <a:lnTo>
                          <a:pt x="73" y="831"/>
                        </a:lnTo>
                        <a:lnTo>
                          <a:pt x="74" y="819"/>
                        </a:lnTo>
                        <a:lnTo>
                          <a:pt x="4" y="843"/>
                        </a:lnTo>
                        <a:close/>
                        <a:moveTo>
                          <a:pt x="251" y="1545"/>
                        </a:moveTo>
                        <a:lnTo>
                          <a:pt x="267" y="1561"/>
                        </a:lnTo>
                        <a:lnTo>
                          <a:pt x="283" y="1577"/>
                        </a:lnTo>
                        <a:lnTo>
                          <a:pt x="299" y="1592"/>
                        </a:lnTo>
                        <a:lnTo>
                          <a:pt x="315" y="1606"/>
                        </a:lnTo>
                        <a:lnTo>
                          <a:pt x="332" y="1621"/>
                        </a:lnTo>
                        <a:lnTo>
                          <a:pt x="349" y="1634"/>
                        </a:lnTo>
                        <a:lnTo>
                          <a:pt x="367" y="1648"/>
                        </a:lnTo>
                        <a:lnTo>
                          <a:pt x="384" y="1661"/>
                        </a:lnTo>
                        <a:lnTo>
                          <a:pt x="448" y="1622"/>
                        </a:lnTo>
                        <a:lnTo>
                          <a:pt x="425" y="1607"/>
                        </a:lnTo>
                        <a:lnTo>
                          <a:pt x="403" y="1591"/>
                        </a:lnTo>
                        <a:lnTo>
                          <a:pt x="382" y="1573"/>
                        </a:lnTo>
                        <a:lnTo>
                          <a:pt x="361" y="1556"/>
                        </a:lnTo>
                        <a:lnTo>
                          <a:pt x="340" y="1537"/>
                        </a:lnTo>
                        <a:lnTo>
                          <a:pt x="320" y="1519"/>
                        </a:lnTo>
                        <a:lnTo>
                          <a:pt x="301" y="1499"/>
                        </a:lnTo>
                        <a:lnTo>
                          <a:pt x="283" y="1479"/>
                        </a:lnTo>
                        <a:lnTo>
                          <a:pt x="251" y="1545"/>
                        </a:lnTo>
                        <a:close/>
                        <a:moveTo>
                          <a:pt x="817" y="1825"/>
                        </a:moveTo>
                        <a:lnTo>
                          <a:pt x="829" y="1828"/>
                        </a:lnTo>
                        <a:lnTo>
                          <a:pt x="842" y="1829"/>
                        </a:lnTo>
                        <a:lnTo>
                          <a:pt x="854" y="1829"/>
                        </a:lnTo>
                        <a:lnTo>
                          <a:pt x="866" y="1830"/>
                        </a:lnTo>
                        <a:lnTo>
                          <a:pt x="879" y="1831"/>
                        </a:lnTo>
                        <a:lnTo>
                          <a:pt x="891" y="1831"/>
                        </a:lnTo>
                        <a:lnTo>
                          <a:pt x="903" y="1831"/>
                        </a:lnTo>
                        <a:lnTo>
                          <a:pt x="916" y="1831"/>
                        </a:lnTo>
                        <a:lnTo>
                          <a:pt x="928" y="1831"/>
                        </a:lnTo>
                        <a:lnTo>
                          <a:pt x="941" y="1831"/>
                        </a:lnTo>
                        <a:lnTo>
                          <a:pt x="953" y="1831"/>
                        </a:lnTo>
                        <a:lnTo>
                          <a:pt x="966" y="1830"/>
                        </a:lnTo>
                        <a:lnTo>
                          <a:pt x="978" y="1829"/>
                        </a:lnTo>
                        <a:lnTo>
                          <a:pt x="990" y="1829"/>
                        </a:lnTo>
                        <a:lnTo>
                          <a:pt x="1002" y="1828"/>
                        </a:lnTo>
                        <a:lnTo>
                          <a:pt x="1015" y="1825"/>
                        </a:lnTo>
                        <a:lnTo>
                          <a:pt x="1034" y="1755"/>
                        </a:lnTo>
                        <a:lnTo>
                          <a:pt x="1019" y="1757"/>
                        </a:lnTo>
                        <a:lnTo>
                          <a:pt x="1004" y="1759"/>
                        </a:lnTo>
                        <a:lnTo>
                          <a:pt x="990" y="1760"/>
                        </a:lnTo>
                        <a:lnTo>
                          <a:pt x="975" y="1761"/>
                        </a:lnTo>
                        <a:lnTo>
                          <a:pt x="961" y="1762"/>
                        </a:lnTo>
                        <a:lnTo>
                          <a:pt x="946" y="1762"/>
                        </a:lnTo>
                        <a:lnTo>
                          <a:pt x="931" y="1763"/>
                        </a:lnTo>
                        <a:lnTo>
                          <a:pt x="916" y="1763"/>
                        </a:lnTo>
                        <a:lnTo>
                          <a:pt x="901" y="1763"/>
                        </a:lnTo>
                        <a:lnTo>
                          <a:pt x="886" y="1762"/>
                        </a:lnTo>
                        <a:lnTo>
                          <a:pt x="872" y="1762"/>
                        </a:lnTo>
                        <a:lnTo>
                          <a:pt x="856" y="1761"/>
                        </a:lnTo>
                        <a:lnTo>
                          <a:pt x="842" y="1760"/>
                        </a:lnTo>
                        <a:lnTo>
                          <a:pt x="827" y="1759"/>
                        </a:lnTo>
                        <a:lnTo>
                          <a:pt x="813" y="1757"/>
                        </a:lnTo>
                        <a:lnTo>
                          <a:pt x="799" y="1755"/>
                        </a:lnTo>
                        <a:lnTo>
                          <a:pt x="817" y="1825"/>
                        </a:lnTo>
                        <a:close/>
                        <a:moveTo>
                          <a:pt x="1447" y="1661"/>
                        </a:moveTo>
                        <a:lnTo>
                          <a:pt x="1466" y="1648"/>
                        </a:lnTo>
                        <a:lnTo>
                          <a:pt x="1483" y="1634"/>
                        </a:lnTo>
                        <a:lnTo>
                          <a:pt x="1500" y="1620"/>
                        </a:lnTo>
                        <a:lnTo>
                          <a:pt x="1517" y="1606"/>
                        </a:lnTo>
                        <a:lnTo>
                          <a:pt x="1533" y="1592"/>
                        </a:lnTo>
                        <a:lnTo>
                          <a:pt x="1550" y="1577"/>
                        </a:lnTo>
                        <a:lnTo>
                          <a:pt x="1565" y="1561"/>
                        </a:lnTo>
                        <a:lnTo>
                          <a:pt x="1581" y="1545"/>
                        </a:lnTo>
                        <a:lnTo>
                          <a:pt x="1550" y="1479"/>
                        </a:lnTo>
                        <a:lnTo>
                          <a:pt x="1531" y="1498"/>
                        </a:lnTo>
                        <a:lnTo>
                          <a:pt x="1512" y="1519"/>
                        </a:lnTo>
                        <a:lnTo>
                          <a:pt x="1492" y="1537"/>
                        </a:lnTo>
                        <a:lnTo>
                          <a:pt x="1471" y="1556"/>
                        </a:lnTo>
                        <a:lnTo>
                          <a:pt x="1451" y="1573"/>
                        </a:lnTo>
                        <a:lnTo>
                          <a:pt x="1429" y="1591"/>
                        </a:lnTo>
                        <a:lnTo>
                          <a:pt x="1406" y="1607"/>
                        </a:lnTo>
                        <a:lnTo>
                          <a:pt x="1384" y="1622"/>
                        </a:lnTo>
                        <a:lnTo>
                          <a:pt x="1447" y="1661"/>
                        </a:lnTo>
                        <a:close/>
                      </a:path>
                    </a:pathLst>
                  </a:custGeom>
                  <a:solidFill>
                    <a:srgbClr val="E98517"/>
                  </a:solidFill>
                  <a:ln>
                    <a:noFill/>
                  </a:ln>
                </p:spPr>
                <p:txBody>
                  <a:bodyPr/>
                  <a:lstStyle/>
                  <a:p>
                    <a:pPr>
                      <a:defRPr/>
                    </a:pPr>
                    <a:endParaRPr lang="en-US" sz="1050">
                      <a:latin typeface="+mj-lt"/>
                    </a:endParaRPr>
                  </a:p>
                </p:txBody>
              </p:sp>
              <p:sp>
                <p:nvSpPr>
                  <p:cNvPr id="41666" name="Freeform 445">
                    <a:extLst>
                      <a:ext uri="{FF2B5EF4-FFF2-40B4-BE49-F238E27FC236}">
                        <a16:creationId xmlns="" xmlns:a16="http://schemas.microsoft.com/office/drawing/2014/main" id="{D231606A-DDCE-F7E3-BB13-3B5CC7A794AF}"/>
                      </a:ext>
                    </a:extLst>
                  </p:cNvPr>
                  <p:cNvSpPr>
                    <a:spLocks noEditPoints="1"/>
                  </p:cNvSpPr>
                  <p:nvPr/>
                </p:nvSpPr>
                <p:spPr bwMode="auto">
                  <a:xfrm>
                    <a:off x="3203" y="1903"/>
                    <a:ext cx="293" cy="293"/>
                  </a:xfrm>
                  <a:custGeom>
                    <a:avLst/>
                    <a:gdLst>
                      <a:gd name="T0" fmla="*/ 0 w 1762"/>
                      <a:gd name="T1" fmla="*/ 0 h 1762"/>
                      <a:gd name="T2" fmla="*/ 0 w 1762"/>
                      <a:gd name="T3" fmla="*/ 0 h 1762"/>
                      <a:gd name="T4" fmla="*/ 0 w 1762"/>
                      <a:gd name="T5" fmla="*/ 0 h 1762"/>
                      <a:gd name="T6" fmla="*/ 0 w 1762"/>
                      <a:gd name="T7" fmla="*/ 0 h 1762"/>
                      <a:gd name="T8" fmla="*/ 0 w 1762"/>
                      <a:gd name="T9" fmla="*/ 0 h 1762"/>
                      <a:gd name="T10" fmla="*/ 0 w 1762"/>
                      <a:gd name="T11" fmla="*/ 0 h 1762"/>
                      <a:gd name="T12" fmla="*/ 0 w 1762"/>
                      <a:gd name="T13" fmla="*/ 0 h 1762"/>
                      <a:gd name="T14" fmla="*/ 0 w 1762"/>
                      <a:gd name="T15" fmla="*/ 0 h 1762"/>
                      <a:gd name="T16" fmla="*/ 0 w 1762"/>
                      <a:gd name="T17" fmla="*/ 0 h 1762"/>
                      <a:gd name="T18" fmla="*/ 0 w 1762"/>
                      <a:gd name="T19" fmla="*/ 0 h 1762"/>
                      <a:gd name="T20" fmla="*/ 0 w 1762"/>
                      <a:gd name="T21" fmla="*/ 0 h 1762"/>
                      <a:gd name="T22" fmla="*/ 0 w 1762"/>
                      <a:gd name="T23" fmla="*/ 0 h 1762"/>
                      <a:gd name="T24" fmla="*/ 0 w 1762"/>
                      <a:gd name="T25" fmla="*/ 0 h 1762"/>
                      <a:gd name="T26" fmla="*/ 0 w 1762"/>
                      <a:gd name="T27" fmla="*/ 0 h 1762"/>
                      <a:gd name="T28" fmla="*/ 0 w 1762"/>
                      <a:gd name="T29" fmla="*/ 0 h 1762"/>
                      <a:gd name="T30" fmla="*/ 0 w 1762"/>
                      <a:gd name="T31" fmla="*/ 0 h 1762"/>
                      <a:gd name="T32" fmla="*/ 0 w 1762"/>
                      <a:gd name="T33" fmla="*/ 0 h 1762"/>
                      <a:gd name="T34" fmla="*/ 0 w 1762"/>
                      <a:gd name="T35" fmla="*/ 0 h 1762"/>
                      <a:gd name="T36" fmla="*/ 0 w 1762"/>
                      <a:gd name="T37" fmla="*/ 0 h 1762"/>
                      <a:gd name="T38" fmla="*/ 0 w 1762"/>
                      <a:gd name="T39" fmla="*/ 0 h 1762"/>
                      <a:gd name="T40" fmla="*/ 0 w 1762"/>
                      <a:gd name="T41" fmla="*/ 0 h 1762"/>
                      <a:gd name="T42" fmla="*/ 0 w 1762"/>
                      <a:gd name="T43" fmla="*/ 0 h 1762"/>
                      <a:gd name="T44" fmla="*/ 0 w 1762"/>
                      <a:gd name="T45" fmla="*/ 0 h 1762"/>
                      <a:gd name="T46" fmla="*/ 0 w 1762"/>
                      <a:gd name="T47" fmla="*/ 0 h 1762"/>
                      <a:gd name="T48" fmla="*/ 0 w 1762"/>
                      <a:gd name="T49" fmla="*/ 0 h 1762"/>
                      <a:gd name="T50" fmla="*/ 0 w 1762"/>
                      <a:gd name="T51" fmla="*/ 0 h 1762"/>
                      <a:gd name="T52" fmla="*/ 0 w 1762"/>
                      <a:gd name="T53" fmla="*/ 0 h 1762"/>
                      <a:gd name="T54" fmla="*/ 0 w 1762"/>
                      <a:gd name="T55" fmla="*/ 0 h 1762"/>
                      <a:gd name="T56" fmla="*/ 0 w 1762"/>
                      <a:gd name="T57" fmla="*/ 0 h 1762"/>
                      <a:gd name="T58" fmla="*/ 0 w 1762"/>
                      <a:gd name="T59" fmla="*/ 0 h 1762"/>
                      <a:gd name="T60" fmla="*/ 0 w 1762"/>
                      <a:gd name="T61" fmla="*/ 0 h 1762"/>
                      <a:gd name="T62" fmla="*/ 0 w 1762"/>
                      <a:gd name="T63" fmla="*/ 0 h 1762"/>
                      <a:gd name="T64" fmla="*/ 0 w 1762"/>
                      <a:gd name="T65" fmla="*/ 0 h 1762"/>
                      <a:gd name="T66" fmla="*/ 0 w 1762"/>
                      <a:gd name="T67" fmla="*/ 0 h 1762"/>
                      <a:gd name="T68" fmla="*/ 0 w 1762"/>
                      <a:gd name="T69" fmla="*/ 0 h 1762"/>
                      <a:gd name="T70" fmla="*/ 0 w 1762"/>
                      <a:gd name="T71" fmla="*/ 0 h 1762"/>
                      <a:gd name="T72" fmla="*/ 0 w 1762"/>
                      <a:gd name="T73" fmla="*/ 0 h 1762"/>
                      <a:gd name="T74" fmla="*/ 0 w 1762"/>
                      <a:gd name="T75" fmla="*/ 0 h 1762"/>
                      <a:gd name="T76" fmla="*/ 0 w 1762"/>
                      <a:gd name="T77" fmla="*/ 0 h 1762"/>
                      <a:gd name="T78" fmla="*/ 0 w 1762"/>
                      <a:gd name="T79" fmla="*/ 0 h 1762"/>
                      <a:gd name="T80" fmla="*/ 0 w 1762"/>
                      <a:gd name="T81" fmla="*/ 0 h 1762"/>
                      <a:gd name="T82" fmla="*/ 0 w 1762"/>
                      <a:gd name="T83" fmla="*/ 0 h 1762"/>
                      <a:gd name="T84" fmla="*/ 0 w 1762"/>
                      <a:gd name="T85" fmla="*/ 0 h 1762"/>
                      <a:gd name="T86" fmla="*/ 0 w 1762"/>
                      <a:gd name="T87" fmla="*/ 0 h 1762"/>
                      <a:gd name="T88" fmla="*/ 0 w 1762"/>
                      <a:gd name="T89" fmla="*/ 0 h 1762"/>
                      <a:gd name="T90" fmla="*/ 0 w 1762"/>
                      <a:gd name="T91" fmla="*/ 0 h 1762"/>
                      <a:gd name="T92" fmla="*/ 0 w 1762"/>
                      <a:gd name="T93" fmla="*/ 0 h 1762"/>
                      <a:gd name="T94" fmla="*/ 0 w 1762"/>
                      <a:gd name="T95" fmla="*/ 0 h 1762"/>
                      <a:gd name="T96" fmla="*/ 0 w 1762"/>
                      <a:gd name="T97" fmla="*/ 0 h 1762"/>
                      <a:gd name="T98" fmla="*/ 0 w 1762"/>
                      <a:gd name="T99" fmla="*/ 0 h 1762"/>
                      <a:gd name="T100" fmla="*/ 0 w 1762"/>
                      <a:gd name="T101" fmla="*/ 0 h 1762"/>
                      <a:gd name="T102" fmla="*/ 0 w 1762"/>
                      <a:gd name="T103" fmla="*/ 0 h 1762"/>
                      <a:gd name="T104" fmla="*/ 0 w 1762"/>
                      <a:gd name="T105" fmla="*/ 0 h 1762"/>
                      <a:gd name="T106" fmla="*/ 0 w 1762"/>
                      <a:gd name="T107" fmla="*/ 0 h 17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2"/>
                      <a:gd name="T163" fmla="*/ 0 h 1762"/>
                      <a:gd name="T164" fmla="*/ 1762 w 1762"/>
                      <a:gd name="T165" fmla="*/ 1762 h 176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2" h="1762">
                        <a:moveTo>
                          <a:pt x="1762" y="881"/>
                        </a:moveTo>
                        <a:lnTo>
                          <a:pt x="1762" y="870"/>
                        </a:lnTo>
                        <a:lnTo>
                          <a:pt x="1762" y="859"/>
                        </a:lnTo>
                        <a:lnTo>
                          <a:pt x="1762" y="849"/>
                        </a:lnTo>
                        <a:lnTo>
                          <a:pt x="1761" y="839"/>
                        </a:lnTo>
                        <a:lnTo>
                          <a:pt x="1761" y="828"/>
                        </a:lnTo>
                        <a:lnTo>
                          <a:pt x="1760" y="817"/>
                        </a:lnTo>
                        <a:lnTo>
                          <a:pt x="1759" y="807"/>
                        </a:lnTo>
                        <a:lnTo>
                          <a:pt x="1758" y="796"/>
                        </a:lnTo>
                        <a:lnTo>
                          <a:pt x="1687" y="771"/>
                        </a:lnTo>
                        <a:lnTo>
                          <a:pt x="1688" y="784"/>
                        </a:lnTo>
                        <a:lnTo>
                          <a:pt x="1691" y="798"/>
                        </a:lnTo>
                        <a:lnTo>
                          <a:pt x="1692" y="811"/>
                        </a:lnTo>
                        <a:lnTo>
                          <a:pt x="1693" y="826"/>
                        </a:lnTo>
                        <a:lnTo>
                          <a:pt x="1694" y="840"/>
                        </a:lnTo>
                        <a:lnTo>
                          <a:pt x="1694" y="853"/>
                        </a:lnTo>
                        <a:lnTo>
                          <a:pt x="1695" y="867"/>
                        </a:lnTo>
                        <a:lnTo>
                          <a:pt x="1695" y="881"/>
                        </a:lnTo>
                        <a:lnTo>
                          <a:pt x="1695" y="895"/>
                        </a:lnTo>
                        <a:lnTo>
                          <a:pt x="1694" y="908"/>
                        </a:lnTo>
                        <a:lnTo>
                          <a:pt x="1694" y="922"/>
                        </a:lnTo>
                        <a:lnTo>
                          <a:pt x="1693" y="936"/>
                        </a:lnTo>
                        <a:lnTo>
                          <a:pt x="1692" y="949"/>
                        </a:lnTo>
                        <a:lnTo>
                          <a:pt x="1691" y="964"/>
                        </a:lnTo>
                        <a:lnTo>
                          <a:pt x="1688" y="977"/>
                        </a:lnTo>
                        <a:lnTo>
                          <a:pt x="1687" y="991"/>
                        </a:lnTo>
                        <a:lnTo>
                          <a:pt x="1758" y="966"/>
                        </a:lnTo>
                        <a:lnTo>
                          <a:pt x="1759" y="955"/>
                        </a:lnTo>
                        <a:lnTo>
                          <a:pt x="1760" y="944"/>
                        </a:lnTo>
                        <a:lnTo>
                          <a:pt x="1761" y="934"/>
                        </a:lnTo>
                        <a:lnTo>
                          <a:pt x="1761" y="923"/>
                        </a:lnTo>
                        <a:lnTo>
                          <a:pt x="1762" y="912"/>
                        </a:lnTo>
                        <a:lnTo>
                          <a:pt x="1762" y="903"/>
                        </a:lnTo>
                        <a:lnTo>
                          <a:pt x="1762" y="892"/>
                        </a:lnTo>
                        <a:lnTo>
                          <a:pt x="1762" y="881"/>
                        </a:lnTo>
                        <a:close/>
                        <a:moveTo>
                          <a:pt x="1530" y="284"/>
                        </a:moveTo>
                        <a:lnTo>
                          <a:pt x="1513" y="267"/>
                        </a:lnTo>
                        <a:lnTo>
                          <a:pt x="1495" y="250"/>
                        </a:lnTo>
                        <a:lnTo>
                          <a:pt x="1478" y="232"/>
                        </a:lnTo>
                        <a:lnTo>
                          <a:pt x="1459" y="216"/>
                        </a:lnTo>
                        <a:lnTo>
                          <a:pt x="1441" y="200"/>
                        </a:lnTo>
                        <a:lnTo>
                          <a:pt x="1421" y="184"/>
                        </a:lnTo>
                        <a:lnTo>
                          <a:pt x="1402" y="169"/>
                        </a:lnTo>
                        <a:lnTo>
                          <a:pt x="1381" y="155"/>
                        </a:lnTo>
                        <a:lnTo>
                          <a:pt x="1317" y="193"/>
                        </a:lnTo>
                        <a:lnTo>
                          <a:pt x="1342" y="211"/>
                        </a:lnTo>
                        <a:lnTo>
                          <a:pt x="1367" y="228"/>
                        </a:lnTo>
                        <a:lnTo>
                          <a:pt x="1391" y="246"/>
                        </a:lnTo>
                        <a:lnTo>
                          <a:pt x="1414" y="266"/>
                        </a:lnTo>
                        <a:lnTo>
                          <a:pt x="1436" y="287"/>
                        </a:lnTo>
                        <a:lnTo>
                          <a:pt x="1458" y="307"/>
                        </a:lnTo>
                        <a:lnTo>
                          <a:pt x="1479" y="329"/>
                        </a:lnTo>
                        <a:lnTo>
                          <a:pt x="1499" y="352"/>
                        </a:lnTo>
                        <a:lnTo>
                          <a:pt x="1530" y="284"/>
                        </a:lnTo>
                        <a:close/>
                        <a:moveTo>
                          <a:pt x="989" y="6"/>
                        </a:moveTo>
                        <a:lnTo>
                          <a:pt x="976" y="4"/>
                        </a:lnTo>
                        <a:lnTo>
                          <a:pt x="963" y="3"/>
                        </a:lnTo>
                        <a:lnTo>
                          <a:pt x="949" y="2"/>
                        </a:lnTo>
                        <a:lnTo>
                          <a:pt x="936" y="1"/>
                        </a:lnTo>
                        <a:lnTo>
                          <a:pt x="923" y="1"/>
                        </a:lnTo>
                        <a:lnTo>
                          <a:pt x="908" y="0"/>
                        </a:lnTo>
                        <a:lnTo>
                          <a:pt x="894" y="0"/>
                        </a:lnTo>
                        <a:lnTo>
                          <a:pt x="881" y="0"/>
                        </a:lnTo>
                        <a:lnTo>
                          <a:pt x="867" y="0"/>
                        </a:lnTo>
                        <a:lnTo>
                          <a:pt x="854" y="0"/>
                        </a:lnTo>
                        <a:lnTo>
                          <a:pt x="840" y="1"/>
                        </a:lnTo>
                        <a:lnTo>
                          <a:pt x="827" y="1"/>
                        </a:lnTo>
                        <a:lnTo>
                          <a:pt x="813" y="2"/>
                        </a:lnTo>
                        <a:lnTo>
                          <a:pt x="800" y="3"/>
                        </a:lnTo>
                        <a:lnTo>
                          <a:pt x="787" y="4"/>
                        </a:lnTo>
                        <a:lnTo>
                          <a:pt x="773" y="6"/>
                        </a:lnTo>
                        <a:lnTo>
                          <a:pt x="754" y="77"/>
                        </a:lnTo>
                        <a:lnTo>
                          <a:pt x="769" y="75"/>
                        </a:lnTo>
                        <a:lnTo>
                          <a:pt x="785" y="73"/>
                        </a:lnTo>
                        <a:lnTo>
                          <a:pt x="801" y="71"/>
                        </a:lnTo>
                        <a:lnTo>
                          <a:pt x="817" y="69"/>
                        </a:lnTo>
                        <a:lnTo>
                          <a:pt x="832" y="68"/>
                        </a:lnTo>
                        <a:lnTo>
                          <a:pt x="849" y="68"/>
                        </a:lnTo>
                        <a:lnTo>
                          <a:pt x="865" y="67"/>
                        </a:lnTo>
                        <a:lnTo>
                          <a:pt x="881" y="67"/>
                        </a:lnTo>
                        <a:lnTo>
                          <a:pt x="898" y="67"/>
                        </a:lnTo>
                        <a:lnTo>
                          <a:pt x="914" y="68"/>
                        </a:lnTo>
                        <a:lnTo>
                          <a:pt x="929" y="68"/>
                        </a:lnTo>
                        <a:lnTo>
                          <a:pt x="945" y="69"/>
                        </a:lnTo>
                        <a:lnTo>
                          <a:pt x="962" y="71"/>
                        </a:lnTo>
                        <a:lnTo>
                          <a:pt x="977" y="73"/>
                        </a:lnTo>
                        <a:lnTo>
                          <a:pt x="993" y="75"/>
                        </a:lnTo>
                        <a:lnTo>
                          <a:pt x="1008" y="77"/>
                        </a:lnTo>
                        <a:lnTo>
                          <a:pt x="989" y="6"/>
                        </a:lnTo>
                        <a:close/>
                        <a:moveTo>
                          <a:pt x="381" y="155"/>
                        </a:moveTo>
                        <a:lnTo>
                          <a:pt x="361" y="169"/>
                        </a:lnTo>
                        <a:lnTo>
                          <a:pt x="341" y="184"/>
                        </a:lnTo>
                        <a:lnTo>
                          <a:pt x="322" y="200"/>
                        </a:lnTo>
                        <a:lnTo>
                          <a:pt x="303" y="216"/>
                        </a:lnTo>
                        <a:lnTo>
                          <a:pt x="285" y="232"/>
                        </a:lnTo>
                        <a:lnTo>
                          <a:pt x="266" y="249"/>
                        </a:lnTo>
                        <a:lnTo>
                          <a:pt x="249" y="267"/>
                        </a:lnTo>
                        <a:lnTo>
                          <a:pt x="233" y="284"/>
                        </a:lnTo>
                        <a:lnTo>
                          <a:pt x="263" y="352"/>
                        </a:lnTo>
                        <a:lnTo>
                          <a:pt x="284" y="329"/>
                        </a:lnTo>
                        <a:lnTo>
                          <a:pt x="304" y="307"/>
                        </a:lnTo>
                        <a:lnTo>
                          <a:pt x="326" y="287"/>
                        </a:lnTo>
                        <a:lnTo>
                          <a:pt x="349" y="266"/>
                        </a:lnTo>
                        <a:lnTo>
                          <a:pt x="372" y="246"/>
                        </a:lnTo>
                        <a:lnTo>
                          <a:pt x="396" y="228"/>
                        </a:lnTo>
                        <a:lnTo>
                          <a:pt x="421" y="211"/>
                        </a:lnTo>
                        <a:lnTo>
                          <a:pt x="446" y="193"/>
                        </a:lnTo>
                        <a:lnTo>
                          <a:pt x="381" y="155"/>
                        </a:lnTo>
                        <a:close/>
                        <a:moveTo>
                          <a:pt x="3" y="796"/>
                        </a:moveTo>
                        <a:lnTo>
                          <a:pt x="2" y="807"/>
                        </a:lnTo>
                        <a:lnTo>
                          <a:pt x="2" y="817"/>
                        </a:lnTo>
                        <a:lnTo>
                          <a:pt x="1" y="828"/>
                        </a:lnTo>
                        <a:lnTo>
                          <a:pt x="1" y="839"/>
                        </a:lnTo>
                        <a:lnTo>
                          <a:pt x="0" y="849"/>
                        </a:lnTo>
                        <a:lnTo>
                          <a:pt x="0" y="859"/>
                        </a:lnTo>
                        <a:lnTo>
                          <a:pt x="0" y="870"/>
                        </a:lnTo>
                        <a:lnTo>
                          <a:pt x="0" y="881"/>
                        </a:lnTo>
                        <a:lnTo>
                          <a:pt x="0" y="892"/>
                        </a:lnTo>
                        <a:lnTo>
                          <a:pt x="0" y="903"/>
                        </a:lnTo>
                        <a:lnTo>
                          <a:pt x="0" y="912"/>
                        </a:lnTo>
                        <a:lnTo>
                          <a:pt x="1" y="923"/>
                        </a:lnTo>
                        <a:lnTo>
                          <a:pt x="1" y="934"/>
                        </a:lnTo>
                        <a:lnTo>
                          <a:pt x="2" y="944"/>
                        </a:lnTo>
                        <a:lnTo>
                          <a:pt x="2" y="955"/>
                        </a:lnTo>
                        <a:lnTo>
                          <a:pt x="3" y="966"/>
                        </a:lnTo>
                        <a:lnTo>
                          <a:pt x="75" y="991"/>
                        </a:lnTo>
                        <a:lnTo>
                          <a:pt x="73" y="977"/>
                        </a:lnTo>
                        <a:lnTo>
                          <a:pt x="72" y="964"/>
                        </a:lnTo>
                        <a:lnTo>
                          <a:pt x="71" y="949"/>
                        </a:lnTo>
                        <a:lnTo>
                          <a:pt x="70" y="936"/>
                        </a:lnTo>
                        <a:lnTo>
                          <a:pt x="69" y="922"/>
                        </a:lnTo>
                        <a:lnTo>
                          <a:pt x="68" y="908"/>
                        </a:lnTo>
                        <a:lnTo>
                          <a:pt x="68" y="895"/>
                        </a:lnTo>
                        <a:lnTo>
                          <a:pt x="68" y="881"/>
                        </a:lnTo>
                        <a:lnTo>
                          <a:pt x="68" y="867"/>
                        </a:lnTo>
                        <a:lnTo>
                          <a:pt x="68" y="853"/>
                        </a:lnTo>
                        <a:lnTo>
                          <a:pt x="69" y="840"/>
                        </a:lnTo>
                        <a:lnTo>
                          <a:pt x="70" y="826"/>
                        </a:lnTo>
                        <a:lnTo>
                          <a:pt x="71" y="813"/>
                        </a:lnTo>
                        <a:lnTo>
                          <a:pt x="72" y="798"/>
                        </a:lnTo>
                        <a:lnTo>
                          <a:pt x="73" y="785"/>
                        </a:lnTo>
                        <a:lnTo>
                          <a:pt x="75" y="771"/>
                        </a:lnTo>
                        <a:lnTo>
                          <a:pt x="3" y="796"/>
                        </a:lnTo>
                        <a:close/>
                        <a:moveTo>
                          <a:pt x="232" y="1477"/>
                        </a:moveTo>
                        <a:lnTo>
                          <a:pt x="249" y="1495"/>
                        </a:lnTo>
                        <a:lnTo>
                          <a:pt x="266" y="1512"/>
                        </a:lnTo>
                        <a:lnTo>
                          <a:pt x="285" y="1530"/>
                        </a:lnTo>
                        <a:lnTo>
                          <a:pt x="303" y="1546"/>
                        </a:lnTo>
                        <a:lnTo>
                          <a:pt x="322" y="1562"/>
                        </a:lnTo>
                        <a:lnTo>
                          <a:pt x="341" y="1577"/>
                        </a:lnTo>
                        <a:lnTo>
                          <a:pt x="361" y="1593"/>
                        </a:lnTo>
                        <a:lnTo>
                          <a:pt x="381" y="1607"/>
                        </a:lnTo>
                        <a:lnTo>
                          <a:pt x="446" y="1568"/>
                        </a:lnTo>
                        <a:lnTo>
                          <a:pt x="421" y="1551"/>
                        </a:lnTo>
                        <a:lnTo>
                          <a:pt x="396" y="1534"/>
                        </a:lnTo>
                        <a:lnTo>
                          <a:pt x="372" y="1516"/>
                        </a:lnTo>
                        <a:lnTo>
                          <a:pt x="348" y="1496"/>
                        </a:lnTo>
                        <a:lnTo>
                          <a:pt x="326" y="1475"/>
                        </a:lnTo>
                        <a:lnTo>
                          <a:pt x="304" y="1455"/>
                        </a:lnTo>
                        <a:lnTo>
                          <a:pt x="284" y="1433"/>
                        </a:lnTo>
                        <a:lnTo>
                          <a:pt x="263" y="1410"/>
                        </a:lnTo>
                        <a:lnTo>
                          <a:pt x="232" y="1477"/>
                        </a:lnTo>
                        <a:close/>
                        <a:moveTo>
                          <a:pt x="773" y="1756"/>
                        </a:moveTo>
                        <a:lnTo>
                          <a:pt x="787" y="1758"/>
                        </a:lnTo>
                        <a:lnTo>
                          <a:pt x="800" y="1759"/>
                        </a:lnTo>
                        <a:lnTo>
                          <a:pt x="813" y="1760"/>
                        </a:lnTo>
                        <a:lnTo>
                          <a:pt x="827" y="1761"/>
                        </a:lnTo>
                        <a:lnTo>
                          <a:pt x="840" y="1761"/>
                        </a:lnTo>
                        <a:lnTo>
                          <a:pt x="854" y="1762"/>
                        </a:lnTo>
                        <a:lnTo>
                          <a:pt x="867" y="1762"/>
                        </a:lnTo>
                        <a:lnTo>
                          <a:pt x="881" y="1762"/>
                        </a:lnTo>
                        <a:lnTo>
                          <a:pt x="894" y="1762"/>
                        </a:lnTo>
                        <a:lnTo>
                          <a:pt x="908" y="1762"/>
                        </a:lnTo>
                        <a:lnTo>
                          <a:pt x="921" y="1761"/>
                        </a:lnTo>
                        <a:lnTo>
                          <a:pt x="936" y="1761"/>
                        </a:lnTo>
                        <a:lnTo>
                          <a:pt x="949" y="1760"/>
                        </a:lnTo>
                        <a:lnTo>
                          <a:pt x="963" y="1759"/>
                        </a:lnTo>
                        <a:lnTo>
                          <a:pt x="976" y="1758"/>
                        </a:lnTo>
                        <a:lnTo>
                          <a:pt x="989" y="1756"/>
                        </a:lnTo>
                        <a:lnTo>
                          <a:pt x="1008" y="1685"/>
                        </a:lnTo>
                        <a:lnTo>
                          <a:pt x="993" y="1687"/>
                        </a:lnTo>
                        <a:lnTo>
                          <a:pt x="977" y="1689"/>
                        </a:lnTo>
                        <a:lnTo>
                          <a:pt x="962" y="1690"/>
                        </a:lnTo>
                        <a:lnTo>
                          <a:pt x="945" y="1692"/>
                        </a:lnTo>
                        <a:lnTo>
                          <a:pt x="929" y="1693"/>
                        </a:lnTo>
                        <a:lnTo>
                          <a:pt x="914" y="1694"/>
                        </a:lnTo>
                        <a:lnTo>
                          <a:pt x="898" y="1695"/>
                        </a:lnTo>
                        <a:lnTo>
                          <a:pt x="881" y="1695"/>
                        </a:lnTo>
                        <a:lnTo>
                          <a:pt x="865" y="1695"/>
                        </a:lnTo>
                        <a:lnTo>
                          <a:pt x="849" y="1694"/>
                        </a:lnTo>
                        <a:lnTo>
                          <a:pt x="832" y="1693"/>
                        </a:lnTo>
                        <a:lnTo>
                          <a:pt x="817" y="1692"/>
                        </a:lnTo>
                        <a:lnTo>
                          <a:pt x="801" y="1690"/>
                        </a:lnTo>
                        <a:lnTo>
                          <a:pt x="785" y="1689"/>
                        </a:lnTo>
                        <a:lnTo>
                          <a:pt x="769" y="1687"/>
                        </a:lnTo>
                        <a:lnTo>
                          <a:pt x="754" y="1685"/>
                        </a:lnTo>
                        <a:lnTo>
                          <a:pt x="773" y="1756"/>
                        </a:lnTo>
                        <a:close/>
                        <a:moveTo>
                          <a:pt x="1381" y="1607"/>
                        </a:moveTo>
                        <a:lnTo>
                          <a:pt x="1402" y="1593"/>
                        </a:lnTo>
                        <a:lnTo>
                          <a:pt x="1421" y="1577"/>
                        </a:lnTo>
                        <a:lnTo>
                          <a:pt x="1441" y="1562"/>
                        </a:lnTo>
                        <a:lnTo>
                          <a:pt x="1459" y="1546"/>
                        </a:lnTo>
                        <a:lnTo>
                          <a:pt x="1478" y="1530"/>
                        </a:lnTo>
                        <a:lnTo>
                          <a:pt x="1496" y="1512"/>
                        </a:lnTo>
                        <a:lnTo>
                          <a:pt x="1513" y="1495"/>
                        </a:lnTo>
                        <a:lnTo>
                          <a:pt x="1530" y="1477"/>
                        </a:lnTo>
                        <a:lnTo>
                          <a:pt x="1499" y="1410"/>
                        </a:lnTo>
                        <a:lnTo>
                          <a:pt x="1479" y="1433"/>
                        </a:lnTo>
                        <a:lnTo>
                          <a:pt x="1458" y="1455"/>
                        </a:lnTo>
                        <a:lnTo>
                          <a:pt x="1436" y="1475"/>
                        </a:lnTo>
                        <a:lnTo>
                          <a:pt x="1414" y="1496"/>
                        </a:lnTo>
                        <a:lnTo>
                          <a:pt x="1391" y="1516"/>
                        </a:lnTo>
                        <a:lnTo>
                          <a:pt x="1367" y="1534"/>
                        </a:lnTo>
                        <a:lnTo>
                          <a:pt x="1342" y="1551"/>
                        </a:lnTo>
                        <a:lnTo>
                          <a:pt x="1317" y="1568"/>
                        </a:lnTo>
                        <a:lnTo>
                          <a:pt x="1381" y="1607"/>
                        </a:lnTo>
                        <a:close/>
                      </a:path>
                    </a:pathLst>
                  </a:custGeom>
                  <a:solidFill>
                    <a:srgbClr val="EA8818"/>
                  </a:solidFill>
                  <a:ln>
                    <a:noFill/>
                  </a:ln>
                </p:spPr>
                <p:txBody>
                  <a:bodyPr/>
                  <a:lstStyle/>
                  <a:p>
                    <a:pPr>
                      <a:defRPr/>
                    </a:pPr>
                    <a:endParaRPr lang="en-US" sz="1050">
                      <a:latin typeface="+mj-lt"/>
                    </a:endParaRPr>
                  </a:p>
                </p:txBody>
              </p:sp>
              <p:sp>
                <p:nvSpPr>
                  <p:cNvPr id="41667" name="Freeform 446">
                    <a:extLst>
                      <a:ext uri="{FF2B5EF4-FFF2-40B4-BE49-F238E27FC236}">
                        <a16:creationId xmlns="" xmlns:a16="http://schemas.microsoft.com/office/drawing/2014/main" id="{36C747A7-174A-26D6-21B6-4EE6FF9D928C}"/>
                      </a:ext>
                    </a:extLst>
                  </p:cNvPr>
                  <p:cNvSpPr>
                    <a:spLocks noEditPoints="1"/>
                  </p:cNvSpPr>
                  <p:nvPr/>
                </p:nvSpPr>
                <p:spPr bwMode="auto">
                  <a:xfrm>
                    <a:off x="3207" y="1911"/>
                    <a:ext cx="284" cy="281"/>
                  </a:xfrm>
                  <a:custGeom>
                    <a:avLst/>
                    <a:gdLst>
                      <a:gd name="T0" fmla="*/ 0 w 1695"/>
                      <a:gd name="T1" fmla="*/ 0 h 1695"/>
                      <a:gd name="T2" fmla="*/ 0 w 1695"/>
                      <a:gd name="T3" fmla="*/ 0 h 1695"/>
                      <a:gd name="T4" fmla="*/ 0 w 1695"/>
                      <a:gd name="T5" fmla="*/ 0 h 1695"/>
                      <a:gd name="T6" fmla="*/ 0 w 1695"/>
                      <a:gd name="T7" fmla="*/ 0 h 1695"/>
                      <a:gd name="T8" fmla="*/ 0 w 1695"/>
                      <a:gd name="T9" fmla="*/ 0 h 1695"/>
                      <a:gd name="T10" fmla="*/ 0 w 1695"/>
                      <a:gd name="T11" fmla="*/ 0 h 1695"/>
                      <a:gd name="T12" fmla="*/ 0 w 1695"/>
                      <a:gd name="T13" fmla="*/ 0 h 1695"/>
                      <a:gd name="T14" fmla="*/ 0 w 1695"/>
                      <a:gd name="T15" fmla="*/ 0 h 1695"/>
                      <a:gd name="T16" fmla="*/ 0 w 1695"/>
                      <a:gd name="T17" fmla="*/ 0 h 1695"/>
                      <a:gd name="T18" fmla="*/ 0 w 1695"/>
                      <a:gd name="T19" fmla="*/ 0 h 1695"/>
                      <a:gd name="T20" fmla="*/ 0 w 1695"/>
                      <a:gd name="T21" fmla="*/ 0 h 1695"/>
                      <a:gd name="T22" fmla="*/ 0 w 1695"/>
                      <a:gd name="T23" fmla="*/ 0 h 1695"/>
                      <a:gd name="T24" fmla="*/ 0 w 1695"/>
                      <a:gd name="T25" fmla="*/ 0 h 1695"/>
                      <a:gd name="T26" fmla="*/ 0 w 1695"/>
                      <a:gd name="T27" fmla="*/ 0 h 1695"/>
                      <a:gd name="T28" fmla="*/ 0 w 1695"/>
                      <a:gd name="T29" fmla="*/ 0 h 1695"/>
                      <a:gd name="T30" fmla="*/ 0 w 1695"/>
                      <a:gd name="T31" fmla="*/ 0 h 1695"/>
                      <a:gd name="T32" fmla="*/ 0 w 1695"/>
                      <a:gd name="T33" fmla="*/ 0 h 1695"/>
                      <a:gd name="T34" fmla="*/ 0 w 1695"/>
                      <a:gd name="T35" fmla="*/ 0 h 1695"/>
                      <a:gd name="T36" fmla="*/ 0 w 1695"/>
                      <a:gd name="T37" fmla="*/ 0 h 1695"/>
                      <a:gd name="T38" fmla="*/ 0 w 1695"/>
                      <a:gd name="T39" fmla="*/ 0 h 1695"/>
                      <a:gd name="T40" fmla="*/ 0 w 1695"/>
                      <a:gd name="T41" fmla="*/ 0 h 1695"/>
                      <a:gd name="T42" fmla="*/ 0 w 1695"/>
                      <a:gd name="T43" fmla="*/ 0 h 1695"/>
                      <a:gd name="T44" fmla="*/ 0 w 1695"/>
                      <a:gd name="T45" fmla="*/ 0 h 1695"/>
                      <a:gd name="T46" fmla="*/ 0 w 1695"/>
                      <a:gd name="T47" fmla="*/ 0 h 1695"/>
                      <a:gd name="T48" fmla="*/ 0 w 1695"/>
                      <a:gd name="T49" fmla="*/ 0 h 1695"/>
                      <a:gd name="T50" fmla="*/ 0 w 1695"/>
                      <a:gd name="T51" fmla="*/ 0 h 1695"/>
                      <a:gd name="T52" fmla="*/ 0 w 1695"/>
                      <a:gd name="T53" fmla="*/ 0 h 1695"/>
                      <a:gd name="T54" fmla="*/ 0 w 1695"/>
                      <a:gd name="T55" fmla="*/ 0 h 1695"/>
                      <a:gd name="T56" fmla="*/ 0 w 1695"/>
                      <a:gd name="T57" fmla="*/ 0 h 1695"/>
                      <a:gd name="T58" fmla="*/ 0 w 1695"/>
                      <a:gd name="T59" fmla="*/ 0 h 1695"/>
                      <a:gd name="T60" fmla="*/ 0 w 1695"/>
                      <a:gd name="T61" fmla="*/ 0 h 1695"/>
                      <a:gd name="T62" fmla="*/ 0 w 1695"/>
                      <a:gd name="T63" fmla="*/ 0 h 1695"/>
                      <a:gd name="T64" fmla="*/ 0 w 1695"/>
                      <a:gd name="T65" fmla="*/ 0 h 1695"/>
                      <a:gd name="T66" fmla="*/ 0 w 1695"/>
                      <a:gd name="T67" fmla="*/ 0 h 1695"/>
                      <a:gd name="T68" fmla="*/ 0 w 1695"/>
                      <a:gd name="T69" fmla="*/ 0 h 1695"/>
                      <a:gd name="T70" fmla="*/ 0 w 1695"/>
                      <a:gd name="T71" fmla="*/ 0 h 1695"/>
                      <a:gd name="T72" fmla="*/ 0 w 1695"/>
                      <a:gd name="T73" fmla="*/ 0 h 1695"/>
                      <a:gd name="T74" fmla="*/ 0 w 1695"/>
                      <a:gd name="T75" fmla="*/ 0 h 1695"/>
                      <a:gd name="T76" fmla="*/ 0 w 1695"/>
                      <a:gd name="T77" fmla="*/ 0 h 1695"/>
                      <a:gd name="T78" fmla="*/ 0 w 1695"/>
                      <a:gd name="T79" fmla="*/ 0 h 1695"/>
                      <a:gd name="T80" fmla="*/ 0 w 1695"/>
                      <a:gd name="T81" fmla="*/ 0 h 1695"/>
                      <a:gd name="T82" fmla="*/ 0 w 1695"/>
                      <a:gd name="T83" fmla="*/ 0 h 1695"/>
                      <a:gd name="T84" fmla="*/ 0 w 1695"/>
                      <a:gd name="T85" fmla="*/ 0 h 1695"/>
                      <a:gd name="T86" fmla="*/ 0 w 1695"/>
                      <a:gd name="T87" fmla="*/ 0 h 1695"/>
                      <a:gd name="T88" fmla="*/ 0 w 1695"/>
                      <a:gd name="T89" fmla="*/ 0 h 1695"/>
                      <a:gd name="T90" fmla="*/ 0 w 1695"/>
                      <a:gd name="T91" fmla="*/ 0 h 1695"/>
                      <a:gd name="T92" fmla="*/ 0 w 1695"/>
                      <a:gd name="T93" fmla="*/ 0 h 1695"/>
                      <a:gd name="T94" fmla="*/ 0 w 1695"/>
                      <a:gd name="T95" fmla="*/ 0 h 1695"/>
                      <a:gd name="T96" fmla="*/ 0 w 1695"/>
                      <a:gd name="T97" fmla="*/ 0 h 1695"/>
                      <a:gd name="T98" fmla="*/ 0 w 1695"/>
                      <a:gd name="T99" fmla="*/ 0 h 1695"/>
                      <a:gd name="T100" fmla="*/ 0 w 1695"/>
                      <a:gd name="T101" fmla="*/ 0 h 1695"/>
                      <a:gd name="T102" fmla="*/ 0 w 1695"/>
                      <a:gd name="T103" fmla="*/ 0 h 1695"/>
                      <a:gd name="T104" fmla="*/ 0 w 1695"/>
                      <a:gd name="T105" fmla="*/ 0 h 1695"/>
                      <a:gd name="T106" fmla="*/ 0 w 1695"/>
                      <a:gd name="T107" fmla="*/ 0 h 169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695"/>
                      <a:gd name="T163" fmla="*/ 0 h 1695"/>
                      <a:gd name="T164" fmla="*/ 1695 w 1695"/>
                      <a:gd name="T165" fmla="*/ 1695 h 169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695" h="1695">
                        <a:moveTo>
                          <a:pt x="1695" y="848"/>
                        </a:moveTo>
                        <a:lnTo>
                          <a:pt x="1695" y="836"/>
                        </a:lnTo>
                        <a:lnTo>
                          <a:pt x="1695" y="823"/>
                        </a:lnTo>
                        <a:lnTo>
                          <a:pt x="1694" y="811"/>
                        </a:lnTo>
                        <a:lnTo>
                          <a:pt x="1694" y="799"/>
                        </a:lnTo>
                        <a:lnTo>
                          <a:pt x="1692" y="787"/>
                        </a:lnTo>
                        <a:lnTo>
                          <a:pt x="1691" y="775"/>
                        </a:lnTo>
                        <a:lnTo>
                          <a:pt x="1690" y="763"/>
                        </a:lnTo>
                        <a:lnTo>
                          <a:pt x="1689" y="751"/>
                        </a:lnTo>
                        <a:lnTo>
                          <a:pt x="1617" y="725"/>
                        </a:lnTo>
                        <a:lnTo>
                          <a:pt x="1620" y="740"/>
                        </a:lnTo>
                        <a:lnTo>
                          <a:pt x="1621" y="756"/>
                        </a:lnTo>
                        <a:lnTo>
                          <a:pt x="1623" y="771"/>
                        </a:lnTo>
                        <a:lnTo>
                          <a:pt x="1624" y="786"/>
                        </a:lnTo>
                        <a:lnTo>
                          <a:pt x="1625" y="801"/>
                        </a:lnTo>
                        <a:lnTo>
                          <a:pt x="1626" y="816"/>
                        </a:lnTo>
                        <a:lnTo>
                          <a:pt x="1626" y="833"/>
                        </a:lnTo>
                        <a:lnTo>
                          <a:pt x="1626" y="848"/>
                        </a:lnTo>
                        <a:lnTo>
                          <a:pt x="1626" y="863"/>
                        </a:lnTo>
                        <a:lnTo>
                          <a:pt x="1626" y="878"/>
                        </a:lnTo>
                        <a:lnTo>
                          <a:pt x="1625" y="895"/>
                        </a:lnTo>
                        <a:lnTo>
                          <a:pt x="1624" y="910"/>
                        </a:lnTo>
                        <a:lnTo>
                          <a:pt x="1623" y="925"/>
                        </a:lnTo>
                        <a:lnTo>
                          <a:pt x="1621" y="940"/>
                        </a:lnTo>
                        <a:lnTo>
                          <a:pt x="1620" y="956"/>
                        </a:lnTo>
                        <a:lnTo>
                          <a:pt x="1617" y="970"/>
                        </a:lnTo>
                        <a:lnTo>
                          <a:pt x="1689" y="945"/>
                        </a:lnTo>
                        <a:lnTo>
                          <a:pt x="1690" y="933"/>
                        </a:lnTo>
                        <a:lnTo>
                          <a:pt x="1691" y="921"/>
                        </a:lnTo>
                        <a:lnTo>
                          <a:pt x="1692" y="909"/>
                        </a:lnTo>
                        <a:lnTo>
                          <a:pt x="1694" y="897"/>
                        </a:lnTo>
                        <a:lnTo>
                          <a:pt x="1694" y="885"/>
                        </a:lnTo>
                        <a:lnTo>
                          <a:pt x="1695" y="872"/>
                        </a:lnTo>
                        <a:lnTo>
                          <a:pt x="1695" y="860"/>
                        </a:lnTo>
                        <a:lnTo>
                          <a:pt x="1695" y="848"/>
                        </a:lnTo>
                        <a:close/>
                        <a:moveTo>
                          <a:pt x="1481" y="285"/>
                        </a:moveTo>
                        <a:lnTo>
                          <a:pt x="1462" y="264"/>
                        </a:lnTo>
                        <a:lnTo>
                          <a:pt x="1443" y="245"/>
                        </a:lnTo>
                        <a:lnTo>
                          <a:pt x="1423" y="226"/>
                        </a:lnTo>
                        <a:lnTo>
                          <a:pt x="1402" y="208"/>
                        </a:lnTo>
                        <a:lnTo>
                          <a:pt x="1382" y="191"/>
                        </a:lnTo>
                        <a:lnTo>
                          <a:pt x="1360" y="173"/>
                        </a:lnTo>
                        <a:lnTo>
                          <a:pt x="1337" y="157"/>
                        </a:lnTo>
                        <a:lnTo>
                          <a:pt x="1314" y="142"/>
                        </a:lnTo>
                        <a:lnTo>
                          <a:pt x="1250" y="181"/>
                        </a:lnTo>
                        <a:lnTo>
                          <a:pt x="1277" y="198"/>
                        </a:lnTo>
                        <a:lnTo>
                          <a:pt x="1306" y="217"/>
                        </a:lnTo>
                        <a:lnTo>
                          <a:pt x="1332" y="237"/>
                        </a:lnTo>
                        <a:lnTo>
                          <a:pt x="1357" y="258"/>
                        </a:lnTo>
                        <a:lnTo>
                          <a:pt x="1382" y="281"/>
                        </a:lnTo>
                        <a:lnTo>
                          <a:pt x="1406" y="304"/>
                        </a:lnTo>
                        <a:lnTo>
                          <a:pt x="1427" y="327"/>
                        </a:lnTo>
                        <a:lnTo>
                          <a:pt x="1449" y="352"/>
                        </a:lnTo>
                        <a:lnTo>
                          <a:pt x="1481" y="285"/>
                        </a:lnTo>
                        <a:close/>
                        <a:moveTo>
                          <a:pt x="965" y="8"/>
                        </a:moveTo>
                        <a:lnTo>
                          <a:pt x="950" y="7"/>
                        </a:lnTo>
                        <a:lnTo>
                          <a:pt x="935" y="5"/>
                        </a:lnTo>
                        <a:lnTo>
                          <a:pt x="921" y="4"/>
                        </a:lnTo>
                        <a:lnTo>
                          <a:pt x="906" y="3"/>
                        </a:lnTo>
                        <a:lnTo>
                          <a:pt x="892" y="2"/>
                        </a:lnTo>
                        <a:lnTo>
                          <a:pt x="877" y="0"/>
                        </a:lnTo>
                        <a:lnTo>
                          <a:pt x="862" y="0"/>
                        </a:lnTo>
                        <a:lnTo>
                          <a:pt x="847" y="0"/>
                        </a:lnTo>
                        <a:lnTo>
                          <a:pt x="832" y="0"/>
                        </a:lnTo>
                        <a:lnTo>
                          <a:pt x="817" y="0"/>
                        </a:lnTo>
                        <a:lnTo>
                          <a:pt x="803" y="2"/>
                        </a:lnTo>
                        <a:lnTo>
                          <a:pt x="787" y="3"/>
                        </a:lnTo>
                        <a:lnTo>
                          <a:pt x="773" y="4"/>
                        </a:lnTo>
                        <a:lnTo>
                          <a:pt x="758" y="5"/>
                        </a:lnTo>
                        <a:lnTo>
                          <a:pt x="744" y="7"/>
                        </a:lnTo>
                        <a:lnTo>
                          <a:pt x="730" y="8"/>
                        </a:lnTo>
                        <a:lnTo>
                          <a:pt x="710" y="80"/>
                        </a:lnTo>
                        <a:lnTo>
                          <a:pt x="727" y="78"/>
                        </a:lnTo>
                        <a:lnTo>
                          <a:pt x="744" y="75"/>
                        </a:lnTo>
                        <a:lnTo>
                          <a:pt x="760" y="73"/>
                        </a:lnTo>
                        <a:lnTo>
                          <a:pt x="778" y="71"/>
                        </a:lnTo>
                        <a:lnTo>
                          <a:pt x="795" y="70"/>
                        </a:lnTo>
                        <a:lnTo>
                          <a:pt x="812" y="69"/>
                        </a:lnTo>
                        <a:lnTo>
                          <a:pt x="830" y="68"/>
                        </a:lnTo>
                        <a:lnTo>
                          <a:pt x="847" y="68"/>
                        </a:lnTo>
                        <a:lnTo>
                          <a:pt x="865" y="68"/>
                        </a:lnTo>
                        <a:lnTo>
                          <a:pt x="882" y="69"/>
                        </a:lnTo>
                        <a:lnTo>
                          <a:pt x="899" y="70"/>
                        </a:lnTo>
                        <a:lnTo>
                          <a:pt x="917" y="71"/>
                        </a:lnTo>
                        <a:lnTo>
                          <a:pt x="933" y="73"/>
                        </a:lnTo>
                        <a:lnTo>
                          <a:pt x="950" y="75"/>
                        </a:lnTo>
                        <a:lnTo>
                          <a:pt x="968" y="78"/>
                        </a:lnTo>
                        <a:lnTo>
                          <a:pt x="984" y="80"/>
                        </a:lnTo>
                        <a:lnTo>
                          <a:pt x="965" y="8"/>
                        </a:lnTo>
                        <a:close/>
                        <a:moveTo>
                          <a:pt x="379" y="141"/>
                        </a:moveTo>
                        <a:lnTo>
                          <a:pt x="356" y="157"/>
                        </a:lnTo>
                        <a:lnTo>
                          <a:pt x="334" y="173"/>
                        </a:lnTo>
                        <a:lnTo>
                          <a:pt x="313" y="191"/>
                        </a:lnTo>
                        <a:lnTo>
                          <a:pt x="292" y="208"/>
                        </a:lnTo>
                        <a:lnTo>
                          <a:pt x="271" y="226"/>
                        </a:lnTo>
                        <a:lnTo>
                          <a:pt x="252" y="245"/>
                        </a:lnTo>
                        <a:lnTo>
                          <a:pt x="232" y="264"/>
                        </a:lnTo>
                        <a:lnTo>
                          <a:pt x="214" y="285"/>
                        </a:lnTo>
                        <a:lnTo>
                          <a:pt x="245" y="352"/>
                        </a:lnTo>
                        <a:lnTo>
                          <a:pt x="266" y="327"/>
                        </a:lnTo>
                        <a:lnTo>
                          <a:pt x="289" y="304"/>
                        </a:lnTo>
                        <a:lnTo>
                          <a:pt x="313" y="280"/>
                        </a:lnTo>
                        <a:lnTo>
                          <a:pt x="337" y="258"/>
                        </a:lnTo>
                        <a:lnTo>
                          <a:pt x="363" y="237"/>
                        </a:lnTo>
                        <a:lnTo>
                          <a:pt x="389" y="217"/>
                        </a:lnTo>
                        <a:lnTo>
                          <a:pt x="416" y="198"/>
                        </a:lnTo>
                        <a:lnTo>
                          <a:pt x="444" y="180"/>
                        </a:lnTo>
                        <a:lnTo>
                          <a:pt x="379" y="141"/>
                        </a:lnTo>
                        <a:close/>
                        <a:moveTo>
                          <a:pt x="5" y="751"/>
                        </a:moveTo>
                        <a:lnTo>
                          <a:pt x="4" y="763"/>
                        </a:lnTo>
                        <a:lnTo>
                          <a:pt x="3" y="775"/>
                        </a:lnTo>
                        <a:lnTo>
                          <a:pt x="2" y="787"/>
                        </a:lnTo>
                        <a:lnTo>
                          <a:pt x="1" y="799"/>
                        </a:lnTo>
                        <a:lnTo>
                          <a:pt x="1" y="811"/>
                        </a:lnTo>
                        <a:lnTo>
                          <a:pt x="0" y="823"/>
                        </a:lnTo>
                        <a:lnTo>
                          <a:pt x="0" y="836"/>
                        </a:lnTo>
                        <a:lnTo>
                          <a:pt x="0" y="848"/>
                        </a:lnTo>
                        <a:lnTo>
                          <a:pt x="0" y="860"/>
                        </a:lnTo>
                        <a:lnTo>
                          <a:pt x="0" y="872"/>
                        </a:lnTo>
                        <a:lnTo>
                          <a:pt x="1" y="885"/>
                        </a:lnTo>
                        <a:lnTo>
                          <a:pt x="1" y="897"/>
                        </a:lnTo>
                        <a:lnTo>
                          <a:pt x="2" y="909"/>
                        </a:lnTo>
                        <a:lnTo>
                          <a:pt x="3" y="921"/>
                        </a:lnTo>
                        <a:lnTo>
                          <a:pt x="4" y="933"/>
                        </a:lnTo>
                        <a:lnTo>
                          <a:pt x="5" y="945"/>
                        </a:lnTo>
                        <a:lnTo>
                          <a:pt x="77" y="970"/>
                        </a:lnTo>
                        <a:lnTo>
                          <a:pt x="75" y="956"/>
                        </a:lnTo>
                        <a:lnTo>
                          <a:pt x="73" y="940"/>
                        </a:lnTo>
                        <a:lnTo>
                          <a:pt x="72" y="925"/>
                        </a:lnTo>
                        <a:lnTo>
                          <a:pt x="69" y="910"/>
                        </a:lnTo>
                        <a:lnTo>
                          <a:pt x="68" y="895"/>
                        </a:lnTo>
                        <a:lnTo>
                          <a:pt x="68" y="878"/>
                        </a:lnTo>
                        <a:lnTo>
                          <a:pt x="67" y="863"/>
                        </a:lnTo>
                        <a:lnTo>
                          <a:pt x="67" y="848"/>
                        </a:lnTo>
                        <a:lnTo>
                          <a:pt x="67" y="833"/>
                        </a:lnTo>
                        <a:lnTo>
                          <a:pt x="68" y="816"/>
                        </a:lnTo>
                        <a:lnTo>
                          <a:pt x="68" y="801"/>
                        </a:lnTo>
                        <a:lnTo>
                          <a:pt x="69" y="786"/>
                        </a:lnTo>
                        <a:lnTo>
                          <a:pt x="72" y="771"/>
                        </a:lnTo>
                        <a:lnTo>
                          <a:pt x="73" y="756"/>
                        </a:lnTo>
                        <a:lnTo>
                          <a:pt x="75" y="740"/>
                        </a:lnTo>
                        <a:lnTo>
                          <a:pt x="77" y="725"/>
                        </a:lnTo>
                        <a:lnTo>
                          <a:pt x="5" y="751"/>
                        </a:lnTo>
                        <a:close/>
                        <a:moveTo>
                          <a:pt x="214" y="1411"/>
                        </a:moveTo>
                        <a:lnTo>
                          <a:pt x="232" y="1431"/>
                        </a:lnTo>
                        <a:lnTo>
                          <a:pt x="252" y="1451"/>
                        </a:lnTo>
                        <a:lnTo>
                          <a:pt x="271" y="1469"/>
                        </a:lnTo>
                        <a:lnTo>
                          <a:pt x="292" y="1488"/>
                        </a:lnTo>
                        <a:lnTo>
                          <a:pt x="313" y="1505"/>
                        </a:lnTo>
                        <a:lnTo>
                          <a:pt x="334" y="1523"/>
                        </a:lnTo>
                        <a:lnTo>
                          <a:pt x="356" y="1539"/>
                        </a:lnTo>
                        <a:lnTo>
                          <a:pt x="379" y="1554"/>
                        </a:lnTo>
                        <a:lnTo>
                          <a:pt x="444" y="1515"/>
                        </a:lnTo>
                        <a:lnTo>
                          <a:pt x="416" y="1498"/>
                        </a:lnTo>
                        <a:lnTo>
                          <a:pt x="389" y="1479"/>
                        </a:lnTo>
                        <a:lnTo>
                          <a:pt x="363" y="1459"/>
                        </a:lnTo>
                        <a:lnTo>
                          <a:pt x="337" y="1438"/>
                        </a:lnTo>
                        <a:lnTo>
                          <a:pt x="313" y="1415"/>
                        </a:lnTo>
                        <a:lnTo>
                          <a:pt x="289" y="1392"/>
                        </a:lnTo>
                        <a:lnTo>
                          <a:pt x="266" y="1368"/>
                        </a:lnTo>
                        <a:lnTo>
                          <a:pt x="245" y="1343"/>
                        </a:lnTo>
                        <a:lnTo>
                          <a:pt x="214" y="1411"/>
                        </a:lnTo>
                        <a:close/>
                        <a:moveTo>
                          <a:pt x="730" y="1687"/>
                        </a:moveTo>
                        <a:lnTo>
                          <a:pt x="744" y="1689"/>
                        </a:lnTo>
                        <a:lnTo>
                          <a:pt x="758" y="1691"/>
                        </a:lnTo>
                        <a:lnTo>
                          <a:pt x="773" y="1692"/>
                        </a:lnTo>
                        <a:lnTo>
                          <a:pt x="787" y="1693"/>
                        </a:lnTo>
                        <a:lnTo>
                          <a:pt x="803" y="1694"/>
                        </a:lnTo>
                        <a:lnTo>
                          <a:pt x="817" y="1694"/>
                        </a:lnTo>
                        <a:lnTo>
                          <a:pt x="832" y="1695"/>
                        </a:lnTo>
                        <a:lnTo>
                          <a:pt x="847" y="1695"/>
                        </a:lnTo>
                        <a:lnTo>
                          <a:pt x="862" y="1695"/>
                        </a:lnTo>
                        <a:lnTo>
                          <a:pt x="877" y="1694"/>
                        </a:lnTo>
                        <a:lnTo>
                          <a:pt x="892" y="1694"/>
                        </a:lnTo>
                        <a:lnTo>
                          <a:pt x="906" y="1693"/>
                        </a:lnTo>
                        <a:lnTo>
                          <a:pt x="921" y="1692"/>
                        </a:lnTo>
                        <a:lnTo>
                          <a:pt x="935" y="1691"/>
                        </a:lnTo>
                        <a:lnTo>
                          <a:pt x="950" y="1689"/>
                        </a:lnTo>
                        <a:lnTo>
                          <a:pt x="965" y="1687"/>
                        </a:lnTo>
                        <a:lnTo>
                          <a:pt x="984" y="1615"/>
                        </a:lnTo>
                        <a:lnTo>
                          <a:pt x="968" y="1618"/>
                        </a:lnTo>
                        <a:lnTo>
                          <a:pt x="950" y="1621"/>
                        </a:lnTo>
                        <a:lnTo>
                          <a:pt x="933" y="1623"/>
                        </a:lnTo>
                        <a:lnTo>
                          <a:pt x="917" y="1625"/>
                        </a:lnTo>
                        <a:lnTo>
                          <a:pt x="899" y="1626"/>
                        </a:lnTo>
                        <a:lnTo>
                          <a:pt x="882" y="1627"/>
                        </a:lnTo>
                        <a:lnTo>
                          <a:pt x="865" y="1627"/>
                        </a:lnTo>
                        <a:lnTo>
                          <a:pt x="847" y="1627"/>
                        </a:lnTo>
                        <a:lnTo>
                          <a:pt x="830" y="1627"/>
                        </a:lnTo>
                        <a:lnTo>
                          <a:pt x="812" y="1627"/>
                        </a:lnTo>
                        <a:lnTo>
                          <a:pt x="795" y="1626"/>
                        </a:lnTo>
                        <a:lnTo>
                          <a:pt x="778" y="1625"/>
                        </a:lnTo>
                        <a:lnTo>
                          <a:pt x="760" y="1623"/>
                        </a:lnTo>
                        <a:lnTo>
                          <a:pt x="744" y="1621"/>
                        </a:lnTo>
                        <a:lnTo>
                          <a:pt x="727" y="1618"/>
                        </a:lnTo>
                        <a:lnTo>
                          <a:pt x="710" y="1615"/>
                        </a:lnTo>
                        <a:lnTo>
                          <a:pt x="730" y="1687"/>
                        </a:lnTo>
                        <a:close/>
                        <a:moveTo>
                          <a:pt x="1315" y="1554"/>
                        </a:moveTo>
                        <a:lnTo>
                          <a:pt x="1337" y="1539"/>
                        </a:lnTo>
                        <a:lnTo>
                          <a:pt x="1360" y="1523"/>
                        </a:lnTo>
                        <a:lnTo>
                          <a:pt x="1382" y="1505"/>
                        </a:lnTo>
                        <a:lnTo>
                          <a:pt x="1402" y="1488"/>
                        </a:lnTo>
                        <a:lnTo>
                          <a:pt x="1423" y="1469"/>
                        </a:lnTo>
                        <a:lnTo>
                          <a:pt x="1443" y="1451"/>
                        </a:lnTo>
                        <a:lnTo>
                          <a:pt x="1462" y="1430"/>
                        </a:lnTo>
                        <a:lnTo>
                          <a:pt x="1481" y="1411"/>
                        </a:lnTo>
                        <a:lnTo>
                          <a:pt x="1449" y="1343"/>
                        </a:lnTo>
                        <a:lnTo>
                          <a:pt x="1427" y="1368"/>
                        </a:lnTo>
                        <a:lnTo>
                          <a:pt x="1406" y="1392"/>
                        </a:lnTo>
                        <a:lnTo>
                          <a:pt x="1382" y="1415"/>
                        </a:lnTo>
                        <a:lnTo>
                          <a:pt x="1357" y="1438"/>
                        </a:lnTo>
                        <a:lnTo>
                          <a:pt x="1332" y="1459"/>
                        </a:lnTo>
                        <a:lnTo>
                          <a:pt x="1306" y="1479"/>
                        </a:lnTo>
                        <a:lnTo>
                          <a:pt x="1279" y="1498"/>
                        </a:lnTo>
                        <a:lnTo>
                          <a:pt x="1250" y="1515"/>
                        </a:lnTo>
                        <a:lnTo>
                          <a:pt x="1315" y="1554"/>
                        </a:lnTo>
                        <a:close/>
                      </a:path>
                    </a:pathLst>
                  </a:custGeom>
                  <a:solidFill>
                    <a:srgbClr val="EB8D19"/>
                  </a:solidFill>
                  <a:ln>
                    <a:noFill/>
                  </a:ln>
                </p:spPr>
                <p:txBody>
                  <a:bodyPr/>
                  <a:lstStyle/>
                  <a:p>
                    <a:pPr>
                      <a:defRPr/>
                    </a:pPr>
                    <a:endParaRPr lang="en-US" sz="1050">
                      <a:latin typeface="+mj-lt"/>
                    </a:endParaRPr>
                  </a:p>
                </p:txBody>
              </p:sp>
              <p:sp>
                <p:nvSpPr>
                  <p:cNvPr id="41668" name="Freeform 447">
                    <a:extLst>
                      <a:ext uri="{FF2B5EF4-FFF2-40B4-BE49-F238E27FC236}">
                        <a16:creationId xmlns="" xmlns:a16="http://schemas.microsoft.com/office/drawing/2014/main" id="{69E1378B-8D63-319E-0AE3-5256D57119CE}"/>
                      </a:ext>
                    </a:extLst>
                  </p:cNvPr>
                  <p:cNvSpPr>
                    <a:spLocks noEditPoints="1"/>
                  </p:cNvSpPr>
                  <p:nvPr/>
                </p:nvSpPr>
                <p:spPr bwMode="auto">
                  <a:xfrm>
                    <a:off x="3211" y="1915"/>
                    <a:ext cx="272" cy="273"/>
                  </a:xfrm>
                  <a:custGeom>
                    <a:avLst/>
                    <a:gdLst>
                      <a:gd name="T0" fmla="*/ 0 w 1627"/>
                      <a:gd name="T1" fmla="*/ 0 h 1628"/>
                      <a:gd name="T2" fmla="*/ 0 w 1627"/>
                      <a:gd name="T3" fmla="*/ 0 h 1628"/>
                      <a:gd name="T4" fmla="*/ 0 w 1627"/>
                      <a:gd name="T5" fmla="*/ 0 h 1628"/>
                      <a:gd name="T6" fmla="*/ 0 w 1627"/>
                      <a:gd name="T7" fmla="*/ 0 h 1628"/>
                      <a:gd name="T8" fmla="*/ 0 w 1627"/>
                      <a:gd name="T9" fmla="*/ 0 h 1628"/>
                      <a:gd name="T10" fmla="*/ 0 w 1627"/>
                      <a:gd name="T11" fmla="*/ 0 h 1628"/>
                      <a:gd name="T12" fmla="*/ 0 w 1627"/>
                      <a:gd name="T13" fmla="*/ 0 h 1628"/>
                      <a:gd name="T14" fmla="*/ 0 w 1627"/>
                      <a:gd name="T15" fmla="*/ 0 h 1628"/>
                      <a:gd name="T16" fmla="*/ 0 w 1627"/>
                      <a:gd name="T17" fmla="*/ 0 h 1628"/>
                      <a:gd name="T18" fmla="*/ 0 w 1627"/>
                      <a:gd name="T19" fmla="*/ 0 h 1628"/>
                      <a:gd name="T20" fmla="*/ 0 w 1627"/>
                      <a:gd name="T21" fmla="*/ 0 h 1628"/>
                      <a:gd name="T22" fmla="*/ 0 w 1627"/>
                      <a:gd name="T23" fmla="*/ 0 h 1628"/>
                      <a:gd name="T24" fmla="*/ 0 w 1627"/>
                      <a:gd name="T25" fmla="*/ 0 h 1628"/>
                      <a:gd name="T26" fmla="*/ 0 w 1627"/>
                      <a:gd name="T27" fmla="*/ 0 h 1628"/>
                      <a:gd name="T28" fmla="*/ 0 w 1627"/>
                      <a:gd name="T29" fmla="*/ 0 h 1628"/>
                      <a:gd name="T30" fmla="*/ 0 w 1627"/>
                      <a:gd name="T31" fmla="*/ 0 h 1628"/>
                      <a:gd name="T32" fmla="*/ 0 w 1627"/>
                      <a:gd name="T33" fmla="*/ 0 h 1628"/>
                      <a:gd name="T34" fmla="*/ 0 w 1627"/>
                      <a:gd name="T35" fmla="*/ 0 h 1628"/>
                      <a:gd name="T36" fmla="*/ 0 w 1627"/>
                      <a:gd name="T37" fmla="*/ 0 h 1628"/>
                      <a:gd name="T38" fmla="*/ 0 w 1627"/>
                      <a:gd name="T39" fmla="*/ 0 h 1628"/>
                      <a:gd name="T40" fmla="*/ 0 w 1627"/>
                      <a:gd name="T41" fmla="*/ 0 h 1628"/>
                      <a:gd name="T42" fmla="*/ 0 w 1627"/>
                      <a:gd name="T43" fmla="*/ 0 h 1628"/>
                      <a:gd name="T44" fmla="*/ 0 w 1627"/>
                      <a:gd name="T45" fmla="*/ 0 h 1628"/>
                      <a:gd name="T46" fmla="*/ 0 w 1627"/>
                      <a:gd name="T47" fmla="*/ 0 h 1628"/>
                      <a:gd name="T48" fmla="*/ 0 w 1627"/>
                      <a:gd name="T49" fmla="*/ 0 h 1628"/>
                      <a:gd name="T50" fmla="*/ 0 w 1627"/>
                      <a:gd name="T51" fmla="*/ 0 h 1628"/>
                      <a:gd name="T52" fmla="*/ 0 w 1627"/>
                      <a:gd name="T53" fmla="*/ 0 h 1628"/>
                      <a:gd name="T54" fmla="*/ 0 w 1627"/>
                      <a:gd name="T55" fmla="*/ 0 h 1628"/>
                      <a:gd name="T56" fmla="*/ 0 w 1627"/>
                      <a:gd name="T57" fmla="*/ 0 h 1628"/>
                      <a:gd name="T58" fmla="*/ 0 w 1627"/>
                      <a:gd name="T59" fmla="*/ 0 h 1628"/>
                      <a:gd name="T60" fmla="*/ 0 w 1627"/>
                      <a:gd name="T61" fmla="*/ 0 h 1628"/>
                      <a:gd name="T62" fmla="*/ 0 w 1627"/>
                      <a:gd name="T63" fmla="*/ 0 h 1628"/>
                      <a:gd name="T64" fmla="*/ 0 w 1627"/>
                      <a:gd name="T65" fmla="*/ 0 h 1628"/>
                      <a:gd name="T66" fmla="*/ 0 w 1627"/>
                      <a:gd name="T67" fmla="*/ 0 h 1628"/>
                      <a:gd name="T68" fmla="*/ 0 w 1627"/>
                      <a:gd name="T69" fmla="*/ 0 h 1628"/>
                      <a:gd name="T70" fmla="*/ 0 w 1627"/>
                      <a:gd name="T71" fmla="*/ 0 h 1628"/>
                      <a:gd name="T72" fmla="*/ 0 w 1627"/>
                      <a:gd name="T73" fmla="*/ 0 h 1628"/>
                      <a:gd name="T74" fmla="*/ 0 w 1627"/>
                      <a:gd name="T75" fmla="*/ 0 h 1628"/>
                      <a:gd name="T76" fmla="*/ 0 w 1627"/>
                      <a:gd name="T77" fmla="*/ 0 h 1628"/>
                      <a:gd name="T78" fmla="*/ 0 w 1627"/>
                      <a:gd name="T79" fmla="*/ 0 h 1628"/>
                      <a:gd name="T80" fmla="*/ 0 w 1627"/>
                      <a:gd name="T81" fmla="*/ 0 h 1628"/>
                      <a:gd name="T82" fmla="*/ 0 w 1627"/>
                      <a:gd name="T83" fmla="*/ 0 h 1628"/>
                      <a:gd name="T84" fmla="*/ 0 w 1627"/>
                      <a:gd name="T85" fmla="*/ 0 h 1628"/>
                      <a:gd name="T86" fmla="*/ 0 w 1627"/>
                      <a:gd name="T87" fmla="*/ 0 h 1628"/>
                      <a:gd name="T88" fmla="*/ 0 w 1627"/>
                      <a:gd name="T89" fmla="*/ 0 h 1628"/>
                      <a:gd name="T90" fmla="*/ 0 w 1627"/>
                      <a:gd name="T91" fmla="*/ 0 h 1628"/>
                      <a:gd name="T92" fmla="*/ 0 w 1627"/>
                      <a:gd name="T93" fmla="*/ 0 h 1628"/>
                      <a:gd name="T94" fmla="*/ 0 w 1627"/>
                      <a:gd name="T95" fmla="*/ 0 h 1628"/>
                      <a:gd name="T96" fmla="*/ 0 w 1627"/>
                      <a:gd name="T97" fmla="*/ 0 h 1628"/>
                      <a:gd name="T98" fmla="*/ 0 w 1627"/>
                      <a:gd name="T99" fmla="*/ 0 h 1628"/>
                      <a:gd name="T100" fmla="*/ 0 w 1627"/>
                      <a:gd name="T101" fmla="*/ 0 h 1628"/>
                      <a:gd name="T102" fmla="*/ 0 w 1627"/>
                      <a:gd name="T103" fmla="*/ 0 h 1628"/>
                      <a:gd name="T104" fmla="*/ 0 w 1627"/>
                      <a:gd name="T105" fmla="*/ 0 h 1628"/>
                      <a:gd name="T106" fmla="*/ 0 w 1627"/>
                      <a:gd name="T107" fmla="*/ 0 h 162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627"/>
                      <a:gd name="T163" fmla="*/ 0 h 1628"/>
                      <a:gd name="T164" fmla="*/ 1627 w 1627"/>
                      <a:gd name="T165" fmla="*/ 1628 h 162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627" h="1628">
                        <a:moveTo>
                          <a:pt x="1627" y="814"/>
                        </a:moveTo>
                        <a:lnTo>
                          <a:pt x="1627" y="800"/>
                        </a:lnTo>
                        <a:lnTo>
                          <a:pt x="1626" y="786"/>
                        </a:lnTo>
                        <a:lnTo>
                          <a:pt x="1626" y="773"/>
                        </a:lnTo>
                        <a:lnTo>
                          <a:pt x="1625" y="759"/>
                        </a:lnTo>
                        <a:lnTo>
                          <a:pt x="1624" y="744"/>
                        </a:lnTo>
                        <a:lnTo>
                          <a:pt x="1623" y="731"/>
                        </a:lnTo>
                        <a:lnTo>
                          <a:pt x="1620" y="717"/>
                        </a:lnTo>
                        <a:lnTo>
                          <a:pt x="1619" y="704"/>
                        </a:lnTo>
                        <a:lnTo>
                          <a:pt x="1547" y="679"/>
                        </a:lnTo>
                        <a:lnTo>
                          <a:pt x="1550" y="696"/>
                        </a:lnTo>
                        <a:lnTo>
                          <a:pt x="1552" y="712"/>
                        </a:lnTo>
                        <a:lnTo>
                          <a:pt x="1554" y="728"/>
                        </a:lnTo>
                        <a:lnTo>
                          <a:pt x="1555" y="746"/>
                        </a:lnTo>
                        <a:lnTo>
                          <a:pt x="1557" y="763"/>
                        </a:lnTo>
                        <a:lnTo>
                          <a:pt x="1558" y="779"/>
                        </a:lnTo>
                        <a:lnTo>
                          <a:pt x="1558" y="797"/>
                        </a:lnTo>
                        <a:lnTo>
                          <a:pt x="1558" y="814"/>
                        </a:lnTo>
                        <a:lnTo>
                          <a:pt x="1558" y="831"/>
                        </a:lnTo>
                        <a:lnTo>
                          <a:pt x="1558" y="849"/>
                        </a:lnTo>
                        <a:lnTo>
                          <a:pt x="1557" y="865"/>
                        </a:lnTo>
                        <a:lnTo>
                          <a:pt x="1555" y="882"/>
                        </a:lnTo>
                        <a:lnTo>
                          <a:pt x="1554" y="899"/>
                        </a:lnTo>
                        <a:lnTo>
                          <a:pt x="1552" y="916"/>
                        </a:lnTo>
                        <a:lnTo>
                          <a:pt x="1550" y="932"/>
                        </a:lnTo>
                        <a:lnTo>
                          <a:pt x="1547" y="949"/>
                        </a:lnTo>
                        <a:lnTo>
                          <a:pt x="1619" y="924"/>
                        </a:lnTo>
                        <a:lnTo>
                          <a:pt x="1620" y="910"/>
                        </a:lnTo>
                        <a:lnTo>
                          <a:pt x="1623" y="897"/>
                        </a:lnTo>
                        <a:lnTo>
                          <a:pt x="1624" y="882"/>
                        </a:lnTo>
                        <a:lnTo>
                          <a:pt x="1625" y="869"/>
                        </a:lnTo>
                        <a:lnTo>
                          <a:pt x="1626" y="855"/>
                        </a:lnTo>
                        <a:lnTo>
                          <a:pt x="1626" y="841"/>
                        </a:lnTo>
                        <a:lnTo>
                          <a:pt x="1627" y="828"/>
                        </a:lnTo>
                        <a:lnTo>
                          <a:pt x="1627" y="814"/>
                        </a:lnTo>
                        <a:close/>
                        <a:moveTo>
                          <a:pt x="1431" y="285"/>
                        </a:moveTo>
                        <a:lnTo>
                          <a:pt x="1411" y="262"/>
                        </a:lnTo>
                        <a:lnTo>
                          <a:pt x="1390" y="240"/>
                        </a:lnTo>
                        <a:lnTo>
                          <a:pt x="1368" y="220"/>
                        </a:lnTo>
                        <a:lnTo>
                          <a:pt x="1346" y="199"/>
                        </a:lnTo>
                        <a:lnTo>
                          <a:pt x="1323" y="179"/>
                        </a:lnTo>
                        <a:lnTo>
                          <a:pt x="1299" y="161"/>
                        </a:lnTo>
                        <a:lnTo>
                          <a:pt x="1274" y="144"/>
                        </a:lnTo>
                        <a:lnTo>
                          <a:pt x="1249" y="126"/>
                        </a:lnTo>
                        <a:lnTo>
                          <a:pt x="1183" y="166"/>
                        </a:lnTo>
                        <a:lnTo>
                          <a:pt x="1214" y="185"/>
                        </a:lnTo>
                        <a:lnTo>
                          <a:pt x="1243" y="205"/>
                        </a:lnTo>
                        <a:lnTo>
                          <a:pt x="1273" y="226"/>
                        </a:lnTo>
                        <a:lnTo>
                          <a:pt x="1300" y="249"/>
                        </a:lnTo>
                        <a:lnTo>
                          <a:pt x="1327" y="274"/>
                        </a:lnTo>
                        <a:lnTo>
                          <a:pt x="1352" y="299"/>
                        </a:lnTo>
                        <a:lnTo>
                          <a:pt x="1376" y="325"/>
                        </a:lnTo>
                        <a:lnTo>
                          <a:pt x="1400" y="353"/>
                        </a:lnTo>
                        <a:lnTo>
                          <a:pt x="1431" y="285"/>
                        </a:lnTo>
                        <a:close/>
                        <a:moveTo>
                          <a:pt x="940" y="10"/>
                        </a:moveTo>
                        <a:lnTo>
                          <a:pt x="925" y="8"/>
                        </a:lnTo>
                        <a:lnTo>
                          <a:pt x="909" y="6"/>
                        </a:lnTo>
                        <a:lnTo>
                          <a:pt x="894" y="4"/>
                        </a:lnTo>
                        <a:lnTo>
                          <a:pt x="877" y="2"/>
                        </a:lnTo>
                        <a:lnTo>
                          <a:pt x="861" y="1"/>
                        </a:lnTo>
                        <a:lnTo>
                          <a:pt x="846" y="1"/>
                        </a:lnTo>
                        <a:lnTo>
                          <a:pt x="830" y="0"/>
                        </a:lnTo>
                        <a:lnTo>
                          <a:pt x="813" y="0"/>
                        </a:lnTo>
                        <a:lnTo>
                          <a:pt x="797" y="0"/>
                        </a:lnTo>
                        <a:lnTo>
                          <a:pt x="781" y="1"/>
                        </a:lnTo>
                        <a:lnTo>
                          <a:pt x="764" y="1"/>
                        </a:lnTo>
                        <a:lnTo>
                          <a:pt x="749" y="2"/>
                        </a:lnTo>
                        <a:lnTo>
                          <a:pt x="733" y="4"/>
                        </a:lnTo>
                        <a:lnTo>
                          <a:pt x="717" y="6"/>
                        </a:lnTo>
                        <a:lnTo>
                          <a:pt x="701" y="8"/>
                        </a:lnTo>
                        <a:lnTo>
                          <a:pt x="686" y="10"/>
                        </a:lnTo>
                        <a:lnTo>
                          <a:pt x="667" y="83"/>
                        </a:lnTo>
                        <a:lnTo>
                          <a:pt x="684" y="79"/>
                        </a:lnTo>
                        <a:lnTo>
                          <a:pt x="702" y="76"/>
                        </a:lnTo>
                        <a:lnTo>
                          <a:pt x="720" y="74"/>
                        </a:lnTo>
                        <a:lnTo>
                          <a:pt x="738" y="72"/>
                        </a:lnTo>
                        <a:lnTo>
                          <a:pt x="757" y="70"/>
                        </a:lnTo>
                        <a:lnTo>
                          <a:pt x="775" y="69"/>
                        </a:lnTo>
                        <a:lnTo>
                          <a:pt x="795" y="69"/>
                        </a:lnTo>
                        <a:lnTo>
                          <a:pt x="813" y="67"/>
                        </a:lnTo>
                        <a:lnTo>
                          <a:pt x="832" y="69"/>
                        </a:lnTo>
                        <a:lnTo>
                          <a:pt x="850" y="69"/>
                        </a:lnTo>
                        <a:lnTo>
                          <a:pt x="869" y="70"/>
                        </a:lnTo>
                        <a:lnTo>
                          <a:pt x="887" y="72"/>
                        </a:lnTo>
                        <a:lnTo>
                          <a:pt x="906" y="74"/>
                        </a:lnTo>
                        <a:lnTo>
                          <a:pt x="924" y="76"/>
                        </a:lnTo>
                        <a:lnTo>
                          <a:pt x="943" y="79"/>
                        </a:lnTo>
                        <a:lnTo>
                          <a:pt x="960" y="83"/>
                        </a:lnTo>
                        <a:lnTo>
                          <a:pt x="940" y="10"/>
                        </a:lnTo>
                        <a:close/>
                        <a:moveTo>
                          <a:pt x="378" y="126"/>
                        </a:moveTo>
                        <a:lnTo>
                          <a:pt x="353" y="144"/>
                        </a:lnTo>
                        <a:lnTo>
                          <a:pt x="328" y="161"/>
                        </a:lnTo>
                        <a:lnTo>
                          <a:pt x="304" y="179"/>
                        </a:lnTo>
                        <a:lnTo>
                          <a:pt x="281" y="199"/>
                        </a:lnTo>
                        <a:lnTo>
                          <a:pt x="258" y="220"/>
                        </a:lnTo>
                        <a:lnTo>
                          <a:pt x="236" y="240"/>
                        </a:lnTo>
                        <a:lnTo>
                          <a:pt x="216" y="262"/>
                        </a:lnTo>
                        <a:lnTo>
                          <a:pt x="195" y="285"/>
                        </a:lnTo>
                        <a:lnTo>
                          <a:pt x="227" y="353"/>
                        </a:lnTo>
                        <a:lnTo>
                          <a:pt x="249" y="325"/>
                        </a:lnTo>
                        <a:lnTo>
                          <a:pt x="274" y="299"/>
                        </a:lnTo>
                        <a:lnTo>
                          <a:pt x="299" y="273"/>
                        </a:lnTo>
                        <a:lnTo>
                          <a:pt x="325" y="249"/>
                        </a:lnTo>
                        <a:lnTo>
                          <a:pt x="354" y="226"/>
                        </a:lnTo>
                        <a:lnTo>
                          <a:pt x="382" y="204"/>
                        </a:lnTo>
                        <a:lnTo>
                          <a:pt x="412" y="185"/>
                        </a:lnTo>
                        <a:lnTo>
                          <a:pt x="443" y="166"/>
                        </a:lnTo>
                        <a:lnTo>
                          <a:pt x="378" y="126"/>
                        </a:lnTo>
                        <a:close/>
                        <a:moveTo>
                          <a:pt x="7" y="704"/>
                        </a:moveTo>
                        <a:lnTo>
                          <a:pt x="5" y="718"/>
                        </a:lnTo>
                        <a:lnTo>
                          <a:pt x="4" y="731"/>
                        </a:lnTo>
                        <a:lnTo>
                          <a:pt x="3" y="746"/>
                        </a:lnTo>
                        <a:lnTo>
                          <a:pt x="2" y="759"/>
                        </a:lnTo>
                        <a:lnTo>
                          <a:pt x="1" y="773"/>
                        </a:lnTo>
                        <a:lnTo>
                          <a:pt x="0" y="786"/>
                        </a:lnTo>
                        <a:lnTo>
                          <a:pt x="0" y="800"/>
                        </a:lnTo>
                        <a:lnTo>
                          <a:pt x="0" y="814"/>
                        </a:lnTo>
                        <a:lnTo>
                          <a:pt x="0" y="828"/>
                        </a:lnTo>
                        <a:lnTo>
                          <a:pt x="0" y="841"/>
                        </a:lnTo>
                        <a:lnTo>
                          <a:pt x="1" y="855"/>
                        </a:lnTo>
                        <a:lnTo>
                          <a:pt x="2" y="869"/>
                        </a:lnTo>
                        <a:lnTo>
                          <a:pt x="3" y="882"/>
                        </a:lnTo>
                        <a:lnTo>
                          <a:pt x="4" y="897"/>
                        </a:lnTo>
                        <a:lnTo>
                          <a:pt x="5" y="910"/>
                        </a:lnTo>
                        <a:lnTo>
                          <a:pt x="7" y="924"/>
                        </a:lnTo>
                        <a:lnTo>
                          <a:pt x="80" y="949"/>
                        </a:lnTo>
                        <a:lnTo>
                          <a:pt x="77" y="932"/>
                        </a:lnTo>
                        <a:lnTo>
                          <a:pt x="74" y="916"/>
                        </a:lnTo>
                        <a:lnTo>
                          <a:pt x="72" y="899"/>
                        </a:lnTo>
                        <a:lnTo>
                          <a:pt x="70" y="882"/>
                        </a:lnTo>
                        <a:lnTo>
                          <a:pt x="69" y="865"/>
                        </a:lnTo>
                        <a:lnTo>
                          <a:pt x="68" y="849"/>
                        </a:lnTo>
                        <a:lnTo>
                          <a:pt x="68" y="831"/>
                        </a:lnTo>
                        <a:lnTo>
                          <a:pt x="67" y="814"/>
                        </a:lnTo>
                        <a:lnTo>
                          <a:pt x="68" y="797"/>
                        </a:lnTo>
                        <a:lnTo>
                          <a:pt x="68" y="779"/>
                        </a:lnTo>
                        <a:lnTo>
                          <a:pt x="69" y="763"/>
                        </a:lnTo>
                        <a:lnTo>
                          <a:pt x="70" y="746"/>
                        </a:lnTo>
                        <a:lnTo>
                          <a:pt x="72" y="728"/>
                        </a:lnTo>
                        <a:lnTo>
                          <a:pt x="74" y="712"/>
                        </a:lnTo>
                        <a:lnTo>
                          <a:pt x="77" y="696"/>
                        </a:lnTo>
                        <a:lnTo>
                          <a:pt x="80" y="679"/>
                        </a:lnTo>
                        <a:lnTo>
                          <a:pt x="7" y="704"/>
                        </a:lnTo>
                        <a:close/>
                        <a:moveTo>
                          <a:pt x="195" y="1343"/>
                        </a:moveTo>
                        <a:lnTo>
                          <a:pt x="216" y="1366"/>
                        </a:lnTo>
                        <a:lnTo>
                          <a:pt x="236" y="1388"/>
                        </a:lnTo>
                        <a:lnTo>
                          <a:pt x="258" y="1408"/>
                        </a:lnTo>
                        <a:lnTo>
                          <a:pt x="280" y="1429"/>
                        </a:lnTo>
                        <a:lnTo>
                          <a:pt x="304" y="1449"/>
                        </a:lnTo>
                        <a:lnTo>
                          <a:pt x="328" y="1467"/>
                        </a:lnTo>
                        <a:lnTo>
                          <a:pt x="353" y="1484"/>
                        </a:lnTo>
                        <a:lnTo>
                          <a:pt x="378" y="1501"/>
                        </a:lnTo>
                        <a:lnTo>
                          <a:pt x="443" y="1462"/>
                        </a:lnTo>
                        <a:lnTo>
                          <a:pt x="412" y="1443"/>
                        </a:lnTo>
                        <a:lnTo>
                          <a:pt x="382" y="1422"/>
                        </a:lnTo>
                        <a:lnTo>
                          <a:pt x="354" y="1402"/>
                        </a:lnTo>
                        <a:lnTo>
                          <a:pt x="325" y="1379"/>
                        </a:lnTo>
                        <a:lnTo>
                          <a:pt x="299" y="1354"/>
                        </a:lnTo>
                        <a:lnTo>
                          <a:pt x="273" y="1329"/>
                        </a:lnTo>
                        <a:lnTo>
                          <a:pt x="249" y="1303"/>
                        </a:lnTo>
                        <a:lnTo>
                          <a:pt x="227" y="1275"/>
                        </a:lnTo>
                        <a:lnTo>
                          <a:pt x="195" y="1343"/>
                        </a:lnTo>
                        <a:close/>
                        <a:moveTo>
                          <a:pt x="686" y="1618"/>
                        </a:moveTo>
                        <a:lnTo>
                          <a:pt x="701" y="1620"/>
                        </a:lnTo>
                        <a:lnTo>
                          <a:pt x="717" y="1622"/>
                        </a:lnTo>
                        <a:lnTo>
                          <a:pt x="733" y="1623"/>
                        </a:lnTo>
                        <a:lnTo>
                          <a:pt x="749" y="1625"/>
                        </a:lnTo>
                        <a:lnTo>
                          <a:pt x="764" y="1626"/>
                        </a:lnTo>
                        <a:lnTo>
                          <a:pt x="781" y="1627"/>
                        </a:lnTo>
                        <a:lnTo>
                          <a:pt x="797" y="1628"/>
                        </a:lnTo>
                        <a:lnTo>
                          <a:pt x="813" y="1628"/>
                        </a:lnTo>
                        <a:lnTo>
                          <a:pt x="830" y="1628"/>
                        </a:lnTo>
                        <a:lnTo>
                          <a:pt x="846" y="1627"/>
                        </a:lnTo>
                        <a:lnTo>
                          <a:pt x="861" y="1626"/>
                        </a:lnTo>
                        <a:lnTo>
                          <a:pt x="877" y="1625"/>
                        </a:lnTo>
                        <a:lnTo>
                          <a:pt x="894" y="1623"/>
                        </a:lnTo>
                        <a:lnTo>
                          <a:pt x="909" y="1622"/>
                        </a:lnTo>
                        <a:lnTo>
                          <a:pt x="925" y="1620"/>
                        </a:lnTo>
                        <a:lnTo>
                          <a:pt x="940" y="1618"/>
                        </a:lnTo>
                        <a:lnTo>
                          <a:pt x="960" y="1545"/>
                        </a:lnTo>
                        <a:lnTo>
                          <a:pt x="943" y="1548"/>
                        </a:lnTo>
                        <a:lnTo>
                          <a:pt x="924" y="1552"/>
                        </a:lnTo>
                        <a:lnTo>
                          <a:pt x="906" y="1554"/>
                        </a:lnTo>
                        <a:lnTo>
                          <a:pt x="887" y="1556"/>
                        </a:lnTo>
                        <a:lnTo>
                          <a:pt x="869" y="1557"/>
                        </a:lnTo>
                        <a:lnTo>
                          <a:pt x="850" y="1558"/>
                        </a:lnTo>
                        <a:lnTo>
                          <a:pt x="832" y="1559"/>
                        </a:lnTo>
                        <a:lnTo>
                          <a:pt x="813" y="1559"/>
                        </a:lnTo>
                        <a:lnTo>
                          <a:pt x="795" y="1559"/>
                        </a:lnTo>
                        <a:lnTo>
                          <a:pt x="775" y="1558"/>
                        </a:lnTo>
                        <a:lnTo>
                          <a:pt x="757" y="1557"/>
                        </a:lnTo>
                        <a:lnTo>
                          <a:pt x="738" y="1556"/>
                        </a:lnTo>
                        <a:lnTo>
                          <a:pt x="720" y="1554"/>
                        </a:lnTo>
                        <a:lnTo>
                          <a:pt x="702" y="1552"/>
                        </a:lnTo>
                        <a:lnTo>
                          <a:pt x="684" y="1548"/>
                        </a:lnTo>
                        <a:lnTo>
                          <a:pt x="667" y="1545"/>
                        </a:lnTo>
                        <a:lnTo>
                          <a:pt x="686" y="1618"/>
                        </a:lnTo>
                        <a:close/>
                        <a:moveTo>
                          <a:pt x="1249" y="1501"/>
                        </a:moveTo>
                        <a:lnTo>
                          <a:pt x="1274" y="1484"/>
                        </a:lnTo>
                        <a:lnTo>
                          <a:pt x="1299" y="1467"/>
                        </a:lnTo>
                        <a:lnTo>
                          <a:pt x="1323" y="1449"/>
                        </a:lnTo>
                        <a:lnTo>
                          <a:pt x="1346" y="1429"/>
                        </a:lnTo>
                        <a:lnTo>
                          <a:pt x="1368" y="1408"/>
                        </a:lnTo>
                        <a:lnTo>
                          <a:pt x="1390" y="1388"/>
                        </a:lnTo>
                        <a:lnTo>
                          <a:pt x="1411" y="1366"/>
                        </a:lnTo>
                        <a:lnTo>
                          <a:pt x="1431" y="1343"/>
                        </a:lnTo>
                        <a:lnTo>
                          <a:pt x="1400" y="1275"/>
                        </a:lnTo>
                        <a:lnTo>
                          <a:pt x="1376" y="1303"/>
                        </a:lnTo>
                        <a:lnTo>
                          <a:pt x="1352" y="1329"/>
                        </a:lnTo>
                        <a:lnTo>
                          <a:pt x="1327" y="1354"/>
                        </a:lnTo>
                        <a:lnTo>
                          <a:pt x="1300" y="1379"/>
                        </a:lnTo>
                        <a:lnTo>
                          <a:pt x="1273" y="1402"/>
                        </a:lnTo>
                        <a:lnTo>
                          <a:pt x="1243" y="1422"/>
                        </a:lnTo>
                        <a:lnTo>
                          <a:pt x="1214" y="1443"/>
                        </a:lnTo>
                        <a:lnTo>
                          <a:pt x="1183" y="1462"/>
                        </a:lnTo>
                        <a:lnTo>
                          <a:pt x="1249" y="1501"/>
                        </a:lnTo>
                        <a:close/>
                      </a:path>
                    </a:pathLst>
                  </a:custGeom>
                  <a:solidFill>
                    <a:srgbClr val="EC911A"/>
                  </a:solidFill>
                  <a:ln>
                    <a:noFill/>
                  </a:ln>
                </p:spPr>
                <p:txBody>
                  <a:bodyPr/>
                  <a:lstStyle/>
                  <a:p>
                    <a:pPr>
                      <a:defRPr/>
                    </a:pPr>
                    <a:endParaRPr lang="en-US" sz="1050">
                      <a:latin typeface="+mj-lt"/>
                    </a:endParaRPr>
                  </a:p>
                </p:txBody>
              </p:sp>
              <p:sp>
                <p:nvSpPr>
                  <p:cNvPr id="41669" name="Freeform 448">
                    <a:extLst>
                      <a:ext uri="{FF2B5EF4-FFF2-40B4-BE49-F238E27FC236}">
                        <a16:creationId xmlns="" xmlns:a16="http://schemas.microsoft.com/office/drawing/2014/main" id="{0D203526-FC50-CD67-FB91-D5E584AE16AE}"/>
                      </a:ext>
                    </a:extLst>
                  </p:cNvPr>
                  <p:cNvSpPr>
                    <a:spLocks noEditPoints="1"/>
                  </p:cNvSpPr>
                  <p:nvPr/>
                </p:nvSpPr>
                <p:spPr bwMode="auto">
                  <a:xfrm>
                    <a:off x="3220" y="1940"/>
                    <a:ext cx="259" cy="265"/>
                  </a:xfrm>
                  <a:custGeom>
                    <a:avLst/>
                    <a:gdLst>
                      <a:gd name="T0" fmla="*/ 0 w 1560"/>
                      <a:gd name="T1" fmla="*/ 0 h 1560"/>
                      <a:gd name="T2" fmla="*/ 0 w 1560"/>
                      <a:gd name="T3" fmla="*/ 0 h 1560"/>
                      <a:gd name="T4" fmla="*/ 0 w 1560"/>
                      <a:gd name="T5" fmla="*/ 0 h 1560"/>
                      <a:gd name="T6" fmla="*/ 0 w 1560"/>
                      <a:gd name="T7" fmla="*/ 0 h 1560"/>
                      <a:gd name="T8" fmla="*/ 0 w 1560"/>
                      <a:gd name="T9" fmla="*/ 0 h 1560"/>
                      <a:gd name="T10" fmla="*/ 0 w 1560"/>
                      <a:gd name="T11" fmla="*/ 0 h 1560"/>
                      <a:gd name="T12" fmla="*/ 0 w 1560"/>
                      <a:gd name="T13" fmla="*/ 0 h 1560"/>
                      <a:gd name="T14" fmla="*/ 0 w 1560"/>
                      <a:gd name="T15" fmla="*/ 0 h 1560"/>
                      <a:gd name="T16" fmla="*/ 0 w 1560"/>
                      <a:gd name="T17" fmla="*/ 0 h 1560"/>
                      <a:gd name="T18" fmla="*/ 0 w 1560"/>
                      <a:gd name="T19" fmla="*/ 0 h 1560"/>
                      <a:gd name="T20" fmla="*/ 0 w 1560"/>
                      <a:gd name="T21" fmla="*/ 0 h 1560"/>
                      <a:gd name="T22" fmla="*/ 0 w 1560"/>
                      <a:gd name="T23" fmla="*/ 0 h 1560"/>
                      <a:gd name="T24" fmla="*/ 0 w 1560"/>
                      <a:gd name="T25" fmla="*/ 0 h 1560"/>
                      <a:gd name="T26" fmla="*/ 0 w 1560"/>
                      <a:gd name="T27" fmla="*/ 0 h 1560"/>
                      <a:gd name="T28" fmla="*/ 0 w 1560"/>
                      <a:gd name="T29" fmla="*/ 0 h 1560"/>
                      <a:gd name="T30" fmla="*/ 0 w 1560"/>
                      <a:gd name="T31" fmla="*/ 0 h 1560"/>
                      <a:gd name="T32" fmla="*/ 0 w 1560"/>
                      <a:gd name="T33" fmla="*/ 0 h 1560"/>
                      <a:gd name="T34" fmla="*/ 0 w 1560"/>
                      <a:gd name="T35" fmla="*/ 0 h 1560"/>
                      <a:gd name="T36" fmla="*/ 0 w 1560"/>
                      <a:gd name="T37" fmla="*/ 0 h 1560"/>
                      <a:gd name="T38" fmla="*/ 0 w 1560"/>
                      <a:gd name="T39" fmla="*/ 0 h 1560"/>
                      <a:gd name="T40" fmla="*/ 0 w 1560"/>
                      <a:gd name="T41" fmla="*/ 0 h 1560"/>
                      <a:gd name="T42" fmla="*/ 0 w 1560"/>
                      <a:gd name="T43" fmla="*/ 0 h 1560"/>
                      <a:gd name="T44" fmla="*/ 0 w 1560"/>
                      <a:gd name="T45" fmla="*/ 0 h 1560"/>
                      <a:gd name="T46" fmla="*/ 0 w 1560"/>
                      <a:gd name="T47" fmla="*/ 0 h 1560"/>
                      <a:gd name="T48" fmla="*/ 0 w 1560"/>
                      <a:gd name="T49" fmla="*/ 0 h 1560"/>
                      <a:gd name="T50" fmla="*/ 0 w 1560"/>
                      <a:gd name="T51" fmla="*/ 0 h 1560"/>
                      <a:gd name="T52" fmla="*/ 0 w 1560"/>
                      <a:gd name="T53" fmla="*/ 0 h 1560"/>
                      <a:gd name="T54" fmla="*/ 0 w 1560"/>
                      <a:gd name="T55" fmla="*/ 0 h 1560"/>
                      <a:gd name="T56" fmla="*/ 0 w 1560"/>
                      <a:gd name="T57" fmla="*/ 0 h 1560"/>
                      <a:gd name="T58" fmla="*/ 0 w 1560"/>
                      <a:gd name="T59" fmla="*/ 0 h 1560"/>
                      <a:gd name="T60" fmla="*/ 0 w 1560"/>
                      <a:gd name="T61" fmla="*/ 0 h 1560"/>
                      <a:gd name="T62" fmla="*/ 0 w 1560"/>
                      <a:gd name="T63" fmla="*/ 0 h 1560"/>
                      <a:gd name="T64" fmla="*/ 0 w 1560"/>
                      <a:gd name="T65" fmla="*/ 0 h 1560"/>
                      <a:gd name="T66" fmla="*/ 0 w 1560"/>
                      <a:gd name="T67" fmla="*/ 0 h 1560"/>
                      <a:gd name="T68" fmla="*/ 0 w 1560"/>
                      <a:gd name="T69" fmla="*/ 0 h 1560"/>
                      <a:gd name="T70" fmla="*/ 0 w 1560"/>
                      <a:gd name="T71" fmla="*/ 0 h 1560"/>
                      <a:gd name="T72" fmla="*/ 0 w 1560"/>
                      <a:gd name="T73" fmla="*/ 0 h 1560"/>
                      <a:gd name="T74" fmla="*/ 0 w 1560"/>
                      <a:gd name="T75" fmla="*/ 0 h 1560"/>
                      <a:gd name="T76" fmla="*/ 0 w 1560"/>
                      <a:gd name="T77" fmla="*/ 0 h 1560"/>
                      <a:gd name="T78" fmla="*/ 0 w 1560"/>
                      <a:gd name="T79" fmla="*/ 0 h 1560"/>
                      <a:gd name="T80" fmla="*/ 0 w 1560"/>
                      <a:gd name="T81" fmla="*/ 0 h 1560"/>
                      <a:gd name="T82" fmla="*/ 0 w 1560"/>
                      <a:gd name="T83" fmla="*/ 0 h 1560"/>
                      <a:gd name="T84" fmla="*/ 0 w 1560"/>
                      <a:gd name="T85" fmla="*/ 0 h 1560"/>
                      <a:gd name="T86" fmla="*/ 0 w 1560"/>
                      <a:gd name="T87" fmla="*/ 0 h 1560"/>
                      <a:gd name="T88" fmla="*/ 0 w 1560"/>
                      <a:gd name="T89" fmla="*/ 0 h 1560"/>
                      <a:gd name="T90" fmla="*/ 0 w 1560"/>
                      <a:gd name="T91" fmla="*/ 0 h 1560"/>
                      <a:gd name="T92" fmla="*/ 0 w 1560"/>
                      <a:gd name="T93" fmla="*/ 0 h 1560"/>
                      <a:gd name="T94" fmla="*/ 0 w 1560"/>
                      <a:gd name="T95" fmla="*/ 0 h 1560"/>
                      <a:gd name="T96" fmla="*/ 0 w 1560"/>
                      <a:gd name="T97" fmla="*/ 0 h 1560"/>
                      <a:gd name="T98" fmla="*/ 0 w 1560"/>
                      <a:gd name="T99" fmla="*/ 0 h 1560"/>
                      <a:gd name="T100" fmla="*/ 0 w 1560"/>
                      <a:gd name="T101" fmla="*/ 0 h 1560"/>
                      <a:gd name="T102" fmla="*/ 0 w 1560"/>
                      <a:gd name="T103" fmla="*/ 0 h 1560"/>
                      <a:gd name="T104" fmla="*/ 0 w 1560"/>
                      <a:gd name="T105" fmla="*/ 0 h 1560"/>
                      <a:gd name="T106" fmla="*/ 0 w 1560"/>
                      <a:gd name="T107" fmla="*/ 0 h 1560"/>
                      <a:gd name="T108" fmla="*/ 0 w 1560"/>
                      <a:gd name="T109" fmla="*/ 0 h 156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560"/>
                      <a:gd name="T166" fmla="*/ 0 h 1560"/>
                      <a:gd name="T167" fmla="*/ 1560 w 1560"/>
                      <a:gd name="T168" fmla="*/ 1560 h 156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560" h="1560">
                        <a:moveTo>
                          <a:pt x="1560" y="780"/>
                        </a:moveTo>
                        <a:lnTo>
                          <a:pt x="1559" y="765"/>
                        </a:lnTo>
                        <a:lnTo>
                          <a:pt x="1559" y="748"/>
                        </a:lnTo>
                        <a:lnTo>
                          <a:pt x="1558" y="733"/>
                        </a:lnTo>
                        <a:lnTo>
                          <a:pt x="1557" y="718"/>
                        </a:lnTo>
                        <a:lnTo>
                          <a:pt x="1556" y="703"/>
                        </a:lnTo>
                        <a:lnTo>
                          <a:pt x="1554" y="688"/>
                        </a:lnTo>
                        <a:lnTo>
                          <a:pt x="1553" y="672"/>
                        </a:lnTo>
                        <a:lnTo>
                          <a:pt x="1550" y="657"/>
                        </a:lnTo>
                        <a:lnTo>
                          <a:pt x="1477" y="631"/>
                        </a:lnTo>
                        <a:lnTo>
                          <a:pt x="1480" y="650"/>
                        </a:lnTo>
                        <a:lnTo>
                          <a:pt x="1483" y="668"/>
                        </a:lnTo>
                        <a:lnTo>
                          <a:pt x="1485" y="687"/>
                        </a:lnTo>
                        <a:lnTo>
                          <a:pt x="1487" y="705"/>
                        </a:lnTo>
                        <a:lnTo>
                          <a:pt x="1490" y="723"/>
                        </a:lnTo>
                        <a:lnTo>
                          <a:pt x="1491" y="742"/>
                        </a:lnTo>
                        <a:lnTo>
                          <a:pt x="1492" y="760"/>
                        </a:lnTo>
                        <a:lnTo>
                          <a:pt x="1492" y="780"/>
                        </a:lnTo>
                        <a:lnTo>
                          <a:pt x="1492" y="798"/>
                        </a:lnTo>
                        <a:lnTo>
                          <a:pt x="1491" y="818"/>
                        </a:lnTo>
                        <a:lnTo>
                          <a:pt x="1490" y="836"/>
                        </a:lnTo>
                        <a:lnTo>
                          <a:pt x="1487" y="855"/>
                        </a:lnTo>
                        <a:lnTo>
                          <a:pt x="1485" y="873"/>
                        </a:lnTo>
                        <a:lnTo>
                          <a:pt x="1483" y="892"/>
                        </a:lnTo>
                        <a:lnTo>
                          <a:pt x="1480" y="910"/>
                        </a:lnTo>
                        <a:lnTo>
                          <a:pt x="1477" y="928"/>
                        </a:lnTo>
                        <a:lnTo>
                          <a:pt x="1550" y="902"/>
                        </a:lnTo>
                        <a:lnTo>
                          <a:pt x="1553" y="888"/>
                        </a:lnTo>
                        <a:lnTo>
                          <a:pt x="1554" y="872"/>
                        </a:lnTo>
                        <a:lnTo>
                          <a:pt x="1556" y="857"/>
                        </a:lnTo>
                        <a:lnTo>
                          <a:pt x="1557" y="842"/>
                        </a:lnTo>
                        <a:lnTo>
                          <a:pt x="1558" y="827"/>
                        </a:lnTo>
                        <a:lnTo>
                          <a:pt x="1559" y="810"/>
                        </a:lnTo>
                        <a:lnTo>
                          <a:pt x="1559" y="795"/>
                        </a:lnTo>
                        <a:lnTo>
                          <a:pt x="1560" y="780"/>
                        </a:lnTo>
                        <a:close/>
                        <a:moveTo>
                          <a:pt x="1382" y="284"/>
                        </a:moveTo>
                        <a:lnTo>
                          <a:pt x="1360" y="259"/>
                        </a:lnTo>
                        <a:lnTo>
                          <a:pt x="1339" y="236"/>
                        </a:lnTo>
                        <a:lnTo>
                          <a:pt x="1315" y="213"/>
                        </a:lnTo>
                        <a:lnTo>
                          <a:pt x="1290" y="190"/>
                        </a:lnTo>
                        <a:lnTo>
                          <a:pt x="1265" y="169"/>
                        </a:lnTo>
                        <a:lnTo>
                          <a:pt x="1239" y="149"/>
                        </a:lnTo>
                        <a:lnTo>
                          <a:pt x="1210" y="130"/>
                        </a:lnTo>
                        <a:lnTo>
                          <a:pt x="1183" y="112"/>
                        </a:lnTo>
                        <a:lnTo>
                          <a:pt x="1116" y="152"/>
                        </a:lnTo>
                        <a:lnTo>
                          <a:pt x="1151" y="171"/>
                        </a:lnTo>
                        <a:lnTo>
                          <a:pt x="1183" y="193"/>
                        </a:lnTo>
                        <a:lnTo>
                          <a:pt x="1215" y="216"/>
                        </a:lnTo>
                        <a:lnTo>
                          <a:pt x="1244" y="240"/>
                        </a:lnTo>
                        <a:lnTo>
                          <a:pt x="1273" y="267"/>
                        </a:lnTo>
                        <a:lnTo>
                          <a:pt x="1301" y="294"/>
                        </a:lnTo>
                        <a:lnTo>
                          <a:pt x="1326" y="324"/>
                        </a:lnTo>
                        <a:lnTo>
                          <a:pt x="1351" y="354"/>
                        </a:lnTo>
                        <a:lnTo>
                          <a:pt x="1382" y="284"/>
                        </a:lnTo>
                        <a:close/>
                        <a:moveTo>
                          <a:pt x="917" y="12"/>
                        </a:moveTo>
                        <a:lnTo>
                          <a:pt x="901" y="10"/>
                        </a:lnTo>
                        <a:lnTo>
                          <a:pt x="883" y="7"/>
                        </a:lnTo>
                        <a:lnTo>
                          <a:pt x="866" y="5"/>
                        </a:lnTo>
                        <a:lnTo>
                          <a:pt x="850" y="3"/>
                        </a:lnTo>
                        <a:lnTo>
                          <a:pt x="832" y="2"/>
                        </a:lnTo>
                        <a:lnTo>
                          <a:pt x="815" y="1"/>
                        </a:lnTo>
                        <a:lnTo>
                          <a:pt x="798" y="0"/>
                        </a:lnTo>
                        <a:lnTo>
                          <a:pt x="780" y="0"/>
                        </a:lnTo>
                        <a:lnTo>
                          <a:pt x="763" y="0"/>
                        </a:lnTo>
                        <a:lnTo>
                          <a:pt x="745" y="1"/>
                        </a:lnTo>
                        <a:lnTo>
                          <a:pt x="728" y="2"/>
                        </a:lnTo>
                        <a:lnTo>
                          <a:pt x="711" y="3"/>
                        </a:lnTo>
                        <a:lnTo>
                          <a:pt x="693" y="5"/>
                        </a:lnTo>
                        <a:lnTo>
                          <a:pt x="677" y="7"/>
                        </a:lnTo>
                        <a:lnTo>
                          <a:pt x="660" y="10"/>
                        </a:lnTo>
                        <a:lnTo>
                          <a:pt x="643" y="12"/>
                        </a:lnTo>
                        <a:lnTo>
                          <a:pt x="623" y="86"/>
                        </a:lnTo>
                        <a:lnTo>
                          <a:pt x="642" y="81"/>
                        </a:lnTo>
                        <a:lnTo>
                          <a:pt x="662" y="78"/>
                        </a:lnTo>
                        <a:lnTo>
                          <a:pt x="680" y="75"/>
                        </a:lnTo>
                        <a:lnTo>
                          <a:pt x="700" y="73"/>
                        </a:lnTo>
                        <a:lnTo>
                          <a:pt x="720" y="70"/>
                        </a:lnTo>
                        <a:lnTo>
                          <a:pt x="740" y="69"/>
                        </a:lnTo>
                        <a:lnTo>
                          <a:pt x="760" y="68"/>
                        </a:lnTo>
                        <a:lnTo>
                          <a:pt x="780" y="68"/>
                        </a:lnTo>
                        <a:lnTo>
                          <a:pt x="800" y="68"/>
                        </a:lnTo>
                        <a:lnTo>
                          <a:pt x="820" y="69"/>
                        </a:lnTo>
                        <a:lnTo>
                          <a:pt x="840" y="70"/>
                        </a:lnTo>
                        <a:lnTo>
                          <a:pt x="860" y="73"/>
                        </a:lnTo>
                        <a:lnTo>
                          <a:pt x="879" y="75"/>
                        </a:lnTo>
                        <a:lnTo>
                          <a:pt x="899" y="78"/>
                        </a:lnTo>
                        <a:lnTo>
                          <a:pt x="918" y="81"/>
                        </a:lnTo>
                        <a:lnTo>
                          <a:pt x="937" y="86"/>
                        </a:lnTo>
                        <a:lnTo>
                          <a:pt x="917" y="12"/>
                        </a:lnTo>
                        <a:close/>
                        <a:moveTo>
                          <a:pt x="377" y="112"/>
                        </a:moveTo>
                        <a:lnTo>
                          <a:pt x="349" y="130"/>
                        </a:lnTo>
                        <a:lnTo>
                          <a:pt x="322" y="149"/>
                        </a:lnTo>
                        <a:lnTo>
                          <a:pt x="296" y="169"/>
                        </a:lnTo>
                        <a:lnTo>
                          <a:pt x="270" y="190"/>
                        </a:lnTo>
                        <a:lnTo>
                          <a:pt x="246" y="212"/>
                        </a:lnTo>
                        <a:lnTo>
                          <a:pt x="222" y="236"/>
                        </a:lnTo>
                        <a:lnTo>
                          <a:pt x="199" y="259"/>
                        </a:lnTo>
                        <a:lnTo>
                          <a:pt x="178" y="284"/>
                        </a:lnTo>
                        <a:lnTo>
                          <a:pt x="210" y="354"/>
                        </a:lnTo>
                        <a:lnTo>
                          <a:pt x="234" y="324"/>
                        </a:lnTo>
                        <a:lnTo>
                          <a:pt x="260" y="294"/>
                        </a:lnTo>
                        <a:lnTo>
                          <a:pt x="287" y="266"/>
                        </a:lnTo>
                        <a:lnTo>
                          <a:pt x="315" y="240"/>
                        </a:lnTo>
                        <a:lnTo>
                          <a:pt x="346" y="216"/>
                        </a:lnTo>
                        <a:lnTo>
                          <a:pt x="377" y="193"/>
                        </a:lnTo>
                        <a:lnTo>
                          <a:pt x="410" y="171"/>
                        </a:lnTo>
                        <a:lnTo>
                          <a:pt x="443" y="152"/>
                        </a:lnTo>
                        <a:lnTo>
                          <a:pt x="377" y="112"/>
                        </a:lnTo>
                        <a:close/>
                        <a:moveTo>
                          <a:pt x="10" y="657"/>
                        </a:moveTo>
                        <a:lnTo>
                          <a:pt x="8" y="672"/>
                        </a:lnTo>
                        <a:lnTo>
                          <a:pt x="6" y="688"/>
                        </a:lnTo>
                        <a:lnTo>
                          <a:pt x="5" y="703"/>
                        </a:lnTo>
                        <a:lnTo>
                          <a:pt x="2" y="718"/>
                        </a:lnTo>
                        <a:lnTo>
                          <a:pt x="1" y="733"/>
                        </a:lnTo>
                        <a:lnTo>
                          <a:pt x="1" y="748"/>
                        </a:lnTo>
                        <a:lnTo>
                          <a:pt x="0" y="765"/>
                        </a:lnTo>
                        <a:lnTo>
                          <a:pt x="0" y="780"/>
                        </a:lnTo>
                        <a:lnTo>
                          <a:pt x="0" y="795"/>
                        </a:lnTo>
                        <a:lnTo>
                          <a:pt x="1" y="810"/>
                        </a:lnTo>
                        <a:lnTo>
                          <a:pt x="1" y="827"/>
                        </a:lnTo>
                        <a:lnTo>
                          <a:pt x="2" y="842"/>
                        </a:lnTo>
                        <a:lnTo>
                          <a:pt x="5" y="857"/>
                        </a:lnTo>
                        <a:lnTo>
                          <a:pt x="6" y="872"/>
                        </a:lnTo>
                        <a:lnTo>
                          <a:pt x="8" y="888"/>
                        </a:lnTo>
                        <a:lnTo>
                          <a:pt x="10" y="902"/>
                        </a:lnTo>
                        <a:lnTo>
                          <a:pt x="84" y="928"/>
                        </a:lnTo>
                        <a:lnTo>
                          <a:pt x="81" y="910"/>
                        </a:lnTo>
                        <a:lnTo>
                          <a:pt x="77" y="892"/>
                        </a:lnTo>
                        <a:lnTo>
                          <a:pt x="74" y="873"/>
                        </a:lnTo>
                        <a:lnTo>
                          <a:pt x="72" y="855"/>
                        </a:lnTo>
                        <a:lnTo>
                          <a:pt x="71" y="836"/>
                        </a:lnTo>
                        <a:lnTo>
                          <a:pt x="70" y="818"/>
                        </a:lnTo>
                        <a:lnTo>
                          <a:pt x="69" y="798"/>
                        </a:lnTo>
                        <a:lnTo>
                          <a:pt x="69" y="780"/>
                        </a:lnTo>
                        <a:lnTo>
                          <a:pt x="69" y="760"/>
                        </a:lnTo>
                        <a:lnTo>
                          <a:pt x="70" y="742"/>
                        </a:lnTo>
                        <a:lnTo>
                          <a:pt x="71" y="723"/>
                        </a:lnTo>
                        <a:lnTo>
                          <a:pt x="72" y="705"/>
                        </a:lnTo>
                        <a:lnTo>
                          <a:pt x="74" y="687"/>
                        </a:lnTo>
                        <a:lnTo>
                          <a:pt x="77" y="668"/>
                        </a:lnTo>
                        <a:lnTo>
                          <a:pt x="81" y="650"/>
                        </a:lnTo>
                        <a:lnTo>
                          <a:pt x="84" y="632"/>
                        </a:lnTo>
                        <a:lnTo>
                          <a:pt x="10" y="657"/>
                        </a:lnTo>
                        <a:close/>
                        <a:moveTo>
                          <a:pt x="178" y="1275"/>
                        </a:moveTo>
                        <a:lnTo>
                          <a:pt x="199" y="1300"/>
                        </a:lnTo>
                        <a:lnTo>
                          <a:pt x="222" y="1324"/>
                        </a:lnTo>
                        <a:lnTo>
                          <a:pt x="246" y="1347"/>
                        </a:lnTo>
                        <a:lnTo>
                          <a:pt x="270" y="1370"/>
                        </a:lnTo>
                        <a:lnTo>
                          <a:pt x="296" y="1391"/>
                        </a:lnTo>
                        <a:lnTo>
                          <a:pt x="322" y="1411"/>
                        </a:lnTo>
                        <a:lnTo>
                          <a:pt x="349" y="1430"/>
                        </a:lnTo>
                        <a:lnTo>
                          <a:pt x="377" y="1447"/>
                        </a:lnTo>
                        <a:lnTo>
                          <a:pt x="443" y="1407"/>
                        </a:lnTo>
                        <a:lnTo>
                          <a:pt x="426" y="1398"/>
                        </a:lnTo>
                        <a:lnTo>
                          <a:pt x="410" y="1388"/>
                        </a:lnTo>
                        <a:lnTo>
                          <a:pt x="393" y="1378"/>
                        </a:lnTo>
                        <a:lnTo>
                          <a:pt x="377" y="1367"/>
                        </a:lnTo>
                        <a:lnTo>
                          <a:pt x="361" y="1356"/>
                        </a:lnTo>
                        <a:lnTo>
                          <a:pt x="346" y="1344"/>
                        </a:lnTo>
                        <a:lnTo>
                          <a:pt x="330" y="1332"/>
                        </a:lnTo>
                        <a:lnTo>
                          <a:pt x="315" y="1319"/>
                        </a:lnTo>
                        <a:lnTo>
                          <a:pt x="287" y="1293"/>
                        </a:lnTo>
                        <a:lnTo>
                          <a:pt x="260" y="1266"/>
                        </a:lnTo>
                        <a:lnTo>
                          <a:pt x="234" y="1236"/>
                        </a:lnTo>
                        <a:lnTo>
                          <a:pt x="210" y="1206"/>
                        </a:lnTo>
                        <a:lnTo>
                          <a:pt x="178" y="1275"/>
                        </a:lnTo>
                        <a:close/>
                        <a:moveTo>
                          <a:pt x="643" y="1547"/>
                        </a:moveTo>
                        <a:lnTo>
                          <a:pt x="660" y="1550"/>
                        </a:lnTo>
                        <a:lnTo>
                          <a:pt x="677" y="1553"/>
                        </a:lnTo>
                        <a:lnTo>
                          <a:pt x="693" y="1555"/>
                        </a:lnTo>
                        <a:lnTo>
                          <a:pt x="711" y="1557"/>
                        </a:lnTo>
                        <a:lnTo>
                          <a:pt x="728" y="1558"/>
                        </a:lnTo>
                        <a:lnTo>
                          <a:pt x="745" y="1559"/>
                        </a:lnTo>
                        <a:lnTo>
                          <a:pt x="763" y="1559"/>
                        </a:lnTo>
                        <a:lnTo>
                          <a:pt x="780" y="1560"/>
                        </a:lnTo>
                        <a:lnTo>
                          <a:pt x="798" y="1559"/>
                        </a:lnTo>
                        <a:lnTo>
                          <a:pt x="815" y="1559"/>
                        </a:lnTo>
                        <a:lnTo>
                          <a:pt x="832" y="1558"/>
                        </a:lnTo>
                        <a:lnTo>
                          <a:pt x="850" y="1557"/>
                        </a:lnTo>
                        <a:lnTo>
                          <a:pt x="866" y="1555"/>
                        </a:lnTo>
                        <a:lnTo>
                          <a:pt x="883" y="1553"/>
                        </a:lnTo>
                        <a:lnTo>
                          <a:pt x="901" y="1550"/>
                        </a:lnTo>
                        <a:lnTo>
                          <a:pt x="917" y="1547"/>
                        </a:lnTo>
                        <a:lnTo>
                          <a:pt x="937" y="1474"/>
                        </a:lnTo>
                        <a:lnTo>
                          <a:pt x="918" y="1479"/>
                        </a:lnTo>
                        <a:lnTo>
                          <a:pt x="899" y="1482"/>
                        </a:lnTo>
                        <a:lnTo>
                          <a:pt x="879" y="1485"/>
                        </a:lnTo>
                        <a:lnTo>
                          <a:pt x="860" y="1487"/>
                        </a:lnTo>
                        <a:lnTo>
                          <a:pt x="840" y="1489"/>
                        </a:lnTo>
                        <a:lnTo>
                          <a:pt x="820" y="1491"/>
                        </a:lnTo>
                        <a:lnTo>
                          <a:pt x="800" y="1492"/>
                        </a:lnTo>
                        <a:lnTo>
                          <a:pt x="780" y="1492"/>
                        </a:lnTo>
                        <a:lnTo>
                          <a:pt x="760" y="1492"/>
                        </a:lnTo>
                        <a:lnTo>
                          <a:pt x="740" y="1491"/>
                        </a:lnTo>
                        <a:lnTo>
                          <a:pt x="720" y="1489"/>
                        </a:lnTo>
                        <a:lnTo>
                          <a:pt x="700" y="1487"/>
                        </a:lnTo>
                        <a:lnTo>
                          <a:pt x="680" y="1485"/>
                        </a:lnTo>
                        <a:lnTo>
                          <a:pt x="662" y="1482"/>
                        </a:lnTo>
                        <a:lnTo>
                          <a:pt x="642" y="1479"/>
                        </a:lnTo>
                        <a:lnTo>
                          <a:pt x="623" y="1474"/>
                        </a:lnTo>
                        <a:lnTo>
                          <a:pt x="643" y="1547"/>
                        </a:lnTo>
                        <a:close/>
                        <a:moveTo>
                          <a:pt x="1183" y="1447"/>
                        </a:moveTo>
                        <a:lnTo>
                          <a:pt x="1212" y="1430"/>
                        </a:lnTo>
                        <a:lnTo>
                          <a:pt x="1239" y="1411"/>
                        </a:lnTo>
                        <a:lnTo>
                          <a:pt x="1265" y="1391"/>
                        </a:lnTo>
                        <a:lnTo>
                          <a:pt x="1290" y="1370"/>
                        </a:lnTo>
                        <a:lnTo>
                          <a:pt x="1315" y="1347"/>
                        </a:lnTo>
                        <a:lnTo>
                          <a:pt x="1339" y="1324"/>
                        </a:lnTo>
                        <a:lnTo>
                          <a:pt x="1360" y="1300"/>
                        </a:lnTo>
                        <a:lnTo>
                          <a:pt x="1382" y="1275"/>
                        </a:lnTo>
                        <a:lnTo>
                          <a:pt x="1351" y="1206"/>
                        </a:lnTo>
                        <a:lnTo>
                          <a:pt x="1327" y="1236"/>
                        </a:lnTo>
                        <a:lnTo>
                          <a:pt x="1301" y="1266"/>
                        </a:lnTo>
                        <a:lnTo>
                          <a:pt x="1273" y="1293"/>
                        </a:lnTo>
                        <a:lnTo>
                          <a:pt x="1244" y="1319"/>
                        </a:lnTo>
                        <a:lnTo>
                          <a:pt x="1215" y="1344"/>
                        </a:lnTo>
                        <a:lnTo>
                          <a:pt x="1183" y="1367"/>
                        </a:lnTo>
                        <a:lnTo>
                          <a:pt x="1151" y="1388"/>
                        </a:lnTo>
                        <a:lnTo>
                          <a:pt x="1117" y="1407"/>
                        </a:lnTo>
                        <a:lnTo>
                          <a:pt x="1183" y="1447"/>
                        </a:lnTo>
                        <a:close/>
                      </a:path>
                    </a:pathLst>
                  </a:custGeom>
                  <a:solidFill>
                    <a:srgbClr val="EC941B"/>
                  </a:solidFill>
                  <a:ln>
                    <a:noFill/>
                  </a:ln>
                </p:spPr>
                <p:txBody>
                  <a:bodyPr/>
                  <a:lstStyle/>
                  <a:p>
                    <a:pPr>
                      <a:defRPr/>
                    </a:pPr>
                    <a:endParaRPr lang="en-US" sz="1050">
                      <a:latin typeface="+mj-lt"/>
                    </a:endParaRPr>
                  </a:p>
                </p:txBody>
              </p:sp>
              <p:sp>
                <p:nvSpPr>
                  <p:cNvPr id="41670" name="Freeform 449">
                    <a:extLst>
                      <a:ext uri="{FF2B5EF4-FFF2-40B4-BE49-F238E27FC236}">
                        <a16:creationId xmlns="" xmlns:a16="http://schemas.microsoft.com/office/drawing/2014/main" id="{E134EEBE-EA81-538D-5D5E-974B9D74EEE4}"/>
                      </a:ext>
                    </a:extLst>
                  </p:cNvPr>
                  <p:cNvSpPr>
                    <a:spLocks noEditPoints="1"/>
                  </p:cNvSpPr>
                  <p:nvPr/>
                </p:nvSpPr>
                <p:spPr bwMode="auto">
                  <a:xfrm>
                    <a:off x="3224" y="1940"/>
                    <a:ext cx="250" cy="236"/>
                  </a:xfrm>
                  <a:custGeom>
                    <a:avLst/>
                    <a:gdLst>
                      <a:gd name="T0" fmla="*/ 0 w 1491"/>
                      <a:gd name="T1" fmla="*/ 0 h 1492"/>
                      <a:gd name="T2" fmla="*/ 0 w 1491"/>
                      <a:gd name="T3" fmla="*/ 0 h 1492"/>
                      <a:gd name="T4" fmla="*/ 0 w 1491"/>
                      <a:gd name="T5" fmla="*/ 0 h 1492"/>
                      <a:gd name="T6" fmla="*/ 0 w 1491"/>
                      <a:gd name="T7" fmla="*/ 0 h 1492"/>
                      <a:gd name="T8" fmla="*/ 0 w 1491"/>
                      <a:gd name="T9" fmla="*/ 0 h 1492"/>
                      <a:gd name="T10" fmla="*/ 0 w 1491"/>
                      <a:gd name="T11" fmla="*/ 0 h 1492"/>
                      <a:gd name="T12" fmla="*/ 0 w 1491"/>
                      <a:gd name="T13" fmla="*/ 0 h 1492"/>
                      <a:gd name="T14" fmla="*/ 0 w 1491"/>
                      <a:gd name="T15" fmla="*/ 0 h 1492"/>
                      <a:gd name="T16" fmla="*/ 0 w 1491"/>
                      <a:gd name="T17" fmla="*/ 0 h 1492"/>
                      <a:gd name="T18" fmla="*/ 0 w 1491"/>
                      <a:gd name="T19" fmla="*/ 0 h 1492"/>
                      <a:gd name="T20" fmla="*/ 0 w 1491"/>
                      <a:gd name="T21" fmla="*/ 0 h 1492"/>
                      <a:gd name="T22" fmla="*/ 0 w 1491"/>
                      <a:gd name="T23" fmla="*/ 0 h 1492"/>
                      <a:gd name="T24" fmla="*/ 0 w 1491"/>
                      <a:gd name="T25" fmla="*/ 0 h 1492"/>
                      <a:gd name="T26" fmla="*/ 0 w 1491"/>
                      <a:gd name="T27" fmla="*/ 0 h 1492"/>
                      <a:gd name="T28" fmla="*/ 0 w 1491"/>
                      <a:gd name="T29" fmla="*/ 0 h 1492"/>
                      <a:gd name="T30" fmla="*/ 0 w 1491"/>
                      <a:gd name="T31" fmla="*/ 0 h 1492"/>
                      <a:gd name="T32" fmla="*/ 0 w 1491"/>
                      <a:gd name="T33" fmla="*/ 0 h 1492"/>
                      <a:gd name="T34" fmla="*/ 0 w 1491"/>
                      <a:gd name="T35" fmla="*/ 0 h 1492"/>
                      <a:gd name="T36" fmla="*/ 0 w 1491"/>
                      <a:gd name="T37" fmla="*/ 0 h 1492"/>
                      <a:gd name="T38" fmla="*/ 0 w 1491"/>
                      <a:gd name="T39" fmla="*/ 0 h 1492"/>
                      <a:gd name="T40" fmla="*/ 0 w 1491"/>
                      <a:gd name="T41" fmla="*/ 0 h 1492"/>
                      <a:gd name="T42" fmla="*/ 0 w 1491"/>
                      <a:gd name="T43" fmla="*/ 0 h 1492"/>
                      <a:gd name="T44" fmla="*/ 0 w 1491"/>
                      <a:gd name="T45" fmla="*/ 0 h 1492"/>
                      <a:gd name="T46" fmla="*/ 0 w 1491"/>
                      <a:gd name="T47" fmla="*/ 0 h 1492"/>
                      <a:gd name="T48" fmla="*/ 0 w 1491"/>
                      <a:gd name="T49" fmla="*/ 0 h 1492"/>
                      <a:gd name="T50" fmla="*/ 0 w 1491"/>
                      <a:gd name="T51" fmla="*/ 0 h 1492"/>
                      <a:gd name="T52" fmla="*/ 0 w 1491"/>
                      <a:gd name="T53" fmla="*/ 0 h 1492"/>
                      <a:gd name="T54" fmla="*/ 0 w 1491"/>
                      <a:gd name="T55" fmla="*/ 0 h 1492"/>
                      <a:gd name="T56" fmla="*/ 0 w 1491"/>
                      <a:gd name="T57" fmla="*/ 0 h 1492"/>
                      <a:gd name="T58" fmla="*/ 0 w 1491"/>
                      <a:gd name="T59" fmla="*/ 0 h 1492"/>
                      <a:gd name="T60" fmla="*/ 0 w 1491"/>
                      <a:gd name="T61" fmla="*/ 0 h 1492"/>
                      <a:gd name="T62" fmla="*/ 0 w 1491"/>
                      <a:gd name="T63" fmla="*/ 0 h 1492"/>
                      <a:gd name="T64" fmla="*/ 0 w 1491"/>
                      <a:gd name="T65" fmla="*/ 0 h 1492"/>
                      <a:gd name="T66" fmla="*/ 0 w 1491"/>
                      <a:gd name="T67" fmla="*/ 0 h 1492"/>
                      <a:gd name="T68" fmla="*/ 0 w 1491"/>
                      <a:gd name="T69" fmla="*/ 0 h 1492"/>
                      <a:gd name="T70" fmla="*/ 0 w 1491"/>
                      <a:gd name="T71" fmla="*/ 0 h 1492"/>
                      <a:gd name="T72" fmla="*/ 0 w 1491"/>
                      <a:gd name="T73" fmla="*/ 0 h 1492"/>
                      <a:gd name="T74" fmla="*/ 0 w 1491"/>
                      <a:gd name="T75" fmla="*/ 0 h 1492"/>
                      <a:gd name="T76" fmla="*/ 0 w 1491"/>
                      <a:gd name="T77" fmla="*/ 0 h 1492"/>
                      <a:gd name="T78" fmla="*/ 0 w 1491"/>
                      <a:gd name="T79" fmla="*/ 0 h 1492"/>
                      <a:gd name="T80" fmla="*/ 0 w 1491"/>
                      <a:gd name="T81" fmla="*/ 0 h 1492"/>
                      <a:gd name="T82" fmla="*/ 0 w 1491"/>
                      <a:gd name="T83" fmla="*/ 0 h 1492"/>
                      <a:gd name="T84" fmla="*/ 0 w 1491"/>
                      <a:gd name="T85" fmla="*/ 0 h 1492"/>
                      <a:gd name="T86" fmla="*/ 0 w 1491"/>
                      <a:gd name="T87" fmla="*/ 0 h 1492"/>
                      <a:gd name="T88" fmla="*/ 0 w 1491"/>
                      <a:gd name="T89" fmla="*/ 0 h 1492"/>
                      <a:gd name="T90" fmla="*/ 0 w 1491"/>
                      <a:gd name="T91" fmla="*/ 0 h 1492"/>
                      <a:gd name="T92" fmla="*/ 0 w 1491"/>
                      <a:gd name="T93" fmla="*/ 0 h 1492"/>
                      <a:gd name="T94" fmla="*/ 0 w 1491"/>
                      <a:gd name="T95" fmla="*/ 0 h 1492"/>
                      <a:gd name="T96" fmla="*/ 0 w 1491"/>
                      <a:gd name="T97" fmla="*/ 0 h 1492"/>
                      <a:gd name="T98" fmla="*/ 0 w 1491"/>
                      <a:gd name="T99" fmla="*/ 0 h 1492"/>
                      <a:gd name="T100" fmla="*/ 0 w 1491"/>
                      <a:gd name="T101" fmla="*/ 0 h 1492"/>
                      <a:gd name="T102" fmla="*/ 0 w 1491"/>
                      <a:gd name="T103" fmla="*/ 0 h 1492"/>
                      <a:gd name="T104" fmla="*/ 0 w 1491"/>
                      <a:gd name="T105" fmla="*/ 0 h 1492"/>
                      <a:gd name="T106" fmla="*/ 0 w 1491"/>
                      <a:gd name="T107" fmla="*/ 0 h 1492"/>
                      <a:gd name="T108" fmla="*/ 0 w 1491"/>
                      <a:gd name="T109" fmla="*/ 0 h 1492"/>
                      <a:gd name="T110" fmla="*/ 0 w 1491"/>
                      <a:gd name="T111" fmla="*/ 0 h 1492"/>
                      <a:gd name="T112" fmla="*/ 0 w 1491"/>
                      <a:gd name="T113" fmla="*/ 0 h 1492"/>
                      <a:gd name="T114" fmla="*/ 0 w 1491"/>
                      <a:gd name="T115" fmla="*/ 0 h 1492"/>
                      <a:gd name="T116" fmla="*/ 0 w 1491"/>
                      <a:gd name="T117" fmla="*/ 0 h 1492"/>
                      <a:gd name="T118" fmla="*/ 0 w 1491"/>
                      <a:gd name="T119" fmla="*/ 0 h 1492"/>
                      <a:gd name="T120" fmla="*/ 0 w 1491"/>
                      <a:gd name="T121" fmla="*/ 0 h 1492"/>
                      <a:gd name="T122" fmla="*/ 0 w 1491"/>
                      <a:gd name="T123" fmla="*/ 0 h 14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91"/>
                      <a:gd name="T187" fmla="*/ 0 h 1492"/>
                      <a:gd name="T188" fmla="*/ 1491 w 1491"/>
                      <a:gd name="T189" fmla="*/ 1492 h 149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91" h="1492">
                        <a:moveTo>
                          <a:pt x="1491" y="747"/>
                        </a:moveTo>
                        <a:lnTo>
                          <a:pt x="1491" y="730"/>
                        </a:lnTo>
                        <a:lnTo>
                          <a:pt x="1491" y="712"/>
                        </a:lnTo>
                        <a:lnTo>
                          <a:pt x="1490" y="696"/>
                        </a:lnTo>
                        <a:lnTo>
                          <a:pt x="1488" y="679"/>
                        </a:lnTo>
                        <a:lnTo>
                          <a:pt x="1487" y="661"/>
                        </a:lnTo>
                        <a:lnTo>
                          <a:pt x="1485" y="645"/>
                        </a:lnTo>
                        <a:lnTo>
                          <a:pt x="1483" y="629"/>
                        </a:lnTo>
                        <a:lnTo>
                          <a:pt x="1480" y="611"/>
                        </a:lnTo>
                        <a:lnTo>
                          <a:pt x="1405" y="585"/>
                        </a:lnTo>
                        <a:lnTo>
                          <a:pt x="1409" y="605"/>
                        </a:lnTo>
                        <a:lnTo>
                          <a:pt x="1413" y="624"/>
                        </a:lnTo>
                        <a:lnTo>
                          <a:pt x="1417" y="645"/>
                        </a:lnTo>
                        <a:lnTo>
                          <a:pt x="1419" y="664"/>
                        </a:lnTo>
                        <a:lnTo>
                          <a:pt x="1421" y="685"/>
                        </a:lnTo>
                        <a:lnTo>
                          <a:pt x="1423" y="706"/>
                        </a:lnTo>
                        <a:lnTo>
                          <a:pt x="1424" y="726"/>
                        </a:lnTo>
                        <a:lnTo>
                          <a:pt x="1424" y="747"/>
                        </a:lnTo>
                        <a:lnTo>
                          <a:pt x="1424" y="768"/>
                        </a:lnTo>
                        <a:lnTo>
                          <a:pt x="1423" y="788"/>
                        </a:lnTo>
                        <a:lnTo>
                          <a:pt x="1421" y="809"/>
                        </a:lnTo>
                        <a:lnTo>
                          <a:pt x="1419" y="830"/>
                        </a:lnTo>
                        <a:lnTo>
                          <a:pt x="1417" y="849"/>
                        </a:lnTo>
                        <a:lnTo>
                          <a:pt x="1413" y="869"/>
                        </a:lnTo>
                        <a:lnTo>
                          <a:pt x="1409" y="889"/>
                        </a:lnTo>
                        <a:lnTo>
                          <a:pt x="1405" y="908"/>
                        </a:lnTo>
                        <a:lnTo>
                          <a:pt x="1480" y="882"/>
                        </a:lnTo>
                        <a:lnTo>
                          <a:pt x="1483" y="865"/>
                        </a:lnTo>
                        <a:lnTo>
                          <a:pt x="1485" y="849"/>
                        </a:lnTo>
                        <a:lnTo>
                          <a:pt x="1487" y="832"/>
                        </a:lnTo>
                        <a:lnTo>
                          <a:pt x="1488" y="815"/>
                        </a:lnTo>
                        <a:lnTo>
                          <a:pt x="1490" y="798"/>
                        </a:lnTo>
                        <a:lnTo>
                          <a:pt x="1491" y="782"/>
                        </a:lnTo>
                        <a:lnTo>
                          <a:pt x="1491" y="764"/>
                        </a:lnTo>
                        <a:lnTo>
                          <a:pt x="1491" y="747"/>
                        </a:lnTo>
                        <a:close/>
                        <a:moveTo>
                          <a:pt x="1333" y="286"/>
                        </a:moveTo>
                        <a:lnTo>
                          <a:pt x="1309" y="258"/>
                        </a:lnTo>
                        <a:lnTo>
                          <a:pt x="1285" y="232"/>
                        </a:lnTo>
                        <a:lnTo>
                          <a:pt x="1260" y="207"/>
                        </a:lnTo>
                        <a:lnTo>
                          <a:pt x="1233" y="182"/>
                        </a:lnTo>
                        <a:lnTo>
                          <a:pt x="1206" y="159"/>
                        </a:lnTo>
                        <a:lnTo>
                          <a:pt x="1176" y="138"/>
                        </a:lnTo>
                        <a:lnTo>
                          <a:pt x="1147" y="118"/>
                        </a:lnTo>
                        <a:lnTo>
                          <a:pt x="1116" y="99"/>
                        </a:lnTo>
                        <a:lnTo>
                          <a:pt x="1048" y="140"/>
                        </a:lnTo>
                        <a:lnTo>
                          <a:pt x="1067" y="149"/>
                        </a:lnTo>
                        <a:lnTo>
                          <a:pt x="1085" y="160"/>
                        </a:lnTo>
                        <a:lnTo>
                          <a:pt x="1104" y="171"/>
                        </a:lnTo>
                        <a:lnTo>
                          <a:pt x="1121" y="182"/>
                        </a:lnTo>
                        <a:lnTo>
                          <a:pt x="1138" y="194"/>
                        </a:lnTo>
                        <a:lnTo>
                          <a:pt x="1155" y="206"/>
                        </a:lnTo>
                        <a:lnTo>
                          <a:pt x="1172" y="219"/>
                        </a:lnTo>
                        <a:lnTo>
                          <a:pt x="1187" y="233"/>
                        </a:lnTo>
                        <a:lnTo>
                          <a:pt x="1204" y="246"/>
                        </a:lnTo>
                        <a:lnTo>
                          <a:pt x="1219" y="261"/>
                        </a:lnTo>
                        <a:lnTo>
                          <a:pt x="1233" y="275"/>
                        </a:lnTo>
                        <a:lnTo>
                          <a:pt x="1247" y="291"/>
                        </a:lnTo>
                        <a:lnTo>
                          <a:pt x="1261" y="307"/>
                        </a:lnTo>
                        <a:lnTo>
                          <a:pt x="1274" y="322"/>
                        </a:lnTo>
                        <a:lnTo>
                          <a:pt x="1287" y="340"/>
                        </a:lnTo>
                        <a:lnTo>
                          <a:pt x="1300" y="356"/>
                        </a:lnTo>
                        <a:lnTo>
                          <a:pt x="1333" y="286"/>
                        </a:lnTo>
                        <a:close/>
                        <a:moveTo>
                          <a:pt x="893" y="16"/>
                        </a:moveTo>
                        <a:lnTo>
                          <a:pt x="876" y="12"/>
                        </a:lnTo>
                        <a:lnTo>
                          <a:pt x="857" y="9"/>
                        </a:lnTo>
                        <a:lnTo>
                          <a:pt x="839" y="7"/>
                        </a:lnTo>
                        <a:lnTo>
                          <a:pt x="820" y="5"/>
                        </a:lnTo>
                        <a:lnTo>
                          <a:pt x="802" y="3"/>
                        </a:lnTo>
                        <a:lnTo>
                          <a:pt x="783" y="2"/>
                        </a:lnTo>
                        <a:lnTo>
                          <a:pt x="765" y="2"/>
                        </a:lnTo>
                        <a:lnTo>
                          <a:pt x="746" y="0"/>
                        </a:lnTo>
                        <a:lnTo>
                          <a:pt x="728" y="2"/>
                        </a:lnTo>
                        <a:lnTo>
                          <a:pt x="708" y="2"/>
                        </a:lnTo>
                        <a:lnTo>
                          <a:pt x="690" y="3"/>
                        </a:lnTo>
                        <a:lnTo>
                          <a:pt x="671" y="5"/>
                        </a:lnTo>
                        <a:lnTo>
                          <a:pt x="653" y="7"/>
                        </a:lnTo>
                        <a:lnTo>
                          <a:pt x="635" y="9"/>
                        </a:lnTo>
                        <a:lnTo>
                          <a:pt x="617" y="12"/>
                        </a:lnTo>
                        <a:lnTo>
                          <a:pt x="600" y="16"/>
                        </a:lnTo>
                        <a:lnTo>
                          <a:pt x="579" y="90"/>
                        </a:lnTo>
                        <a:lnTo>
                          <a:pt x="600" y="85"/>
                        </a:lnTo>
                        <a:lnTo>
                          <a:pt x="619" y="81"/>
                        </a:lnTo>
                        <a:lnTo>
                          <a:pt x="640" y="77"/>
                        </a:lnTo>
                        <a:lnTo>
                          <a:pt x="661" y="74"/>
                        </a:lnTo>
                        <a:lnTo>
                          <a:pt x="682" y="72"/>
                        </a:lnTo>
                        <a:lnTo>
                          <a:pt x="703" y="70"/>
                        </a:lnTo>
                        <a:lnTo>
                          <a:pt x="725" y="69"/>
                        </a:lnTo>
                        <a:lnTo>
                          <a:pt x="746" y="69"/>
                        </a:lnTo>
                        <a:lnTo>
                          <a:pt x="768" y="69"/>
                        </a:lnTo>
                        <a:lnTo>
                          <a:pt x="789" y="70"/>
                        </a:lnTo>
                        <a:lnTo>
                          <a:pt x="810" y="72"/>
                        </a:lnTo>
                        <a:lnTo>
                          <a:pt x="831" y="74"/>
                        </a:lnTo>
                        <a:lnTo>
                          <a:pt x="852" y="77"/>
                        </a:lnTo>
                        <a:lnTo>
                          <a:pt x="872" y="81"/>
                        </a:lnTo>
                        <a:lnTo>
                          <a:pt x="893" y="85"/>
                        </a:lnTo>
                        <a:lnTo>
                          <a:pt x="912" y="90"/>
                        </a:lnTo>
                        <a:lnTo>
                          <a:pt x="893" y="16"/>
                        </a:lnTo>
                        <a:close/>
                        <a:moveTo>
                          <a:pt x="376" y="99"/>
                        </a:moveTo>
                        <a:lnTo>
                          <a:pt x="345" y="118"/>
                        </a:lnTo>
                        <a:lnTo>
                          <a:pt x="315" y="138"/>
                        </a:lnTo>
                        <a:lnTo>
                          <a:pt x="287" y="159"/>
                        </a:lnTo>
                        <a:lnTo>
                          <a:pt x="258" y="182"/>
                        </a:lnTo>
                        <a:lnTo>
                          <a:pt x="232" y="206"/>
                        </a:lnTo>
                        <a:lnTo>
                          <a:pt x="207" y="232"/>
                        </a:lnTo>
                        <a:lnTo>
                          <a:pt x="182" y="258"/>
                        </a:lnTo>
                        <a:lnTo>
                          <a:pt x="160" y="286"/>
                        </a:lnTo>
                        <a:lnTo>
                          <a:pt x="192" y="356"/>
                        </a:lnTo>
                        <a:lnTo>
                          <a:pt x="204" y="338"/>
                        </a:lnTo>
                        <a:lnTo>
                          <a:pt x="217" y="322"/>
                        </a:lnTo>
                        <a:lnTo>
                          <a:pt x="231" y="306"/>
                        </a:lnTo>
                        <a:lnTo>
                          <a:pt x="244" y="291"/>
                        </a:lnTo>
                        <a:lnTo>
                          <a:pt x="258" y="275"/>
                        </a:lnTo>
                        <a:lnTo>
                          <a:pt x="274" y="260"/>
                        </a:lnTo>
                        <a:lnTo>
                          <a:pt x="289" y="246"/>
                        </a:lnTo>
                        <a:lnTo>
                          <a:pt x="304" y="232"/>
                        </a:lnTo>
                        <a:lnTo>
                          <a:pt x="320" y="219"/>
                        </a:lnTo>
                        <a:lnTo>
                          <a:pt x="337" y="206"/>
                        </a:lnTo>
                        <a:lnTo>
                          <a:pt x="354" y="194"/>
                        </a:lnTo>
                        <a:lnTo>
                          <a:pt x="371" y="182"/>
                        </a:lnTo>
                        <a:lnTo>
                          <a:pt x="389" y="171"/>
                        </a:lnTo>
                        <a:lnTo>
                          <a:pt x="406" y="160"/>
                        </a:lnTo>
                        <a:lnTo>
                          <a:pt x="425" y="149"/>
                        </a:lnTo>
                        <a:lnTo>
                          <a:pt x="444" y="140"/>
                        </a:lnTo>
                        <a:lnTo>
                          <a:pt x="376" y="99"/>
                        </a:lnTo>
                        <a:close/>
                        <a:moveTo>
                          <a:pt x="13" y="612"/>
                        </a:moveTo>
                        <a:lnTo>
                          <a:pt x="10" y="629"/>
                        </a:lnTo>
                        <a:lnTo>
                          <a:pt x="7" y="645"/>
                        </a:lnTo>
                        <a:lnTo>
                          <a:pt x="5" y="661"/>
                        </a:lnTo>
                        <a:lnTo>
                          <a:pt x="3" y="679"/>
                        </a:lnTo>
                        <a:lnTo>
                          <a:pt x="2" y="696"/>
                        </a:lnTo>
                        <a:lnTo>
                          <a:pt x="1" y="712"/>
                        </a:lnTo>
                        <a:lnTo>
                          <a:pt x="1" y="730"/>
                        </a:lnTo>
                        <a:lnTo>
                          <a:pt x="0" y="747"/>
                        </a:lnTo>
                        <a:lnTo>
                          <a:pt x="1" y="764"/>
                        </a:lnTo>
                        <a:lnTo>
                          <a:pt x="1" y="782"/>
                        </a:lnTo>
                        <a:lnTo>
                          <a:pt x="2" y="798"/>
                        </a:lnTo>
                        <a:lnTo>
                          <a:pt x="3" y="815"/>
                        </a:lnTo>
                        <a:lnTo>
                          <a:pt x="5" y="832"/>
                        </a:lnTo>
                        <a:lnTo>
                          <a:pt x="7" y="849"/>
                        </a:lnTo>
                        <a:lnTo>
                          <a:pt x="10" y="865"/>
                        </a:lnTo>
                        <a:lnTo>
                          <a:pt x="13" y="882"/>
                        </a:lnTo>
                        <a:lnTo>
                          <a:pt x="88" y="908"/>
                        </a:lnTo>
                        <a:lnTo>
                          <a:pt x="82" y="888"/>
                        </a:lnTo>
                        <a:lnTo>
                          <a:pt x="79" y="869"/>
                        </a:lnTo>
                        <a:lnTo>
                          <a:pt x="76" y="849"/>
                        </a:lnTo>
                        <a:lnTo>
                          <a:pt x="73" y="828"/>
                        </a:lnTo>
                        <a:lnTo>
                          <a:pt x="71" y="809"/>
                        </a:lnTo>
                        <a:lnTo>
                          <a:pt x="69" y="788"/>
                        </a:lnTo>
                        <a:lnTo>
                          <a:pt x="68" y="768"/>
                        </a:lnTo>
                        <a:lnTo>
                          <a:pt x="68" y="747"/>
                        </a:lnTo>
                        <a:lnTo>
                          <a:pt x="68" y="726"/>
                        </a:lnTo>
                        <a:lnTo>
                          <a:pt x="69" y="706"/>
                        </a:lnTo>
                        <a:lnTo>
                          <a:pt x="71" y="685"/>
                        </a:lnTo>
                        <a:lnTo>
                          <a:pt x="73" y="664"/>
                        </a:lnTo>
                        <a:lnTo>
                          <a:pt x="76" y="645"/>
                        </a:lnTo>
                        <a:lnTo>
                          <a:pt x="79" y="624"/>
                        </a:lnTo>
                        <a:lnTo>
                          <a:pt x="82" y="605"/>
                        </a:lnTo>
                        <a:lnTo>
                          <a:pt x="88" y="585"/>
                        </a:lnTo>
                        <a:lnTo>
                          <a:pt x="13" y="612"/>
                        </a:lnTo>
                        <a:close/>
                        <a:moveTo>
                          <a:pt x="160" y="1208"/>
                        </a:moveTo>
                        <a:lnTo>
                          <a:pt x="182" y="1236"/>
                        </a:lnTo>
                        <a:lnTo>
                          <a:pt x="206" y="1262"/>
                        </a:lnTo>
                        <a:lnTo>
                          <a:pt x="232" y="1287"/>
                        </a:lnTo>
                        <a:lnTo>
                          <a:pt x="258" y="1312"/>
                        </a:lnTo>
                        <a:lnTo>
                          <a:pt x="287" y="1335"/>
                        </a:lnTo>
                        <a:lnTo>
                          <a:pt x="315" y="1355"/>
                        </a:lnTo>
                        <a:lnTo>
                          <a:pt x="345" y="1376"/>
                        </a:lnTo>
                        <a:lnTo>
                          <a:pt x="376" y="1395"/>
                        </a:lnTo>
                        <a:lnTo>
                          <a:pt x="443" y="1354"/>
                        </a:lnTo>
                        <a:lnTo>
                          <a:pt x="425" y="1345"/>
                        </a:lnTo>
                        <a:lnTo>
                          <a:pt x="406" y="1334"/>
                        </a:lnTo>
                        <a:lnTo>
                          <a:pt x="389" y="1323"/>
                        </a:lnTo>
                        <a:lnTo>
                          <a:pt x="371" y="1312"/>
                        </a:lnTo>
                        <a:lnTo>
                          <a:pt x="354" y="1300"/>
                        </a:lnTo>
                        <a:lnTo>
                          <a:pt x="337" y="1288"/>
                        </a:lnTo>
                        <a:lnTo>
                          <a:pt x="320" y="1275"/>
                        </a:lnTo>
                        <a:lnTo>
                          <a:pt x="304" y="1261"/>
                        </a:lnTo>
                        <a:lnTo>
                          <a:pt x="289" y="1248"/>
                        </a:lnTo>
                        <a:lnTo>
                          <a:pt x="274" y="1233"/>
                        </a:lnTo>
                        <a:lnTo>
                          <a:pt x="258" y="1219"/>
                        </a:lnTo>
                        <a:lnTo>
                          <a:pt x="244" y="1203"/>
                        </a:lnTo>
                        <a:lnTo>
                          <a:pt x="230" y="1187"/>
                        </a:lnTo>
                        <a:lnTo>
                          <a:pt x="217" y="1172"/>
                        </a:lnTo>
                        <a:lnTo>
                          <a:pt x="204" y="1156"/>
                        </a:lnTo>
                        <a:lnTo>
                          <a:pt x="192" y="1138"/>
                        </a:lnTo>
                        <a:lnTo>
                          <a:pt x="160" y="1208"/>
                        </a:lnTo>
                        <a:close/>
                        <a:moveTo>
                          <a:pt x="600" y="1478"/>
                        </a:moveTo>
                        <a:lnTo>
                          <a:pt x="617" y="1481"/>
                        </a:lnTo>
                        <a:lnTo>
                          <a:pt x="635" y="1485"/>
                        </a:lnTo>
                        <a:lnTo>
                          <a:pt x="653" y="1487"/>
                        </a:lnTo>
                        <a:lnTo>
                          <a:pt x="671" y="1489"/>
                        </a:lnTo>
                        <a:lnTo>
                          <a:pt x="690" y="1490"/>
                        </a:lnTo>
                        <a:lnTo>
                          <a:pt x="708" y="1491"/>
                        </a:lnTo>
                        <a:lnTo>
                          <a:pt x="728" y="1492"/>
                        </a:lnTo>
                        <a:lnTo>
                          <a:pt x="746" y="1492"/>
                        </a:lnTo>
                        <a:lnTo>
                          <a:pt x="765" y="1492"/>
                        </a:lnTo>
                        <a:lnTo>
                          <a:pt x="783" y="1491"/>
                        </a:lnTo>
                        <a:lnTo>
                          <a:pt x="802" y="1490"/>
                        </a:lnTo>
                        <a:lnTo>
                          <a:pt x="820" y="1489"/>
                        </a:lnTo>
                        <a:lnTo>
                          <a:pt x="839" y="1487"/>
                        </a:lnTo>
                        <a:lnTo>
                          <a:pt x="857" y="1485"/>
                        </a:lnTo>
                        <a:lnTo>
                          <a:pt x="876" y="1481"/>
                        </a:lnTo>
                        <a:lnTo>
                          <a:pt x="893" y="1478"/>
                        </a:lnTo>
                        <a:lnTo>
                          <a:pt x="912" y="1404"/>
                        </a:lnTo>
                        <a:lnTo>
                          <a:pt x="893" y="1409"/>
                        </a:lnTo>
                        <a:lnTo>
                          <a:pt x="872" y="1413"/>
                        </a:lnTo>
                        <a:lnTo>
                          <a:pt x="852" y="1416"/>
                        </a:lnTo>
                        <a:lnTo>
                          <a:pt x="831" y="1420"/>
                        </a:lnTo>
                        <a:lnTo>
                          <a:pt x="810" y="1422"/>
                        </a:lnTo>
                        <a:lnTo>
                          <a:pt x="789" y="1424"/>
                        </a:lnTo>
                        <a:lnTo>
                          <a:pt x="768" y="1425"/>
                        </a:lnTo>
                        <a:lnTo>
                          <a:pt x="746" y="1425"/>
                        </a:lnTo>
                        <a:lnTo>
                          <a:pt x="725" y="1425"/>
                        </a:lnTo>
                        <a:lnTo>
                          <a:pt x="703" y="1424"/>
                        </a:lnTo>
                        <a:lnTo>
                          <a:pt x="682" y="1422"/>
                        </a:lnTo>
                        <a:lnTo>
                          <a:pt x="661" y="1420"/>
                        </a:lnTo>
                        <a:lnTo>
                          <a:pt x="640" y="1416"/>
                        </a:lnTo>
                        <a:lnTo>
                          <a:pt x="619" y="1413"/>
                        </a:lnTo>
                        <a:lnTo>
                          <a:pt x="600" y="1409"/>
                        </a:lnTo>
                        <a:lnTo>
                          <a:pt x="579" y="1404"/>
                        </a:lnTo>
                        <a:lnTo>
                          <a:pt x="600" y="1478"/>
                        </a:lnTo>
                        <a:close/>
                        <a:moveTo>
                          <a:pt x="1116" y="1395"/>
                        </a:moveTo>
                        <a:lnTo>
                          <a:pt x="1147" y="1376"/>
                        </a:lnTo>
                        <a:lnTo>
                          <a:pt x="1176" y="1355"/>
                        </a:lnTo>
                        <a:lnTo>
                          <a:pt x="1206" y="1335"/>
                        </a:lnTo>
                        <a:lnTo>
                          <a:pt x="1233" y="1312"/>
                        </a:lnTo>
                        <a:lnTo>
                          <a:pt x="1260" y="1287"/>
                        </a:lnTo>
                        <a:lnTo>
                          <a:pt x="1285" y="1262"/>
                        </a:lnTo>
                        <a:lnTo>
                          <a:pt x="1309" y="1236"/>
                        </a:lnTo>
                        <a:lnTo>
                          <a:pt x="1333" y="1208"/>
                        </a:lnTo>
                        <a:lnTo>
                          <a:pt x="1300" y="1138"/>
                        </a:lnTo>
                        <a:lnTo>
                          <a:pt x="1287" y="1154"/>
                        </a:lnTo>
                        <a:lnTo>
                          <a:pt x="1275" y="1171"/>
                        </a:lnTo>
                        <a:lnTo>
                          <a:pt x="1261" y="1187"/>
                        </a:lnTo>
                        <a:lnTo>
                          <a:pt x="1248" y="1203"/>
                        </a:lnTo>
                        <a:lnTo>
                          <a:pt x="1233" y="1219"/>
                        </a:lnTo>
                        <a:lnTo>
                          <a:pt x="1219" y="1233"/>
                        </a:lnTo>
                        <a:lnTo>
                          <a:pt x="1204" y="1248"/>
                        </a:lnTo>
                        <a:lnTo>
                          <a:pt x="1187" y="1261"/>
                        </a:lnTo>
                        <a:lnTo>
                          <a:pt x="1172" y="1275"/>
                        </a:lnTo>
                        <a:lnTo>
                          <a:pt x="1156" y="1287"/>
                        </a:lnTo>
                        <a:lnTo>
                          <a:pt x="1138" y="1300"/>
                        </a:lnTo>
                        <a:lnTo>
                          <a:pt x="1121" y="1312"/>
                        </a:lnTo>
                        <a:lnTo>
                          <a:pt x="1104" y="1323"/>
                        </a:lnTo>
                        <a:lnTo>
                          <a:pt x="1085" y="1334"/>
                        </a:lnTo>
                        <a:lnTo>
                          <a:pt x="1067" y="1345"/>
                        </a:lnTo>
                        <a:lnTo>
                          <a:pt x="1048" y="1354"/>
                        </a:lnTo>
                        <a:lnTo>
                          <a:pt x="1116" y="1395"/>
                        </a:lnTo>
                        <a:close/>
                      </a:path>
                    </a:pathLst>
                  </a:custGeom>
                  <a:solidFill>
                    <a:srgbClr val="ED971B"/>
                  </a:solidFill>
                  <a:ln>
                    <a:noFill/>
                  </a:ln>
                </p:spPr>
                <p:txBody>
                  <a:bodyPr/>
                  <a:lstStyle/>
                  <a:p>
                    <a:pPr>
                      <a:defRPr/>
                    </a:pPr>
                    <a:endParaRPr lang="en-US" sz="1050">
                      <a:latin typeface="+mj-lt"/>
                    </a:endParaRPr>
                  </a:p>
                </p:txBody>
              </p:sp>
              <p:sp>
                <p:nvSpPr>
                  <p:cNvPr id="41671" name="Freeform 450">
                    <a:extLst>
                      <a:ext uri="{FF2B5EF4-FFF2-40B4-BE49-F238E27FC236}">
                        <a16:creationId xmlns="" xmlns:a16="http://schemas.microsoft.com/office/drawing/2014/main" id="{E2DF8653-C2AE-A89B-3C45-58072065964E}"/>
                      </a:ext>
                    </a:extLst>
                  </p:cNvPr>
                  <p:cNvSpPr>
                    <a:spLocks noEditPoints="1"/>
                  </p:cNvSpPr>
                  <p:nvPr/>
                </p:nvSpPr>
                <p:spPr bwMode="auto">
                  <a:xfrm>
                    <a:off x="3229" y="1940"/>
                    <a:ext cx="237" cy="228"/>
                  </a:xfrm>
                  <a:custGeom>
                    <a:avLst/>
                    <a:gdLst>
                      <a:gd name="T0" fmla="*/ 0 w 1423"/>
                      <a:gd name="T1" fmla="*/ 0 h 1424"/>
                      <a:gd name="T2" fmla="*/ 0 w 1423"/>
                      <a:gd name="T3" fmla="*/ 0 h 1424"/>
                      <a:gd name="T4" fmla="*/ 0 w 1423"/>
                      <a:gd name="T5" fmla="*/ 0 h 1424"/>
                      <a:gd name="T6" fmla="*/ 0 w 1423"/>
                      <a:gd name="T7" fmla="*/ 0 h 1424"/>
                      <a:gd name="T8" fmla="*/ 0 w 1423"/>
                      <a:gd name="T9" fmla="*/ 0 h 1424"/>
                      <a:gd name="T10" fmla="*/ 0 w 1423"/>
                      <a:gd name="T11" fmla="*/ 0 h 1424"/>
                      <a:gd name="T12" fmla="*/ 0 w 1423"/>
                      <a:gd name="T13" fmla="*/ 0 h 1424"/>
                      <a:gd name="T14" fmla="*/ 0 w 1423"/>
                      <a:gd name="T15" fmla="*/ 0 h 1424"/>
                      <a:gd name="T16" fmla="*/ 0 w 1423"/>
                      <a:gd name="T17" fmla="*/ 0 h 1424"/>
                      <a:gd name="T18" fmla="*/ 0 w 1423"/>
                      <a:gd name="T19" fmla="*/ 0 h 1424"/>
                      <a:gd name="T20" fmla="*/ 0 w 1423"/>
                      <a:gd name="T21" fmla="*/ 0 h 1424"/>
                      <a:gd name="T22" fmla="*/ 0 w 1423"/>
                      <a:gd name="T23" fmla="*/ 0 h 1424"/>
                      <a:gd name="T24" fmla="*/ 0 w 1423"/>
                      <a:gd name="T25" fmla="*/ 0 h 1424"/>
                      <a:gd name="T26" fmla="*/ 0 w 1423"/>
                      <a:gd name="T27" fmla="*/ 0 h 1424"/>
                      <a:gd name="T28" fmla="*/ 0 w 1423"/>
                      <a:gd name="T29" fmla="*/ 0 h 1424"/>
                      <a:gd name="T30" fmla="*/ 0 w 1423"/>
                      <a:gd name="T31" fmla="*/ 0 h 1424"/>
                      <a:gd name="T32" fmla="*/ 0 w 1423"/>
                      <a:gd name="T33" fmla="*/ 0 h 1424"/>
                      <a:gd name="T34" fmla="*/ 0 w 1423"/>
                      <a:gd name="T35" fmla="*/ 0 h 1424"/>
                      <a:gd name="T36" fmla="*/ 0 w 1423"/>
                      <a:gd name="T37" fmla="*/ 0 h 1424"/>
                      <a:gd name="T38" fmla="*/ 0 w 1423"/>
                      <a:gd name="T39" fmla="*/ 0 h 1424"/>
                      <a:gd name="T40" fmla="*/ 0 w 1423"/>
                      <a:gd name="T41" fmla="*/ 0 h 1424"/>
                      <a:gd name="T42" fmla="*/ 0 w 1423"/>
                      <a:gd name="T43" fmla="*/ 0 h 1424"/>
                      <a:gd name="T44" fmla="*/ 0 w 1423"/>
                      <a:gd name="T45" fmla="*/ 0 h 1424"/>
                      <a:gd name="T46" fmla="*/ 0 w 1423"/>
                      <a:gd name="T47" fmla="*/ 0 h 1424"/>
                      <a:gd name="T48" fmla="*/ 0 w 1423"/>
                      <a:gd name="T49" fmla="*/ 0 h 1424"/>
                      <a:gd name="T50" fmla="*/ 0 w 1423"/>
                      <a:gd name="T51" fmla="*/ 0 h 1424"/>
                      <a:gd name="T52" fmla="*/ 0 w 1423"/>
                      <a:gd name="T53" fmla="*/ 0 h 1424"/>
                      <a:gd name="T54" fmla="*/ 0 w 1423"/>
                      <a:gd name="T55" fmla="*/ 0 h 1424"/>
                      <a:gd name="T56" fmla="*/ 0 w 1423"/>
                      <a:gd name="T57" fmla="*/ 0 h 1424"/>
                      <a:gd name="T58" fmla="*/ 0 w 1423"/>
                      <a:gd name="T59" fmla="*/ 0 h 1424"/>
                      <a:gd name="T60" fmla="*/ 0 w 1423"/>
                      <a:gd name="T61" fmla="*/ 0 h 1424"/>
                      <a:gd name="T62" fmla="*/ 0 w 1423"/>
                      <a:gd name="T63" fmla="*/ 0 h 1424"/>
                      <a:gd name="T64" fmla="*/ 0 w 1423"/>
                      <a:gd name="T65" fmla="*/ 0 h 1424"/>
                      <a:gd name="T66" fmla="*/ 0 w 1423"/>
                      <a:gd name="T67" fmla="*/ 0 h 1424"/>
                      <a:gd name="T68" fmla="*/ 0 w 1423"/>
                      <a:gd name="T69" fmla="*/ 0 h 1424"/>
                      <a:gd name="T70" fmla="*/ 0 w 1423"/>
                      <a:gd name="T71" fmla="*/ 0 h 1424"/>
                      <a:gd name="T72" fmla="*/ 0 w 1423"/>
                      <a:gd name="T73" fmla="*/ 0 h 1424"/>
                      <a:gd name="T74" fmla="*/ 0 w 1423"/>
                      <a:gd name="T75" fmla="*/ 0 h 1424"/>
                      <a:gd name="T76" fmla="*/ 0 w 1423"/>
                      <a:gd name="T77" fmla="*/ 0 h 1424"/>
                      <a:gd name="T78" fmla="*/ 0 w 1423"/>
                      <a:gd name="T79" fmla="*/ 0 h 1424"/>
                      <a:gd name="T80" fmla="*/ 0 w 1423"/>
                      <a:gd name="T81" fmla="*/ 0 h 1424"/>
                      <a:gd name="T82" fmla="*/ 0 w 1423"/>
                      <a:gd name="T83" fmla="*/ 0 h 1424"/>
                      <a:gd name="T84" fmla="*/ 0 w 1423"/>
                      <a:gd name="T85" fmla="*/ 0 h 1424"/>
                      <a:gd name="T86" fmla="*/ 0 w 1423"/>
                      <a:gd name="T87" fmla="*/ 0 h 1424"/>
                      <a:gd name="T88" fmla="*/ 0 w 1423"/>
                      <a:gd name="T89" fmla="*/ 0 h 1424"/>
                      <a:gd name="T90" fmla="*/ 0 w 1423"/>
                      <a:gd name="T91" fmla="*/ 0 h 1424"/>
                      <a:gd name="T92" fmla="*/ 0 w 1423"/>
                      <a:gd name="T93" fmla="*/ 0 h 1424"/>
                      <a:gd name="T94" fmla="*/ 0 w 1423"/>
                      <a:gd name="T95" fmla="*/ 0 h 1424"/>
                      <a:gd name="T96" fmla="*/ 0 w 1423"/>
                      <a:gd name="T97" fmla="*/ 0 h 1424"/>
                      <a:gd name="T98" fmla="*/ 0 w 1423"/>
                      <a:gd name="T99" fmla="*/ 0 h 1424"/>
                      <a:gd name="T100" fmla="*/ 0 w 1423"/>
                      <a:gd name="T101" fmla="*/ 0 h 1424"/>
                      <a:gd name="T102" fmla="*/ 0 w 1423"/>
                      <a:gd name="T103" fmla="*/ 0 h 1424"/>
                      <a:gd name="T104" fmla="*/ 0 w 1423"/>
                      <a:gd name="T105" fmla="*/ 0 h 1424"/>
                      <a:gd name="T106" fmla="*/ 0 w 1423"/>
                      <a:gd name="T107" fmla="*/ 0 h 1424"/>
                      <a:gd name="T108" fmla="*/ 0 w 1423"/>
                      <a:gd name="T109" fmla="*/ 0 h 1424"/>
                      <a:gd name="T110" fmla="*/ 0 w 1423"/>
                      <a:gd name="T111" fmla="*/ 0 h 1424"/>
                      <a:gd name="T112" fmla="*/ 0 w 1423"/>
                      <a:gd name="T113" fmla="*/ 0 h 1424"/>
                      <a:gd name="T114" fmla="*/ 0 w 1423"/>
                      <a:gd name="T115" fmla="*/ 0 h 1424"/>
                      <a:gd name="T116" fmla="*/ 0 w 1423"/>
                      <a:gd name="T117" fmla="*/ 0 h 1424"/>
                      <a:gd name="T118" fmla="*/ 0 w 1423"/>
                      <a:gd name="T119" fmla="*/ 0 h 1424"/>
                      <a:gd name="T120" fmla="*/ 0 w 1423"/>
                      <a:gd name="T121" fmla="*/ 0 h 1424"/>
                      <a:gd name="T122" fmla="*/ 0 w 1423"/>
                      <a:gd name="T123" fmla="*/ 0 h 142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23"/>
                      <a:gd name="T187" fmla="*/ 0 h 1424"/>
                      <a:gd name="T188" fmla="*/ 1423 w 1423"/>
                      <a:gd name="T189" fmla="*/ 1424 h 142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23" h="1424">
                        <a:moveTo>
                          <a:pt x="1423" y="712"/>
                        </a:moveTo>
                        <a:lnTo>
                          <a:pt x="1423" y="692"/>
                        </a:lnTo>
                        <a:lnTo>
                          <a:pt x="1422" y="674"/>
                        </a:lnTo>
                        <a:lnTo>
                          <a:pt x="1421" y="655"/>
                        </a:lnTo>
                        <a:lnTo>
                          <a:pt x="1418" y="637"/>
                        </a:lnTo>
                        <a:lnTo>
                          <a:pt x="1416" y="619"/>
                        </a:lnTo>
                        <a:lnTo>
                          <a:pt x="1414" y="600"/>
                        </a:lnTo>
                        <a:lnTo>
                          <a:pt x="1411" y="582"/>
                        </a:lnTo>
                        <a:lnTo>
                          <a:pt x="1408" y="563"/>
                        </a:lnTo>
                        <a:lnTo>
                          <a:pt x="1330" y="537"/>
                        </a:lnTo>
                        <a:lnTo>
                          <a:pt x="1336" y="558"/>
                        </a:lnTo>
                        <a:lnTo>
                          <a:pt x="1341" y="579"/>
                        </a:lnTo>
                        <a:lnTo>
                          <a:pt x="1346" y="601"/>
                        </a:lnTo>
                        <a:lnTo>
                          <a:pt x="1349" y="623"/>
                        </a:lnTo>
                        <a:lnTo>
                          <a:pt x="1351" y="645"/>
                        </a:lnTo>
                        <a:lnTo>
                          <a:pt x="1353" y="666"/>
                        </a:lnTo>
                        <a:lnTo>
                          <a:pt x="1354" y="689"/>
                        </a:lnTo>
                        <a:lnTo>
                          <a:pt x="1355" y="712"/>
                        </a:lnTo>
                        <a:lnTo>
                          <a:pt x="1354" y="735"/>
                        </a:lnTo>
                        <a:lnTo>
                          <a:pt x="1353" y="757"/>
                        </a:lnTo>
                        <a:lnTo>
                          <a:pt x="1351" y="779"/>
                        </a:lnTo>
                        <a:lnTo>
                          <a:pt x="1349" y="801"/>
                        </a:lnTo>
                        <a:lnTo>
                          <a:pt x="1346" y="823"/>
                        </a:lnTo>
                        <a:lnTo>
                          <a:pt x="1341" y="845"/>
                        </a:lnTo>
                        <a:lnTo>
                          <a:pt x="1337" y="866"/>
                        </a:lnTo>
                        <a:lnTo>
                          <a:pt x="1330" y="887"/>
                        </a:lnTo>
                        <a:lnTo>
                          <a:pt x="1408" y="860"/>
                        </a:lnTo>
                        <a:lnTo>
                          <a:pt x="1411" y="842"/>
                        </a:lnTo>
                        <a:lnTo>
                          <a:pt x="1414" y="824"/>
                        </a:lnTo>
                        <a:lnTo>
                          <a:pt x="1416" y="805"/>
                        </a:lnTo>
                        <a:lnTo>
                          <a:pt x="1418" y="787"/>
                        </a:lnTo>
                        <a:lnTo>
                          <a:pt x="1421" y="768"/>
                        </a:lnTo>
                        <a:lnTo>
                          <a:pt x="1422" y="750"/>
                        </a:lnTo>
                        <a:lnTo>
                          <a:pt x="1423" y="730"/>
                        </a:lnTo>
                        <a:lnTo>
                          <a:pt x="1423" y="712"/>
                        </a:lnTo>
                        <a:close/>
                        <a:moveTo>
                          <a:pt x="1282" y="286"/>
                        </a:moveTo>
                        <a:lnTo>
                          <a:pt x="1257" y="256"/>
                        </a:lnTo>
                        <a:lnTo>
                          <a:pt x="1232" y="226"/>
                        </a:lnTo>
                        <a:lnTo>
                          <a:pt x="1204" y="199"/>
                        </a:lnTo>
                        <a:lnTo>
                          <a:pt x="1175" y="172"/>
                        </a:lnTo>
                        <a:lnTo>
                          <a:pt x="1146" y="148"/>
                        </a:lnTo>
                        <a:lnTo>
                          <a:pt x="1114" y="125"/>
                        </a:lnTo>
                        <a:lnTo>
                          <a:pt x="1082" y="103"/>
                        </a:lnTo>
                        <a:lnTo>
                          <a:pt x="1047" y="84"/>
                        </a:lnTo>
                        <a:lnTo>
                          <a:pt x="978" y="126"/>
                        </a:lnTo>
                        <a:lnTo>
                          <a:pt x="999" y="136"/>
                        </a:lnTo>
                        <a:lnTo>
                          <a:pt x="1019" y="146"/>
                        </a:lnTo>
                        <a:lnTo>
                          <a:pt x="1038" y="158"/>
                        </a:lnTo>
                        <a:lnTo>
                          <a:pt x="1058" y="169"/>
                        </a:lnTo>
                        <a:lnTo>
                          <a:pt x="1076" y="182"/>
                        </a:lnTo>
                        <a:lnTo>
                          <a:pt x="1095" y="195"/>
                        </a:lnTo>
                        <a:lnTo>
                          <a:pt x="1112" y="209"/>
                        </a:lnTo>
                        <a:lnTo>
                          <a:pt x="1129" y="223"/>
                        </a:lnTo>
                        <a:lnTo>
                          <a:pt x="1147" y="237"/>
                        </a:lnTo>
                        <a:lnTo>
                          <a:pt x="1163" y="253"/>
                        </a:lnTo>
                        <a:lnTo>
                          <a:pt x="1178" y="269"/>
                        </a:lnTo>
                        <a:lnTo>
                          <a:pt x="1194" y="286"/>
                        </a:lnTo>
                        <a:lnTo>
                          <a:pt x="1208" y="302"/>
                        </a:lnTo>
                        <a:lnTo>
                          <a:pt x="1222" y="320"/>
                        </a:lnTo>
                        <a:lnTo>
                          <a:pt x="1236" y="338"/>
                        </a:lnTo>
                        <a:lnTo>
                          <a:pt x="1248" y="357"/>
                        </a:lnTo>
                        <a:lnTo>
                          <a:pt x="1282" y="286"/>
                        </a:lnTo>
                        <a:close/>
                        <a:moveTo>
                          <a:pt x="868" y="18"/>
                        </a:moveTo>
                        <a:lnTo>
                          <a:pt x="849" y="13"/>
                        </a:lnTo>
                        <a:lnTo>
                          <a:pt x="830" y="10"/>
                        </a:lnTo>
                        <a:lnTo>
                          <a:pt x="810" y="7"/>
                        </a:lnTo>
                        <a:lnTo>
                          <a:pt x="791" y="5"/>
                        </a:lnTo>
                        <a:lnTo>
                          <a:pt x="771" y="2"/>
                        </a:lnTo>
                        <a:lnTo>
                          <a:pt x="751" y="1"/>
                        </a:lnTo>
                        <a:lnTo>
                          <a:pt x="731" y="0"/>
                        </a:lnTo>
                        <a:lnTo>
                          <a:pt x="711" y="0"/>
                        </a:lnTo>
                        <a:lnTo>
                          <a:pt x="691" y="0"/>
                        </a:lnTo>
                        <a:lnTo>
                          <a:pt x="671" y="1"/>
                        </a:lnTo>
                        <a:lnTo>
                          <a:pt x="651" y="2"/>
                        </a:lnTo>
                        <a:lnTo>
                          <a:pt x="631" y="5"/>
                        </a:lnTo>
                        <a:lnTo>
                          <a:pt x="611" y="7"/>
                        </a:lnTo>
                        <a:lnTo>
                          <a:pt x="593" y="10"/>
                        </a:lnTo>
                        <a:lnTo>
                          <a:pt x="573" y="13"/>
                        </a:lnTo>
                        <a:lnTo>
                          <a:pt x="554" y="18"/>
                        </a:lnTo>
                        <a:lnTo>
                          <a:pt x="534" y="93"/>
                        </a:lnTo>
                        <a:lnTo>
                          <a:pt x="555" y="87"/>
                        </a:lnTo>
                        <a:lnTo>
                          <a:pt x="577" y="82"/>
                        </a:lnTo>
                        <a:lnTo>
                          <a:pt x="598" y="77"/>
                        </a:lnTo>
                        <a:lnTo>
                          <a:pt x="621" y="74"/>
                        </a:lnTo>
                        <a:lnTo>
                          <a:pt x="643" y="71"/>
                        </a:lnTo>
                        <a:lnTo>
                          <a:pt x="666" y="70"/>
                        </a:lnTo>
                        <a:lnTo>
                          <a:pt x="688" y="68"/>
                        </a:lnTo>
                        <a:lnTo>
                          <a:pt x="711" y="68"/>
                        </a:lnTo>
                        <a:lnTo>
                          <a:pt x="734" y="68"/>
                        </a:lnTo>
                        <a:lnTo>
                          <a:pt x="757" y="70"/>
                        </a:lnTo>
                        <a:lnTo>
                          <a:pt x="780" y="71"/>
                        </a:lnTo>
                        <a:lnTo>
                          <a:pt x="801" y="74"/>
                        </a:lnTo>
                        <a:lnTo>
                          <a:pt x="823" y="77"/>
                        </a:lnTo>
                        <a:lnTo>
                          <a:pt x="845" y="82"/>
                        </a:lnTo>
                        <a:lnTo>
                          <a:pt x="867" y="87"/>
                        </a:lnTo>
                        <a:lnTo>
                          <a:pt x="888" y="93"/>
                        </a:lnTo>
                        <a:lnTo>
                          <a:pt x="868" y="18"/>
                        </a:lnTo>
                        <a:close/>
                        <a:moveTo>
                          <a:pt x="374" y="84"/>
                        </a:moveTo>
                        <a:lnTo>
                          <a:pt x="341" y="103"/>
                        </a:lnTo>
                        <a:lnTo>
                          <a:pt x="308" y="125"/>
                        </a:lnTo>
                        <a:lnTo>
                          <a:pt x="277" y="148"/>
                        </a:lnTo>
                        <a:lnTo>
                          <a:pt x="246" y="172"/>
                        </a:lnTo>
                        <a:lnTo>
                          <a:pt x="218" y="198"/>
                        </a:lnTo>
                        <a:lnTo>
                          <a:pt x="191" y="226"/>
                        </a:lnTo>
                        <a:lnTo>
                          <a:pt x="165" y="256"/>
                        </a:lnTo>
                        <a:lnTo>
                          <a:pt x="141" y="286"/>
                        </a:lnTo>
                        <a:lnTo>
                          <a:pt x="173" y="357"/>
                        </a:lnTo>
                        <a:lnTo>
                          <a:pt x="187" y="338"/>
                        </a:lnTo>
                        <a:lnTo>
                          <a:pt x="200" y="320"/>
                        </a:lnTo>
                        <a:lnTo>
                          <a:pt x="214" y="302"/>
                        </a:lnTo>
                        <a:lnTo>
                          <a:pt x="229" y="285"/>
                        </a:lnTo>
                        <a:lnTo>
                          <a:pt x="244" y="269"/>
                        </a:lnTo>
                        <a:lnTo>
                          <a:pt x="259" y="253"/>
                        </a:lnTo>
                        <a:lnTo>
                          <a:pt x="276" y="237"/>
                        </a:lnTo>
                        <a:lnTo>
                          <a:pt x="292" y="223"/>
                        </a:lnTo>
                        <a:lnTo>
                          <a:pt x="309" y="209"/>
                        </a:lnTo>
                        <a:lnTo>
                          <a:pt x="328" y="195"/>
                        </a:lnTo>
                        <a:lnTo>
                          <a:pt x="345" y="182"/>
                        </a:lnTo>
                        <a:lnTo>
                          <a:pt x="365" y="169"/>
                        </a:lnTo>
                        <a:lnTo>
                          <a:pt x="383" y="158"/>
                        </a:lnTo>
                        <a:lnTo>
                          <a:pt x="403" y="146"/>
                        </a:lnTo>
                        <a:lnTo>
                          <a:pt x="423" y="136"/>
                        </a:lnTo>
                        <a:lnTo>
                          <a:pt x="444" y="126"/>
                        </a:lnTo>
                        <a:lnTo>
                          <a:pt x="374" y="84"/>
                        </a:lnTo>
                        <a:close/>
                        <a:moveTo>
                          <a:pt x="15" y="564"/>
                        </a:moveTo>
                        <a:lnTo>
                          <a:pt x="12" y="582"/>
                        </a:lnTo>
                        <a:lnTo>
                          <a:pt x="8" y="600"/>
                        </a:lnTo>
                        <a:lnTo>
                          <a:pt x="5" y="619"/>
                        </a:lnTo>
                        <a:lnTo>
                          <a:pt x="3" y="637"/>
                        </a:lnTo>
                        <a:lnTo>
                          <a:pt x="2" y="655"/>
                        </a:lnTo>
                        <a:lnTo>
                          <a:pt x="1" y="674"/>
                        </a:lnTo>
                        <a:lnTo>
                          <a:pt x="0" y="692"/>
                        </a:lnTo>
                        <a:lnTo>
                          <a:pt x="0" y="712"/>
                        </a:lnTo>
                        <a:lnTo>
                          <a:pt x="0" y="730"/>
                        </a:lnTo>
                        <a:lnTo>
                          <a:pt x="1" y="750"/>
                        </a:lnTo>
                        <a:lnTo>
                          <a:pt x="2" y="768"/>
                        </a:lnTo>
                        <a:lnTo>
                          <a:pt x="3" y="787"/>
                        </a:lnTo>
                        <a:lnTo>
                          <a:pt x="5" y="805"/>
                        </a:lnTo>
                        <a:lnTo>
                          <a:pt x="8" y="824"/>
                        </a:lnTo>
                        <a:lnTo>
                          <a:pt x="12" y="842"/>
                        </a:lnTo>
                        <a:lnTo>
                          <a:pt x="15" y="860"/>
                        </a:lnTo>
                        <a:lnTo>
                          <a:pt x="91" y="887"/>
                        </a:lnTo>
                        <a:lnTo>
                          <a:pt x="85" y="866"/>
                        </a:lnTo>
                        <a:lnTo>
                          <a:pt x="81" y="845"/>
                        </a:lnTo>
                        <a:lnTo>
                          <a:pt x="77" y="823"/>
                        </a:lnTo>
                        <a:lnTo>
                          <a:pt x="74" y="801"/>
                        </a:lnTo>
                        <a:lnTo>
                          <a:pt x="70" y="779"/>
                        </a:lnTo>
                        <a:lnTo>
                          <a:pt x="68" y="757"/>
                        </a:lnTo>
                        <a:lnTo>
                          <a:pt x="67" y="735"/>
                        </a:lnTo>
                        <a:lnTo>
                          <a:pt x="67" y="712"/>
                        </a:lnTo>
                        <a:lnTo>
                          <a:pt x="67" y="689"/>
                        </a:lnTo>
                        <a:lnTo>
                          <a:pt x="68" y="666"/>
                        </a:lnTo>
                        <a:lnTo>
                          <a:pt x="70" y="645"/>
                        </a:lnTo>
                        <a:lnTo>
                          <a:pt x="74" y="623"/>
                        </a:lnTo>
                        <a:lnTo>
                          <a:pt x="77" y="601"/>
                        </a:lnTo>
                        <a:lnTo>
                          <a:pt x="81" y="579"/>
                        </a:lnTo>
                        <a:lnTo>
                          <a:pt x="85" y="558"/>
                        </a:lnTo>
                        <a:lnTo>
                          <a:pt x="91" y="537"/>
                        </a:lnTo>
                        <a:lnTo>
                          <a:pt x="15" y="564"/>
                        </a:lnTo>
                        <a:close/>
                        <a:moveTo>
                          <a:pt x="141" y="1138"/>
                        </a:moveTo>
                        <a:lnTo>
                          <a:pt x="165" y="1168"/>
                        </a:lnTo>
                        <a:lnTo>
                          <a:pt x="191" y="1198"/>
                        </a:lnTo>
                        <a:lnTo>
                          <a:pt x="218" y="1225"/>
                        </a:lnTo>
                        <a:lnTo>
                          <a:pt x="246" y="1251"/>
                        </a:lnTo>
                        <a:lnTo>
                          <a:pt x="277" y="1276"/>
                        </a:lnTo>
                        <a:lnTo>
                          <a:pt x="308" y="1299"/>
                        </a:lnTo>
                        <a:lnTo>
                          <a:pt x="324" y="1310"/>
                        </a:lnTo>
                        <a:lnTo>
                          <a:pt x="341" y="1320"/>
                        </a:lnTo>
                        <a:lnTo>
                          <a:pt x="357" y="1330"/>
                        </a:lnTo>
                        <a:lnTo>
                          <a:pt x="374" y="1339"/>
                        </a:lnTo>
                        <a:lnTo>
                          <a:pt x="443" y="1298"/>
                        </a:lnTo>
                        <a:lnTo>
                          <a:pt x="423" y="1288"/>
                        </a:lnTo>
                        <a:lnTo>
                          <a:pt x="403" y="1278"/>
                        </a:lnTo>
                        <a:lnTo>
                          <a:pt x="383" y="1266"/>
                        </a:lnTo>
                        <a:lnTo>
                          <a:pt x="365" y="1254"/>
                        </a:lnTo>
                        <a:lnTo>
                          <a:pt x="345" y="1242"/>
                        </a:lnTo>
                        <a:lnTo>
                          <a:pt x="327" y="1229"/>
                        </a:lnTo>
                        <a:lnTo>
                          <a:pt x="309" y="1215"/>
                        </a:lnTo>
                        <a:lnTo>
                          <a:pt x="292" y="1201"/>
                        </a:lnTo>
                        <a:lnTo>
                          <a:pt x="276" y="1187"/>
                        </a:lnTo>
                        <a:lnTo>
                          <a:pt x="259" y="1170"/>
                        </a:lnTo>
                        <a:lnTo>
                          <a:pt x="243" y="1155"/>
                        </a:lnTo>
                        <a:lnTo>
                          <a:pt x="229" y="1138"/>
                        </a:lnTo>
                        <a:lnTo>
                          <a:pt x="214" y="1122"/>
                        </a:lnTo>
                        <a:lnTo>
                          <a:pt x="200" y="1104"/>
                        </a:lnTo>
                        <a:lnTo>
                          <a:pt x="187" y="1086"/>
                        </a:lnTo>
                        <a:lnTo>
                          <a:pt x="173" y="1067"/>
                        </a:lnTo>
                        <a:lnTo>
                          <a:pt x="141" y="1138"/>
                        </a:lnTo>
                        <a:close/>
                        <a:moveTo>
                          <a:pt x="554" y="1406"/>
                        </a:moveTo>
                        <a:lnTo>
                          <a:pt x="573" y="1411"/>
                        </a:lnTo>
                        <a:lnTo>
                          <a:pt x="593" y="1414"/>
                        </a:lnTo>
                        <a:lnTo>
                          <a:pt x="611" y="1417"/>
                        </a:lnTo>
                        <a:lnTo>
                          <a:pt x="631" y="1419"/>
                        </a:lnTo>
                        <a:lnTo>
                          <a:pt x="651" y="1421"/>
                        </a:lnTo>
                        <a:lnTo>
                          <a:pt x="671" y="1423"/>
                        </a:lnTo>
                        <a:lnTo>
                          <a:pt x="691" y="1424"/>
                        </a:lnTo>
                        <a:lnTo>
                          <a:pt x="711" y="1424"/>
                        </a:lnTo>
                        <a:lnTo>
                          <a:pt x="731" y="1424"/>
                        </a:lnTo>
                        <a:lnTo>
                          <a:pt x="751" y="1423"/>
                        </a:lnTo>
                        <a:lnTo>
                          <a:pt x="771" y="1421"/>
                        </a:lnTo>
                        <a:lnTo>
                          <a:pt x="791" y="1419"/>
                        </a:lnTo>
                        <a:lnTo>
                          <a:pt x="810" y="1417"/>
                        </a:lnTo>
                        <a:lnTo>
                          <a:pt x="830" y="1414"/>
                        </a:lnTo>
                        <a:lnTo>
                          <a:pt x="849" y="1411"/>
                        </a:lnTo>
                        <a:lnTo>
                          <a:pt x="868" y="1406"/>
                        </a:lnTo>
                        <a:lnTo>
                          <a:pt x="888" y="1331"/>
                        </a:lnTo>
                        <a:lnTo>
                          <a:pt x="867" y="1337"/>
                        </a:lnTo>
                        <a:lnTo>
                          <a:pt x="845" y="1342"/>
                        </a:lnTo>
                        <a:lnTo>
                          <a:pt x="823" y="1347"/>
                        </a:lnTo>
                        <a:lnTo>
                          <a:pt x="801" y="1350"/>
                        </a:lnTo>
                        <a:lnTo>
                          <a:pt x="780" y="1352"/>
                        </a:lnTo>
                        <a:lnTo>
                          <a:pt x="757" y="1354"/>
                        </a:lnTo>
                        <a:lnTo>
                          <a:pt x="734" y="1355"/>
                        </a:lnTo>
                        <a:lnTo>
                          <a:pt x="711" y="1356"/>
                        </a:lnTo>
                        <a:lnTo>
                          <a:pt x="688" y="1355"/>
                        </a:lnTo>
                        <a:lnTo>
                          <a:pt x="666" y="1354"/>
                        </a:lnTo>
                        <a:lnTo>
                          <a:pt x="643" y="1352"/>
                        </a:lnTo>
                        <a:lnTo>
                          <a:pt x="621" y="1350"/>
                        </a:lnTo>
                        <a:lnTo>
                          <a:pt x="598" y="1347"/>
                        </a:lnTo>
                        <a:lnTo>
                          <a:pt x="577" y="1342"/>
                        </a:lnTo>
                        <a:lnTo>
                          <a:pt x="555" y="1337"/>
                        </a:lnTo>
                        <a:lnTo>
                          <a:pt x="534" y="1331"/>
                        </a:lnTo>
                        <a:lnTo>
                          <a:pt x="554" y="1406"/>
                        </a:lnTo>
                        <a:close/>
                        <a:moveTo>
                          <a:pt x="1048" y="1339"/>
                        </a:moveTo>
                        <a:lnTo>
                          <a:pt x="1082" y="1320"/>
                        </a:lnTo>
                        <a:lnTo>
                          <a:pt x="1114" y="1299"/>
                        </a:lnTo>
                        <a:lnTo>
                          <a:pt x="1146" y="1276"/>
                        </a:lnTo>
                        <a:lnTo>
                          <a:pt x="1175" y="1251"/>
                        </a:lnTo>
                        <a:lnTo>
                          <a:pt x="1204" y="1225"/>
                        </a:lnTo>
                        <a:lnTo>
                          <a:pt x="1232" y="1198"/>
                        </a:lnTo>
                        <a:lnTo>
                          <a:pt x="1258" y="1168"/>
                        </a:lnTo>
                        <a:lnTo>
                          <a:pt x="1282" y="1138"/>
                        </a:lnTo>
                        <a:lnTo>
                          <a:pt x="1248" y="1067"/>
                        </a:lnTo>
                        <a:lnTo>
                          <a:pt x="1236" y="1086"/>
                        </a:lnTo>
                        <a:lnTo>
                          <a:pt x="1222" y="1103"/>
                        </a:lnTo>
                        <a:lnTo>
                          <a:pt x="1209" y="1122"/>
                        </a:lnTo>
                        <a:lnTo>
                          <a:pt x="1194" y="1138"/>
                        </a:lnTo>
                        <a:lnTo>
                          <a:pt x="1178" y="1155"/>
                        </a:lnTo>
                        <a:lnTo>
                          <a:pt x="1163" y="1170"/>
                        </a:lnTo>
                        <a:lnTo>
                          <a:pt x="1147" y="1186"/>
                        </a:lnTo>
                        <a:lnTo>
                          <a:pt x="1129" y="1201"/>
                        </a:lnTo>
                        <a:lnTo>
                          <a:pt x="1112" y="1215"/>
                        </a:lnTo>
                        <a:lnTo>
                          <a:pt x="1095" y="1229"/>
                        </a:lnTo>
                        <a:lnTo>
                          <a:pt x="1076" y="1242"/>
                        </a:lnTo>
                        <a:lnTo>
                          <a:pt x="1058" y="1254"/>
                        </a:lnTo>
                        <a:lnTo>
                          <a:pt x="1038" y="1266"/>
                        </a:lnTo>
                        <a:lnTo>
                          <a:pt x="1019" y="1278"/>
                        </a:lnTo>
                        <a:lnTo>
                          <a:pt x="999" y="1288"/>
                        </a:lnTo>
                        <a:lnTo>
                          <a:pt x="978" y="1298"/>
                        </a:lnTo>
                        <a:lnTo>
                          <a:pt x="1048" y="1339"/>
                        </a:lnTo>
                        <a:close/>
                      </a:path>
                    </a:pathLst>
                  </a:custGeom>
                  <a:solidFill>
                    <a:srgbClr val="EE9B18"/>
                  </a:solidFill>
                  <a:ln>
                    <a:noFill/>
                  </a:ln>
                </p:spPr>
                <p:txBody>
                  <a:bodyPr/>
                  <a:lstStyle/>
                  <a:p>
                    <a:pPr>
                      <a:defRPr/>
                    </a:pPr>
                    <a:endParaRPr lang="en-US" sz="1050">
                      <a:latin typeface="+mj-lt"/>
                    </a:endParaRPr>
                  </a:p>
                </p:txBody>
              </p:sp>
              <p:sp>
                <p:nvSpPr>
                  <p:cNvPr id="41672" name="Freeform 451">
                    <a:extLst>
                      <a:ext uri="{FF2B5EF4-FFF2-40B4-BE49-F238E27FC236}">
                        <a16:creationId xmlns="" xmlns:a16="http://schemas.microsoft.com/office/drawing/2014/main" id="{B0A95871-6AF3-AA15-EFAF-73B1E70F9915}"/>
                      </a:ext>
                    </a:extLst>
                  </p:cNvPr>
                  <p:cNvSpPr>
                    <a:spLocks noEditPoints="1"/>
                  </p:cNvSpPr>
                  <p:nvPr/>
                </p:nvSpPr>
                <p:spPr bwMode="auto">
                  <a:xfrm>
                    <a:off x="3237" y="1940"/>
                    <a:ext cx="224" cy="228"/>
                  </a:xfrm>
                  <a:custGeom>
                    <a:avLst/>
                    <a:gdLst>
                      <a:gd name="T0" fmla="*/ 0 w 1356"/>
                      <a:gd name="T1" fmla="*/ 0 h 1356"/>
                      <a:gd name="T2" fmla="*/ 0 w 1356"/>
                      <a:gd name="T3" fmla="*/ 0 h 1356"/>
                      <a:gd name="T4" fmla="*/ 0 w 1356"/>
                      <a:gd name="T5" fmla="*/ 0 h 1356"/>
                      <a:gd name="T6" fmla="*/ 0 w 1356"/>
                      <a:gd name="T7" fmla="*/ 0 h 1356"/>
                      <a:gd name="T8" fmla="*/ 0 w 1356"/>
                      <a:gd name="T9" fmla="*/ 0 h 1356"/>
                      <a:gd name="T10" fmla="*/ 0 w 1356"/>
                      <a:gd name="T11" fmla="*/ 0 h 1356"/>
                      <a:gd name="T12" fmla="*/ 0 w 1356"/>
                      <a:gd name="T13" fmla="*/ 0 h 1356"/>
                      <a:gd name="T14" fmla="*/ 0 w 1356"/>
                      <a:gd name="T15" fmla="*/ 0 h 1356"/>
                      <a:gd name="T16" fmla="*/ 0 w 1356"/>
                      <a:gd name="T17" fmla="*/ 0 h 1356"/>
                      <a:gd name="T18" fmla="*/ 0 w 1356"/>
                      <a:gd name="T19" fmla="*/ 0 h 1356"/>
                      <a:gd name="T20" fmla="*/ 0 w 1356"/>
                      <a:gd name="T21" fmla="*/ 0 h 1356"/>
                      <a:gd name="T22" fmla="*/ 0 w 1356"/>
                      <a:gd name="T23" fmla="*/ 0 h 1356"/>
                      <a:gd name="T24" fmla="*/ 0 w 1356"/>
                      <a:gd name="T25" fmla="*/ 0 h 1356"/>
                      <a:gd name="T26" fmla="*/ 0 w 1356"/>
                      <a:gd name="T27" fmla="*/ 0 h 1356"/>
                      <a:gd name="T28" fmla="*/ 0 w 1356"/>
                      <a:gd name="T29" fmla="*/ 0 h 1356"/>
                      <a:gd name="T30" fmla="*/ 0 w 1356"/>
                      <a:gd name="T31" fmla="*/ 0 h 1356"/>
                      <a:gd name="T32" fmla="*/ 0 w 1356"/>
                      <a:gd name="T33" fmla="*/ 0 h 1356"/>
                      <a:gd name="T34" fmla="*/ 0 w 1356"/>
                      <a:gd name="T35" fmla="*/ 0 h 1356"/>
                      <a:gd name="T36" fmla="*/ 0 w 1356"/>
                      <a:gd name="T37" fmla="*/ 0 h 1356"/>
                      <a:gd name="T38" fmla="*/ 0 w 1356"/>
                      <a:gd name="T39" fmla="*/ 0 h 1356"/>
                      <a:gd name="T40" fmla="*/ 0 w 1356"/>
                      <a:gd name="T41" fmla="*/ 0 h 1356"/>
                      <a:gd name="T42" fmla="*/ 0 w 1356"/>
                      <a:gd name="T43" fmla="*/ 0 h 1356"/>
                      <a:gd name="T44" fmla="*/ 0 w 1356"/>
                      <a:gd name="T45" fmla="*/ 0 h 1356"/>
                      <a:gd name="T46" fmla="*/ 0 w 1356"/>
                      <a:gd name="T47" fmla="*/ 0 h 1356"/>
                      <a:gd name="T48" fmla="*/ 0 w 1356"/>
                      <a:gd name="T49" fmla="*/ 0 h 1356"/>
                      <a:gd name="T50" fmla="*/ 0 w 1356"/>
                      <a:gd name="T51" fmla="*/ 0 h 1356"/>
                      <a:gd name="T52" fmla="*/ 0 w 1356"/>
                      <a:gd name="T53" fmla="*/ 0 h 1356"/>
                      <a:gd name="T54" fmla="*/ 0 w 1356"/>
                      <a:gd name="T55" fmla="*/ 0 h 1356"/>
                      <a:gd name="T56" fmla="*/ 0 w 1356"/>
                      <a:gd name="T57" fmla="*/ 0 h 1356"/>
                      <a:gd name="T58" fmla="*/ 0 w 1356"/>
                      <a:gd name="T59" fmla="*/ 0 h 1356"/>
                      <a:gd name="T60" fmla="*/ 0 w 1356"/>
                      <a:gd name="T61" fmla="*/ 0 h 1356"/>
                      <a:gd name="T62" fmla="*/ 0 w 1356"/>
                      <a:gd name="T63" fmla="*/ 0 h 1356"/>
                      <a:gd name="T64" fmla="*/ 0 w 1356"/>
                      <a:gd name="T65" fmla="*/ 0 h 1356"/>
                      <a:gd name="T66" fmla="*/ 0 w 1356"/>
                      <a:gd name="T67" fmla="*/ 0 h 1356"/>
                      <a:gd name="T68" fmla="*/ 0 w 1356"/>
                      <a:gd name="T69" fmla="*/ 0 h 1356"/>
                      <a:gd name="T70" fmla="*/ 0 w 1356"/>
                      <a:gd name="T71" fmla="*/ 0 h 1356"/>
                      <a:gd name="T72" fmla="*/ 0 w 1356"/>
                      <a:gd name="T73" fmla="*/ 0 h 1356"/>
                      <a:gd name="T74" fmla="*/ 0 w 1356"/>
                      <a:gd name="T75" fmla="*/ 0 h 1356"/>
                      <a:gd name="T76" fmla="*/ 0 w 1356"/>
                      <a:gd name="T77" fmla="*/ 0 h 1356"/>
                      <a:gd name="T78" fmla="*/ 0 w 1356"/>
                      <a:gd name="T79" fmla="*/ 0 h 1356"/>
                      <a:gd name="T80" fmla="*/ 0 w 1356"/>
                      <a:gd name="T81" fmla="*/ 0 h 1356"/>
                      <a:gd name="T82" fmla="*/ 0 w 1356"/>
                      <a:gd name="T83" fmla="*/ 0 h 1356"/>
                      <a:gd name="T84" fmla="*/ 0 w 1356"/>
                      <a:gd name="T85" fmla="*/ 0 h 1356"/>
                      <a:gd name="T86" fmla="*/ 0 w 1356"/>
                      <a:gd name="T87" fmla="*/ 0 h 1356"/>
                      <a:gd name="T88" fmla="*/ 0 w 1356"/>
                      <a:gd name="T89" fmla="*/ 0 h 1356"/>
                      <a:gd name="T90" fmla="*/ 0 w 1356"/>
                      <a:gd name="T91" fmla="*/ 0 h 1356"/>
                      <a:gd name="T92" fmla="*/ 0 w 1356"/>
                      <a:gd name="T93" fmla="*/ 0 h 1356"/>
                      <a:gd name="T94" fmla="*/ 0 w 1356"/>
                      <a:gd name="T95" fmla="*/ 0 h 1356"/>
                      <a:gd name="T96" fmla="*/ 0 w 1356"/>
                      <a:gd name="T97" fmla="*/ 0 h 1356"/>
                      <a:gd name="T98" fmla="*/ 0 w 1356"/>
                      <a:gd name="T99" fmla="*/ 0 h 1356"/>
                      <a:gd name="T100" fmla="*/ 0 w 1356"/>
                      <a:gd name="T101" fmla="*/ 0 h 1356"/>
                      <a:gd name="T102" fmla="*/ 0 w 1356"/>
                      <a:gd name="T103" fmla="*/ 0 h 1356"/>
                      <a:gd name="T104" fmla="*/ 0 w 1356"/>
                      <a:gd name="T105" fmla="*/ 0 h 1356"/>
                      <a:gd name="T106" fmla="*/ 0 w 1356"/>
                      <a:gd name="T107" fmla="*/ 0 h 1356"/>
                      <a:gd name="T108" fmla="*/ 0 w 1356"/>
                      <a:gd name="T109" fmla="*/ 0 h 1356"/>
                      <a:gd name="T110" fmla="*/ 0 w 1356"/>
                      <a:gd name="T111" fmla="*/ 0 h 135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356"/>
                      <a:gd name="T169" fmla="*/ 0 h 1356"/>
                      <a:gd name="T170" fmla="*/ 1356 w 1356"/>
                      <a:gd name="T171" fmla="*/ 1356 h 135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356" h="1356">
                        <a:moveTo>
                          <a:pt x="1356" y="678"/>
                        </a:moveTo>
                        <a:lnTo>
                          <a:pt x="1356" y="657"/>
                        </a:lnTo>
                        <a:lnTo>
                          <a:pt x="1355" y="637"/>
                        </a:lnTo>
                        <a:lnTo>
                          <a:pt x="1353" y="616"/>
                        </a:lnTo>
                        <a:lnTo>
                          <a:pt x="1351" y="595"/>
                        </a:lnTo>
                        <a:lnTo>
                          <a:pt x="1349" y="576"/>
                        </a:lnTo>
                        <a:lnTo>
                          <a:pt x="1345" y="555"/>
                        </a:lnTo>
                        <a:lnTo>
                          <a:pt x="1341" y="536"/>
                        </a:lnTo>
                        <a:lnTo>
                          <a:pt x="1337" y="516"/>
                        </a:lnTo>
                        <a:lnTo>
                          <a:pt x="1258" y="489"/>
                        </a:lnTo>
                        <a:lnTo>
                          <a:pt x="1265" y="512"/>
                        </a:lnTo>
                        <a:lnTo>
                          <a:pt x="1271" y="535"/>
                        </a:lnTo>
                        <a:lnTo>
                          <a:pt x="1276" y="557"/>
                        </a:lnTo>
                        <a:lnTo>
                          <a:pt x="1280" y="581"/>
                        </a:lnTo>
                        <a:lnTo>
                          <a:pt x="1283" y="605"/>
                        </a:lnTo>
                        <a:lnTo>
                          <a:pt x="1287" y="629"/>
                        </a:lnTo>
                        <a:lnTo>
                          <a:pt x="1288" y="653"/>
                        </a:lnTo>
                        <a:lnTo>
                          <a:pt x="1289" y="678"/>
                        </a:lnTo>
                        <a:lnTo>
                          <a:pt x="1288" y="703"/>
                        </a:lnTo>
                        <a:lnTo>
                          <a:pt x="1287" y="727"/>
                        </a:lnTo>
                        <a:lnTo>
                          <a:pt x="1283" y="751"/>
                        </a:lnTo>
                        <a:lnTo>
                          <a:pt x="1280" y="775"/>
                        </a:lnTo>
                        <a:lnTo>
                          <a:pt x="1276" y="799"/>
                        </a:lnTo>
                        <a:lnTo>
                          <a:pt x="1271" y="821"/>
                        </a:lnTo>
                        <a:lnTo>
                          <a:pt x="1265" y="844"/>
                        </a:lnTo>
                        <a:lnTo>
                          <a:pt x="1258" y="867"/>
                        </a:lnTo>
                        <a:lnTo>
                          <a:pt x="1337" y="839"/>
                        </a:lnTo>
                        <a:lnTo>
                          <a:pt x="1341" y="820"/>
                        </a:lnTo>
                        <a:lnTo>
                          <a:pt x="1345" y="800"/>
                        </a:lnTo>
                        <a:lnTo>
                          <a:pt x="1349" y="780"/>
                        </a:lnTo>
                        <a:lnTo>
                          <a:pt x="1351" y="761"/>
                        </a:lnTo>
                        <a:lnTo>
                          <a:pt x="1353" y="740"/>
                        </a:lnTo>
                        <a:lnTo>
                          <a:pt x="1355" y="719"/>
                        </a:lnTo>
                        <a:lnTo>
                          <a:pt x="1356" y="699"/>
                        </a:lnTo>
                        <a:lnTo>
                          <a:pt x="1356" y="678"/>
                        </a:lnTo>
                        <a:close/>
                        <a:moveTo>
                          <a:pt x="1232" y="287"/>
                        </a:moveTo>
                        <a:lnTo>
                          <a:pt x="1219" y="271"/>
                        </a:lnTo>
                        <a:lnTo>
                          <a:pt x="1206" y="253"/>
                        </a:lnTo>
                        <a:lnTo>
                          <a:pt x="1193" y="238"/>
                        </a:lnTo>
                        <a:lnTo>
                          <a:pt x="1179" y="222"/>
                        </a:lnTo>
                        <a:lnTo>
                          <a:pt x="1165" y="206"/>
                        </a:lnTo>
                        <a:lnTo>
                          <a:pt x="1151" y="192"/>
                        </a:lnTo>
                        <a:lnTo>
                          <a:pt x="1136" y="177"/>
                        </a:lnTo>
                        <a:lnTo>
                          <a:pt x="1119" y="164"/>
                        </a:lnTo>
                        <a:lnTo>
                          <a:pt x="1104" y="150"/>
                        </a:lnTo>
                        <a:lnTo>
                          <a:pt x="1087" y="137"/>
                        </a:lnTo>
                        <a:lnTo>
                          <a:pt x="1070" y="125"/>
                        </a:lnTo>
                        <a:lnTo>
                          <a:pt x="1053" y="113"/>
                        </a:lnTo>
                        <a:lnTo>
                          <a:pt x="1036" y="102"/>
                        </a:lnTo>
                        <a:lnTo>
                          <a:pt x="1017" y="91"/>
                        </a:lnTo>
                        <a:lnTo>
                          <a:pt x="999" y="80"/>
                        </a:lnTo>
                        <a:lnTo>
                          <a:pt x="980" y="71"/>
                        </a:lnTo>
                        <a:lnTo>
                          <a:pt x="910" y="113"/>
                        </a:lnTo>
                        <a:lnTo>
                          <a:pt x="932" y="123"/>
                        </a:lnTo>
                        <a:lnTo>
                          <a:pt x="954" y="134"/>
                        </a:lnTo>
                        <a:lnTo>
                          <a:pt x="975" y="144"/>
                        </a:lnTo>
                        <a:lnTo>
                          <a:pt x="997" y="157"/>
                        </a:lnTo>
                        <a:lnTo>
                          <a:pt x="1016" y="171"/>
                        </a:lnTo>
                        <a:lnTo>
                          <a:pt x="1037" y="184"/>
                        </a:lnTo>
                        <a:lnTo>
                          <a:pt x="1055" y="199"/>
                        </a:lnTo>
                        <a:lnTo>
                          <a:pt x="1074" y="214"/>
                        </a:lnTo>
                        <a:lnTo>
                          <a:pt x="1092" y="229"/>
                        </a:lnTo>
                        <a:lnTo>
                          <a:pt x="1110" y="247"/>
                        </a:lnTo>
                        <a:lnTo>
                          <a:pt x="1126" y="264"/>
                        </a:lnTo>
                        <a:lnTo>
                          <a:pt x="1142" y="281"/>
                        </a:lnTo>
                        <a:lnTo>
                          <a:pt x="1157" y="300"/>
                        </a:lnTo>
                        <a:lnTo>
                          <a:pt x="1171" y="319"/>
                        </a:lnTo>
                        <a:lnTo>
                          <a:pt x="1186" y="339"/>
                        </a:lnTo>
                        <a:lnTo>
                          <a:pt x="1199" y="360"/>
                        </a:lnTo>
                        <a:lnTo>
                          <a:pt x="1232" y="287"/>
                        </a:lnTo>
                        <a:close/>
                        <a:moveTo>
                          <a:pt x="844" y="21"/>
                        </a:moveTo>
                        <a:lnTo>
                          <a:pt x="825" y="16"/>
                        </a:lnTo>
                        <a:lnTo>
                          <a:pt x="804" y="12"/>
                        </a:lnTo>
                        <a:lnTo>
                          <a:pt x="784" y="9"/>
                        </a:lnTo>
                        <a:lnTo>
                          <a:pt x="763" y="5"/>
                        </a:lnTo>
                        <a:lnTo>
                          <a:pt x="742" y="3"/>
                        </a:lnTo>
                        <a:lnTo>
                          <a:pt x="721" y="1"/>
                        </a:lnTo>
                        <a:lnTo>
                          <a:pt x="700" y="0"/>
                        </a:lnTo>
                        <a:lnTo>
                          <a:pt x="678" y="0"/>
                        </a:lnTo>
                        <a:lnTo>
                          <a:pt x="657" y="0"/>
                        </a:lnTo>
                        <a:lnTo>
                          <a:pt x="635" y="1"/>
                        </a:lnTo>
                        <a:lnTo>
                          <a:pt x="614" y="3"/>
                        </a:lnTo>
                        <a:lnTo>
                          <a:pt x="593" y="5"/>
                        </a:lnTo>
                        <a:lnTo>
                          <a:pt x="572" y="8"/>
                        </a:lnTo>
                        <a:lnTo>
                          <a:pt x="551" y="12"/>
                        </a:lnTo>
                        <a:lnTo>
                          <a:pt x="532" y="16"/>
                        </a:lnTo>
                        <a:lnTo>
                          <a:pt x="511" y="21"/>
                        </a:lnTo>
                        <a:lnTo>
                          <a:pt x="490" y="97"/>
                        </a:lnTo>
                        <a:lnTo>
                          <a:pt x="513" y="90"/>
                        </a:lnTo>
                        <a:lnTo>
                          <a:pt x="536" y="85"/>
                        </a:lnTo>
                        <a:lnTo>
                          <a:pt x="559" y="79"/>
                        </a:lnTo>
                        <a:lnTo>
                          <a:pt x="582" y="75"/>
                        </a:lnTo>
                        <a:lnTo>
                          <a:pt x="605" y="72"/>
                        </a:lnTo>
                        <a:lnTo>
                          <a:pt x="629" y="69"/>
                        </a:lnTo>
                        <a:lnTo>
                          <a:pt x="653" y="68"/>
                        </a:lnTo>
                        <a:lnTo>
                          <a:pt x="678" y="67"/>
                        </a:lnTo>
                        <a:lnTo>
                          <a:pt x="702" y="68"/>
                        </a:lnTo>
                        <a:lnTo>
                          <a:pt x="727" y="69"/>
                        </a:lnTo>
                        <a:lnTo>
                          <a:pt x="751" y="72"/>
                        </a:lnTo>
                        <a:lnTo>
                          <a:pt x="774" y="75"/>
                        </a:lnTo>
                        <a:lnTo>
                          <a:pt x="798" y="79"/>
                        </a:lnTo>
                        <a:lnTo>
                          <a:pt x="821" y="85"/>
                        </a:lnTo>
                        <a:lnTo>
                          <a:pt x="843" y="90"/>
                        </a:lnTo>
                        <a:lnTo>
                          <a:pt x="865" y="97"/>
                        </a:lnTo>
                        <a:lnTo>
                          <a:pt x="844" y="21"/>
                        </a:lnTo>
                        <a:close/>
                        <a:moveTo>
                          <a:pt x="376" y="71"/>
                        </a:moveTo>
                        <a:lnTo>
                          <a:pt x="357" y="80"/>
                        </a:lnTo>
                        <a:lnTo>
                          <a:pt x="338" y="91"/>
                        </a:lnTo>
                        <a:lnTo>
                          <a:pt x="321" y="102"/>
                        </a:lnTo>
                        <a:lnTo>
                          <a:pt x="303" y="113"/>
                        </a:lnTo>
                        <a:lnTo>
                          <a:pt x="286" y="125"/>
                        </a:lnTo>
                        <a:lnTo>
                          <a:pt x="269" y="137"/>
                        </a:lnTo>
                        <a:lnTo>
                          <a:pt x="252" y="150"/>
                        </a:lnTo>
                        <a:lnTo>
                          <a:pt x="236" y="163"/>
                        </a:lnTo>
                        <a:lnTo>
                          <a:pt x="221" y="177"/>
                        </a:lnTo>
                        <a:lnTo>
                          <a:pt x="206" y="191"/>
                        </a:lnTo>
                        <a:lnTo>
                          <a:pt x="190" y="206"/>
                        </a:lnTo>
                        <a:lnTo>
                          <a:pt x="176" y="222"/>
                        </a:lnTo>
                        <a:lnTo>
                          <a:pt x="163" y="237"/>
                        </a:lnTo>
                        <a:lnTo>
                          <a:pt x="149" y="253"/>
                        </a:lnTo>
                        <a:lnTo>
                          <a:pt x="136" y="269"/>
                        </a:lnTo>
                        <a:lnTo>
                          <a:pt x="124" y="287"/>
                        </a:lnTo>
                        <a:lnTo>
                          <a:pt x="158" y="359"/>
                        </a:lnTo>
                        <a:lnTo>
                          <a:pt x="171" y="339"/>
                        </a:lnTo>
                        <a:lnTo>
                          <a:pt x="185" y="319"/>
                        </a:lnTo>
                        <a:lnTo>
                          <a:pt x="199" y="300"/>
                        </a:lnTo>
                        <a:lnTo>
                          <a:pt x="214" y="281"/>
                        </a:lnTo>
                        <a:lnTo>
                          <a:pt x="231" y="264"/>
                        </a:lnTo>
                        <a:lnTo>
                          <a:pt x="247" y="247"/>
                        </a:lnTo>
                        <a:lnTo>
                          <a:pt x="264" y="229"/>
                        </a:lnTo>
                        <a:lnTo>
                          <a:pt x="282" y="214"/>
                        </a:lnTo>
                        <a:lnTo>
                          <a:pt x="300" y="199"/>
                        </a:lnTo>
                        <a:lnTo>
                          <a:pt x="320" y="184"/>
                        </a:lnTo>
                        <a:lnTo>
                          <a:pt x="339" y="171"/>
                        </a:lnTo>
                        <a:lnTo>
                          <a:pt x="360" y="157"/>
                        </a:lnTo>
                        <a:lnTo>
                          <a:pt x="381" y="146"/>
                        </a:lnTo>
                        <a:lnTo>
                          <a:pt x="402" y="134"/>
                        </a:lnTo>
                        <a:lnTo>
                          <a:pt x="424" y="123"/>
                        </a:lnTo>
                        <a:lnTo>
                          <a:pt x="446" y="113"/>
                        </a:lnTo>
                        <a:lnTo>
                          <a:pt x="376" y="71"/>
                        </a:lnTo>
                        <a:close/>
                        <a:moveTo>
                          <a:pt x="20" y="516"/>
                        </a:moveTo>
                        <a:lnTo>
                          <a:pt x="16" y="536"/>
                        </a:lnTo>
                        <a:lnTo>
                          <a:pt x="11" y="555"/>
                        </a:lnTo>
                        <a:lnTo>
                          <a:pt x="8" y="576"/>
                        </a:lnTo>
                        <a:lnTo>
                          <a:pt x="5" y="595"/>
                        </a:lnTo>
                        <a:lnTo>
                          <a:pt x="3" y="616"/>
                        </a:lnTo>
                        <a:lnTo>
                          <a:pt x="1" y="637"/>
                        </a:lnTo>
                        <a:lnTo>
                          <a:pt x="0" y="657"/>
                        </a:lnTo>
                        <a:lnTo>
                          <a:pt x="0" y="678"/>
                        </a:lnTo>
                        <a:lnTo>
                          <a:pt x="0" y="699"/>
                        </a:lnTo>
                        <a:lnTo>
                          <a:pt x="1" y="719"/>
                        </a:lnTo>
                        <a:lnTo>
                          <a:pt x="3" y="740"/>
                        </a:lnTo>
                        <a:lnTo>
                          <a:pt x="5" y="759"/>
                        </a:lnTo>
                        <a:lnTo>
                          <a:pt x="8" y="780"/>
                        </a:lnTo>
                        <a:lnTo>
                          <a:pt x="11" y="800"/>
                        </a:lnTo>
                        <a:lnTo>
                          <a:pt x="14" y="819"/>
                        </a:lnTo>
                        <a:lnTo>
                          <a:pt x="20" y="839"/>
                        </a:lnTo>
                        <a:lnTo>
                          <a:pt x="98" y="867"/>
                        </a:lnTo>
                        <a:lnTo>
                          <a:pt x="91" y="844"/>
                        </a:lnTo>
                        <a:lnTo>
                          <a:pt x="85" y="821"/>
                        </a:lnTo>
                        <a:lnTo>
                          <a:pt x="80" y="799"/>
                        </a:lnTo>
                        <a:lnTo>
                          <a:pt x="75" y="775"/>
                        </a:lnTo>
                        <a:lnTo>
                          <a:pt x="72" y="751"/>
                        </a:lnTo>
                        <a:lnTo>
                          <a:pt x="70" y="727"/>
                        </a:lnTo>
                        <a:lnTo>
                          <a:pt x="69" y="703"/>
                        </a:lnTo>
                        <a:lnTo>
                          <a:pt x="68" y="678"/>
                        </a:lnTo>
                        <a:lnTo>
                          <a:pt x="69" y="653"/>
                        </a:lnTo>
                        <a:lnTo>
                          <a:pt x="70" y="629"/>
                        </a:lnTo>
                        <a:lnTo>
                          <a:pt x="72" y="605"/>
                        </a:lnTo>
                        <a:lnTo>
                          <a:pt x="75" y="581"/>
                        </a:lnTo>
                        <a:lnTo>
                          <a:pt x="80" y="557"/>
                        </a:lnTo>
                        <a:lnTo>
                          <a:pt x="85" y="535"/>
                        </a:lnTo>
                        <a:lnTo>
                          <a:pt x="91" y="512"/>
                        </a:lnTo>
                        <a:lnTo>
                          <a:pt x="98" y="489"/>
                        </a:lnTo>
                        <a:lnTo>
                          <a:pt x="20" y="516"/>
                        </a:lnTo>
                        <a:close/>
                        <a:moveTo>
                          <a:pt x="124" y="1069"/>
                        </a:moveTo>
                        <a:lnTo>
                          <a:pt x="136" y="1085"/>
                        </a:lnTo>
                        <a:lnTo>
                          <a:pt x="149" y="1103"/>
                        </a:lnTo>
                        <a:lnTo>
                          <a:pt x="162" y="1118"/>
                        </a:lnTo>
                        <a:lnTo>
                          <a:pt x="176" y="1134"/>
                        </a:lnTo>
                        <a:lnTo>
                          <a:pt x="190" y="1150"/>
                        </a:lnTo>
                        <a:lnTo>
                          <a:pt x="206" y="1164"/>
                        </a:lnTo>
                        <a:lnTo>
                          <a:pt x="221" y="1179"/>
                        </a:lnTo>
                        <a:lnTo>
                          <a:pt x="236" y="1192"/>
                        </a:lnTo>
                        <a:lnTo>
                          <a:pt x="252" y="1206"/>
                        </a:lnTo>
                        <a:lnTo>
                          <a:pt x="269" y="1219"/>
                        </a:lnTo>
                        <a:lnTo>
                          <a:pt x="286" y="1231"/>
                        </a:lnTo>
                        <a:lnTo>
                          <a:pt x="303" y="1243"/>
                        </a:lnTo>
                        <a:lnTo>
                          <a:pt x="321" y="1254"/>
                        </a:lnTo>
                        <a:lnTo>
                          <a:pt x="338" y="1265"/>
                        </a:lnTo>
                        <a:lnTo>
                          <a:pt x="357" y="1276"/>
                        </a:lnTo>
                        <a:lnTo>
                          <a:pt x="375" y="1284"/>
                        </a:lnTo>
                        <a:lnTo>
                          <a:pt x="446" y="1242"/>
                        </a:lnTo>
                        <a:lnTo>
                          <a:pt x="424" y="1233"/>
                        </a:lnTo>
                        <a:lnTo>
                          <a:pt x="402" y="1222"/>
                        </a:lnTo>
                        <a:lnTo>
                          <a:pt x="381" y="1210"/>
                        </a:lnTo>
                        <a:lnTo>
                          <a:pt x="360" y="1198"/>
                        </a:lnTo>
                        <a:lnTo>
                          <a:pt x="339" y="1185"/>
                        </a:lnTo>
                        <a:lnTo>
                          <a:pt x="320" y="1172"/>
                        </a:lnTo>
                        <a:lnTo>
                          <a:pt x="300" y="1157"/>
                        </a:lnTo>
                        <a:lnTo>
                          <a:pt x="282" y="1142"/>
                        </a:lnTo>
                        <a:lnTo>
                          <a:pt x="264" y="1127"/>
                        </a:lnTo>
                        <a:lnTo>
                          <a:pt x="247" y="1109"/>
                        </a:lnTo>
                        <a:lnTo>
                          <a:pt x="231" y="1092"/>
                        </a:lnTo>
                        <a:lnTo>
                          <a:pt x="214" y="1075"/>
                        </a:lnTo>
                        <a:lnTo>
                          <a:pt x="199" y="1056"/>
                        </a:lnTo>
                        <a:lnTo>
                          <a:pt x="185" y="1037"/>
                        </a:lnTo>
                        <a:lnTo>
                          <a:pt x="171" y="1017"/>
                        </a:lnTo>
                        <a:lnTo>
                          <a:pt x="158" y="996"/>
                        </a:lnTo>
                        <a:lnTo>
                          <a:pt x="124" y="1069"/>
                        </a:lnTo>
                        <a:close/>
                        <a:moveTo>
                          <a:pt x="511" y="1335"/>
                        </a:moveTo>
                        <a:lnTo>
                          <a:pt x="532" y="1340"/>
                        </a:lnTo>
                        <a:lnTo>
                          <a:pt x="551" y="1344"/>
                        </a:lnTo>
                        <a:lnTo>
                          <a:pt x="572" y="1347"/>
                        </a:lnTo>
                        <a:lnTo>
                          <a:pt x="593" y="1351"/>
                        </a:lnTo>
                        <a:lnTo>
                          <a:pt x="614" y="1353"/>
                        </a:lnTo>
                        <a:lnTo>
                          <a:pt x="635" y="1355"/>
                        </a:lnTo>
                        <a:lnTo>
                          <a:pt x="657" y="1356"/>
                        </a:lnTo>
                        <a:lnTo>
                          <a:pt x="678" y="1356"/>
                        </a:lnTo>
                        <a:lnTo>
                          <a:pt x="700" y="1356"/>
                        </a:lnTo>
                        <a:lnTo>
                          <a:pt x="721" y="1355"/>
                        </a:lnTo>
                        <a:lnTo>
                          <a:pt x="742" y="1353"/>
                        </a:lnTo>
                        <a:lnTo>
                          <a:pt x="763" y="1351"/>
                        </a:lnTo>
                        <a:lnTo>
                          <a:pt x="784" y="1347"/>
                        </a:lnTo>
                        <a:lnTo>
                          <a:pt x="804" y="1344"/>
                        </a:lnTo>
                        <a:lnTo>
                          <a:pt x="825" y="1340"/>
                        </a:lnTo>
                        <a:lnTo>
                          <a:pt x="844" y="1335"/>
                        </a:lnTo>
                        <a:lnTo>
                          <a:pt x="865" y="1259"/>
                        </a:lnTo>
                        <a:lnTo>
                          <a:pt x="843" y="1266"/>
                        </a:lnTo>
                        <a:lnTo>
                          <a:pt x="821" y="1271"/>
                        </a:lnTo>
                        <a:lnTo>
                          <a:pt x="798" y="1277"/>
                        </a:lnTo>
                        <a:lnTo>
                          <a:pt x="774" y="1281"/>
                        </a:lnTo>
                        <a:lnTo>
                          <a:pt x="751" y="1284"/>
                        </a:lnTo>
                        <a:lnTo>
                          <a:pt x="727" y="1286"/>
                        </a:lnTo>
                        <a:lnTo>
                          <a:pt x="702" y="1288"/>
                        </a:lnTo>
                        <a:lnTo>
                          <a:pt x="678" y="1289"/>
                        </a:lnTo>
                        <a:lnTo>
                          <a:pt x="653" y="1288"/>
                        </a:lnTo>
                        <a:lnTo>
                          <a:pt x="629" y="1286"/>
                        </a:lnTo>
                        <a:lnTo>
                          <a:pt x="605" y="1284"/>
                        </a:lnTo>
                        <a:lnTo>
                          <a:pt x="582" y="1281"/>
                        </a:lnTo>
                        <a:lnTo>
                          <a:pt x="559" y="1277"/>
                        </a:lnTo>
                        <a:lnTo>
                          <a:pt x="536" y="1271"/>
                        </a:lnTo>
                        <a:lnTo>
                          <a:pt x="513" y="1266"/>
                        </a:lnTo>
                        <a:lnTo>
                          <a:pt x="490" y="1258"/>
                        </a:lnTo>
                        <a:lnTo>
                          <a:pt x="511" y="1335"/>
                        </a:lnTo>
                        <a:close/>
                        <a:moveTo>
                          <a:pt x="980" y="1284"/>
                        </a:moveTo>
                        <a:lnTo>
                          <a:pt x="999" y="1276"/>
                        </a:lnTo>
                        <a:lnTo>
                          <a:pt x="1017" y="1265"/>
                        </a:lnTo>
                        <a:lnTo>
                          <a:pt x="1036" y="1254"/>
                        </a:lnTo>
                        <a:lnTo>
                          <a:pt x="1053" y="1243"/>
                        </a:lnTo>
                        <a:lnTo>
                          <a:pt x="1070" y="1231"/>
                        </a:lnTo>
                        <a:lnTo>
                          <a:pt x="1087" y="1218"/>
                        </a:lnTo>
                        <a:lnTo>
                          <a:pt x="1104" y="1206"/>
                        </a:lnTo>
                        <a:lnTo>
                          <a:pt x="1119" y="1192"/>
                        </a:lnTo>
                        <a:lnTo>
                          <a:pt x="1136" y="1179"/>
                        </a:lnTo>
                        <a:lnTo>
                          <a:pt x="1151" y="1164"/>
                        </a:lnTo>
                        <a:lnTo>
                          <a:pt x="1165" y="1150"/>
                        </a:lnTo>
                        <a:lnTo>
                          <a:pt x="1179" y="1134"/>
                        </a:lnTo>
                        <a:lnTo>
                          <a:pt x="1193" y="1118"/>
                        </a:lnTo>
                        <a:lnTo>
                          <a:pt x="1206" y="1102"/>
                        </a:lnTo>
                        <a:lnTo>
                          <a:pt x="1219" y="1085"/>
                        </a:lnTo>
                        <a:lnTo>
                          <a:pt x="1232" y="1069"/>
                        </a:lnTo>
                        <a:lnTo>
                          <a:pt x="1199" y="996"/>
                        </a:lnTo>
                        <a:lnTo>
                          <a:pt x="1186" y="1017"/>
                        </a:lnTo>
                        <a:lnTo>
                          <a:pt x="1171" y="1037"/>
                        </a:lnTo>
                        <a:lnTo>
                          <a:pt x="1157" y="1056"/>
                        </a:lnTo>
                        <a:lnTo>
                          <a:pt x="1142" y="1075"/>
                        </a:lnTo>
                        <a:lnTo>
                          <a:pt x="1126" y="1092"/>
                        </a:lnTo>
                        <a:lnTo>
                          <a:pt x="1110" y="1109"/>
                        </a:lnTo>
                        <a:lnTo>
                          <a:pt x="1092" y="1126"/>
                        </a:lnTo>
                        <a:lnTo>
                          <a:pt x="1074" y="1142"/>
                        </a:lnTo>
                        <a:lnTo>
                          <a:pt x="1055" y="1157"/>
                        </a:lnTo>
                        <a:lnTo>
                          <a:pt x="1037" y="1172"/>
                        </a:lnTo>
                        <a:lnTo>
                          <a:pt x="1017" y="1185"/>
                        </a:lnTo>
                        <a:lnTo>
                          <a:pt x="997" y="1198"/>
                        </a:lnTo>
                        <a:lnTo>
                          <a:pt x="976" y="1210"/>
                        </a:lnTo>
                        <a:lnTo>
                          <a:pt x="954" y="1222"/>
                        </a:lnTo>
                        <a:lnTo>
                          <a:pt x="932" y="1233"/>
                        </a:lnTo>
                        <a:lnTo>
                          <a:pt x="910" y="1242"/>
                        </a:lnTo>
                        <a:lnTo>
                          <a:pt x="980" y="1284"/>
                        </a:lnTo>
                        <a:close/>
                      </a:path>
                    </a:pathLst>
                  </a:custGeom>
                  <a:solidFill>
                    <a:srgbClr val="EFA014"/>
                  </a:solidFill>
                  <a:ln>
                    <a:noFill/>
                  </a:ln>
                </p:spPr>
                <p:txBody>
                  <a:bodyPr/>
                  <a:lstStyle/>
                  <a:p>
                    <a:pPr>
                      <a:defRPr/>
                    </a:pPr>
                    <a:endParaRPr lang="en-US" sz="1050">
                      <a:latin typeface="+mj-lt"/>
                    </a:endParaRPr>
                  </a:p>
                </p:txBody>
              </p:sp>
              <p:sp>
                <p:nvSpPr>
                  <p:cNvPr id="41673" name="Freeform 452">
                    <a:extLst>
                      <a:ext uri="{FF2B5EF4-FFF2-40B4-BE49-F238E27FC236}">
                        <a16:creationId xmlns="" xmlns:a16="http://schemas.microsoft.com/office/drawing/2014/main" id="{14945E50-3B8D-CC3F-0D8B-E02A6E0D95BA}"/>
                      </a:ext>
                    </a:extLst>
                  </p:cNvPr>
                  <p:cNvSpPr>
                    <a:spLocks noEditPoints="1"/>
                  </p:cNvSpPr>
                  <p:nvPr/>
                </p:nvSpPr>
                <p:spPr bwMode="auto">
                  <a:xfrm>
                    <a:off x="3241" y="1944"/>
                    <a:ext cx="216" cy="224"/>
                  </a:xfrm>
                  <a:custGeom>
                    <a:avLst/>
                    <a:gdLst>
                      <a:gd name="T0" fmla="*/ 0 w 1288"/>
                      <a:gd name="T1" fmla="*/ 0 h 1288"/>
                      <a:gd name="T2" fmla="*/ 0 w 1288"/>
                      <a:gd name="T3" fmla="*/ 0 h 1288"/>
                      <a:gd name="T4" fmla="*/ 0 w 1288"/>
                      <a:gd name="T5" fmla="*/ 0 h 1288"/>
                      <a:gd name="T6" fmla="*/ 0 w 1288"/>
                      <a:gd name="T7" fmla="*/ 0 h 1288"/>
                      <a:gd name="T8" fmla="*/ 0 w 1288"/>
                      <a:gd name="T9" fmla="*/ 0 h 1288"/>
                      <a:gd name="T10" fmla="*/ 0 w 1288"/>
                      <a:gd name="T11" fmla="*/ 0 h 1288"/>
                      <a:gd name="T12" fmla="*/ 0 w 1288"/>
                      <a:gd name="T13" fmla="*/ 0 h 1288"/>
                      <a:gd name="T14" fmla="*/ 0 w 1288"/>
                      <a:gd name="T15" fmla="*/ 0 h 1288"/>
                      <a:gd name="T16" fmla="*/ 0 w 1288"/>
                      <a:gd name="T17" fmla="*/ 0 h 1288"/>
                      <a:gd name="T18" fmla="*/ 0 w 1288"/>
                      <a:gd name="T19" fmla="*/ 0 h 1288"/>
                      <a:gd name="T20" fmla="*/ 0 w 1288"/>
                      <a:gd name="T21" fmla="*/ 0 h 1288"/>
                      <a:gd name="T22" fmla="*/ 0 w 1288"/>
                      <a:gd name="T23" fmla="*/ 0 h 1288"/>
                      <a:gd name="T24" fmla="*/ 0 w 1288"/>
                      <a:gd name="T25" fmla="*/ 0 h 1288"/>
                      <a:gd name="T26" fmla="*/ 0 w 1288"/>
                      <a:gd name="T27" fmla="*/ 0 h 1288"/>
                      <a:gd name="T28" fmla="*/ 0 w 1288"/>
                      <a:gd name="T29" fmla="*/ 0 h 1288"/>
                      <a:gd name="T30" fmla="*/ 0 w 1288"/>
                      <a:gd name="T31" fmla="*/ 0 h 1288"/>
                      <a:gd name="T32" fmla="*/ 0 w 1288"/>
                      <a:gd name="T33" fmla="*/ 0 h 1288"/>
                      <a:gd name="T34" fmla="*/ 0 w 1288"/>
                      <a:gd name="T35" fmla="*/ 0 h 1288"/>
                      <a:gd name="T36" fmla="*/ 0 w 1288"/>
                      <a:gd name="T37" fmla="*/ 0 h 1288"/>
                      <a:gd name="T38" fmla="*/ 0 w 1288"/>
                      <a:gd name="T39" fmla="*/ 0 h 1288"/>
                      <a:gd name="T40" fmla="*/ 0 w 1288"/>
                      <a:gd name="T41" fmla="*/ 0 h 1288"/>
                      <a:gd name="T42" fmla="*/ 0 w 1288"/>
                      <a:gd name="T43" fmla="*/ 0 h 1288"/>
                      <a:gd name="T44" fmla="*/ 0 w 1288"/>
                      <a:gd name="T45" fmla="*/ 0 h 1288"/>
                      <a:gd name="T46" fmla="*/ 0 w 1288"/>
                      <a:gd name="T47" fmla="*/ 0 h 1288"/>
                      <a:gd name="T48" fmla="*/ 0 w 1288"/>
                      <a:gd name="T49" fmla="*/ 0 h 1288"/>
                      <a:gd name="T50" fmla="*/ 0 w 1288"/>
                      <a:gd name="T51" fmla="*/ 0 h 1288"/>
                      <a:gd name="T52" fmla="*/ 0 w 1288"/>
                      <a:gd name="T53" fmla="*/ 0 h 1288"/>
                      <a:gd name="T54" fmla="*/ 0 w 1288"/>
                      <a:gd name="T55" fmla="*/ 0 h 1288"/>
                      <a:gd name="T56" fmla="*/ 0 w 1288"/>
                      <a:gd name="T57" fmla="*/ 0 h 1288"/>
                      <a:gd name="T58" fmla="*/ 0 w 1288"/>
                      <a:gd name="T59" fmla="*/ 0 h 1288"/>
                      <a:gd name="T60" fmla="*/ 0 w 1288"/>
                      <a:gd name="T61" fmla="*/ 0 h 1288"/>
                      <a:gd name="T62" fmla="*/ 0 w 1288"/>
                      <a:gd name="T63" fmla="*/ 0 h 1288"/>
                      <a:gd name="T64" fmla="*/ 0 w 1288"/>
                      <a:gd name="T65" fmla="*/ 0 h 1288"/>
                      <a:gd name="T66" fmla="*/ 0 w 1288"/>
                      <a:gd name="T67" fmla="*/ 0 h 1288"/>
                      <a:gd name="T68" fmla="*/ 0 w 1288"/>
                      <a:gd name="T69" fmla="*/ 0 h 1288"/>
                      <a:gd name="T70" fmla="*/ 0 w 1288"/>
                      <a:gd name="T71" fmla="*/ 0 h 1288"/>
                      <a:gd name="T72" fmla="*/ 0 w 1288"/>
                      <a:gd name="T73" fmla="*/ 0 h 1288"/>
                      <a:gd name="T74" fmla="*/ 0 w 1288"/>
                      <a:gd name="T75" fmla="*/ 0 h 1288"/>
                      <a:gd name="T76" fmla="*/ 0 w 1288"/>
                      <a:gd name="T77" fmla="*/ 0 h 1288"/>
                      <a:gd name="T78" fmla="*/ 0 w 1288"/>
                      <a:gd name="T79" fmla="*/ 0 h 1288"/>
                      <a:gd name="T80" fmla="*/ 0 w 1288"/>
                      <a:gd name="T81" fmla="*/ 0 h 1288"/>
                      <a:gd name="T82" fmla="*/ 0 w 1288"/>
                      <a:gd name="T83" fmla="*/ 0 h 1288"/>
                      <a:gd name="T84" fmla="*/ 0 w 1288"/>
                      <a:gd name="T85" fmla="*/ 0 h 1288"/>
                      <a:gd name="T86" fmla="*/ 0 w 1288"/>
                      <a:gd name="T87" fmla="*/ 0 h 1288"/>
                      <a:gd name="T88" fmla="*/ 0 w 1288"/>
                      <a:gd name="T89" fmla="*/ 0 h 1288"/>
                      <a:gd name="T90" fmla="*/ 0 w 1288"/>
                      <a:gd name="T91" fmla="*/ 0 h 1288"/>
                      <a:gd name="T92" fmla="*/ 0 w 1288"/>
                      <a:gd name="T93" fmla="*/ 0 h 1288"/>
                      <a:gd name="T94" fmla="*/ 0 w 1288"/>
                      <a:gd name="T95" fmla="*/ 0 h 1288"/>
                      <a:gd name="T96" fmla="*/ 0 w 1288"/>
                      <a:gd name="T97" fmla="*/ 0 h 1288"/>
                      <a:gd name="T98" fmla="*/ 0 w 1288"/>
                      <a:gd name="T99" fmla="*/ 0 h 1288"/>
                      <a:gd name="T100" fmla="*/ 0 w 1288"/>
                      <a:gd name="T101" fmla="*/ 0 h 1288"/>
                      <a:gd name="T102" fmla="*/ 0 w 1288"/>
                      <a:gd name="T103" fmla="*/ 0 h 1288"/>
                      <a:gd name="T104" fmla="*/ 0 w 1288"/>
                      <a:gd name="T105" fmla="*/ 0 h 1288"/>
                      <a:gd name="T106" fmla="*/ 0 w 1288"/>
                      <a:gd name="T107" fmla="*/ 0 h 1288"/>
                      <a:gd name="T108" fmla="*/ 0 w 1288"/>
                      <a:gd name="T109" fmla="*/ 0 h 1288"/>
                      <a:gd name="T110" fmla="*/ 0 w 1288"/>
                      <a:gd name="T111" fmla="*/ 0 h 1288"/>
                      <a:gd name="T112" fmla="*/ 0 w 1288"/>
                      <a:gd name="T113" fmla="*/ 0 h 1288"/>
                      <a:gd name="T114" fmla="*/ 0 w 1288"/>
                      <a:gd name="T115" fmla="*/ 0 h 1288"/>
                      <a:gd name="T116" fmla="*/ 0 w 1288"/>
                      <a:gd name="T117" fmla="*/ 0 h 1288"/>
                      <a:gd name="T118" fmla="*/ 0 w 1288"/>
                      <a:gd name="T119" fmla="*/ 0 h 1288"/>
                      <a:gd name="T120" fmla="*/ 0 w 1288"/>
                      <a:gd name="T121" fmla="*/ 0 h 128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288"/>
                      <a:gd name="T184" fmla="*/ 0 h 1288"/>
                      <a:gd name="T185" fmla="*/ 1288 w 1288"/>
                      <a:gd name="T186" fmla="*/ 1288 h 128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288" h="1288">
                        <a:moveTo>
                          <a:pt x="1288" y="644"/>
                        </a:moveTo>
                        <a:lnTo>
                          <a:pt x="1287" y="621"/>
                        </a:lnTo>
                        <a:lnTo>
                          <a:pt x="1286" y="598"/>
                        </a:lnTo>
                        <a:lnTo>
                          <a:pt x="1284" y="577"/>
                        </a:lnTo>
                        <a:lnTo>
                          <a:pt x="1282" y="555"/>
                        </a:lnTo>
                        <a:lnTo>
                          <a:pt x="1279" y="533"/>
                        </a:lnTo>
                        <a:lnTo>
                          <a:pt x="1274" y="511"/>
                        </a:lnTo>
                        <a:lnTo>
                          <a:pt x="1269" y="490"/>
                        </a:lnTo>
                        <a:lnTo>
                          <a:pt x="1263" y="469"/>
                        </a:lnTo>
                        <a:lnTo>
                          <a:pt x="1183" y="441"/>
                        </a:lnTo>
                        <a:lnTo>
                          <a:pt x="1192" y="465"/>
                        </a:lnTo>
                        <a:lnTo>
                          <a:pt x="1199" y="489"/>
                        </a:lnTo>
                        <a:lnTo>
                          <a:pt x="1206" y="514"/>
                        </a:lnTo>
                        <a:lnTo>
                          <a:pt x="1210" y="539"/>
                        </a:lnTo>
                        <a:lnTo>
                          <a:pt x="1215" y="565"/>
                        </a:lnTo>
                        <a:lnTo>
                          <a:pt x="1218" y="591"/>
                        </a:lnTo>
                        <a:lnTo>
                          <a:pt x="1220" y="617"/>
                        </a:lnTo>
                        <a:lnTo>
                          <a:pt x="1220" y="644"/>
                        </a:lnTo>
                        <a:lnTo>
                          <a:pt x="1220" y="670"/>
                        </a:lnTo>
                        <a:lnTo>
                          <a:pt x="1218" y="697"/>
                        </a:lnTo>
                        <a:lnTo>
                          <a:pt x="1215" y="723"/>
                        </a:lnTo>
                        <a:lnTo>
                          <a:pt x="1210" y="748"/>
                        </a:lnTo>
                        <a:lnTo>
                          <a:pt x="1206" y="774"/>
                        </a:lnTo>
                        <a:lnTo>
                          <a:pt x="1199" y="799"/>
                        </a:lnTo>
                        <a:lnTo>
                          <a:pt x="1192" y="823"/>
                        </a:lnTo>
                        <a:lnTo>
                          <a:pt x="1183" y="847"/>
                        </a:lnTo>
                        <a:lnTo>
                          <a:pt x="1263" y="819"/>
                        </a:lnTo>
                        <a:lnTo>
                          <a:pt x="1270" y="798"/>
                        </a:lnTo>
                        <a:lnTo>
                          <a:pt x="1274" y="777"/>
                        </a:lnTo>
                        <a:lnTo>
                          <a:pt x="1279" y="755"/>
                        </a:lnTo>
                        <a:lnTo>
                          <a:pt x="1282" y="733"/>
                        </a:lnTo>
                        <a:lnTo>
                          <a:pt x="1284" y="711"/>
                        </a:lnTo>
                        <a:lnTo>
                          <a:pt x="1286" y="689"/>
                        </a:lnTo>
                        <a:lnTo>
                          <a:pt x="1287" y="667"/>
                        </a:lnTo>
                        <a:lnTo>
                          <a:pt x="1288" y="644"/>
                        </a:lnTo>
                        <a:close/>
                        <a:moveTo>
                          <a:pt x="1181" y="289"/>
                        </a:moveTo>
                        <a:lnTo>
                          <a:pt x="1169" y="270"/>
                        </a:lnTo>
                        <a:lnTo>
                          <a:pt x="1155" y="252"/>
                        </a:lnTo>
                        <a:lnTo>
                          <a:pt x="1141" y="234"/>
                        </a:lnTo>
                        <a:lnTo>
                          <a:pt x="1127" y="218"/>
                        </a:lnTo>
                        <a:lnTo>
                          <a:pt x="1111" y="201"/>
                        </a:lnTo>
                        <a:lnTo>
                          <a:pt x="1096" y="185"/>
                        </a:lnTo>
                        <a:lnTo>
                          <a:pt x="1080" y="169"/>
                        </a:lnTo>
                        <a:lnTo>
                          <a:pt x="1062" y="155"/>
                        </a:lnTo>
                        <a:lnTo>
                          <a:pt x="1045" y="141"/>
                        </a:lnTo>
                        <a:lnTo>
                          <a:pt x="1028" y="127"/>
                        </a:lnTo>
                        <a:lnTo>
                          <a:pt x="1009" y="114"/>
                        </a:lnTo>
                        <a:lnTo>
                          <a:pt x="991" y="101"/>
                        </a:lnTo>
                        <a:lnTo>
                          <a:pt x="971" y="90"/>
                        </a:lnTo>
                        <a:lnTo>
                          <a:pt x="952" y="78"/>
                        </a:lnTo>
                        <a:lnTo>
                          <a:pt x="932" y="68"/>
                        </a:lnTo>
                        <a:lnTo>
                          <a:pt x="911" y="58"/>
                        </a:lnTo>
                        <a:lnTo>
                          <a:pt x="842" y="100"/>
                        </a:lnTo>
                        <a:lnTo>
                          <a:pt x="821" y="25"/>
                        </a:lnTo>
                        <a:lnTo>
                          <a:pt x="800" y="19"/>
                        </a:lnTo>
                        <a:lnTo>
                          <a:pt x="778" y="14"/>
                        </a:lnTo>
                        <a:lnTo>
                          <a:pt x="756" y="9"/>
                        </a:lnTo>
                        <a:lnTo>
                          <a:pt x="734" y="6"/>
                        </a:lnTo>
                        <a:lnTo>
                          <a:pt x="713" y="3"/>
                        </a:lnTo>
                        <a:lnTo>
                          <a:pt x="690" y="2"/>
                        </a:lnTo>
                        <a:lnTo>
                          <a:pt x="667" y="0"/>
                        </a:lnTo>
                        <a:lnTo>
                          <a:pt x="644" y="0"/>
                        </a:lnTo>
                        <a:lnTo>
                          <a:pt x="621" y="0"/>
                        </a:lnTo>
                        <a:lnTo>
                          <a:pt x="599" y="2"/>
                        </a:lnTo>
                        <a:lnTo>
                          <a:pt x="576" y="3"/>
                        </a:lnTo>
                        <a:lnTo>
                          <a:pt x="554" y="6"/>
                        </a:lnTo>
                        <a:lnTo>
                          <a:pt x="531" y="9"/>
                        </a:lnTo>
                        <a:lnTo>
                          <a:pt x="510" y="14"/>
                        </a:lnTo>
                        <a:lnTo>
                          <a:pt x="488" y="19"/>
                        </a:lnTo>
                        <a:lnTo>
                          <a:pt x="467" y="25"/>
                        </a:lnTo>
                        <a:lnTo>
                          <a:pt x="447" y="100"/>
                        </a:lnTo>
                        <a:lnTo>
                          <a:pt x="377" y="58"/>
                        </a:lnTo>
                        <a:lnTo>
                          <a:pt x="356" y="68"/>
                        </a:lnTo>
                        <a:lnTo>
                          <a:pt x="336" y="78"/>
                        </a:lnTo>
                        <a:lnTo>
                          <a:pt x="316" y="90"/>
                        </a:lnTo>
                        <a:lnTo>
                          <a:pt x="298" y="101"/>
                        </a:lnTo>
                        <a:lnTo>
                          <a:pt x="278" y="114"/>
                        </a:lnTo>
                        <a:lnTo>
                          <a:pt x="261" y="127"/>
                        </a:lnTo>
                        <a:lnTo>
                          <a:pt x="242" y="140"/>
                        </a:lnTo>
                        <a:lnTo>
                          <a:pt x="225" y="155"/>
                        </a:lnTo>
                        <a:lnTo>
                          <a:pt x="209" y="169"/>
                        </a:lnTo>
                        <a:lnTo>
                          <a:pt x="192" y="185"/>
                        </a:lnTo>
                        <a:lnTo>
                          <a:pt x="177" y="201"/>
                        </a:lnTo>
                        <a:lnTo>
                          <a:pt x="162" y="217"/>
                        </a:lnTo>
                        <a:lnTo>
                          <a:pt x="147" y="234"/>
                        </a:lnTo>
                        <a:lnTo>
                          <a:pt x="133" y="252"/>
                        </a:lnTo>
                        <a:lnTo>
                          <a:pt x="120" y="270"/>
                        </a:lnTo>
                        <a:lnTo>
                          <a:pt x="106" y="289"/>
                        </a:lnTo>
                        <a:lnTo>
                          <a:pt x="141" y="363"/>
                        </a:lnTo>
                        <a:lnTo>
                          <a:pt x="151" y="346"/>
                        </a:lnTo>
                        <a:lnTo>
                          <a:pt x="161" y="330"/>
                        </a:lnTo>
                        <a:lnTo>
                          <a:pt x="172" y="315"/>
                        </a:lnTo>
                        <a:lnTo>
                          <a:pt x="183" y="300"/>
                        </a:lnTo>
                        <a:lnTo>
                          <a:pt x="193" y="284"/>
                        </a:lnTo>
                        <a:lnTo>
                          <a:pt x="205" y="270"/>
                        </a:lnTo>
                        <a:lnTo>
                          <a:pt x="218" y="256"/>
                        </a:lnTo>
                        <a:lnTo>
                          <a:pt x="231" y="242"/>
                        </a:lnTo>
                        <a:lnTo>
                          <a:pt x="244" y="229"/>
                        </a:lnTo>
                        <a:lnTo>
                          <a:pt x="257" y="216"/>
                        </a:lnTo>
                        <a:lnTo>
                          <a:pt x="272" y="204"/>
                        </a:lnTo>
                        <a:lnTo>
                          <a:pt x="287" y="192"/>
                        </a:lnTo>
                        <a:lnTo>
                          <a:pt x="302" y="180"/>
                        </a:lnTo>
                        <a:lnTo>
                          <a:pt x="317" y="169"/>
                        </a:lnTo>
                        <a:lnTo>
                          <a:pt x="332" y="159"/>
                        </a:lnTo>
                        <a:lnTo>
                          <a:pt x="349" y="148"/>
                        </a:lnTo>
                        <a:lnTo>
                          <a:pt x="365" y="140"/>
                        </a:lnTo>
                        <a:lnTo>
                          <a:pt x="381" y="131"/>
                        </a:lnTo>
                        <a:lnTo>
                          <a:pt x="399" y="122"/>
                        </a:lnTo>
                        <a:lnTo>
                          <a:pt x="416" y="115"/>
                        </a:lnTo>
                        <a:lnTo>
                          <a:pt x="433" y="107"/>
                        </a:lnTo>
                        <a:lnTo>
                          <a:pt x="452" y="101"/>
                        </a:lnTo>
                        <a:lnTo>
                          <a:pt x="469" y="94"/>
                        </a:lnTo>
                        <a:lnTo>
                          <a:pt x="488" y="89"/>
                        </a:lnTo>
                        <a:lnTo>
                          <a:pt x="507" y="84"/>
                        </a:lnTo>
                        <a:lnTo>
                          <a:pt x="526" y="80"/>
                        </a:lnTo>
                        <a:lnTo>
                          <a:pt x="545" y="76"/>
                        </a:lnTo>
                        <a:lnTo>
                          <a:pt x="565" y="72"/>
                        </a:lnTo>
                        <a:lnTo>
                          <a:pt x="584" y="70"/>
                        </a:lnTo>
                        <a:lnTo>
                          <a:pt x="604" y="69"/>
                        </a:lnTo>
                        <a:lnTo>
                          <a:pt x="624" y="68"/>
                        </a:lnTo>
                        <a:lnTo>
                          <a:pt x="644" y="67"/>
                        </a:lnTo>
                        <a:lnTo>
                          <a:pt x="664" y="68"/>
                        </a:lnTo>
                        <a:lnTo>
                          <a:pt x="684" y="69"/>
                        </a:lnTo>
                        <a:lnTo>
                          <a:pt x="704" y="70"/>
                        </a:lnTo>
                        <a:lnTo>
                          <a:pt x="724" y="74"/>
                        </a:lnTo>
                        <a:lnTo>
                          <a:pt x="743" y="76"/>
                        </a:lnTo>
                        <a:lnTo>
                          <a:pt x="763" y="80"/>
                        </a:lnTo>
                        <a:lnTo>
                          <a:pt x="781" y="84"/>
                        </a:lnTo>
                        <a:lnTo>
                          <a:pt x="800" y="89"/>
                        </a:lnTo>
                        <a:lnTo>
                          <a:pt x="818" y="94"/>
                        </a:lnTo>
                        <a:lnTo>
                          <a:pt x="837" y="101"/>
                        </a:lnTo>
                        <a:lnTo>
                          <a:pt x="855" y="107"/>
                        </a:lnTo>
                        <a:lnTo>
                          <a:pt x="872" y="115"/>
                        </a:lnTo>
                        <a:lnTo>
                          <a:pt x="890" y="122"/>
                        </a:lnTo>
                        <a:lnTo>
                          <a:pt x="906" y="131"/>
                        </a:lnTo>
                        <a:lnTo>
                          <a:pt x="923" y="140"/>
                        </a:lnTo>
                        <a:lnTo>
                          <a:pt x="940" y="150"/>
                        </a:lnTo>
                        <a:lnTo>
                          <a:pt x="956" y="159"/>
                        </a:lnTo>
                        <a:lnTo>
                          <a:pt x="971" y="169"/>
                        </a:lnTo>
                        <a:lnTo>
                          <a:pt x="986" y="181"/>
                        </a:lnTo>
                        <a:lnTo>
                          <a:pt x="1002" y="192"/>
                        </a:lnTo>
                        <a:lnTo>
                          <a:pt x="1016" y="204"/>
                        </a:lnTo>
                        <a:lnTo>
                          <a:pt x="1030" y="216"/>
                        </a:lnTo>
                        <a:lnTo>
                          <a:pt x="1044" y="229"/>
                        </a:lnTo>
                        <a:lnTo>
                          <a:pt x="1057" y="242"/>
                        </a:lnTo>
                        <a:lnTo>
                          <a:pt x="1070" y="256"/>
                        </a:lnTo>
                        <a:lnTo>
                          <a:pt x="1082" y="270"/>
                        </a:lnTo>
                        <a:lnTo>
                          <a:pt x="1094" y="284"/>
                        </a:lnTo>
                        <a:lnTo>
                          <a:pt x="1106" y="300"/>
                        </a:lnTo>
                        <a:lnTo>
                          <a:pt x="1117" y="315"/>
                        </a:lnTo>
                        <a:lnTo>
                          <a:pt x="1128" y="330"/>
                        </a:lnTo>
                        <a:lnTo>
                          <a:pt x="1137" y="346"/>
                        </a:lnTo>
                        <a:lnTo>
                          <a:pt x="1147" y="363"/>
                        </a:lnTo>
                        <a:lnTo>
                          <a:pt x="1181" y="289"/>
                        </a:lnTo>
                        <a:close/>
                        <a:moveTo>
                          <a:pt x="24" y="469"/>
                        </a:moveTo>
                        <a:lnTo>
                          <a:pt x="18" y="490"/>
                        </a:lnTo>
                        <a:lnTo>
                          <a:pt x="14" y="511"/>
                        </a:lnTo>
                        <a:lnTo>
                          <a:pt x="10" y="533"/>
                        </a:lnTo>
                        <a:lnTo>
                          <a:pt x="7" y="555"/>
                        </a:lnTo>
                        <a:lnTo>
                          <a:pt x="3" y="577"/>
                        </a:lnTo>
                        <a:lnTo>
                          <a:pt x="1" y="598"/>
                        </a:lnTo>
                        <a:lnTo>
                          <a:pt x="0" y="621"/>
                        </a:lnTo>
                        <a:lnTo>
                          <a:pt x="0" y="644"/>
                        </a:lnTo>
                        <a:lnTo>
                          <a:pt x="0" y="667"/>
                        </a:lnTo>
                        <a:lnTo>
                          <a:pt x="1" y="689"/>
                        </a:lnTo>
                        <a:lnTo>
                          <a:pt x="3" y="711"/>
                        </a:lnTo>
                        <a:lnTo>
                          <a:pt x="7" y="733"/>
                        </a:lnTo>
                        <a:lnTo>
                          <a:pt x="10" y="755"/>
                        </a:lnTo>
                        <a:lnTo>
                          <a:pt x="14" y="777"/>
                        </a:lnTo>
                        <a:lnTo>
                          <a:pt x="18" y="798"/>
                        </a:lnTo>
                        <a:lnTo>
                          <a:pt x="24" y="819"/>
                        </a:lnTo>
                        <a:lnTo>
                          <a:pt x="104" y="847"/>
                        </a:lnTo>
                        <a:lnTo>
                          <a:pt x="97" y="823"/>
                        </a:lnTo>
                        <a:lnTo>
                          <a:pt x="89" y="798"/>
                        </a:lnTo>
                        <a:lnTo>
                          <a:pt x="83" y="774"/>
                        </a:lnTo>
                        <a:lnTo>
                          <a:pt x="77" y="748"/>
                        </a:lnTo>
                        <a:lnTo>
                          <a:pt x="73" y="723"/>
                        </a:lnTo>
                        <a:lnTo>
                          <a:pt x="71" y="697"/>
                        </a:lnTo>
                        <a:lnTo>
                          <a:pt x="68" y="670"/>
                        </a:lnTo>
                        <a:lnTo>
                          <a:pt x="67" y="644"/>
                        </a:lnTo>
                        <a:lnTo>
                          <a:pt x="68" y="617"/>
                        </a:lnTo>
                        <a:lnTo>
                          <a:pt x="71" y="591"/>
                        </a:lnTo>
                        <a:lnTo>
                          <a:pt x="73" y="565"/>
                        </a:lnTo>
                        <a:lnTo>
                          <a:pt x="77" y="539"/>
                        </a:lnTo>
                        <a:lnTo>
                          <a:pt x="83" y="514"/>
                        </a:lnTo>
                        <a:lnTo>
                          <a:pt x="89" y="489"/>
                        </a:lnTo>
                        <a:lnTo>
                          <a:pt x="97" y="465"/>
                        </a:lnTo>
                        <a:lnTo>
                          <a:pt x="104" y="441"/>
                        </a:lnTo>
                        <a:lnTo>
                          <a:pt x="24" y="469"/>
                        </a:lnTo>
                        <a:close/>
                        <a:moveTo>
                          <a:pt x="106" y="999"/>
                        </a:moveTo>
                        <a:lnTo>
                          <a:pt x="120" y="1018"/>
                        </a:lnTo>
                        <a:lnTo>
                          <a:pt x="133" y="1036"/>
                        </a:lnTo>
                        <a:lnTo>
                          <a:pt x="147" y="1054"/>
                        </a:lnTo>
                        <a:lnTo>
                          <a:pt x="162" y="1070"/>
                        </a:lnTo>
                        <a:lnTo>
                          <a:pt x="176" y="1087"/>
                        </a:lnTo>
                        <a:lnTo>
                          <a:pt x="192" y="1102"/>
                        </a:lnTo>
                        <a:lnTo>
                          <a:pt x="209" y="1119"/>
                        </a:lnTo>
                        <a:lnTo>
                          <a:pt x="225" y="1133"/>
                        </a:lnTo>
                        <a:lnTo>
                          <a:pt x="242" y="1147"/>
                        </a:lnTo>
                        <a:lnTo>
                          <a:pt x="260" y="1161"/>
                        </a:lnTo>
                        <a:lnTo>
                          <a:pt x="278" y="1174"/>
                        </a:lnTo>
                        <a:lnTo>
                          <a:pt x="297" y="1186"/>
                        </a:lnTo>
                        <a:lnTo>
                          <a:pt x="316" y="1198"/>
                        </a:lnTo>
                        <a:lnTo>
                          <a:pt x="336" y="1210"/>
                        </a:lnTo>
                        <a:lnTo>
                          <a:pt x="356" y="1220"/>
                        </a:lnTo>
                        <a:lnTo>
                          <a:pt x="376" y="1230"/>
                        </a:lnTo>
                        <a:lnTo>
                          <a:pt x="447" y="1187"/>
                        </a:lnTo>
                        <a:lnTo>
                          <a:pt x="467" y="1263"/>
                        </a:lnTo>
                        <a:lnTo>
                          <a:pt x="488" y="1269"/>
                        </a:lnTo>
                        <a:lnTo>
                          <a:pt x="510" y="1274"/>
                        </a:lnTo>
                        <a:lnTo>
                          <a:pt x="531" y="1279"/>
                        </a:lnTo>
                        <a:lnTo>
                          <a:pt x="554" y="1282"/>
                        </a:lnTo>
                        <a:lnTo>
                          <a:pt x="576" y="1284"/>
                        </a:lnTo>
                        <a:lnTo>
                          <a:pt x="599" y="1286"/>
                        </a:lnTo>
                        <a:lnTo>
                          <a:pt x="621" y="1287"/>
                        </a:lnTo>
                        <a:lnTo>
                          <a:pt x="644" y="1288"/>
                        </a:lnTo>
                        <a:lnTo>
                          <a:pt x="667" y="1287"/>
                        </a:lnTo>
                        <a:lnTo>
                          <a:pt x="690" y="1286"/>
                        </a:lnTo>
                        <a:lnTo>
                          <a:pt x="713" y="1284"/>
                        </a:lnTo>
                        <a:lnTo>
                          <a:pt x="734" y="1282"/>
                        </a:lnTo>
                        <a:lnTo>
                          <a:pt x="756" y="1279"/>
                        </a:lnTo>
                        <a:lnTo>
                          <a:pt x="778" y="1274"/>
                        </a:lnTo>
                        <a:lnTo>
                          <a:pt x="800" y="1269"/>
                        </a:lnTo>
                        <a:lnTo>
                          <a:pt x="821" y="1263"/>
                        </a:lnTo>
                        <a:lnTo>
                          <a:pt x="842" y="1187"/>
                        </a:lnTo>
                        <a:lnTo>
                          <a:pt x="911" y="1230"/>
                        </a:lnTo>
                        <a:lnTo>
                          <a:pt x="932" y="1220"/>
                        </a:lnTo>
                        <a:lnTo>
                          <a:pt x="952" y="1210"/>
                        </a:lnTo>
                        <a:lnTo>
                          <a:pt x="971" y="1198"/>
                        </a:lnTo>
                        <a:lnTo>
                          <a:pt x="991" y="1186"/>
                        </a:lnTo>
                        <a:lnTo>
                          <a:pt x="1009" y="1174"/>
                        </a:lnTo>
                        <a:lnTo>
                          <a:pt x="1028" y="1161"/>
                        </a:lnTo>
                        <a:lnTo>
                          <a:pt x="1045" y="1147"/>
                        </a:lnTo>
                        <a:lnTo>
                          <a:pt x="1062" y="1133"/>
                        </a:lnTo>
                        <a:lnTo>
                          <a:pt x="1080" y="1118"/>
                        </a:lnTo>
                        <a:lnTo>
                          <a:pt x="1096" y="1102"/>
                        </a:lnTo>
                        <a:lnTo>
                          <a:pt x="1111" y="1087"/>
                        </a:lnTo>
                        <a:lnTo>
                          <a:pt x="1127" y="1070"/>
                        </a:lnTo>
                        <a:lnTo>
                          <a:pt x="1142" y="1054"/>
                        </a:lnTo>
                        <a:lnTo>
                          <a:pt x="1155" y="1035"/>
                        </a:lnTo>
                        <a:lnTo>
                          <a:pt x="1169" y="1018"/>
                        </a:lnTo>
                        <a:lnTo>
                          <a:pt x="1181" y="999"/>
                        </a:lnTo>
                        <a:lnTo>
                          <a:pt x="1147" y="925"/>
                        </a:lnTo>
                        <a:lnTo>
                          <a:pt x="1137" y="942"/>
                        </a:lnTo>
                        <a:lnTo>
                          <a:pt x="1128" y="957"/>
                        </a:lnTo>
                        <a:lnTo>
                          <a:pt x="1117" y="973"/>
                        </a:lnTo>
                        <a:lnTo>
                          <a:pt x="1106" y="988"/>
                        </a:lnTo>
                        <a:lnTo>
                          <a:pt x="1094" y="1004"/>
                        </a:lnTo>
                        <a:lnTo>
                          <a:pt x="1082" y="1018"/>
                        </a:lnTo>
                        <a:lnTo>
                          <a:pt x="1070" y="1032"/>
                        </a:lnTo>
                        <a:lnTo>
                          <a:pt x="1057" y="1045"/>
                        </a:lnTo>
                        <a:lnTo>
                          <a:pt x="1044" y="1059"/>
                        </a:lnTo>
                        <a:lnTo>
                          <a:pt x="1030" y="1072"/>
                        </a:lnTo>
                        <a:lnTo>
                          <a:pt x="1016" y="1084"/>
                        </a:lnTo>
                        <a:lnTo>
                          <a:pt x="1002" y="1096"/>
                        </a:lnTo>
                        <a:lnTo>
                          <a:pt x="986" y="1107"/>
                        </a:lnTo>
                        <a:lnTo>
                          <a:pt x="971" y="1119"/>
                        </a:lnTo>
                        <a:lnTo>
                          <a:pt x="956" y="1129"/>
                        </a:lnTo>
                        <a:lnTo>
                          <a:pt x="940" y="1138"/>
                        </a:lnTo>
                        <a:lnTo>
                          <a:pt x="923" y="1148"/>
                        </a:lnTo>
                        <a:lnTo>
                          <a:pt x="906" y="1157"/>
                        </a:lnTo>
                        <a:lnTo>
                          <a:pt x="890" y="1166"/>
                        </a:lnTo>
                        <a:lnTo>
                          <a:pt x="872" y="1173"/>
                        </a:lnTo>
                        <a:lnTo>
                          <a:pt x="855" y="1181"/>
                        </a:lnTo>
                        <a:lnTo>
                          <a:pt x="837" y="1187"/>
                        </a:lnTo>
                        <a:lnTo>
                          <a:pt x="818" y="1194"/>
                        </a:lnTo>
                        <a:lnTo>
                          <a:pt x="800" y="1199"/>
                        </a:lnTo>
                        <a:lnTo>
                          <a:pt x="781" y="1204"/>
                        </a:lnTo>
                        <a:lnTo>
                          <a:pt x="763" y="1208"/>
                        </a:lnTo>
                        <a:lnTo>
                          <a:pt x="743" y="1212"/>
                        </a:lnTo>
                        <a:lnTo>
                          <a:pt x="724" y="1214"/>
                        </a:lnTo>
                        <a:lnTo>
                          <a:pt x="704" y="1217"/>
                        </a:lnTo>
                        <a:lnTo>
                          <a:pt x="684" y="1219"/>
                        </a:lnTo>
                        <a:lnTo>
                          <a:pt x="664" y="1220"/>
                        </a:lnTo>
                        <a:lnTo>
                          <a:pt x="644" y="1220"/>
                        </a:lnTo>
                        <a:lnTo>
                          <a:pt x="624" y="1220"/>
                        </a:lnTo>
                        <a:lnTo>
                          <a:pt x="604" y="1219"/>
                        </a:lnTo>
                        <a:lnTo>
                          <a:pt x="584" y="1217"/>
                        </a:lnTo>
                        <a:lnTo>
                          <a:pt x="565" y="1214"/>
                        </a:lnTo>
                        <a:lnTo>
                          <a:pt x="545" y="1212"/>
                        </a:lnTo>
                        <a:lnTo>
                          <a:pt x="526" y="1208"/>
                        </a:lnTo>
                        <a:lnTo>
                          <a:pt x="507" y="1204"/>
                        </a:lnTo>
                        <a:lnTo>
                          <a:pt x="488" y="1199"/>
                        </a:lnTo>
                        <a:lnTo>
                          <a:pt x="469" y="1194"/>
                        </a:lnTo>
                        <a:lnTo>
                          <a:pt x="452" y="1187"/>
                        </a:lnTo>
                        <a:lnTo>
                          <a:pt x="433" y="1181"/>
                        </a:lnTo>
                        <a:lnTo>
                          <a:pt x="416" y="1173"/>
                        </a:lnTo>
                        <a:lnTo>
                          <a:pt x="399" y="1166"/>
                        </a:lnTo>
                        <a:lnTo>
                          <a:pt x="381" y="1157"/>
                        </a:lnTo>
                        <a:lnTo>
                          <a:pt x="365" y="1148"/>
                        </a:lnTo>
                        <a:lnTo>
                          <a:pt x="349" y="1138"/>
                        </a:lnTo>
                        <a:lnTo>
                          <a:pt x="332" y="1129"/>
                        </a:lnTo>
                        <a:lnTo>
                          <a:pt x="317" y="1119"/>
                        </a:lnTo>
                        <a:lnTo>
                          <a:pt x="302" y="1108"/>
                        </a:lnTo>
                        <a:lnTo>
                          <a:pt x="287" y="1096"/>
                        </a:lnTo>
                        <a:lnTo>
                          <a:pt x="272" y="1084"/>
                        </a:lnTo>
                        <a:lnTo>
                          <a:pt x="257" y="1072"/>
                        </a:lnTo>
                        <a:lnTo>
                          <a:pt x="244" y="1059"/>
                        </a:lnTo>
                        <a:lnTo>
                          <a:pt x="231" y="1046"/>
                        </a:lnTo>
                        <a:lnTo>
                          <a:pt x="218" y="1032"/>
                        </a:lnTo>
                        <a:lnTo>
                          <a:pt x="205" y="1018"/>
                        </a:lnTo>
                        <a:lnTo>
                          <a:pt x="193" y="1004"/>
                        </a:lnTo>
                        <a:lnTo>
                          <a:pt x="183" y="988"/>
                        </a:lnTo>
                        <a:lnTo>
                          <a:pt x="172" y="973"/>
                        </a:lnTo>
                        <a:lnTo>
                          <a:pt x="161" y="958"/>
                        </a:lnTo>
                        <a:lnTo>
                          <a:pt x="151" y="942"/>
                        </a:lnTo>
                        <a:lnTo>
                          <a:pt x="141" y="925"/>
                        </a:lnTo>
                        <a:lnTo>
                          <a:pt x="106" y="999"/>
                        </a:lnTo>
                        <a:close/>
                      </a:path>
                    </a:pathLst>
                  </a:custGeom>
                  <a:solidFill>
                    <a:srgbClr val="F0A310"/>
                  </a:solidFill>
                  <a:ln>
                    <a:noFill/>
                  </a:ln>
                </p:spPr>
                <p:txBody>
                  <a:bodyPr/>
                  <a:lstStyle/>
                  <a:p>
                    <a:pPr>
                      <a:defRPr/>
                    </a:pPr>
                    <a:endParaRPr lang="en-US" sz="1050">
                      <a:latin typeface="+mj-lt"/>
                    </a:endParaRPr>
                  </a:p>
                </p:txBody>
              </p:sp>
              <p:sp>
                <p:nvSpPr>
                  <p:cNvPr id="41674" name="Freeform 453">
                    <a:extLst>
                      <a:ext uri="{FF2B5EF4-FFF2-40B4-BE49-F238E27FC236}">
                        <a16:creationId xmlns="" xmlns:a16="http://schemas.microsoft.com/office/drawing/2014/main" id="{28265131-BD17-AFF4-6C3B-0C3F658B8E14}"/>
                      </a:ext>
                    </a:extLst>
                  </p:cNvPr>
                  <p:cNvSpPr>
                    <a:spLocks noEditPoints="1"/>
                  </p:cNvSpPr>
                  <p:nvPr/>
                </p:nvSpPr>
                <p:spPr bwMode="auto">
                  <a:xfrm>
                    <a:off x="3246" y="1948"/>
                    <a:ext cx="203" cy="220"/>
                  </a:xfrm>
                  <a:custGeom>
                    <a:avLst/>
                    <a:gdLst>
                      <a:gd name="T0" fmla="*/ 0 w 1221"/>
                      <a:gd name="T1" fmla="*/ 0 h 1221"/>
                      <a:gd name="T2" fmla="*/ 0 w 1221"/>
                      <a:gd name="T3" fmla="*/ 0 h 1221"/>
                      <a:gd name="T4" fmla="*/ 0 w 1221"/>
                      <a:gd name="T5" fmla="*/ 0 h 1221"/>
                      <a:gd name="T6" fmla="*/ 0 w 1221"/>
                      <a:gd name="T7" fmla="*/ 0 h 1221"/>
                      <a:gd name="T8" fmla="*/ 0 w 1221"/>
                      <a:gd name="T9" fmla="*/ 0 h 1221"/>
                      <a:gd name="T10" fmla="*/ 0 w 1221"/>
                      <a:gd name="T11" fmla="*/ 0 h 1221"/>
                      <a:gd name="T12" fmla="*/ 0 w 1221"/>
                      <a:gd name="T13" fmla="*/ 0 h 1221"/>
                      <a:gd name="T14" fmla="*/ 0 w 1221"/>
                      <a:gd name="T15" fmla="*/ 0 h 1221"/>
                      <a:gd name="T16" fmla="*/ 0 w 1221"/>
                      <a:gd name="T17" fmla="*/ 0 h 1221"/>
                      <a:gd name="T18" fmla="*/ 0 w 1221"/>
                      <a:gd name="T19" fmla="*/ 0 h 1221"/>
                      <a:gd name="T20" fmla="*/ 0 w 1221"/>
                      <a:gd name="T21" fmla="*/ 0 h 1221"/>
                      <a:gd name="T22" fmla="*/ 0 w 1221"/>
                      <a:gd name="T23" fmla="*/ 0 h 1221"/>
                      <a:gd name="T24" fmla="*/ 0 w 1221"/>
                      <a:gd name="T25" fmla="*/ 0 h 1221"/>
                      <a:gd name="T26" fmla="*/ 0 w 1221"/>
                      <a:gd name="T27" fmla="*/ 0 h 1221"/>
                      <a:gd name="T28" fmla="*/ 0 w 1221"/>
                      <a:gd name="T29" fmla="*/ 0 h 1221"/>
                      <a:gd name="T30" fmla="*/ 0 w 1221"/>
                      <a:gd name="T31" fmla="*/ 0 h 1221"/>
                      <a:gd name="T32" fmla="*/ 0 w 1221"/>
                      <a:gd name="T33" fmla="*/ 0 h 1221"/>
                      <a:gd name="T34" fmla="*/ 0 w 1221"/>
                      <a:gd name="T35" fmla="*/ 0 h 1221"/>
                      <a:gd name="T36" fmla="*/ 0 w 1221"/>
                      <a:gd name="T37" fmla="*/ 0 h 1221"/>
                      <a:gd name="T38" fmla="*/ 0 w 1221"/>
                      <a:gd name="T39" fmla="*/ 0 h 1221"/>
                      <a:gd name="T40" fmla="*/ 0 w 1221"/>
                      <a:gd name="T41" fmla="*/ 0 h 1221"/>
                      <a:gd name="T42" fmla="*/ 0 w 1221"/>
                      <a:gd name="T43" fmla="*/ 0 h 1221"/>
                      <a:gd name="T44" fmla="*/ 0 w 1221"/>
                      <a:gd name="T45" fmla="*/ 0 h 1221"/>
                      <a:gd name="T46" fmla="*/ 0 w 1221"/>
                      <a:gd name="T47" fmla="*/ 0 h 1221"/>
                      <a:gd name="T48" fmla="*/ 0 w 1221"/>
                      <a:gd name="T49" fmla="*/ 0 h 1221"/>
                      <a:gd name="T50" fmla="*/ 0 w 1221"/>
                      <a:gd name="T51" fmla="*/ 0 h 1221"/>
                      <a:gd name="T52" fmla="*/ 0 w 1221"/>
                      <a:gd name="T53" fmla="*/ 0 h 1221"/>
                      <a:gd name="T54" fmla="*/ 0 w 1221"/>
                      <a:gd name="T55" fmla="*/ 0 h 1221"/>
                      <a:gd name="T56" fmla="*/ 0 w 1221"/>
                      <a:gd name="T57" fmla="*/ 0 h 1221"/>
                      <a:gd name="T58" fmla="*/ 0 w 1221"/>
                      <a:gd name="T59" fmla="*/ 0 h 1221"/>
                      <a:gd name="T60" fmla="*/ 0 w 1221"/>
                      <a:gd name="T61" fmla="*/ 0 h 1221"/>
                      <a:gd name="T62" fmla="*/ 0 w 1221"/>
                      <a:gd name="T63" fmla="*/ 0 h 1221"/>
                      <a:gd name="T64" fmla="*/ 0 w 1221"/>
                      <a:gd name="T65" fmla="*/ 0 h 1221"/>
                      <a:gd name="T66" fmla="*/ 0 w 1221"/>
                      <a:gd name="T67" fmla="*/ 0 h 1221"/>
                      <a:gd name="T68" fmla="*/ 0 w 1221"/>
                      <a:gd name="T69" fmla="*/ 0 h 1221"/>
                      <a:gd name="T70" fmla="*/ 0 w 1221"/>
                      <a:gd name="T71" fmla="*/ 0 h 1221"/>
                      <a:gd name="T72" fmla="*/ 0 w 1221"/>
                      <a:gd name="T73" fmla="*/ 0 h 1221"/>
                      <a:gd name="T74" fmla="*/ 0 w 1221"/>
                      <a:gd name="T75" fmla="*/ 0 h 1221"/>
                      <a:gd name="T76" fmla="*/ 0 w 1221"/>
                      <a:gd name="T77" fmla="*/ 0 h 1221"/>
                      <a:gd name="T78" fmla="*/ 0 w 1221"/>
                      <a:gd name="T79" fmla="*/ 0 h 1221"/>
                      <a:gd name="T80" fmla="*/ 0 w 1221"/>
                      <a:gd name="T81" fmla="*/ 0 h 1221"/>
                      <a:gd name="T82" fmla="*/ 0 w 1221"/>
                      <a:gd name="T83" fmla="*/ 0 h 1221"/>
                      <a:gd name="T84" fmla="*/ 0 w 1221"/>
                      <a:gd name="T85" fmla="*/ 0 h 1221"/>
                      <a:gd name="T86" fmla="*/ 0 w 1221"/>
                      <a:gd name="T87" fmla="*/ 0 h 1221"/>
                      <a:gd name="T88" fmla="*/ 0 w 1221"/>
                      <a:gd name="T89" fmla="*/ 0 h 1221"/>
                      <a:gd name="T90" fmla="*/ 0 w 1221"/>
                      <a:gd name="T91" fmla="*/ 0 h 1221"/>
                      <a:gd name="T92" fmla="*/ 0 w 1221"/>
                      <a:gd name="T93" fmla="*/ 0 h 1221"/>
                      <a:gd name="T94" fmla="*/ 0 w 1221"/>
                      <a:gd name="T95" fmla="*/ 0 h 1221"/>
                      <a:gd name="T96" fmla="*/ 0 w 1221"/>
                      <a:gd name="T97" fmla="*/ 0 h 1221"/>
                      <a:gd name="T98" fmla="*/ 0 w 1221"/>
                      <a:gd name="T99" fmla="*/ 0 h 1221"/>
                      <a:gd name="T100" fmla="*/ 0 w 1221"/>
                      <a:gd name="T101" fmla="*/ 0 h 1221"/>
                      <a:gd name="T102" fmla="*/ 0 w 1221"/>
                      <a:gd name="T103" fmla="*/ 0 h 1221"/>
                      <a:gd name="T104" fmla="*/ 0 w 1221"/>
                      <a:gd name="T105" fmla="*/ 0 h 1221"/>
                      <a:gd name="T106" fmla="*/ 0 w 1221"/>
                      <a:gd name="T107" fmla="*/ 0 h 1221"/>
                      <a:gd name="T108" fmla="*/ 0 w 1221"/>
                      <a:gd name="T109" fmla="*/ 0 h 1221"/>
                      <a:gd name="T110" fmla="*/ 0 w 1221"/>
                      <a:gd name="T111" fmla="*/ 0 h 1221"/>
                      <a:gd name="T112" fmla="*/ 0 w 1221"/>
                      <a:gd name="T113" fmla="*/ 0 h 1221"/>
                      <a:gd name="T114" fmla="*/ 0 w 1221"/>
                      <a:gd name="T115" fmla="*/ 0 h 1221"/>
                      <a:gd name="T116" fmla="*/ 0 w 1221"/>
                      <a:gd name="T117" fmla="*/ 0 h 1221"/>
                      <a:gd name="T118" fmla="*/ 0 w 1221"/>
                      <a:gd name="T119" fmla="*/ 0 h 1221"/>
                      <a:gd name="T120" fmla="*/ 0 w 1221"/>
                      <a:gd name="T121" fmla="*/ 0 h 122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221"/>
                      <a:gd name="T184" fmla="*/ 0 h 1221"/>
                      <a:gd name="T185" fmla="*/ 1221 w 1221"/>
                      <a:gd name="T186" fmla="*/ 1221 h 122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221" h="1221">
                        <a:moveTo>
                          <a:pt x="1221" y="611"/>
                        </a:moveTo>
                        <a:lnTo>
                          <a:pt x="1220" y="586"/>
                        </a:lnTo>
                        <a:lnTo>
                          <a:pt x="1219" y="562"/>
                        </a:lnTo>
                        <a:lnTo>
                          <a:pt x="1215" y="538"/>
                        </a:lnTo>
                        <a:lnTo>
                          <a:pt x="1212" y="514"/>
                        </a:lnTo>
                        <a:lnTo>
                          <a:pt x="1208" y="490"/>
                        </a:lnTo>
                        <a:lnTo>
                          <a:pt x="1203" y="468"/>
                        </a:lnTo>
                        <a:lnTo>
                          <a:pt x="1197" y="445"/>
                        </a:lnTo>
                        <a:lnTo>
                          <a:pt x="1190" y="422"/>
                        </a:lnTo>
                        <a:lnTo>
                          <a:pt x="1107" y="393"/>
                        </a:lnTo>
                        <a:lnTo>
                          <a:pt x="1116" y="418"/>
                        </a:lnTo>
                        <a:lnTo>
                          <a:pt x="1126" y="444"/>
                        </a:lnTo>
                        <a:lnTo>
                          <a:pt x="1134" y="471"/>
                        </a:lnTo>
                        <a:lnTo>
                          <a:pt x="1140" y="498"/>
                        </a:lnTo>
                        <a:lnTo>
                          <a:pt x="1146" y="525"/>
                        </a:lnTo>
                        <a:lnTo>
                          <a:pt x="1149" y="553"/>
                        </a:lnTo>
                        <a:lnTo>
                          <a:pt x="1151" y="582"/>
                        </a:lnTo>
                        <a:lnTo>
                          <a:pt x="1152" y="611"/>
                        </a:lnTo>
                        <a:lnTo>
                          <a:pt x="1151" y="640"/>
                        </a:lnTo>
                        <a:lnTo>
                          <a:pt x="1149" y="669"/>
                        </a:lnTo>
                        <a:lnTo>
                          <a:pt x="1146" y="697"/>
                        </a:lnTo>
                        <a:lnTo>
                          <a:pt x="1140" y="724"/>
                        </a:lnTo>
                        <a:lnTo>
                          <a:pt x="1134" y="751"/>
                        </a:lnTo>
                        <a:lnTo>
                          <a:pt x="1126" y="778"/>
                        </a:lnTo>
                        <a:lnTo>
                          <a:pt x="1116" y="804"/>
                        </a:lnTo>
                        <a:lnTo>
                          <a:pt x="1107" y="829"/>
                        </a:lnTo>
                        <a:lnTo>
                          <a:pt x="1190" y="800"/>
                        </a:lnTo>
                        <a:lnTo>
                          <a:pt x="1197" y="777"/>
                        </a:lnTo>
                        <a:lnTo>
                          <a:pt x="1203" y="754"/>
                        </a:lnTo>
                        <a:lnTo>
                          <a:pt x="1208" y="732"/>
                        </a:lnTo>
                        <a:lnTo>
                          <a:pt x="1212" y="708"/>
                        </a:lnTo>
                        <a:lnTo>
                          <a:pt x="1215" y="684"/>
                        </a:lnTo>
                        <a:lnTo>
                          <a:pt x="1219" y="660"/>
                        </a:lnTo>
                        <a:lnTo>
                          <a:pt x="1220" y="636"/>
                        </a:lnTo>
                        <a:lnTo>
                          <a:pt x="1221" y="611"/>
                        </a:lnTo>
                        <a:close/>
                        <a:moveTo>
                          <a:pt x="1131" y="293"/>
                        </a:moveTo>
                        <a:lnTo>
                          <a:pt x="1118" y="272"/>
                        </a:lnTo>
                        <a:lnTo>
                          <a:pt x="1103" y="252"/>
                        </a:lnTo>
                        <a:lnTo>
                          <a:pt x="1089" y="233"/>
                        </a:lnTo>
                        <a:lnTo>
                          <a:pt x="1074" y="214"/>
                        </a:lnTo>
                        <a:lnTo>
                          <a:pt x="1058" y="197"/>
                        </a:lnTo>
                        <a:lnTo>
                          <a:pt x="1042" y="180"/>
                        </a:lnTo>
                        <a:lnTo>
                          <a:pt x="1024" y="162"/>
                        </a:lnTo>
                        <a:lnTo>
                          <a:pt x="1006" y="147"/>
                        </a:lnTo>
                        <a:lnTo>
                          <a:pt x="987" y="132"/>
                        </a:lnTo>
                        <a:lnTo>
                          <a:pt x="969" y="117"/>
                        </a:lnTo>
                        <a:lnTo>
                          <a:pt x="948" y="104"/>
                        </a:lnTo>
                        <a:lnTo>
                          <a:pt x="929" y="90"/>
                        </a:lnTo>
                        <a:lnTo>
                          <a:pt x="907" y="77"/>
                        </a:lnTo>
                        <a:lnTo>
                          <a:pt x="886" y="67"/>
                        </a:lnTo>
                        <a:lnTo>
                          <a:pt x="864" y="56"/>
                        </a:lnTo>
                        <a:lnTo>
                          <a:pt x="842" y="46"/>
                        </a:lnTo>
                        <a:lnTo>
                          <a:pt x="808" y="67"/>
                        </a:lnTo>
                        <a:lnTo>
                          <a:pt x="797" y="30"/>
                        </a:lnTo>
                        <a:lnTo>
                          <a:pt x="775" y="23"/>
                        </a:lnTo>
                        <a:lnTo>
                          <a:pt x="753" y="18"/>
                        </a:lnTo>
                        <a:lnTo>
                          <a:pt x="730" y="12"/>
                        </a:lnTo>
                        <a:lnTo>
                          <a:pt x="706" y="8"/>
                        </a:lnTo>
                        <a:lnTo>
                          <a:pt x="683" y="5"/>
                        </a:lnTo>
                        <a:lnTo>
                          <a:pt x="659" y="2"/>
                        </a:lnTo>
                        <a:lnTo>
                          <a:pt x="634" y="1"/>
                        </a:lnTo>
                        <a:lnTo>
                          <a:pt x="610" y="0"/>
                        </a:lnTo>
                        <a:lnTo>
                          <a:pt x="585" y="1"/>
                        </a:lnTo>
                        <a:lnTo>
                          <a:pt x="561" y="2"/>
                        </a:lnTo>
                        <a:lnTo>
                          <a:pt x="537" y="5"/>
                        </a:lnTo>
                        <a:lnTo>
                          <a:pt x="514" y="8"/>
                        </a:lnTo>
                        <a:lnTo>
                          <a:pt x="491" y="12"/>
                        </a:lnTo>
                        <a:lnTo>
                          <a:pt x="468" y="18"/>
                        </a:lnTo>
                        <a:lnTo>
                          <a:pt x="445" y="23"/>
                        </a:lnTo>
                        <a:lnTo>
                          <a:pt x="422" y="30"/>
                        </a:lnTo>
                        <a:lnTo>
                          <a:pt x="413" y="67"/>
                        </a:lnTo>
                        <a:lnTo>
                          <a:pt x="378" y="46"/>
                        </a:lnTo>
                        <a:lnTo>
                          <a:pt x="356" y="56"/>
                        </a:lnTo>
                        <a:lnTo>
                          <a:pt x="334" y="67"/>
                        </a:lnTo>
                        <a:lnTo>
                          <a:pt x="313" y="79"/>
                        </a:lnTo>
                        <a:lnTo>
                          <a:pt x="292" y="90"/>
                        </a:lnTo>
                        <a:lnTo>
                          <a:pt x="271" y="104"/>
                        </a:lnTo>
                        <a:lnTo>
                          <a:pt x="252" y="117"/>
                        </a:lnTo>
                        <a:lnTo>
                          <a:pt x="232" y="132"/>
                        </a:lnTo>
                        <a:lnTo>
                          <a:pt x="214" y="147"/>
                        </a:lnTo>
                        <a:lnTo>
                          <a:pt x="196" y="162"/>
                        </a:lnTo>
                        <a:lnTo>
                          <a:pt x="179" y="180"/>
                        </a:lnTo>
                        <a:lnTo>
                          <a:pt x="163" y="197"/>
                        </a:lnTo>
                        <a:lnTo>
                          <a:pt x="146" y="214"/>
                        </a:lnTo>
                        <a:lnTo>
                          <a:pt x="131" y="233"/>
                        </a:lnTo>
                        <a:lnTo>
                          <a:pt x="117" y="252"/>
                        </a:lnTo>
                        <a:lnTo>
                          <a:pt x="103" y="272"/>
                        </a:lnTo>
                        <a:lnTo>
                          <a:pt x="90" y="292"/>
                        </a:lnTo>
                        <a:lnTo>
                          <a:pt x="125" y="368"/>
                        </a:lnTo>
                        <a:lnTo>
                          <a:pt x="133" y="351"/>
                        </a:lnTo>
                        <a:lnTo>
                          <a:pt x="143" y="335"/>
                        </a:lnTo>
                        <a:lnTo>
                          <a:pt x="153" y="320"/>
                        </a:lnTo>
                        <a:lnTo>
                          <a:pt x="163" y="305"/>
                        </a:lnTo>
                        <a:lnTo>
                          <a:pt x="174" y="289"/>
                        </a:lnTo>
                        <a:lnTo>
                          <a:pt x="184" y="274"/>
                        </a:lnTo>
                        <a:lnTo>
                          <a:pt x="196" y="260"/>
                        </a:lnTo>
                        <a:lnTo>
                          <a:pt x="208" y="246"/>
                        </a:lnTo>
                        <a:lnTo>
                          <a:pt x="221" y="233"/>
                        </a:lnTo>
                        <a:lnTo>
                          <a:pt x="234" y="220"/>
                        </a:lnTo>
                        <a:lnTo>
                          <a:pt x="247" y="208"/>
                        </a:lnTo>
                        <a:lnTo>
                          <a:pt x="262" y="195"/>
                        </a:lnTo>
                        <a:lnTo>
                          <a:pt x="276" y="184"/>
                        </a:lnTo>
                        <a:lnTo>
                          <a:pt x="291" y="172"/>
                        </a:lnTo>
                        <a:lnTo>
                          <a:pt x="306" y="162"/>
                        </a:lnTo>
                        <a:lnTo>
                          <a:pt x="321" y="151"/>
                        </a:lnTo>
                        <a:lnTo>
                          <a:pt x="338" y="142"/>
                        </a:lnTo>
                        <a:lnTo>
                          <a:pt x="354" y="133"/>
                        </a:lnTo>
                        <a:lnTo>
                          <a:pt x="370" y="124"/>
                        </a:lnTo>
                        <a:lnTo>
                          <a:pt x="386" y="117"/>
                        </a:lnTo>
                        <a:lnTo>
                          <a:pt x="404" y="109"/>
                        </a:lnTo>
                        <a:lnTo>
                          <a:pt x="421" y="102"/>
                        </a:lnTo>
                        <a:lnTo>
                          <a:pt x="440" y="96"/>
                        </a:lnTo>
                        <a:lnTo>
                          <a:pt x="457" y="90"/>
                        </a:lnTo>
                        <a:lnTo>
                          <a:pt x="476" y="85"/>
                        </a:lnTo>
                        <a:lnTo>
                          <a:pt x="494" y="81"/>
                        </a:lnTo>
                        <a:lnTo>
                          <a:pt x="512" y="77"/>
                        </a:lnTo>
                        <a:lnTo>
                          <a:pt x="532" y="74"/>
                        </a:lnTo>
                        <a:lnTo>
                          <a:pt x="552" y="72"/>
                        </a:lnTo>
                        <a:lnTo>
                          <a:pt x="571" y="70"/>
                        </a:lnTo>
                        <a:lnTo>
                          <a:pt x="591" y="69"/>
                        </a:lnTo>
                        <a:lnTo>
                          <a:pt x="610" y="69"/>
                        </a:lnTo>
                        <a:lnTo>
                          <a:pt x="630" y="69"/>
                        </a:lnTo>
                        <a:lnTo>
                          <a:pt x="649" y="70"/>
                        </a:lnTo>
                        <a:lnTo>
                          <a:pt x="669" y="72"/>
                        </a:lnTo>
                        <a:lnTo>
                          <a:pt x="688" y="74"/>
                        </a:lnTo>
                        <a:lnTo>
                          <a:pt x="707" y="77"/>
                        </a:lnTo>
                        <a:lnTo>
                          <a:pt x="726" y="81"/>
                        </a:lnTo>
                        <a:lnTo>
                          <a:pt x="745" y="85"/>
                        </a:lnTo>
                        <a:lnTo>
                          <a:pt x="763" y="90"/>
                        </a:lnTo>
                        <a:lnTo>
                          <a:pt x="781" y="96"/>
                        </a:lnTo>
                        <a:lnTo>
                          <a:pt x="798" y="102"/>
                        </a:lnTo>
                        <a:lnTo>
                          <a:pt x="817" y="109"/>
                        </a:lnTo>
                        <a:lnTo>
                          <a:pt x="833" y="117"/>
                        </a:lnTo>
                        <a:lnTo>
                          <a:pt x="850" y="124"/>
                        </a:lnTo>
                        <a:lnTo>
                          <a:pt x="867" y="133"/>
                        </a:lnTo>
                        <a:lnTo>
                          <a:pt x="883" y="143"/>
                        </a:lnTo>
                        <a:lnTo>
                          <a:pt x="899" y="151"/>
                        </a:lnTo>
                        <a:lnTo>
                          <a:pt x="914" y="162"/>
                        </a:lnTo>
                        <a:lnTo>
                          <a:pt x="930" y="173"/>
                        </a:lnTo>
                        <a:lnTo>
                          <a:pt x="944" y="184"/>
                        </a:lnTo>
                        <a:lnTo>
                          <a:pt x="959" y="195"/>
                        </a:lnTo>
                        <a:lnTo>
                          <a:pt x="972" y="208"/>
                        </a:lnTo>
                        <a:lnTo>
                          <a:pt x="986" y="220"/>
                        </a:lnTo>
                        <a:lnTo>
                          <a:pt x="999" y="233"/>
                        </a:lnTo>
                        <a:lnTo>
                          <a:pt x="1011" y="247"/>
                        </a:lnTo>
                        <a:lnTo>
                          <a:pt x="1024" y="260"/>
                        </a:lnTo>
                        <a:lnTo>
                          <a:pt x="1035" y="274"/>
                        </a:lnTo>
                        <a:lnTo>
                          <a:pt x="1047" y="289"/>
                        </a:lnTo>
                        <a:lnTo>
                          <a:pt x="1058" y="305"/>
                        </a:lnTo>
                        <a:lnTo>
                          <a:pt x="1068" y="320"/>
                        </a:lnTo>
                        <a:lnTo>
                          <a:pt x="1077" y="336"/>
                        </a:lnTo>
                        <a:lnTo>
                          <a:pt x="1086" y="351"/>
                        </a:lnTo>
                        <a:lnTo>
                          <a:pt x="1095" y="369"/>
                        </a:lnTo>
                        <a:lnTo>
                          <a:pt x="1131" y="293"/>
                        </a:lnTo>
                        <a:close/>
                        <a:moveTo>
                          <a:pt x="30" y="422"/>
                        </a:moveTo>
                        <a:lnTo>
                          <a:pt x="23" y="445"/>
                        </a:lnTo>
                        <a:lnTo>
                          <a:pt x="17" y="468"/>
                        </a:lnTo>
                        <a:lnTo>
                          <a:pt x="12" y="490"/>
                        </a:lnTo>
                        <a:lnTo>
                          <a:pt x="7" y="514"/>
                        </a:lnTo>
                        <a:lnTo>
                          <a:pt x="4" y="538"/>
                        </a:lnTo>
                        <a:lnTo>
                          <a:pt x="2" y="562"/>
                        </a:lnTo>
                        <a:lnTo>
                          <a:pt x="1" y="586"/>
                        </a:lnTo>
                        <a:lnTo>
                          <a:pt x="0" y="611"/>
                        </a:lnTo>
                        <a:lnTo>
                          <a:pt x="1" y="636"/>
                        </a:lnTo>
                        <a:lnTo>
                          <a:pt x="2" y="660"/>
                        </a:lnTo>
                        <a:lnTo>
                          <a:pt x="4" y="684"/>
                        </a:lnTo>
                        <a:lnTo>
                          <a:pt x="7" y="708"/>
                        </a:lnTo>
                        <a:lnTo>
                          <a:pt x="12" y="732"/>
                        </a:lnTo>
                        <a:lnTo>
                          <a:pt x="17" y="754"/>
                        </a:lnTo>
                        <a:lnTo>
                          <a:pt x="23" y="777"/>
                        </a:lnTo>
                        <a:lnTo>
                          <a:pt x="30" y="800"/>
                        </a:lnTo>
                        <a:lnTo>
                          <a:pt x="114" y="829"/>
                        </a:lnTo>
                        <a:lnTo>
                          <a:pt x="103" y="804"/>
                        </a:lnTo>
                        <a:lnTo>
                          <a:pt x="94" y="778"/>
                        </a:lnTo>
                        <a:lnTo>
                          <a:pt x="87" y="751"/>
                        </a:lnTo>
                        <a:lnTo>
                          <a:pt x="80" y="724"/>
                        </a:lnTo>
                        <a:lnTo>
                          <a:pt x="75" y="697"/>
                        </a:lnTo>
                        <a:lnTo>
                          <a:pt x="70" y="669"/>
                        </a:lnTo>
                        <a:lnTo>
                          <a:pt x="68" y="640"/>
                        </a:lnTo>
                        <a:lnTo>
                          <a:pt x="68" y="611"/>
                        </a:lnTo>
                        <a:lnTo>
                          <a:pt x="68" y="582"/>
                        </a:lnTo>
                        <a:lnTo>
                          <a:pt x="70" y="553"/>
                        </a:lnTo>
                        <a:lnTo>
                          <a:pt x="75" y="525"/>
                        </a:lnTo>
                        <a:lnTo>
                          <a:pt x="80" y="498"/>
                        </a:lnTo>
                        <a:lnTo>
                          <a:pt x="87" y="471"/>
                        </a:lnTo>
                        <a:lnTo>
                          <a:pt x="94" y="444"/>
                        </a:lnTo>
                        <a:lnTo>
                          <a:pt x="103" y="418"/>
                        </a:lnTo>
                        <a:lnTo>
                          <a:pt x="114" y="393"/>
                        </a:lnTo>
                        <a:lnTo>
                          <a:pt x="30" y="422"/>
                        </a:lnTo>
                        <a:close/>
                        <a:moveTo>
                          <a:pt x="90" y="929"/>
                        </a:moveTo>
                        <a:lnTo>
                          <a:pt x="103" y="950"/>
                        </a:lnTo>
                        <a:lnTo>
                          <a:pt x="117" y="970"/>
                        </a:lnTo>
                        <a:lnTo>
                          <a:pt x="131" y="989"/>
                        </a:lnTo>
                        <a:lnTo>
                          <a:pt x="146" y="1008"/>
                        </a:lnTo>
                        <a:lnTo>
                          <a:pt x="163" y="1025"/>
                        </a:lnTo>
                        <a:lnTo>
                          <a:pt x="179" y="1042"/>
                        </a:lnTo>
                        <a:lnTo>
                          <a:pt x="196" y="1060"/>
                        </a:lnTo>
                        <a:lnTo>
                          <a:pt x="214" y="1075"/>
                        </a:lnTo>
                        <a:lnTo>
                          <a:pt x="232" y="1090"/>
                        </a:lnTo>
                        <a:lnTo>
                          <a:pt x="252" y="1105"/>
                        </a:lnTo>
                        <a:lnTo>
                          <a:pt x="271" y="1118"/>
                        </a:lnTo>
                        <a:lnTo>
                          <a:pt x="292" y="1131"/>
                        </a:lnTo>
                        <a:lnTo>
                          <a:pt x="313" y="1143"/>
                        </a:lnTo>
                        <a:lnTo>
                          <a:pt x="334" y="1155"/>
                        </a:lnTo>
                        <a:lnTo>
                          <a:pt x="356" y="1166"/>
                        </a:lnTo>
                        <a:lnTo>
                          <a:pt x="378" y="1175"/>
                        </a:lnTo>
                        <a:lnTo>
                          <a:pt x="413" y="1154"/>
                        </a:lnTo>
                        <a:lnTo>
                          <a:pt x="422" y="1191"/>
                        </a:lnTo>
                        <a:lnTo>
                          <a:pt x="445" y="1199"/>
                        </a:lnTo>
                        <a:lnTo>
                          <a:pt x="468" y="1204"/>
                        </a:lnTo>
                        <a:lnTo>
                          <a:pt x="491" y="1210"/>
                        </a:lnTo>
                        <a:lnTo>
                          <a:pt x="514" y="1214"/>
                        </a:lnTo>
                        <a:lnTo>
                          <a:pt x="537" y="1217"/>
                        </a:lnTo>
                        <a:lnTo>
                          <a:pt x="561" y="1219"/>
                        </a:lnTo>
                        <a:lnTo>
                          <a:pt x="585" y="1221"/>
                        </a:lnTo>
                        <a:lnTo>
                          <a:pt x="610" y="1221"/>
                        </a:lnTo>
                        <a:lnTo>
                          <a:pt x="634" y="1221"/>
                        </a:lnTo>
                        <a:lnTo>
                          <a:pt x="659" y="1219"/>
                        </a:lnTo>
                        <a:lnTo>
                          <a:pt x="683" y="1217"/>
                        </a:lnTo>
                        <a:lnTo>
                          <a:pt x="706" y="1214"/>
                        </a:lnTo>
                        <a:lnTo>
                          <a:pt x="730" y="1210"/>
                        </a:lnTo>
                        <a:lnTo>
                          <a:pt x="753" y="1204"/>
                        </a:lnTo>
                        <a:lnTo>
                          <a:pt x="775" y="1199"/>
                        </a:lnTo>
                        <a:lnTo>
                          <a:pt x="797" y="1191"/>
                        </a:lnTo>
                        <a:lnTo>
                          <a:pt x="808" y="1154"/>
                        </a:lnTo>
                        <a:lnTo>
                          <a:pt x="842" y="1175"/>
                        </a:lnTo>
                        <a:lnTo>
                          <a:pt x="864" y="1166"/>
                        </a:lnTo>
                        <a:lnTo>
                          <a:pt x="886" y="1155"/>
                        </a:lnTo>
                        <a:lnTo>
                          <a:pt x="908" y="1143"/>
                        </a:lnTo>
                        <a:lnTo>
                          <a:pt x="929" y="1131"/>
                        </a:lnTo>
                        <a:lnTo>
                          <a:pt x="948" y="1118"/>
                        </a:lnTo>
                        <a:lnTo>
                          <a:pt x="969" y="1105"/>
                        </a:lnTo>
                        <a:lnTo>
                          <a:pt x="987" y="1090"/>
                        </a:lnTo>
                        <a:lnTo>
                          <a:pt x="1006" y="1075"/>
                        </a:lnTo>
                        <a:lnTo>
                          <a:pt x="1024" y="1059"/>
                        </a:lnTo>
                        <a:lnTo>
                          <a:pt x="1042" y="1042"/>
                        </a:lnTo>
                        <a:lnTo>
                          <a:pt x="1058" y="1025"/>
                        </a:lnTo>
                        <a:lnTo>
                          <a:pt x="1074" y="1008"/>
                        </a:lnTo>
                        <a:lnTo>
                          <a:pt x="1089" y="989"/>
                        </a:lnTo>
                        <a:lnTo>
                          <a:pt x="1103" y="970"/>
                        </a:lnTo>
                        <a:lnTo>
                          <a:pt x="1118" y="950"/>
                        </a:lnTo>
                        <a:lnTo>
                          <a:pt x="1131" y="929"/>
                        </a:lnTo>
                        <a:lnTo>
                          <a:pt x="1095" y="853"/>
                        </a:lnTo>
                        <a:lnTo>
                          <a:pt x="1086" y="870"/>
                        </a:lnTo>
                        <a:lnTo>
                          <a:pt x="1077" y="886"/>
                        </a:lnTo>
                        <a:lnTo>
                          <a:pt x="1068" y="902"/>
                        </a:lnTo>
                        <a:lnTo>
                          <a:pt x="1058" y="917"/>
                        </a:lnTo>
                        <a:lnTo>
                          <a:pt x="1047" y="933"/>
                        </a:lnTo>
                        <a:lnTo>
                          <a:pt x="1035" y="947"/>
                        </a:lnTo>
                        <a:lnTo>
                          <a:pt x="1024" y="962"/>
                        </a:lnTo>
                        <a:lnTo>
                          <a:pt x="1011" y="975"/>
                        </a:lnTo>
                        <a:lnTo>
                          <a:pt x="999" y="989"/>
                        </a:lnTo>
                        <a:lnTo>
                          <a:pt x="986" y="1002"/>
                        </a:lnTo>
                        <a:lnTo>
                          <a:pt x="972" y="1014"/>
                        </a:lnTo>
                        <a:lnTo>
                          <a:pt x="959" y="1026"/>
                        </a:lnTo>
                        <a:lnTo>
                          <a:pt x="944" y="1038"/>
                        </a:lnTo>
                        <a:lnTo>
                          <a:pt x="930" y="1049"/>
                        </a:lnTo>
                        <a:lnTo>
                          <a:pt x="914" y="1060"/>
                        </a:lnTo>
                        <a:lnTo>
                          <a:pt x="899" y="1069"/>
                        </a:lnTo>
                        <a:lnTo>
                          <a:pt x="883" y="1079"/>
                        </a:lnTo>
                        <a:lnTo>
                          <a:pt x="867" y="1089"/>
                        </a:lnTo>
                        <a:lnTo>
                          <a:pt x="850" y="1098"/>
                        </a:lnTo>
                        <a:lnTo>
                          <a:pt x="833" y="1105"/>
                        </a:lnTo>
                        <a:lnTo>
                          <a:pt x="817" y="1113"/>
                        </a:lnTo>
                        <a:lnTo>
                          <a:pt x="798" y="1119"/>
                        </a:lnTo>
                        <a:lnTo>
                          <a:pt x="781" y="1126"/>
                        </a:lnTo>
                        <a:lnTo>
                          <a:pt x="763" y="1131"/>
                        </a:lnTo>
                        <a:lnTo>
                          <a:pt x="745" y="1137"/>
                        </a:lnTo>
                        <a:lnTo>
                          <a:pt x="726" y="1141"/>
                        </a:lnTo>
                        <a:lnTo>
                          <a:pt x="707" y="1144"/>
                        </a:lnTo>
                        <a:lnTo>
                          <a:pt x="688" y="1148"/>
                        </a:lnTo>
                        <a:lnTo>
                          <a:pt x="669" y="1150"/>
                        </a:lnTo>
                        <a:lnTo>
                          <a:pt x="649" y="1152"/>
                        </a:lnTo>
                        <a:lnTo>
                          <a:pt x="630" y="1153"/>
                        </a:lnTo>
                        <a:lnTo>
                          <a:pt x="610" y="1153"/>
                        </a:lnTo>
                        <a:lnTo>
                          <a:pt x="591" y="1153"/>
                        </a:lnTo>
                        <a:lnTo>
                          <a:pt x="571" y="1152"/>
                        </a:lnTo>
                        <a:lnTo>
                          <a:pt x="552" y="1150"/>
                        </a:lnTo>
                        <a:lnTo>
                          <a:pt x="532" y="1148"/>
                        </a:lnTo>
                        <a:lnTo>
                          <a:pt x="512" y="1144"/>
                        </a:lnTo>
                        <a:lnTo>
                          <a:pt x="494" y="1141"/>
                        </a:lnTo>
                        <a:lnTo>
                          <a:pt x="476" y="1137"/>
                        </a:lnTo>
                        <a:lnTo>
                          <a:pt x="457" y="1131"/>
                        </a:lnTo>
                        <a:lnTo>
                          <a:pt x="440" y="1126"/>
                        </a:lnTo>
                        <a:lnTo>
                          <a:pt x="421" y="1119"/>
                        </a:lnTo>
                        <a:lnTo>
                          <a:pt x="404" y="1113"/>
                        </a:lnTo>
                        <a:lnTo>
                          <a:pt x="386" y="1105"/>
                        </a:lnTo>
                        <a:lnTo>
                          <a:pt x="370" y="1098"/>
                        </a:lnTo>
                        <a:lnTo>
                          <a:pt x="354" y="1089"/>
                        </a:lnTo>
                        <a:lnTo>
                          <a:pt x="338" y="1079"/>
                        </a:lnTo>
                        <a:lnTo>
                          <a:pt x="321" y="1071"/>
                        </a:lnTo>
                        <a:lnTo>
                          <a:pt x="306" y="1060"/>
                        </a:lnTo>
                        <a:lnTo>
                          <a:pt x="291" y="1049"/>
                        </a:lnTo>
                        <a:lnTo>
                          <a:pt x="276" y="1038"/>
                        </a:lnTo>
                        <a:lnTo>
                          <a:pt x="262" y="1026"/>
                        </a:lnTo>
                        <a:lnTo>
                          <a:pt x="247" y="1014"/>
                        </a:lnTo>
                        <a:lnTo>
                          <a:pt x="234" y="1002"/>
                        </a:lnTo>
                        <a:lnTo>
                          <a:pt x="221" y="989"/>
                        </a:lnTo>
                        <a:lnTo>
                          <a:pt x="208" y="975"/>
                        </a:lnTo>
                        <a:lnTo>
                          <a:pt x="196" y="962"/>
                        </a:lnTo>
                        <a:lnTo>
                          <a:pt x="184" y="948"/>
                        </a:lnTo>
                        <a:lnTo>
                          <a:pt x="174" y="933"/>
                        </a:lnTo>
                        <a:lnTo>
                          <a:pt x="163" y="917"/>
                        </a:lnTo>
                        <a:lnTo>
                          <a:pt x="153" y="902"/>
                        </a:lnTo>
                        <a:lnTo>
                          <a:pt x="143" y="886"/>
                        </a:lnTo>
                        <a:lnTo>
                          <a:pt x="133" y="871"/>
                        </a:lnTo>
                        <a:lnTo>
                          <a:pt x="125" y="853"/>
                        </a:lnTo>
                        <a:lnTo>
                          <a:pt x="90" y="929"/>
                        </a:lnTo>
                        <a:close/>
                      </a:path>
                    </a:pathLst>
                  </a:custGeom>
                  <a:solidFill>
                    <a:srgbClr val="F1A70C"/>
                  </a:solidFill>
                  <a:ln>
                    <a:noFill/>
                  </a:ln>
                </p:spPr>
                <p:txBody>
                  <a:bodyPr/>
                  <a:lstStyle/>
                  <a:p>
                    <a:pPr>
                      <a:defRPr/>
                    </a:pPr>
                    <a:endParaRPr lang="en-US" sz="1050">
                      <a:latin typeface="+mj-lt"/>
                    </a:endParaRPr>
                  </a:p>
                </p:txBody>
              </p:sp>
              <p:sp>
                <p:nvSpPr>
                  <p:cNvPr id="41675" name="Freeform 454">
                    <a:extLst>
                      <a:ext uri="{FF2B5EF4-FFF2-40B4-BE49-F238E27FC236}">
                        <a16:creationId xmlns="" xmlns:a16="http://schemas.microsoft.com/office/drawing/2014/main" id="{FF3A5DC4-2972-5C04-4957-F0A9CB29C292}"/>
                      </a:ext>
                    </a:extLst>
                  </p:cNvPr>
                  <p:cNvSpPr>
                    <a:spLocks noEditPoints="1"/>
                  </p:cNvSpPr>
                  <p:nvPr/>
                </p:nvSpPr>
                <p:spPr bwMode="auto">
                  <a:xfrm>
                    <a:off x="3250" y="1956"/>
                    <a:ext cx="194" cy="191"/>
                  </a:xfrm>
                  <a:custGeom>
                    <a:avLst/>
                    <a:gdLst>
                      <a:gd name="T0" fmla="*/ 0 w 1153"/>
                      <a:gd name="T1" fmla="*/ 0 h 1153"/>
                      <a:gd name="T2" fmla="*/ 0 w 1153"/>
                      <a:gd name="T3" fmla="*/ 0 h 1153"/>
                      <a:gd name="T4" fmla="*/ 0 w 1153"/>
                      <a:gd name="T5" fmla="*/ 0 h 1153"/>
                      <a:gd name="T6" fmla="*/ 0 w 1153"/>
                      <a:gd name="T7" fmla="*/ 0 h 1153"/>
                      <a:gd name="T8" fmla="*/ 0 w 1153"/>
                      <a:gd name="T9" fmla="*/ 0 h 1153"/>
                      <a:gd name="T10" fmla="*/ 0 w 1153"/>
                      <a:gd name="T11" fmla="*/ 0 h 1153"/>
                      <a:gd name="T12" fmla="*/ 0 w 1153"/>
                      <a:gd name="T13" fmla="*/ 0 h 1153"/>
                      <a:gd name="T14" fmla="*/ 0 w 1153"/>
                      <a:gd name="T15" fmla="*/ 0 h 1153"/>
                      <a:gd name="T16" fmla="*/ 0 w 1153"/>
                      <a:gd name="T17" fmla="*/ 0 h 1153"/>
                      <a:gd name="T18" fmla="*/ 0 w 1153"/>
                      <a:gd name="T19" fmla="*/ 0 h 1153"/>
                      <a:gd name="T20" fmla="*/ 0 w 1153"/>
                      <a:gd name="T21" fmla="*/ 0 h 1153"/>
                      <a:gd name="T22" fmla="*/ 0 w 1153"/>
                      <a:gd name="T23" fmla="*/ 0 h 1153"/>
                      <a:gd name="T24" fmla="*/ 0 w 1153"/>
                      <a:gd name="T25" fmla="*/ 0 h 1153"/>
                      <a:gd name="T26" fmla="*/ 0 w 1153"/>
                      <a:gd name="T27" fmla="*/ 0 h 1153"/>
                      <a:gd name="T28" fmla="*/ 0 w 1153"/>
                      <a:gd name="T29" fmla="*/ 0 h 1153"/>
                      <a:gd name="T30" fmla="*/ 0 w 1153"/>
                      <a:gd name="T31" fmla="*/ 0 h 1153"/>
                      <a:gd name="T32" fmla="*/ 0 w 1153"/>
                      <a:gd name="T33" fmla="*/ 0 h 1153"/>
                      <a:gd name="T34" fmla="*/ 0 w 1153"/>
                      <a:gd name="T35" fmla="*/ 0 h 1153"/>
                      <a:gd name="T36" fmla="*/ 0 w 1153"/>
                      <a:gd name="T37" fmla="*/ 0 h 1153"/>
                      <a:gd name="T38" fmla="*/ 0 w 1153"/>
                      <a:gd name="T39" fmla="*/ 0 h 1153"/>
                      <a:gd name="T40" fmla="*/ 0 w 1153"/>
                      <a:gd name="T41" fmla="*/ 0 h 1153"/>
                      <a:gd name="T42" fmla="*/ 0 w 1153"/>
                      <a:gd name="T43" fmla="*/ 0 h 1153"/>
                      <a:gd name="T44" fmla="*/ 0 w 1153"/>
                      <a:gd name="T45" fmla="*/ 0 h 1153"/>
                      <a:gd name="T46" fmla="*/ 0 w 1153"/>
                      <a:gd name="T47" fmla="*/ 0 h 1153"/>
                      <a:gd name="T48" fmla="*/ 0 w 1153"/>
                      <a:gd name="T49" fmla="*/ 0 h 1153"/>
                      <a:gd name="T50" fmla="*/ 0 w 1153"/>
                      <a:gd name="T51" fmla="*/ 0 h 1153"/>
                      <a:gd name="T52" fmla="*/ 0 w 1153"/>
                      <a:gd name="T53" fmla="*/ 0 h 1153"/>
                      <a:gd name="T54" fmla="*/ 0 w 1153"/>
                      <a:gd name="T55" fmla="*/ 0 h 1153"/>
                      <a:gd name="T56" fmla="*/ 0 w 1153"/>
                      <a:gd name="T57" fmla="*/ 0 h 1153"/>
                      <a:gd name="T58" fmla="*/ 0 w 1153"/>
                      <a:gd name="T59" fmla="*/ 0 h 1153"/>
                      <a:gd name="T60" fmla="*/ 0 w 1153"/>
                      <a:gd name="T61" fmla="*/ 0 h 1153"/>
                      <a:gd name="T62" fmla="*/ 0 w 1153"/>
                      <a:gd name="T63" fmla="*/ 0 h 1153"/>
                      <a:gd name="T64" fmla="*/ 0 w 1153"/>
                      <a:gd name="T65" fmla="*/ 0 h 1153"/>
                      <a:gd name="T66" fmla="*/ 0 w 1153"/>
                      <a:gd name="T67" fmla="*/ 0 h 1153"/>
                      <a:gd name="T68" fmla="*/ 0 w 1153"/>
                      <a:gd name="T69" fmla="*/ 0 h 1153"/>
                      <a:gd name="T70" fmla="*/ 0 w 1153"/>
                      <a:gd name="T71" fmla="*/ 0 h 1153"/>
                      <a:gd name="T72" fmla="*/ 0 w 1153"/>
                      <a:gd name="T73" fmla="*/ 0 h 1153"/>
                      <a:gd name="T74" fmla="*/ 0 w 1153"/>
                      <a:gd name="T75" fmla="*/ 0 h 1153"/>
                      <a:gd name="T76" fmla="*/ 0 w 1153"/>
                      <a:gd name="T77" fmla="*/ 0 h 1153"/>
                      <a:gd name="T78" fmla="*/ 0 w 1153"/>
                      <a:gd name="T79" fmla="*/ 0 h 1153"/>
                      <a:gd name="T80" fmla="*/ 0 w 1153"/>
                      <a:gd name="T81" fmla="*/ 0 h 1153"/>
                      <a:gd name="T82" fmla="*/ 0 w 1153"/>
                      <a:gd name="T83" fmla="*/ 0 h 1153"/>
                      <a:gd name="T84" fmla="*/ 0 w 1153"/>
                      <a:gd name="T85" fmla="*/ 0 h 1153"/>
                      <a:gd name="T86" fmla="*/ 0 w 1153"/>
                      <a:gd name="T87" fmla="*/ 0 h 1153"/>
                      <a:gd name="T88" fmla="*/ 0 w 1153"/>
                      <a:gd name="T89" fmla="*/ 0 h 1153"/>
                      <a:gd name="T90" fmla="*/ 0 w 1153"/>
                      <a:gd name="T91" fmla="*/ 0 h 1153"/>
                      <a:gd name="T92" fmla="*/ 0 w 1153"/>
                      <a:gd name="T93" fmla="*/ 0 h 1153"/>
                      <a:gd name="T94" fmla="*/ 0 w 1153"/>
                      <a:gd name="T95" fmla="*/ 0 h 1153"/>
                      <a:gd name="T96" fmla="*/ 0 w 1153"/>
                      <a:gd name="T97" fmla="*/ 0 h 1153"/>
                      <a:gd name="T98" fmla="*/ 0 w 1153"/>
                      <a:gd name="T99" fmla="*/ 0 h 1153"/>
                      <a:gd name="T100" fmla="*/ 0 w 1153"/>
                      <a:gd name="T101" fmla="*/ 0 h 1153"/>
                      <a:gd name="T102" fmla="*/ 0 w 1153"/>
                      <a:gd name="T103" fmla="*/ 0 h 1153"/>
                      <a:gd name="T104" fmla="*/ 0 w 1153"/>
                      <a:gd name="T105" fmla="*/ 0 h 1153"/>
                      <a:gd name="T106" fmla="*/ 0 w 1153"/>
                      <a:gd name="T107" fmla="*/ 0 h 1153"/>
                      <a:gd name="T108" fmla="*/ 0 w 1153"/>
                      <a:gd name="T109" fmla="*/ 0 h 1153"/>
                      <a:gd name="T110" fmla="*/ 0 w 1153"/>
                      <a:gd name="T111" fmla="*/ 0 h 1153"/>
                      <a:gd name="T112" fmla="*/ 0 w 1153"/>
                      <a:gd name="T113" fmla="*/ 0 h 1153"/>
                      <a:gd name="T114" fmla="*/ 0 w 1153"/>
                      <a:gd name="T115" fmla="*/ 0 h 1153"/>
                      <a:gd name="T116" fmla="*/ 0 w 1153"/>
                      <a:gd name="T117" fmla="*/ 0 h 115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53"/>
                      <a:gd name="T178" fmla="*/ 0 h 1153"/>
                      <a:gd name="T179" fmla="*/ 1153 w 1153"/>
                      <a:gd name="T180" fmla="*/ 1153 h 1153"/>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53" h="1153">
                        <a:moveTo>
                          <a:pt x="1153" y="577"/>
                        </a:moveTo>
                        <a:lnTo>
                          <a:pt x="1153" y="550"/>
                        </a:lnTo>
                        <a:lnTo>
                          <a:pt x="1151" y="524"/>
                        </a:lnTo>
                        <a:lnTo>
                          <a:pt x="1148" y="498"/>
                        </a:lnTo>
                        <a:lnTo>
                          <a:pt x="1143" y="472"/>
                        </a:lnTo>
                        <a:lnTo>
                          <a:pt x="1139" y="447"/>
                        </a:lnTo>
                        <a:lnTo>
                          <a:pt x="1132" y="422"/>
                        </a:lnTo>
                        <a:lnTo>
                          <a:pt x="1125" y="398"/>
                        </a:lnTo>
                        <a:lnTo>
                          <a:pt x="1116" y="374"/>
                        </a:lnTo>
                        <a:lnTo>
                          <a:pt x="1054" y="352"/>
                        </a:lnTo>
                        <a:lnTo>
                          <a:pt x="1080" y="296"/>
                        </a:lnTo>
                        <a:lnTo>
                          <a:pt x="1070" y="279"/>
                        </a:lnTo>
                        <a:lnTo>
                          <a:pt x="1061" y="263"/>
                        </a:lnTo>
                        <a:lnTo>
                          <a:pt x="1050" y="248"/>
                        </a:lnTo>
                        <a:lnTo>
                          <a:pt x="1039" y="233"/>
                        </a:lnTo>
                        <a:lnTo>
                          <a:pt x="1027" y="217"/>
                        </a:lnTo>
                        <a:lnTo>
                          <a:pt x="1015" y="203"/>
                        </a:lnTo>
                        <a:lnTo>
                          <a:pt x="1003" y="189"/>
                        </a:lnTo>
                        <a:lnTo>
                          <a:pt x="990" y="175"/>
                        </a:lnTo>
                        <a:lnTo>
                          <a:pt x="977" y="162"/>
                        </a:lnTo>
                        <a:lnTo>
                          <a:pt x="963" y="149"/>
                        </a:lnTo>
                        <a:lnTo>
                          <a:pt x="949" y="137"/>
                        </a:lnTo>
                        <a:lnTo>
                          <a:pt x="935" y="125"/>
                        </a:lnTo>
                        <a:lnTo>
                          <a:pt x="919" y="114"/>
                        </a:lnTo>
                        <a:lnTo>
                          <a:pt x="904" y="102"/>
                        </a:lnTo>
                        <a:lnTo>
                          <a:pt x="889" y="92"/>
                        </a:lnTo>
                        <a:lnTo>
                          <a:pt x="873" y="83"/>
                        </a:lnTo>
                        <a:lnTo>
                          <a:pt x="856" y="73"/>
                        </a:lnTo>
                        <a:lnTo>
                          <a:pt x="839" y="64"/>
                        </a:lnTo>
                        <a:lnTo>
                          <a:pt x="823" y="55"/>
                        </a:lnTo>
                        <a:lnTo>
                          <a:pt x="805" y="48"/>
                        </a:lnTo>
                        <a:lnTo>
                          <a:pt x="788" y="40"/>
                        </a:lnTo>
                        <a:lnTo>
                          <a:pt x="770" y="34"/>
                        </a:lnTo>
                        <a:lnTo>
                          <a:pt x="751" y="27"/>
                        </a:lnTo>
                        <a:lnTo>
                          <a:pt x="733" y="22"/>
                        </a:lnTo>
                        <a:lnTo>
                          <a:pt x="714" y="17"/>
                        </a:lnTo>
                        <a:lnTo>
                          <a:pt x="696" y="13"/>
                        </a:lnTo>
                        <a:lnTo>
                          <a:pt x="676" y="9"/>
                        </a:lnTo>
                        <a:lnTo>
                          <a:pt x="657" y="7"/>
                        </a:lnTo>
                        <a:lnTo>
                          <a:pt x="637" y="3"/>
                        </a:lnTo>
                        <a:lnTo>
                          <a:pt x="617" y="2"/>
                        </a:lnTo>
                        <a:lnTo>
                          <a:pt x="597" y="1"/>
                        </a:lnTo>
                        <a:lnTo>
                          <a:pt x="577" y="0"/>
                        </a:lnTo>
                        <a:lnTo>
                          <a:pt x="557" y="1"/>
                        </a:lnTo>
                        <a:lnTo>
                          <a:pt x="537" y="2"/>
                        </a:lnTo>
                        <a:lnTo>
                          <a:pt x="517" y="3"/>
                        </a:lnTo>
                        <a:lnTo>
                          <a:pt x="498" y="5"/>
                        </a:lnTo>
                        <a:lnTo>
                          <a:pt x="478" y="9"/>
                        </a:lnTo>
                        <a:lnTo>
                          <a:pt x="459" y="13"/>
                        </a:lnTo>
                        <a:lnTo>
                          <a:pt x="440" y="17"/>
                        </a:lnTo>
                        <a:lnTo>
                          <a:pt x="421" y="22"/>
                        </a:lnTo>
                        <a:lnTo>
                          <a:pt x="402" y="27"/>
                        </a:lnTo>
                        <a:lnTo>
                          <a:pt x="385" y="34"/>
                        </a:lnTo>
                        <a:lnTo>
                          <a:pt x="366" y="40"/>
                        </a:lnTo>
                        <a:lnTo>
                          <a:pt x="349" y="48"/>
                        </a:lnTo>
                        <a:lnTo>
                          <a:pt x="332" y="55"/>
                        </a:lnTo>
                        <a:lnTo>
                          <a:pt x="314" y="64"/>
                        </a:lnTo>
                        <a:lnTo>
                          <a:pt x="298" y="73"/>
                        </a:lnTo>
                        <a:lnTo>
                          <a:pt x="282" y="81"/>
                        </a:lnTo>
                        <a:lnTo>
                          <a:pt x="265" y="92"/>
                        </a:lnTo>
                        <a:lnTo>
                          <a:pt x="250" y="102"/>
                        </a:lnTo>
                        <a:lnTo>
                          <a:pt x="235" y="113"/>
                        </a:lnTo>
                        <a:lnTo>
                          <a:pt x="220" y="125"/>
                        </a:lnTo>
                        <a:lnTo>
                          <a:pt x="205" y="137"/>
                        </a:lnTo>
                        <a:lnTo>
                          <a:pt x="190" y="149"/>
                        </a:lnTo>
                        <a:lnTo>
                          <a:pt x="177" y="162"/>
                        </a:lnTo>
                        <a:lnTo>
                          <a:pt x="164" y="175"/>
                        </a:lnTo>
                        <a:lnTo>
                          <a:pt x="151" y="189"/>
                        </a:lnTo>
                        <a:lnTo>
                          <a:pt x="138" y="203"/>
                        </a:lnTo>
                        <a:lnTo>
                          <a:pt x="126" y="217"/>
                        </a:lnTo>
                        <a:lnTo>
                          <a:pt x="116" y="233"/>
                        </a:lnTo>
                        <a:lnTo>
                          <a:pt x="105" y="248"/>
                        </a:lnTo>
                        <a:lnTo>
                          <a:pt x="94" y="263"/>
                        </a:lnTo>
                        <a:lnTo>
                          <a:pt x="84" y="279"/>
                        </a:lnTo>
                        <a:lnTo>
                          <a:pt x="74" y="296"/>
                        </a:lnTo>
                        <a:lnTo>
                          <a:pt x="100" y="352"/>
                        </a:lnTo>
                        <a:lnTo>
                          <a:pt x="37" y="374"/>
                        </a:lnTo>
                        <a:lnTo>
                          <a:pt x="30" y="398"/>
                        </a:lnTo>
                        <a:lnTo>
                          <a:pt x="22" y="422"/>
                        </a:lnTo>
                        <a:lnTo>
                          <a:pt x="16" y="447"/>
                        </a:lnTo>
                        <a:lnTo>
                          <a:pt x="10" y="472"/>
                        </a:lnTo>
                        <a:lnTo>
                          <a:pt x="6" y="498"/>
                        </a:lnTo>
                        <a:lnTo>
                          <a:pt x="4" y="524"/>
                        </a:lnTo>
                        <a:lnTo>
                          <a:pt x="1" y="550"/>
                        </a:lnTo>
                        <a:lnTo>
                          <a:pt x="0" y="577"/>
                        </a:lnTo>
                        <a:lnTo>
                          <a:pt x="1" y="603"/>
                        </a:lnTo>
                        <a:lnTo>
                          <a:pt x="4" y="630"/>
                        </a:lnTo>
                        <a:lnTo>
                          <a:pt x="6" y="656"/>
                        </a:lnTo>
                        <a:lnTo>
                          <a:pt x="10" y="681"/>
                        </a:lnTo>
                        <a:lnTo>
                          <a:pt x="16" y="707"/>
                        </a:lnTo>
                        <a:lnTo>
                          <a:pt x="22" y="731"/>
                        </a:lnTo>
                        <a:lnTo>
                          <a:pt x="30" y="756"/>
                        </a:lnTo>
                        <a:lnTo>
                          <a:pt x="37" y="780"/>
                        </a:lnTo>
                        <a:lnTo>
                          <a:pt x="100" y="802"/>
                        </a:lnTo>
                        <a:lnTo>
                          <a:pt x="74" y="858"/>
                        </a:lnTo>
                        <a:lnTo>
                          <a:pt x="84" y="875"/>
                        </a:lnTo>
                        <a:lnTo>
                          <a:pt x="94" y="891"/>
                        </a:lnTo>
                        <a:lnTo>
                          <a:pt x="105" y="906"/>
                        </a:lnTo>
                        <a:lnTo>
                          <a:pt x="116" y="921"/>
                        </a:lnTo>
                        <a:lnTo>
                          <a:pt x="126" y="937"/>
                        </a:lnTo>
                        <a:lnTo>
                          <a:pt x="138" y="951"/>
                        </a:lnTo>
                        <a:lnTo>
                          <a:pt x="151" y="965"/>
                        </a:lnTo>
                        <a:lnTo>
                          <a:pt x="164" y="979"/>
                        </a:lnTo>
                        <a:lnTo>
                          <a:pt x="177" y="992"/>
                        </a:lnTo>
                        <a:lnTo>
                          <a:pt x="190" y="1005"/>
                        </a:lnTo>
                        <a:lnTo>
                          <a:pt x="205" y="1017"/>
                        </a:lnTo>
                        <a:lnTo>
                          <a:pt x="220" y="1029"/>
                        </a:lnTo>
                        <a:lnTo>
                          <a:pt x="235" y="1041"/>
                        </a:lnTo>
                        <a:lnTo>
                          <a:pt x="250" y="1052"/>
                        </a:lnTo>
                        <a:lnTo>
                          <a:pt x="265" y="1062"/>
                        </a:lnTo>
                        <a:lnTo>
                          <a:pt x="282" y="1071"/>
                        </a:lnTo>
                        <a:lnTo>
                          <a:pt x="298" y="1081"/>
                        </a:lnTo>
                        <a:lnTo>
                          <a:pt x="314" y="1090"/>
                        </a:lnTo>
                        <a:lnTo>
                          <a:pt x="332" y="1099"/>
                        </a:lnTo>
                        <a:lnTo>
                          <a:pt x="349" y="1106"/>
                        </a:lnTo>
                        <a:lnTo>
                          <a:pt x="366" y="1114"/>
                        </a:lnTo>
                        <a:lnTo>
                          <a:pt x="385" y="1120"/>
                        </a:lnTo>
                        <a:lnTo>
                          <a:pt x="402" y="1127"/>
                        </a:lnTo>
                        <a:lnTo>
                          <a:pt x="421" y="1132"/>
                        </a:lnTo>
                        <a:lnTo>
                          <a:pt x="440" y="1137"/>
                        </a:lnTo>
                        <a:lnTo>
                          <a:pt x="459" y="1141"/>
                        </a:lnTo>
                        <a:lnTo>
                          <a:pt x="478" y="1145"/>
                        </a:lnTo>
                        <a:lnTo>
                          <a:pt x="498" y="1147"/>
                        </a:lnTo>
                        <a:lnTo>
                          <a:pt x="517" y="1150"/>
                        </a:lnTo>
                        <a:lnTo>
                          <a:pt x="537" y="1152"/>
                        </a:lnTo>
                        <a:lnTo>
                          <a:pt x="557" y="1153"/>
                        </a:lnTo>
                        <a:lnTo>
                          <a:pt x="577" y="1153"/>
                        </a:lnTo>
                        <a:lnTo>
                          <a:pt x="597" y="1153"/>
                        </a:lnTo>
                        <a:lnTo>
                          <a:pt x="617" y="1152"/>
                        </a:lnTo>
                        <a:lnTo>
                          <a:pt x="637" y="1150"/>
                        </a:lnTo>
                        <a:lnTo>
                          <a:pt x="657" y="1147"/>
                        </a:lnTo>
                        <a:lnTo>
                          <a:pt x="676" y="1145"/>
                        </a:lnTo>
                        <a:lnTo>
                          <a:pt x="696" y="1141"/>
                        </a:lnTo>
                        <a:lnTo>
                          <a:pt x="714" y="1137"/>
                        </a:lnTo>
                        <a:lnTo>
                          <a:pt x="733" y="1132"/>
                        </a:lnTo>
                        <a:lnTo>
                          <a:pt x="751" y="1127"/>
                        </a:lnTo>
                        <a:lnTo>
                          <a:pt x="770" y="1120"/>
                        </a:lnTo>
                        <a:lnTo>
                          <a:pt x="788" y="1114"/>
                        </a:lnTo>
                        <a:lnTo>
                          <a:pt x="805" y="1106"/>
                        </a:lnTo>
                        <a:lnTo>
                          <a:pt x="823" y="1099"/>
                        </a:lnTo>
                        <a:lnTo>
                          <a:pt x="839" y="1090"/>
                        </a:lnTo>
                        <a:lnTo>
                          <a:pt x="856" y="1081"/>
                        </a:lnTo>
                        <a:lnTo>
                          <a:pt x="873" y="1071"/>
                        </a:lnTo>
                        <a:lnTo>
                          <a:pt x="889" y="1062"/>
                        </a:lnTo>
                        <a:lnTo>
                          <a:pt x="904" y="1052"/>
                        </a:lnTo>
                        <a:lnTo>
                          <a:pt x="919" y="1040"/>
                        </a:lnTo>
                        <a:lnTo>
                          <a:pt x="935" y="1029"/>
                        </a:lnTo>
                        <a:lnTo>
                          <a:pt x="949" y="1017"/>
                        </a:lnTo>
                        <a:lnTo>
                          <a:pt x="963" y="1005"/>
                        </a:lnTo>
                        <a:lnTo>
                          <a:pt x="977" y="992"/>
                        </a:lnTo>
                        <a:lnTo>
                          <a:pt x="990" y="978"/>
                        </a:lnTo>
                        <a:lnTo>
                          <a:pt x="1003" y="965"/>
                        </a:lnTo>
                        <a:lnTo>
                          <a:pt x="1015" y="951"/>
                        </a:lnTo>
                        <a:lnTo>
                          <a:pt x="1027" y="937"/>
                        </a:lnTo>
                        <a:lnTo>
                          <a:pt x="1039" y="921"/>
                        </a:lnTo>
                        <a:lnTo>
                          <a:pt x="1050" y="906"/>
                        </a:lnTo>
                        <a:lnTo>
                          <a:pt x="1061" y="890"/>
                        </a:lnTo>
                        <a:lnTo>
                          <a:pt x="1070" y="875"/>
                        </a:lnTo>
                        <a:lnTo>
                          <a:pt x="1080" y="858"/>
                        </a:lnTo>
                        <a:lnTo>
                          <a:pt x="1054" y="802"/>
                        </a:lnTo>
                        <a:lnTo>
                          <a:pt x="1116" y="780"/>
                        </a:lnTo>
                        <a:lnTo>
                          <a:pt x="1125" y="756"/>
                        </a:lnTo>
                        <a:lnTo>
                          <a:pt x="1132" y="732"/>
                        </a:lnTo>
                        <a:lnTo>
                          <a:pt x="1139" y="707"/>
                        </a:lnTo>
                        <a:lnTo>
                          <a:pt x="1143" y="681"/>
                        </a:lnTo>
                        <a:lnTo>
                          <a:pt x="1148" y="656"/>
                        </a:lnTo>
                        <a:lnTo>
                          <a:pt x="1151" y="630"/>
                        </a:lnTo>
                        <a:lnTo>
                          <a:pt x="1153" y="603"/>
                        </a:lnTo>
                        <a:lnTo>
                          <a:pt x="1153" y="577"/>
                        </a:lnTo>
                        <a:close/>
                        <a:moveTo>
                          <a:pt x="1086" y="577"/>
                        </a:moveTo>
                        <a:lnTo>
                          <a:pt x="1085" y="603"/>
                        </a:lnTo>
                        <a:lnTo>
                          <a:pt x="1082" y="629"/>
                        </a:lnTo>
                        <a:lnTo>
                          <a:pt x="1079" y="654"/>
                        </a:lnTo>
                        <a:lnTo>
                          <a:pt x="1075" y="679"/>
                        </a:lnTo>
                        <a:lnTo>
                          <a:pt x="1069" y="704"/>
                        </a:lnTo>
                        <a:lnTo>
                          <a:pt x="1063" y="728"/>
                        </a:lnTo>
                        <a:lnTo>
                          <a:pt x="1054" y="752"/>
                        </a:lnTo>
                        <a:lnTo>
                          <a:pt x="1045" y="775"/>
                        </a:lnTo>
                        <a:lnTo>
                          <a:pt x="1036" y="798"/>
                        </a:lnTo>
                        <a:lnTo>
                          <a:pt x="1024" y="819"/>
                        </a:lnTo>
                        <a:lnTo>
                          <a:pt x="1012" y="841"/>
                        </a:lnTo>
                        <a:lnTo>
                          <a:pt x="999" y="862"/>
                        </a:lnTo>
                        <a:lnTo>
                          <a:pt x="985" y="881"/>
                        </a:lnTo>
                        <a:lnTo>
                          <a:pt x="969" y="901"/>
                        </a:lnTo>
                        <a:lnTo>
                          <a:pt x="953" y="919"/>
                        </a:lnTo>
                        <a:lnTo>
                          <a:pt x="937" y="937"/>
                        </a:lnTo>
                        <a:lnTo>
                          <a:pt x="919" y="953"/>
                        </a:lnTo>
                        <a:lnTo>
                          <a:pt x="901" y="969"/>
                        </a:lnTo>
                        <a:lnTo>
                          <a:pt x="881" y="984"/>
                        </a:lnTo>
                        <a:lnTo>
                          <a:pt x="862" y="999"/>
                        </a:lnTo>
                        <a:lnTo>
                          <a:pt x="840" y="1012"/>
                        </a:lnTo>
                        <a:lnTo>
                          <a:pt x="819" y="1024"/>
                        </a:lnTo>
                        <a:lnTo>
                          <a:pt x="798" y="1035"/>
                        </a:lnTo>
                        <a:lnTo>
                          <a:pt x="775" y="1045"/>
                        </a:lnTo>
                        <a:lnTo>
                          <a:pt x="752" y="1055"/>
                        </a:lnTo>
                        <a:lnTo>
                          <a:pt x="728" y="1063"/>
                        </a:lnTo>
                        <a:lnTo>
                          <a:pt x="704" y="1069"/>
                        </a:lnTo>
                        <a:lnTo>
                          <a:pt x="679" y="1075"/>
                        </a:lnTo>
                        <a:lnTo>
                          <a:pt x="654" y="1080"/>
                        </a:lnTo>
                        <a:lnTo>
                          <a:pt x="629" y="1083"/>
                        </a:lnTo>
                        <a:lnTo>
                          <a:pt x="603" y="1084"/>
                        </a:lnTo>
                        <a:lnTo>
                          <a:pt x="577" y="1085"/>
                        </a:lnTo>
                        <a:lnTo>
                          <a:pt x="551" y="1084"/>
                        </a:lnTo>
                        <a:lnTo>
                          <a:pt x="525" y="1083"/>
                        </a:lnTo>
                        <a:lnTo>
                          <a:pt x="500" y="1080"/>
                        </a:lnTo>
                        <a:lnTo>
                          <a:pt x="475" y="1075"/>
                        </a:lnTo>
                        <a:lnTo>
                          <a:pt x="450" y="1069"/>
                        </a:lnTo>
                        <a:lnTo>
                          <a:pt x="426" y="1063"/>
                        </a:lnTo>
                        <a:lnTo>
                          <a:pt x="402" y="1055"/>
                        </a:lnTo>
                        <a:lnTo>
                          <a:pt x="380" y="1045"/>
                        </a:lnTo>
                        <a:lnTo>
                          <a:pt x="357" y="1035"/>
                        </a:lnTo>
                        <a:lnTo>
                          <a:pt x="335" y="1024"/>
                        </a:lnTo>
                        <a:lnTo>
                          <a:pt x="313" y="1012"/>
                        </a:lnTo>
                        <a:lnTo>
                          <a:pt x="293" y="999"/>
                        </a:lnTo>
                        <a:lnTo>
                          <a:pt x="273" y="984"/>
                        </a:lnTo>
                        <a:lnTo>
                          <a:pt x="253" y="969"/>
                        </a:lnTo>
                        <a:lnTo>
                          <a:pt x="235" y="953"/>
                        </a:lnTo>
                        <a:lnTo>
                          <a:pt x="218" y="937"/>
                        </a:lnTo>
                        <a:lnTo>
                          <a:pt x="200" y="919"/>
                        </a:lnTo>
                        <a:lnTo>
                          <a:pt x="185" y="901"/>
                        </a:lnTo>
                        <a:lnTo>
                          <a:pt x="170" y="881"/>
                        </a:lnTo>
                        <a:lnTo>
                          <a:pt x="156" y="862"/>
                        </a:lnTo>
                        <a:lnTo>
                          <a:pt x="143" y="841"/>
                        </a:lnTo>
                        <a:lnTo>
                          <a:pt x="130" y="819"/>
                        </a:lnTo>
                        <a:lnTo>
                          <a:pt x="119" y="798"/>
                        </a:lnTo>
                        <a:lnTo>
                          <a:pt x="109" y="775"/>
                        </a:lnTo>
                        <a:lnTo>
                          <a:pt x="99" y="752"/>
                        </a:lnTo>
                        <a:lnTo>
                          <a:pt x="92" y="728"/>
                        </a:lnTo>
                        <a:lnTo>
                          <a:pt x="85" y="704"/>
                        </a:lnTo>
                        <a:lnTo>
                          <a:pt x="79" y="679"/>
                        </a:lnTo>
                        <a:lnTo>
                          <a:pt x="74" y="654"/>
                        </a:lnTo>
                        <a:lnTo>
                          <a:pt x="71" y="629"/>
                        </a:lnTo>
                        <a:lnTo>
                          <a:pt x="69" y="603"/>
                        </a:lnTo>
                        <a:lnTo>
                          <a:pt x="69" y="577"/>
                        </a:lnTo>
                        <a:lnTo>
                          <a:pt x="69" y="551"/>
                        </a:lnTo>
                        <a:lnTo>
                          <a:pt x="71" y="525"/>
                        </a:lnTo>
                        <a:lnTo>
                          <a:pt x="74" y="500"/>
                        </a:lnTo>
                        <a:lnTo>
                          <a:pt x="79" y="475"/>
                        </a:lnTo>
                        <a:lnTo>
                          <a:pt x="85" y="450"/>
                        </a:lnTo>
                        <a:lnTo>
                          <a:pt x="92" y="426"/>
                        </a:lnTo>
                        <a:lnTo>
                          <a:pt x="99" y="402"/>
                        </a:lnTo>
                        <a:lnTo>
                          <a:pt x="109" y="379"/>
                        </a:lnTo>
                        <a:lnTo>
                          <a:pt x="119" y="356"/>
                        </a:lnTo>
                        <a:lnTo>
                          <a:pt x="130" y="335"/>
                        </a:lnTo>
                        <a:lnTo>
                          <a:pt x="143" y="313"/>
                        </a:lnTo>
                        <a:lnTo>
                          <a:pt x="156" y="292"/>
                        </a:lnTo>
                        <a:lnTo>
                          <a:pt x="170" y="273"/>
                        </a:lnTo>
                        <a:lnTo>
                          <a:pt x="185" y="253"/>
                        </a:lnTo>
                        <a:lnTo>
                          <a:pt x="200" y="235"/>
                        </a:lnTo>
                        <a:lnTo>
                          <a:pt x="218" y="217"/>
                        </a:lnTo>
                        <a:lnTo>
                          <a:pt x="235" y="200"/>
                        </a:lnTo>
                        <a:lnTo>
                          <a:pt x="253" y="185"/>
                        </a:lnTo>
                        <a:lnTo>
                          <a:pt x="273" y="170"/>
                        </a:lnTo>
                        <a:lnTo>
                          <a:pt x="293" y="155"/>
                        </a:lnTo>
                        <a:lnTo>
                          <a:pt x="313" y="142"/>
                        </a:lnTo>
                        <a:lnTo>
                          <a:pt x="335" y="129"/>
                        </a:lnTo>
                        <a:lnTo>
                          <a:pt x="357" y="118"/>
                        </a:lnTo>
                        <a:lnTo>
                          <a:pt x="380" y="109"/>
                        </a:lnTo>
                        <a:lnTo>
                          <a:pt x="402" y="99"/>
                        </a:lnTo>
                        <a:lnTo>
                          <a:pt x="426" y="91"/>
                        </a:lnTo>
                        <a:lnTo>
                          <a:pt x="450" y="85"/>
                        </a:lnTo>
                        <a:lnTo>
                          <a:pt x="475" y="78"/>
                        </a:lnTo>
                        <a:lnTo>
                          <a:pt x="500" y="74"/>
                        </a:lnTo>
                        <a:lnTo>
                          <a:pt x="525" y="71"/>
                        </a:lnTo>
                        <a:lnTo>
                          <a:pt x="551" y="68"/>
                        </a:lnTo>
                        <a:lnTo>
                          <a:pt x="577" y="68"/>
                        </a:lnTo>
                        <a:lnTo>
                          <a:pt x="603" y="68"/>
                        </a:lnTo>
                        <a:lnTo>
                          <a:pt x="629" y="71"/>
                        </a:lnTo>
                        <a:lnTo>
                          <a:pt x="654" y="74"/>
                        </a:lnTo>
                        <a:lnTo>
                          <a:pt x="679" y="78"/>
                        </a:lnTo>
                        <a:lnTo>
                          <a:pt x="704" y="85"/>
                        </a:lnTo>
                        <a:lnTo>
                          <a:pt x="728" y="91"/>
                        </a:lnTo>
                        <a:lnTo>
                          <a:pt x="752" y="99"/>
                        </a:lnTo>
                        <a:lnTo>
                          <a:pt x="775" y="109"/>
                        </a:lnTo>
                        <a:lnTo>
                          <a:pt x="798" y="118"/>
                        </a:lnTo>
                        <a:lnTo>
                          <a:pt x="819" y="129"/>
                        </a:lnTo>
                        <a:lnTo>
                          <a:pt x="840" y="142"/>
                        </a:lnTo>
                        <a:lnTo>
                          <a:pt x="862" y="155"/>
                        </a:lnTo>
                        <a:lnTo>
                          <a:pt x="881" y="170"/>
                        </a:lnTo>
                        <a:lnTo>
                          <a:pt x="901" y="185"/>
                        </a:lnTo>
                        <a:lnTo>
                          <a:pt x="919" y="200"/>
                        </a:lnTo>
                        <a:lnTo>
                          <a:pt x="937" y="217"/>
                        </a:lnTo>
                        <a:lnTo>
                          <a:pt x="953" y="235"/>
                        </a:lnTo>
                        <a:lnTo>
                          <a:pt x="969" y="253"/>
                        </a:lnTo>
                        <a:lnTo>
                          <a:pt x="985" y="273"/>
                        </a:lnTo>
                        <a:lnTo>
                          <a:pt x="999" y="292"/>
                        </a:lnTo>
                        <a:lnTo>
                          <a:pt x="1012" y="313"/>
                        </a:lnTo>
                        <a:lnTo>
                          <a:pt x="1024" y="335"/>
                        </a:lnTo>
                        <a:lnTo>
                          <a:pt x="1036" y="356"/>
                        </a:lnTo>
                        <a:lnTo>
                          <a:pt x="1045" y="379"/>
                        </a:lnTo>
                        <a:lnTo>
                          <a:pt x="1054" y="402"/>
                        </a:lnTo>
                        <a:lnTo>
                          <a:pt x="1063" y="426"/>
                        </a:lnTo>
                        <a:lnTo>
                          <a:pt x="1069" y="450"/>
                        </a:lnTo>
                        <a:lnTo>
                          <a:pt x="1075" y="475"/>
                        </a:lnTo>
                        <a:lnTo>
                          <a:pt x="1079" y="500"/>
                        </a:lnTo>
                        <a:lnTo>
                          <a:pt x="1082" y="525"/>
                        </a:lnTo>
                        <a:lnTo>
                          <a:pt x="1085" y="551"/>
                        </a:lnTo>
                        <a:lnTo>
                          <a:pt x="1086" y="577"/>
                        </a:lnTo>
                        <a:close/>
                      </a:path>
                    </a:pathLst>
                  </a:custGeom>
                  <a:solidFill>
                    <a:srgbClr val="F1AB09"/>
                  </a:solidFill>
                  <a:ln>
                    <a:noFill/>
                  </a:ln>
                </p:spPr>
                <p:txBody>
                  <a:bodyPr/>
                  <a:lstStyle/>
                  <a:p>
                    <a:pPr>
                      <a:defRPr/>
                    </a:pPr>
                    <a:endParaRPr lang="en-US" sz="1050">
                      <a:latin typeface="+mj-lt"/>
                    </a:endParaRPr>
                  </a:p>
                </p:txBody>
              </p:sp>
              <p:sp>
                <p:nvSpPr>
                  <p:cNvPr id="41676" name="Freeform 455">
                    <a:extLst>
                      <a:ext uri="{FF2B5EF4-FFF2-40B4-BE49-F238E27FC236}">
                        <a16:creationId xmlns="" xmlns:a16="http://schemas.microsoft.com/office/drawing/2014/main" id="{6A03B13A-2E10-D18E-2B7F-19545D665E9E}"/>
                      </a:ext>
                    </a:extLst>
                  </p:cNvPr>
                  <p:cNvSpPr>
                    <a:spLocks noEditPoints="1"/>
                  </p:cNvSpPr>
                  <p:nvPr/>
                </p:nvSpPr>
                <p:spPr bwMode="auto">
                  <a:xfrm>
                    <a:off x="3259" y="1960"/>
                    <a:ext cx="181" cy="183"/>
                  </a:xfrm>
                  <a:custGeom>
                    <a:avLst/>
                    <a:gdLst>
                      <a:gd name="T0" fmla="*/ 0 w 1084"/>
                      <a:gd name="T1" fmla="*/ 0 h 1084"/>
                      <a:gd name="T2" fmla="*/ 0 w 1084"/>
                      <a:gd name="T3" fmla="*/ 0 h 1084"/>
                      <a:gd name="T4" fmla="*/ 0 w 1084"/>
                      <a:gd name="T5" fmla="*/ 0 h 1084"/>
                      <a:gd name="T6" fmla="*/ 0 w 1084"/>
                      <a:gd name="T7" fmla="*/ 0 h 1084"/>
                      <a:gd name="T8" fmla="*/ 0 w 1084"/>
                      <a:gd name="T9" fmla="*/ 0 h 1084"/>
                      <a:gd name="T10" fmla="*/ 0 w 1084"/>
                      <a:gd name="T11" fmla="*/ 0 h 1084"/>
                      <a:gd name="T12" fmla="*/ 0 w 1084"/>
                      <a:gd name="T13" fmla="*/ 0 h 1084"/>
                      <a:gd name="T14" fmla="*/ 0 w 1084"/>
                      <a:gd name="T15" fmla="*/ 0 h 1084"/>
                      <a:gd name="T16" fmla="*/ 0 w 1084"/>
                      <a:gd name="T17" fmla="*/ 0 h 1084"/>
                      <a:gd name="T18" fmla="*/ 0 w 1084"/>
                      <a:gd name="T19" fmla="*/ 0 h 1084"/>
                      <a:gd name="T20" fmla="*/ 0 w 1084"/>
                      <a:gd name="T21" fmla="*/ 0 h 1084"/>
                      <a:gd name="T22" fmla="*/ 0 w 1084"/>
                      <a:gd name="T23" fmla="*/ 0 h 1084"/>
                      <a:gd name="T24" fmla="*/ 0 w 1084"/>
                      <a:gd name="T25" fmla="*/ 0 h 1084"/>
                      <a:gd name="T26" fmla="*/ 0 w 1084"/>
                      <a:gd name="T27" fmla="*/ 0 h 1084"/>
                      <a:gd name="T28" fmla="*/ 0 w 1084"/>
                      <a:gd name="T29" fmla="*/ 0 h 1084"/>
                      <a:gd name="T30" fmla="*/ 0 w 1084"/>
                      <a:gd name="T31" fmla="*/ 0 h 1084"/>
                      <a:gd name="T32" fmla="*/ 0 w 1084"/>
                      <a:gd name="T33" fmla="*/ 0 h 1084"/>
                      <a:gd name="T34" fmla="*/ 0 w 1084"/>
                      <a:gd name="T35" fmla="*/ 0 h 1084"/>
                      <a:gd name="T36" fmla="*/ 0 w 1084"/>
                      <a:gd name="T37" fmla="*/ 0 h 1084"/>
                      <a:gd name="T38" fmla="*/ 0 w 1084"/>
                      <a:gd name="T39" fmla="*/ 0 h 1084"/>
                      <a:gd name="T40" fmla="*/ 0 w 1084"/>
                      <a:gd name="T41" fmla="*/ 0 h 1084"/>
                      <a:gd name="T42" fmla="*/ 0 w 1084"/>
                      <a:gd name="T43" fmla="*/ 0 h 1084"/>
                      <a:gd name="T44" fmla="*/ 0 w 1084"/>
                      <a:gd name="T45" fmla="*/ 0 h 1084"/>
                      <a:gd name="T46" fmla="*/ 0 w 1084"/>
                      <a:gd name="T47" fmla="*/ 0 h 1084"/>
                      <a:gd name="T48" fmla="*/ 0 w 1084"/>
                      <a:gd name="T49" fmla="*/ 0 h 1084"/>
                      <a:gd name="T50" fmla="*/ 0 w 1084"/>
                      <a:gd name="T51" fmla="*/ 0 h 1084"/>
                      <a:gd name="T52" fmla="*/ 0 w 1084"/>
                      <a:gd name="T53" fmla="*/ 0 h 1084"/>
                      <a:gd name="T54" fmla="*/ 0 w 1084"/>
                      <a:gd name="T55" fmla="*/ 0 h 1084"/>
                      <a:gd name="T56" fmla="*/ 0 w 1084"/>
                      <a:gd name="T57" fmla="*/ 0 h 1084"/>
                      <a:gd name="T58" fmla="*/ 0 w 1084"/>
                      <a:gd name="T59" fmla="*/ 0 h 1084"/>
                      <a:gd name="T60" fmla="*/ 0 w 1084"/>
                      <a:gd name="T61" fmla="*/ 0 h 1084"/>
                      <a:gd name="T62" fmla="*/ 0 w 1084"/>
                      <a:gd name="T63" fmla="*/ 0 h 1084"/>
                      <a:gd name="T64" fmla="*/ 0 w 1084"/>
                      <a:gd name="T65" fmla="*/ 0 h 1084"/>
                      <a:gd name="T66" fmla="*/ 0 w 1084"/>
                      <a:gd name="T67" fmla="*/ 0 h 1084"/>
                      <a:gd name="T68" fmla="*/ 0 w 1084"/>
                      <a:gd name="T69" fmla="*/ 0 h 1084"/>
                      <a:gd name="T70" fmla="*/ 0 w 1084"/>
                      <a:gd name="T71" fmla="*/ 0 h 1084"/>
                      <a:gd name="T72" fmla="*/ 0 w 1084"/>
                      <a:gd name="T73" fmla="*/ 0 h 1084"/>
                      <a:gd name="T74" fmla="*/ 0 w 1084"/>
                      <a:gd name="T75" fmla="*/ 0 h 1084"/>
                      <a:gd name="T76" fmla="*/ 0 w 1084"/>
                      <a:gd name="T77" fmla="*/ 0 h 1084"/>
                      <a:gd name="T78" fmla="*/ 0 w 1084"/>
                      <a:gd name="T79" fmla="*/ 0 h 1084"/>
                      <a:gd name="T80" fmla="*/ 0 w 1084"/>
                      <a:gd name="T81" fmla="*/ 0 h 1084"/>
                      <a:gd name="T82" fmla="*/ 0 w 1084"/>
                      <a:gd name="T83" fmla="*/ 0 h 1084"/>
                      <a:gd name="T84" fmla="*/ 0 w 1084"/>
                      <a:gd name="T85" fmla="*/ 0 h 1084"/>
                      <a:gd name="T86" fmla="*/ 0 w 1084"/>
                      <a:gd name="T87" fmla="*/ 0 h 1084"/>
                      <a:gd name="T88" fmla="*/ 0 w 1084"/>
                      <a:gd name="T89" fmla="*/ 0 h 1084"/>
                      <a:gd name="T90" fmla="*/ 0 w 1084"/>
                      <a:gd name="T91" fmla="*/ 0 h 1084"/>
                      <a:gd name="T92" fmla="*/ 0 w 1084"/>
                      <a:gd name="T93" fmla="*/ 0 h 1084"/>
                      <a:gd name="T94" fmla="*/ 0 w 1084"/>
                      <a:gd name="T95" fmla="*/ 0 h 1084"/>
                      <a:gd name="T96" fmla="*/ 0 w 1084"/>
                      <a:gd name="T97" fmla="*/ 0 h 1084"/>
                      <a:gd name="T98" fmla="*/ 0 w 1084"/>
                      <a:gd name="T99" fmla="*/ 0 h 1084"/>
                      <a:gd name="T100" fmla="*/ 0 w 1084"/>
                      <a:gd name="T101" fmla="*/ 0 h 1084"/>
                      <a:gd name="T102" fmla="*/ 0 w 1084"/>
                      <a:gd name="T103" fmla="*/ 0 h 1084"/>
                      <a:gd name="T104" fmla="*/ 0 w 1084"/>
                      <a:gd name="T105" fmla="*/ 0 h 1084"/>
                      <a:gd name="T106" fmla="*/ 0 w 1084"/>
                      <a:gd name="T107" fmla="*/ 0 h 1084"/>
                      <a:gd name="T108" fmla="*/ 0 w 1084"/>
                      <a:gd name="T109" fmla="*/ 0 h 1084"/>
                      <a:gd name="T110" fmla="*/ 0 w 1084"/>
                      <a:gd name="T111" fmla="*/ 0 h 1084"/>
                      <a:gd name="T112" fmla="*/ 0 w 1084"/>
                      <a:gd name="T113" fmla="*/ 0 h 1084"/>
                      <a:gd name="T114" fmla="*/ 0 w 1084"/>
                      <a:gd name="T115" fmla="*/ 0 h 1084"/>
                      <a:gd name="T116" fmla="*/ 0 w 1084"/>
                      <a:gd name="T117" fmla="*/ 0 h 108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84"/>
                      <a:gd name="T178" fmla="*/ 0 h 1084"/>
                      <a:gd name="T179" fmla="*/ 1084 w 1084"/>
                      <a:gd name="T180" fmla="*/ 1084 h 108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84" h="1084">
                        <a:moveTo>
                          <a:pt x="1084" y="542"/>
                        </a:moveTo>
                        <a:lnTo>
                          <a:pt x="1083" y="513"/>
                        </a:lnTo>
                        <a:lnTo>
                          <a:pt x="1081" y="484"/>
                        </a:lnTo>
                        <a:lnTo>
                          <a:pt x="1078" y="456"/>
                        </a:lnTo>
                        <a:lnTo>
                          <a:pt x="1072" y="429"/>
                        </a:lnTo>
                        <a:lnTo>
                          <a:pt x="1066" y="402"/>
                        </a:lnTo>
                        <a:lnTo>
                          <a:pt x="1058" y="375"/>
                        </a:lnTo>
                        <a:lnTo>
                          <a:pt x="1048" y="349"/>
                        </a:lnTo>
                        <a:lnTo>
                          <a:pt x="1039" y="324"/>
                        </a:lnTo>
                        <a:lnTo>
                          <a:pt x="1019" y="317"/>
                        </a:lnTo>
                        <a:lnTo>
                          <a:pt x="1027" y="300"/>
                        </a:lnTo>
                        <a:lnTo>
                          <a:pt x="1018" y="282"/>
                        </a:lnTo>
                        <a:lnTo>
                          <a:pt x="1009" y="267"/>
                        </a:lnTo>
                        <a:lnTo>
                          <a:pt x="1000" y="251"/>
                        </a:lnTo>
                        <a:lnTo>
                          <a:pt x="990" y="236"/>
                        </a:lnTo>
                        <a:lnTo>
                          <a:pt x="979" y="220"/>
                        </a:lnTo>
                        <a:lnTo>
                          <a:pt x="967" y="205"/>
                        </a:lnTo>
                        <a:lnTo>
                          <a:pt x="956" y="191"/>
                        </a:lnTo>
                        <a:lnTo>
                          <a:pt x="943" y="178"/>
                        </a:lnTo>
                        <a:lnTo>
                          <a:pt x="931" y="164"/>
                        </a:lnTo>
                        <a:lnTo>
                          <a:pt x="918" y="151"/>
                        </a:lnTo>
                        <a:lnTo>
                          <a:pt x="904" y="139"/>
                        </a:lnTo>
                        <a:lnTo>
                          <a:pt x="891" y="126"/>
                        </a:lnTo>
                        <a:lnTo>
                          <a:pt x="876" y="115"/>
                        </a:lnTo>
                        <a:lnTo>
                          <a:pt x="862" y="103"/>
                        </a:lnTo>
                        <a:lnTo>
                          <a:pt x="846" y="93"/>
                        </a:lnTo>
                        <a:lnTo>
                          <a:pt x="831" y="82"/>
                        </a:lnTo>
                        <a:lnTo>
                          <a:pt x="815" y="73"/>
                        </a:lnTo>
                        <a:lnTo>
                          <a:pt x="799" y="64"/>
                        </a:lnTo>
                        <a:lnTo>
                          <a:pt x="782" y="55"/>
                        </a:lnTo>
                        <a:lnTo>
                          <a:pt x="765" y="48"/>
                        </a:lnTo>
                        <a:lnTo>
                          <a:pt x="749" y="40"/>
                        </a:lnTo>
                        <a:lnTo>
                          <a:pt x="730" y="33"/>
                        </a:lnTo>
                        <a:lnTo>
                          <a:pt x="713" y="27"/>
                        </a:lnTo>
                        <a:lnTo>
                          <a:pt x="695" y="21"/>
                        </a:lnTo>
                        <a:lnTo>
                          <a:pt x="677" y="16"/>
                        </a:lnTo>
                        <a:lnTo>
                          <a:pt x="658" y="12"/>
                        </a:lnTo>
                        <a:lnTo>
                          <a:pt x="639" y="8"/>
                        </a:lnTo>
                        <a:lnTo>
                          <a:pt x="620" y="5"/>
                        </a:lnTo>
                        <a:lnTo>
                          <a:pt x="601" y="3"/>
                        </a:lnTo>
                        <a:lnTo>
                          <a:pt x="581" y="1"/>
                        </a:lnTo>
                        <a:lnTo>
                          <a:pt x="562" y="0"/>
                        </a:lnTo>
                        <a:lnTo>
                          <a:pt x="542" y="0"/>
                        </a:lnTo>
                        <a:lnTo>
                          <a:pt x="523" y="0"/>
                        </a:lnTo>
                        <a:lnTo>
                          <a:pt x="503" y="1"/>
                        </a:lnTo>
                        <a:lnTo>
                          <a:pt x="484" y="3"/>
                        </a:lnTo>
                        <a:lnTo>
                          <a:pt x="464" y="5"/>
                        </a:lnTo>
                        <a:lnTo>
                          <a:pt x="444" y="8"/>
                        </a:lnTo>
                        <a:lnTo>
                          <a:pt x="426" y="12"/>
                        </a:lnTo>
                        <a:lnTo>
                          <a:pt x="408" y="16"/>
                        </a:lnTo>
                        <a:lnTo>
                          <a:pt x="389" y="21"/>
                        </a:lnTo>
                        <a:lnTo>
                          <a:pt x="372" y="27"/>
                        </a:lnTo>
                        <a:lnTo>
                          <a:pt x="353" y="33"/>
                        </a:lnTo>
                        <a:lnTo>
                          <a:pt x="336" y="40"/>
                        </a:lnTo>
                        <a:lnTo>
                          <a:pt x="318" y="48"/>
                        </a:lnTo>
                        <a:lnTo>
                          <a:pt x="302" y="55"/>
                        </a:lnTo>
                        <a:lnTo>
                          <a:pt x="286" y="64"/>
                        </a:lnTo>
                        <a:lnTo>
                          <a:pt x="270" y="73"/>
                        </a:lnTo>
                        <a:lnTo>
                          <a:pt x="253" y="82"/>
                        </a:lnTo>
                        <a:lnTo>
                          <a:pt x="238" y="93"/>
                        </a:lnTo>
                        <a:lnTo>
                          <a:pt x="223" y="103"/>
                        </a:lnTo>
                        <a:lnTo>
                          <a:pt x="208" y="115"/>
                        </a:lnTo>
                        <a:lnTo>
                          <a:pt x="194" y="126"/>
                        </a:lnTo>
                        <a:lnTo>
                          <a:pt x="179" y="139"/>
                        </a:lnTo>
                        <a:lnTo>
                          <a:pt x="166" y="151"/>
                        </a:lnTo>
                        <a:lnTo>
                          <a:pt x="153" y="164"/>
                        </a:lnTo>
                        <a:lnTo>
                          <a:pt x="140" y="177"/>
                        </a:lnTo>
                        <a:lnTo>
                          <a:pt x="128" y="191"/>
                        </a:lnTo>
                        <a:lnTo>
                          <a:pt x="116" y="205"/>
                        </a:lnTo>
                        <a:lnTo>
                          <a:pt x="106" y="220"/>
                        </a:lnTo>
                        <a:lnTo>
                          <a:pt x="95" y="236"/>
                        </a:lnTo>
                        <a:lnTo>
                          <a:pt x="85" y="251"/>
                        </a:lnTo>
                        <a:lnTo>
                          <a:pt x="75" y="266"/>
                        </a:lnTo>
                        <a:lnTo>
                          <a:pt x="65" y="282"/>
                        </a:lnTo>
                        <a:lnTo>
                          <a:pt x="57" y="299"/>
                        </a:lnTo>
                        <a:lnTo>
                          <a:pt x="65" y="317"/>
                        </a:lnTo>
                        <a:lnTo>
                          <a:pt x="46" y="324"/>
                        </a:lnTo>
                        <a:lnTo>
                          <a:pt x="35" y="349"/>
                        </a:lnTo>
                        <a:lnTo>
                          <a:pt x="26" y="375"/>
                        </a:lnTo>
                        <a:lnTo>
                          <a:pt x="19" y="402"/>
                        </a:lnTo>
                        <a:lnTo>
                          <a:pt x="12" y="429"/>
                        </a:lnTo>
                        <a:lnTo>
                          <a:pt x="7" y="456"/>
                        </a:lnTo>
                        <a:lnTo>
                          <a:pt x="2" y="484"/>
                        </a:lnTo>
                        <a:lnTo>
                          <a:pt x="0" y="513"/>
                        </a:lnTo>
                        <a:lnTo>
                          <a:pt x="0" y="542"/>
                        </a:lnTo>
                        <a:lnTo>
                          <a:pt x="0" y="571"/>
                        </a:lnTo>
                        <a:lnTo>
                          <a:pt x="2" y="600"/>
                        </a:lnTo>
                        <a:lnTo>
                          <a:pt x="7" y="628"/>
                        </a:lnTo>
                        <a:lnTo>
                          <a:pt x="12" y="655"/>
                        </a:lnTo>
                        <a:lnTo>
                          <a:pt x="18" y="682"/>
                        </a:lnTo>
                        <a:lnTo>
                          <a:pt x="26" y="709"/>
                        </a:lnTo>
                        <a:lnTo>
                          <a:pt x="35" y="734"/>
                        </a:lnTo>
                        <a:lnTo>
                          <a:pt x="46" y="760"/>
                        </a:lnTo>
                        <a:lnTo>
                          <a:pt x="65" y="767"/>
                        </a:lnTo>
                        <a:lnTo>
                          <a:pt x="57" y="784"/>
                        </a:lnTo>
                        <a:lnTo>
                          <a:pt x="65" y="802"/>
                        </a:lnTo>
                        <a:lnTo>
                          <a:pt x="75" y="818"/>
                        </a:lnTo>
                        <a:lnTo>
                          <a:pt x="85" y="833"/>
                        </a:lnTo>
                        <a:lnTo>
                          <a:pt x="95" y="848"/>
                        </a:lnTo>
                        <a:lnTo>
                          <a:pt x="106" y="864"/>
                        </a:lnTo>
                        <a:lnTo>
                          <a:pt x="116" y="879"/>
                        </a:lnTo>
                        <a:lnTo>
                          <a:pt x="128" y="893"/>
                        </a:lnTo>
                        <a:lnTo>
                          <a:pt x="140" y="907"/>
                        </a:lnTo>
                        <a:lnTo>
                          <a:pt x="153" y="920"/>
                        </a:lnTo>
                        <a:lnTo>
                          <a:pt x="166" y="933"/>
                        </a:lnTo>
                        <a:lnTo>
                          <a:pt x="179" y="945"/>
                        </a:lnTo>
                        <a:lnTo>
                          <a:pt x="194" y="958"/>
                        </a:lnTo>
                        <a:lnTo>
                          <a:pt x="208" y="969"/>
                        </a:lnTo>
                        <a:lnTo>
                          <a:pt x="223" y="980"/>
                        </a:lnTo>
                        <a:lnTo>
                          <a:pt x="238" y="991"/>
                        </a:lnTo>
                        <a:lnTo>
                          <a:pt x="253" y="1002"/>
                        </a:lnTo>
                        <a:lnTo>
                          <a:pt x="270" y="1010"/>
                        </a:lnTo>
                        <a:lnTo>
                          <a:pt x="286" y="1020"/>
                        </a:lnTo>
                        <a:lnTo>
                          <a:pt x="302" y="1029"/>
                        </a:lnTo>
                        <a:lnTo>
                          <a:pt x="318" y="1036"/>
                        </a:lnTo>
                        <a:lnTo>
                          <a:pt x="336" y="1044"/>
                        </a:lnTo>
                        <a:lnTo>
                          <a:pt x="353" y="1050"/>
                        </a:lnTo>
                        <a:lnTo>
                          <a:pt x="372" y="1057"/>
                        </a:lnTo>
                        <a:lnTo>
                          <a:pt x="389" y="1062"/>
                        </a:lnTo>
                        <a:lnTo>
                          <a:pt x="408" y="1068"/>
                        </a:lnTo>
                        <a:lnTo>
                          <a:pt x="426" y="1072"/>
                        </a:lnTo>
                        <a:lnTo>
                          <a:pt x="444" y="1075"/>
                        </a:lnTo>
                        <a:lnTo>
                          <a:pt x="464" y="1079"/>
                        </a:lnTo>
                        <a:lnTo>
                          <a:pt x="484" y="1081"/>
                        </a:lnTo>
                        <a:lnTo>
                          <a:pt x="503" y="1083"/>
                        </a:lnTo>
                        <a:lnTo>
                          <a:pt x="523" y="1084"/>
                        </a:lnTo>
                        <a:lnTo>
                          <a:pt x="542" y="1084"/>
                        </a:lnTo>
                        <a:lnTo>
                          <a:pt x="562" y="1084"/>
                        </a:lnTo>
                        <a:lnTo>
                          <a:pt x="581" y="1083"/>
                        </a:lnTo>
                        <a:lnTo>
                          <a:pt x="601" y="1081"/>
                        </a:lnTo>
                        <a:lnTo>
                          <a:pt x="620" y="1079"/>
                        </a:lnTo>
                        <a:lnTo>
                          <a:pt x="639" y="1075"/>
                        </a:lnTo>
                        <a:lnTo>
                          <a:pt x="658" y="1072"/>
                        </a:lnTo>
                        <a:lnTo>
                          <a:pt x="677" y="1068"/>
                        </a:lnTo>
                        <a:lnTo>
                          <a:pt x="695" y="1062"/>
                        </a:lnTo>
                        <a:lnTo>
                          <a:pt x="713" y="1057"/>
                        </a:lnTo>
                        <a:lnTo>
                          <a:pt x="730" y="1050"/>
                        </a:lnTo>
                        <a:lnTo>
                          <a:pt x="749" y="1044"/>
                        </a:lnTo>
                        <a:lnTo>
                          <a:pt x="765" y="1036"/>
                        </a:lnTo>
                        <a:lnTo>
                          <a:pt x="782" y="1029"/>
                        </a:lnTo>
                        <a:lnTo>
                          <a:pt x="799" y="1020"/>
                        </a:lnTo>
                        <a:lnTo>
                          <a:pt x="815" y="1010"/>
                        </a:lnTo>
                        <a:lnTo>
                          <a:pt x="831" y="1002"/>
                        </a:lnTo>
                        <a:lnTo>
                          <a:pt x="846" y="991"/>
                        </a:lnTo>
                        <a:lnTo>
                          <a:pt x="862" y="980"/>
                        </a:lnTo>
                        <a:lnTo>
                          <a:pt x="876" y="969"/>
                        </a:lnTo>
                        <a:lnTo>
                          <a:pt x="891" y="957"/>
                        </a:lnTo>
                        <a:lnTo>
                          <a:pt x="904" y="945"/>
                        </a:lnTo>
                        <a:lnTo>
                          <a:pt x="918" y="933"/>
                        </a:lnTo>
                        <a:lnTo>
                          <a:pt x="931" y="920"/>
                        </a:lnTo>
                        <a:lnTo>
                          <a:pt x="943" y="906"/>
                        </a:lnTo>
                        <a:lnTo>
                          <a:pt x="956" y="893"/>
                        </a:lnTo>
                        <a:lnTo>
                          <a:pt x="967" y="878"/>
                        </a:lnTo>
                        <a:lnTo>
                          <a:pt x="979" y="864"/>
                        </a:lnTo>
                        <a:lnTo>
                          <a:pt x="990" y="848"/>
                        </a:lnTo>
                        <a:lnTo>
                          <a:pt x="1000" y="833"/>
                        </a:lnTo>
                        <a:lnTo>
                          <a:pt x="1009" y="817"/>
                        </a:lnTo>
                        <a:lnTo>
                          <a:pt x="1018" y="801"/>
                        </a:lnTo>
                        <a:lnTo>
                          <a:pt x="1027" y="784"/>
                        </a:lnTo>
                        <a:lnTo>
                          <a:pt x="1019" y="767"/>
                        </a:lnTo>
                        <a:lnTo>
                          <a:pt x="1039" y="760"/>
                        </a:lnTo>
                        <a:lnTo>
                          <a:pt x="1048" y="735"/>
                        </a:lnTo>
                        <a:lnTo>
                          <a:pt x="1058" y="709"/>
                        </a:lnTo>
                        <a:lnTo>
                          <a:pt x="1066" y="682"/>
                        </a:lnTo>
                        <a:lnTo>
                          <a:pt x="1072" y="655"/>
                        </a:lnTo>
                        <a:lnTo>
                          <a:pt x="1078" y="628"/>
                        </a:lnTo>
                        <a:lnTo>
                          <a:pt x="1081" y="600"/>
                        </a:lnTo>
                        <a:lnTo>
                          <a:pt x="1083" y="571"/>
                        </a:lnTo>
                        <a:lnTo>
                          <a:pt x="1084" y="542"/>
                        </a:lnTo>
                        <a:close/>
                        <a:moveTo>
                          <a:pt x="1017" y="542"/>
                        </a:moveTo>
                        <a:lnTo>
                          <a:pt x="1016" y="566"/>
                        </a:lnTo>
                        <a:lnTo>
                          <a:pt x="1014" y="591"/>
                        </a:lnTo>
                        <a:lnTo>
                          <a:pt x="1012" y="614"/>
                        </a:lnTo>
                        <a:lnTo>
                          <a:pt x="1007" y="638"/>
                        </a:lnTo>
                        <a:lnTo>
                          <a:pt x="1002" y="660"/>
                        </a:lnTo>
                        <a:lnTo>
                          <a:pt x="995" y="683"/>
                        </a:lnTo>
                        <a:lnTo>
                          <a:pt x="988" y="705"/>
                        </a:lnTo>
                        <a:lnTo>
                          <a:pt x="979" y="727"/>
                        </a:lnTo>
                        <a:lnTo>
                          <a:pt x="970" y="747"/>
                        </a:lnTo>
                        <a:lnTo>
                          <a:pt x="959" y="768"/>
                        </a:lnTo>
                        <a:lnTo>
                          <a:pt x="947" y="788"/>
                        </a:lnTo>
                        <a:lnTo>
                          <a:pt x="935" y="807"/>
                        </a:lnTo>
                        <a:lnTo>
                          <a:pt x="922" y="826"/>
                        </a:lnTo>
                        <a:lnTo>
                          <a:pt x="908" y="844"/>
                        </a:lnTo>
                        <a:lnTo>
                          <a:pt x="893" y="861"/>
                        </a:lnTo>
                        <a:lnTo>
                          <a:pt x="878" y="878"/>
                        </a:lnTo>
                        <a:lnTo>
                          <a:pt x="862" y="893"/>
                        </a:lnTo>
                        <a:lnTo>
                          <a:pt x="844" y="908"/>
                        </a:lnTo>
                        <a:lnTo>
                          <a:pt x="826" y="922"/>
                        </a:lnTo>
                        <a:lnTo>
                          <a:pt x="807" y="935"/>
                        </a:lnTo>
                        <a:lnTo>
                          <a:pt x="788" y="948"/>
                        </a:lnTo>
                        <a:lnTo>
                          <a:pt x="768" y="959"/>
                        </a:lnTo>
                        <a:lnTo>
                          <a:pt x="748" y="970"/>
                        </a:lnTo>
                        <a:lnTo>
                          <a:pt x="727" y="979"/>
                        </a:lnTo>
                        <a:lnTo>
                          <a:pt x="705" y="987"/>
                        </a:lnTo>
                        <a:lnTo>
                          <a:pt x="683" y="995"/>
                        </a:lnTo>
                        <a:lnTo>
                          <a:pt x="661" y="1002"/>
                        </a:lnTo>
                        <a:lnTo>
                          <a:pt x="638" y="1007"/>
                        </a:lnTo>
                        <a:lnTo>
                          <a:pt x="614" y="1011"/>
                        </a:lnTo>
                        <a:lnTo>
                          <a:pt x="590" y="1014"/>
                        </a:lnTo>
                        <a:lnTo>
                          <a:pt x="566" y="1016"/>
                        </a:lnTo>
                        <a:lnTo>
                          <a:pt x="542" y="1017"/>
                        </a:lnTo>
                        <a:lnTo>
                          <a:pt x="517" y="1016"/>
                        </a:lnTo>
                        <a:lnTo>
                          <a:pt x="493" y="1014"/>
                        </a:lnTo>
                        <a:lnTo>
                          <a:pt x="469" y="1011"/>
                        </a:lnTo>
                        <a:lnTo>
                          <a:pt x="447" y="1007"/>
                        </a:lnTo>
                        <a:lnTo>
                          <a:pt x="424" y="1002"/>
                        </a:lnTo>
                        <a:lnTo>
                          <a:pt x="401" y="995"/>
                        </a:lnTo>
                        <a:lnTo>
                          <a:pt x="379" y="987"/>
                        </a:lnTo>
                        <a:lnTo>
                          <a:pt x="358" y="979"/>
                        </a:lnTo>
                        <a:lnTo>
                          <a:pt x="336" y="970"/>
                        </a:lnTo>
                        <a:lnTo>
                          <a:pt x="316" y="959"/>
                        </a:lnTo>
                        <a:lnTo>
                          <a:pt x="296" y="948"/>
                        </a:lnTo>
                        <a:lnTo>
                          <a:pt x="277" y="935"/>
                        </a:lnTo>
                        <a:lnTo>
                          <a:pt x="258" y="922"/>
                        </a:lnTo>
                        <a:lnTo>
                          <a:pt x="240" y="908"/>
                        </a:lnTo>
                        <a:lnTo>
                          <a:pt x="223" y="893"/>
                        </a:lnTo>
                        <a:lnTo>
                          <a:pt x="207" y="878"/>
                        </a:lnTo>
                        <a:lnTo>
                          <a:pt x="191" y="861"/>
                        </a:lnTo>
                        <a:lnTo>
                          <a:pt x="176" y="844"/>
                        </a:lnTo>
                        <a:lnTo>
                          <a:pt x="162" y="826"/>
                        </a:lnTo>
                        <a:lnTo>
                          <a:pt x="149" y="807"/>
                        </a:lnTo>
                        <a:lnTo>
                          <a:pt x="136" y="788"/>
                        </a:lnTo>
                        <a:lnTo>
                          <a:pt x="125" y="768"/>
                        </a:lnTo>
                        <a:lnTo>
                          <a:pt x="114" y="747"/>
                        </a:lnTo>
                        <a:lnTo>
                          <a:pt x="104" y="727"/>
                        </a:lnTo>
                        <a:lnTo>
                          <a:pt x="97" y="705"/>
                        </a:lnTo>
                        <a:lnTo>
                          <a:pt x="89" y="683"/>
                        </a:lnTo>
                        <a:lnTo>
                          <a:pt x="83" y="660"/>
                        </a:lnTo>
                        <a:lnTo>
                          <a:pt x="77" y="638"/>
                        </a:lnTo>
                        <a:lnTo>
                          <a:pt x="73" y="614"/>
                        </a:lnTo>
                        <a:lnTo>
                          <a:pt x="70" y="591"/>
                        </a:lnTo>
                        <a:lnTo>
                          <a:pt x="69" y="566"/>
                        </a:lnTo>
                        <a:lnTo>
                          <a:pt x="67" y="542"/>
                        </a:lnTo>
                        <a:lnTo>
                          <a:pt x="69" y="517"/>
                        </a:lnTo>
                        <a:lnTo>
                          <a:pt x="70" y="493"/>
                        </a:lnTo>
                        <a:lnTo>
                          <a:pt x="73" y="469"/>
                        </a:lnTo>
                        <a:lnTo>
                          <a:pt x="77" y="446"/>
                        </a:lnTo>
                        <a:lnTo>
                          <a:pt x="83" y="424"/>
                        </a:lnTo>
                        <a:lnTo>
                          <a:pt x="89" y="401"/>
                        </a:lnTo>
                        <a:lnTo>
                          <a:pt x="97" y="379"/>
                        </a:lnTo>
                        <a:lnTo>
                          <a:pt x="104" y="357"/>
                        </a:lnTo>
                        <a:lnTo>
                          <a:pt x="114" y="337"/>
                        </a:lnTo>
                        <a:lnTo>
                          <a:pt x="125" y="316"/>
                        </a:lnTo>
                        <a:lnTo>
                          <a:pt x="136" y="295"/>
                        </a:lnTo>
                        <a:lnTo>
                          <a:pt x="149" y="277"/>
                        </a:lnTo>
                        <a:lnTo>
                          <a:pt x="162" y="258"/>
                        </a:lnTo>
                        <a:lnTo>
                          <a:pt x="176" y="240"/>
                        </a:lnTo>
                        <a:lnTo>
                          <a:pt x="191" y="223"/>
                        </a:lnTo>
                        <a:lnTo>
                          <a:pt x="207" y="206"/>
                        </a:lnTo>
                        <a:lnTo>
                          <a:pt x="223" y="191"/>
                        </a:lnTo>
                        <a:lnTo>
                          <a:pt x="240" y="176"/>
                        </a:lnTo>
                        <a:lnTo>
                          <a:pt x="258" y="162"/>
                        </a:lnTo>
                        <a:lnTo>
                          <a:pt x="277" y="149"/>
                        </a:lnTo>
                        <a:lnTo>
                          <a:pt x="296" y="136"/>
                        </a:lnTo>
                        <a:lnTo>
                          <a:pt x="316" y="125"/>
                        </a:lnTo>
                        <a:lnTo>
                          <a:pt x="336" y="114"/>
                        </a:lnTo>
                        <a:lnTo>
                          <a:pt x="358" y="104"/>
                        </a:lnTo>
                        <a:lnTo>
                          <a:pt x="379" y="96"/>
                        </a:lnTo>
                        <a:lnTo>
                          <a:pt x="401" y="89"/>
                        </a:lnTo>
                        <a:lnTo>
                          <a:pt x="424" y="82"/>
                        </a:lnTo>
                        <a:lnTo>
                          <a:pt x="447" y="77"/>
                        </a:lnTo>
                        <a:lnTo>
                          <a:pt x="469" y="73"/>
                        </a:lnTo>
                        <a:lnTo>
                          <a:pt x="493" y="69"/>
                        </a:lnTo>
                        <a:lnTo>
                          <a:pt x="517" y="68"/>
                        </a:lnTo>
                        <a:lnTo>
                          <a:pt x="542" y="67"/>
                        </a:lnTo>
                        <a:lnTo>
                          <a:pt x="566" y="68"/>
                        </a:lnTo>
                        <a:lnTo>
                          <a:pt x="590" y="69"/>
                        </a:lnTo>
                        <a:lnTo>
                          <a:pt x="614" y="73"/>
                        </a:lnTo>
                        <a:lnTo>
                          <a:pt x="638" y="77"/>
                        </a:lnTo>
                        <a:lnTo>
                          <a:pt x="661" y="82"/>
                        </a:lnTo>
                        <a:lnTo>
                          <a:pt x="683" y="89"/>
                        </a:lnTo>
                        <a:lnTo>
                          <a:pt x="705" y="96"/>
                        </a:lnTo>
                        <a:lnTo>
                          <a:pt x="727" y="104"/>
                        </a:lnTo>
                        <a:lnTo>
                          <a:pt x="748" y="114"/>
                        </a:lnTo>
                        <a:lnTo>
                          <a:pt x="768" y="125"/>
                        </a:lnTo>
                        <a:lnTo>
                          <a:pt x="788" y="136"/>
                        </a:lnTo>
                        <a:lnTo>
                          <a:pt x="807" y="149"/>
                        </a:lnTo>
                        <a:lnTo>
                          <a:pt x="826" y="162"/>
                        </a:lnTo>
                        <a:lnTo>
                          <a:pt x="844" y="176"/>
                        </a:lnTo>
                        <a:lnTo>
                          <a:pt x="862" y="191"/>
                        </a:lnTo>
                        <a:lnTo>
                          <a:pt x="878" y="206"/>
                        </a:lnTo>
                        <a:lnTo>
                          <a:pt x="893" y="223"/>
                        </a:lnTo>
                        <a:lnTo>
                          <a:pt x="908" y="240"/>
                        </a:lnTo>
                        <a:lnTo>
                          <a:pt x="922" y="258"/>
                        </a:lnTo>
                        <a:lnTo>
                          <a:pt x="935" y="277"/>
                        </a:lnTo>
                        <a:lnTo>
                          <a:pt x="947" y="295"/>
                        </a:lnTo>
                        <a:lnTo>
                          <a:pt x="959" y="316"/>
                        </a:lnTo>
                        <a:lnTo>
                          <a:pt x="970" y="337"/>
                        </a:lnTo>
                        <a:lnTo>
                          <a:pt x="979" y="357"/>
                        </a:lnTo>
                        <a:lnTo>
                          <a:pt x="988" y="379"/>
                        </a:lnTo>
                        <a:lnTo>
                          <a:pt x="995" y="401"/>
                        </a:lnTo>
                        <a:lnTo>
                          <a:pt x="1002" y="424"/>
                        </a:lnTo>
                        <a:lnTo>
                          <a:pt x="1007" y="446"/>
                        </a:lnTo>
                        <a:lnTo>
                          <a:pt x="1012" y="469"/>
                        </a:lnTo>
                        <a:lnTo>
                          <a:pt x="1014" y="493"/>
                        </a:lnTo>
                        <a:lnTo>
                          <a:pt x="1016" y="517"/>
                        </a:lnTo>
                        <a:lnTo>
                          <a:pt x="1017" y="542"/>
                        </a:lnTo>
                        <a:close/>
                      </a:path>
                    </a:pathLst>
                  </a:custGeom>
                  <a:solidFill>
                    <a:srgbClr val="F2AE05"/>
                  </a:solidFill>
                  <a:ln>
                    <a:noFill/>
                  </a:ln>
                </p:spPr>
                <p:txBody>
                  <a:bodyPr/>
                  <a:lstStyle/>
                  <a:p>
                    <a:pPr>
                      <a:defRPr/>
                    </a:pPr>
                    <a:endParaRPr lang="en-US" sz="1050">
                      <a:latin typeface="+mj-lt"/>
                    </a:endParaRPr>
                  </a:p>
                </p:txBody>
              </p:sp>
              <p:sp>
                <p:nvSpPr>
                  <p:cNvPr id="41677" name="Freeform 456">
                    <a:extLst>
                      <a:ext uri="{FF2B5EF4-FFF2-40B4-BE49-F238E27FC236}">
                        <a16:creationId xmlns="" xmlns:a16="http://schemas.microsoft.com/office/drawing/2014/main" id="{6377C2BB-2488-A4C8-253E-620F1A107749}"/>
                      </a:ext>
                    </a:extLst>
                  </p:cNvPr>
                  <p:cNvSpPr>
                    <a:spLocks noEditPoints="1"/>
                  </p:cNvSpPr>
                  <p:nvPr/>
                </p:nvSpPr>
                <p:spPr bwMode="auto">
                  <a:xfrm>
                    <a:off x="3263" y="1964"/>
                    <a:ext cx="168" cy="171"/>
                  </a:xfrm>
                  <a:custGeom>
                    <a:avLst/>
                    <a:gdLst>
                      <a:gd name="T0" fmla="*/ 0 w 1017"/>
                      <a:gd name="T1" fmla="*/ 0 h 1017"/>
                      <a:gd name="T2" fmla="*/ 0 w 1017"/>
                      <a:gd name="T3" fmla="*/ 0 h 1017"/>
                      <a:gd name="T4" fmla="*/ 0 w 1017"/>
                      <a:gd name="T5" fmla="*/ 0 h 1017"/>
                      <a:gd name="T6" fmla="*/ 0 w 1017"/>
                      <a:gd name="T7" fmla="*/ 0 h 1017"/>
                      <a:gd name="T8" fmla="*/ 0 w 1017"/>
                      <a:gd name="T9" fmla="*/ 0 h 1017"/>
                      <a:gd name="T10" fmla="*/ 0 w 1017"/>
                      <a:gd name="T11" fmla="*/ 0 h 1017"/>
                      <a:gd name="T12" fmla="*/ 0 w 1017"/>
                      <a:gd name="T13" fmla="*/ 0 h 1017"/>
                      <a:gd name="T14" fmla="*/ 0 w 1017"/>
                      <a:gd name="T15" fmla="*/ 0 h 1017"/>
                      <a:gd name="T16" fmla="*/ 0 w 1017"/>
                      <a:gd name="T17" fmla="*/ 0 h 1017"/>
                      <a:gd name="T18" fmla="*/ 0 w 1017"/>
                      <a:gd name="T19" fmla="*/ 0 h 1017"/>
                      <a:gd name="T20" fmla="*/ 0 w 1017"/>
                      <a:gd name="T21" fmla="*/ 0 h 1017"/>
                      <a:gd name="T22" fmla="*/ 0 w 1017"/>
                      <a:gd name="T23" fmla="*/ 0 h 1017"/>
                      <a:gd name="T24" fmla="*/ 0 w 1017"/>
                      <a:gd name="T25" fmla="*/ 0 h 1017"/>
                      <a:gd name="T26" fmla="*/ 0 w 1017"/>
                      <a:gd name="T27" fmla="*/ 0 h 1017"/>
                      <a:gd name="T28" fmla="*/ 0 w 1017"/>
                      <a:gd name="T29" fmla="*/ 0 h 1017"/>
                      <a:gd name="T30" fmla="*/ 0 w 1017"/>
                      <a:gd name="T31" fmla="*/ 0 h 1017"/>
                      <a:gd name="T32" fmla="*/ 0 w 1017"/>
                      <a:gd name="T33" fmla="*/ 0 h 1017"/>
                      <a:gd name="T34" fmla="*/ 0 w 1017"/>
                      <a:gd name="T35" fmla="*/ 0 h 1017"/>
                      <a:gd name="T36" fmla="*/ 0 w 1017"/>
                      <a:gd name="T37" fmla="*/ 0 h 1017"/>
                      <a:gd name="T38" fmla="*/ 0 w 1017"/>
                      <a:gd name="T39" fmla="*/ 0 h 1017"/>
                      <a:gd name="T40" fmla="*/ 0 w 1017"/>
                      <a:gd name="T41" fmla="*/ 0 h 1017"/>
                      <a:gd name="T42" fmla="*/ 0 w 1017"/>
                      <a:gd name="T43" fmla="*/ 0 h 1017"/>
                      <a:gd name="T44" fmla="*/ 0 w 1017"/>
                      <a:gd name="T45" fmla="*/ 0 h 1017"/>
                      <a:gd name="T46" fmla="*/ 0 w 1017"/>
                      <a:gd name="T47" fmla="*/ 0 h 1017"/>
                      <a:gd name="T48" fmla="*/ 0 w 1017"/>
                      <a:gd name="T49" fmla="*/ 0 h 1017"/>
                      <a:gd name="T50" fmla="*/ 0 w 1017"/>
                      <a:gd name="T51" fmla="*/ 0 h 1017"/>
                      <a:gd name="T52" fmla="*/ 0 w 1017"/>
                      <a:gd name="T53" fmla="*/ 0 h 1017"/>
                      <a:gd name="T54" fmla="*/ 0 w 1017"/>
                      <a:gd name="T55" fmla="*/ 0 h 1017"/>
                      <a:gd name="T56" fmla="*/ 0 w 1017"/>
                      <a:gd name="T57" fmla="*/ 0 h 1017"/>
                      <a:gd name="T58" fmla="*/ 0 w 1017"/>
                      <a:gd name="T59" fmla="*/ 0 h 1017"/>
                      <a:gd name="T60" fmla="*/ 0 w 1017"/>
                      <a:gd name="T61" fmla="*/ 0 h 1017"/>
                      <a:gd name="T62" fmla="*/ 0 w 1017"/>
                      <a:gd name="T63" fmla="*/ 0 h 1017"/>
                      <a:gd name="T64" fmla="*/ 0 w 1017"/>
                      <a:gd name="T65" fmla="*/ 0 h 1017"/>
                      <a:gd name="T66" fmla="*/ 0 w 1017"/>
                      <a:gd name="T67" fmla="*/ 0 h 1017"/>
                      <a:gd name="T68" fmla="*/ 0 w 1017"/>
                      <a:gd name="T69" fmla="*/ 0 h 1017"/>
                      <a:gd name="T70" fmla="*/ 0 w 1017"/>
                      <a:gd name="T71" fmla="*/ 0 h 1017"/>
                      <a:gd name="T72" fmla="*/ 0 w 1017"/>
                      <a:gd name="T73" fmla="*/ 0 h 1017"/>
                      <a:gd name="T74" fmla="*/ 0 w 1017"/>
                      <a:gd name="T75" fmla="*/ 0 h 1017"/>
                      <a:gd name="T76" fmla="*/ 0 w 1017"/>
                      <a:gd name="T77" fmla="*/ 0 h 1017"/>
                      <a:gd name="T78" fmla="*/ 0 w 1017"/>
                      <a:gd name="T79" fmla="*/ 0 h 1017"/>
                      <a:gd name="T80" fmla="*/ 0 w 1017"/>
                      <a:gd name="T81" fmla="*/ 0 h 1017"/>
                      <a:gd name="T82" fmla="*/ 0 w 1017"/>
                      <a:gd name="T83" fmla="*/ 0 h 1017"/>
                      <a:gd name="T84" fmla="*/ 0 w 1017"/>
                      <a:gd name="T85" fmla="*/ 0 h 1017"/>
                      <a:gd name="T86" fmla="*/ 0 w 1017"/>
                      <a:gd name="T87" fmla="*/ 0 h 1017"/>
                      <a:gd name="T88" fmla="*/ 0 w 1017"/>
                      <a:gd name="T89" fmla="*/ 0 h 1017"/>
                      <a:gd name="T90" fmla="*/ 0 w 1017"/>
                      <a:gd name="T91" fmla="*/ 0 h 1017"/>
                      <a:gd name="T92" fmla="*/ 0 w 1017"/>
                      <a:gd name="T93" fmla="*/ 0 h 1017"/>
                      <a:gd name="T94" fmla="*/ 0 w 1017"/>
                      <a:gd name="T95" fmla="*/ 0 h 1017"/>
                      <a:gd name="T96" fmla="*/ 0 w 1017"/>
                      <a:gd name="T97" fmla="*/ 0 h 1017"/>
                      <a:gd name="T98" fmla="*/ 0 w 1017"/>
                      <a:gd name="T99" fmla="*/ 0 h 1017"/>
                      <a:gd name="T100" fmla="*/ 0 w 1017"/>
                      <a:gd name="T101" fmla="*/ 0 h 101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17"/>
                      <a:gd name="T154" fmla="*/ 0 h 1017"/>
                      <a:gd name="T155" fmla="*/ 1017 w 1017"/>
                      <a:gd name="T156" fmla="*/ 1017 h 1017"/>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17" h="1017">
                        <a:moveTo>
                          <a:pt x="1017" y="509"/>
                        </a:moveTo>
                        <a:lnTo>
                          <a:pt x="1016" y="483"/>
                        </a:lnTo>
                        <a:lnTo>
                          <a:pt x="1013" y="457"/>
                        </a:lnTo>
                        <a:lnTo>
                          <a:pt x="1010" y="432"/>
                        </a:lnTo>
                        <a:lnTo>
                          <a:pt x="1006" y="407"/>
                        </a:lnTo>
                        <a:lnTo>
                          <a:pt x="1000" y="382"/>
                        </a:lnTo>
                        <a:lnTo>
                          <a:pt x="994" y="358"/>
                        </a:lnTo>
                        <a:lnTo>
                          <a:pt x="985" y="334"/>
                        </a:lnTo>
                        <a:lnTo>
                          <a:pt x="976" y="311"/>
                        </a:lnTo>
                        <a:lnTo>
                          <a:pt x="967" y="288"/>
                        </a:lnTo>
                        <a:lnTo>
                          <a:pt x="955" y="267"/>
                        </a:lnTo>
                        <a:lnTo>
                          <a:pt x="943" y="245"/>
                        </a:lnTo>
                        <a:lnTo>
                          <a:pt x="930" y="224"/>
                        </a:lnTo>
                        <a:lnTo>
                          <a:pt x="916" y="205"/>
                        </a:lnTo>
                        <a:lnTo>
                          <a:pt x="900" y="185"/>
                        </a:lnTo>
                        <a:lnTo>
                          <a:pt x="884" y="167"/>
                        </a:lnTo>
                        <a:lnTo>
                          <a:pt x="868" y="149"/>
                        </a:lnTo>
                        <a:lnTo>
                          <a:pt x="850" y="132"/>
                        </a:lnTo>
                        <a:lnTo>
                          <a:pt x="832" y="117"/>
                        </a:lnTo>
                        <a:lnTo>
                          <a:pt x="812" y="102"/>
                        </a:lnTo>
                        <a:lnTo>
                          <a:pt x="792" y="87"/>
                        </a:lnTo>
                        <a:lnTo>
                          <a:pt x="771" y="74"/>
                        </a:lnTo>
                        <a:lnTo>
                          <a:pt x="750" y="61"/>
                        </a:lnTo>
                        <a:lnTo>
                          <a:pt x="729" y="50"/>
                        </a:lnTo>
                        <a:lnTo>
                          <a:pt x="706" y="41"/>
                        </a:lnTo>
                        <a:lnTo>
                          <a:pt x="683" y="31"/>
                        </a:lnTo>
                        <a:lnTo>
                          <a:pt x="659" y="23"/>
                        </a:lnTo>
                        <a:lnTo>
                          <a:pt x="635" y="17"/>
                        </a:lnTo>
                        <a:lnTo>
                          <a:pt x="610" y="10"/>
                        </a:lnTo>
                        <a:lnTo>
                          <a:pt x="585" y="6"/>
                        </a:lnTo>
                        <a:lnTo>
                          <a:pt x="560" y="3"/>
                        </a:lnTo>
                        <a:lnTo>
                          <a:pt x="534" y="0"/>
                        </a:lnTo>
                        <a:lnTo>
                          <a:pt x="508" y="0"/>
                        </a:lnTo>
                        <a:lnTo>
                          <a:pt x="482" y="0"/>
                        </a:lnTo>
                        <a:lnTo>
                          <a:pt x="456" y="3"/>
                        </a:lnTo>
                        <a:lnTo>
                          <a:pt x="431" y="6"/>
                        </a:lnTo>
                        <a:lnTo>
                          <a:pt x="406" y="10"/>
                        </a:lnTo>
                        <a:lnTo>
                          <a:pt x="381" y="17"/>
                        </a:lnTo>
                        <a:lnTo>
                          <a:pt x="357" y="23"/>
                        </a:lnTo>
                        <a:lnTo>
                          <a:pt x="333" y="31"/>
                        </a:lnTo>
                        <a:lnTo>
                          <a:pt x="311" y="41"/>
                        </a:lnTo>
                        <a:lnTo>
                          <a:pt x="288" y="50"/>
                        </a:lnTo>
                        <a:lnTo>
                          <a:pt x="266" y="61"/>
                        </a:lnTo>
                        <a:lnTo>
                          <a:pt x="244" y="74"/>
                        </a:lnTo>
                        <a:lnTo>
                          <a:pt x="224" y="87"/>
                        </a:lnTo>
                        <a:lnTo>
                          <a:pt x="204" y="102"/>
                        </a:lnTo>
                        <a:lnTo>
                          <a:pt x="184" y="117"/>
                        </a:lnTo>
                        <a:lnTo>
                          <a:pt x="166" y="132"/>
                        </a:lnTo>
                        <a:lnTo>
                          <a:pt x="149" y="149"/>
                        </a:lnTo>
                        <a:lnTo>
                          <a:pt x="131" y="167"/>
                        </a:lnTo>
                        <a:lnTo>
                          <a:pt x="116" y="185"/>
                        </a:lnTo>
                        <a:lnTo>
                          <a:pt x="101" y="205"/>
                        </a:lnTo>
                        <a:lnTo>
                          <a:pt x="87" y="224"/>
                        </a:lnTo>
                        <a:lnTo>
                          <a:pt x="74" y="245"/>
                        </a:lnTo>
                        <a:lnTo>
                          <a:pt x="61" y="267"/>
                        </a:lnTo>
                        <a:lnTo>
                          <a:pt x="50" y="288"/>
                        </a:lnTo>
                        <a:lnTo>
                          <a:pt x="40" y="311"/>
                        </a:lnTo>
                        <a:lnTo>
                          <a:pt x="30" y="334"/>
                        </a:lnTo>
                        <a:lnTo>
                          <a:pt x="23" y="358"/>
                        </a:lnTo>
                        <a:lnTo>
                          <a:pt x="16" y="382"/>
                        </a:lnTo>
                        <a:lnTo>
                          <a:pt x="10" y="407"/>
                        </a:lnTo>
                        <a:lnTo>
                          <a:pt x="5" y="432"/>
                        </a:lnTo>
                        <a:lnTo>
                          <a:pt x="2" y="457"/>
                        </a:lnTo>
                        <a:lnTo>
                          <a:pt x="0" y="483"/>
                        </a:lnTo>
                        <a:lnTo>
                          <a:pt x="0" y="509"/>
                        </a:lnTo>
                        <a:lnTo>
                          <a:pt x="0" y="535"/>
                        </a:lnTo>
                        <a:lnTo>
                          <a:pt x="2" y="561"/>
                        </a:lnTo>
                        <a:lnTo>
                          <a:pt x="5" y="586"/>
                        </a:lnTo>
                        <a:lnTo>
                          <a:pt x="10" y="611"/>
                        </a:lnTo>
                        <a:lnTo>
                          <a:pt x="16" y="636"/>
                        </a:lnTo>
                        <a:lnTo>
                          <a:pt x="23" y="660"/>
                        </a:lnTo>
                        <a:lnTo>
                          <a:pt x="30" y="684"/>
                        </a:lnTo>
                        <a:lnTo>
                          <a:pt x="40" y="707"/>
                        </a:lnTo>
                        <a:lnTo>
                          <a:pt x="50" y="730"/>
                        </a:lnTo>
                        <a:lnTo>
                          <a:pt x="61" y="751"/>
                        </a:lnTo>
                        <a:lnTo>
                          <a:pt x="74" y="773"/>
                        </a:lnTo>
                        <a:lnTo>
                          <a:pt x="87" y="794"/>
                        </a:lnTo>
                        <a:lnTo>
                          <a:pt x="101" y="813"/>
                        </a:lnTo>
                        <a:lnTo>
                          <a:pt x="116" y="833"/>
                        </a:lnTo>
                        <a:lnTo>
                          <a:pt x="131" y="851"/>
                        </a:lnTo>
                        <a:lnTo>
                          <a:pt x="149" y="869"/>
                        </a:lnTo>
                        <a:lnTo>
                          <a:pt x="166" y="885"/>
                        </a:lnTo>
                        <a:lnTo>
                          <a:pt x="184" y="901"/>
                        </a:lnTo>
                        <a:lnTo>
                          <a:pt x="204" y="916"/>
                        </a:lnTo>
                        <a:lnTo>
                          <a:pt x="224" y="931"/>
                        </a:lnTo>
                        <a:lnTo>
                          <a:pt x="244" y="944"/>
                        </a:lnTo>
                        <a:lnTo>
                          <a:pt x="266" y="956"/>
                        </a:lnTo>
                        <a:lnTo>
                          <a:pt x="288" y="967"/>
                        </a:lnTo>
                        <a:lnTo>
                          <a:pt x="311" y="977"/>
                        </a:lnTo>
                        <a:lnTo>
                          <a:pt x="333" y="987"/>
                        </a:lnTo>
                        <a:lnTo>
                          <a:pt x="357" y="995"/>
                        </a:lnTo>
                        <a:lnTo>
                          <a:pt x="381" y="1001"/>
                        </a:lnTo>
                        <a:lnTo>
                          <a:pt x="406" y="1007"/>
                        </a:lnTo>
                        <a:lnTo>
                          <a:pt x="431" y="1012"/>
                        </a:lnTo>
                        <a:lnTo>
                          <a:pt x="456" y="1014"/>
                        </a:lnTo>
                        <a:lnTo>
                          <a:pt x="482" y="1016"/>
                        </a:lnTo>
                        <a:lnTo>
                          <a:pt x="508" y="1017"/>
                        </a:lnTo>
                        <a:lnTo>
                          <a:pt x="534" y="1016"/>
                        </a:lnTo>
                        <a:lnTo>
                          <a:pt x="560" y="1014"/>
                        </a:lnTo>
                        <a:lnTo>
                          <a:pt x="585" y="1012"/>
                        </a:lnTo>
                        <a:lnTo>
                          <a:pt x="610" y="1007"/>
                        </a:lnTo>
                        <a:lnTo>
                          <a:pt x="635" y="1001"/>
                        </a:lnTo>
                        <a:lnTo>
                          <a:pt x="659" y="995"/>
                        </a:lnTo>
                        <a:lnTo>
                          <a:pt x="683" y="987"/>
                        </a:lnTo>
                        <a:lnTo>
                          <a:pt x="706" y="977"/>
                        </a:lnTo>
                        <a:lnTo>
                          <a:pt x="729" y="967"/>
                        </a:lnTo>
                        <a:lnTo>
                          <a:pt x="750" y="956"/>
                        </a:lnTo>
                        <a:lnTo>
                          <a:pt x="771" y="944"/>
                        </a:lnTo>
                        <a:lnTo>
                          <a:pt x="792" y="931"/>
                        </a:lnTo>
                        <a:lnTo>
                          <a:pt x="812" y="916"/>
                        </a:lnTo>
                        <a:lnTo>
                          <a:pt x="832" y="901"/>
                        </a:lnTo>
                        <a:lnTo>
                          <a:pt x="850" y="885"/>
                        </a:lnTo>
                        <a:lnTo>
                          <a:pt x="868" y="869"/>
                        </a:lnTo>
                        <a:lnTo>
                          <a:pt x="884" y="851"/>
                        </a:lnTo>
                        <a:lnTo>
                          <a:pt x="900" y="833"/>
                        </a:lnTo>
                        <a:lnTo>
                          <a:pt x="916" y="813"/>
                        </a:lnTo>
                        <a:lnTo>
                          <a:pt x="930" y="794"/>
                        </a:lnTo>
                        <a:lnTo>
                          <a:pt x="943" y="773"/>
                        </a:lnTo>
                        <a:lnTo>
                          <a:pt x="955" y="751"/>
                        </a:lnTo>
                        <a:lnTo>
                          <a:pt x="967" y="730"/>
                        </a:lnTo>
                        <a:lnTo>
                          <a:pt x="976" y="707"/>
                        </a:lnTo>
                        <a:lnTo>
                          <a:pt x="985" y="684"/>
                        </a:lnTo>
                        <a:lnTo>
                          <a:pt x="994" y="660"/>
                        </a:lnTo>
                        <a:lnTo>
                          <a:pt x="1000" y="636"/>
                        </a:lnTo>
                        <a:lnTo>
                          <a:pt x="1006" y="611"/>
                        </a:lnTo>
                        <a:lnTo>
                          <a:pt x="1010" y="586"/>
                        </a:lnTo>
                        <a:lnTo>
                          <a:pt x="1013" y="561"/>
                        </a:lnTo>
                        <a:lnTo>
                          <a:pt x="1016" y="535"/>
                        </a:lnTo>
                        <a:lnTo>
                          <a:pt x="1017" y="509"/>
                        </a:lnTo>
                        <a:close/>
                        <a:moveTo>
                          <a:pt x="949" y="509"/>
                        </a:moveTo>
                        <a:lnTo>
                          <a:pt x="948" y="532"/>
                        </a:lnTo>
                        <a:lnTo>
                          <a:pt x="946" y="554"/>
                        </a:lnTo>
                        <a:lnTo>
                          <a:pt x="944" y="576"/>
                        </a:lnTo>
                        <a:lnTo>
                          <a:pt x="940" y="598"/>
                        </a:lnTo>
                        <a:lnTo>
                          <a:pt x="935" y="619"/>
                        </a:lnTo>
                        <a:lnTo>
                          <a:pt x="929" y="640"/>
                        </a:lnTo>
                        <a:lnTo>
                          <a:pt x="922" y="660"/>
                        </a:lnTo>
                        <a:lnTo>
                          <a:pt x="915" y="681"/>
                        </a:lnTo>
                        <a:lnTo>
                          <a:pt x="905" y="700"/>
                        </a:lnTo>
                        <a:lnTo>
                          <a:pt x="896" y="719"/>
                        </a:lnTo>
                        <a:lnTo>
                          <a:pt x="885" y="737"/>
                        </a:lnTo>
                        <a:lnTo>
                          <a:pt x="873" y="756"/>
                        </a:lnTo>
                        <a:lnTo>
                          <a:pt x="861" y="773"/>
                        </a:lnTo>
                        <a:lnTo>
                          <a:pt x="848" y="789"/>
                        </a:lnTo>
                        <a:lnTo>
                          <a:pt x="834" y="806"/>
                        </a:lnTo>
                        <a:lnTo>
                          <a:pt x="820" y="821"/>
                        </a:lnTo>
                        <a:lnTo>
                          <a:pt x="805" y="835"/>
                        </a:lnTo>
                        <a:lnTo>
                          <a:pt x="789" y="849"/>
                        </a:lnTo>
                        <a:lnTo>
                          <a:pt x="772" y="862"/>
                        </a:lnTo>
                        <a:lnTo>
                          <a:pt x="755" y="874"/>
                        </a:lnTo>
                        <a:lnTo>
                          <a:pt x="736" y="886"/>
                        </a:lnTo>
                        <a:lnTo>
                          <a:pt x="718" y="897"/>
                        </a:lnTo>
                        <a:lnTo>
                          <a:pt x="699" y="907"/>
                        </a:lnTo>
                        <a:lnTo>
                          <a:pt x="680" y="915"/>
                        </a:lnTo>
                        <a:lnTo>
                          <a:pt x="659" y="923"/>
                        </a:lnTo>
                        <a:lnTo>
                          <a:pt x="639" y="929"/>
                        </a:lnTo>
                        <a:lnTo>
                          <a:pt x="618" y="936"/>
                        </a:lnTo>
                        <a:lnTo>
                          <a:pt x="597" y="940"/>
                        </a:lnTo>
                        <a:lnTo>
                          <a:pt x="576" y="945"/>
                        </a:lnTo>
                        <a:lnTo>
                          <a:pt x="553" y="947"/>
                        </a:lnTo>
                        <a:lnTo>
                          <a:pt x="531" y="949"/>
                        </a:lnTo>
                        <a:lnTo>
                          <a:pt x="508" y="950"/>
                        </a:lnTo>
                        <a:lnTo>
                          <a:pt x="485" y="949"/>
                        </a:lnTo>
                        <a:lnTo>
                          <a:pt x="463" y="947"/>
                        </a:lnTo>
                        <a:lnTo>
                          <a:pt x="441" y="945"/>
                        </a:lnTo>
                        <a:lnTo>
                          <a:pt x="419" y="940"/>
                        </a:lnTo>
                        <a:lnTo>
                          <a:pt x="397" y="936"/>
                        </a:lnTo>
                        <a:lnTo>
                          <a:pt x="377" y="929"/>
                        </a:lnTo>
                        <a:lnTo>
                          <a:pt x="356" y="923"/>
                        </a:lnTo>
                        <a:lnTo>
                          <a:pt x="337" y="915"/>
                        </a:lnTo>
                        <a:lnTo>
                          <a:pt x="317" y="907"/>
                        </a:lnTo>
                        <a:lnTo>
                          <a:pt x="297" y="897"/>
                        </a:lnTo>
                        <a:lnTo>
                          <a:pt x="279" y="886"/>
                        </a:lnTo>
                        <a:lnTo>
                          <a:pt x="262" y="874"/>
                        </a:lnTo>
                        <a:lnTo>
                          <a:pt x="244" y="862"/>
                        </a:lnTo>
                        <a:lnTo>
                          <a:pt x="228" y="849"/>
                        </a:lnTo>
                        <a:lnTo>
                          <a:pt x="212" y="835"/>
                        </a:lnTo>
                        <a:lnTo>
                          <a:pt x="196" y="821"/>
                        </a:lnTo>
                        <a:lnTo>
                          <a:pt x="182" y="806"/>
                        </a:lnTo>
                        <a:lnTo>
                          <a:pt x="168" y="789"/>
                        </a:lnTo>
                        <a:lnTo>
                          <a:pt x="155" y="773"/>
                        </a:lnTo>
                        <a:lnTo>
                          <a:pt x="143" y="756"/>
                        </a:lnTo>
                        <a:lnTo>
                          <a:pt x="131" y="737"/>
                        </a:lnTo>
                        <a:lnTo>
                          <a:pt x="120" y="719"/>
                        </a:lnTo>
                        <a:lnTo>
                          <a:pt x="111" y="700"/>
                        </a:lnTo>
                        <a:lnTo>
                          <a:pt x="102" y="681"/>
                        </a:lnTo>
                        <a:lnTo>
                          <a:pt x="94" y="660"/>
                        </a:lnTo>
                        <a:lnTo>
                          <a:pt x="87" y="640"/>
                        </a:lnTo>
                        <a:lnTo>
                          <a:pt x="81" y="619"/>
                        </a:lnTo>
                        <a:lnTo>
                          <a:pt x="76" y="598"/>
                        </a:lnTo>
                        <a:lnTo>
                          <a:pt x="73" y="576"/>
                        </a:lnTo>
                        <a:lnTo>
                          <a:pt x="69" y="554"/>
                        </a:lnTo>
                        <a:lnTo>
                          <a:pt x="68" y="532"/>
                        </a:lnTo>
                        <a:lnTo>
                          <a:pt x="67" y="509"/>
                        </a:lnTo>
                        <a:lnTo>
                          <a:pt x="68" y="486"/>
                        </a:lnTo>
                        <a:lnTo>
                          <a:pt x="69" y="463"/>
                        </a:lnTo>
                        <a:lnTo>
                          <a:pt x="73" y="442"/>
                        </a:lnTo>
                        <a:lnTo>
                          <a:pt x="76" y="420"/>
                        </a:lnTo>
                        <a:lnTo>
                          <a:pt x="81" y="399"/>
                        </a:lnTo>
                        <a:lnTo>
                          <a:pt x="87" y="377"/>
                        </a:lnTo>
                        <a:lnTo>
                          <a:pt x="94" y="357"/>
                        </a:lnTo>
                        <a:lnTo>
                          <a:pt x="102" y="337"/>
                        </a:lnTo>
                        <a:lnTo>
                          <a:pt x="111" y="318"/>
                        </a:lnTo>
                        <a:lnTo>
                          <a:pt x="120" y="299"/>
                        </a:lnTo>
                        <a:lnTo>
                          <a:pt x="131" y="281"/>
                        </a:lnTo>
                        <a:lnTo>
                          <a:pt x="143" y="262"/>
                        </a:lnTo>
                        <a:lnTo>
                          <a:pt x="155" y="245"/>
                        </a:lnTo>
                        <a:lnTo>
                          <a:pt x="168" y="229"/>
                        </a:lnTo>
                        <a:lnTo>
                          <a:pt x="182" y="212"/>
                        </a:lnTo>
                        <a:lnTo>
                          <a:pt x="196" y="197"/>
                        </a:lnTo>
                        <a:lnTo>
                          <a:pt x="212" y="183"/>
                        </a:lnTo>
                        <a:lnTo>
                          <a:pt x="228" y="169"/>
                        </a:lnTo>
                        <a:lnTo>
                          <a:pt x="244" y="156"/>
                        </a:lnTo>
                        <a:lnTo>
                          <a:pt x="262" y="144"/>
                        </a:lnTo>
                        <a:lnTo>
                          <a:pt x="279" y="132"/>
                        </a:lnTo>
                        <a:lnTo>
                          <a:pt x="297" y="121"/>
                        </a:lnTo>
                        <a:lnTo>
                          <a:pt x="317" y="111"/>
                        </a:lnTo>
                        <a:lnTo>
                          <a:pt x="337" y="103"/>
                        </a:lnTo>
                        <a:lnTo>
                          <a:pt x="356" y="95"/>
                        </a:lnTo>
                        <a:lnTo>
                          <a:pt x="377" y="88"/>
                        </a:lnTo>
                        <a:lnTo>
                          <a:pt x="397" y="82"/>
                        </a:lnTo>
                        <a:lnTo>
                          <a:pt x="419" y="78"/>
                        </a:lnTo>
                        <a:lnTo>
                          <a:pt x="441" y="73"/>
                        </a:lnTo>
                        <a:lnTo>
                          <a:pt x="463" y="70"/>
                        </a:lnTo>
                        <a:lnTo>
                          <a:pt x="485" y="69"/>
                        </a:lnTo>
                        <a:lnTo>
                          <a:pt x="508" y="68"/>
                        </a:lnTo>
                        <a:lnTo>
                          <a:pt x="531" y="69"/>
                        </a:lnTo>
                        <a:lnTo>
                          <a:pt x="553" y="70"/>
                        </a:lnTo>
                        <a:lnTo>
                          <a:pt x="576" y="73"/>
                        </a:lnTo>
                        <a:lnTo>
                          <a:pt x="597" y="78"/>
                        </a:lnTo>
                        <a:lnTo>
                          <a:pt x="618" y="82"/>
                        </a:lnTo>
                        <a:lnTo>
                          <a:pt x="639" y="88"/>
                        </a:lnTo>
                        <a:lnTo>
                          <a:pt x="659" y="95"/>
                        </a:lnTo>
                        <a:lnTo>
                          <a:pt x="680" y="103"/>
                        </a:lnTo>
                        <a:lnTo>
                          <a:pt x="699" y="111"/>
                        </a:lnTo>
                        <a:lnTo>
                          <a:pt x="718" y="121"/>
                        </a:lnTo>
                        <a:lnTo>
                          <a:pt x="736" y="132"/>
                        </a:lnTo>
                        <a:lnTo>
                          <a:pt x="755" y="144"/>
                        </a:lnTo>
                        <a:lnTo>
                          <a:pt x="772" y="156"/>
                        </a:lnTo>
                        <a:lnTo>
                          <a:pt x="789" y="169"/>
                        </a:lnTo>
                        <a:lnTo>
                          <a:pt x="805" y="183"/>
                        </a:lnTo>
                        <a:lnTo>
                          <a:pt x="820" y="197"/>
                        </a:lnTo>
                        <a:lnTo>
                          <a:pt x="834" y="212"/>
                        </a:lnTo>
                        <a:lnTo>
                          <a:pt x="848" y="229"/>
                        </a:lnTo>
                        <a:lnTo>
                          <a:pt x="861" y="245"/>
                        </a:lnTo>
                        <a:lnTo>
                          <a:pt x="873" y="262"/>
                        </a:lnTo>
                        <a:lnTo>
                          <a:pt x="885" y="281"/>
                        </a:lnTo>
                        <a:lnTo>
                          <a:pt x="896" y="299"/>
                        </a:lnTo>
                        <a:lnTo>
                          <a:pt x="905" y="318"/>
                        </a:lnTo>
                        <a:lnTo>
                          <a:pt x="915" y="337"/>
                        </a:lnTo>
                        <a:lnTo>
                          <a:pt x="922" y="357"/>
                        </a:lnTo>
                        <a:lnTo>
                          <a:pt x="929" y="377"/>
                        </a:lnTo>
                        <a:lnTo>
                          <a:pt x="935" y="399"/>
                        </a:lnTo>
                        <a:lnTo>
                          <a:pt x="940" y="420"/>
                        </a:lnTo>
                        <a:lnTo>
                          <a:pt x="944" y="442"/>
                        </a:lnTo>
                        <a:lnTo>
                          <a:pt x="946" y="463"/>
                        </a:lnTo>
                        <a:lnTo>
                          <a:pt x="948" y="486"/>
                        </a:lnTo>
                        <a:lnTo>
                          <a:pt x="949" y="509"/>
                        </a:lnTo>
                        <a:close/>
                      </a:path>
                    </a:pathLst>
                  </a:custGeom>
                  <a:solidFill>
                    <a:srgbClr val="F3B201"/>
                  </a:solidFill>
                  <a:ln>
                    <a:noFill/>
                  </a:ln>
                </p:spPr>
                <p:txBody>
                  <a:bodyPr/>
                  <a:lstStyle/>
                  <a:p>
                    <a:pPr>
                      <a:defRPr/>
                    </a:pPr>
                    <a:endParaRPr lang="en-US" sz="1050">
                      <a:latin typeface="+mj-lt"/>
                    </a:endParaRPr>
                  </a:p>
                </p:txBody>
              </p:sp>
              <p:sp>
                <p:nvSpPr>
                  <p:cNvPr id="41678" name="Freeform 457">
                    <a:extLst>
                      <a:ext uri="{FF2B5EF4-FFF2-40B4-BE49-F238E27FC236}">
                        <a16:creationId xmlns="" xmlns:a16="http://schemas.microsoft.com/office/drawing/2014/main" id="{AAFF0546-0FD5-327B-DF2B-057361AA0775}"/>
                      </a:ext>
                    </a:extLst>
                  </p:cNvPr>
                  <p:cNvSpPr>
                    <a:spLocks noEditPoints="1"/>
                  </p:cNvSpPr>
                  <p:nvPr/>
                </p:nvSpPr>
                <p:spPr bwMode="auto">
                  <a:xfrm>
                    <a:off x="3267" y="1972"/>
                    <a:ext cx="159" cy="159"/>
                  </a:xfrm>
                  <a:custGeom>
                    <a:avLst/>
                    <a:gdLst>
                      <a:gd name="T0" fmla="*/ 0 w 950"/>
                      <a:gd name="T1" fmla="*/ 0 h 950"/>
                      <a:gd name="T2" fmla="*/ 0 w 950"/>
                      <a:gd name="T3" fmla="*/ 0 h 950"/>
                      <a:gd name="T4" fmla="*/ 0 w 950"/>
                      <a:gd name="T5" fmla="*/ 0 h 950"/>
                      <a:gd name="T6" fmla="*/ 0 w 950"/>
                      <a:gd name="T7" fmla="*/ 0 h 950"/>
                      <a:gd name="T8" fmla="*/ 0 w 950"/>
                      <a:gd name="T9" fmla="*/ 0 h 950"/>
                      <a:gd name="T10" fmla="*/ 0 w 950"/>
                      <a:gd name="T11" fmla="*/ 0 h 950"/>
                      <a:gd name="T12" fmla="*/ 0 w 950"/>
                      <a:gd name="T13" fmla="*/ 0 h 950"/>
                      <a:gd name="T14" fmla="*/ 0 w 950"/>
                      <a:gd name="T15" fmla="*/ 0 h 950"/>
                      <a:gd name="T16" fmla="*/ 0 w 950"/>
                      <a:gd name="T17" fmla="*/ 0 h 950"/>
                      <a:gd name="T18" fmla="*/ 0 w 950"/>
                      <a:gd name="T19" fmla="*/ 0 h 950"/>
                      <a:gd name="T20" fmla="*/ 0 w 950"/>
                      <a:gd name="T21" fmla="*/ 0 h 950"/>
                      <a:gd name="T22" fmla="*/ 0 w 950"/>
                      <a:gd name="T23" fmla="*/ 0 h 950"/>
                      <a:gd name="T24" fmla="*/ 0 w 950"/>
                      <a:gd name="T25" fmla="*/ 0 h 950"/>
                      <a:gd name="T26" fmla="*/ 0 w 950"/>
                      <a:gd name="T27" fmla="*/ 0 h 950"/>
                      <a:gd name="T28" fmla="*/ 0 w 950"/>
                      <a:gd name="T29" fmla="*/ 0 h 950"/>
                      <a:gd name="T30" fmla="*/ 0 w 950"/>
                      <a:gd name="T31" fmla="*/ 0 h 950"/>
                      <a:gd name="T32" fmla="*/ 0 w 950"/>
                      <a:gd name="T33" fmla="*/ 0 h 950"/>
                      <a:gd name="T34" fmla="*/ 0 w 950"/>
                      <a:gd name="T35" fmla="*/ 0 h 950"/>
                      <a:gd name="T36" fmla="*/ 0 w 950"/>
                      <a:gd name="T37" fmla="*/ 0 h 950"/>
                      <a:gd name="T38" fmla="*/ 0 w 950"/>
                      <a:gd name="T39" fmla="*/ 0 h 950"/>
                      <a:gd name="T40" fmla="*/ 0 w 950"/>
                      <a:gd name="T41" fmla="*/ 0 h 950"/>
                      <a:gd name="T42" fmla="*/ 0 w 950"/>
                      <a:gd name="T43" fmla="*/ 0 h 950"/>
                      <a:gd name="T44" fmla="*/ 0 w 950"/>
                      <a:gd name="T45" fmla="*/ 0 h 950"/>
                      <a:gd name="T46" fmla="*/ 0 w 950"/>
                      <a:gd name="T47" fmla="*/ 0 h 950"/>
                      <a:gd name="T48" fmla="*/ 0 w 950"/>
                      <a:gd name="T49" fmla="*/ 0 h 950"/>
                      <a:gd name="T50" fmla="*/ 0 w 950"/>
                      <a:gd name="T51" fmla="*/ 0 h 950"/>
                      <a:gd name="T52" fmla="*/ 0 w 950"/>
                      <a:gd name="T53" fmla="*/ 0 h 950"/>
                      <a:gd name="T54" fmla="*/ 0 w 950"/>
                      <a:gd name="T55" fmla="*/ 0 h 950"/>
                      <a:gd name="T56" fmla="*/ 0 w 950"/>
                      <a:gd name="T57" fmla="*/ 0 h 950"/>
                      <a:gd name="T58" fmla="*/ 0 w 950"/>
                      <a:gd name="T59" fmla="*/ 0 h 950"/>
                      <a:gd name="T60" fmla="*/ 0 w 950"/>
                      <a:gd name="T61" fmla="*/ 0 h 950"/>
                      <a:gd name="T62" fmla="*/ 0 w 950"/>
                      <a:gd name="T63" fmla="*/ 0 h 950"/>
                      <a:gd name="T64" fmla="*/ 0 w 950"/>
                      <a:gd name="T65" fmla="*/ 0 h 950"/>
                      <a:gd name="T66" fmla="*/ 0 w 950"/>
                      <a:gd name="T67" fmla="*/ 0 h 950"/>
                      <a:gd name="T68" fmla="*/ 0 w 950"/>
                      <a:gd name="T69" fmla="*/ 0 h 950"/>
                      <a:gd name="T70" fmla="*/ 0 w 950"/>
                      <a:gd name="T71" fmla="*/ 0 h 950"/>
                      <a:gd name="T72" fmla="*/ 0 w 950"/>
                      <a:gd name="T73" fmla="*/ 0 h 950"/>
                      <a:gd name="T74" fmla="*/ 0 w 950"/>
                      <a:gd name="T75" fmla="*/ 0 h 950"/>
                      <a:gd name="T76" fmla="*/ 0 w 950"/>
                      <a:gd name="T77" fmla="*/ 0 h 950"/>
                      <a:gd name="T78" fmla="*/ 0 w 950"/>
                      <a:gd name="T79" fmla="*/ 0 h 950"/>
                      <a:gd name="T80" fmla="*/ 0 w 950"/>
                      <a:gd name="T81" fmla="*/ 0 h 950"/>
                      <a:gd name="T82" fmla="*/ 0 w 950"/>
                      <a:gd name="T83" fmla="*/ 0 h 950"/>
                      <a:gd name="T84" fmla="*/ 0 w 950"/>
                      <a:gd name="T85" fmla="*/ 0 h 950"/>
                      <a:gd name="T86" fmla="*/ 0 w 950"/>
                      <a:gd name="T87" fmla="*/ 0 h 950"/>
                      <a:gd name="T88" fmla="*/ 0 w 950"/>
                      <a:gd name="T89" fmla="*/ 0 h 950"/>
                      <a:gd name="T90" fmla="*/ 0 w 950"/>
                      <a:gd name="T91" fmla="*/ 0 h 950"/>
                      <a:gd name="T92" fmla="*/ 0 w 950"/>
                      <a:gd name="T93" fmla="*/ 0 h 950"/>
                      <a:gd name="T94" fmla="*/ 0 w 950"/>
                      <a:gd name="T95" fmla="*/ 0 h 950"/>
                      <a:gd name="T96" fmla="*/ 0 w 950"/>
                      <a:gd name="T97" fmla="*/ 0 h 950"/>
                      <a:gd name="T98" fmla="*/ 0 w 950"/>
                      <a:gd name="T99" fmla="*/ 0 h 950"/>
                      <a:gd name="T100" fmla="*/ 0 w 950"/>
                      <a:gd name="T101" fmla="*/ 0 h 95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50"/>
                      <a:gd name="T154" fmla="*/ 0 h 950"/>
                      <a:gd name="T155" fmla="*/ 950 w 950"/>
                      <a:gd name="T156" fmla="*/ 950 h 95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50" h="950">
                        <a:moveTo>
                          <a:pt x="950" y="475"/>
                        </a:moveTo>
                        <a:lnTo>
                          <a:pt x="949" y="450"/>
                        </a:lnTo>
                        <a:lnTo>
                          <a:pt x="947" y="426"/>
                        </a:lnTo>
                        <a:lnTo>
                          <a:pt x="945" y="402"/>
                        </a:lnTo>
                        <a:lnTo>
                          <a:pt x="940" y="379"/>
                        </a:lnTo>
                        <a:lnTo>
                          <a:pt x="935" y="357"/>
                        </a:lnTo>
                        <a:lnTo>
                          <a:pt x="928" y="334"/>
                        </a:lnTo>
                        <a:lnTo>
                          <a:pt x="921" y="312"/>
                        </a:lnTo>
                        <a:lnTo>
                          <a:pt x="912" y="290"/>
                        </a:lnTo>
                        <a:lnTo>
                          <a:pt x="903" y="270"/>
                        </a:lnTo>
                        <a:lnTo>
                          <a:pt x="892" y="249"/>
                        </a:lnTo>
                        <a:lnTo>
                          <a:pt x="880" y="228"/>
                        </a:lnTo>
                        <a:lnTo>
                          <a:pt x="868" y="210"/>
                        </a:lnTo>
                        <a:lnTo>
                          <a:pt x="855" y="191"/>
                        </a:lnTo>
                        <a:lnTo>
                          <a:pt x="841" y="173"/>
                        </a:lnTo>
                        <a:lnTo>
                          <a:pt x="826" y="156"/>
                        </a:lnTo>
                        <a:lnTo>
                          <a:pt x="811" y="139"/>
                        </a:lnTo>
                        <a:lnTo>
                          <a:pt x="795" y="124"/>
                        </a:lnTo>
                        <a:lnTo>
                          <a:pt x="777" y="109"/>
                        </a:lnTo>
                        <a:lnTo>
                          <a:pt x="759" y="95"/>
                        </a:lnTo>
                        <a:lnTo>
                          <a:pt x="740" y="82"/>
                        </a:lnTo>
                        <a:lnTo>
                          <a:pt x="721" y="69"/>
                        </a:lnTo>
                        <a:lnTo>
                          <a:pt x="701" y="58"/>
                        </a:lnTo>
                        <a:lnTo>
                          <a:pt x="681" y="47"/>
                        </a:lnTo>
                        <a:lnTo>
                          <a:pt x="660" y="37"/>
                        </a:lnTo>
                        <a:lnTo>
                          <a:pt x="638" y="29"/>
                        </a:lnTo>
                        <a:lnTo>
                          <a:pt x="616" y="22"/>
                        </a:lnTo>
                        <a:lnTo>
                          <a:pt x="594" y="15"/>
                        </a:lnTo>
                        <a:lnTo>
                          <a:pt x="571" y="10"/>
                        </a:lnTo>
                        <a:lnTo>
                          <a:pt x="547" y="6"/>
                        </a:lnTo>
                        <a:lnTo>
                          <a:pt x="523" y="2"/>
                        </a:lnTo>
                        <a:lnTo>
                          <a:pt x="499" y="1"/>
                        </a:lnTo>
                        <a:lnTo>
                          <a:pt x="475" y="0"/>
                        </a:lnTo>
                        <a:lnTo>
                          <a:pt x="450" y="1"/>
                        </a:lnTo>
                        <a:lnTo>
                          <a:pt x="426" y="2"/>
                        </a:lnTo>
                        <a:lnTo>
                          <a:pt x="402" y="6"/>
                        </a:lnTo>
                        <a:lnTo>
                          <a:pt x="380" y="10"/>
                        </a:lnTo>
                        <a:lnTo>
                          <a:pt x="357" y="15"/>
                        </a:lnTo>
                        <a:lnTo>
                          <a:pt x="334" y="22"/>
                        </a:lnTo>
                        <a:lnTo>
                          <a:pt x="312" y="29"/>
                        </a:lnTo>
                        <a:lnTo>
                          <a:pt x="291" y="37"/>
                        </a:lnTo>
                        <a:lnTo>
                          <a:pt x="269" y="47"/>
                        </a:lnTo>
                        <a:lnTo>
                          <a:pt x="249" y="58"/>
                        </a:lnTo>
                        <a:lnTo>
                          <a:pt x="229" y="69"/>
                        </a:lnTo>
                        <a:lnTo>
                          <a:pt x="210" y="82"/>
                        </a:lnTo>
                        <a:lnTo>
                          <a:pt x="191" y="95"/>
                        </a:lnTo>
                        <a:lnTo>
                          <a:pt x="173" y="109"/>
                        </a:lnTo>
                        <a:lnTo>
                          <a:pt x="156" y="124"/>
                        </a:lnTo>
                        <a:lnTo>
                          <a:pt x="140" y="139"/>
                        </a:lnTo>
                        <a:lnTo>
                          <a:pt x="124" y="156"/>
                        </a:lnTo>
                        <a:lnTo>
                          <a:pt x="109" y="173"/>
                        </a:lnTo>
                        <a:lnTo>
                          <a:pt x="95" y="191"/>
                        </a:lnTo>
                        <a:lnTo>
                          <a:pt x="82" y="210"/>
                        </a:lnTo>
                        <a:lnTo>
                          <a:pt x="69" y="228"/>
                        </a:lnTo>
                        <a:lnTo>
                          <a:pt x="58" y="249"/>
                        </a:lnTo>
                        <a:lnTo>
                          <a:pt x="47" y="270"/>
                        </a:lnTo>
                        <a:lnTo>
                          <a:pt x="37" y="290"/>
                        </a:lnTo>
                        <a:lnTo>
                          <a:pt x="30" y="312"/>
                        </a:lnTo>
                        <a:lnTo>
                          <a:pt x="22" y="334"/>
                        </a:lnTo>
                        <a:lnTo>
                          <a:pt x="16" y="357"/>
                        </a:lnTo>
                        <a:lnTo>
                          <a:pt x="10" y="379"/>
                        </a:lnTo>
                        <a:lnTo>
                          <a:pt x="6" y="402"/>
                        </a:lnTo>
                        <a:lnTo>
                          <a:pt x="3" y="426"/>
                        </a:lnTo>
                        <a:lnTo>
                          <a:pt x="2" y="450"/>
                        </a:lnTo>
                        <a:lnTo>
                          <a:pt x="0" y="475"/>
                        </a:lnTo>
                        <a:lnTo>
                          <a:pt x="2" y="499"/>
                        </a:lnTo>
                        <a:lnTo>
                          <a:pt x="3" y="524"/>
                        </a:lnTo>
                        <a:lnTo>
                          <a:pt x="6" y="547"/>
                        </a:lnTo>
                        <a:lnTo>
                          <a:pt x="10" y="571"/>
                        </a:lnTo>
                        <a:lnTo>
                          <a:pt x="16" y="593"/>
                        </a:lnTo>
                        <a:lnTo>
                          <a:pt x="22" y="616"/>
                        </a:lnTo>
                        <a:lnTo>
                          <a:pt x="30" y="638"/>
                        </a:lnTo>
                        <a:lnTo>
                          <a:pt x="37" y="660"/>
                        </a:lnTo>
                        <a:lnTo>
                          <a:pt x="47" y="680"/>
                        </a:lnTo>
                        <a:lnTo>
                          <a:pt x="58" y="701"/>
                        </a:lnTo>
                        <a:lnTo>
                          <a:pt x="69" y="721"/>
                        </a:lnTo>
                        <a:lnTo>
                          <a:pt x="82" y="740"/>
                        </a:lnTo>
                        <a:lnTo>
                          <a:pt x="95" y="759"/>
                        </a:lnTo>
                        <a:lnTo>
                          <a:pt x="109" y="777"/>
                        </a:lnTo>
                        <a:lnTo>
                          <a:pt x="124" y="794"/>
                        </a:lnTo>
                        <a:lnTo>
                          <a:pt x="140" y="811"/>
                        </a:lnTo>
                        <a:lnTo>
                          <a:pt x="156" y="826"/>
                        </a:lnTo>
                        <a:lnTo>
                          <a:pt x="173" y="841"/>
                        </a:lnTo>
                        <a:lnTo>
                          <a:pt x="191" y="855"/>
                        </a:lnTo>
                        <a:lnTo>
                          <a:pt x="210" y="868"/>
                        </a:lnTo>
                        <a:lnTo>
                          <a:pt x="229" y="881"/>
                        </a:lnTo>
                        <a:lnTo>
                          <a:pt x="249" y="892"/>
                        </a:lnTo>
                        <a:lnTo>
                          <a:pt x="269" y="903"/>
                        </a:lnTo>
                        <a:lnTo>
                          <a:pt x="291" y="912"/>
                        </a:lnTo>
                        <a:lnTo>
                          <a:pt x="312" y="920"/>
                        </a:lnTo>
                        <a:lnTo>
                          <a:pt x="334" y="928"/>
                        </a:lnTo>
                        <a:lnTo>
                          <a:pt x="357" y="935"/>
                        </a:lnTo>
                        <a:lnTo>
                          <a:pt x="380" y="940"/>
                        </a:lnTo>
                        <a:lnTo>
                          <a:pt x="402" y="944"/>
                        </a:lnTo>
                        <a:lnTo>
                          <a:pt x="426" y="947"/>
                        </a:lnTo>
                        <a:lnTo>
                          <a:pt x="450" y="949"/>
                        </a:lnTo>
                        <a:lnTo>
                          <a:pt x="475" y="950"/>
                        </a:lnTo>
                        <a:lnTo>
                          <a:pt x="499" y="949"/>
                        </a:lnTo>
                        <a:lnTo>
                          <a:pt x="523" y="947"/>
                        </a:lnTo>
                        <a:lnTo>
                          <a:pt x="547" y="944"/>
                        </a:lnTo>
                        <a:lnTo>
                          <a:pt x="571" y="940"/>
                        </a:lnTo>
                        <a:lnTo>
                          <a:pt x="594" y="935"/>
                        </a:lnTo>
                        <a:lnTo>
                          <a:pt x="616" y="928"/>
                        </a:lnTo>
                        <a:lnTo>
                          <a:pt x="638" y="920"/>
                        </a:lnTo>
                        <a:lnTo>
                          <a:pt x="660" y="912"/>
                        </a:lnTo>
                        <a:lnTo>
                          <a:pt x="681" y="903"/>
                        </a:lnTo>
                        <a:lnTo>
                          <a:pt x="701" y="892"/>
                        </a:lnTo>
                        <a:lnTo>
                          <a:pt x="721" y="881"/>
                        </a:lnTo>
                        <a:lnTo>
                          <a:pt x="740" y="868"/>
                        </a:lnTo>
                        <a:lnTo>
                          <a:pt x="759" y="855"/>
                        </a:lnTo>
                        <a:lnTo>
                          <a:pt x="777" y="841"/>
                        </a:lnTo>
                        <a:lnTo>
                          <a:pt x="795" y="826"/>
                        </a:lnTo>
                        <a:lnTo>
                          <a:pt x="811" y="811"/>
                        </a:lnTo>
                        <a:lnTo>
                          <a:pt x="826" y="794"/>
                        </a:lnTo>
                        <a:lnTo>
                          <a:pt x="841" y="777"/>
                        </a:lnTo>
                        <a:lnTo>
                          <a:pt x="855" y="759"/>
                        </a:lnTo>
                        <a:lnTo>
                          <a:pt x="868" y="740"/>
                        </a:lnTo>
                        <a:lnTo>
                          <a:pt x="880" y="721"/>
                        </a:lnTo>
                        <a:lnTo>
                          <a:pt x="892" y="701"/>
                        </a:lnTo>
                        <a:lnTo>
                          <a:pt x="903" y="680"/>
                        </a:lnTo>
                        <a:lnTo>
                          <a:pt x="912" y="660"/>
                        </a:lnTo>
                        <a:lnTo>
                          <a:pt x="921" y="638"/>
                        </a:lnTo>
                        <a:lnTo>
                          <a:pt x="928" y="616"/>
                        </a:lnTo>
                        <a:lnTo>
                          <a:pt x="935" y="593"/>
                        </a:lnTo>
                        <a:lnTo>
                          <a:pt x="940" y="571"/>
                        </a:lnTo>
                        <a:lnTo>
                          <a:pt x="945" y="547"/>
                        </a:lnTo>
                        <a:lnTo>
                          <a:pt x="947" y="524"/>
                        </a:lnTo>
                        <a:lnTo>
                          <a:pt x="949" y="499"/>
                        </a:lnTo>
                        <a:lnTo>
                          <a:pt x="950" y="475"/>
                        </a:lnTo>
                        <a:close/>
                        <a:moveTo>
                          <a:pt x="882" y="475"/>
                        </a:moveTo>
                        <a:lnTo>
                          <a:pt x="882" y="496"/>
                        </a:lnTo>
                        <a:lnTo>
                          <a:pt x="879" y="516"/>
                        </a:lnTo>
                        <a:lnTo>
                          <a:pt x="877" y="537"/>
                        </a:lnTo>
                        <a:lnTo>
                          <a:pt x="874" y="556"/>
                        </a:lnTo>
                        <a:lnTo>
                          <a:pt x="868" y="576"/>
                        </a:lnTo>
                        <a:lnTo>
                          <a:pt x="863" y="596"/>
                        </a:lnTo>
                        <a:lnTo>
                          <a:pt x="858" y="615"/>
                        </a:lnTo>
                        <a:lnTo>
                          <a:pt x="850" y="634"/>
                        </a:lnTo>
                        <a:lnTo>
                          <a:pt x="841" y="651"/>
                        </a:lnTo>
                        <a:lnTo>
                          <a:pt x="833" y="668"/>
                        </a:lnTo>
                        <a:lnTo>
                          <a:pt x="823" y="686"/>
                        </a:lnTo>
                        <a:lnTo>
                          <a:pt x="812" y="702"/>
                        </a:lnTo>
                        <a:lnTo>
                          <a:pt x="801" y="718"/>
                        </a:lnTo>
                        <a:lnTo>
                          <a:pt x="789" y="734"/>
                        </a:lnTo>
                        <a:lnTo>
                          <a:pt x="776" y="749"/>
                        </a:lnTo>
                        <a:lnTo>
                          <a:pt x="763" y="763"/>
                        </a:lnTo>
                        <a:lnTo>
                          <a:pt x="749" y="776"/>
                        </a:lnTo>
                        <a:lnTo>
                          <a:pt x="734" y="789"/>
                        </a:lnTo>
                        <a:lnTo>
                          <a:pt x="719" y="801"/>
                        </a:lnTo>
                        <a:lnTo>
                          <a:pt x="702" y="812"/>
                        </a:lnTo>
                        <a:lnTo>
                          <a:pt x="686" y="823"/>
                        </a:lnTo>
                        <a:lnTo>
                          <a:pt x="669" y="832"/>
                        </a:lnTo>
                        <a:lnTo>
                          <a:pt x="651" y="841"/>
                        </a:lnTo>
                        <a:lnTo>
                          <a:pt x="634" y="850"/>
                        </a:lnTo>
                        <a:lnTo>
                          <a:pt x="615" y="857"/>
                        </a:lnTo>
                        <a:lnTo>
                          <a:pt x="596" y="863"/>
                        </a:lnTo>
                        <a:lnTo>
                          <a:pt x="576" y="869"/>
                        </a:lnTo>
                        <a:lnTo>
                          <a:pt x="557" y="874"/>
                        </a:lnTo>
                        <a:lnTo>
                          <a:pt x="537" y="877"/>
                        </a:lnTo>
                        <a:lnTo>
                          <a:pt x="517" y="879"/>
                        </a:lnTo>
                        <a:lnTo>
                          <a:pt x="496" y="881"/>
                        </a:lnTo>
                        <a:lnTo>
                          <a:pt x="475" y="881"/>
                        </a:lnTo>
                        <a:lnTo>
                          <a:pt x="455" y="881"/>
                        </a:lnTo>
                        <a:lnTo>
                          <a:pt x="434" y="879"/>
                        </a:lnTo>
                        <a:lnTo>
                          <a:pt x="413" y="877"/>
                        </a:lnTo>
                        <a:lnTo>
                          <a:pt x="393" y="874"/>
                        </a:lnTo>
                        <a:lnTo>
                          <a:pt x="373" y="869"/>
                        </a:lnTo>
                        <a:lnTo>
                          <a:pt x="355" y="863"/>
                        </a:lnTo>
                        <a:lnTo>
                          <a:pt x="335" y="857"/>
                        </a:lnTo>
                        <a:lnTo>
                          <a:pt x="317" y="850"/>
                        </a:lnTo>
                        <a:lnTo>
                          <a:pt x="299" y="841"/>
                        </a:lnTo>
                        <a:lnTo>
                          <a:pt x="281" y="832"/>
                        </a:lnTo>
                        <a:lnTo>
                          <a:pt x="264" y="823"/>
                        </a:lnTo>
                        <a:lnTo>
                          <a:pt x="248" y="812"/>
                        </a:lnTo>
                        <a:lnTo>
                          <a:pt x="232" y="801"/>
                        </a:lnTo>
                        <a:lnTo>
                          <a:pt x="217" y="789"/>
                        </a:lnTo>
                        <a:lnTo>
                          <a:pt x="201" y="776"/>
                        </a:lnTo>
                        <a:lnTo>
                          <a:pt x="187" y="763"/>
                        </a:lnTo>
                        <a:lnTo>
                          <a:pt x="174" y="749"/>
                        </a:lnTo>
                        <a:lnTo>
                          <a:pt x="161" y="734"/>
                        </a:lnTo>
                        <a:lnTo>
                          <a:pt x="149" y="718"/>
                        </a:lnTo>
                        <a:lnTo>
                          <a:pt x="137" y="702"/>
                        </a:lnTo>
                        <a:lnTo>
                          <a:pt x="128" y="686"/>
                        </a:lnTo>
                        <a:lnTo>
                          <a:pt x="118" y="668"/>
                        </a:lnTo>
                        <a:lnTo>
                          <a:pt x="108" y="651"/>
                        </a:lnTo>
                        <a:lnTo>
                          <a:pt x="100" y="634"/>
                        </a:lnTo>
                        <a:lnTo>
                          <a:pt x="93" y="615"/>
                        </a:lnTo>
                        <a:lnTo>
                          <a:pt x="86" y="596"/>
                        </a:lnTo>
                        <a:lnTo>
                          <a:pt x="81" y="576"/>
                        </a:lnTo>
                        <a:lnTo>
                          <a:pt x="77" y="556"/>
                        </a:lnTo>
                        <a:lnTo>
                          <a:pt x="73" y="537"/>
                        </a:lnTo>
                        <a:lnTo>
                          <a:pt x="70" y="516"/>
                        </a:lnTo>
                        <a:lnTo>
                          <a:pt x="69" y="496"/>
                        </a:lnTo>
                        <a:lnTo>
                          <a:pt x="68" y="475"/>
                        </a:lnTo>
                        <a:lnTo>
                          <a:pt x="69" y="454"/>
                        </a:lnTo>
                        <a:lnTo>
                          <a:pt x="70" y="434"/>
                        </a:lnTo>
                        <a:lnTo>
                          <a:pt x="73" y="413"/>
                        </a:lnTo>
                        <a:lnTo>
                          <a:pt x="77" y="392"/>
                        </a:lnTo>
                        <a:lnTo>
                          <a:pt x="81" y="373"/>
                        </a:lnTo>
                        <a:lnTo>
                          <a:pt x="86" y="354"/>
                        </a:lnTo>
                        <a:lnTo>
                          <a:pt x="93" y="335"/>
                        </a:lnTo>
                        <a:lnTo>
                          <a:pt x="100" y="316"/>
                        </a:lnTo>
                        <a:lnTo>
                          <a:pt x="108" y="299"/>
                        </a:lnTo>
                        <a:lnTo>
                          <a:pt x="118" y="280"/>
                        </a:lnTo>
                        <a:lnTo>
                          <a:pt x="128" y="264"/>
                        </a:lnTo>
                        <a:lnTo>
                          <a:pt x="137" y="248"/>
                        </a:lnTo>
                        <a:lnTo>
                          <a:pt x="149" y="232"/>
                        </a:lnTo>
                        <a:lnTo>
                          <a:pt x="161" y="216"/>
                        </a:lnTo>
                        <a:lnTo>
                          <a:pt x="174" y="201"/>
                        </a:lnTo>
                        <a:lnTo>
                          <a:pt x="187" y="187"/>
                        </a:lnTo>
                        <a:lnTo>
                          <a:pt x="201" y="174"/>
                        </a:lnTo>
                        <a:lnTo>
                          <a:pt x="217" y="161"/>
                        </a:lnTo>
                        <a:lnTo>
                          <a:pt x="232" y="149"/>
                        </a:lnTo>
                        <a:lnTo>
                          <a:pt x="248" y="137"/>
                        </a:lnTo>
                        <a:lnTo>
                          <a:pt x="264" y="127"/>
                        </a:lnTo>
                        <a:lnTo>
                          <a:pt x="281" y="117"/>
                        </a:lnTo>
                        <a:lnTo>
                          <a:pt x="299" y="108"/>
                        </a:lnTo>
                        <a:lnTo>
                          <a:pt x="317" y="100"/>
                        </a:lnTo>
                        <a:lnTo>
                          <a:pt x="335" y="92"/>
                        </a:lnTo>
                        <a:lnTo>
                          <a:pt x="355" y="86"/>
                        </a:lnTo>
                        <a:lnTo>
                          <a:pt x="373" y="81"/>
                        </a:lnTo>
                        <a:lnTo>
                          <a:pt x="393" y="76"/>
                        </a:lnTo>
                        <a:lnTo>
                          <a:pt x="413" y="73"/>
                        </a:lnTo>
                        <a:lnTo>
                          <a:pt x="434" y="70"/>
                        </a:lnTo>
                        <a:lnTo>
                          <a:pt x="455" y="69"/>
                        </a:lnTo>
                        <a:lnTo>
                          <a:pt x="475" y="68"/>
                        </a:lnTo>
                        <a:lnTo>
                          <a:pt x="496" y="69"/>
                        </a:lnTo>
                        <a:lnTo>
                          <a:pt x="517" y="70"/>
                        </a:lnTo>
                        <a:lnTo>
                          <a:pt x="537" y="73"/>
                        </a:lnTo>
                        <a:lnTo>
                          <a:pt x="557" y="76"/>
                        </a:lnTo>
                        <a:lnTo>
                          <a:pt x="576" y="81"/>
                        </a:lnTo>
                        <a:lnTo>
                          <a:pt x="596" y="86"/>
                        </a:lnTo>
                        <a:lnTo>
                          <a:pt x="615" y="92"/>
                        </a:lnTo>
                        <a:lnTo>
                          <a:pt x="634" y="100"/>
                        </a:lnTo>
                        <a:lnTo>
                          <a:pt x="651" y="108"/>
                        </a:lnTo>
                        <a:lnTo>
                          <a:pt x="669" y="117"/>
                        </a:lnTo>
                        <a:lnTo>
                          <a:pt x="686" y="127"/>
                        </a:lnTo>
                        <a:lnTo>
                          <a:pt x="702" y="137"/>
                        </a:lnTo>
                        <a:lnTo>
                          <a:pt x="719" y="149"/>
                        </a:lnTo>
                        <a:lnTo>
                          <a:pt x="734" y="161"/>
                        </a:lnTo>
                        <a:lnTo>
                          <a:pt x="749" y="174"/>
                        </a:lnTo>
                        <a:lnTo>
                          <a:pt x="763" y="187"/>
                        </a:lnTo>
                        <a:lnTo>
                          <a:pt x="776" y="201"/>
                        </a:lnTo>
                        <a:lnTo>
                          <a:pt x="789" y="216"/>
                        </a:lnTo>
                        <a:lnTo>
                          <a:pt x="801" y="232"/>
                        </a:lnTo>
                        <a:lnTo>
                          <a:pt x="812" y="248"/>
                        </a:lnTo>
                        <a:lnTo>
                          <a:pt x="823" y="264"/>
                        </a:lnTo>
                        <a:lnTo>
                          <a:pt x="833" y="280"/>
                        </a:lnTo>
                        <a:lnTo>
                          <a:pt x="841" y="299"/>
                        </a:lnTo>
                        <a:lnTo>
                          <a:pt x="850" y="316"/>
                        </a:lnTo>
                        <a:lnTo>
                          <a:pt x="858" y="335"/>
                        </a:lnTo>
                        <a:lnTo>
                          <a:pt x="863" y="354"/>
                        </a:lnTo>
                        <a:lnTo>
                          <a:pt x="868" y="373"/>
                        </a:lnTo>
                        <a:lnTo>
                          <a:pt x="874" y="392"/>
                        </a:lnTo>
                        <a:lnTo>
                          <a:pt x="877" y="413"/>
                        </a:lnTo>
                        <a:lnTo>
                          <a:pt x="879" y="434"/>
                        </a:lnTo>
                        <a:lnTo>
                          <a:pt x="882" y="454"/>
                        </a:lnTo>
                        <a:lnTo>
                          <a:pt x="882" y="475"/>
                        </a:lnTo>
                        <a:close/>
                      </a:path>
                    </a:pathLst>
                  </a:custGeom>
                  <a:solidFill>
                    <a:srgbClr val="F4B600"/>
                  </a:solidFill>
                  <a:ln>
                    <a:noFill/>
                  </a:ln>
                </p:spPr>
                <p:txBody>
                  <a:bodyPr/>
                  <a:lstStyle/>
                  <a:p>
                    <a:pPr>
                      <a:defRPr/>
                    </a:pPr>
                    <a:endParaRPr lang="en-US" sz="1050">
                      <a:latin typeface="+mj-lt"/>
                    </a:endParaRPr>
                  </a:p>
                </p:txBody>
              </p:sp>
              <p:sp>
                <p:nvSpPr>
                  <p:cNvPr id="41679" name="Freeform 458">
                    <a:extLst>
                      <a:ext uri="{FF2B5EF4-FFF2-40B4-BE49-F238E27FC236}">
                        <a16:creationId xmlns="" xmlns:a16="http://schemas.microsoft.com/office/drawing/2014/main" id="{B0B0D7FA-8AD8-1120-1338-EE9D0A2B7EE0}"/>
                      </a:ext>
                    </a:extLst>
                  </p:cNvPr>
                  <p:cNvSpPr>
                    <a:spLocks noEditPoints="1"/>
                  </p:cNvSpPr>
                  <p:nvPr/>
                </p:nvSpPr>
                <p:spPr bwMode="auto">
                  <a:xfrm>
                    <a:off x="3276" y="1976"/>
                    <a:ext cx="147" cy="147"/>
                  </a:xfrm>
                  <a:custGeom>
                    <a:avLst/>
                    <a:gdLst>
                      <a:gd name="T0" fmla="*/ 0 w 881"/>
                      <a:gd name="T1" fmla="*/ 0 h 881"/>
                      <a:gd name="T2" fmla="*/ 0 w 881"/>
                      <a:gd name="T3" fmla="*/ 0 h 881"/>
                      <a:gd name="T4" fmla="*/ 0 w 881"/>
                      <a:gd name="T5" fmla="*/ 0 h 881"/>
                      <a:gd name="T6" fmla="*/ 0 w 881"/>
                      <a:gd name="T7" fmla="*/ 0 h 881"/>
                      <a:gd name="T8" fmla="*/ 0 w 881"/>
                      <a:gd name="T9" fmla="*/ 0 h 881"/>
                      <a:gd name="T10" fmla="*/ 0 w 881"/>
                      <a:gd name="T11" fmla="*/ 0 h 881"/>
                      <a:gd name="T12" fmla="*/ 0 w 881"/>
                      <a:gd name="T13" fmla="*/ 0 h 881"/>
                      <a:gd name="T14" fmla="*/ 0 w 881"/>
                      <a:gd name="T15" fmla="*/ 0 h 881"/>
                      <a:gd name="T16" fmla="*/ 0 w 881"/>
                      <a:gd name="T17" fmla="*/ 0 h 881"/>
                      <a:gd name="T18" fmla="*/ 0 w 881"/>
                      <a:gd name="T19" fmla="*/ 0 h 881"/>
                      <a:gd name="T20" fmla="*/ 0 w 881"/>
                      <a:gd name="T21" fmla="*/ 0 h 881"/>
                      <a:gd name="T22" fmla="*/ 0 w 881"/>
                      <a:gd name="T23" fmla="*/ 0 h 881"/>
                      <a:gd name="T24" fmla="*/ 0 w 881"/>
                      <a:gd name="T25" fmla="*/ 0 h 881"/>
                      <a:gd name="T26" fmla="*/ 0 w 881"/>
                      <a:gd name="T27" fmla="*/ 0 h 881"/>
                      <a:gd name="T28" fmla="*/ 0 w 881"/>
                      <a:gd name="T29" fmla="*/ 0 h 881"/>
                      <a:gd name="T30" fmla="*/ 0 w 881"/>
                      <a:gd name="T31" fmla="*/ 0 h 881"/>
                      <a:gd name="T32" fmla="*/ 0 w 881"/>
                      <a:gd name="T33" fmla="*/ 0 h 881"/>
                      <a:gd name="T34" fmla="*/ 0 w 881"/>
                      <a:gd name="T35" fmla="*/ 0 h 881"/>
                      <a:gd name="T36" fmla="*/ 0 w 881"/>
                      <a:gd name="T37" fmla="*/ 0 h 881"/>
                      <a:gd name="T38" fmla="*/ 0 w 881"/>
                      <a:gd name="T39" fmla="*/ 0 h 881"/>
                      <a:gd name="T40" fmla="*/ 0 w 881"/>
                      <a:gd name="T41" fmla="*/ 0 h 881"/>
                      <a:gd name="T42" fmla="*/ 0 w 881"/>
                      <a:gd name="T43" fmla="*/ 0 h 881"/>
                      <a:gd name="T44" fmla="*/ 0 w 881"/>
                      <a:gd name="T45" fmla="*/ 0 h 881"/>
                      <a:gd name="T46" fmla="*/ 0 w 881"/>
                      <a:gd name="T47" fmla="*/ 0 h 881"/>
                      <a:gd name="T48" fmla="*/ 0 w 881"/>
                      <a:gd name="T49" fmla="*/ 0 h 881"/>
                      <a:gd name="T50" fmla="*/ 0 w 881"/>
                      <a:gd name="T51" fmla="*/ 0 h 881"/>
                      <a:gd name="T52" fmla="*/ 0 w 881"/>
                      <a:gd name="T53" fmla="*/ 0 h 881"/>
                      <a:gd name="T54" fmla="*/ 0 w 881"/>
                      <a:gd name="T55" fmla="*/ 0 h 881"/>
                      <a:gd name="T56" fmla="*/ 0 w 881"/>
                      <a:gd name="T57" fmla="*/ 0 h 881"/>
                      <a:gd name="T58" fmla="*/ 0 w 881"/>
                      <a:gd name="T59" fmla="*/ 0 h 881"/>
                      <a:gd name="T60" fmla="*/ 0 w 881"/>
                      <a:gd name="T61" fmla="*/ 0 h 881"/>
                      <a:gd name="T62" fmla="*/ 0 w 881"/>
                      <a:gd name="T63" fmla="*/ 0 h 881"/>
                      <a:gd name="T64" fmla="*/ 0 w 881"/>
                      <a:gd name="T65" fmla="*/ 0 h 881"/>
                      <a:gd name="T66" fmla="*/ 0 w 881"/>
                      <a:gd name="T67" fmla="*/ 0 h 881"/>
                      <a:gd name="T68" fmla="*/ 0 w 881"/>
                      <a:gd name="T69" fmla="*/ 0 h 881"/>
                      <a:gd name="T70" fmla="*/ 0 w 881"/>
                      <a:gd name="T71" fmla="*/ 0 h 881"/>
                      <a:gd name="T72" fmla="*/ 0 w 881"/>
                      <a:gd name="T73" fmla="*/ 0 h 881"/>
                      <a:gd name="T74" fmla="*/ 0 w 881"/>
                      <a:gd name="T75" fmla="*/ 0 h 881"/>
                      <a:gd name="T76" fmla="*/ 0 w 881"/>
                      <a:gd name="T77" fmla="*/ 0 h 881"/>
                      <a:gd name="T78" fmla="*/ 0 w 881"/>
                      <a:gd name="T79" fmla="*/ 0 h 881"/>
                      <a:gd name="T80" fmla="*/ 0 w 881"/>
                      <a:gd name="T81" fmla="*/ 0 h 881"/>
                      <a:gd name="T82" fmla="*/ 0 w 881"/>
                      <a:gd name="T83" fmla="*/ 0 h 881"/>
                      <a:gd name="T84" fmla="*/ 0 w 881"/>
                      <a:gd name="T85" fmla="*/ 0 h 881"/>
                      <a:gd name="T86" fmla="*/ 0 w 881"/>
                      <a:gd name="T87" fmla="*/ 0 h 881"/>
                      <a:gd name="T88" fmla="*/ 0 w 881"/>
                      <a:gd name="T89" fmla="*/ 0 h 881"/>
                      <a:gd name="T90" fmla="*/ 0 w 881"/>
                      <a:gd name="T91" fmla="*/ 0 h 881"/>
                      <a:gd name="T92" fmla="*/ 0 w 881"/>
                      <a:gd name="T93" fmla="*/ 0 h 881"/>
                      <a:gd name="T94" fmla="*/ 0 w 881"/>
                      <a:gd name="T95" fmla="*/ 0 h 881"/>
                      <a:gd name="T96" fmla="*/ 0 w 881"/>
                      <a:gd name="T97" fmla="*/ 0 h 881"/>
                      <a:gd name="T98" fmla="*/ 0 w 881"/>
                      <a:gd name="T99" fmla="*/ 0 h 881"/>
                      <a:gd name="T100" fmla="*/ 0 w 881"/>
                      <a:gd name="T101" fmla="*/ 0 h 88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81"/>
                      <a:gd name="T154" fmla="*/ 0 h 881"/>
                      <a:gd name="T155" fmla="*/ 881 w 881"/>
                      <a:gd name="T156" fmla="*/ 881 h 88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81" h="881">
                        <a:moveTo>
                          <a:pt x="881" y="441"/>
                        </a:moveTo>
                        <a:lnTo>
                          <a:pt x="881" y="418"/>
                        </a:lnTo>
                        <a:lnTo>
                          <a:pt x="879" y="395"/>
                        </a:lnTo>
                        <a:lnTo>
                          <a:pt x="877" y="374"/>
                        </a:lnTo>
                        <a:lnTo>
                          <a:pt x="873" y="352"/>
                        </a:lnTo>
                        <a:lnTo>
                          <a:pt x="868" y="331"/>
                        </a:lnTo>
                        <a:lnTo>
                          <a:pt x="862" y="309"/>
                        </a:lnTo>
                        <a:lnTo>
                          <a:pt x="855" y="289"/>
                        </a:lnTo>
                        <a:lnTo>
                          <a:pt x="848" y="269"/>
                        </a:lnTo>
                        <a:lnTo>
                          <a:pt x="838" y="250"/>
                        </a:lnTo>
                        <a:lnTo>
                          <a:pt x="828" y="231"/>
                        </a:lnTo>
                        <a:lnTo>
                          <a:pt x="818" y="213"/>
                        </a:lnTo>
                        <a:lnTo>
                          <a:pt x="806" y="194"/>
                        </a:lnTo>
                        <a:lnTo>
                          <a:pt x="794" y="177"/>
                        </a:lnTo>
                        <a:lnTo>
                          <a:pt x="781" y="161"/>
                        </a:lnTo>
                        <a:lnTo>
                          <a:pt x="767" y="144"/>
                        </a:lnTo>
                        <a:lnTo>
                          <a:pt x="753" y="129"/>
                        </a:lnTo>
                        <a:lnTo>
                          <a:pt x="738" y="115"/>
                        </a:lnTo>
                        <a:lnTo>
                          <a:pt x="722" y="101"/>
                        </a:lnTo>
                        <a:lnTo>
                          <a:pt x="704" y="88"/>
                        </a:lnTo>
                        <a:lnTo>
                          <a:pt x="688" y="76"/>
                        </a:lnTo>
                        <a:lnTo>
                          <a:pt x="669" y="64"/>
                        </a:lnTo>
                        <a:lnTo>
                          <a:pt x="651" y="53"/>
                        </a:lnTo>
                        <a:lnTo>
                          <a:pt x="632" y="43"/>
                        </a:lnTo>
                        <a:lnTo>
                          <a:pt x="613" y="35"/>
                        </a:lnTo>
                        <a:lnTo>
                          <a:pt x="592" y="27"/>
                        </a:lnTo>
                        <a:lnTo>
                          <a:pt x="572" y="20"/>
                        </a:lnTo>
                        <a:lnTo>
                          <a:pt x="551" y="14"/>
                        </a:lnTo>
                        <a:lnTo>
                          <a:pt x="530" y="10"/>
                        </a:lnTo>
                        <a:lnTo>
                          <a:pt x="509" y="5"/>
                        </a:lnTo>
                        <a:lnTo>
                          <a:pt x="486" y="2"/>
                        </a:lnTo>
                        <a:lnTo>
                          <a:pt x="464" y="1"/>
                        </a:lnTo>
                        <a:lnTo>
                          <a:pt x="441" y="0"/>
                        </a:lnTo>
                        <a:lnTo>
                          <a:pt x="418" y="1"/>
                        </a:lnTo>
                        <a:lnTo>
                          <a:pt x="396" y="2"/>
                        </a:lnTo>
                        <a:lnTo>
                          <a:pt x="374" y="5"/>
                        </a:lnTo>
                        <a:lnTo>
                          <a:pt x="352" y="10"/>
                        </a:lnTo>
                        <a:lnTo>
                          <a:pt x="330" y="14"/>
                        </a:lnTo>
                        <a:lnTo>
                          <a:pt x="310" y="20"/>
                        </a:lnTo>
                        <a:lnTo>
                          <a:pt x="289" y="27"/>
                        </a:lnTo>
                        <a:lnTo>
                          <a:pt x="270" y="35"/>
                        </a:lnTo>
                        <a:lnTo>
                          <a:pt x="250" y="43"/>
                        </a:lnTo>
                        <a:lnTo>
                          <a:pt x="230" y="53"/>
                        </a:lnTo>
                        <a:lnTo>
                          <a:pt x="212" y="64"/>
                        </a:lnTo>
                        <a:lnTo>
                          <a:pt x="195" y="76"/>
                        </a:lnTo>
                        <a:lnTo>
                          <a:pt x="177" y="88"/>
                        </a:lnTo>
                        <a:lnTo>
                          <a:pt x="161" y="101"/>
                        </a:lnTo>
                        <a:lnTo>
                          <a:pt x="145" y="115"/>
                        </a:lnTo>
                        <a:lnTo>
                          <a:pt x="129" y="129"/>
                        </a:lnTo>
                        <a:lnTo>
                          <a:pt x="115" y="144"/>
                        </a:lnTo>
                        <a:lnTo>
                          <a:pt x="101" y="161"/>
                        </a:lnTo>
                        <a:lnTo>
                          <a:pt x="88" y="177"/>
                        </a:lnTo>
                        <a:lnTo>
                          <a:pt x="76" y="194"/>
                        </a:lnTo>
                        <a:lnTo>
                          <a:pt x="64" y="213"/>
                        </a:lnTo>
                        <a:lnTo>
                          <a:pt x="53" y="231"/>
                        </a:lnTo>
                        <a:lnTo>
                          <a:pt x="44" y="250"/>
                        </a:lnTo>
                        <a:lnTo>
                          <a:pt x="35" y="269"/>
                        </a:lnTo>
                        <a:lnTo>
                          <a:pt x="27" y="289"/>
                        </a:lnTo>
                        <a:lnTo>
                          <a:pt x="20" y="309"/>
                        </a:lnTo>
                        <a:lnTo>
                          <a:pt x="14" y="331"/>
                        </a:lnTo>
                        <a:lnTo>
                          <a:pt x="9" y="352"/>
                        </a:lnTo>
                        <a:lnTo>
                          <a:pt x="6" y="374"/>
                        </a:lnTo>
                        <a:lnTo>
                          <a:pt x="2" y="395"/>
                        </a:lnTo>
                        <a:lnTo>
                          <a:pt x="1" y="418"/>
                        </a:lnTo>
                        <a:lnTo>
                          <a:pt x="0" y="441"/>
                        </a:lnTo>
                        <a:lnTo>
                          <a:pt x="1" y="464"/>
                        </a:lnTo>
                        <a:lnTo>
                          <a:pt x="2" y="486"/>
                        </a:lnTo>
                        <a:lnTo>
                          <a:pt x="6" y="508"/>
                        </a:lnTo>
                        <a:lnTo>
                          <a:pt x="9" y="530"/>
                        </a:lnTo>
                        <a:lnTo>
                          <a:pt x="14" y="551"/>
                        </a:lnTo>
                        <a:lnTo>
                          <a:pt x="20" y="572"/>
                        </a:lnTo>
                        <a:lnTo>
                          <a:pt x="27" y="592"/>
                        </a:lnTo>
                        <a:lnTo>
                          <a:pt x="35" y="613"/>
                        </a:lnTo>
                        <a:lnTo>
                          <a:pt x="44" y="632"/>
                        </a:lnTo>
                        <a:lnTo>
                          <a:pt x="53" y="651"/>
                        </a:lnTo>
                        <a:lnTo>
                          <a:pt x="64" y="669"/>
                        </a:lnTo>
                        <a:lnTo>
                          <a:pt x="76" y="688"/>
                        </a:lnTo>
                        <a:lnTo>
                          <a:pt x="88" y="705"/>
                        </a:lnTo>
                        <a:lnTo>
                          <a:pt x="101" y="721"/>
                        </a:lnTo>
                        <a:lnTo>
                          <a:pt x="115" y="738"/>
                        </a:lnTo>
                        <a:lnTo>
                          <a:pt x="129" y="753"/>
                        </a:lnTo>
                        <a:lnTo>
                          <a:pt x="145" y="767"/>
                        </a:lnTo>
                        <a:lnTo>
                          <a:pt x="161" y="781"/>
                        </a:lnTo>
                        <a:lnTo>
                          <a:pt x="177" y="794"/>
                        </a:lnTo>
                        <a:lnTo>
                          <a:pt x="195" y="806"/>
                        </a:lnTo>
                        <a:lnTo>
                          <a:pt x="212" y="818"/>
                        </a:lnTo>
                        <a:lnTo>
                          <a:pt x="230" y="829"/>
                        </a:lnTo>
                        <a:lnTo>
                          <a:pt x="250" y="839"/>
                        </a:lnTo>
                        <a:lnTo>
                          <a:pt x="270" y="847"/>
                        </a:lnTo>
                        <a:lnTo>
                          <a:pt x="289" y="855"/>
                        </a:lnTo>
                        <a:lnTo>
                          <a:pt x="310" y="861"/>
                        </a:lnTo>
                        <a:lnTo>
                          <a:pt x="330" y="868"/>
                        </a:lnTo>
                        <a:lnTo>
                          <a:pt x="352" y="872"/>
                        </a:lnTo>
                        <a:lnTo>
                          <a:pt x="374" y="877"/>
                        </a:lnTo>
                        <a:lnTo>
                          <a:pt x="396" y="879"/>
                        </a:lnTo>
                        <a:lnTo>
                          <a:pt x="418" y="881"/>
                        </a:lnTo>
                        <a:lnTo>
                          <a:pt x="441" y="881"/>
                        </a:lnTo>
                        <a:lnTo>
                          <a:pt x="464" y="881"/>
                        </a:lnTo>
                        <a:lnTo>
                          <a:pt x="486" y="879"/>
                        </a:lnTo>
                        <a:lnTo>
                          <a:pt x="509" y="877"/>
                        </a:lnTo>
                        <a:lnTo>
                          <a:pt x="530" y="872"/>
                        </a:lnTo>
                        <a:lnTo>
                          <a:pt x="551" y="868"/>
                        </a:lnTo>
                        <a:lnTo>
                          <a:pt x="572" y="861"/>
                        </a:lnTo>
                        <a:lnTo>
                          <a:pt x="592" y="855"/>
                        </a:lnTo>
                        <a:lnTo>
                          <a:pt x="613" y="847"/>
                        </a:lnTo>
                        <a:lnTo>
                          <a:pt x="632" y="839"/>
                        </a:lnTo>
                        <a:lnTo>
                          <a:pt x="651" y="829"/>
                        </a:lnTo>
                        <a:lnTo>
                          <a:pt x="669" y="818"/>
                        </a:lnTo>
                        <a:lnTo>
                          <a:pt x="688" y="806"/>
                        </a:lnTo>
                        <a:lnTo>
                          <a:pt x="704" y="794"/>
                        </a:lnTo>
                        <a:lnTo>
                          <a:pt x="722" y="781"/>
                        </a:lnTo>
                        <a:lnTo>
                          <a:pt x="738" y="767"/>
                        </a:lnTo>
                        <a:lnTo>
                          <a:pt x="753" y="753"/>
                        </a:lnTo>
                        <a:lnTo>
                          <a:pt x="767" y="738"/>
                        </a:lnTo>
                        <a:lnTo>
                          <a:pt x="781" y="721"/>
                        </a:lnTo>
                        <a:lnTo>
                          <a:pt x="794" y="705"/>
                        </a:lnTo>
                        <a:lnTo>
                          <a:pt x="806" y="688"/>
                        </a:lnTo>
                        <a:lnTo>
                          <a:pt x="818" y="669"/>
                        </a:lnTo>
                        <a:lnTo>
                          <a:pt x="828" y="651"/>
                        </a:lnTo>
                        <a:lnTo>
                          <a:pt x="838" y="632"/>
                        </a:lnTo>
                        <a:lnTo>
                          <a:pt x="848" y="613"/>
                        </a:lnTo>
                        <a:lnTo>
                          <a:pt x="855" y="592"/>
                        </a:lnTo>
                        <a:lnTo>
                          <a:pt x="862" y="572"/>
                        </a:lnTo>
                        <a:lnTo>
                          <a:pt x="868" y="551"/>
                        </a:lnTo>
                        <a:lnTo>
                          <a:pt x="873" y="530"/>
                        </a:lnTo>
                        <a:lnTo>
                          <a:pt x="877" y="508"/>
                        </a:lnTo>
                        <a:lnTo>
                          <a:pt x="879" y="486"/>
                        </a:lnTo>
                        <a:lnTo>
                          <a:pt x="881" y="464"/>
                        </a:lnTo>
                        <a:lnTo>
                          <a:pt x="881" y="441"/>
                        </a:lnTo>
                        <a:close/>
                        <a:moveTo>
                          <a:pt x="814" y="441"/>
                        </a:moveTo>
                        <a:lnTo>
                          <a:pt x="814" y="461"/>
                        </a:lnTo>
                        <a:lnTo>
                          <a:pt x="812" y="479"/>
                        </a:lnTo>
                        <a:lnTo>
                          <a:pt x="810" y="497"/>
                        </a:lnTo>
                        <a:lnTo>
                          <a:pt x="806" y="516"/>
                        </a:lnTo>
                        <a:lnTo>
                          <a:pt x="802" y="534"/>
                        </a:lnTo>
                        <a:lnTo>
                          <a:pt x="798" y="552"/>
                        </a:lnTo>
                        <a:lnTo>
                          <a:pt x="791" y="569"/>
                        </a:lnTo>
                        <a:lnTo>
                          <a:pt x="785" y="585"/>
                        </a:lnTo>
                        <a:lnTo>
                          <a:pt x="777" y="603"/>
                        </a:lnTo>
                        <a:lnTo>
                          <a:pt x="769" y="619"/>
                        </a:lnTo>
                        <a:lnTo>
                          <a:pt x="760" y="634"/>
                        </a:lnTo>
                        <a:lnTo>
                          <a:pt x="750" y="650"/>
                        </a:lnTo>
                        <a:lnTo>
                          <a:pt x="740" y="664"/>
                        </a:lnTo>
                        <a:lnTo>
                          <a:pt x="729" y="678"/>
                        </a:lnTo>
                        <a:lnTo>
                          <a:pt x="717" y="692"/>
                        </a:lnTo>
                        <a:lnTo>
                          <a:pt x="705" y="705"/>
                        </a:lnTo>
                        <a:lnTo>
                          <a:pt x="692" y="717"/>
                        </a:lnTo>
                        <a:lnTo>
                          <a:pt x="678" y="729"/>
                        </a:lnTo>
                        <a:lnTo>
                          <a:pt x="664" y="740"/>
                        </a:lnTo>
                        <a:lnTo>
                          <a:pt x="650" y="751"/>
                        </a:lnTo>
                        <a:lnTo>
                          <a:pt x="635" y="759"/>
                        </a:lnTo>
                        <a:lnTo>
                          <a:pt x="618" y="769"/>
                        </a:lnTo>
                        <a:lnTo>
                          <a:pt x="603" y="777"/>
                        </a:lnTo>
                        <a:lnTo>
                          <a:pt x="586" y="784"/>
                        </a:lnTo>
                        <a:lnTo>
                          <a:pt x="569" y="791"/>
                        </a:lnTo>
                        <a:lnTo>
                          <a:pt x="552" y="797"/>
                        </a:lnTo>
                        <a:lnTo>
                          <a:pt x="535" y="802"/>
                        </a:lnTo>
                        <a:lnTo>
                          <a:pt x="516" y="806"/>
                        </a:lnTo>
                        <a:lnTo>
                          <a:pt x="498" y="809"/>
                        </a:lnTo>
                        <a:lnTo>
                          <a:pt x="479" y="811"/>
                        </a:lnTo>
                        <a:lnTo>
                          <a:pt x="460" y="814"/>
                        </a:lnTo>
                        <a:lnTo>
                          <a:pt x="441" y="814"/>
                        </a:lnTo>
                        <a:lnTo>
                          <a:pt x="422" y="814"/>
                        </a:lnTo>
                        <a:lnTo>
                          <a:pt x="403" y="811"/>
                        </a:lnTo>
                        <a:lnTo>
                          <a:pt x="385" y="809"/>
                        </a:lnTo>
                        <a:lnTo>
                          <a:pt x="366" y="806"/>
                        </a:lnTo>
                        <a:lnTo>
                          <a:pt x="348" y="802"/>
                        </a:lnTo>
                        <a:lnTo>
                          <a:pt x="330" y="797"/>
                        </a:lnTo>
                        <a:lnTo>
                          <a:pt x="313" y="791"/>
                        </a:lnTo>
                        <a:lnTo>
                          <a:pt x="296" y="784"/>
                        </a:lnTo>
                        <a:lnTo>
                          <a:pt x="279" y="777"/>
                        </a:lnTo>
                        <a:lnTo>
                          <a:pt x="263" y="769"/>
                        </a:lnTo>
                        <a:lnTo>
                          <a:pt x="248" y="759"/>
                        </a:lnTo>
                        <a:lnTo>
                          <a:pt x="233" y="751"/>
                        </a:lnTo>
                        <a:lnTo>
                          <a:pt x="217" y="740"/>
                        </a:lnTo>
                        <a:lnTo>
                          <a:pt x="204" y="729"/>
                        </a:lnTo>
                        <a:lnTo>
                          <a:pt x="190" y="717"/>
                        </a:lnTo>
                        <a:lnTo>
                          <a:pt x="177" y="705"/>
                        </a:lnTo>
                        <a:lnTo>
                          <a:pt x="165" y="692"/>
                        </a:lnTo>
                        <a:lnTo>
                          <a:pt x="153" y="678"/>
                        </a:lnTo>
                        <a:lnTo>
                          <a:pt x="142" y="664"/>
                        </a:lnTo>
                        <a:lnTo>
                          <a:pt x="132" y="650"/>
                        </a:lnTo>
                        <a:lnTo>
                          <a:pt x="122" y="634"/>
                        </a:lnTo>
                        <a:lnTo>
                          <a:pt x="113" y="619"/>
                        </a:lnTo>
                        <a:lnTo>
                          <a:pt x="104" y="603"/>
                        </a:lnTo>
                        <a:lnTo>
                          <a:pt x="98" y="585"/>
                        </a:lnTo>
                        <a:lnTo>
                          <a:pt x="90" y="569"/>
                        </a:lnTo>
                        <a:lnTo>
                          <a:pt x="85" y="552"/>
                        </a:lnTo>
                        <a:lnTo>
                          <a:pt x="79" y="534"/>
                        </a:lnTo>
                        <a:lnTo>
                          <a:pt x="76" y="516"/>
                        </a:lnTo>
                        <a:lnTo>
                          <a:pt x="73" y="497"/>
                        </a:lnTo>
                        <a:lnTo>
                          <a:pt x="70" y="479"/>
                        </a:lnTo>
                        <a:lnTo>
                          <a:pt x="69" y="461"/>
                        </a:lnTo>
                        <a:lnTo>
                          <a:pt x="69" y="441"/>
                        </a:lnTo>
                        <a:lnTo>
                          <a:pt x="69" y="421"/>
                        </a:lnTo>
                        <a:lnTo>
                          <a:pt x="70" y="403"/>
                        </a:lnTo>
                        <a:lnTo>
                          <a:pt x="73" y="384"/>
                        </a:lnTo>
                        <a:lnTo>
                          <a:pt x="76" y="366"/>
                        </a:lnTo>
                        <a:lnTo>
                          <a:pt x="79" y="348"/>
                        </a:lnTo>
                        <a:lnTo>
                          <a:pt x="85" y="330"/>
                        </a:lnTo>
                        <a:lnTo>
                          <a:pt x="90" y="313"/>
                        </a:lnTo>
                        <a:lnTo>
                          <a:pt x="98" y="295"/>
                        </a:lnTo>
                        <a:lnTo>
                          <a:pt x="104" y="279"/>
                        </a:lnTo>
                        <a:lnTo>
                          <a:pt x="113" y="263"/>
                        </a:lnTo>
                        <a:lnTo>
                          <a:pt x="122" y="248"/>
                        </a:lnTo>
                        <a:lnTo>
                          <a:pt x="132" y="232"/>
                        </a:lnTo>
                        <a:lnTo>
                          <a:pt x="142" y="218"/>
                        </a:lnTo>
                        <a:lnTo>
                          <a:pt x="153" y="204"/>
                        </a:lnTo>
                        <a:lnTo>
                          <a:pt x="165" y="190"/>
                        </a:lnTo>
                        <a:lnTo>
                          <a:pt x="177" y="177"/>
                        </a:lnTo>
                        <a:lnTo>
                          <a:pt x="190" y="165"/>
                        </a:lnTo>
                        <a:lnTo>
                          <a:pt x="204" y="153"/>
                        </a:lnTo>
                        <a:lnTo>
                          <a:pt x="217" y="142"/>
                        </a:lnTo>
                        <a:lnTo>
                          <a:pt x="233" y="131"/>
                        </a:lnTo>
                        <a:lnTo>
                          <a:pt x="248" y="122"/>
                        </a:lnTo>
                        <a:lnTo>
                          <a:pt x="263" y="113"/>
                        </a:lnTo>
                        <a:lnTo>
                          <a:pt x="279" y="105"/>
                        </a:lnTo>
                        <a:lnTo>
                          <a:pt x="296" y="98"/>
                        </a:lnTo>
                        <a:lnTo>
                          <a:pt x="313" y="91"/>
                        </a:lnTo>
                        <a:lnTo>
                          <a:pt x="330" y="85"/>
                        </a:lnTo>
                        <a:lnTo>
                          <a:pt x="348" y="80"/>
                        </a:lnTo>
                        <a:lnTo>
                          <a:pt x="366" y="76"/>
                        </a:lnTo>
                        <a:lnTo>
                          <a:pt x="385" y="73"/>
                        </a:lnTo>
                        <a:lnTo>
                          <a:pt x="403" y="69"/>
                        </a:lnTo>
                        <a:lnTo>
                          <a:pt x="422" y="68"/>
                        </a:lnTo>
                        <a:lnTo>
                          <a:pt x="441" y="68"/>
                        </a:lnTo>
                        <a:lnTo>
                          <a:pt x="460" y="68"/>
                        </a:lnTo>
                        <a:lnTo>
                          <a:pt x="479" y="69"/>
                        </a:lnTo>
                        <a:lnTo>
                          <a:pt x="498" y="73"/>
                        </a:lnTo>
                        <a:lnTo>
                          <a:pt x="516" y="76"/>
                        </a:lnTo>
                        <a:lnTo>
                          <a:pt x="535" y="80"/>
                        </a:lnTo>
                        <a:lnTo>
                          <a:pt x="552" y="85"/>
                        </a:lnTo>
                        <a:lnTo>
                          <a:pt x="569" y="91"/>
                        </a:lnTo>
                        <a:lnTo>
                          <a:pt x="586" y="98"/>
                        </a:lnTo>
                        <a:lnTo>
                          <a:pt x="603" y="105"/>
                        </a:lnTo>
                        <a:lnTo>
                          <a:pt x="618" y="113"/>
                        </a:lnTo>
                        <a:lnTo>
                          <a:pt x="635" y="122"/>
                        </a:lnTo>
                        <a:lnTo>
                          <a:pt x="650" y="131"/>
                        </a:lnTo>
                        <a:lnTo>
                          <a:pt x="664" y="142"/>
                        </a:lnTo>
                        <a:lnTo>
                          <a:pt x="678" y="153"/>
                        </a:lnTo>
                        <a:lnTo>
                          <a:pt x="692" y="165"/>
                        </a:lnTo>
                        <a:lnTo>
                          <a:pt x="705" y="177"/>
                        </a:lnTo>
                        <a:lnTo>
                          <a:pt x="717" y="190"/>
                        </a:lnTo>
                        <a:lnTo>
                          <a:pt x="729" y="204"/>
                        </a:lnTo>
                        <a:lnTo>
                          <a:pt x="740" y="218"/>
                        </a:lnTo>
                        <a:lnTo>
                          <a:pt x="750" y="232"/>
                        </a:lnTo>
                        <a:lnTo>
                          <a:pt x="760" y="248"/>
                        </a:lnTo>
                        <a:lnTo>
                          <a:pt x="769" y="263"/>
                        </a:lnTo>
                        <a:lnTo>
                          <a:pt x="777" y="279"/>
                        </a:lnTo>
                        <a:lnTo>
                          <a:pt x="785" y="295"/>
                        </a:lnTo>
                        <a:lnTo>
                          <a:pt x="791" y="313"/>
                        </a:lnTo>
                        <a:lnTo>
                          <a:pt x="798" y="330"/>
                        </a:lnTo>
                        <a:lnTo>
                          <a:pt x="802" y="348"/>
                        </a:lnTo>
                        <a:lnTo>
                          <a:pt x="806" y="366"/>
                        </a:lnTo>
                        <a:lnTo>
                          <a:pt x="810" y="384"/>
                        </a:lnTo>
                        <a:lnTo>
                          <a:pt x="812" y="403"/>
                        </a:lnTo>
                        <a:lnTo>
                          <a:pt x="814" y="421"/>
                        </a:lnTo>
                        <a:lnTo>
                          <a:pt x="814" y="441"/>
                        </a:lnTo>
                        <a:close/>
                      </a:path>
                    </a:pathLst>
                  </a:custGeom>
                  <a:solidFill>
                    <a:srgbClr val="F5BB00"/>
                  </a:solidFill>
                  <a:ln>
                    <a:noFill/>
                  </a:ln>
                </p:spPr>
                <p:txBody>
                  <a:bodyPr/>
                  <a:lstStyle/>
                  <a:p>
                    <a:pPr>
                      <a:defRPr/>
                    </a:pPr>
                    <a:endParaRPr lang="en-US" sz="1050">
                      <a:latin typeface="+mj-lt"/>
                    </a:endParaRPr>
                  </a:p>
                </p:txBody>
              </p:sp>
              <p:sp>
                <p:nvSpPr>
                  <p:cNvPr id="41680" name="Freeform 459">
                    <a:extLst>
                      <a:ext uri="{FF2B5EF4-FFF2-40B4-BE49-F238E27FC236}">
                        <a16:creationId xmlns="" xmlns:a16="http://schemas.microsoft.com/office/drawing/2014/main" id="{84F22A84-8D85-8408-3F86-A7F901A90C84}"/>
                      </a:ext>
                    </a:extLst>
                  </p:cNvPr>
                  <p:cNvSpPr>
                    <a:spLocks noEditPoints="1"/>
                  </p:cNvSpPr>
                  <p:nvPr/>
                </p:nvSpPr>
                <p:spPr bwMode="auto">
                  <a:xfrm>
                    <a:off x="3280" y="1997"/>
                    <a:ext cx="138" cy="122"/>
                  </a:xfrm>
                  <a:custGeom>
                    <a:avLst/>
                    <a:gdLst>
                      <a:gd name="T0" fmla="*/ 0 w 814"/>
                      <a:gd name="T1" fmla="*/ 0 h 813"/>
                      <a:gd name="T2" fmla="*/ 0 w 814"/>
                      <a:gd name="T3" fmla="*/ 0 h 813"/>
                      <a:gd name="T4" fmla="*/ 0 w 814"/>
                      <a:gd name="T5" fmla="*/ 0 h 813"/>
                      <a:gd name="T6" fmla="*/ 0 w 814"/>
                      <a:gd name="T7" fmla="*/ 0 h 813"/>
                      <a:gd name="T8" fmla="*/ 0 w 814"/>
                      <a:gd name="T9" fmla="*/ 0 h 813"/>
                      <a:gd name="T10" fmla="*/ 0 w 814"/>
                      <a:gd name="T11" fmla="*/ 0 h 813"/>
                      <a:gd name="T12" fmla="*/ 0 w 814"/>
                      <a:gd name="T13" fmla="*/ 0 h 813"/>
                      <a:gd name="T14" fmla="*/ 0 w 814"/>
                      <a:gd name="T15" fmla="*/ 0 h 813"/>
                      <a:gd name="T16" fmla="*/ 0 w 814"/>
                      <a:gd name="T17" fmla="*/ 0 h 813"/>
                      <a:gd name="T18" fmla="*/ 0 w 814"/>
                      <a:gd name="T19" fmla="*/ 0 h 813"/>
                      <a:gd name="T20" fmla="*/ 0 w 814"/>
                      <a:gd name="T21" fmla="*/ 0 h 813"/>
                      <a:gd name="T22" fmla="*/ 0 w 814"/>
                      <a:gd name="T23" fmla="*/ 0 h 813"/>
                      <a:gd name="T24" fmla="*/ 0 w 814"/>
                      <a:gd name="T25" fmla="*/ 0 h 813"/>
                      <a:gd name="T26" fmla="*/ 0 w 814"/>
                      <a:gd name="T27" fmla="*/ 0 h 813"/>
                      <a:gd name="T28" fmla="*/ 0 w 814"/>
                      <a:gd name="T29" fmla="*/ 0 h 813"/>
                      <a:gd name="T30" fmla="*/ 0 w 814"/>
                      <a:gd name="T31" fmla="*/ 0 h 813"/>
                      <a:gd name="T32" fmla="*/ 0 w 814"/>
                      <a:gd name="T33" fmla="*/ 0 h 813"/>
                      <a:gd name="T34" fmla="*/ 0 w 814"/>
                      <a:gd name="T35" fmla="*/ 0 h 813"/>
                      <a:gd name="T36" fmla="*/ 0 w 814"/>
                      <a:gd name="T37" fmla="*/ 0 h 813"/>
                      <a:gd name="T38" fmla="*/ 0 w 814"/>
                      <a:gd name="T39" fmla="*/ 0 h 813"/>
                      <a:gd name="T40" fmla="*/ 0 w 814"/>
                      <a:gd name="T41" fmla="*/ 0 h 813"/>
                      <a:gd name="T42" fmla="*/ 0 w 814"/>
                      <a:gd name="T43" fmla="*/ 0 h 813"/>
                      <a:gd name="T44" fmla="*/ 0 w 814"/>
                      <a:gd name="T45" fmla="*/ 0 h 813"/>
                      <a:gd name="T46" fmla="*/ 0 w 814"/>
                      <a:gd name="T47" fmla="*/ 0 h 813"/>
                      <a:gd name="T48" fmla="*/ 0 w 814"/>
                      <a:gd name="T49" fmla="*/ 0 h 813"/>
                      <a:gd name="T50" fmla="*/ 0 w 814"/>
                      <a:gd name="T51" fmla="*/ 0 h 813"/>
                      <a:gd name="T52" fmla="*/ 0 w 814"/>
                      <a:gd name="T53" fmla="*/ 0 h 813"/>
                      <a:gd name="T54" fmla="*/ 0 w 814"/>
                      <a:gd name="T55" fmla="*/ 0 h 813"/>
                      <a:gd name="T56" fmla="*/ 0 w 814"/>
                      <a:gd name="T57" fmla="*/ 0 h 813"/>
                      <a:gd name="T58" fmla="*/ 0 w 814"/>
                      <a:gd name="T59" fmla="*/ 0 h 813"/>
                      <a:gd name="T60" fmla="*/ 0 w 814"/>
                      <a:gd name="T61" fmla="*/ 0 h 813"/>
                      <a:gd name="T62" fmla="*/ 0 w 814"/>
                      <a:gd name="T63" fmla="*/ 0 h 813"/>
                      <a:gd name="T64" fmla="*/ 0 w 814"/>
                      <a:gd name="T65" fmla="*/ 0 h 813"/>
                      <a:gd name="T66" fmla="*/ 0 w 814"/>
                      <a:gd name="T67" fmla="*/ 0 h 813"/>
                      <a:gd name="T68" fmla="*/ 0 w 814"/>
                      <a:gd name="T69" fmla="*/ 0 h 813"/>
                      <a:gd name="T70" fmla="*/ 0 w 814"/>
                      <a:gd name="T71" fmla="*/ 0 h 813"/>
                      <a:gd name="T72" fmla="*/ 0 w 814"/>
                      <a:gd name="T73" fmla="*/ 0 h 813"/>
                      <a:gd name="T74" fmla="*/ 0 w 814"/>
                      <a:gd name="T75" fmla="*/ 0 h 813"/>
                      <a:gd name="T76" fmla="*/ 0 w 814"/>
                      <a:gd name="T77" fmla="*/ 0 h 813"/>
                      <a:gd name="T78" fmla="*/ 0 w 814"/>
                      <a:gd name="T79" fmla="*/ 0 h 813"/>
                      <a:gd name="T80" fmla="*/ 0 w 814"/>
                      <a:gd name="T81" fmla="*/ 0 h 813"/>
                      <a:gd name="T82" fmla="*/ 0 w 814"/>
                      <a:gd name="T83" fmla="*/ 0 h 813"/>
                      <a:gd name="T84" fmla="*/ 0 w 814"/>
                      <a:gd name="T85" fmla="*/ 0 h 813"/>
                      <a:gd name="T86" fmla="*/ 0 w 814"/>
                      <a:gd name="T87" fmla="*/ 0 h 813"/>
                      <a:gd name="T88" fmla="*/ 0 w 814"/>
                      <a:gd name="T89" fmla="*/ 0 h 813"/>
                      <a:gd name="T90" fmla="*/ 0 w 814"/>
                      <a:gd name="T91" fmla="*/ 0 h 813"/>
                      <a:gd name="T92" fmla="*/ 0 w 814"/>
                      <a:gd name="T93" fmla="*/ 0 h 813"/>
                      <a:gd name="T94" fmla="*/ 0 w 814"/>
                      <a:gd name="T95" fmla="*/ 0 h 813"/>
                      <a:gd name="T96" fmla="*/ 0 w 814"/>
                      <a:gd name="T97" fmla="*/ 0 h 813"/>
                      <a:gd name="T98" fmla="*/ 0 w 814"/>
                      <a:gd name="T99" fmla="*/ 0 h 813"/>
                      <a:gd name="T100" fmla="*/ 0 w 814"/>
                      <a:gd name="T101" fmla="*/ 0 h 8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14"/>
                      <a:gd name="T154" fmla="*/ 0 h 813"/>
                      <a:gd name="T155" fmla="*/ 814 w 814"/>
                      <a:gd name="T156" fmla="*/ 813 h 8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14" h="813">
                        <a:moveTo>
                          <a:pt x="814" y="407"/>
                        </a:moveTo>
                        <a:lnTo>
                          <a:pt x="814" y="386"/>
                        </a:lnTo>
                        <a:lnTo>
                          <a:pt x="811" y="366"/>
                        </a:lnTo>
                        <a:lnTo>
                          <a:pt x="809" y="345"/>
                        </a:lnTo>
                        <a:lnTo>
                          <a:pt x="806" y="324"/>
                        </a:lnTo>
                        <a:lnTo>
                          <a:pt x="800" y="305"/>
                        </a:lnTo>
                        <a:lnTo>
                          <a:pt x="795" y="286"/>
                        </a:lnTo>
                        <a:lnTo>
                          <a:pt x="790" y="267"/>
                        </a:lnTo>
                        <a:lnTo>
                          <a:pt x="782" y="248"/>
                        </a:lnTo>
                        <a:lnTo>
                          <a:pt x="773" y="231"/>
                        </a:lnTo>
                        <a:lnTo>
                          <a:pt x="765" y="212"/>
                        </a:lnTo>
                        <a:lnTo>
                          <a:pt x="755" y="196"/>
                        </a:lnTo>
                        <a:lnTo>
                          <a:pt x="744" y="180"/>
                        </a:lnTo>
                        <a:lnTo>
                          <a:pt x="733" y="164"/>
                        </a:lnTo>
                        <a:lnTo>
                          <a:pt x="721" y="148"/>
                        </a:lnTo>
                        <a:lnTo>
                          <a:pt x="708" y="133"/>
                        </a:lnTo>
                        <a:lnTo>
                          <a:pt x="695" y="119"/>
                        </a:lnTo>
                        <a:lnTo>
                          <a:pt x="681" y="106"/>
                        </a:lnTo>
                        <a:lnTo>
                          <a:pt x="666" y="93"/>
                        </a:lnTo>
                        <a:lnTo>
                          <a:pt x="651" y="81"/>
                        </a:lnTo>
                        <a:lnTo>
                          <a:pt x="634" y="69"/>
                        </a:lnTo>
                        <a:lnTo>
                          <a:pt x="618" y="59"/>
                        </a:lnTo>
                        <a:lnTo>
                          <a:pt x="601" y="49"/>
                        </a:lnTo>
                        <a:lnTo>
                          <a:pt x="583" y="40"/>
                        </a:lnTo>
                        <a:lnTo>
                          <a:pt x="566" y="32"/>
                        </a:lnTo>
                        <a:lnTo>
                          <a:pt x="547" y="24"/>
                        </a:lnTo>
                        <a:lnTo>
                          <a:pt x="528" y="18"/>
                        </a:lnTo>
                        <a:lnTo>
                          <a:pt x="508" y="13"/>
                        </a:lnTo>
                        <a:lnTo>
                          <a:pt x="489" y="8"/>
                        </a:lnTo>
                        <a:lnTo>
                          <a:pt x="469" y="5"/>
                        </a:lnTo>
                        <a:lnTo>
                          <a:pt x="449" y="2"/>
                        </a:lnTo>
                        <a:lnTo>
                          <a:pt x="428" y="1"/>
                        </a:lnTo>
                        <a:lnTo>
                          <a:pt x="407" y="0"/>
                        </a:lnTo>
                        <a:lnTo>
                          <a:pt x="387" y="1"/>
                        </a:lnTo>
                        <a:lnTo>
                          <a:pt x="366" y="2"/>
                        </a:lnTo>
                        <a:lnTo>
                          <a:pt x="345" y="5"/>
                        </a:lnTo>
                        <a:lnTo>
                          <a:pt x="325" y="8"/>
                        </a:lnTo>
                        <a:lnTo>
                          <a:pt x="305" y="13"/>
                        </a:lnTo>
                        <a:lnTo>
                          <a:pt x="287" y="18"/>
                        </a:lnTo>
                        <a:lnTo>
                          <a:pt x="267" y="24"/>
                        </a:lnTo>
                        <a:lnTo>
                          <a:pt x="249" y="32"/>
                        </a:lnTo>
                        <a:lnTo>
                          <a:pt x="231" y="40"/>
                        </a:lnTo>
                        <a:lnTo>
                          <a:pt x="213" y="49"/>
                        </a:lnTo>
                        <a:lnTo>
                          <a:pt x="196" y="59"/>
                        </a:lnTo>
                        <a:lnTo>
                          <a:pt x="180" y="69"/>
                        </a:lnTo>
                        <a:lnTo>
                          <a:pt x="164" y="81"/>
                        </a:lnTo>
                        <a:lnTo>
                          <a:pt x="149" y="93"/>
                        </a:lnTo>
                        <a:lnTo>
                          <a:pt x="133" y="106"/>
                        </a:lnTo>
                        <a:lnTo>
                          <a:pt x="119" y="119"/>
                        </a:lnTo>
                        <a:lnTo>
                          <a:pt x="106" y="133"/>
                        </a:lnTo>
                        <a:lnTo>
                          <a:pt x="93" y="148"/>
                        </a:lnTo>
                        <a:lnTo>
                          <a:pt x="81" y="164"/>
                        </a:lnTo>
                        <a:lnTo>
                          <a:pt x="69" y="180"/>
                        </a:lnTo>
                        <a:lnTo>
                          <a:pt x="60" y="196"/>
                        </a:lnTo>
                        <a:lnTo>
                          <a:pt x="50" y="212"/>
                        </a:lnTo>
                        <a:lnTo>
                          <a:pt x="40" y="231"/>
                        </a:lnTo>
                        <a:lnTo>
                          <a:pt x="32" y="248"/>
                        </a:lnTo>
                        <a:lnTo>
                          <a:pt x="25" y="267"/>
                        </a:lnTo>
                        <a:lnTo>
                          <a:pt x="18" y="286"/>
                        </a:lnTo>
                        <a:lnTo>
                          <a:pt x="13" y="305"/>
                        </a:lnTo>
                        <a:lnTo>
                          <a:pt x="9" y="324"/>
                        </a:lnTo>
                        <a:lnTo>
                          <a:pt x="5" y="345"/>
                        </a:lnTo>
                        <a:lnTo>
                          <a:pt x="2" y="366"/>
                        </a:lnTo>
                        <a:lnTo>
                          <a:pt x="1" y="386"/>
                        </a:lnTo>
                        <a:lnTo>
                          <a:pt x="0" y="407"/>
                        </a:lnTo>
                        <a:lnTo>
                          <a:pt x="1" y="428"/>
                        </a:lnTo>
                        <a:lnTo>
                          <a:pt x="2" y="448"/>
                        </a:lnTo>
                        <a:lnTo>
                          <a:pt x="5" y="469"/>
                        </a:lnTo>
                        <a:lnTo>
                          <a:pt x="9" y="488"/>
                        </a:lnTo>
                        <a:lnTo>
                          <a:pt x="13" y="508"/>
                        </a:lnTo>
                        <a:lnTo>
                          <a:pt x="18" y="528"/>
                        </a:lnTo>
                        <a:lnTo>
                          <a:pt x="25" y="547"/>
                        </a:lnTo>
                        <a:lnTo>
                          <a:pt x="32" y="566"/>
                        </a:lnTo>
                        <a:lnTo>
                          <a:pt x="40" y="583"/>
                        </a:lnTo>
                        <a:lnTo>
                          <a:pt x="50" y="600"/>
                        </a:lnTo>
                        <a:lnTo>
                          <a:pt x="60" y="618"/>
                        </a:lnTo>
                        <a:lnTo>
                          <a:pt x="69" y="634"/>
                        </a:lnTo>
                        <a:lnTo>
                          <a:pt x="81" y="650"/>
                        </a:lnTo>
                        <a:lnTo>
                          <a:pt x="93" y="666"/>
                        </a:lnTo>
                        <a:lnTo>
                          <a:pt x="106" y="681"/>
                        </a:lnTo>
                        <a:lnTo>
                          <a:pt x="119" y="695"/>
                        </a:lnTo>
                        <a:lnTo>
                          <a:pt x="133" y="708"/>
                        </a:lnTo>
                        <a:lnTo>
                          <a:pt x="149" y="721"/>
                        </a:lnTo>
                        <a:lnTo>
                          <a:pt x="164" y="733"/>
                        </a:lnTo>
                        <a:lnTo>
                          <a:pt x="180" y="744"/>
                        </a:lnTo>
                        <a:lnTo>
                          <a:pt x="196" y="755"/>
                        </a:lnTo>
                        <a:lnTo>
                          <a:pt x="213" y="764"/>
                        </a:lnTo>
                        <a:lnTo>
                          <a:pt x="231" y="773"/>
                        </a:lnTo>
                        <a:lnTo>
                          <a:pt x="249" y="782"/>
                        </a:lnTo>
                        <a:lnTo>
                          <a:pt x="267" y="789"/>
                        </a:lnTo>
                        <a:lnTo>
                          <a:pt x="287" y="795"/>
                        </a:lnTo>
                        <a:lnTo>
                          <a:pt x="305" y="801"/>
                        </a:lnTo>
                        <a:lnTo>
                          <a:pt x="325" y="806"/>
                        </a:lnTo>
                        <a:lnTo>
                          <a:pt x="345" y="809"/>
                        </a:lnTo>
                        <a:lnTo>
                          <a:pt x="366" y="811"/>
                        </a:lnTo>
                        <a:lnTo>
                          <a:pt x="387" y="813"/>
                        </a:lnTo>
                        <a:lnTo>
                          <a:pt x="407" y="813"/>
                        </a:lnTo>
                        <a:lnTo>
                          <a:pt x="428" y="813"/>
                        </a:lnTo>
                        <a:lnTo>
                          <a:pt x="449" y="811"/>
                        </a:lnTo>
                        <a:lnTo>
                          <a:pt x="469" y="809"/>
                        </a:lnTo>
                        <a:lnTo>
                          <a:pt x="489" y="806"/>
                        </a:lnTo>
                        <a:lnTo>
                          <a:pt x="508" y="801"/>
                        </a:lnTo>
                        <a:lnTo>
                          <a:pt x="528" y="795"/>
                        </a:lnTo>
                        <a:lnTo>
                          <a:pt x="547" y="789"/>
                        </a:lnTo>
                        <a:lnTo>
                          <a:pt x="566" y="782"/>
                        </a:lnTo>
                        <a:lnTo>
                          <a:pt x="583" y="773"/>
                        </a:lnTo>
                        <a:lnTo>
                          <a:pt x="601" y="764"/>
                        </a:lnTo>
                        <a:lnTo>
                          <a:pt x="618" y="755"/>
                        </a:lnTo>
                        <a:lnTo>
                          <a:pt x="634" y="744"/>
                        </a:lnTo>
                        <a:lnTo>
                          <a:pt x="651" y="733"/>
                        </a:lnTo>
                        <a:lnTo>
                          <a:pt x="666" y="721"/>
                        </a:lnTo>
                        <a:lnTo>
                          <a:pt x="681" y="708"/>
                        </a:lnTo>
                        <a:lnTo>
                          <a:pt x="695" y="695"/>
                        </a:lnTo>
                        <a:lnTo>
                          <a:pt x="708" y="681"/>
                        </a:lnTo>
                        <a:lnTo>
                          <a:pt x="721" y="666"/>
                        </a:lnTo>
                        <a:lnTo>
                          <a:pt x="733" y="650"/>
                        </a:lnTo>
                        <a:lnTo>
                          <a:pt x="744" y="634"/>
                        </a:lnTo>
                        <a:lnTo>
                          <a:pt x="755" y="618"/>
                        </a:lnTo>
                        <a:lnTo>
                          <a:pt x="765" y="600"/>
                        </a:lnTo>
                        <a:lnTo>
                          <a:pt x="773" y="583"/>
                        </a:lnTo>
                        <a:lnTo>
                          <a:pt x="782" y="566"/>
                        </a:lnTo>
                        <a:lnTo>
                          <a:pt x="790" y="547"/>
                        </a:lnTo>
                        <a:lnTo>
                          <a:pt x="795" y="528"/>
                        </a:lnTo>
                        <a:lnTo>
                          <a:pt x="800" y="508"/>
                        </a:lnTo>
                        <a:lnTo>
                          <a:pt x="806" y="488"/>
                        </a:lnTo>
                        <a:lnTo>
                          <a:pt x="809" y="469"/>
                        </a:lnTo>
                        <a:lnTo>
                          <a:pt x="811" y="448"/>
                        </a:lnTo>
                        <a:lnTo>
                          <a:pt x="814" y="428"/>
                        </a:lnTo>
                        <a:lnTo>
                          <a:pt x="814" y="407"/>
                        </a:lnTo>
                        <a:close/>
                        <a:moveTo>
                          <a:pt x="746" y="407"/>
                        </a:moveTo>
                        <a:lnTo>
                          <a:pt x="745" y="424"/>
                        </a:lnTo>
                        <a:lnTo>
                          <a:pt x="744" y="442"/>
                        </a:lnTo>
                        <a:lnTo>
                          <a:pt x="742" y="458"/>
                        </a:lnTo>
                        <a:lnTo>
                          <a:pt x="740" y="475"/>
                        </a:lnTo>
                        <a:lnTo>
                          <a:pt x="735" y="492"/>
                        </a:lnTo>
                        <a:lnTo>
                          <a:pt x="731" y="508"/>
                        </a:lnTo>
                        <a:lnTo>
                          <a:pt x="726" y="523"/>
                        </a:lnTo>
                        <a:lnTo>
                          <a:pt x="719" y="538"/>
                        </a:lnTo>
                        <a:lnTo>
                          <a:pt x="713" y="554"/>
                        </a:lnTo>
                        <a:lnTo>
                          <a:pt x="705" y="569"/>
                        </a:lnTo>
                        <a:lnTo>
                          <a:pt x="697" y="583"/>
                        </a:lnTo>
                        <a:lnTo>
                          <a:pt x="689" y="596"/>
                        </a:lnTo>
                        <a:lnTo>
                          <a:pt x="679" y="610"/>
                        </a:lnTo>
                        <a:lnTo>
                          <a:pt x="669" y="622"/>
                        </a:lnTo>
                        <a:lnTo>
                          <a:pt x="658" y="635"/>
                        </a:lnTo>
                        <a:lnTo>
                          <a:pt x="646" y="647"/>
                        </a:lnTo>
                        <a:lnTo>
                          <a:pt x="635" y="658"/>
                        </a:lnTo>
                        <a:lnTo>
                          <a:pt x="622" y="669"/>
                        </a:lnTo>
                        <a:lnTo>
                          <a:pt x="609" y="679"/>
                        </a:lnTo>
                        <a:lnTo>
                          <a:pt x="596" y="688"/>
                        </a:lnTo>
                        <a:lnTo>
                          <a:pt x="583" y="697"/>
                        </a:lnTo>
                        <a:lnTo>
                          <a:pt x="569" y="705"/>
                        </a:lnTo>
                        <a:lnTo>
                          <a:pt x="554" y="712"/>
                        </a:lnTo>
                        <a:lnTo>
                          <a:pt x="539" y="719"/>
                        </a:lnTo>
                        <a:lnTo>
                          <a:pt x="523" y="725"/>
                        </a:lnTo>
                        <a:lnTo>
                          <a:pt x="508" y="731"/>
                        </a:lnTo>
                        <a:lnTo>
                          <a:pt x="492" y="735"/>
                        </a:lnTo>
                        <a:lnTo>
                          <a:pt x="476" y="739"/>
                        </a:lnTo>
                        <a:lnTo>
                          <a:pt x="458" y="742"/>
                        </a:lnTo>
                        <a:lnTo>
                          <a:pt x="442" y="744"/>
                        </a:lnTo>
                        <a:lnTo>
                          <a:pt x="425" y="746"/>
                        </a:lnTo>
                        <a:lnTo>
                          <a:pt x="407" y="746"/>
                        </a:lnTo>
                        <a:lnTo>
                          <a:pt x="390" y="746"/>
                        </a:lnTo>
                        <a:lnTo>
                          <a:pt x="372" y="744"/>
                        </a:lnTo>
                        <a:lnTo>
                          <a:pt x="355" y="742"/>
                        </a:lnTo>
                        <a:lnTo>
                          <a:pt x="339" y="739"/>
                        </a:lnTo>
                        <a:lnTo>
                          <a:pt x="322" y="735"/>
                        </a:lnTo>
                        <a:lnTo>
                          <a:pt x="306" y="731"/>
                        </a:lnTo>
                        <a:lnTo>
                          <a:pt x="291" y="725"/>
                        </a:lnTo>
                        <a:lnTo>
                          <a:pt x="275" y="719"/>
                        </a:lnTo>
                        <a:lnTo>
                          <a:pt x="261" y="712"/>
                        </a:lnTo>
                        <a:lnTo>
                          <a:pt x="245" y="705"/>
                        </a:lnTo>
                        <a:lnTo>
                          <a:pt x="231" y="697"/>
                        </a:lnTo>
                        <a:lnTo>
                          <a:pt x="217" y="688"/>
                        </a:lnTo>
                        <a:lnTo>
                          <a:pt x="204" y="679"/>
                        </a:lnTo>
                        <a:lnTo>
                          <a:pt x="191" y="669"/>
                        </a:lnTo>
                        <a:lnTo>
                          <a:pt x="179" y="658"/>
                        </a:lnTo>
                        <a:lnTo>
                          <a:pt x="167" y="647"/>
                        </a:lnTo>
                        <a:lnTo>
                          <a:pt x="156" y="635"/>
                        </a:lnTo>
                        <a:lnTo>
                          <a:pt x="145" y="622"/>
                        </a:lnTo>
                        <a:lnTo>
                          <a:pt x="136" y="610"/>
                        </a:lnTo>
                        <a:lnTo>
                          <a:pt x="126" y="596"/>
                        </a:lnTo>
                        <a:lnTo>
                          <a:pt x="117" y="583"/>
                        </a:lnTo>
                        <a:lnTo>
                          <a:pt x="108" y="569"/>
                        </a:lnTo>
                        <a:lnTo>
                          <a:pt x="102" y="554"/>
                        </a:lnTo>
                        <a:lnTo>
                          <a:pt x="94" y="538"/>
                        </a:lnTo>
                        <a:lnTo>
                          <a:pt x="89" y="523"/>
                        </a:lnTo>
                        <a:lnTo>
                          <a:pt x="83" y="508"/>
                        </a:lnTo>
                        <a:lnTo>
                          <a:pt x="79" y="492"/>
                        </a:lnTo>
                        <a:lnTo>
                          <a:pt x="75" y="475"/>
                        </a:lnTo>
                        <a:lnTo>
                          <a:pt x="72" y="458"/>
                        </a:lnTo>
                        <a:lnTo>
                          <a:pt x="69" y="442"/>
                        </a:lnTo>
                        <a:lnTo>
                          <a:pt x="68" y="424"/>
                        </a:lnTo>
                        <a:lnTo>
                          <a:pt x="68" y="407"/>
                        </a:lnTo>
                        <a:lnTo>
                          <a:pt x="68" y="390"/>
                        </a:lnTo>
                        <a:lnTo>
                          <a:pt x="69" y="372"/>
                        </a:lnTo>
                        <a:lnTo>
                          <a:pt x="72" y="355"/>
                        </a:lnTo>
                        <a:lnTo>
                          <a:pt x="75" y="339"/>
                        </a:lnTo>
                        <a:lnTo>
                          <a:pt x="79" y="322"/>
                        </a:lnTo>
                        <a:lnTo>
                          <a:pt x="83" y="306"/>
                        </a:lnTo>
                        <a:lnTo>
                          <a:pt x="89" y="291"/>
                        </a:lnTo>
                        <a:lnTo>
                          <a:pt x="94" y="274"/>
                        </a:lnTo>
                        <a:lnTo>
                          <a:pt x="102" y="260"/>
                        </a:lnTo>
                        <a:lnTo>
                          <a:pt x="108" y="245"/>
                        </a:lnTo>
                        <a:lnTo>
                          <a:pt x="117" y="231"/>
                        </a:lnTo>
                        <a:lnTo>
                          <a:pt x="126" y="217"/>
                        </a:lnTo>
                        <a:lnTo>
                          <a:pt x="136" y="204"/>
                        </a:lnTo>
                        <a:lnTo>
                          <a:pt x="145" y="191"/>
                        </a:lnTo>
                        <a:lnTo>
                          <a:pt x="156" y="179"/>
                        </a:lnTo>
                        <a:lnTo>
                          <a:pt x="167" y="167"/>
                        </a:lnTo>
                        <a:lnTo>
                          <a:pt x="179" y="156"/>
                        </a:lnTo>
                        <a:lnTo>
                          <a:pt x="191" y="145"/>
                        </a:lnTo>
                        <a:lnTo>
                          <a:pt x="204" y="135"/>
                        </a:lnTo>
                        <a:lnTo>
                          <a:pt x="217" y="126"/>
                        </a:lnTo>
                        <a:lnTo>
                          <a:pt x="231" y="117"/>
                        </a:lnTo>
                        <a:lnTo>
                          <a:pt x="245" y="109"/>
                        </a:lnTo>
                        <a:lnTo>
                          <a:pt x="261" y="102"/>
                        </a:lnTo>
                        <a:lnTo>
                          <a:pt x="275" y="94"/>
                        </a:lnTo>
                        <a:lnTo>
                          <a:pt x="291" y="89"/>
                        </a:lnTo>
                        <a:lnTo>
                          <a:pt x="306" y="83"/>
                        </a:lnTo>
                        <a:lnTo>
                          <a:pt x="322" y="79"/>
                        </a:lnTo>
                        <a:lnTo>
                          <a:pt x="339" y="74"/>
                        </a:lnTo>
                        <a:lnTo>
                          <a:pt x="355" y="71"/>
                        </a:lnTo>
                        <a:lnTo>
                          <a:pt x="372" y="69"/>
                        </a:lnTo>
                        <a:lnTo>
                          <a:pt x="390" y="68"/>
                        </a:lnTo>
                        <a:lnTo>
                          <a:pt x="407" y="68"/>
                        </a:lnTo>
                        <a:lnTo>
                          <a:pt x="425" y="68"/>
                        </a:lnTo>
                        <a:lnTo>
                          <a:pt x="442" y="69"/>
                        </a:lnTo>
                        <a:lnTo>
                          <a:pt x="458" y="71"/>
                        </a:lnTo>
                        <a:lnTo>
                          <a:pt x="476" y="74"/>
                        </a:lnTo>
                        <a:lnTo>
                          <a:pt x="492" y="79"/>
                        </a:lnTo>
                        <a:lnTo>
                          <a:pt x="508" y="83"/>
                        </a:lnTo>
                        <a:lnTo>
                          <a:pt x="523" y="89"/>
                        </a:lnTo>
                        <a:lnTo>
                          <a:pt x="539" y="94"/>
                        </a:lnTo>
                        <a:lnTo>
                          <a:pt x="554" y="102"/>
                        </a:lnTo>
                        <a:lnTo>
                          <a:pt x="569" y="109"/>
                        </a:lnTo>
                        <a:lnTo>
                          <a:pt x="583" y="117"/>
                        </a:lnTo>
                        <a:lnTo>
                          <a:pt x="596" y="126"/>
                        </a:lnTo>
                        <a:lnTo>
                          <a:pt x="609" y="135"/>
                        </a:lnTo>
                        <a:lnTo>
                          <a:pt x="622" y="145"/>
                        </a:lnTo>
                        <a:lnTo>
                          <a:pt x="635" y="156"/>
                        </a:lnTo>
                        <a:lnTo>
                          <a:pt x="646" y="167"/>
                        </a:lnTo>
                        <a:lnTo>
                          <a:pt x="658" y="179"/>
                        </a:lnTo>
                        <a:lnTo>
                          <a:pt x="669" y="191"/>
                        </a:lnTo>
                        <a:lnTo>
                          <a:pt x="679" y="204"/>
                        </a:lnTo>
                        <a:lnTo>
                          <a:pt x="689" y="217"/>
                        </a:lnTo>
                        <a:lnTo>
                          <a:pt x="697" y="231"/>
                        </a:lnTo>
                        <a:lnTo>
                          <a:pt x="705" y="245"/>
                        </a:lnTo>
                        <a:lnTo>
                          <a:pt x="713" y="260"/>
                        </a:lnTo>
                        <a:lnTo>
                          <a:pt x="719" y="274"/>
                        </a:lnTo>
                        <a:lnTo>
                          <a:pt x="726" y="291"/>
                        </a:lnTo>
                        <a:lnTo>
                          <a:pt x="731" y="306"/>
                        </a:lnTo>
                        <a:lnTo>
                          <a:pt x="735" y="322"/>
                        </a:lnTo>
                        <a:lnTo>
                          <a:pt x="740" y="339"/>
                        </a:lnTo>
                        <a:lnTo>
                          <a:pt x="742" y="355"/>
                        </a:lnTo>
                        <a:lnTo>
                          <a:pt x="744" y="372"/>
                        </a:lnTo>
                        <a:lnTo>
                          <a:pt x="745" y="390"/>
                        </a:lnTo>
                        <a:lnTo>
                          <a:pt x="746" y="407"/>
                        </a:lnTo>
                        <a:close/>
                      </a:path>
                    </a:pathLst>
                  </a:custGeom>
                  <a:solidFill>
                    <a:srgbClr val="F6BF00"/>
                  </a:solidFill>
                  <a:ln>
                    <a:noFill/>
                  </a:ln>
                </p:spPr>
                <p:txBody>
                  <a:bodyPr/>
                  <a:lstStyle/>
                  <a:p>
                    <a:pPr>
                      <a:defRPr/>
                    </a:pPr>
                    <a:endParaRPr lang="en-US" sz="1050">
                      <a:latin typeface="+mj-lt"/>
                    </a:endParaRPr>
                  </a:p>
                </p:txBody>
              </p:sp>
              <p:sp>
                <p:nvSpPr>
                  <p:cNvPr id="41681" name="Freeform 460">
                    <a:extLst>
                      <a:ext uri="{FF2B5EF4-FFF2-40B4-BE49-F238E27FC236}">
                        <a16:creationId xmlns="" xmlns:a16="http://schemas.microsoft.com/office/drawing/2014/main" id="{11DD0677-974E-5D4C-282B-372D4493300C}"/>
                      </a:ext>
                    </a:extLst>
                  </p:cNvPr>
                  <p:cNvSpPr>
                    <a:spLocks noEditPoints="1"/>
                  </p:cNvSpPr>
                  <p:nvPr/>
                </p:nvSpPr>
                <p:spPr bwMode="auto">
                  <a:xfrm>
                    <a:off x="3285" y="1997"/>
                    <a:ext cx="125" cy="114"/>
                  </a:xfrm>
                  <a:custGeom>
                    <a:avLst/>
                    <a:gdLst>
                      <a:gd name="T0" fmla="*/ 0 w 745"/>
                      <a:gd name="T1" fmla="*/ 0 h 746"/>
                      <a:gd name="T2" fmla="*/ 0 w 745"/>
                      <a:gd name="T3" fmla="*/ 0 h 746"/>
                      <a:gd name="T4" fmla="*/ 0 w 745"/>
                      <a:gd name="T5" fmla="*/ 0 h 746"/>
                      <a:gd name="T6" fmla="*/ 0 w 745"/>
                      <a:gd name="T7" fmla="*/ 0 h 746"/>
                      <a:gd name="T8" fmla="*/ 0 w 745"/>
                      <a:gd name="T9" fmla="*/ 0 h 746"/>
                      <a:gd name="T10" fmla="*/ 0 w 745"/>
                      <a:gd name="T11" fmla="*/ 0 h 746"/>
                      <a:gd name="T12" fmla="*/ 0 w 745"/>
                      <a:gd name="T13" fmla="*/ 0 h 746"/>
                      <a:gd name="T14" fmla="*/ 0 w 745"/>
                      <a:gd name="T15" fmla="*/ 0 h 746"/>
                      <a:gd name="T16" fmla="*/ 0 w 745"/>
                      <a:gd name="T17" fmla="*/ 0 h 746"/>
                      <a:gd name="T18" fmla="*/ 0 w 745"/>
                      <a:gd name="T19" fmla="*/ 0 h 746"/>
                      <a:gd name="T20" fmla="*/ 0 w 745"/>
                      <a:gd name="T21" fmla="*/ 0 h 746"/>
                      <a:gd name="T22" fmla="*/ 0 w 745"/>
                      <a:gd name="T23" fmla="*/ 0 h 746"/>
                      <a:gd name="T24" fmla="*/ 0 w 745"/>
                      <a:gd name="T25" fmla="*/ 0 h 746"/>
                      <a:gd name="T26" fmla="*/ 0 w 745"/>
                      <a:gd name="T27" fmla="*/ 0 h 746"/>
                      <a:gd name="T28" fmla="*/ 0 w 745"/>
                      <a:gd name="T29" fmla="*/ 0 h 746"/>
                      <a:gd name="T30" fmla="*/ 0 w 745"/>
                      <a:gd name="T31" fmla="*/ 0 h 746"/>
                      <a:gd name="T32" fmla="*/ 0 w 745"/>
                      <a:gd name="T33" fmla="*/ 0 h 746"/>
                      <a:gd name="T34" fmla="*/ 0 w 745"/>
                      <a:gd name="T35" fmla="*/ 0 h 746"/>
                      <a:gd name="T36" fmla="*/ 0 w 745"/>
                      <a:gd name="T37" fmla="*/ 0 h 746"/>
                      <a:gd name="T38" fmla="*/ 0 w 745"/>
                      <a:gd name="T39" fmla="*/ 0 h 746"/>
                      <a:gd name="T40" fmla="*/ 0 w 745"/>
                      <a:gd name="T41" fmla="*/ 0 h 746"/>
                      <a:gd name="T42" fmla="*/ 0 w 745"/>
                      <a:gd name="T43" fmla="*/ 0 h 746"/>
                      <a:gd name="T44" fmla="*/ 0 w 745"/>
                      <a:gd name="T45" fmla="*/ 0 h 746"/>
                      <a:gd name="T46" fmla="*/ 0 w 745"/>
                      <a:gd name="T47" fmla="*/ 0 h 746"/>
                      <a:gd name="T48" fmla="*/ 0 w 745"/>
                      <a:gd name="T49" fmla="*/ 0 h 746"/>
                      <a:gd name="T50" fmla="*/ 0 w 745"/>
                      <a:gd name="T51" fmla="*/ 0 h 746"/>
                      <a:gd name="T52" fmla="*/ 0 w 745"/>
                      <a:gd name="T53" fmla="*/ 0 h 746"/>
                      <a:gd name="T54" fmla="*/ 0 w 745"/>
                      <a:gd name="T55" fmla="*/ 0 h 746"/>
                      <a:gd name="T56" fmla="*/ 0 w 745"/>
                      <a:gd name="T57" fmla="*/ 0 h 746"/>
                      <a:gd name="T58" fmla="*/ 0 w 745"/>
                      <a:gd name="T59" fmla="*/ 0 h 746"/>
                      <a:gd name="T60" fmla="*/ 0 w 745"/>
                      <a:gd name="T61" fmla="*/ 0 h 746"/>
                      <a:gd name="T62" fmla="*/ 0 w 745"/>
                      <a:gd name="T63" fmla="*/ 0 h 746"/>
                      <a:gd name="T64" fmla="*/ 0 w 745"/>
                      <a:gd name="T65" fmla="*/ 0 h 746"/>
                      <a:gd name="T66" fmla="*/ 0 w 745"/>
                      <a:gd name="T67" fmla="*/ 0 h 746"/>
                      <a:gd name="T68" fmla="*/ 0 w 745"/>
                      <a:gd name="T69" fmla="*/ 0 h 746"/>
                      <a:gd name="T70" fmla="*/ 0 w 745"/>
                      <a:gd name="T71" fmla="*/ 0 h 746"/>
                      <a:gd name="T72" fmla="*/ 0 w 745"/>
                      <a:gd name="T73" fmla="*/ 0 h 746"/>
                      <a:gd name="T74" fmla="*/ 0 w 745"/>
                      <a:gd name="T75" fmla="*/ 0 h 746"/>
                      <a:gd name="T76" fmla="*/ 0 w 745"/>
                      <a:gd name="T77" fmla="*/ 0 h 746"/>
                      <a:gd name="T78" fmla="*/ 0 w 745"/>
                      <a:gd name="T79" fmla="*/ 0 h 746"/>
                      <a:gd name="T80" fmla="*/ 0 w 745"/>
                      <a:gd name="T81" fmla="*/ 0 h 746"/>
                      <a:gd name="T82" fmla="*/ 0 w 745"/>
                      <a:gd name="T83" fmla="*/ 0 h 746"/>
                      <a:gd name="T84" fmla="*/ 0 w 745"/>
                      <a:gd name="T85" fmla="*/ 0 h 746"/>
                      <a:gd name="T86" fmla="*/ 0 w 745"/>
                      <a:gd name="T87" fmla="*/ 0 h 746"/>
                      <a:gd name="T88" fmla="*/ 0 w 745"/>
                      <a:gd name="T89" fmla="*/ 0 h 746"/>
                      <a:gd name="T90" fmla="*/ 0 w 745"/>
                      <a:gd name="T91" fmla="*/ 0 h 746"/>
                      <a:gd name="T92" fmla="*/ 0 w 745"/>
                      <a:gd name="T93" fmla="*/ 0 h 746"/>
                      <a:gd name="T94" fmla="*/ 0 w 745"/>
                      <a:gd name="T95" fmla="*/ 0 h 746"/>
                      <a:gd name="T96" fmla="*/ 0 w 745"/>
                      <a:gd name="T97" fmla="*/ 0 h 746"/>
                      <a:gd name="T98" fmla="*/ 0 w 745"/>
                      <a:gd name="T99" fmla="*/ 0 h 746"/>
                      <a:gd name="T100" fmla="*/ 0 w 745"/>
                      <a:gd name="T101" fmla="*/ 0 h 74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745"/>
                      <a:gd name="T154" fmla="*/ 0 h 746"/>
                      <a:gd name="T155" fmla="*/ 745 w 745"/>
                      <a:gd name="T156" fmla="*/ 746 h 74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745" h="746">
                        <a:moveTo>
                          <a:pt x="745" y="373"/>
                        </a:moveTo>
                        <a:lnTo>
                          <a:pt x="745" y="353"/>
                        </a:lnTo>
                        <a:lnTo>
                          <a:pt x="743" y="335"/>
                        </a:lnTo>
                        <a:lnTo>
                          <a:pt x="741" y="316"/>
                        </a:lnTo>
                        <a:lnTo>
                          <a:pt x="737" y="298"/>
                        </a:lnTo>
                        <a:lnTo>
                          <a:pt x="733" y="280"/>
                        </a:lnTo>
                        <a:lnTo>
                          <a:pt x="729" y="262"/>
                        </a:lnTo>
                        <a:lnTo>
                          <a:pt x="722" y="245"/>
                        </a:lnTo>
                        <a:lnTo>
                          <a:pt x="716" y="227"/>
                        </a:lnTo>
                        <a:lnTo>
                          <a:pt x="708" y="211"/>
                        </a:lnTo>
                        <a:lnTo>
                          <a:pt x="700" y="195"/>
                        </a:lnTo>
                        <a:lnTo>
                          <a:pt x="691" y="180"/>
                        </a:lnTo>
                        <a:lnTo>
                          <a:pt x="681" y="164"/>
                        </a:lnTo>
                        <a:lnTo>
                          <a:pt x="671" y="150"/>
                        </a:lnTo>
                        <a:lnTo>
                          <a:pt x="660" y="136"/>
                        </a:lnTo>
                        <a:lnTo>
                          <a:pt x="648" y="122"/>
                        </a:lnTo>
                        <a:lnTo>
                          <a:pt x="636" y="109"/>
                        </a:lnTo>
                        <a:lnTo>
                          <a:pt x="623" y="97"/>
                        </a:lnTo>
                        <a:lnTo>
                          <a:pt x="609" y="85"/>
                        </a:lnTo>
                        <a:lnTo>
                          <a:pt x="595" y="74"/>
                        </a:lnTo>
                        <a:lnTo>
                          <a:pt x="581" y="63"/>
                        </a:lnTo>
                        <a:lnTo>
                          <a:pt x="566" y="54"/>
                        </a:lnTo>
                        <a:lnTo>
                          <a:pt x="549" y="45"/>
                        </a:lnTo>
                        <a:lnTo>
                          <a:pt x="534" y="37"/>
                        </a:lnTo>
                        <a:lnTo>
                          <a:pt x="517" y="30"/>
                        </a:lnTo>
                        <a:lnTo>
                          <a:pt x="500" y="23"/>
                        </a:lnTo>
                        <a:lnTo>
                          <a:pt x="483" y="17"/>
                        </a:lnTo>
                        <a:lnTo>
                          <a:pt x="466" y="12"/>
                        </a:lnTo>
                        <a:lnTo>
                          <a:pt x="447" y="8"/>
                        </a:lnTo>
                        <a:lnTo>
                          <a:pt x="429" y="5"/>
                        </a:lnTo>
                        <a:lnTo>
                          <a:pt x="410" y="1"/>
                        </a:lnTo>
                        <a:lnTo>
                          <a:pt x="391" y="0"/>
                        </a:lnTo>
                        <a:lnTo>
                          <a:pt x="372" y="0"/>
                        </a:lnTo>
                        <a:lnTo>
                          <a:pt x="353" y="0"/>
                        </a:lnTo>
                        <a:lnTo>
                          <a:pt x="334" y="1"/>
                        </a:lnTo>
                        <a:lnTo>
                          <a:pt x="316" y="5"/>
                        </a:lnTo>
                        <a:lnTo>
                          <a:pt x="297" y="8"/>
                        </a:lnTo>
                        <a:lnTo>
                          <a:pt x="279" y="12"/>
                        </a:lnTo>
                        <a:lnTo>
                          <a:pt x="261" y="17"/>
                        </a:lnTo>
                        <a:lnTo>
                          <a:pt x="244" y="23"/>
                        </a:lnTo>
                        <a:lnTo>
                          <a:pt x="227" y="30"/>
                        </a:lnTo>
                        <a:lnTo>
                          <a:pt x="210" y="37"/>
                        </a:lnTo>
                        <a:lnTo>
                          <a:pt x="194" y="45"/>
                        </a:lnTo>
                        <a:lnTo>
                          <a:pt x="179" y="54"/>
                        </a:lnTo>
                        <a:lnTo>
                          <a:pt x="164" y="63"/>
                        </a:lnTo>
                        <a:lnTo>
                          <a:pt x="148" y="74"/>
                        </a:lnTo>
                        <a:lnTo>
                          <a:pt x="135" y="85"/>
                        </a:lnTo>
                        <a:lnTo>
                          <a:pt x="121" y="97"/>
                        </a:lnTo>
                        <a:lnTo>
                          <a:pt x="108" y="109"/>
                        </a:lnTo>
                        <a:lnTo>
                          <a:pt x="96" y="122"/>
                        </a:lnTo>
                        <a:lnTo>
                          <a:pt x="84" y="136"/>
                        </a:lnTo>
                        <a:lnTo>
                          <a:pt x="73" y="150"/>
                        </a:lnTo>
                        <a:lnTo>
                          <a:pt x="63" y="164"/>
                        </a:lnTo>
                        <a:lnTo>
                          <a:pt x="53" y="180"/>
                        </a:lnTo>
                        <a:lnTo>
                          <a:pt x="44" y="195"/>
                        </a:lnTo>
                        <a:lnTo>
                          <a:pt x="35" y="211"/>
                        </a:lnTo>
                        <a:lnTo>
                          <a:pt x="29" y="227"/>
                        </a:lnTo>
                        <a:lnTo>
                          <a:pt x="21" y="245"/>
                        </a:lnTo>
                        <a:lnTo>
                          <a:pt x="16" y="262"/>
                        </a:lnTo>
                        <a:lnTo>
                          <a:pt x="10" y="280"/>
                        </a:lnTo>
                        <a:lnTo>
                          <a:pt x="7" y="298"/>
                        </a:lnTo>
                        <a:lnTo>
                          <a:pt x="4" y="316"/>
                        </a:lnTo>
                        <a:lnTo>
                          <a:pt x="1" y="335"/>
                        </a:lnTo>
                        <a:lnTo>
                          <a:pt x="0" y="353"/>
                        </a:lnTo>
                        <a:lnTo>
                          <a:pt x="0" y="373"/>
                        </a:lnTo>
                        <a:lnTo>
                          <a:pt x="0" y="393"/>
                        </a:lnTo>
                        <a:lnTo>
                          <a:pt x="1" y="411"/>
                        </a:lnTo>
                        <a:lnTo>
                          <a:pt x="4" y="429"/>
                        </a:lnTo>
                        <a:lnTo>
                          <a:pt x="7" y="448"/>
                        </a:lnTo>
                        <a:lnTo>
                          <a:pt x="10" y="466"/>
                        </a:lnTo>
                        <a:lnTo>
                          <a:pt x="16" y="484"/>
                        </a:lnTo>
                        <a:lnTo>
                          <a:pt x="21" y="501"/>
                        </a:lnTo>
                        <a:lnTo>
                          <a:pt x="29" y="517"/>
                        </a:lnTo>
                        <a:lnTo>
                          <a:pt x="35" y="535"/>
                        </a:lnTo>
                        <a:lnTo>
                          <a:pt x="44" y="551"/>
                        </a:lnTo>
                        <a:lnTo>
                          <a:pt x="53" y="566"/>
                        </a:lnTo>
                        <a:lnTo>
                          <a:pt x="63" y="582"/>
                        </a:lnTo>
                        <a:lnTo>
                          <a:pt x="73" y="596"/>
                        </a:lnTo>
                        <a:lnTo>
                          <a:pt x="84" y="610"/>
                        </a:lnTo>
                        <a:lnTo>
                          <a:pt x="96" y="624"/>
                        </a:lnTo>
                        <a:lnTo>
                          <a:pt x="108" y="637"/>
                        </a:lnTo>
                        <a:lnTo>
                          <a:pt x="121" y="649"/>
                        </a:lnTo>
                        <a:lnTo>
                          <a:pt x="135" y="661"/>
                        </a:lnTo>
                        <a:lnTo>
                          <a:pt x="148" y="672"/>
                        </a:lnTo>
                        <a:lnTo>
                          <a:pt x="164" y="683"/>
                        </a:lnTo>
                        <a:lnTo>
                          <a:pt x="179" y="691"/>
                        </a:lnTo>
                        <a:lnTo>
                          <a:pt x="194" y="701"/>
                        </a:lnTo>
                        <a:lnTo>
                          <a:pt x="210" y="709"/>
                        </a:lnTo>
                        <a:lnTo>
                          <a:pt x="227" y="716"/>
                        </a:lnTo>
                        <a:lnTo>
                          <a:pt x="244" y="723"/>
                        </a:lnTo>
                        <a:lnTo>
                          <a:pt x="261" y="729"/>
                        </a:lnTo>
                        <a:lnTo>
                          <a:pt x="279" y="734"/>
                        </a:lnTo>
                        <a:lnTo>
                          <a:pt x="297" y="738"/>
                        </a:lnTo>
                        <a:lnTo>
                          <a:pt x="316" y="741"/>
                        </a:lnTo>
                        <a:lnTo>
                          <a:pt x="334" y="743"/>
                        </a:lnTo>
                        <a:lnTo>
                          <a:pt x="353" y="746"/>
                        </a:lnTo>
                        <a:lnTo>
                          <a:pt x="372" y="746"/>
                        </a:lnTo>
                        <a:lnTo>
                          <a:pt x="391" y="746"/>
                        </a:lnTo>
                        <a:lnTo>
                          <a:pt x="410" y="743"/>
                        </a:lnTo>
                        <a:lnTo>
                          <a:pt x="429" y="741"/>
                        </a:lnTo>
                        <a:lnTo>
                          <a:pt x="447" y="738"/>
                        </a:lnTo>
                        <a:lnTo>
                          <a:pt x="466" y="734"/>
                        </a:lnTo>
                        <a:lnTo>
                          <a:pt x="483" y="729"/>
                        </a:lnTo>
                        <a:lnTo>
                          <a:pt x="500" y="723"/>
                        </a:lnTo>
                        <a:lnTo>
                          <a:pt x="517" y="716"/>
                        </a:lnTo>
                        <a:lnTo>
                          <a:pt x="534" y="709"/>
                        </a:lnTo>
                        <a:lnTo>
                          <a:pt x="549" y="701"/>
                        </a:lnTo>
                        <a:lnTo>
                          <a:pt x="566" y="691"/>
                        </a:lnTo>
                        <a:lnTo>
                          <a:pt x="581" y="683"/>
                        </a:lnTo>
                        <a:lnTo>
                          <a:pt x="595" y="672"/>
                        </a:lnTo>
                        <a:lnTo>
                          <a:pt x="609" y="661"/>
                        </a:lnTo>
                        <a:lnTo>
                          <a:pt x="623" y="649"/>
                        </a:lnTo>
                        <a:lnTo>
                          <a:pt x="636" y="637"/>
                        </a:lnTo>
                        <a:lnTo>
                          <a:pt x="648" y="624"/>
                        </a:lnTo>
                        <a:lnTo>
                          <a:pt x="660" y="610"/>
                        </a:lnTo>
                        <a:lnTo>
                          <a:pt x="671" y="596"/>
                        </a:lnTo>
                        <a:lnTo>
                          <a:pt x="681" y="582"/>
                        </a:lnTo>
                        <a:lnTo>
                          <a:pt x="691" y="566"/>
                        </a:lnTo>
                        <a:lnTo>
                          <a:pt x="700" y="551"/>
                        </a:lnTo>
                        <a:lnTo>
                          <a:pt x="708" y="535"/>
                        </a:lnTo>
                        <a:lnTo>
                          <a:pt x="716" y="517"/>
                        </a:lnTo>
                        <a:lnTo>
                          <a:pt x="722" y="501"/>
                        </a:lnTo>
                        <a:lnTo>
                          <a:pt x="729" y="484"/>
                        </a:lnTo>
                        <a:lnTo>
                          <a:pt x="733" y="466"/>
                        </a:lnTo>
                        <a:lnTo>
                          <a:pt x="737" y="448"/>
                        </a:lnTo>
                        <a:lnTo>
                          <a:pt x="741" y="429"/>
                        </a:lnTo>
                        <a:lnTo>
                          <a:pt x="743" y="411"/>
                        </a:lnTo>
                        <a:lnTo>
                          <a:pt x="745" y="393"/>
                        </a:lnTo>
                        <a:lnTo>
                          <a:pt x="745" y="373"/>
                        </a:lnTo>
                        <a:close/>
                        <a:moveTo>
                          <a:pt x="678" y="373"/>
                        </a:moveTo>
                        <a:lnTo>
                          <a:pt x="676" y="388"/>
                        </a:lnTo>
                        <a:lnTo>
                          <a:pt x="675" y="404"/>
                        </a:lnTo>
                        <a:lnTo>
                          <a:pt x="673" y="420"/>
                        </a:lnTo>
                        <a:lnTo>
                          <a:pt x="671" y="434"/>
                        </a:lnTo>
                        <a:lnTo>
                          <a:pt x="668" y="449"/>
                        </a:lnTo>
                        <a:lnTo>
                          <a:pt x="663" y="463"/>
                        </a:lnTo>
                        <a:lnTo>
                          <a:pt x="659" y="477"/>
                        </a:lnTo>
                        <a:lnTo>
                          <a:pt x="654" y="491"/>
                        </a:lnTo>
                        <a:lnTo>
                          <a:pt x="647" y="506"/>
                        </a:lnTo>
                        <a:lnTo>
                          <a:pt x="641" y="519"/>
                        </a:lnTo>
                        <a:lnTo>
                          <a:pt x="633" y="532"/>
                        </a:lnTo>
                        <a:lnTo>
                          <a:pt x="625" y="544"/>
                        </a:lnTo>
                        <a:lnTo>
                          <a:pt x="617" y="556"/>
                        </a:lnTo>
                        <a:lnTo>
                          <a:pt x="608" y="567"/>
                        </a:lnTo>
                        <a:lnTo>
                          <a:pt x="598" y="578"/>
                        </a:lnTo>
                        <a:lnTo>
                          <a:pt x="587" y="588"/>
                        </a:lnTo>
                        <a:lnTo>
                          <a:pt x="578" y="599"/>
                        </a:lnTo>
                        <a:lnTo>
                          <a:pt x="566" y="609"/>
                        </a:lnTo>
                        <a:lnTo>
                          <a:pt x="555" y="617"/>
                        </a:lnTo>
                        <a:lnTo>
                          <a:pt x="543" y="626"/>
                        </a:lnTo>
                        <a:lnTo>
                          <a:pt x="530" y="634"/>
                        </a:lnTo>
                        <a:lnTo>
                          <a:pt x="518" y="641"/>
                        </a:lnTo>
                        <a:lnTo>
                          <a:pt x="505" y="648"/>
                        </a:lnTo>
                        <a:lnTo>
                          <a:pt x="491" y="654"/>
                        </a:lnTo>
                        <a:lnTo>
                          <a:pt x="477" y="660"/>
                        </a:lnTo>
                        <a:lnTo>
                          <a:pt x="462" y="664"/>
                        </a:lnTo>
                        <a:lnTo>
                          <a:pt x="448" y="669"/>
                        </a:lnTo>
                        <a:lnTo>
                          <a:pt x="433" y="672"/>
                        </a:lnTo>
                        <a:lnTo>
                          <a:pt x="419" y="674"/>
                        </a:lnTo>
                        <a:lnTo>
                          <a:pt x="404" y="676"/>
                        </a:lnTo>
                        <a:lnTo>
                          <a:pt x="387" y="677"/>
                        </a:lnTo>
                        <a:lnTo>
                          <a:pt x="372" y="678"/>
                        </a:lnTo>
                        <a:lnTo>
                          <a:pt x="356" y="677"/>
                        </a:lnTo>
                        <a:lnTo>
                          <a:pt x="341" y="676"/>
                        </a:lnTo>
                        <a:lnTo>
                          <a:pt x="326" y="674"/>
                        </a:lnTo>
                        <a:lnTo>
                          <a:pt x="310" y="672"/>
                        </a:lnTo>
                        <a:lnTo>
                          <a:pt x="296" y="669"/>
                        </a:lnTo>
                        <a:lnTo>
                          <a:pt x="281" y="664"/>
                        </a:lnTo>
                        <a:lnTo>
                          <a:pt x="267" y="660"/>
                        </a:lnTo>
                        <a:lnTo>
                          <a:pt x="254" y="654"/>
                        </a:lnTo>
                        <a:lnTo>
                          <a:pt x="240" y="648"/>
                        </a:lnTo>
                        <a:lnTo>
                          <a:pt x="227" y="641"/>
                        </a:lnTo>
                        <a:lnTo>
                          <a:pt x="214" y="634"/>
                        </a:lnTo>
                        <a:lnTo>
                          <a:pt x="202" y="626"/>
                        </a:lnTo>
                        <a:lnTo>
                          <a:pt x="190" y="617"/>
                        </a:lnTo>
                        <a:lnTo>
                          <a:pt x="178" y="609"/>
                        </a:lnTo>
                        <a:lnTo>
                          <a:pt x="167" y="599"/>
                        </a:lnTo>
                        <a:lnTo>
                          <a:pt x="156" y="588"/>
                        </a:lnTo>
                        <a:lnTo>
                          <a:pt x="146" y="578"/>
                        </a:lnTo>
                        <a:lnTo>
                          <a:pt x="136" y="567"/>
                        </a:lnTo>
                        <a:lnTo>
                          <a:pt x="128" y="556"/>
                        </a:lnTo>
                        <a:lnTo>
                          <a:pt x="119" y="544"/>
                        </a:lnTo>
                        <a:lnTo>
                          <a:pt x="111" y="532"/>
                        </a:lnTo>
                        <a:lnTo>
                          <a:pt x="104" y="519"/>
                        </a:lnTo>
                        <a:lnTo>
                          <a:pt x="97" y="506"/>
                        </a:lnTo>
                        <a:lnTo>
                          <a:pt x="91" y="491"/>
                        </a:lnTo>
                        <a:lnTo>
                          <a:pt x="85" y="477"/>
                        </a:lnTo>
                        <a:lnTo>
                          <a:pt x="81" y="463"/>
                        </a:lnTo>
                        <a:lnTo>
                          <a:pt x="77" y="449"/>
                        </a:lnTo>
                        <a:lnTo>
                          <a:pt x="73" y="434"/>
                        </a:lnTo>
                        <a:lnTo>
                          <a:pt x="70" y="420"/>
                        </a:lnTo>
                        <a:lnTo>
                          <a:pt x="68" y="404"/>
                        </a:lnTo>
                        <a:lnTo>
                          <a:pt x="67" y="388"/>
                        </a:lnTo>
                        <a:lnTo>
                          <a:pt x="67" y="373"/>
                        </a:lnTo>
                        <a:lnTo>
                          <a:pt x="67" y="357"/>
                        </a:lnTo>
                        <a:lnTo>
                          <a:pt x="68" y="341"/>
                        </a:lnTo>
                        <a:lnTo>
                          <a:pt x="70" y="326"/>
                        </a:lnTo>
                        <a:lnTo>
                          <a:pt x="73" y="311"/>
                        </a:lnTo>
                        <a:lnTo>
                          <a:pt x="77" y="297"/>
                        </a:lnTo>
                        <a:lnTo>
                          <a:pt x="81" y="282"/>
                        </a:lnTo>
                        <a:lnTo>
                          <a:pt x="85" y="268"/>
                        </a:lnTo>
                        <a:lnTo>
                          <a:pt x="91" y="255"/>
                        </a:lnTo>
                        <a:lnTo>
                          <a:pt x="97" y="240"/>
                        </a:lnTo>
                        <a:lnTo>
                          <a:pt x="104" y="227"/>
                        </a:lnTo>
                        <a:lnTo>
                          <a:pt x="111" y="214"/>
                        </a:lnTo>
                        <a:lnTo>
                          <a:pt x="119" y="202"/>
                        </a:lnTo>
                        <a:lnTo>
                          <a:pt x="128" y="190"/>
                        </a:lnTo>
                        <a:lnTo>
                          <a:pt x="136" y="178"/>
                        </a:lnTo>
                        <a:lnTo>
                          <a:pt x="146" y="168"/>
                        </a:lnTo>
                        <a:lnTo>
                          <a:pt x="156" y="157"/>
                        </a:lnTo>
                        <a:lnTo>
                          <a:pt x="167" y="147"/>
                        </a:lnTo>
                        <a:lnTo>
                          <a:pt x="178" y="137"/>
                        </a:lnTo>
                        <a:lnTo>
                          <a:pt x="190" y="128"/>
                        </a:lnTo>
                        <a:lnTo>
                          <a:pt x="202" y="120"/>
                        </a:lnTo>
                        <a:lnTo>
                          <a:pt x="214" y="112"/>
                        </a:lnTo>
                        <a:lnTo>
                          <a:pt x="227" y="105"/>
                        </a:lnTo>
                        <a:lnTo>
                          <a:pt x="240" y="98"/>
                        </a:lnTo>
                        <a:lnTo>
                          <a:pt x="254" y="92"/>
                        </a:lnTo>
                        <a:lnTo>
                          <a:pt x="267" y="86"/>
                        </a:lnTo>
                        <a:lnTo>
                          <a:pt x="281" y="82"/>
                        </a:lnTo>
                        <a:lnTo>
                          <a:pt x="296" y="77"/>
                        </a:lnTo>
                        <a:lnTo>
                          <a:pt x="310" y="74"/>
                        </a:lnTo>
                        <a:lnTo>
                          <a:pt x="326" y="71"/>
                        </a:lnTo>
                        <a:lnTo>
                          <a:pt x="341" y="70"/>
                        </a:lnTo>
                        <a:lnTo>
                          <a:pt x="356" y="68"/>
                        </a:lnTo>
                        <a:lnTo>
                          <a:pt x="372" y="68"/>
                        </a:lnTo>
                        <a:lnTo>
                          <a:pt x="387" y="68"/>
                        </a:lnTo>
                        <a:lnTo>
                          <a:pt x="404" y="70"/>
                        </a:lnTo>
                        <a:lnTo>
                          <a:pt x="419" y="71"/>
                        </a:lnTo>
                        <a:lnTo>
                          <a:pt x="433" y="74"/>
                        </a:lnTo>
                        <a:lnTo>
                          <a:pt x="448" y="77"/>
                        </a:lnTo>
                        <a:lnTo>
                          <a:pt x="462" y="82"/>
                        </a:lnTo>
                        <a:lnTo>
                          <a:pt x="477" y="86"/>
                        </a:lnTo>
                        <a:lnTo>
                          <a:pt x="491" y="92"/>
                        </a:lnTo>
                        <a:lnTo>
                          <a:pt x="505" y="98"/>
                        </a:lnTo>
                        <a:lnTo>
                          <a:pt x="518" y="105"/>
                        </a:lnTo>
                        <a:lnTo>
                          <a:pt x="530" y="112"/>
                        </a:lnTo>
                        <a:lnTo>
                          <a:pt x="543" y="120"/>
                        </a:lnTo>
                        <a:lnTo>
                          <a:pt x="555" y="128"/>
                        </a:lnTo>
                        <a:lnTo>
                          <a:pt x="566" y="137"/>
                        </a:lnTo>
                        <a:lnTo>
                          <a:pt x="578" y="147"/>
                        </a:lnTo>
                        <a:lnTo>
                          <a:pt x="587" y="157"/>
                        </a:lnTo>
                        <a:lnTo>
                          <a:pt x="598" y="168"/>
                        </a:lnTo>
                        <a:lnTo>
                          <a:pt x="608" y="178"/>
                        </a:lnTo>
                        <a:lnTo>
                          <a:pt x="617" y="190"/>
                        </a:lnTo>
                        <a:lnTo>
                          <a:pt x="625" y="202"/>
                        </a:lnTo>
                        <a:lnTo>
                          <a:pt x="633" y="214"/>
                        </a:lnTo>
                        <a:lnTo>
                          <a:pt x="641" y="227"/>
                        </a:lnTo>
                        <a:lnTo>
                          <a:pt x="647" y="240"/>
                        </a:lnTo>
                        <a:lnTo>
                          <a:pt x="654" y="255"/>
                        </a:lnTo>
                        <a:lnTo>
                          <a:pt x="659" y="268"/>
                        </a:lnTo>
                        <a:lnTo>
                          <a:pt x="663" y="282"/>
                        </a:lnTo>
                        <a:lnTo>
                          <a:pt x="668" y="297"/>
                        </a:lnTo>
                        <a:lnTo>
                          <a:pt x="671" y="311"/>
                        </a:lnTo>
                        <a:lnTo>
                          <a:pt x="673" y="326"/>
                        </a:lnTo>
                        <a:lnTo>
                          <a:pt x="675" y="341"/>
                        </a:lnTo>
                        <a:lnTo>
                          <a:pt x="676" y="357"/>
                        </a:lnTo>
                        <a:lnTo>
                          <a:pt x="678" y="373"/>
                        </a:lnTo>
                        <a:close/>
                      </a:path>
                    </a:pathLst>
                  </a:custGeom>
                  <a:solidFill>
                    <a:srgbClr val="F6C300"/>
                  </a:solidFill>
                  <a:ln>
                    <a:noFill/>
                  </a:ln>
                </p:spPr>
                <p:txBody>
                  <a:bodyPr/>
                  <a:lstStyle/>
                  <a:p>
                    <a:pPr>
                      <a:defRPr/>
                    </a:pPr>
                    <a:endParaRPr lang="en-US" sz="1050">
                      <a:latin typeface="+mj-lt"/>
                    </a:endParaRPr>
                  </a:p>
                </p:txBody>
              </p:sp>
              <p:sp>
                <p:nvSpPr>
                  <p:cNvPr id="41682" name="Freeform 461">
                    <a:extLst>
                      <a:ext uri="{FF2B5EF4-FFF2-40B4-BE49-F238E27FC236}">
                        <a16:creationId xmlns="" xmlns:a16="http://schemas.microsoft.com/office/drawing/2014/main" id="{FB7A0E5D-6ED8-64D5-1AF0-93115D1946C2}"/>
                      </a:ext>
                    </a:extLst>
                  </p:cNvPr>
                  <p:cNvSpPr>
                    <a:spLocks noEditPoints="1"/>
                  </p:cNvSpPr>
                  <p:nvPr/>
                </p:nvSpPr>
                <p:spPr bwMode="auto">
                  <a:xfrm>
                    <a:off x="3293" y="1997"/>
                    <a:ext cx="112" cy="114"/>
                  </a:xfrm>
                  <a:custGeom>
                    <a:avLst/>
                    <a:gdLst>
                      <a:gd name="T0" fmla="*/ 0 w 678"/>
                      <a:gd name="T1" fmla="*/ 0 h 678"/>
                      <a:gd name="T2" fmla="*/ 0 w 678"/>
                      <a:gd name="T3" fmla="*/ 0 h 678"/>
                      <a:gd name="T4" fmla="*/ 0 w 678"/>
                      <a:gd name="T5" fmla="*/ 0 h 678"/>
                      <a:gd name="T6" fmla="*/ 0 w 678"/>
                      <a:gd name="T7" fmla="*/ 0 h 678"/>
                      <a:gd name="T8" fmla="*/ 0 w 678"/>
                      <a:gd name="T9" fmla="*/ 0 h 678"/>
                      <a:gd name="T10" fmla="*/ 0 w 678"/>
                      <a:gd name="T11" fmla="*/ 0 h 678"/>
                      <a:gd name="T12" fmla="*/ 0 w 678"/>
                      <a:gd name="T13" fmla="*/ 0 h 678"/>
                      <a:gd name="T14" fmla="*/ 0 w 678"/>
                      <a:gd name="T15" fmla="*/ 0 h 678"/>
                      <a:gd name="T16" fmla="*/ 0 w 678"/>
                      <a:gd name="T17" fmla="*/ 0 h 678"/>
                      <a:gd name="T18" fmla="*/ 0 w 678"/>
                      <a:gd name="T19" fmla="*/ 0 h 678"/>
                      <a:gd name="T20" fmla="*/ 0 w 678"/>
                      <a:gd name="T21" fmla="*/ 0 h 678"/>
                      <a:gd name="T22" fmla="*/ 0 w 678"/>
                      <a:gd name="T23" fmla="*/ 0 h 678"/>
                      <a:gd name="T24" fmla="*/ 0 w 678"/>
                      <a:gd name="T25" fmla="*/ 0 h 678"/>
                      <a:gd name="T26" fmla="*/ 0 w 678"/>
                      <a:gd name="T27" fmla="*/ 0 h 678"/>
                      <a:gd name="T28" fmla="*/ 0 w 678"/>
                      <a:gd name="T29" fmla="*/ 0 h 678"/>
                      <a:gd name="T30" fmla="*/ 0 w 678"/>
                      <a:gd name="T31" fmla="*/ 0 h 678"/>
                      <a:gd name="T32" fmla="*/ 0 w 678"/>
                      <a:gd name="T33" fmla="*/ 0 h 678"/>
                      <a:gd name="T34" fmla="*/ 0 w 678"/>
                      <a:gd name="T35" fmla="*/ 0 h 678"/>
                      <a:gd name="T36" fmla="*/ 0 w 678"/>
                      <a:gd name="T37" fmla="*/ 0 h 678"/>
                      <a:gd name="T38" fmla="*/ 0 w 678"/>
                      <a:gd name="T39" fmla="*/ 0 h 678"/>
                      <a:gd name="T40" fmla="*/ 0 w 678"/>
                      <a:gd name="T41" fmla="*/ 0 h 678"/>
                      <a:gd name="T42" fmla="*/ 0 w 678"/>
                      <a:gd name="T43" fmla="*/ 0 h 678"/>
                      <a:gd name="T44" fmla="*/ 0 w 678"/>
                      <a:gd name="T45" fmla="*/ 0 h 678"/>
                      <a:gd name="T46" fmla="*/ 0 w 678"/>
                      <a:gd name="T47" fmla="*/ 0 h 678"/>
                      <a:gd name="T48" fmla="*/ 0 w 678"/>
                      <a:gd name="T49" fmla="*/ 0 h 678"/>
                      <a:gd name="T50" fmla="*/ 0 w 678"/>
                      <a:gd name="T51" fmla="*/ 0 h 678"/>
                      <a:gd name="T52" fmla="*/ 0 w 678"/>
                      <a:gd name="T53" fmla="*/ 0 h 678"/>
                      <a:gd name="T54" fmla="*/ 0 w 678"/>
                      <a:gd name="T55" fmla="*/ 0 h 678"/>
                      <a:gd name="T56" fmla="*/ 0 w 678"/>
                      <a:gd name="T57" fmla="*/ 0 h 678"/>
                      <a:gd name="T58" fmla="*/ 0 w 678"/>
                      <a:gd name="T59" fmla="*/ 0 h 678"/>
                      <a:gd name="T60" fmla="*/ 0 w 678"/>
                      <a:gd name="T61" fmla="*/ 0 h 678"/>
                      <a:gd name="T62" fmla="*/ 0 w 678"/>
                      <a:gd name="T63" fmla="*/ 0 h 678"/>
                      <a:gd name="T64" fmla="*/ 0 w 678"/>
                      <a:gd name="T65" fmla="*/ 0 h 678"/>
                      <a:gd name="T66" fmla="*/ 0 w 678"/>
                      <a:gd name="T67" fmla="*/ 0 h 678"/>
                      <a:gd name="T68" fmla="*/ 0 w 678"/>
                      <a:gd name="T69" fmla="*/ 0 h 678"/>
                      <a:gd name="T70" fmla="*/ 0 w 678"/>
                      <a:gd name="T71" fmla="*/ 0 h 678"/>
                      <a:gd name="T72" fmla="*/ 0 w 678"/>
                      <a:gd name="T73" fmla="*/ 0 h 678"/>
                      <a:gd name="T74" fmla="*/ 0 w 678"/>
                      <a:gd name="T75" fmla="*/ 0 h 678"/>
                      <a:gd name="T76" fmla="*/ 0 w 678"/>
                      <a:gd name="T77" fmla="*/ 0 h 678"/>
                      <a:gd name="T78" fmla="*/ 0 w 678"/>
                      <a:gd name="T79" fmla="*/ 0 h 678"/>
                      <a:gd name="T80" fmla="*/ 0 w 678"/>
                      <a:gd name="T81" fmla="*/ 0 h 678"/>
                      <a:gd name="T82" fmla="*/ 0 w 678"/>
                      <a:gd name="T83" fmla="*/ 0 h 678"/>
                      <a:gd name="T84" fmla="*/ 0 w 678"/>
                      <a:gd name="T85" fmla="*/ 0 h 678"/>
                      <a:gd name="T86" fmla="*/ 0 w 678"/>
                      <a:gd name="T87" fmla="*/ 0 h 678"/>
                      <a:gd name="T88" fmla="*/ 0 w 678"/>
                      <a:gd name="T89" fmla="*/ 0 h 678"/>
                      <a:gd name="T90" fmla="*/ 0 w 678"/>
                      <a:gd name="T91" fmla="*/ 0 h 678"/>
                      <a:gd name="T92" fmla="*/ 0 w 678"/>
                      <a:gd name="T93" fmla="*/ 0 h 678"/>
                      <a:gd name="T94" fmla="*/ 0 w 678"/>
                      <a:gd name="T95" fmla="*/ 0 h 678"/>
                      <a:gd name="T96" fmla="*/ 0 w 678"/>
                      <a:gd name="T97" fmla="*/ 0 h 678"/>
                      <a:gd name="T98" fmla="*/ 0 w 678"/>
                      <a:gd name="T99" fmla="*/ 0 h 678"/>
                      <a:gd name="T100" fmla="*/ 0 w 678"/>
                      <a:gd name="T101" fmla="*/ 0 h 67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678"/>
                      <a:gd name="T154" fmla="*/ 0 h 678"/>
                      <a:gd name="T155" fmla="*/ 678 w 678"/>
                      <a:gd name="T156" fmla="*/ 678 h 67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678" h="678">
                        <a:moveTo>
                          <a:pt x="678" y="339"/>
                        </a:moveTo>
                        <a:lnTo>
                          <a:pt x="677" y="322"/>
                        </a:lnTo>
                        <a:lnTo>
                          <a:pt x="676" y="304"/>
                        </a:lnTo>
                        <a:lnTo>
                          <a:pt x="674" y="287"/>
                        </a:lnTo>
                        <a:lnTo>
                          <a:pt x="672" y="271"/>
                        </a:lnTo>
                        <a:lnTo>
                          <a:pt x="667" y="254"/>
                        </a:lnTo>
                        <a:lnTo>
                          <a:pt x="663" y="238"/>
                        </a:lnTo>
                        <a:lnTo>
                          <a:pt x="658" y="223"/>
                        </a:lnTo>
                        <a:lnTo>
                          <a:pt x="651" y="206"/>
                        </a:lnTo>
                        <a:lnTo>
                          <a:pt x="645" y="192"/>
                        </a:lnTo>
                        <a:lnTo>
                          <a:pt x="637" y="177"/>
                        </a:lnTo>
                        <a:lnTo>
                          <a:pt x="629" y="163"/>
                        </a:lnTo>
                        <a:lnTo>
                          <a:pt x="621" y="149"/>
                        </a:lnTo>
                        <a:lnTo>
                          <a:pt x="611" y="136"/>
                        </a:lnTo>
                        <a:lnTo>
                          <a:pt x="601" y="123"/>
                        </a:lnTo>
                        <a:lnTo>
                          <a:pt x="590" y="111"/>
                        </a:lnTo>
                        <a:lnTo>
                          <a:pt x="578" y="99"/>
                        </a:lnTo>
                        <a:lnTo>
                          <a:pt x="567" y="88"/>
                        </a:lnTo>
                        <a:lnTo>
                          <a:pt x="554" y="77"/>
                        </a:lnTo>
                        <a:lnTo>
                          <a:pt x="541" y="67"/>
                        </a:lnTo>
                        <a:lnTo>
                          <a:pt x="528" y="58"/>
                        </a:lnTo>
                        <a:lnTo>
                          <a:pt x="515" y="49"/>
                        </a:lnTo>
                        <a:lnTo>
                          <a:pt x="501" y="41"/>
                        </a:lnTo>
                        <a:lnTo>
                          <a:pt x="486" y="34"/>
                        </a:lnTo>
                        <a:lnTo>
                          <a:pt x="471" y="26"/>
                        </a:lnTo>
                        <a:lnTo>
                          <a:pt x="455" y="21"/>
                        </a:lnTo>
                        <a:lnTo>
                          <a:pt x="440" y="15"/>
                        </a:lnTo>
                        <a:lnTo>
                          <a:pt x="424" y="11"/>
                        </a:lnTo>
                        <a:lnTo>
                          <a:pt x="408" y="6"/>
                        </a:lnTo>
                        <a:lnTo>
                          <a:pt x="390" y="4"/>
                        </a:lnTo>
                        <a:lnTo>
                          <a:pt x="374" y="2"/>
                        </a:lnTo>
                        <a:lnTo>
                          <a:pt x="357" y="0"/>
                        </a:lnTo>
                        <a:lnTo>
                          <a:pt x="339" y="0"/>
                        </a:lnTo>
                        <a:lnTo>
                          <a:pt x="322" y="0"/>
                        </a:lnTo>
                        <a:lnTo>
                          <a:pt x="304" y="2"/>
                        </a:lnTo>
                        <a:lnTo>
                          <a:pt x="287" y="4"/>
                        </a:lnTo>
                        <a:lnTo>
                          <a:pt x="271" y="6"/>
                        </a:lnTo>
                        <a:lnTo>
                          <a:pt x="254" y="11"/>
                        </a:lnTo>
                        <a:lnTo>
                          <a:pt x="238" y="15"/>
                        </a:lnTo>
                        <a:lnTo>
                          <a:pt x="223" y="21"/>
                        </a:lnTo>
                        <a:lnTo>
                          <a:pt x="207" y="26"/>
                        </a:lnTo>
                        <a:lnTo>
                          <a:pt x="193" y="34"/>
                        </a:lnTo>
                        <a:lnTo>
                          <a:pt x="177" y="41"/>
                        </a:lnTo>
                        <a:lnTo>
                          <a:pt x="163" y="49"/>
                        </a:lnTo>
                        <a:lnTo>
                          <a:pt x="149" y="58"/>
                        </a:lnTo>
                        <a:lnTo>
                          <a:pt x="136" y="67"/>
                        </a:lnTo>
                        <a:lnTo>
                          <a:pt x="123" y="77"/>
                        </a:lnTo>
                        <a:lnTo>
                          <a:pt x="111" y="88"/>
                        </a:lnTo>
                        <a:lnTo>
                          <a:pt x="99" y="99"/>
                        </a:lnTo>
                        <a:lnTo>
                          <a:pt x="88" y="111"/>
                        </a:lnTo>
                        <a:lnTo>
                          <a:pt x="77" y="123"/>
                        </a:lnTo>
                        <a:lnTo>
                          <a:pt x="68" y="136"/>
                        </a:lnTo>
                        <a:lnTo>
                          <a:pt x="58" y="149"/>
                        </a:lnTo>
                        <a:lnTo>
                          <a:pt x="49" y="163"/>
                        </a:lnTo>
                        <a:lnTo>
                          <a:pt x="40" y="177"/>
                        </a:lnTo>
                        <a:lnTo>
                          <a:pt x="34" y="192"/>
                        </a:lnTo>
                        <a:lnTo>
                          <a:pt x="26" y="206"/>
                        </a:lnTo>
                        <a:lnTo>
                          <a:pt x="21" y="223"/>
                        </a:lnTo>
                        <a:lnTo>
                          <a:pt x="15" y="238"/>
                        </a:lnTo>
                        <a:lnTo>
                          <a:pt x="11" y="254"/>
                        </a:lnTo>
                        <a:lnTo>
                          <a:pt x="7" y="271"/>
                        </a:lnTo>
                        <a:lnTo>
                          <a:pt x="4" y="287"/>
                        </a:lnTo>
                        <a:lnTo>
                          <a:pt x="1" y="304"/>
                        </a:lnTo>
                        <a:lnTo>
                          <a:pt x="0" y="322"/>
                        </a:lnTo>
                        <a:lnTo>
                          <a:pt x="0" y="339"/>
                        </a:lnTo>
                        <a:lnTo>
                          <a:pt x="0" y="356"/>
                        </a:lnTo>
                        <a:lnTo>
                          <a:pt x="1" y="374"/>
                        </a:lnTo>
                        <a:lnTo>
                          <a:pt x="4" y="390"/>
                        </a:lnTo>
                        <a:lnTo>
                          <a:pt x="7" y="407"/>
                        </a:lnTo>
                        <a:lnTo>
                          <a:pt x="11" y="424"/>
                        </a:lnTo>
                        <a:lnTo>
                          <a:pt x="15" y="440"/>
                        </a:lnTo>
                        <a:lnTo>
                          <a:pt x="21" y="455"/>
                        </a:lnTo>
                        <a:lnTo>
                          <a:pt x="26" y="470"/>
                        </a:lnTo>
                        <a:lnTo>
                          <a:pt x="34" y="486"/>
                        </a:lnTo>
                        <a:lnTo>
                          <a:pt x="40" y="501"/>
                        </a:lnTo>
                        <a:lnTo>
                          <a:pt x="49" y="515"/>
                        </a:lnTo>
                        <a:lnTo>
                          <a:pt x="58" y="528"/>
                        </a:lnTo>
                        <a:lnTo>
                          <a:pt x="68" y="542"/>
                        </a:lnTo>
                        <a:lnTo>
                          <a:pt x="77" y="554"/>
                        </a:lnTo>
                        <a:lnTo>
                          <a:pt x="88" y="567"/>
                        </a:lnTo>
                        <a:lnTo>
                          <a:pt x="99" y="579"/>
                        </a:lnTo>
                        <a:lnTo>
                          <a:pt x="111" y="590"/>
                        </a:lnTo>
                        <a:lnTo>
                          <a:pt x="123" y="601"/>
                        </a:lnTo>
                        <a:lnTo>
                          <a:pt x="136" y="611"/>
                        </a:lnTo>
                        <a:lnTo>
                          <a:pt x="149" y="620"/>
                        </a:lnTo>
                        <a:lnTo>
                          <a:pt x="163" y="629"/>
                        </a:lnTo>
                        <a:lnTo>
                          <a:pt x="177" y="637"/>
                        </a:lnTo>
                        <a:lnTo>
                          <a:pt x="193" y="644"/>
                        </a:lnTo>
                        <a:lnTo>
                          <a:pt x="207" y="651"/>
                        </a:lnTo>
                        <a:lnTo>
                          <a:pt x="223" y="657"/>
                        </a:lnTo>
                        <a:lnTo>
                          <a:pt x="238" y="663"/>
                        </a:lnTo>
                        <a:lnTo>
                          <a:pt x="254" y="667"/>
                        </a:lnTo>
                        <a:lnTo>
                          <a:pt x="271" y="671"/>
                        </a:lnTo>
                        <a:lnTo>
                          <a:pt x="287" y="674"/>
                        </a:lnTo>
                        <a:lnTo>
                          <a:pt x="304" y="676"/>
                        </a:lnTo>
                        <a:lnTo>
                          <a:pt x="322" y="678"/>
                        </a:lnTo>
                        <a:lnTo>
                          <a:pt x="339" y="678"/>
                        </a:lnTo>
                        <a:lnTo>
                          <a:pt x="357" y="678"/>
                        </a:lnTo>
                        <a:lnTo>
                          <a:pt x="374" y="676"/>
                        </a:lnTo>
                        <a:lnTo>
                          <a:pt x="390" y="674"/>
                        </a:lnTo>
                        <a:lnTo>
                          <a:pt x="408" y="671"/>
                        </a:lnTo>
                        <a:lnTo>
                          <a:pt x="424" y="667"/>
                        </a:lnTo>
                        <a:lnTo>
                          <a:pt x="440" y="663"/>
                        </a:lnTo>
                        <a:lnTo>
                          <a:pt x="455" y="657"/>
                        </a:lnTo>
                        <a:lnTo>
                          <a:pt x="471" y="651"/>
                        </a:lnTo>
                        <a:lnTo>
                          <a:pt x="486" y="644"/>
                        </a:lnTo>
                        <a:lnTo>
                          <a:pt x="501" y="637"/>
                        </a:lnTo>
                        <a:lnTo>
                          <a:pt x="515" y="629"/>
                        </a:lnTo>
                        <a:lnTo>
                          <a:pt x="528" y="620"/>
                        </a:lnTo>
                        <a:lnTo>
                          <a:pt x="541" y="611"/>
                        </a:lnTo>
                        <a:lnTo>
                          <a:pt x="554" y="601"/>
                        </a:lnTo>
                        <a:lnTo>
                          <a:pt x="567" y="590"/>
                        </a:lnTo>
                        <a:lnTo>
                          <a:pt x="578" y="579"/>
                        </a:lnTo>
                        <a:lnTo>
                          <a:pt x="590" y="567"/>
                        </a:lnTo>
                        <a:lnTo>
                          <a:pt x="601" y="554"/>
                        </a:lnTo>
                        <a:lnTo>
                          <a:pt x="611" y="542"/>
                        </a:lnTo>
                        <a:lnTo>
                          <a:pt x="621" y="528"/>
                        </a:lnTo>
                        <a:lnTo>
                          <a:pt x="629" y="515"/>
                        </a:lnTo>
                        <a:lnTo>
                          <a:pt x="637" y="501"/>
                        </a:lnTo>
                        <a:lnTo>
                          <a:pt x="645" y="486"/>
                        </a:lnTo>
                        <a:lnTo>
                          <a:pt x="651" y="470"/>
                        </a:lnTo>
                        <a:lnTo>
                          <a:pt x="658" y="455"/>
                        </a:lnTo>
                        <a:lnTo>
                          <a:pt x="663" y="440"/>
                        </a:lnTo>
                        <a:lnTo>
                          <a:pt x="667" y="424"/>
                        </a:lnTo>
                        <a:lnTo>
                          <a:pt x="672" y="407"/>
                        </a:lnTo>
                        <a:lnTo>
                          <a:pt x="674" y="390"/>
                        </a:lnTo>
                        <a:lnTo>
                          <a:pt x="676" y="374"/>
                        </a:lnTo>
                        <a:lnTo>
                          <a:pt x="677" y="356"/>
                        </a:lnTo>
                        <a:lnTo>
                          <a:pt x="678" y="339"/>
                        </a:lnTo>
                        <a:close/>
                        <a:moveTo>
                          <a:pt x="611" y="339"/>
                        </a:moveTo>
                        <a:lnTo>
                          <a:pt x="610" y="353"/>
                        </a:lnTo>
                        <a:lnTo>
                          <a:pt x="609" y="366"/>
                        </a:lnTo>
                        <a:lnTo>
                          <a:pt x="608" y="380"/>
                        </a:lnTo>
                        <a:lnTo>
                          <a:pt x="604" y="393"/>
                        </a:lnTo>
                        <a:lnTo>
                          <a:pt x="602" y="406"/>
                        </a:lnTo>
                        <a:lnTo>
                          <a:pt x="598" y="419"/>
                        </a:lnTo>
                        <a:lnTo>
                          <a:pt x="593" y="432"/>
                        </a:lnTo>
                        <a:lnTo>
                          <a:pt x="589" y="444"/>
                        </a:lnTo>
                        <a:lnTo>
                          <a:pt x="584" y="456"/>
                        </a:lnTo>
                        <a:lnTo>
                          <a:pt x="577" y="468"/>
                        </a:lnTo>
                        <a:lnTo>
                          <a:pt x="571" y="479"/>
                        </a:lnTo>
                        <a:lnTo>
                          <a:pt x="564" y="490"/>
                        </a:lnTo>
                        <a:lnTo>
                          <a:pt x="557" y="501"/>
                        </a:lnTo>
                        <a:lnTo>
                          <a:pt x="548" y="512"/>
                        </a:lnTo>
                        <a:lnTo>
                          <a:pt x="540" y="522"/>
                        </a:lnTo>
                        <a:lnTo>
                          <a:pt x="530" y="530"/>
                        </a:lnTo>
                        <a:lnTo>
                          <a:pt x="522" y="540"/>
                        </a:lnTo>
                        <a:lnTo>
                          <a:pt x="512" y="549"/>
                        </a:lnTo>
                        <a:lnTo>
                          <a:pt x="501" y="556"/>
                        </a:lnTo>
                        <a:lnTo>
                          <a:pt x="490" y="564"/>
                        </a:lnTo>
                        <a:lnTo>
                          <a:pt x="479" y="570"/>
                        </a:lnTo>
                        <a:lnTo>
                          <a:pt x="469" y="577"/>
                        </a:lnTo>
                        <a:lnTo>
                          <a:pt x="457" y="583"/>
                        </a:lnTo>
                        <a:lnTo>
                          <a:pt x="445" y="589"/>
                        </a:lnTo>
                        <a:lnTo>
                          <a:pt x="433" y="593"/>
                        </a:lnTo>
                        <a:lnTo>
                          <a:pt x="420" y="598"/>
                        </a:lnTo>
                        <a:lnTo>
                          <a:pt x="407" y="602"/>
                        </a:lnTo>
                        <a:lnTo>
                          <a:pt x="394" y="604"/>
                        </a:lnTo>
                        <a:lnTo>
                          <a:pt x="381" y="607"/>
                        </a:lnTo>
                        <a:lnTo>
                          <a:pt x="366" y="608"/>
                        </a:lnTo>
                        <a:lnTo>
                          <a:pt x="353" y="610"/>
                        </a:lnTo>
                        <a:lnTo>
                          <a:pt x="339" y="610"/>
                        </a:lnTo>
                        <a:lnTo>
                          <a:pt x="325" y="610"/>
                        </a:lnTo>
                        <a:lnTo>
                          <a:pt x="311" y="608"/>
                        </a:lnTo>
                        <a:lnTo>
                          <a:pt x="298" y="607"/>
                        </a:lnTo>
                        <a:lnTo>
                          <a:pt x="285" y="604"/>
                        </a:lnTo>
                        <a:lnTo>
                          <a:pt x="271" y="602"/>
                        </a:lnTo>
                        <a:lnTo>
                          <a:pt x="259" y="598"/>
                        </a:lnTo>
                        <a:lnTo>
                          <a:pt x="246" y="593"/>
                        </a:lnTo>
                        <a:lnTo>
                          <a:pt x="234" y="589"/>
                        </a:lnTo>
                        <a:lnTo>
                          <a:pt x="222" y="583"/>
                        </a:lnTo>
                        <a:lnTo>
                          <a:pt x="210" y="577"/>
                        </a:lnTo>
                        <a:lnTo>
                          <a:pt x="198" y="570"/>
                        </a:lnTo>
                        <a:lnTo>
                          <a:pt x="187" y="564"/>
                        </a:lnTo>
                        <a:lnTo>
                          <a:pt x="176" y="556"/>
                        </a:lnTo>
                        <a:lnTo>
                          <a:pt x="166" y="549"/>
                        </a:lnTo>
                        <a:lnTo>
                          <a:pt x="157" y="540"/>
                        </a:lnTo>
                        <a:lnTo>
                          <a:pt x="147" y="530"/>
                        </a:lnTo>
                        <a:lnTo>
                          <a:pt x="138" y="522"/>
                        </a:lnTo>
                        <a:lnTo>
                          <a:pt x="130" y="512"/>
                        </a:lnTo>
                        <a:lnTo>
                          <a:pt x="122" y="501"/>
                        </a:lnTo>
                        <a:lnTo>
                          <a:pt x="114" y="490"/>
                        </a:lnTo>
                        <a:lnTo>
                          <a:pt x="107" y="479"/>
                        </a:lnTo>
                        <a:lnTo>
                          <a:pt x="100" y="468"/>
                        </a:lnTo>
                        <a:lnTo>
                          <a:pt x="95" y="456"/>
                        </a:lnTo>
                        <a:lnTo>
                          <a:pt x="89" y="444"/>
                        </a:lnTo>
                        <a:lnTo>
                          <a:pt x="84" y="432"/>
                        </a:lnTo>
                        <a:lnTo>
                          <a:pt x="80" y="419"/>
                        </a:lnTo>
                        <a:lnTo>
                          <a:pt x="76" y="406"/>
                        </a:lnTo>
                        <a:lnTo>
                          <a:pt x="73" y="393"/>
                        </a:lnTo>
                        <a:lnTo>
                          <a:pt x="71" y="380"/>
                        </a:lnTo>
                        <a:lnTo>
                          <a:pt x="70" y="366"/>
                        </a:lnTo>
                        <a:lnTo>
                          <a:pt x="69" y="353"/>
                        </a:lnTo>
                        <a:lnTo>
                          <a:pt x="68" y="339"/>
                        </a:lnTo>
                        <a:lnTo>
                          <a:pt x="69" y="325"/>
                        </a:lnTo>
                        <a:lnTo>
                          <a:pt x="70" y="311"/>
                        </a:lnTo>
                        <a:lnTo>
                          <a:pt x="71" y="298"/>
                        </a:lnTo>
                        <a:lnTo>
                          <a:pt x="73" y="285"/>
                        </a:lnTo>
                        <a:lnTo>
                          <a:pt x="76" y="272"/>
                        </a:lnTo>
                        <a:lnTo>
                          <a:pt x="80" y="259"/>
                        </a:lnTo>
                        <a:lnTo>
                          <a:pt x="84" y="246"/>
                        </a:lnTo>
                        <a:lnTo>
                          <a:pt x="89" y="234"/>
                        </a:lnTo>
                        <a:lnTo>
                          <a:pt x="95" y="222"/>
                        </a:lnTo>
                        <a:lnTo>
                          <a:pt x="100" y="210"/>
                        </a:lnTo>
                        <a:lnTo>
                          <a:pt x="107" y="199"/>
                        </a:lnTo>
                        <a:lnTo>
                          <a:pt x="114" y="187"/>
                        </a:lnTo>
                        <a:lnTo>
                          <a:pt x="122" y="177"/>
                        </a:lnTo>
                        <a:lnTo>
                          <a:pt x="130" y="166"/>
                        </a:lnTo>
                        <a:lnTo>
                          <a:pt x="138" y="156"/>
                        </a:lnTo>
                        <a:lnTo>
                          <a:pt x="147" y="147"/>
                        </a:lnTo>
                        <a:lnTo>
                          <a:pt x="157" y="138"/>
                        </a:lnTo>
                        <a:lnTo>
                          <a:pt x="166" y="129"/>
                        </a:lnTo>
                        <a:lnTo>
                          <a:pt x="176" y="122"/>
                        </a:lnTo>
                        <a:lnTo>
                          <a:pt x="187" y="114"/>
                        </a:lnTo>
                        <a:lnTo>
                          <a:pt x="198" y="106"/>
                        </a:lnTo>
                        <a:lnTo>
                          <a:pt x="210" y="100"/>
                        </a:lnTo>
                        <a:lnTo>
                          <a:pt x="222" y="94"/>
                        </a:lnTo>
                        <a:lnTo>
                          <a:pt x="234" y="89"/>
                        </a:lnTo>
                        <a:lnTo>
                          <a:pt x="246" y="84"/>
                        </a:lnTo>
                        <a:lnTo>
                          <a:pt x="259" y="80"/>
                        </a:lnTo>
                        <a:lnTo>
                          <a:pt x="271" y="76"/>
                        </a:lnTo>
                        <a:lnTo>
                          <a:pt x="285" y="73"/>
                        </a:lnTo>
                        <a:lnTo>
                          <a:pt x="298" y="71"/>
                        </a:lnTo>
                        <a:lnTo>
                          <a:pt x="311" y="69"/>
                        </a:lnTo>
                        <a:lnTo>
                          <a:pt x="325" y="68"/>
                        </a:lnTo>
                        <a:lnTo>
                          <a:pt x="339" y="67"/>
                        </a:lnTo>
                        <a:lnTo>
                          <a:pt x="353" y="68"/>
                        </a:lnTo>
                        <a:lnTo>
                          <a:pt x="366" y="69"/>
                        </a:lnTo>
                        <a:lnTo>
                          <a:pt x="381" y="71"/>
                        </a:lnTo>
                        <a:lnTo>
                          <a:pt x="394" y="73"/>
                        </a:lnTo>
                        <a:lnTo>
                          <a:pt x="407" y="76"/>
                        </a:lnTo>
                        <a:lnTo>
                          <a:pt x="420" y="80"/>
                        </a:lnTo>
                        <a:lnTo>
                          <a:pt x="433" y="84"/>
                        </a:lnTo>
                        <a:lnTo>
                          <a:pt x="445" y="89"/>
                        </a:lnTo>
                        <a:lnTo>
                          <a:pt x="457" y="94"/>
                        </a:lnTo>
                        <a:lnTo>
                          <a:pt x="469" y="100"/>
                        </a:lnTo>
                        <a:lnTo>
                          <a:pt x="479" y="106"/>
                        </a:lnTo>
                        <a:lnTo>
                          <a:pt x="490" y="114"/>
                        </a:lnTo>
                        <a:lnTo>
                          <a:pt x="501" y="122"/>
                        </a:lnTo>
                        <a:lnTo>
                          <a:pt x="512" y="129"/>
                        </a:lnTo>
                        <a:lnTo>
                          <a:pt x="522" y="138"/>
                        </a:lnTo>
                        <a:lnTo>
                          <a:pt x="530" y="147"/>
                        </a:lnTo>
                        <a:lnTo>
                          <a:pt x="540" y="156"/>
                        </a:lnTo>
                        <a:lnTo>
                          <a:pt x="548" y="166"/>
                        </a:lnTo>
                        <a:lnTo>
                          <a:pt x="557" y="177"/>
                        </a:lnTo>
                        <a:lnTo>
                          <a:pt x="564" y="187"/>
                        </a:lnTo>
                        <a:lnTo>
                          <a:pt x="571" y="199"/>
                        </a:lnTo>
                        <a:lnTo>
                          <a:pt x="577" y="210"/>
                        </a:lnTo>
                        <a:lnTo>
                          <a:pt x="584" y="222"/>
                        </a:lnTo>
                        <a:lnTo>
                          <a:pt x="589" y="234"/>
                        </a:lnTo>
                        <a:lnTo>
                          <a:pt x="593" y="246"/>
                        </a:lnTo>
                        <a:lnTo>
                          <a:pt x="598" y="259"/>
                        </a:lnTo>
                        <a:lnTo>
                          <a:pt x="602" y="272"/>
                        </a:lnTo>
                        <a:lnTo>
                          <a:pt x="604" y="285"/>
                        </a:lnTo>
                        <a:lnTo>
                          <a:pt x="608" y="298"/>
                        </a:lnTo>
                        <a:lnTo>
                          <a:pt x="609" y="311"/>
                        </a:lnTo>
                        <a:lnTo>
                          <a:pt x="610" y="325"/>
                        </a:lnTo>
                        <a:lnTo>
                          <a:pt x="611" y="339"/>
                        </a:lnTo>
                        <a:close/>
                      </a:path>
                    </a:pathLst>
                  </a:custGeom>
                  <a:solidFill>
                    <a:srgbClr val="F7C800"/>
                  </a:solidFill>
                  <a:ln>
                    <a:noFill/>
                  </a:ln>
                </p:spPr>
                <p:txBody>
                  <a:bodyPr/>
                  <a:lstStyle/>
                  <a:p>
                    <a:pPr>
                      <a:defRPr/>
                    </a:pPr>
                    <a:endParaRPr lang="en-US" sz="1050">
                      <a:latin typeface="+mj-lt"/>
                    </a:endParaRPr>
                  </a:p>
                </p:txBody>
              </p:sp>
              <p:sp>
                <p:nvSpPr>
                  <p:cNvPr id="41683" name="Freeform 462">
                    <a:extLst>
                      <a:ext uri="{FF2B5EF4-FFF2-40B4-BE49-F238E27FC236}">
                        <a16:creationId xmlns="" xmlns:a16="http://schemas.microsoft.com/office/drawing/2014/main" id="{192EDCA5-DD22-B493-A0AD-67DEF2030452}"/>
                      </a:ext>
                    </a:extLst>
                  </p:cNvPr>
                  <p:cNvSpPr>
                    <a:spLocks noEditPoints="1"/>
                  </p:cNvSpPr>
                  <p:nvPr/>
                </p:nvSpPr>
                <p:spPr bwMode="auto">
                  <a:xfrm>
                    <a:off x="3297" y="2001"/>
                    <a:ext cx="103" cy="110"/>
                  </a:xfrm>
                  <a:custGeom>
                    <a:avLst/>
                    <a:gdLst>
                      <a:gd name="T0" fmla="*/ 0 w 611"/>
                      <a:gd name="T1" fmla="*/ 0 h 610"/>
                      <a:gd name="T2" fmla="*/ 0 w 611"/>
                      <a:gd name="T3" fmla="*/ 0 h 610"/>
                      <a:gd name="T4" fmla="*/ 0 w 611"/>
                      <a:gd name="T5" fmla="*/ 0 h 610"/>
                      <a:gd name="T6" fmla="*/ 0 w 611"/>
                      <a:gd name="T7" fmla="*/ 0 h 610"/>
                      <a:gd name="T8" fmla="*/ 0 w 611"/>
                      <a:gd name="T9" fmla="*/ 0 h 610"/>
                      <a:gd name="T10" fmla="*/ 0 w 611"/>
                      <a:gd name="T11" fmla="*/ 0 h 610"/>
                      <a:gd name="T12" fmla="*/ 0 w 611"/>
                      <a:gd name="T13" fmla="*/ 0 h 610"/>
                      <a:gd name="T14" fmla="*/ 0 w 611"/>
                      <a:gd name="T15" fmla="*/ 0 h 610"/>
                      <a:gd name="T16" fmla="*/ 0 w 611"/>
                      <a:gd name="T17" fmla="*/ 0 h 610"/>
                      <a:gd name="T18" fmla="*/ 0 w 611"/>
                      <a:gd name="T19" fmla="*/ 0 h 610"/>
                      <a:gd name="T20" fmla="*/ 0 w 611"/>
                      <a:gd name="T21" fmla="*/ 0 h 610"/>
                      <a:gd name="T22" fmla="*/ 0 w 611"/>
                      <a:gd name="T23" fmla="*/ 0 h 610"/>
                      <a:gd name="T24" fmla="*/ 0 w 611"/>
                      <a:gd name="T25" fmla="*/ 0 h 610"/>
                      <a:gd name="T26" fmla="*/ 0 w 611"/>
                      <a:gd name="T27" fmla="*/ 0 h 610"/>
                      <a:gd name="T28" fmla="*/ 0 w 611"/>
                      <a:gd name="T29" fmla="*/ 0 h 610"/>
                      <a:gd name="T30" fmla="*/ 0 w 611"/>
                      <a:gd name="T31" fmla="*/ 0 h 610"/>
                      <a:gd name="T32" fmla="*/ 0 w 611"/>
                      <a:gd name="T33" fmla="*/ 0 h 610"/>
                      <a:gd name="T34" fmla="*/ 0 w 611"/>
                      <a:gd name="T35" fmla="*/ 0 h 610"/>
                      <a:gd name="T36" fmla="*/ 0 w 611"/>
                      <a:gd name="T37" fmla="*/ 0 h 610"/>
                      <a:gd name="T38" fmla="*/ 0 w 611"/>
                      <a:gd name="T39" fmla="*/ 0 h 610"/>
                      <a:gd name="T40" fmla="*/ 0 w 611"/>
                      <a:gd name="T41" fmla="*/ 0 h 610"/>
                      <a:gd name="T42" fmla="*/ 0 w 611"/>
                      <a:gd name="T43" fmla="*/ 0 h 610"/>
                      <a:gd name="T44" fmla="*/ 0 w 611"/>
                      <a:gd name="T45" fmla="*/ 0 h 610"/>
                      <a:gd name="T46" fmla="*/ 0 w 611"/>
                      <a:gd name="T47" fmla="*/ 0 h 610"/>
                      <a:gd name="T48" fmla="*/ 0 w 611"/>
                      <a:gd name="T49" fmla="*/ 0 h 610"/>
                      <a:gd name="T50" fmla="*/ 0 w 611"/>
                      <a:gd name="T51" fmla="*/ 0 h 610"/>
                      <a:gd name="T52" fmla="*/ 0 w 611"/>
                      <a:gd name="T53" fmla="*/ 0 h 610"/>
                      <a:gd name="T54" fmla="*/ 0 w 611"/>
                      <a:gd name="T55" fmla="*/ 0 h 610"/>
                      <a:gd name="T56" fmla="*/ 0 w 611"/>
                      <a:gd name="T57" fmla="*/ 0 h 610"/>
                      <a:gd name="T58" fmla="*/ 0 w 611"/>
                      <a:gd name="T59" fmla="*/ 0 h 610"/>
                      <a:gd name="T60" fmla="*/ 0 w 611"/>
                      <a:gd name="T61" fmla="*/ 0 h 610"/>
                      <a:gd name="T62" fmla="*/ 0 w 611"/>
                      <a:gd name="T63" fmla="*/ 0 h 610"/>
                      <a:gd name="T64" fmla="*/ 0 w 611"/>
                      <a:gd name="T65" fmla="*/ 0 h 610"/>
                      <a:gd name="T66" fmla="*/ 0 w 611"/>
                      <a:gd name="T67" fmla="*/ 0 h 610"/>
                      <a:gd name="T68" fmla="*/ 0 w 611"/>
                      <a:gd name="T69" fmla="*/ 0 h 610"/>
                      <a:gd name="T70" fmla="*/ 0 w 611"/>
                      <a:gd name="T71" fmla="*/ 0 h 610"/>
                      <a:gd name="T72" fmla="*/ 0 w 611"/>
                      <a:gd name="T73" fmla="*/ 0 h 610"/>
                      <a:gd name="T74" fmla="*/ 0 w 611"/>
                      <a:gd name="T75" fmla="*/ 0 h 610"/>
                      <a:gd name="T76" fmla="*/ 0 w 611"/>
                      <a:gd name="T77" fmla="*/ 0 h 610"/>
                      <a:gd name="T78" fmla="*/ 0 w 611"/>
                      <a:gd name="T79" fmla="*/ 0 h 610"/>
                      <a:gd name="T80" fmla="*/ 0 w 611"/>
                      <a:gd name="T81" fmla="*/ 0 h 610"/>
                      <a:gd name="T82" fmla="*/ 0 w 611"/>
                      <a:gd name="T83" fmla="*/ 0 h 610"/>
                      <a:gd name="T84" fmla="*/ 0 w 611"/>
                      <a:gd name="T85" fmla="*/ 0 h 610"/>
                      <a:gd name="T86" fmla="*/ 0 w 611"/>
                      <a:gd name="T87" fmla="*/ 0 h 610"/>
                      <a:gd name="T88" fmla="*/ 0 w 611"/>
                      <a:gd name="T89" fmla="*/ 0 h 610"/>
                      <a:gd name="T90" fmla="*/ 0 w 611"/>
                      <a:gd name="T91" fmla="*/ 0 h 610"/>
                      <a:gd name="T92" fmla="*/ 0 w 611"/>
                      <a:gd name="T93" fmla="*/ 0 h 610"/>
                      <a:gd name="T94" fmla="*/ 0 w 611"/>
                      <a:gd name="T95" fmla="*/ 0 h 610"/>
                      <a:gd name="T96" fmla="*/ 0 w 611"/>
                      <a:gd name="T97" fmla="*/ 0 h 610"/>
                      <a:gd name="T98" fmla="*/ 0 w 611"/>
                      <a:gd name="T99" fmla="*/ 0 h 610"/>
                      <a:gd name="T100" fmla="*/ 0 w 611"/>
                      <a:gd name="T101" fmla="*/ 0 h 610"/>
                      <a:gd name="T102" fmla="*/ 0 w 611"/>
                      <a:gd name="T103" fmla="*/ 0 h 610"/>
                      <a:gd name="T104" fmla="*/ 0 w 611"/>
                      <a:gd name="T105" fmla="*/ 0 h 610"/>
                      <a:gd name="T106" fmla="*/ 0 w 611"/>
                      <a:gd name="T107" fmla="*/ 0 h 610"/>
                      <a:gd name="T108" fmla="*/ 0 w 611"/>
                      <a:gd name="T109" fmla="*/ 0 h 610"/>
                      <a:gd name="T110" fmla="*/ 0 w 611"/>
                      <a:gd name="T111" fmla="*/ 0 h 610"/>
                      <a:gd name="T112" fmla="*/ 0 w 611"/>
                      <a:gd name="T113" fmla="*/ 0 h 610"/>
                      <a:gd name="T114" fmla="*/ 0 w 611"/>
                      <a:gd name="T115" fmla="*/ 0 h 610"/>
                      <a:gd name="T116" fmla="*/ 0 w 611"/>
                      <a:gd name="T117" fmla="*/ 0 h 610"/>
                      <a:gd name="T118" fmla="*/ 0 w 611"/>
                      <a:gd name="T119" fmla="*/ 0 h 610"/>
                      <a:gd name="T120" fmla="*/ 0 w 611"/>
                      <a:gd name="T121" fmla="*/ 0 h 61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11"/>
                      <a:gd name="T184" fmla="*/ 0 h 610"/>
                      <a:gd name="T185" fmla="*/ 611 w 611"/>
                      <a:gd name="T186" fmla="*/ 610 h 61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11" h="610">
                        <a:moveTo>
                          <a:pt x="611" y="305"/>
                        </a:moveTo>
                        <a:lnTo>
                          <a:pt x="609" y="289"/>
                        </a:lnTo>
                        <a:lnTo>
                          <a:pt x="608" y="273"/>
                        </a:lnTo>
                        <a:lnTo>
                          <a:pt x="606" y="258"/>
                        </a:lnTo>
                        <a:lnTo>
                          <a:pt x="604" y="243"/>
                        </a:lnTo>
                        <a:lnTo>
                          <a:pt x="601" y="229"/>
                        </a:lnTo>
                        <a:lnTo>
                          <a:pt x="596" y="214"/>
                        </a:lnTo>
                        <a:lnTo>
                          <a:pt x="592" y="200"/>
                        </a:lnTo>
                        <a:lnTo>
                          <a:pt x="587" y="187"/>
                        </a:lnTo>
                        <a:lnTo>
                          <a:pt x="580" y="172"/>
                        </a:lnTo>
                        <a:lnTo>
                          <a:pt x="574" y="159"/>
                        </a:lnTo>
                        <a:lnTo>
                          <a:pt x="566" y="146"/>
                        </a:lnTo>
                        <a:lnTo>
                          <a:pt x="558" y="134"/>
                        </a:lnTo>
                        <a:lnTo>
                          <a:pt x="550" y="122"/>
                        </a:lnTo>
                        <a:lnTo>
                          <a:pt x="541" y="110"/>
                        </a:lnTo>
                        <a:lnTo>
                          <a:pt x="531" y="100"/>
                        </a:lnTo>
                        <a:lnTo>
                          <a:pt x="520" y="89"/>
                        </a:lnTo>
                        <a:lnTo>
                          <a:pt x="511" y="79"/>
                        </a:lnTo>
                        <a:lnTo>
                          <a:pt x="499" y="69"/>
                        </a:lnTo>
                        <a:lnTo>
                          <a:pt x="488" y="60"/>
                        </a:lnTo>
                        <a:lnTo>
                          <a:pt x="476" y="52"/>
                        </a:lnTo>
                        <a:lnTo>
                          <a:pt x="463" y="44"/>
                        </a:lnTo>
                        <a:lnTo>
                          <a:pt x="451" y="37"/>
                        </a:lnTo>
                        <a:lnTo>
                          <a:pt x="438" y="30"/>
                        </a:lnTo>
                        <a:lnTo>
                          <a:pt x="424" y="24"/>
                        </a:lnTo>
                        <a:lnTo>
                          <a:pt x="410" y="18"/>
                        </a:lnTo>
                        <a:lnTo>
                          <a:pt x="395" y="14"/>
                        </a:lnTo>
                        <a:lnTo>
                          <a:pt x="381" y="9"/>
                        </a:lnTo>
                        <a:lnTo>
                          <a:pt x="366" y="6"/>
                        </a:lnTo>
                        <a:lnTo>
                          <a:pt x="352" y="3"/>
                        </a:lnTo>
                        <a:lnTo>
                          <a:pt x="337" y="2"/>
                        </a:lnTo>
                        <a:lnTo>
                          <a:pt x="320" y="0"/>
                        </a:lnTo>
                        <a:lnTo>
                          <a:pt x="305" y="0"/>
                        </a:lnTo>
                        <a:lnTo>
                          <a:pt x="289" y="0"/>
                        </a:lnTo>
                        <a:lnTo>
                          <a:pt x="274" y="2"/>
                        </a:lnTo>
                        <a:lnTo>
                          <a:pt x="259" y="3"/>
                        </a:lnTo>
                        <a:lnTo>
                          <a:pt x="243" y="6"/>
                        </a:lnTo>
                        <a:lnTo>
                          <a:pt x="229" y="9"/>
                        </a:lnTo>
                        <a:lnTo>
                          <a:pt x="214" y="14"/>
                        </a:lnTo>
                        <a:lnTo>
                          <a:pt x="200" y="18"/>
                        </a:lnTo>
                        <a:lnTo>
                          <a:pt x="187" y="24"/>
                        </a:lnTo>
                        <a:lnTo>
                          <a:pt x="173" y="30"/>
                        </a:lnTo>
                        <a:lnTo>
                          <a:pt x="160" y="37"/>
                        </a:lnTo>
                        <a:lnTo>
                          <a:pt x="147" y="44"/>
                        </a:lnTo>
                        <a:lnTo>
                          <a:pt x="135" y="52"/>
                        </a:lnTo>
                        <a:lnTo>
                          <a:pt x="123" y="60"/>
                        </a:lnTo>
                        <a:lnTo>
                          <a:pt x="111" y="69"/>
                        </a:lnTo>
                        <a:lnTo>
                          <a:pt x="100" y="79"/>
                        </a:lnTo>
                        <a:lnTo>
                          <a:pt x="89" y="89"/>
                        </a:lnTo>
                        <a:lnTo>
                          <a:pt x="79" y="100"/>
                        </a:lnTo>
                        <a:lnTo>
                          <a:pt x="69" y="110"/>
                        </a:lnTo>
                        <a:lnTo>
                          <a:pt x="61" y="122"/>
                        </a:lnTo>
                        <a:lnTo>
                          <a:pt x="52" y="134"/>
                        </a:lnTo>
                        <a:lnTo>
                          <a:pt x="44" y="146"/>
                        </a:lnTo>
                        <a:lnTo>
                          <a:pt x="37" y="159"/>
                        </a:lnTo>
                        <a:lnTo>
                          <a:pt x="30" y="172"/>
                        </a:lnTo>
                        <a:lnTo>
                          <a:pt x="24" y="187"/>
                        </a:lnTo>
                        <a:lnTo>
                          <a:pt x="18" y="200"/>
                        </a:lnTo>
                        <a:lnTo>
                          <a:pt x="14" y="214"/>
                        </a:lnTo>
                        <a:lnTo>
                          <a:pt x="10" y="229"/>
                        </a:lnTo>
                        <a:lnTo>
                          <a:pt x="6" y="243"/>
                        </a:lnTo>
                        <a:lnTo>
                          <a:pt x="3" y="258"/>
                        </a:lnTo>
                        <a:lnTo>
                          <a:pt x="1" y="273"/>
                        </a:lnTo>
                        <a:lnTo>
                          <a:pt x="0" y="289"/>
                        </a:lnTo>
                        <a:lnTo>
                          <a:pt x="0" y="305"/>
                        </a:lnTo>
                        <a:lnTo>
                          <a:pt x="0" y="320"/>
                        </a:lnTo>
                        <a:lnTo>
                          <a:pt x="1" y="336"/>
                        </a:lnTo>
                        <a:lnTo>
                          <a:pt x="3" y="352"/>
                        </a:lnTo>
                        <a:lnTo>
                          <a:pt x="6" y="366"/>
                        </a:lnTo>
                        <a:lnTo>
                          <a:pt x="10" y="381"/>
                        </a:lnTo>
                        <a:lnTo>
                          <a:pt x="14" y="395"/>
                        </a:lnTo>
                        <a:lnTo>
                          <a:pt x="18" y="409"/>
                        </a:lnTo>
                        <a:lnTo>
                          <a:pt x="24" y="423"/>
                        </a:lnTo>
                        <a:lnTo>
                          <a:pt x="30" y="438"/>
                        </a:lnTo>
                        <a:lnTo>
                          <a:pt x="37" y="451"/>
                        </a:lnTo>
                        <a:lnTo>
                          <a:pt x="44" y="464"/>
                        </a:lnTo>
                        <a:lnTo>
                          <a:pt x="52" y="476"/>
                        </a:lnTo>
                        <a:lnTo>
                          <a:pt x="61" y="488"/>
                        </a:lnTo>
                        <a:lnTo>
                          <a:pt x="69" y="499"/>
                        </a:lnTo>
                        <a:lnTo>
                          <a:pt x="79" y="510"/>
                        </a:lnTo>
                        <a:lnTo>
                          <a:pt x="89" y="520"/>
                        </a:lnTo>
                        <a:lnTo>
                          <a:pt x="100" y="531"/>
                        </a:lnTo>
                        <a:lnTo>
                          <a:pt x="111" y="541"/>
                        </a:lnTo>
                        <a:lnTo>
                          <a:pt x="123" y="549"/>
                        </a:lnTo>
                        <a:lnTo>
                          <a:pt x="135" y="558"/>
                        </a:lnTo>
                        <a:lnTo>
                          <a:pt x="147" y="566"/>
                        </a:lnTo>
                        <a:lnTo>
                          <a:pt x="160" y="573"/>
                        </a:lnTo>
                        <a:lnTo>
                          <a:pt x="173" y="580"/>
                        </a:lnTo>
                        <a:lnTo>
                          <a:pt x="187" y="586"/>
                        </a:lnTo>
                        <a:lnTo>
                          <a:pt x="200" y="592"/>
                        </a:lnTo>
                        <a:lnTo>
                          <a:pt x="214" y="596"/>
                        </a:lnTo>
                        <a:lnTo>
                          <a:pt x="229" y="601"/>
                        </a:lnTo>
                        <a:lnTo>
                          <a:pt x="243" y="604"/>
                        </a:lnTo>
                        <a:lnTo>
                          <a:pt x="259" y="607"/>
                        </a:lnTo>
                        <a:lnTo>
                          <a:pt x="274" y="608"/>
                        </a:lnTo>
                        <a:lnTo>
                          <a:pt x="289" y="609"/>
                        </a:lnTo>
                        <a:lnTo>
                          <a:pt x="305" y="610"/>
                        </a:lnTo>
                        <a:lnTo>
                          <a:pt x="320" y="609"/>
                        </a:lnTo>
                        <a:lnTo>
                          <a:pt x="337" y="608"/>
                        </a:lnTo>
                        <a:lnTo>
                          <a:pt x="352" y="607"/>
                        </a:lnTo>
                        <a:lnTo>
                          <a:pt x="366" y="604"/>
                        </a:lnTo>
                        <a:lnTo>
                          <a:pt x="381" y="601"/>
                        </a:lnTo>
                        <a:lnTo>
                          <a:pt x="395" y="596"/>
                        </a:lnTo>
                        <a:lnTo>
                          <a:pt x="410" y="592"/>
                        </a:lnTo>
                        <a:lnTo>
                          <a:pt x="424" y="586"/>
                        </a:lnTo>
                        <a:lnTo>
                          <a:pt x="438" y="580"/>
                        </a:lnTo>
                        <a:lnTo>
                          <a:pt x="451" y="573"/>
                        </a:lnTo>
                        <a:lnTo>
                          <a:pt x="463" y="566"/>
                        </a:lnTo>
                        <a:lnTo>
                          <a:pt x="476" y="558"/>
                        </a:lnTo>
                        <a:lnTo>
                          <a:pt x="488" y="549"/>
                        </a:lnTo>
                        <a:lnTo>
                          <a:pt x="499" y="541"/>
                        </a:lnTo>
                        <a:lnTo>
                          <a:pt x="511" y="531"/>
                        </a:lnTo>
                        <a:lnTo>
                          <a:pt x="520" y="520"/>
                        </a:lnTo>
                        <a:lnTo>
                          <a:pt x="531" y="510"/>
                        </a:lnTo>
                        <a:lnTo>
                          <a:pt x="541" y="499"/>
                        </a:lnTo>
                        <a:lnTo>
                          <a:pt x="550" y="488"/>
                        </a:lnTo>
                        <a:lnTo>
                          <a:pt x="558" y="476"/>
                        </a:lnTo>
                        <a:lnTo>
                          <a:pt x="566" y="464"/>
                        </a:lnTo>
                        <a:lnTo>
                          <a:pt x="574" y="451"/>
                        </a:lnTo>
                        <a:lnTo>
                          <a:pt x="580" y="438"/>
                        </a:lnTo>
                        <a:lnTo>
                          <a:pt x="587" y="423"/>
                        </a:lnTo>
                        <a:lnTo>
                          <a:pt x="592" y="409"/>
                        </a:lnTo>
                        <a:lnTo>
                          <a:pt x="596" y="395"/>
                        </a:lnTo>
                        <a:lnTo>
                          <a:pt x="601" y="381"/>
                        </a:lnTo>
                        <a:lnTo>
                          <a:pt x="604" y="366"/>
                        </a:lnTo>
                        <a:lnTo>
                          <a:pt x="606" y="352"/>
                        </a:lnTo>
                        <a:lnTo>
                          <a:pt x="608" y="336"/>
                        </a:lnTo>
                        <a:lnTo>
                          <a:pt x="609" y="320"/>
                        </a:lnTo>
                        <a:lnTo>
                          <a:pt x="611" y="305"/>
                        </a:lnTo>
                        <a:close/>
                        <a:moveTo>
                          <a:pt x="542" y="305"/>
                        </a:moveTo>
                        <a:lnTo>
                          <a:pt x="542" y="317"/>
                        </a:lnTo>
                        <a:lnTo>
                          <a:pt x="541" y="329"/>
                        </a:lnTo>
                        <a:lnTo>
                          <a:pt x="540" y="341"/>
                        </a:lnTo>
                        <a:lnTo>
                          <a:pt x="538" y="353"/>
                        </a:lnTo>
                        <a:lnTo>
                          <a:pt x="534" y="364"/>
                        </a:lnTo>
                        <a:lnTo>
                          <a:pt x="531" y="376"/>
                        </a:lnTo>
                        <a:lnTo>
                          <a:pt x="528" y="386"/>
                        </a:lnTo>
                        <a:lnTo>
                          <a:pt x="524" y="397"/>
                        </a:lnTo>
                        <a:lnTo>
                          <a:pt x="519" y="408"/>
                        </a:lnTo>
                        <a:lnTo>
                          <a:pt x="514" y="418"/>
                        </a:lnTo>
                        <a:lnTo>
                          <a:pt x="508" y="428"/>
                        </a:lnTo>
                        <a:lnTo>
                          <a:pt x="502" y="438"/>
                        </a:lnTo>
                        <a:lnTo>
                          <a:pt x="488" y="456"/>
                        </a:lnTo>
                        <a:lnTo>
                          <a:pt x="473" y="472"/>
                        </a:lnTo>
                        <a:lnTo>
                          <a:pt x="456" y="488"/>
                        </a:lnTo>
                        <a:lnTo>
                          <a:pt x="438" y="502"/>
                        </a:lnTo>
                        <a:lnTo>
                          <a:pt x="428" y="508"/>
                        </a:lnTo>
                        <a:lnTo>
                          <a:pt x="418" y="514"/>
                        </a:lnTo>
                        <a:lnTo>
                          <a:pt x="408" y="519"/>
                        </a:lnTo>
                        <a:lnTo>
                          <a:pt x="398" y="523"/>
                        </a:lnTo>
                        <a:lnTo>
                          <a:pt x="387" y="528"/>
                        </a:lnTo>
                        <a:lnTo>
                          <a:pt x="376" y="531"/>
                        </a:lnTo>
                        <a:lnTo>
                          <a:pt x="364" y="534"/>
                        </a:lnTo>
                        <a:lnTo>
                          <a:pt x="353" y="537"/>
                        </a:lnTo>
                        <a:lnTo>
                          <a:pt x="341" y="540"/>
                        </a:lnTo>
                        <a:lnTo>
                          <a:pt x="329" y="541"/>
                        </a:lnTo>
                        <a:lnTo>
                          <a:pt x="317" y="542"/>
                        </a:lnTo>
                        <a:lnTo>
                          <a:pt x="305" y="542"/>
                        </a:lnTo>
                        <a:lnTo>
                          <a:pt x="293" y="542"/>
                        </a:lnTo>
                        <a:lnTo>
                          <a:pt x="281" y="541"/>
                        </a:lnTo>
                        <a:lnTo>
                          <a:pt x="269" y="540"/>
                        </a:lnTo>
                        <a:lnTo>
                          <a:pt x="257" y="537"/>
                        </a:lnTo>
                        <a:lnTo>
                          <a:pt x="245" y="534"/>
                        </a:lnTo>
                        <a:lnTo>
                          <a:pt x="235" y="531"/>
                        </a:lnTo>
                        <a:lnTo>
                          <a:pt x="224" y="528"/>
                        </a:lnTo>
                        <a:lnTo>
                          <a:pt x="213" y="523"/>
                        </a:lnTo>
                        <a:lnTo>
                          <a:pt x="202" y="519"/>
                        </a:lnTo>
                        <a:lnTo>
                          <a:pt x="192" y="514"/>
                        </a:lnTo>
                        <a:lnTo>
                          <a:pt x="182" y="508"/>
                        </a:lnTo>
                        <a:lnTo>
                          <a:pt x="173" y="502"/>
                        </a:lnTo>
                        <a:lnTo>
                          <a:pt x="163" y="495"/>
                        </a:lnTo>
                        <a:lnTo>
                          <a:pt x="154" y="488"/>
                        </a:lnTo>
                        <a:lnTo>
                          <a:pt x="146" y="481"/>
                        </a:lnTo>
                        <a:lnTo>
                          <a:pt x="137" y="472"/>
                        </a:lnTo>
                        <a:lnTo>
                          <a:pt x="129" y="465"/>
                        </a:lnTo>
                        <a:lnTo>
                          <a:pt x="122" y="456"/>
                        </a:lnTo>
                        <a:lnTo>
                          <a:pt x="115" y="447"/>
                        </a:lnTo>
                        <a:lnTo>
                          <a:pt x="109" y="438"/>
                        </a:lnTo>
                        <a:lnTo>
                          <a:pt x="102" y="428"/>
                        </a:lnTo>
                        <a:lnTo>
                          <a:pt x="97" y="418"/>
                        </a:lnTo>
                        <a:lnTo>
                          <a:pt x="91" y="408"/>
                        </a:lnTo>
                        <a:lnTo>
                          <a:pt x="87" y="397"/>
                        </a:lnTo>
                        <a:lnTo>
                          <a:pt x="83" y="386"/>
                        </a:lnTo>
                        <a:lnTo>
                          <a:pt x="78" y="376"/>
                        </a:lnTo>
                        <a:lnTo>
                          <a:pt x="75" y="364"/>
                        </a:lnTo>
                        <a:lnTo>
                          <a:pt x="73" y="353"/>
                        </a:lnTo>
                        <a:lnTo>
                          <a:pt x="71" y="341"/>
                        </a:lnTo>
                        <a:lnTo>
                          <a:pt x="69" y="329"/>
                        </a:lnTo>
                        <a:lnTo>
                          <a:pt x="68" y="317"/>
                        </a:lnTo>
                        <a:lnTo>
                          <a:pt x="67" y="305"/>
                        </a:lnTo>
                        <a:lnTo>
                          <a:pt x="68" y="293"/>
                        </a:lnTo>
                        <a:lnTo>
                          <a:pt x="69" y="281"/>
                        </a:lnTo>
                        <a:lnTo>
                          <a:pt x="71" y="269"/>
                        </a:lnTo>
                        <a:lnTo>
                          <a:pt x="73" y="257"/>
                        </a:lnTo>
                        <a:lnTo>
                          <a:pt x="75" y="245"/>
                        </a:lnTo>
                        <a:lnTo>
                          <a:pt x="78" y="234"/>
                        </a:lnTo>
                        <a:lnTo>
                          <a:pt x="83" y="223"/>
                        </a:lnTo>
                        <a:lnTo>
                          <a:pt x="87" y="213"/>
                        </a:lnTo>
                        <a:lnTo>
                          <a:pt x="91" y="202"/>
                        </a:lnTo>
                        <a:lnTo>
                          <a:pt x="97" y="192"/>
                        </a:lnTo>
                        <a:lnTo>
                          <a:pt x="102" y="182"/>
                        </a:lnTo>
                        <a:lnTo>
                          <a:pt x="109" y="172"/>
                        </a:lnTo>
                        <a:lnTo>
                          <a:pt x="122" y="154"/>
                        </a:lnTo>
                        <a:lnTo>
                          <a:pt x="137" y="137"/>
                        </a:lnTo>
                        <a:lnTo>
                          <a:pt x="154" y="121"/>
                        </a:lnTo>
                        <a:lnTo>
                          <a:pt x="173" y="108"/>
                        </a:lnTo>
                        <a:lnTo>
                          <a:pt x="182" y="102"/>
                        </a:lnTo>
                        <a:lnTo>
                          <a:pt x="192" y="96"/>
                        </a:lnTo>
                        <a:lnTo>
                          <a:pt x="202" y="91"/>
                        </a:lnTo>
                        <a:lnTo>
                          <a:pt x="213" y="87"/>
                        </a:lnTo>
                        <a:lnTo>
                          <a:pt x="224" y="82"/>
                        </a:lnTo>
                        <a:lnTo>
                          <a:pt x="235" y="78"/>
                        </a:lnTo>
                        <a:lnTo>
                          <a:pt x="245" y="75"/>
                        </a:lnTo>
                        <a:lnTo>
                          <a:pt x="257" y="72"/>
                        </a:lnTo>
                        <a:lnTo>
                          <a:pt x="269" y="70"/>
                        </a:lnTo>
                        <a:lnTo>
                          <a:pt x="281" y="69"/>
                        </a:lnTo>
                        <a:lnTo>
                          <a:pt x="293" y="68"/>
                        </a:lnTo>
                        <a:lnTo>
                          <a:pt x="305" y="67"/>
                        </a:lnTo>
                        <a:lnTo>
                          <a:pt x="317" y="68"/>
                        </a:lnTo>
                        <a:lnTo>
                          <a:pt x="329" y="69"/>
                        </a:lnTo>
                        <a:lnTo>
                          <a:pt x="341" y="70"/>
                        </a:lnTo>
                        <a:lnTo>
                          <a:pt x="353" y="72"/>
                        </a:lnTo>
                        <a:lnTo>
                          <a:pt x="364" y="75"/>
                        </a:lnTo>
                        <a:lnTo>
                          <a:pt x="376" y="78"/>
                        </a:lnTo>
                        <a:lnTo>
                          <a:pt x="387" y="82"/>
                        </a:lnTo>
                        <a:lnTo>
                          <a:pt x="398" y="87"/>
                        </a:lnTo>
                        <a:lnTo>
                          <a:pt x="408" y="91"/>
                        </a:lnTo>
                        <a:lnTo>
                          <a:pt x="418" y="96"/>
                        </a:lnTo>
                        <a:lnTo>
                          <a:pt x="428" y="102"/>
                        </a:lnTo>
                        <a:lnTo>
                          <a:pt x="438" y="108"/>
                        </a:lnTo>
                        <a:lnTo>
                          <a:pt x="456" y="121"/>
                        </a:lnTo>
                        <a:lnTo>
                          <a:pt x="473" y="137"/>
                        </a:lnTo>
                        <a:lnTo>
                          <a:pt x="488" y="154"/>
                        </a:lnTo>
                        <a:lnTo>
                          <a:pt x="502" y="172"/>
                        </a:lnTo>
                        <a:lnTo>
                          <a:pt x="508" y="182"/>
                        </a:lnTo>
                        <a:lnTo>
                          <a:pt x="514" y="192"/>
                        </a:lnTo>
                        <a:lnTo>
                          <a:pt x="519" y="202"/>
                        </a:lnTo>
                        <a:lnTo>
                          <a:pt x="524" y="213"/>
                        </a:lnTo>
                        <a:lnTo>
                          <a:pt x="528" y="223"/>
                        </a:lnTo>
                        <a:lnTo>
                          <a:pt x="531" y="234"/>
                        </a:lnTo>
                        <a:lnTo>
                          <a:pt x="534" y="245"/>
                        </a:lnTo>
                        <a:lnTo>
                          <a:pt x="538" y="257"/>
                        </a:lnTo>
                        <a:lnTo>
                          <a:pt x="540" y="269"/>
                        </a:lnTo>
                        <a:lnTo>
                          <a:pt x="541" y="281"/>
                        </a:lnTo>
                        <a:lnTo>
                          <a:pt x="542" y="293"/>
                        </a:lnTo>
                        <a:lnTo>
                          <a:pt x="542" y="305"/>
                        </a:lnTo>
                        <a:close/>
                      </a:path>
                    </a:pathLst>
                  </a:custGeom>
                  <a:solidFill>
                    <a:srgbClr val="F8CD00"/>
                  </a:solidFill>
                  <a:ln>
                    <a:noFill/>
                  </a:ln>
                </p:spPr>
                <p:txBody>
                  <a:bodyPr/>
                  <a:lstStyle/>
                  <a:p>
                    <a:pPr>
                      <a:defRPr/>
                    </a:pPr>
                    <a:endParaRPr lang="en-US" sz="1050">
                      <a:latin typeface="+mj-lt"/>
                    </a:endParaRPr>
                  </a:p>
                </p:txBody>
              </p:sp>
              <p:sp>
                <p:nvSpPr>
                  <p:cNvPr id="41684" name="Freeform 463">
                    <a:extLst>
                      <a:ext uri="{FF2B5EF4-FFF2-40B4-BE49-F238E27FC236}">
                        <a16:creationId xmlns="" xmlns:a16="http://schemas.microsoft.com/office/drawing/2014/main" id="{10D3C2E7-A78D-3D1D-3708-90E6DF2DE35C}"/>
                      </a:ext>
                    </a:extLst>
                  </p:cNvPr>
                  <p:cNvSpPr>
                    <a:spLocks noEditPoints="1"/>
                  </p:cNvSpPr>
                  <p:nvPr/>
                </p:nvSpPr>
                <p:spPr bwMode="auto">
                  <a:xfrm>
                    <a:off x="3302" y="2005"/>
                    <a:ext cx="91" cy="106"/>
                  </a:xfrm>
                  <a:custGeom>
                    <a:avLst/>
                    <a:gdLst>
                      <a:gd name="T0" fmla="*/ 0 w 542"/>
                      <a:gd name="T1" fmla="*/ 0 h 543"/>
                      <a:gd name="T2" fmla="*/ 0 w 542"/>
                      <a:gd name="T3" fmla="*/ 0 h 543"/>
                      <a:gd name="T4" fmla="*/ 0 w 542"/>
                      <a:gd name="T5" fmla="*/ 0 h 543"/>
                      <a:gd name="T6" fmla="*/ 0 w 542"/>
                      <a:gd name="T7" fmla="*/ 0 h 543"/>
                      <a:gd name="T8" fmla="*/ 0 w 542"/>
                      <a:gd name="T9" fmla="*/ 0 h 543"/>
                      <a:gd name="T10" fmla="*/ 0 w 542"/>
                      <a:gd name="T11" fmla="*/ 0 h 543"/>
                      <a:gd name="T12" fmla="*/ 0 w 542"/>
                      <a:gd name="T13" fmla="*/ 0 h 543"/>
                      <a:gd name="T14" fmla="*/ 0 w 542"/>
                      <a:gd name="T15" fmla="*/ 0 h 543"/>
                      <a:gd name="T16" fmla="*/ 0 w 542"/>
                      <a:gd name="T17" fmla="*/ 0 h 543"/>
                      <a:gd name="T18" fmla="*/ 0 w 542"/>
                      <a:gd name="T19" fmla="*/ 0 h 543"/>
                      <a:gd name="T20" fmla="*/ 0 w 542"/>
                      <a:gd name="T21" fmla="*/ 0 h 543"/>
                      <a:gd name="T22" fmla="*/ 0 w 542"/>
                      <a:gd name="T23" fmla="*/ 0 h 543"/>
                      <a:gd name="T24" fmla="*/ 0 w 542"/>
                      <a:gd name="T25" fmla="*/ 0 h 543"/>
                      <a:gd name="T26" fmla="*/ 0 w 542"/>
                      <a:gd name="T27" fmla="*/ 0 h 543"/>
                      <a:gd name="T28" fmla="*/ 0 w 542"/>
                      <a:gd name="T29" fmla="*/ 0 h 543"/>
                      <a:gd name="T30" fmla="*/ 0 w 542"/>
                      <a:gd name="T31" fmla="*/ 0 h 543"/>
                      <a:gd name="T32" fmla="*/ 0 w 542"/>
                      <a:gd name="T33" fmla="*/ 0 h 543"/>
                      <a:gd name="T34" fmla="*/ 0 w 542"/>
                      <a:gd name="T35" fmla="*/ 0 h 543"/>
                      <a:gd name="T36" fmla="*/ 0 w 542"/>
                      <a:gd name="T37" fmla="*/ 0 h 543"/>
                      <a:gd name="T38" fmla="*/ 0 w 542"/>
                      <a:gd name="T39" fmla="*/ 0 h 543"/>
                      <a:gd name="T40" fmla="*/ 0 w 542"/>
                      <a:gd name="T41" fmla="*/ 0 h 543"/>
                      <a:gd name="T42" fmla="*/ 0 w 542"/>
                      <a:gd name="T43" fmla="*/ 0 h 543"/>
                      <a:gd name="T44" fmla="*/ 0 w 542"/>
                      <a:gd name="T45" fmla="*/ 0 h 543"/>
                      <a:gd name="T46" fmla="*/ 0 w 542"/>
                      <a:gd name="T47" fmla="*/ 0 h 543"/>
                      <a:gd name="T48" fmla="*/ 0 w 542"/>
                      <a:gd name="T49" fmla="*/ 0 h 543"/>
                      <a:gd name="T50" fmla="*/ 0 w 542"/>
                      <a:gd name="T51" fmla="*/ 0 h 543"/>
                      <a:gd name="T52" fmla="*/ 0 w 542"/>
                      <a:gd name="T53" fmla="*/ 0 h 543"/>
                      <a:gd name="T54" fmla="*/ 0 w 542"/>
                      <a:gd name="T55" fmla="*/ 0 h 543"/>
                      <a:gd name="T56" fmla="*/ 0 w 542"/>
                      <a:gd name="T57" fmla="*/ 0 h 543"/>
                      <a:gd name="T58" fmla="*/ 0 w 542"/>
                      <a:gd name="T59" fmla="*/ 0 h 543"/>
                      <a:gd name="T60" fmla="*/ 0 w 542"/>
                      <a:gd name="T61" fmla="*/ 0 h 543"/>
                      <a:gd name="T62" fmla="*/ 0 w 542"/>
                      <a:gd name="T63" fmla="*/ 0 h 543"/>
                      <a:gd name="T64" fmla="*/ 0 w 542"/>
                      <a:gd name="T65" fmla="*/ 0 h 543"/>
                      <a:gd name="T66" fmla="*/ 0 w 542"/>
                      <a:gd name="T67" fmla="*/ 0 h 543"/>
                      <a:gd name="T68" fmla="*/ 0 w 542"/>
                      <a:gd name="T69" fmla="*/ 0 h 543"/>
                      <a:gd name="T70" fmla="*/ 0 w 542"/>
                      <a:gd name="T71" fmla="*/ 0 h 543"/>
                      <a:gd name="T72" fmla="*/ 0 w 542"/>
                      <a:gd name="T73" fmla="*/ 0 h 543"/>
                      <a:gd name="T74" fmla="*/ 0 w 542"/>
                      <a:gd name="T75" fmla="*/ 0 h 543"/>
                      <a:gd name="T76" fmla="*/ 0 w 542"/>
                      <a:gd name="T77" fmla="*/ 0 h 543"/>
                      <a:gd name="T78" fmla="*/ 0 w 542"/>
                      <a:gd name="T79" fmla="*/ 0 h 543"/>
                      <a:gd name="T80" fmla="*/ 0 w 542"/>
                      <a:gd name="T81" fmla="*/ 0 h 543"/>
                      <a:gd name="T82" fmla="*/ 0 w 542"/>
                      <a:gd name="T83" fmla="*/ 0 h 543"/>
                      <a:gd name="T84" fmla="*/ 0 w 542"/>
                      <a:gd name="T85" fmla="*/ 0 h 543"/>
                      <a:gd name="T86" fmla="*/ 0 w 542"/>
                      <a:gd name="T87" fmla="*/ 0 h 543"/>
                      <a:gd name="T88" fmla="*/ 0 w 542"/>
                      <a:gd name="T89" fmla="*/ 0 h 543"/>
                      <a:gd name="T90" fmla="*/ 0 w 542"/>
                      <a:gd name="T91" fmla="*/ 0 h 543"/>
                      <a:gd name="T92" fmla="*/ 0 w 542"/>
                      <a:gd name="T93" fmla="*/ 0 h 543"/>
                      <a:gd name="T94" fmla="*/ 0 w 542"/>
                      <a:gd name="T95" fmla="*/ 0 h 54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42"/>
                      <a:gd name="T145" fmla="*/ 0 h 543"/>
                      <a:gd name="T146" fmla="*/ 542 w 542"/>
                      <a:gd name="T147" fmla="*/ 543 h 54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42" h="543">
                        <a:moveTo>
                          <a:pt x="542" y="272"/>
                        </a:moveTo>
                        <a:lnTo>
                          <a:pt x="542" y="258"/>
                        </a:lnTo>
                        <a:lnTo>
                          <a:pt x="541" y="244"/>
                        </a:lnTo>
                        <a:lnTo>
                          <a:pt x="540" y="231"/>
                        </a:lnTo>
                        <a:lnTo>
                          <a:pt x="536" y="218"/>
                        </a:lnTo>
                        <a:lnTo>
                          <a:pt x="534" y="205"/>
                        </a:lnTo>
                        <a:lnTo>
                          <a:pt x="530" y="192"/>
                        </a:lnTo>
                        <a:lnTo>
                          <a:pt x="525" y="179"/>
                        </a:lnTo>
                        <a:lnTo>
                          <a:pt x="521" y="167"/>
                        </a:lnTo>
                        <a:lnTo>
                          <a:pt x="516" y="155"/>
                        </a:lnTo>
                        <a:lnTo>
                          <a:pt x="509" y="143"/>
                        </a:lnTo>
                        <a:lnTo>
                          <a:pt x="503" y="132"/>
                        </a:lnTo>
                        <a:lnTo>
                          <a:pt x="496" y="120"/>
                        </a:lnTo>
                        <a:lnTo>
                          <a:pt x="489" y="110"/>
                        </a:lnTo>
                        <a:lnTo>
                          <a:pt x="480" y="99"/>
                        </a:lnTo>
                        <a:lnTo>
                          <a:pt x="472" y="89"/>
                        </a:lnTo>
                        <a:lnTo>
                          <a:pt x="462" y="80"/>
                        </a:lnTo>
                        <a:lnTo>
                          <a:pt x="454" y="71"/>
                        </a:lnTo>
                        <a:lnTo>
                          <a:pt x="444" y="62"/>
                        </a:lnTo>
                        <a:lnTo>
                          <a:pt x="433" y="55"/>
                        </a:lnTo>
                        <a:lnTo>
                          <a:pt x="422" y="47"/>
                        </a:lnTo>
                        <a:lnTo>
                          <a:pt x="411" y="39"/>
                        </a:lnTo>
                        <a:lnTo>
                          <a:pt x="401" y="33"/>
                        </a:lnTo>
                        <a:lnTo>
                          <a:pt x="389" y="27"/>
                        </a:lnTo>
                        <a:lnTo>
                          <a:pt x="377" y="22"/>
                        </a:lnTo>
                        <a:lnTo>
                          <a:pt x="365" y="17"/>
                        </a:lnTo>
                        <a:lnTo>
                          <a:pt x="352" y="13"/>
                        </a:lnTo>
                        <a:lnTo>
                          <a:pt x="339" y="9"/>
                        </a:lnTo>
                        <a:lnTo>
                          <a:pt x="326" y="6"/>
                        </a:lnTo>
                        <a:lnTo>
                          <a:pt x="313" y="4"/>
                        </a:lnTo>
                        <a:lnTo>
                          <a:pt x="298" y="2"/>
                        </a:lnTo>
                        <a:lnTo>
                          <a:pt x="285" y="1"/>
                        </a:lnTo>
                        <a:lnTo>
                          <a:pt x="271" y="0"/>
                        </a:lnTo>
                        <a:lnTo>
                          <a:pt x="257" y="1"/>
                        </a:lnTo>
                        <a:lnTo>
                          <a:pt x="243" y="2"/>
                        </a:lnTo>
                        <a:lnTo>
                          <a:pt x="230" y="4"/>
                        </a:lnTo>
                        <a:lnTo>
                          <a:pt x="217" y="6"/>
                        </a:lnTo>
                        <a:lnTo>
                          <a:pt x="203" y="9"/>
                        </a:lnTo>
                        <a:lnTo>
                          <a:pt x="191" y="13"/>
                        </a:lnTo>
                        <a:lnTo>
                          <a:pt x="178" y="17"/>
                        </a:lnTo>
                        <a:lnTo>
                          <a:pt x="166" y="22"/>
                        </a:lnTo>
                        <a:lnTo>
                          <a:pt x="154" y="27"/>
                        </a:lnTo>
                        <a:lnTo>
                          <a:pt x="142" y="33"/>
                        </a:lnTo>
                        <a:lnTo>
                          <a:pt x="130" y="39"/>
                        </a:lnTo>
                        <a:lnTo>
                          <a:pt x="119" y="47"/>
                        </a:lnTo>
                        <a:lnTo>
                          <a:pt x="108" y="55"/>
                        </a:lnTo>
                        <a:lnTo>
                          <a:pt x="98" y="62"/>
                        </a:lnTo>
                        <a:lnTo>
                          <a:pt x="89" y="71"/>
                        </a:lnTo>
                        <a:lnTo>
                          <a:pt x="79" y="80"/>
                        </a:lnTo>
                        <a:lnTo>
                          <a:pt x="70" y="89"/>
                        </a:lnTo>
                        <a:lnTo>
                          <a:pt x="62" y="99"/>
                        </a:lnTo>
                        <a:lnTo>
                          <a:pt x="54" y="110"/>
                        </a:lnTo>
                        <a:lnTo>
                          <a:pt x="46" y="120"/>
                        </a:lnTo>
                        <a:lnTo>
                          <a:pt x="39" y="132"/>
                        </a:lnTo>
                        <a:lnTo>
                          <a:pt x="32" y="143"/>
                        </a:lnTo>
                        <a:lnTo>
                          <a:pt x="27" y="155"/>
                        </a:lnTo>
                        <a:lnTo>
                          <a:pt x="21" y="167"/>
                        </a:lnTo>
                        <a:lnTo>
                          <a:pt x="16" y="179"/>
                        </a:lnTo>
                        <a:lnTo>
                          <a:pt x="12" y="192"/>
                        </a:lnTo>
                        <a:lnTo>
                          <a:pt x="8" y="205"/>
                        </a:lnTo>
                        <a:lnTo>
                          <a:pt x="5" y="218"/>
                        </a:lnTo>
                        <a:lnTo>
                          <a:pt x="3" y="231"/>
                        </a:lnTo>
                        <a:lnTo>
                          <a:pt x="2" y="244"/>
                        </a:lnTo>
                        <a:lnTo>
                          <a:pt x="1" y="258"/>
                        </a:lnTo>
                        <a:lnTo>
                          <a:pt x="0" y="272"/>
                        </a:lnTo>
                        <a:lnTo>
                          <a:pt x="1" y="286"/>
                        </a:lnTo>
                        <a:lnTo>
                          <a:pt x="2" y="299"/>
                        </a:lnTo>
                        <a:lnTo>
                          <a:pt x="3" y="313"/>
                        </a:lnTo>
                        <a:lnTo>
                          <a:pt x="5" y="326"/>
                        </a:lnTo>
                        <a:lnTo>
                          <a:pt x="8" y="339"/>
                        </a:lnTo>
                        <a:lnTo>
                          <a:pt x="12" y="352"/>
                        </a:lnTo>
                        <a:lnTo>
                          <a:pt x="16" y="365"/>
                        </a:lnTo>
                        <a:lnTo>
                          <a:pt x="21" y="377"/>
                        </a:lnTo>
                        <a:lnTo>
                          <a:pt x="27" y="389"/>
                        </a:lnTo>
                        <a:lnTo>
                          <a:pt x="32" y="401"/>
                        </a:lnTo>
                        <a:lnTo>
                          <a:pt x="39" y="412"/>
                        </a:lnTo>
                        <a:lnTo>
                          <a:pt x="46" y="423"/>
                        </a:lnTo>
                        <a:lnTo>
                          <a:pt x="54" y="434"/>
                        </a:lnTo>
                        <a:lnTo>
                          <a:pt x="62" y="445"/>
                        </a:lnTo>
                        <a:lnTo>
                          <a:pt x="70" y="455"/>
                        </a:lnTo>
                        <a:lnTo>
                          <a:pt x="79" y="463"/>
                        </a:lnTo>
                        <a:lnTo>
                          <a:pt x="89" y="473"/>
                        </a:lnTo>
                        <a:lnTo>
                          <a:pt x="98" y="481"/>
                        </a:lnTo>
                        <a:lnTo>
                          <a:pt x="108" y="489"/>
                        </a:lnTo>
                        <a:lnTo>
                          <a:pt x="119" y="497"/>
                        </a:lnTo>
                        <a:lnTo>
                          <a:pt x="130" y="503"/>
                        </a:lnTo>
                        <a:lnTo>
                          <a:pt x="142" y="510"/>
                        </a:lnTo>
                        <a:lnTo>
                          <a:pt x="154" y="516"/>
                        </a:lnTo>
                        <a:lnTo>
                          <a:pt x="166" y="522"/>
                        </a:lnTo>
                        <a:lnTo>
                          <a:pt x="178" y="526"/>
                        </a:lnTo>
                        <a:lnTo>
                          <a:pt x="191" y="531"/>
                        </a:lnTo>
                        <a:lnTo>
                          <a:pt x="203" y="535"/>
                        </a:lnTo>
                        <a:lnTo>
                          <a:pt x="217" y="537"/>
                        </a:lnTo>
                        <a:lnTo>
                          <a:pt x="230" y="540"/>
                        </a:lnTo>
                        <a:lnTo>
                          <a:pt x="243" y="541"/>
                        </a:lnTo>
                        <a:lnTo>
                          <a:pt x="257" y="543"/>
                        </a:lnTo>
                        <a:lnTo>
                          <a:pt x="271" y="543"/>
                        </a:lnTo>
                        <a:lnTo>
                          <a:pt x="285" y="543"/>
                        </a:lnTo>
                        <a:lnTo>
                          <a:pt x="298" y="541"/>
                        </a:lnTo>
                        <a:lnTo>
                          <a:pt x="313" y="540"/>
                        </a:lnTo>
                        <a:lnTo>
                          <a:pt x="326" y="537"/>
                        </a:lnTo>
                        <a:lnTo>
                          <a:pt x="339" y="535"/>
                        </a:lnTo>
                        <a:lnTo>
                          <a:pt x="352" y="531"/>
                        </a:lnTo>
                        <a:lnTo>
                          <a:pt x="365" y="526"/>
                        </a:lnTo>
                        <a:lnTo>
                          <a:pt x="377" y="522"/>
                        </a:lnTo>
                        <a:lnTo>
                          <a:pt x="389" y="516"/>
                        </a:lnTo>
                        <a:lnTo>
                          <a:pt x="401" y="510"/>
                        </a:lnTo>
                        <a:lnTo>
                          <a:pt x="411" y="503"/>
                        </a:lnTo>
                        <a:lnTo>
                          <a:pt x="422" y="497"/>
                        </a:lnTo>
                        <a:lnTo>
                          <a:pt x="433" y="489"/>
                        </a:lnTo>
                        <a:lnTo>
                          <a:pt x="444" y="481"/>
                        </a:lnTo>
                        <a:lnTo>
                          <a:pt x="454" y="473"/>
                        </a:lnTo>
                        <a:lnTo>
                          <a:pt x="462" y="463"/>
                        </a:lnTo>
                        <a:lnTo>
                          <a:pt x="472" y="455"/>
                        </a:lnTo>
                        <a:lnTo>
                          <a:pt x="480" y="445"/>
                        </a:lnTo>
                        <a:lnTo>
                          <a:pt x="489" y="434"/>
                        </a:lnTo>
                        <a:lnTo>
                          <a:pt x="496" y="423"/>
                        </a:lnTo>
                        <a:lnTo>
                          <a:pt x="503" y="412"/>
                        </a:lnTo>
                        <a:lnTo>
                          <a:pt x="509" y="401"/>
                        </a:lnTo>
                        <a:lnTo>
                          <a:pt x="516" y="389"/>
                        </a:lnTo>
                        <a:lnTo>
                          <a:pt x="521" y="377"/>
                        </a:lnTo>
                        <a:lnTo>
                          <a:pt x="525" y="365"/>
                        </a:lnTo>
                        <a:lnTo>
                          <a:pt x="530" y="352"/>
                        </a:lnTo>
                        <a:lnTo>
                          <a:pt x="534" y="339"/>
                        </a:lnTo>
                        <a:lnTo>
                          <a:pt x="536" y="326"/>
                        </a:lnTo>
                        <a:lnTo>
                          <a:pt x="540" y="313"/>
                        </a:lnTo>
                        <a:lnTo>
                          <a:pt x="541" y="299"/>
                        </a:lnTo>
                        <a:lnTo>
                          <a:pt x="542" y="286"/>
                        </a:lnTo>
                        <a:lnTo>
                          <a:pt x="542" y="272"/>
                        </a:lnTo>
                        <a:close/>
                        <a:moveTo>
                          <a:pt x="474" y="272"/>
                        </a:moveTo>
                        <a:lnTo>
                          <a:pt x="473" y="293"/>
                        </a:lnTo>
                        <a:lnTo>
                          <a:pt x="470" y="313"/>
                        </a:lnTo>
                        <a:lnTo>
                          <a:pt x="466" y="333"/>
                        </a:lnTo>
                        <a:lnTo>
                          <a:pt x="458" y="351"/>
                        </a:lnTo>
                        <a:lnTo>
                          <a:pt x="449" y="369"/>
                        </a:lnTo>
                        <a:lnTo>
                          <a:pt x="440" y="386"/>
                        </a:lnTo>
                        <a:lnTo>
                          <a:pt x="428" y="401"/>
                        </a:lnTo>
                        <a:lnTo>
                          <a:pt x="415" y="415"/>
                        </a:lnTo>
                        <a:lnTo>
                          <a:pt x="401" y="428"/>
                        </a:lnTo>
                        <a:lnTo>
                          <a:pt x="385" y="440"/>
                        </a:lnTo>
                        <a:lnTo>
                          <a:pt x="368" y="451"/>
                        </a:lnTo>
                        <a:lnTo>
                          <a:pt x="351" y="459"/>
                        </a:lnTo>
                        <a:lnTo>
                          <a:pt x="332" y="466"/>
                        </a:lnTo>
                        <a:lnTo>
                          <a:pt x="313" y="471"/>
                        </a:lnTo>
                        <a:lnTo>
                          <a:pt x="292" y="474"/>
                        </a:lnTo>
                        <a:lnTo>
                          <a:pt x="271" y="475"/>
                        </a:lnTo>
                        <a:lnTo>
                          <a:pt x="251" y="474"/>
                        </a:lnTo>
                        <a:lnTo>
                          <a:pt x="230" y="471"/>
                        </a:lnTo>
                        <a:lnTo>
                          <a:pt x="210" y="466"/>
                        </a:lnTo>
                        <a:lnTo>
                          <a:pt x="192" y="459"/>
                        </a:lnTo>
                        <a:lnTo>
                          <a:pt x="175" y="451"/>
                        </a:lnTo>
                        <a:lnTo>
                          <a:pt x="157" y="440"/>
                        </a:lnTo>
                        <a:lnTo>
                          <a:pt x="142" y="428"/>
                        </a:lnTo>
                        <a:lnTo>
                          <a:pt x="127" y="415"/>
                        </a:lnTo>
                        <a:lnTo>
                          <a:pt x="114" y="401"/>
                        </a:lnTo>
                        <a:lnTo>
                          <a:pt x="103" y="386"/>
                        </a:lnTo>
                        <a:lnTo>
                          <a:pt x="92" y="369"/>
                        </a:lnTo>
                        <a:lnTo>
                          <a:pt x="83" y="351"/>
                        </a:lnTo>
                        <a:lnTo>
                          <a:pt x="77" y="333"/>
                        </a:lnTo>
                        <a:lnTo>
                          <a:pt x="71" y="313"/>
                        </a:lnTo>
                        <a:lnTo>
                          <a:pt x="69" y="293"/>
                        </a:lnTo>
                        <a:lnTo>
                          <a:pt x="68" y="272"/>
                        </a:lnTo>
                        <a:lnTo>
                          <a:pt x="69" y="251"/>
                        </a:lnTo>
                        <a:lnTo>
                          <a:pt x="71" y="231"/>
                        </a:lnTo>
                        <a:lnTo>
                          <a:pt x="77" y="211"/>
                        </a:lnTo>
                        <a:lnTo>
                          <a:pt x="83" y="193"/>
                        </a:lnTo>
                        <a:lnTo>
                          <a:pt x="92" y="175"/>
                        </a:lnTo>
                        <a:lnTo>
                          <a:pt x="103" y="158"/>
                        </a:lnTo>
                        <a:lnTo>
                          <a:pt x="114" y="143"/>
                        </a:lnTo>
                        <a:lnTo>
                          <a:pt x="127" y="129"/>
                        </a:lnTo>
                        <a:lnTo>
                          <a:pt x="142" y="114"/>
                        </a:lnTo>
                        <a:lnTo>
                          <a:pt x="157" y="104"/>
                        </a:lnTo>
                        <a:lnTo>
                          <a:pt x="175" y="93"/>
                        </a:lnTo>
                        <a:lnTo>
                          <a:pt x="192" y="84"/>
                        </a:lnTo>
                        <a:lnTo>
                          <a:pt x="210" y="77"/>
                        </a:lnTo>
                        <a:lnTo>
                          <a:pt x="230" y="72"/>
                        </a:lnTo>
                        <a:lnTo>
                          <a:pt x="251" y="70"/>
                        </a:lnTo>
                        <a:lnTo>
                          <a:pt x="271" y="69"/>
                        </a:lnTo>
                        <a:lnTo>
                          <a:pt x="292" y="70"/>
                        </a:lnTo>
                        <a:lnTo>
                          <a:pt x="313" y="72"/>
                        </a:lnTo>
                        <a:lnTo>
                          <a:pt x="332" y="77"/>
                        </a:lnTo>
                        <a:lnTo>
                          <a:pt x="351" y="84"/>
                        </a:lnTo>
                        <a:lnTo>
                          <a:pt x="368" y="93"/>
                        </a:lnTo>
                        <a:lnTo>
                          <a:pt x="385" y="104"/>
                        </a:lnTo>
                        <a:lnTo>
                          <a:pt x="401" y="114"/>
                        </a:lnTo>
                        <a:lnTo>
                          <a:pt x="415" y="129"/>
                        </a:lnTo>
                        <a:lnTo>
                          <a:pt x="428" y="143"/>
                        </a:lnTo>
                        <a:lnTo>
                          <a:pt x="440" y="158"/>
                        </a:lnTo>
                        <a:lnTo>
                          <a:pt x="449" y="175"/>
                        </a:lnTo>
                        <a:lnTo>
                          <a:pt x="458" y="193"/>
                        </a:lnTo>
                        <a:lnTo>
                          <a:pt x="466" y="211"/>
                        </a:lnTo>
                        <a:lnTo>
                          <a:pt x="470" y="231"/>
                        </a:lnTo>
                        <a:lnTo>
                          <a:pt x="473" y="251"/>
                        </a:lnTo>
                        <a:lnTo>
                          <a:pt x="474" y="272"/>
                        </a:lnTo>
                        <a:close/>
                      </a:path>
                    </a:pathLst>
                  </a:custGeom>
                  <a:solidFill>
                    <a:srgbClr val="F9D100"/>
                  </a:solidFill>
                  <a:ln>
                    <a:noFill/>
                  </a:ln>
                </p:spPr>
                <p:txBody>
                  <a:bodyPr/>
                  <a:lstStyle/>
                  <a:p>
                    <a:pPr>
                      <a:defRPr/>
                    </a:pPr>
                    <a:endParaRPr lang="en-US" sz="1050">
                      <a:latin typeface="+mj-lt"/>
                    </a:endParaRPr>
                  </a:p>
                </p:txBody>
              </p:sp>
              <p:sp>
                <p:nvSpPr>
                  <p:cNvPr id="41685" name="Freeform 464">
                    <a:extLst>
                      <a:ext uri="{FF2B5EF4-FFF2-40B4-BE49-F238E27FC236}">
                        <a16:creationId xmlns="" xmlns:a16="http://schemas.microsoft.com/office/drawing/2014/main" id="{72B0F7E8-63C9-C88C-1B8B-3F9D24746A6B}"/>
                      </a:ext>
                    </a:extLst>
                  </p:cNvPr>
                  <p:cNvSpPr>
                    <a:spLocks noEditPoints="1"/>
                  </p:cNvSpPr>
                  <p:nvPr/>
                </p:nvSpPr>
                <p:spPr bwMode="auto">
                  <a:xfrm>
                    <a:off x="3310" y="2013"/>
                    <a:ext cx="78" cy="77"/>
                  </a:xfrm>
                  <a:custGeom>
                    <a:avLst/>
                    <a:gdLst>
                      <a:gd name="T0" fmla="*/ 0 w 475"/>
                      <a:gd name="T1" fmla="*/ 0 h 475"/>
                      <a:gd name="T2" fmla="*/ 0 w 475"/>
                      <a:gd name="T3" fmla="*/ 0 h 475"/>
                      <a:gd name="T4" fmla="*/ 0 w 475"/>
                      <a:gd name="T5" fmla="*/ 0 h 475"/>
                      <a:gd name="T6" fmla="*/ 0 w 475"/>
                      <a:gd name="T7" fmla="*/ 0 h 475"/>
                      <a:gd name="T8" fmla="*/ 0 w 475"/>
                      <a:gd name="T9" fmla="*/ 0 h 475"/>
                      <a:gd name="T10" fmla="*/ 0 w 475"/>
                      <a:gd name="T11" fmla="*/ 0 h 475"/>
                      <a:gd name="T12" fmla="*/ 0 w 475"/>
                      <a:gd name="T13" fmla="*/ 0 h 475"/>
                      <a:gd name="T14" fmla="*/ 0 w 475"/>
                      <a:gd name="T15" fmla="*/ 0 h 475"/>
                      <a:gd name="T16" fmla="*/ 0 w 475"/>
                      <a:gd name="T17" fmla="*/ 0 h 475"/>
                      <a:gd name="T18" fmla="*/ 0 w 475"/>
                      <a:gd name="T19" fmla="*/ 0 h 475"/>
                      <a:gd name="T20" fmla="*/ 0 w 475"/>
                      <a:gd name="T21" fmla="*/ 0 h 475"/>
                      <a:gd name="T22" fmla="*/ 0 w 475"/>
                      <a:gd name="T23" fmla="*/ 0 h 475"/>
                      <a:gd name="T24" fmla="*/ 0 w 475"/>
                      <a:gd name="T25" fmla="*/ 0 h 475"/>
                      <a:gd name="T26" fmla="*/ 0 w 475"/>
                      <a:gd name="T27" fmla="*/ 0 h 475"/>
                      <a:gd name="T28" fmla="*/ 0 w 475"/>
                      <a:gd name="T29" fmla="*/ 0 h 475"/>
                      <a:gd name="T30" fmla="*/ 0 w 475"/>
                      <a:gd name="T31" fmla="*/ 0 h 475"/>
                      <a:gd name="T32" fmla="*/ 0 w 475"/>
                      <a:gd name="T33" fmla="*/ 0 h 475"/>
                      <a:gd name="T34" fmla="*/ 0 w 475"/>
                      <a:gd name="T35" fmla="*/ 0 h 475"/>
                      <a:gd name="T36" fmla="*/ 0 w 475"/>
                      <a:gd name="T37" fmla="*/ 0 h 475"/>
                      <a:gd name="T38" fmla="*/ 0 w 475"/>
                      <a:gd name="T39" fmla="*/ 0 h 475"/>
                      <a:gd name="T40" fmla="*/ 0 w 475"/>
                      <a:gd name="T41" fmla="*/ 0 h 475"/>
                      <a:gd name="T42" fmla="*/ 0 w 475"/>
                      <a:gd name="T43" fmla="*/ 0 h 475"/>
                      <a:gd name="T44" fmla="*/ 0 w 475"/>
                      <a:gd name="T45" fmla="*/ 0 h 475"/>
                      <a:gd name="T46" fmla="*/ 0 w 475"/>
                      <a:gd name="T47" fmla="*/ 0 h 475"/>
                      <a:gd name="T48" fmla="*/ 0 w 475"/>
                      <a:gd name="T49" fmla="*/ 0 h 475"/>
                      <a:gd name="T50" fmla="*/ 0 w 475"/>
                      <a:gd name="T51" fmla="*/ 0 h 475"/>
                      <a:gd name="T52" fmla="*/ 0 w 475"/>
                      <a:gd name="T53" fmla="*/ 0 h 475"/>
                      <a:gd name="T54" fmla="*/ 0 w 475"/>
                      <a:gd name="T55" fmla="*/ 0 h 475"/>
                      <a:gd name="T56" fmla="*/ 0 w 475"/>
                      <a:gd name="T57" fmla="*/ 0 h 475"/>
                      <a:gd name="T58" fmla="*/ 0 w 475"/>
                      <a:gd name="T59" fmla="*/ 0 h 475"/>
                      <a:gd name="T60" fmla="*/ 0 w 475"/>
                      <a:gd name="T61" fmla="*/ 0 h 475"/>
                      <a:gd name="T62" fmla="*/ 0 w 475"/>
                      <a:gd name="T63" fmla="*/ 0 h 475"/>
                      <a:gd name="T64" fmla="*/ 0 w 475"/>
                      <a:gd name="T65" fmla="*/ 0 h 475"/>
                      <a:gd name="T66" fmla="*/ 0 w 475"/>
                      <a:gd name="T67" fmla="*/ 0 h 475"/>
                      <a:gd name="T68" fmla="*/ 0 w 475"/>
                      <a:gd name="T69" fmla="*/ 0 h 475"/>
                      <a:gd name="T70" fmla="*/ 0 w 475"/>
                      <a:gd name="T71" fmla="*/ 0 h 475"/>
                      <a:gd name="T72" fmla="*/ 0 w 475"/>
                      <a:gd name="T73" fmla="*/ 0 h 475"/>
                      <a:gd name="T74" fmla="*/ 0 w 475"/>
                      <a:gd name="T75" fmla="*/ 0 h 475"/>
                      <a:gd name="T76" fmla="*/ 0 w 475"/>
                      <a:gd name="T77" fmla="*/ 0 h 475"/>
                      <a:gd name="T78" fmla="*/ 0 w 475"/>
                      <a:gd name="T79" fmla="*/ 0 h 475"/>
                      <a:gd name="T80" fmla="*/ 0 w 475"/>
                      <a:gd name="T81" fmla="*/ 0 h 475"/>
                      <a:gd name="T82" fmla="*/ 0 w 475"/>
                      <a:gd name="T83" fmla="*/ 0 h 475"/>
                      <a:gd name="T84" fmla="*/ 0 w 475"/>
                      <a:gd name="T85" fmla="*/ 0 h 475"/>
                      <a:gd name="T86" fmla="*/ 0 w 475"/>
                      <a:gd name="T87" fmla="*/ 0 h 475"/>
                      <a:gd name="T88" fmla="*/ 0 w 475"/>
                      <a:gd name="T89" fmla="*/ 0 h 475"/>
                      <a:gd name="T90" fmla="*/ 0 w 475"/>
                      <a:gd name="T91" fmla="*/ 0 h 475"/>
                      <a:gd name="T92" fmla="*/ 0 w 475"/>
                      <a:gd name="T93" fmla="*/ 0 h 475"/>
                      <a:gd name="T94" fmla="*/ 0 w 475"/>
                      <a:gd name="T95" fmla="*/ 0 h 475"/>
                      <a:gd name="T96" fmla="*/ 0 w 475"/>
                      <a:gd name="T97" fmla="*/ 0 h 475"/>
                      <a:gd name="T98" fmla="*/ 0 w 475"/>
                      <a:gd name="T99" fmla="*/ 0 h 475"/>
                      <a:gd name="T100" fmla="*/ 0 w 475"/>
                      <a:gd name="T101" fmla="*/ 0 h 475"/>
                      <a:gd name="T102" fmla="*/ 0 w 475"/>
                      <a:gd name="T103" fmla="*/ 0 h 475"/>
                      <a:gd name="T104" fmla="*/ 0 w 475"/>
                      <a:gd name="T105" fmla="*/ 0 h 475"/>
                      <a:gd name="T106" fmla="*/ 0 w 475"/>
                      <a:gd name="T107" fmla="*/ 0 h 475"/>
                      <a:gd name="T108" fmla="*/ 0 w 475"/>
                      <a:gd name="T109" fmla="*/ 0 h 475"/>
                      <a:gd name="T110" fmla="*/ 0 w 475"/>
                      <a:gd name="T111" fmla="*/ 0 h 475"/>
                      <a:gd name="T112" fmla="*/ 0 w 475"/>
                      <a:gd name="T113" fmla="*/ 0 h 475"/>
                      <a:gd name="T114" fmla="*/ 0 w 475"/>
                      <a:gd name="T115" fmla="*/ 0 h 475"/>
                      <a:gd name="T116" fmla="*/ 0 w 475"/>
                      <a:gd name="T117" fmla="*/ 0 h 47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75"/>
                      <a:gd name="T178" fmla="*/ 0 h 475"/>
                      <a:gd name="T179" fmla="*/ 475 w 475"/>
                      <a:gd name="T180" fmla="*/ 475 h 47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75" h="475">
                        <a:moveTo>
                          <a:pt x="475" y="238"/>
                        </a:moveTo>
                        <a:lnTo>
                          <a:pt x="475" y="226"/>
                        </a:lnTo>
                        <a:lnTo>
                          <a:pt x="474" y="214"/>
                        </a:lnTo>
                        <a:lnTo>
                          <a:pt x="473" y="202"/>
                        </a:lnTo>
                        <a:lnTo>
                          <a:pt x="471" y="190"/>
                        </a:lnTo>
                        <a:lnTo>
                          <a:pt x="467" y="178"/>
                        </a:lnTo>
                        <a:lnTo>
                          <a:pt x="464" y="167"/>
                        </a:lnTo>
                        <a:lnTo>
                          <a:pt x="461" y="156"/>
                        </a:lnTo>
                        <a:lnTo>
                          <a:pt x="457" y="146"/>
                        </a:lnTo>
                        <a:lnTo>
                          <a:pt x="447" y="125"/>
                        </a:lnTo>
                        <a:lnTo>
                          <a:pt x="435" y="105"/>
                        </a:lnTo>
                        <a:lnTo>
                          <a:pt x="421" y="87"/>
                        </a:lnTo>
                        <a:lnTo>
                          <a:pt x="406" y="70"/>
                        </a:lnTo>
                        <a:lnTo>
                          <a:pt x="389" y="54"/>
                        </a:lnTo>
                        <a:lnTo>
                          <a:pt x="371" y="41"/>
                        </a:lnTo>
                        <a:lnTo>
                          <a:pt x="351" y="29"/>
                        </a:lnTo>
                        <a:lnTo>
                          <a:pt x="331" y="20"/>
                        </a:lnTo>
                        <a:lnTo>
                          <a:pt x="320" y="15"/>
                        </a:lnTo>
                        <a:lnTo>
                          <a:pt x="309" y="11"/>
                        </a:lnTo>
                        <a:lnTo>
                          <a:pt x="297" y="8"/>
                        </a:lnTo>
                        <a:lnTo>
                          <a:pt x="286" y="5"/>
                        </a:lnTo>
                        <a:lnTo>
                          <a:pt x="274" y="3"/>
                        </a:lnTo>
                        <a:lnTo>
                          <a:pt x="262" y="2"/>
                        </a:lnTo>
                        <a:lnTo>
                          <a:pt x="250" y="1"/>
                        </a:lnTo>
                        <a:lnTo>
                          <a:pt x="238" y="0"/>
                        </a:lnTo>
                        <a:lnTo>
                          <a:pt x="226" y="1"/>
                        </a:lnTo>
                        <a:lnTo>
                          <a:pt x="214" y="2"/>
                        </a:lnTo>
                        <a:lnTo>
                          <a:pt x="202" y="3"/>
                        </a:lnTo>
                        <a:lnTo>
                          <a:pt x="190" y="5"/>
                        </a:lnTo>
                        <a:lnTo>
                          <a:pt x="178" y="8"/>
                        </a:lnTo>
                        <a:lnTo>
                          <a:pt x="168" y="11"/>
                        </a:lnTo>
                        <a:lnTo>
                          <a:pt x="157" y="15"/>
                        </a:lnTo>
                        <a:lnTo>
                          <a:pt x="146" y="20"/>
                        </a:lnTo>
                        <a:lnTo>
                          <a:pt x="135" y="24"/>
                        </a:lnTo>
                        <a:lnTo>
                          <a:pt x="125" y="29"/>
                        </a:lnTo>
                        <a:lnTo>
                          <a:pt x="115" y="35"/>
                        </a:lnTo>
                        <a:lnTo>
                          <a:pt x="106" y="41"/>
                        </a:lnTo>
                        <a:lnTo>
                          <a:pt x="87" y="54"/>
                        </a:lnTo>
                        <a:lnTo>
                          <a:pt x="70" y="70"/>
                        </a:lnTo>
                        <a:lnTo>
                          <a:pt x="55" y="87"/>
                        </a:lnTo>
                        <a:lnTo>
                          <a:pt x="42" y="105"/>
                        </a:lnTo>
                        <a:lnTo>
                          <a:pt x="35" y="115"/>
                        </a:lnTo>
                        <a:lnTo>
                          <a:pt x="30" y="125"/>
                        </a:lnTo>
                        <a:lnTo>
                          <a:pt x="24" y="135"/>
                        </a:lnTo>
                        <a:lnTo>
                          <a:pt x="20" y="146"/>
                        </a:lnTo>
                        <a:lnTo>
                          <a:pt x="16" y="156"/>
                        </a:lnTo>
                        <a:lnTo>
                          <a:pt x="11" y="167"/>
                        </a:lnTo>
                        <a:lnTo>
                          <a:pt x="8" y="178"/>
                        </a:lnTo>
                        <a:lnTo>
                          <a:pt x="6" y="190"/>
                        </a:lnTo>
                        <a:lnTo>
                          <a:pt x="4" y="202"/>
                        </a:lnTo>
                        <a:lnTo>
                          <a:pt x="2" y="214"/>
                        </a:lnTo>
                        <a:lnTo>
                          <a:pt x="1" y="226"/>
                        </a:lnTo>
                        <a:lnTo>
                          <a:pt x="0" y="238"/>
                        </a:lnTo>
                        <a:lnTo>
                          <a:pt x="1" y="250"/>
                        </a:lnTo>
                        <a:lnTo>
                          <a:pt x="2" y="262"/>
                        </a:lnTo>
                        <a:lnTo>
                          <a:pt x="4" y="274"/>
                        </a:lnTo>
                        <a:lnTo>
                          <a:pt x="6" y="286"/>
                        </a:lnTo>
                        <a:lnTo>
                          <a:pt x="8" y="297"/>
                        </a:lnTo>
                        <a:lnTo>
                          <a:pt x="11" y="309"/>
                        </a:lnTo>
                        <a:lnTo>
                          <a:pt x="16" y="319"/>
                        </a:lnTo>
                        <a:lnTo>
                          <a:pt x="20" y="330"/>
                        </a:lnTo>
                        <a:lnTo>
                          <a:pt x="24" y="341"/>
                        </a:lnTo>
                        <a:lnTo>
                          <a:pt x="30" y="351"/>
                        </a:lnTo>
                        <a:lnTo>
                          <a:pt x="35" y="361"/>
                        </a:lnTo>
                        <a:lnTo>
                          <a:pt x="42" y="371"/>
                        </a:lnTo>
                        <a:lnTo>
                          <a:pt x="48" y="380"/>
                        </a:lnTo>
                        <a:lnTo>
                          <a:pt x="55" y="389"/>
                        </a:lnTo>
                        <a:lnTo>
                          <a:pt x="62" y="398"/>
                        </a:lnTo>
                        <a:lnTo>
                          <a:pt x="70" y="405"/>
                        </a:lnTo>
                        <a:lnTo>
                          <a:pt x="79" y="414"/>
                        </a:lnTo>
                        <a:lnTo>
                          <a:pt x="87" y="421"/>
                        </a:lnTo>
                        <a:lnTo>
                          <a:pt x="96" y="428"/>
                        </a:lnTo>
                        <a:lnTo>
                          <a:pt x="106" y="435"/>
                        </a:lnTo>
                        <a:lnTo>
                          <a:pt x="115" y="441"/>
                        </a:lnTo>
                        <a:lnTo>
                          <a:pt x="125" y="447"/>
                        </a:lnTo>
                        <a:lnTo>
                          <a:pt x="135" y="452"/>
                        </a:lnTo>
                        <a:lnTo>
                          <a:pt x="146" y="456"/>
                        </a:lnTo>
                        <a:lnTo>
                          <a:pt x="157" y="461"/>
                        </a:lnTo>
                        <a:lnTo>
                          <a:pt x="168" y="465"/>
                        </a:lnTo>
                        <a:lnTo>
                          <a:pt x="178" y="467"/>
                        </a:lnTo>
                        <a:lnTo>
                          <a:pt x="190" y="470"/>
                        </a:lnTo>
                        <a:lnTo>
                          <a:pt x="202" y="473"/>
                        </a:lnTo>
                        <a:lnTo>
                          <a:pt x="214" y="474"/>
                        </a:lnTo>
                        <a:lnTo>
                          <a:pt x="226" y="475"/>
                        </a:lnTo>
                        <a:lnTo>
                          <a:pt x="238" y="475"/>
                        </a:lnTo>
                        <a:lnTo>
                          <a:pt x="250" y="475"/>
                        </a:lnTo>
                        <a:lnTo>
                          <a:pt x="262" y="474"/>
                        </a:lnTo>
                        <a:lnTo>
                          <a:pt x="274" y="473"/>
                        </a:lnTo>
                        <a:lnTo>
                          <a:pt x="286" y="470"/>
                        </a:lnTo>
                        <a:lnTo>
                          <a:pt x="297" y="467"/>
                        </a:lnTo>
                        <a:lnTo>
                          <a:pt x="309" y="465"/>
                        </a:lnTo>
                        <a:lnTo>
                          <a:pt x="320" y="461"/>
                        </a:lnTo>
                        <a:lnTo>
                          <a:pt x="331" y="456"/>
                        </a:lnTo>
                        <a:lnTo>
                          <a:pt x="341" y="452"/>
                        </a:lnTo>
                        <a:lnTo>
                          <a:pt x="351" y="447"/>
                        </a:lnTo>
                        <a:lnTo>
                          <a:pt x="361" y="441"/>
                        </a:lnTo>
                        <a:lnTo>
                          <a:pt x="371" y="435"/>
                        </a:lnTo>
                        <a:lnTo>
                          <a:pt x="389" y="421"/>
                        </a:lnTo>
                        <a:lnTo>
                          <a:pt x="406" y="405"/>
                        </a:lnTo>
                        <a:lnTo>
                          <a:pt x="421" y="389"/>
                        </a:lnTo>
                        <a:lnTo>
                          <a:pt x="435" y="371"/>
                        </a:lnTo>
                        <a:lnTo>
                          <a:pt x="441" y="361"/>
                        </a:lnTo>
                        <a:lnTo>
                          <a:pt x="447" y="351"/>
                        </a:lnTo>
                        <a:lnTo>
                          <a:pt x="452" y="341"/>
                        </a:lnTo>
                        <a:lnTo>
                          <a:pt x="457" y="330"/>
                        </a:lnTo>
                        <a:lnTo>
                          <a:pt x="461" y="319"/>
                        </a:lnTo>
                        <a:lnTo>
                          <a:pt x="464" y="309"/>
                        </a:lnTo>
                        <a:lnTo>
                          <a:pt x="467" y="297"/>
                        </a:lnTo>
                        <a:lnTo>
                          <a:pt x="471" y="286"/>
                        </a:lnTo>
                        <a:lnTo>
                          <a:pt x="473" y="274"/>
                        </a:lnTo>
                        <a:lnTo>
                          <a:pt x="474" y="262"/>
                        </a:lnTo>
                        <a:lnTo>
                          <a:pt x="475" y="250"/>
                        </a:lnTo>
                        <a:lnTo>
                          <a:pt x="475" y="238"/>
                        </a:lnTo>
                        <a:close/>
                        <a:moveTo>
                          <a:pt x="408" y="238"/>
                        </a:moveTo>
                        <a:lnTo>
                          <a:pt x="407" y="255"/>
                        </a:lnTo>
                        <a:lnTo>
                          <a:pt x="404" y="272"/>
                        </a:lnTo>
                        <a:lnTo>
                          <a:pt x="400" y="288"/>
                        </a:lnTo>
                        <a:lnTo>
                          <a:pt x="395" y="304"/>
                        </a:lnTo>
                        <a:lnTo>
                          <a:pt x="387" y="318"/>
                        </a:lnTo>
                        <a:lnTo>
                          <a:pt x="378" y="332"/>
                        </a:lnTo>
                        <a:lnTo>
                          <a:pt x="369" y="346"/>
                        </a:lnTo>
                        <a:lnTo>
                          <a:pt x="358" y="357"/>
                        </a:lnTo>
                        <a:lnTo>
                          <a:pt x="346" y="368"/>
                        </a:lnTo>
                        <a:lnTo>
                          <a:pt x="333" y="378"/>
                        </a:lnTo>
                        <a:lnTo>
                          <a:pt x="319" y="387"/>
                        </a:lnTo>
                        <a:lnTo>
                          <a:pt x="304" y="394"/>
                        </a:lnTo>
                        <a:lnTo>
                          <a:pt x="288" y="400"/>
                        </a:lnTo>
                        <a:lnTo>
                          <a:pt x="272" y="404"/>
                        </a:lnTo>
                        <a:lnTo>
                          <a:pt x="256" y="406"/>
                        </a:lnTo>
                        <a:lnTo>
                          <a:pt x="238" y="407"/>
                        </a:lnTo>
                        <a:lnTo>
                          <a:pt x="221" y="406"/>
                        </a:lnTo>
                        <a:lnTo>
                          <a:pt x="203" y="404"/>
                        </a:lnTo>
                        <a:lnTo>
                          <a:pt x="187" y="400"/>
                        </a:lnTo>
                        <a:lnTo>
                          <a:pt x="172" y="394"/>
                        </a:lnTo>
                        <a:lnTo>
                          <a:pt x="157" y="387"/>
                        </a:lnTo>
                        <a:lnTo>
                          <a:pt x="144" y="378"/>
                        </a:lnTo>
                        <a:lnTo>
                          <a:pt x="131" y="368"/>
                        </a:lnTo>
                        <a:lnTo>
                          <a:pt x="119" y="357"/>
                        </a:lnTo>
                        <a:lnTo>
                          <a:pt x="107" y="346"/>
                        </a:lnTo>
                        <a:lnTo>
                          <a:pt x="97" y="332"/>
                        </a:lnTo>
                        <a:lnTo>
                          <a:pt x="89" y="318"/>
                        </a:lnTo>
                        <a:lnTo>
                          <a:pt x="82" y="304"/>
                        </a:lnTo>
                        <a:lnTo>
                          <a:pt x="76" y="288"/>
                        </a:lnTo>
                        <a:lnTo>
                          <a:pt x="72" y="272"/>
                        </a:lnTo>
                        <a:lnTo>
                          <a:pt x="70" y="255"/>
                        </a:lnTo>
                        <a:lnTo>
                          <a:pt x="69" y="238"/>
                        </a:lnTo>
                        <a:lnTo>
                          <a:pt x="70" y="221"/>
                        </a:lnTo>
                        <a:lnTo>
                          <a:pt x="72" y="203"/>
                        </a:lnTo>
                        <a:lnTo>
                          <a:pt x="76" y="188"/>
                        </a:lnTo>
                        <a:lnTo>
                          <a:pt x="82" y="172"/>
                        </a:lnTo>
                        <a:lnTo>
                          <a:pt x="89" y="158"/>
                        </a:lnTo>
                        <a:lnTo>
                          <a:pt x="97" y="143"/>
                        </a:lnTo>
                        <a:lnTo>
                          <a:pt x="107" y="130"/>
                        </a:lnTo>
                        <a:lnTo>
                          <a:pt x="119" y="118"/>
                        </a:lnTo>
                        <a:lnTo>
                          <a:pt x="131" y="108"/>
                        </a:lnTo>
                        <a:lnTo>
                          <a:pt x="144" y="98"/>
                        </a:lnTo>
                        <a:lnTo>
                          <a:pt x="157" y="89"/>
                        </a:lnTo>
                        <a:lnTo>
                          <a:pt x="172" y="81"/>
                        </a:lnTo>
                        <a:lnTo>
                          <a:pt x="187" y="76"/>
                        </a:lnTo>
                        <a:lnTo>
                          <a:pt x="203" y="72"/>
                        </a:lnTo>
                        <a:lnTo>
                          <a:pt x="221" y="70"/>
                        </a:lnTo>
                        <a:lnTo>
                          <a:pt x="238" y="68"/>
                        </a:lnTo>
                        <a:lnTo>
                          <a:pt x="256" y="70"/>
                        </a:lnTo>
                        <a:lnTo>
                          <a:pt x="272" y="72"/>
                        </a:lnTo>
                        <a:lnTo>
                          <a:pt x="288" y="76"/>
                        </a:lnTo>
                        <a:lnTo>
                          <a:pt x="304" y="81"/>
                        </a:lnTo>
                        <a:lnTo>
                          <a:pt x="319" y="89"/>
                        </a:lnTo>
                        <a:lnTo>
                          <a:pt x="333" y="98"/>
                        </a:lnTo>
                        <a:lnTo>
                          <a:pt x="346" y="108"/>
                        </a:lnTo>
                        <a:lnTo>
                          <a:pt x="358" y="118"/>
                        </a:lnTo>
                        <a:lnTo>
                          <a:pt x="369" y="130"/>
                        </a:lnTo>
                        <a:lnTo>
                          <a:pt x="378" y="143"/>
                        </a:lnTo>
                        <a:lnTo>
                          <a:pt x="387" y="158"/>
                        </a:lnTo>
                        <a:lnTo>
                          <a:pt x="395" y="172"/>
                        </a:lnTo>
                        <a:lnTo>
                          <a:pt x="400" y="188"/>
                        </a:lnTo>
                        <a:lnTo>
                          <a:pt x="404" y="203"/>
                        </a:lnTo>
                        <a:lnTo>
                          <a:pt x="407" y="221"/>
                        </a:lnTo>
                        <a:lnTo>
                          <a:pt x="408" y="238"/>
                        </a:lnTo>
                        <a:close/>
                      </a:path>
                    </a:pathLst>
                  </a:custGeom>
                  <a:solidFill>
                    <a:srgbClr val="FAD600"/>
                  </a:solidFill>
                  <a:ln>
                    <a:noFill/>
                  </a:ln>
                </p:spPr>
                <p:txBody>
                  <a:bodyPr/>
                  <a:lstStyle/>
                  <a:p>
                    <a:pPr>
                      <a:defRPr/>
                    </a:pPr>
                    <a:endParaRPr lang="en-US" sz="1050">
                      <a:latin typeface="+mj-lt"/>
                    </a:endParaRPr>
                  </a:p>
                </p:txBody>
              </p:sp>
              <p:sp>
                <p:nvSpPr>
                  <p:cNvPr id="41686" name="Freeform 465">
                    <a:extLst>
                      <a:ext uri="{FF2B5EF4-FFF2-40B4-BE49-F238E27FC236}">
                        <a16:creationId xmlns="" xmlns:a16="http://schemas.microsoft.com/office/drawing/2014/main" id="{90C14C2B-36E8-39ED-17DE-B7C2D444136F}"/>
                      </a:ext>
                    </a:extLst>
                  </p:cNvPr>
                  <p:cNvSpPr>
                    <a:spLocks noEditPoints="1"/>
                  </p:cNvSpPr>
                  <p:nvPr/>
                </p:nvSpPr>
                <p:spPr bwMode="auto">
                  <a:xfrm>
                    <a:off x="3315" y="2017"/>
                    <a:ext cx="69" cy="69"/>
                  </a:xfrm>
                  <a:custGeom>
                    <a:avLst/>
                    <a:gdLst>
                      <a:gd name="T0" fmla="*/ 0 w 406"/>
                      <a:gd name="T1" fmla="*/ 0 h 406"/>
                      <a:gd name="T2" fmla="*/ 0 w 406"/>
                      <a:gd name="T3" fmla="*/ 0 h 406"/>
                      <a:gd name="T4" fmla="*/ 0 w 406"/>
                      <a:gd name="T5" fmla="*/ 0 h 406"/>
                      <a:gd name="T6" fmla="*/ 0 w 406"/>
                      <a:gd name="T7" fmla="*/ 0 h 406"/>
                      <a:gd name="T8" fmla="*/ 0 w 406"/>
                      <a:gd name="T9" fmla="*/ 0 h 406"/>
                      <a:gd name="T10" fmla="*/ 0 w 406"/>
                      <a:gd name="T11" fmla="*/ 0 h 406"/>
                      <a:gd name="T12" fmla="*/ 0 w 406"/>
                      <a:gd name="T13" fmla="*/ 0 h 406"/>
                      <a:gd name="T14" fmla="*/ 0 w 406"/>
                      <a:gd name="T15" fmla="*/ 0 h 406"/>
                      <a:gd name="T16" fmla="*/ 0 w 406"/>
                      <a:gd name="T17" fmla="*/ 0 h 406"/>
                      <a:gd name="T18" fmla="*/ 0 w 406"/>
                      <a:gd name="T19" fmla="*/ 0 h 406"/>
                      <a:gd name="T20" fmla="*/ 0 w 406"/>
                      <a:gd name="T21" fmla="*/ 0 h 406"/>
                      <a:gd name="T22" fmla="*/ 0 w 406"/>
                      <a:gd name="T23" fmla="*/ 0 h 406"/>
                      <a:gd name="T24" fmla="*/ 0 w 406"/>
                      <a:gd name="T25" fmla="*/ 0 h 406"/>
                      <a:gd name="T26" fmla="*/ 0 w 406"/>
                      <a:gd name="T27" fmla="*/ 0 h 406"/>
                      <a:gd name="T28" fmla="*/ 0 w 406"/>
                      <a:gd name="T29" fmla="*/ 0 h 406"/>
                      <a:gd name="T30" fmla="*/ 0 w 406"/>
                      <a:gd name="T31" fmla="*/ 0 h 406"/>
                      <a:gd name="T32" fmla="*/ 0 w 406"/>
                      <a:gd name="T33" fmla="*/ 0 h 406"/>
                      <a:gd name="T34" fmla="*/ 0 w 406"/>
                      <a:gd name="T35" fmla="*/ 0 h 406"/>
                      <a:gd name="T36" fmla="*/ 0 w 406"/>
                      <a:gd name="T37" fmla="*/ 0 h 406"/>
                      <a:gd name="T38" fmla="*/ 0 w 406"/>
                      <a:gd name="T39" fmla="*/ 0 h 406"/>
                      <a:gd name="T40" fmla="*/ 0 w 406"/>
                      <a:gd name="T41" fmla="*/ 0 h 406"/>
                      <a:gd name="T42" fmla="*/ 0 w 406"/>
                      <a:gd name="T43" fmla="*/ 0 h 406"/>
                      <a:gd name="T44" fmla="*/ 0 w 406"/>
                      <a:gd name="T45" fmla="*/ 0 h 406"/>
                      <a:gd name="T46" fmla="*/ 0 w 406"/>
                      <a:gd name="T47" fmla="*/ 0 h 406"/>
                      <a:gd name="T48" fmla="*/ 0 w 406"/>
                      <a:gd name="T49" fmla="*/ 0 h 406"/>
                      <a:gd name="T50" fmla="*/ 0 w 406"/>
                      <a:gd name="T51" fmla="*/ 0 h 406"/>
                      <a:gd name="T52" fmla="*/ 0 w 406"/>
                      <a:gd name="T53" fmla="*/ 0 h 406"/>
                      <a:gd name="T54" fmla="*/ 0 w 406"/>
                      <a:gd name="T55" fmla="*/ 0 h 406"/>
                      <a:gd name="T56" fmla="*/ 0 w 406"/>
                      <a:gd name="T57" fmla="*/ 0 h 406"/>
                      <a:gd name="T58" fmla="*/ 0 w 406"/>
                      <a:gd name="T59" fmla="*/ 0 h 406"/>
                      <a:gd name="T60" fmla="*/ 0 w 406"/>
                      <a:gd name="T61" fmla="*/ 0 h 406"/>
                      <a:gd name="T62" fmla="*/ 0 w 406"/>
                      <a:gd name="T63" fmla="*/ 0 h 406"/>
                      <a:gd name="T64" fmla="*/ 0 w 406"/>
                      <a:gd name="T65" fmla="*/ 0 h 406"/>
                      <a:gd name="T66" fmla="*/ 0 w 406"/>
                      <a:gd name="T67" fmla="*/ 0 h 406"/>
                      <a:gd name="T68" fmla="*/ 0 w 406"/>
                      <a:gd name="T69" fmla="*/ 0 h 406"/>
                      <a:gd name="T70" fmla="*/ 0 w 406"/>
                      <a:gd name="T71" fmla="*/ 0 h 406"/>
                      <a:gd name="T72" fmla="*/ 0 w 406"/>
                      <a:gd name="T73" fmla="*/ 0 h 406"/>
                      <a:gd name="T74" fmla="*/ 0 w 406"/>
                      <a:gd name="T75" fmla="*/ 0 h 406"/>
                      <a:gd name="T76" fmla="*/ 0 w 406"/>
                      <a:gd name="T77" fmla="*/ 0 h 406"/>
                      <a:gd name="T78" fmla="*/ 0 w 406"/>
                      <a:gd name="T79" fmla="*/ 0 h 406"/>
                      <a:gd name="T80" fmla="*/ 0 w 406"/>
                      <a:gd name="T81" fmla="*/ 0 h 406"/>
                      <a:gd name="T82" fmla="*/ 0 w 406"/>
                      <a:gd name="T83" fmla="*/ 0 h 406"/>
                      <a:gd name="T84" fmla="*/ 0 w 406"/>
                      <a:gd name="T85" fmla="*/ 0 h 40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06"/>
                      <a:gd name="T130" fmla="*/ 0 h 406"/>
                      <a:gd name="T131" fmla="*/ 406 w 406"/>
                      <a:gd name="T132" fmla="*/ 406 h 40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06" h="406">
                        <a:moveTo>
                          <a:pt x="406" y="203"/>
                        </a:moveTo>
                        <a:lnTo>
                          <a:pt x="405" y="182"/>
                        </a:lnTo>
                        <a:lnTo>
                          <a:pt x="402" y="162"/>
                        </a:lnTo>
                        <a:lnTo>
                          <a:pt x="398" y="142"/>
                        </a:lnTo>
                        <a:lnTo>
                          <a:pt x="390" y="124"/>
                        </a:lnTo>
                        <a:lnTo>
                          <a:pt x="381" y="106"/>
                        </a:lnTo>
                        <a:lnTo>
                          <a:pt x="372" y="89"/>
                        </a:lnTo>
                        <a:lnTo>
                          <a:pt x="360" y="74"/>
                        </a:lnTo>
                        <a:lnTo>
                          <a:pt x="347" y="60"/>
                        </a:lnTo>
                        <a:lnTo>
                          <a:pt x="333" y="45"/>
                        </a:lnTo>
                        <a:lnTo>
                          <a:pt x="317" y="35"/>
                        </a:lnTo>
                        <a:lnTo>
                          <a:pt x="300" y="24"/>
                        </a:lnTo>
                        <a:lnTo>
                          <a:pt x="283" y="15"/>
                        </a:lnTo>
                        <a:lnTo>
                          <a:pt x="263" y="8"/>
                        </a:lnTo>
                        <a:lnTo>
                          <a:pt x="245" y="3"/>
                        </a:lnTo>
                        <a:lnTo>
                          <a:pt x="224" y="1"/>
                        </a:lnTo>
                        <a:lnTo>
                          <a:pt x="203" y="0"/>
                        </a:lnTo>
                        <a:lnTo>
                          <a:pt x="183" y="1"/>
                        </a:lnTo>
                        <a:lnTo>
                          <a:pt x="162" y="3"/>
                        </a:lnTo>
                        <a:lnTo>
                          <a:pt x="142" y="8"/>
                        </a:lnTo>
                        <a:lnTo>
                          <a:pt x="124" y="15"/>
                        </a:lnTo>
                        <a:lnTo>
                          <a:pt x="107" y="24"/>
                        </a:lnTo>
                        <a:lnTo>
                          <a:pt x="89" y="35"/>
                        </a:lnTo>
                        <a:lnTo>
                          <a:pt x="74" y="45"/>
                        </a:lnTo>
                        <a:lnTo>
                          <a:pt x="60" y="60"/>
                        </a:lnTo>
                        <a:lnTo>
                          <a:pt x="46" y="74"/>
                        </a:lnTo>
                        <a:lnTo>
                          <a:pt x="35" y="89"/>
                        </a:lnTo>
                        <a:lnTo>
                          <a:pt x="24" y="106"/>
                        </a:lnTo>
                        <a:lnTo>
                          <a:pt x="15" y="124"/>
                        </a:lnTo>
                        <a:lnTo>
                          <a:pt x="9" y="142"/>
                        </a:lnTo>
                        <a:lnTo>
                          <a:pt x="3" y="162"/>
                        </a:lnTo>
                        <a:lnTo>
                          <a:pt x="1" y="182"/>
                        </a:lnTo>
                        <a:lnTo>
                          <a:pt x="0" y="203"/>
                        </a:lnTo>
                        <a:lnTo>
                          <a:pt x="1" y="224"/>
                        </a:lnTo>
                        <a:lnTo>
                          <a:pt x="3" y="244"/>
                        </a:lnTo>
                        <a:lnTo>
                          <a:pt x="9" y="264"/>
                        </a:lnTo>
                        <a:lnTo>
                          <a:pt x="15" y="282"/>
                        </a:lnTo>
                        <a:lnTo>
                          <a:pt x="24" y="300"/>
                        </a:lnTo>
                        <a:lnTo>
                          <a:pt x="35" y="317"/>
                        </a:lnTo>
                        <a:lnTo>
                          <a:pt x="46" y="332"/>
                        </a:lnTo>
                        <a:lnTo>
                          <a:pt x="60" y="346"/>
                        </a:lnTo>
                        <a:lnTo>
                          <a:pt x="74" y="359"/>
                        </a:lnTo>
                        <a:lnTo>
                          <a:pt x="89" y="371"/>
                        </a:lnTo>
                        <a:lnTo>
                          <a:pt x="107" y="382"/>
                        </a:lnTo>
                        <a:lnTo>
                          <a:pt x="124" y="390"/>
                        </a:lnTo>
                        <a:lnTo>
                          <a:pt x="142" y="397"/>
                        </a:lnTo>
                        <a:lnTo>
                          <a:pt x="162" y="402"/>
                        </a:lnTo>
                        <a:lnTo>
                          <a:pt x="183" y="405"/>
                        </a:lnTo>
                        <a:lnTo>
                          <a:pt x="203" y="406"/>
                        </a:lnTo>
                        <a:lnTo>
                          <a:pt x="224" y="405"/>
                        </a:lnTo>
                        <a:lnTo>
                          <a:pt x="245" y="402"/>
                        </a:lnTo>
                        <a:lnTo>
                          <a:pt x="263" y="397"/>
                        </a:lnTo>
                        <a:lnTo>
                          <a:pt x="283" y="390"/>
                        </a:lnTo>
                        <a:lnTo>
                          <a:pt x="300" y="382"/>
                        </a:lnTo>
                        <a:lnTo>
                          <a:pt x="317" y="371"/>
                        </a:lnTo>
                        <a:lnTo>
                          <a:pt x="333" y="359"/>
                        </a:lnTo>
                        <a:lnTo>
                          <a:pt x="347" y="346"/>
                        </a:lnTo>
                        <a:lnTo>
                          <a:pt x="360" y="332"/>
                        </a:lnTo>
                        <a:lnTo>
                          <a:pt x="372" y="317"/>
                        </a:lnTo>
                        <a:lnTo>
                          <a:pt x="381" y="300"/>
                        </a:lnTo>
                        <a:lnTo>
                          <a:pt x="390" y="282"/>
                        </a:lnTo>
                        <a:lnTo>
                          <a:pt x="398" y="264"/>
                        </a:lnTo>
                        <a:lnTo>
                          <a:pt x="402" y="244"/>
                        </a:lnTo>
                        <a:lnTo>
                          <a:pt x="405" y="224"/>
                        </a:lnTo>
                        <a:lnTo>
                          <a:pt x="406" y="203"/>
                        </a:lnTo>
                        <a:close/>
                        <a:moveTo>
                          <a:pt x="339" y="203"/>
                        </a:moveTo>
                        <a:lnTo>
                          <a:pt x="338" y="217"/>
                        </a:lnTo>
                        <a:lnTo>
                          <a:pt x="336" y="230"/>
                        </a:lnTo>
                        <a:lnTo>
                          <a:pt x="333" y="243"/>
                        </a:lnTo>
                        <a:lnTo>
                          <a:pt x="328" y="255"/>
                        </a:lnTo>
                        <a:lnTo>
                          <a:pt x="323" y="267"/>
                        </a:lnTo>
                        <a:lnTo>
                          <a:pt x="315" y="279"/>
                        </a:lnTo>
                        <a:lnTo>
                          <a:pt x="308" y="289"/>
                        </a:lnTo>
                        <a:lnTo>
                          <a:pt x="299" y="299"/>
                        </a:lnTo>
                        <a:lnTo>
                          <a:pt x="289" y="307"/>
                        </a:lnTo>
                        <a:lnTo>
                          <a:pt x="279" y="315"/>
                        </a:lnTo>
                        <a:lnTo>
                          <a:pt x="267" y="322"/>
                        </a:lnTo>
                        <a:lnTo>
                          <a:pt x="255" y="328"/>
                        </a:lnTo>
                        <a:lnTo>
                          <a:pt x="243" y="332"/>
                        </a:lnTo>
                        <a:lnTo>
                          <a:pt x="230" y="336"/>
                        </a:lnTo>
                        <a:lnTo>
                          <a:pt x="217" y="338"/>
                        </a:lnTo>
                        <a:lnTo>
                          <a:pt x="203" y="339"/>
                        </a:lnTo>
                        <a:lnTo>
                          <a:pt x="189" y="338"/>
                        </a:lnTo>
                        <a:lnTo>
                          <a:pt x="176" y="336"/>
                        </a:lnTo>
                        <a:lnTo>
                          <a:pt x="163" y="332"/>
                        </a:lnTo>
                        <a:lnTo>
                          <a:pt x="150" y="328"/>
                        </a:lnTo>
                        <a:lnTo>
                          <a:pt x="138" y="322"/>
                        </a:lnTo>
                        <a:lnTo>
                          <a:pt x="127" y="315"/>
                        </a:lnTo>
                        <a:lnTo>
                          <a:pt x="116" y="307"/>
                        </a:lnTo>
                        <a:lnTo>
                          <a:pt x="108" y="299"/>
                        </a:lnTo>
                        <a:lnTo>
                          <a:pt x="99" y="289"/>
                        </a:lnTo>
                        <a:lnTo>
                          <a:pt x="90" y="279"/>
                        </a:lnTo>
                        <a:lnTo>
                          <a:pt x="84" y="267"/>
                        </a:lnTo>
                        <a:lnTo>
                          <a:pt x="78" y="255"/>
                        </a:lnTo>
                        <a:lnTo>
                          <a:pt x="74" y="243"/>
                        </a:lnTo>
                        <a:lnTo>
                          <a:pt x="71" y="230"/>
                        </a:lnTo>
                        <a:lnTo>
                          <a:pt x="69" y="217"/>
                        </a:lnTo>
                        <a:lnTo>
                          <a:pt x="67" y="203"/>
                        </a:lnTo>
                        <a:lnTo>
                          <a:pt x="69" y="189"/>
                        </a:lnTo>
                        <a:lnTo>
                          <a:pt x="71" y="176"/>
                        </a:lnTo>
                        <a:lnTo>
                          <a:pt x="74" y="163"/>
                        </a:lnTo>
                        <a:lnTo>
                          <a:pt x="78" y="150"/>
                        </a:lnTo>
                        <a:lnTo>
                          <a:pt x="84" y="138"/>
                        </a:lnTo>
                        <a:lnTo>
                          <a:pt x="90" y="127"/>
                        </a:lnTo>
                        <a:lnTo>
                          <a:pt x="99" y="117"/>
                        </a:lnTo>
                        <a:lnTo>
                          <a:pt x="108" y="107"/>
                        </a:lnTo>
                        <a:lnTo>
                          <a:pt x="116" y="99"/>
                        </a:lnTo>
                        <a:lnTo>
                          <a:pt x="127" y="90"/>
                        </a:lnTo>
                        <a:lnTo>
                          <a:pt x="138" y="83"/>
                        </a:lnTo>
                        <a:lnTo>
                          <a:pt x="150" y="78"/>
                        </a:lnTo>
                        <a:lnTo>
                          <a:pt x="163" y="74"/>
                        </a:lnTo>
                        <a:lnTo>
                          <a:pt x="176" y="70"/>
                        </a:lnTo>
                        <a:lnTo>
                          <a:pt x="189" y="68"/>
                        </a:lnTo>
                        <a:lnTo>
                          <a:pt x="203" y="67"/>
                        </a:lnTo>
                        <a:lnTo>
                          <a:pt x="217" y="68"/>
                        </a:lnTo>
                        <a:lnTo>
                          <a:pt x="230" y="70"/>
                        </a:lnTo>
                        <a:lnTo>
                          <a:pt x="243" y="74"/>
                        </a:lnTo>
                        <a:lnTo>
                          <a:pt x="255" y="78"/>
                        </a:lnTo>
                        <a:lnTo>
                          <a:pt x="267" y="83"/>
                        </a:lnTo>
                        <a:lnTo>
                          <a:pt x="279" y="90"/>
                        </a:lnTo>
                        <a:lnTo>
                          <a:pt x="289" y="99"/>
                        </a:lnTo>
                        <a:lnTo>
                          <a:pt x="299" y="107"/>
                        </a:lnTo>
                        <a:lnTo>
                          <a:pt x="308" y="117"/>
                        </a:lnTo>
                        <a:lnTo>
                          <a:pt x="315" y="127"/>
                        </a:lnTo>
                        <a:lnTo>
                          <a:pt x="323" y="138"/>
                        </a:lnTo>
                        <a:lnTo>
                          <a:pt x="328" y="150"/>
                        </a:lnTo>
                        <a:lnTo>
                          <a:pt x="333" y="163"/>
                        </a:lnTo>
                        <a:lnTo>
                          <a:pt x="336" y="176"/>
                        </a:lnTo>
                        <a:lnTo>
                          <a:pt x="338" y="189"/>
                        </a:lnTo>
                        <a:lnTo>
                          <a:pt x="339" y="203"/>
                        </a:lnTo>
                        <a:close/>
                      </a:path>
                    </a:pathLst>
                  </a:custGeom>
                  <a:solidFill>
                    <a:srgbClr val="FADB00"/>
                  </a:solidFill>
                  <a:ln>
                    <a:noFill/>
                  </a:ln>
                </p:spPr>
                <p:txBody>
                  <a:bodyPr/>
                  <a:lstStyle/>
                  <a:p>
                    <a:pPr>
                      <a:defRPr/>
                    </a:pPr>
                    <a:endParaRPr lang="en-US" sz="1050">
                      <a:latin typeface="+mj-lt"/>
                    </a:endParaRPr>
                  </a:p>
                </p:txBody>
              </p:sp>
              <p:sp>
                <p:nvSpPr>
                  <p:cNvPr id="41687" name="Freeform 466">
                    <a:extLst>
                      <a:ext uri="{FF2B5EF4-FFF2-40B4-BE49-F238E27FC236}">
                        <a16:creationId xmlns="" xmlns:a16="http://schemas.microsoft.com/office/drawing/2014/main" id="{2D7AD955-1C26-E84C-B107-68713ADAAFD1}"/>
                      </a:ext>
                    </a:extLst>
                  </p:cNvPr>
                  <p:cNvSpPr>
                    <a:spLocks noEditPoints="1"/>
                  </p:cNvSpPr>
                  <p:nvPr/>
                </p:nvSpPr>
                <p:spPr bwMode="auto">
                  <a:xfrm>
                    <a:off x="3319" y="2021"/>
                    <a:ext cx="56" cy="57"/>
                  </a:xfrm>
                  <a:custGeom>
                    <a:avLst/>
                    <a:gdLst>
                      <a:gd name="T0" fmla="*/ 0 w 339"/>
                      <a:gd name="T1" fmla="*/ 0 h 339"/>
                      <a:gd name="T2" fmla="*/ 0 w 339"/>
                      <a:gd name="T3" fmla="*/ 0 h 339"/>
                      <a:gd name="T4" fmla="*/ 0 w 339"/>
                      <a:gd name="T5" fmla="*/ 0 h 339"/>
                      <a:gd name="T6" fmla="*/ 0 w 339"/>
                      <a:gd name="T7" fmla="*/ 0 h 339"/>
                      <a:gd name="T8" fmla="*/ 0 w 339"/>
                      <a:gd name="T9" fmla="*/ 0 h 339"/>
                      <a:gd name="T10" fmla="*/ 0 w 339"/>
                      <a:gd name="T11" fmla="*/ 0 h 339"/>
                      <a:gd name="T12" fmla="*/ 0 w 339"/>
                      <a:gd name="T13" fmla="*/ 0 h 339"/>
                      <a:gd name="T14" fmla="*/ 0 w 339"/>
                      <a:gd name="T15" fmla="*/ 0 h 339"/>
                      <a:gd name="T16" fmla="*/ 0 w 339"/>
                      <a:gd name="T17" fmla="*/ 0 h 339"/>
                      <a:gd name="T18" fmla="*/ 0 w 339"/>
                      <a:gd name="T19" fmla="*/ 0 h 339"/>
                      <a:gd name="T20" fmla="*/ 0 w 339"/>
                      <a:gd name="T21" fmla="*/ 0 h 339"/>
                      <a:gd name="T22" fmla="*/ 0 w 339"/>
                      <a:gd name="T23" fmla="*/ 0 h 339"/>
                      <a:gd name="T24" fmla="*/ 0 w 339"/>
                      <a:gd name="T25" fmla="*/ 0 h 339"/>
                      <a:gd name="T26" fmla="*/ 0 w 339"/>
                      <a:gd name="T27" fmla="*/ 0 h 339"/>
                      <a:gd name="T28" fmla="*/ 0 w 339"/>
                      <a:gd name="T29" fmla="*/ 0 h 339"/>
                      <a:gd name="T30" fmla="*/ 0 w 339"/>
                      <a:gd name="T31" fmla="*/ 0 h 339"/>
                      <a:gd name="T32" fmla="*/ 0 w 339"/>
                      <a:gd name="T33" fmla="*/ 0 h 339"/>
                      <a:gd name="T34" fmla="*/ 0 w 339"/>
                      <a:gd name="T35" fmla="*/ 0 h 339"/>
                      <a:gd name="T36" fmla="*/ 0 w 339"/>
                      <a:gd name="T37" fmla="*/ 0 h 339"/>
                      <a:gd name="T38" fmla="*/ 0 w 339"/>
                      <a:gd name="T39" fmla="*/ 0 h 339"/>
                      <a:gd name="T40" fmla="*/ 0 w 339"/>
                      <a:gd name="T41" fmla="*/ 0 h 339"/>
                      <a:gd name="T42" fmla="*/ 0 w 339"/>
                      <a:gd name="T43" fmla="*/ 0 h 339"/>
                      <a:gd name="T44" fmla="*/ 0 w 339"/>
                      <a:gd name="T45" fmla="*/ 0 h 339"/>
                      <a:gd name="T46" fmla="*/ 0 w 339"/>
                      <a:gd name="T47" fmla="*/ 0 h 339"/>
                      <a:gd name="T48" fmla="*/ 0 w 339"/>
                      <a:gd name="T49" fmla="*/ 0 h 339"/>
                      <a:gd name="T50" fmla="*/ 0 w 339"/>
                      <a:gd name="T51" fmla="*/ 0 h 339"/>
                      <a:gd name="T52" fmla="*/ 0 w 339"/>
                      <a:gd name="T53" fmla="*/ 0 h 339"/>
                      <a:gd name="T54" fmla="*/ 0 w 339"/>
                      <a:gd name="T55" fmla="*/ 0 h 339"/>
                      <a:gd name="T56" fmla="*/ 0 w 339"/>
                      <a:gd name="T57" fmla="*/ 0 h 339"/>
                      <a:gd name="T58" fmla="*/ 0 w 339"/>
                      <a:gd name="T59" fmla="*/ 0 h 339"/>
                      <a:gd name="T60" fmla="*/ 0 w 339"/>
                      <a:gd name="T61" fmla="*/ 0 h 339"/>
                      <a:gd name="T62" fmla="*/ 0 w 339"/>
                      <a:gd name="T63" fmla="*/ 0 h 339"/>
                      <a:gd name="T64" fmla="*/ 0 w 339"/>
                      <a:gd name="T65" fmla="*/ 0 h 339"/>
                      <a:gd name="T66" fmla="*/ 0 w 339"/>
                      <a:gd name="T67" fmla="*/ 0 h 339"/>
                      <a:gd name="T68" fmla="*/ 0 w 339"/>
                      <a:gd name="T69" fmla="*/ 0 h 339"/>
                      <a:gd name="T70" fmla="*/ 0 w 339"/>
                      <a:gd name="T71" fmla="*/ 0 h 339"/>
                      <a:gd name="T72" fmla="*/ 0 w 339"/>
                      <a:gd name="T73" fmla="*/ 0 h 339"/>
                      <a:gd name="T74" fmla="*/ 0 w 339"/>
                      <a:gd name="T75" fmla="*/ 0 h 339"/>
                      <a:gd name="T76" fmla="*/ 0 w 339"/>
                      <a:gd name="T77" fmla="*/ 0 h 339"/>
                      <a:gd name="T78" fmla="*/ 0 w 339"/>
                      <a:gd name="T79" fmla="*/ 0 h 339"/>
                      <a:gd name="T80" fmla="*/ 0 w 339"/>
                      <a:gd name="T81" fmla="*/ 0 h 339"/>
                      <a:gd name="T82" fmla="*/ 0 w 339"/>
                      <a:gd name="T83" fmla="*/ 0 h 339"/>
                      <a:gd name="T84" fmla="*/ 0 w 339"/>
                      <a:gd name="T85" fmla="*/ 0 h 33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39"/>
                      <a:gd name="T130" fmla="*/ 0 h 339"/>
                      <a:gd name="T131" fmla="*/ 339 w 339"/>
                      <a:gd name="T132" fmla="*/ 339 h 33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39" h="339">
                        <a:moveTo>
                          <a:pt x="339" y="170"/>
                        </a:moveTo>
                        <a:lnTo>
                          <a:pt x="338" y="153"/>
                        </a:lnTo>
                        <a:lnTo>
                          <a:pt x="335" y="135"/>
                        </a:lnTo>
                        <a:lnTo>
                          <a:pt x="331" y="120"/>
                        </a:lnTo>
                        <a:lnTo>
                          <a:pt x="326" y="104"/>
                        </a:lnTo>
                        <a:lnTo>
                          <a:pt x="318" y="90"/>
                        </a:lnTo>
                        <a:lnTo>
                          <a:pt x="309" y="75"/>
                        </a:lnTo>
                        <a:lnTo>
                          <a:pt x="300" y="62"/>
                        </a:lnTo>
                        <a:lnTo>
                          <a:pt x="289" y="50"/>
                        </a:lnTo>
                        <a:lnTo>
                          <a:pt x="277" y="40"/>
                        </a:lnTo>
                        <a:lnTo>
                          <a:pt x="264" y="30"/>
                        </a:lnTo>
                        <a:lnTo>
                          <a:pt x="250" y="21"/>
                        </a:lnTo>
                        <a:lnTo>
                          <a:pt x="235" y="13"/>
                        </a:lnTo>
                        <a:lnTo>
                          <a:pt x="219" y="8"/>
                        </a:lnTo>
                        <a:lnTo>
                          <a:pt x="203" y="4"/>
                        </a:lnTo>
                        <a:lnTo>
                          <a:pt x="187" y="2"/>
                        </a:lnTo>
                        <a:lnTo>
                          <a:pt x="169" y="0"/>
                        </a:lnTo>
                        <a:lnTo>
                          <a:pt x="152" y="2"/>
                        </a:lnTo>
                        <a:lnTo>
                          <a:pt x="134" y="4"/>
                        </a:lnTo>
                        <a:lnTo>
                          <a:pt x="118" y="8"/>
                        </a:lnTo>
                        <a:lnTo>
                          <a:pt x="103" y="13"/>
                        </a:lnTo>
                        <a:lnTo>
                          <a:pt x="88" y="21"/>
                        </a:lnTo>
                        <a:lnTo>
                          <a:pt x="75" y="30"/>
                        </a:lnTo>
                        <a:lnTo>
                          <a:pt x="62" y="40"/>
                        </a:lnTo>
                        <a:lnTo>
                          <a:pt x="50" y="50"/>
                        </a:lnTo>
                        <a:lnTo>
                          <a:pt x="38" y="62"/>
                        </a:lnTo>
                        <a:lnTo>
                          <a:pt x="28" y="75"/>
                        </a:lnTo>
                        <a:lnTo>
                          <a:pt x="20" y="90"/>
                        </a:lnTo>
                        <a:lnTo>
                          <a:pt x="13" y="104"/>
                        </a:lnTo>
                        <a:lnTo>
                          <a:pt x="7" y="120"/>
                        </a:lnTo>
                        <a:lnTo>
                          <a:pt x="3" y="135"/>
                        </a:lnTo>
                        <a:lnTo>
                          <a:pt x="1" y="153"/>
                        </a:lnTo>
                        <a:lnTo>
                          <a:pt x="0" y="170"/>
                        </a:lnTo>
                        <a:lnTo>
                          <a:pt x="1" y="187"/>
                        </a:lnTo>
                        <a:lnTo>
                          <a:pt x="3" y="204"/>
                        </a:lnTo>
                        <a:lnTo>
                          <a:pt x="7" y="220"/>
                        </a:lnTo>
                        <a:lnTo>
                          <a:pt x="13" y="236"/>
                        </a:lnTo>
                        <a:lnTo>
                          <a:pt x="20" y="250"/>
                        </a:lnTo>
                        <a:lnTo>
                          <a:pt x="28" y="264"/>
                        </a:lnTo>
                        <a:lnTo>
                          <a:pt x="38" y="278"/>
                        </a:lnTo>
                        <a:lnTo>
                          <a:pt x="50" y="289"/>
                        </a:lnTo>
                        <a:lnTo>
                          <a:pt x="62" y="300"/>
                        </a:lnTo>
                        <a:lnTo>
                          <a:pt x="75" y="310"/>
                        </a:lnTo>
                        <a:lnTo>
                          <a:pt x="88" y="319"/>
                        </a:lnTo>
                        <a:lnTo>
                          <a:pt x="103" y="326"/>
                        </a:lnTo>
                        <a:lnTo>
                          <a:pt x="118" y="332"/>
                        </a:lnTo>
                        <a:lnTo>
                          <a:pt x="134" y="336"/>
                        </a:lnTo>
                        <a:lnTo>
                          <a:pt x="152" y="338"/>
                        </a:lnTo>
                        <a:lnTo>
                          <a:pt x="169" y="339"/>
                        </a:lnTo>
                        <a:lnTo>
                          <a:pt x="187" y="338"/>
                        </a:lnTo>
                        <a:lnTo>
                          <a:pt x="203" y="336"/>
                        </a:lnTo>
                        <a:lnTo>
                          <a:pt x="219" y="332"/>
                        </a:lnTo>
                        <a:lnTo>
                          <a:pt x="235" y="326"/>
                        </a:lnTo>
                        <a:lnTo>
                          <a:pt x="250" y="319"/>
                        </a:lnTo>
                        <a:lnTo>
                          <a:pt x="264" y="310"/>
                        </a:lnTo>
                        <a:lnTo>
                          <a:pt x="277" y="300"/>
                        </a:lnTo>
                        <a:lnTo>
                          <a:pt x="289" y="289"/>
                        </a:lnTo>
                        <a:lnTo>
                          <a:pt x="300" y="278"/>
                        </a:lnTo>
                        <a:lnTo>
                          <a:pt x="309" y="264"/>
                        </a:lnTo>
                        <a:lnTo>
                          <a:pt x="318" y="250"/>
                        </a:lnTo>
                        <a:lnTo>
                          <a:pt x="326" y="236"/>
                        </a:lnTo>
                        <a:lnTo>
                          <a:pt x="331" y="220"/>
                        </a:lnTo>
                        <a:lnTo>
                          <a:pt x="335" y="204"/>
                        </a:lnTo>
                        <a:lnTo>
                          <a:pt x="338" y="187"/>
                        </a:lnTo>
                        <a:lnTo>
                          <a:pt x="339" y="170"/>
                        </a:lnTo>
                        <a:close/>
                        <a:moveTo>
                          <a:pt x="270" y="170"/>
                        </a:moveTo>
                        <a:lnTo>
                          <a:pt x="270" y="180"/>
                        </a:lnTo>
                        <a:lnTo>
                          <a:pt x="269" y="191"/>
                        </a:lnTo>
                        <a:lnTo>
                          <a:pt x="266" y="200"/>
                        </a:lnTo>
                        <a:lnTo>
                          <a:pt x="263" y="209"/>
                        </a:lnTo>
                        <a:lnTo>
                          <a:pt x="258" y="219"/>
                        </a:lnTo>
                        <a:lnTo>
                          <a:pt x="253" y="226"/>
                        </a:lnTo>
                        <a:lnTo>
                          <a:pt x="247" y="234"/>
                        </a:lnTo>
                        <a:lnTo>
                          <a:pt x="241" y="242"/>
                        </a:lnTo>
                        <a:lnTo>
                          <a:pt x="233" y="248"/>
                        </a:lnTo>
                        <a:lnTo>
                          <a:pt x="226" y="255"/>
                        </a:lnTo>
                        <a:lnTo>
                          <a:pt x="217" y="259"/>
                        </a:lnTo>
                        <a:lnTo>
                          <a:pt x="208" y="263"/>
                        </a:lnTo>
                        <a:lnTo>
                          <a:pt x="200" y="267"/>
                        </a:lnTo>
                        <a:lnTo>
                          <a:pt x="190" y="270"/>
                        </a:lnTo>
                        <a:lnTo>
                          <a:pt x="179" y="271"/>
                        </a:lnTo>
                        <a:lnTo>
                          <a:pt x="169" y="271"/>
                        </a:lnTo>
                        <a:lnTo>
                          <a:pt x="158" y="271"/>
                        </a:lnTo>
                        <a:lnTo>
                          <a:pt x="149" y="270"/>
                        </a:lnTo>
                        <a:lnTo>
                          <a:pt x="139" y="267"/>
                        </a:lnTo>
                        <a:lnTo>
                          <a:pt x="129" y="263"/>
                        </a:lnTo>
                        <a:lnTo>
                          <a:pt x="120" y="259"/>
                        </a:lnTo>
                        <a:lnTo>
                          <a:pt x="113" y="255"/>
                        </a:lnTo>
                        <a:lnTo>
                          <a:pt x="104" y="248"/>
                        </a:lnTo>
                        <a:lnTo>
                          <a:pt x="98" y="242"/>
                        </a:lnTo>
                        <a:lnTo>
                          <a:pt x="91" y="234"/>
                        </a:lnTo>
                        <a:lnTo>
                          <a:pt x="84" y="226"/>
                        </a:lnTo>
                        <a:lnTo>
                          <a:pt x="80" y="219"/>
                        </a:lnTo>
                        <a:lnTo>
                          <a:pt x="76" y="209"/>
                        </a:lnTo>
                        <a:lnTo>
                          <a:pt x="71" y="200"/>
                        </a:lnTo>
                        <a:lnTo>
                          <a:pt x="69" y="191"/>
                        </a:lnTo>
                        <a:lnTo>
                          <a:pt x="68" y="180"/>
                        </a:lnTo>
                        <a:lnTo>
                          <a:pt x="67" y="170"/>
                        </a:lnTo>
                        <a:lnTo>
                          <a:pt x="68" y="159"/>
                        </a:lnTo>
                        <a:lnTo>
                          <a:pt x="69" y="149"/>
                        </a:lnTo>
                        <a:lnTo>
                          <a:pt x="71" y="140"/>
                        </a:lnTo>
                        <a:lnTo>
                          <a:pt x="76" y="130"/>
                        </a:lnTo>
                        <a:lnTo>
                          <a:pt x="80" y="121"/>
                        </a:lnTo>
                        <a:lnTo>
                          <a:pt x="84" y="113"/>
                        </a:lnTo>
                        <a:lnTo>
                          <a:pt x="91" y="105"/>
                        </a:lnTo>
                        <a:lnTo>
                          <a:pt x="98" y="98"/>
                        </a:lnTo>
                        <a:lnTo>
                          <a:pt x="104" y="92"/>
                        </a:lnTo>
                        <a:lnTo>
                          <a:pt x="113" y="85"/>
                        </a:lnTo>
                        <a:lnTo>
                          <a:pt x="120" y="81"/>
                        </a:lnTo>
                        <a:lnTo>
                          <a:pt x="129" y="77"/>
                        </a:lnTo>
                        <a:lnTo>
                          <a:pt x="139" y="73"/>
                        </a:lnTo>
                        <a:lnTo>
                          <a:pt x="149" y="70"/>
                        </a:lnTo>
                        <a:lnTo>
                          <a:pt x="158" y="69"/>
                        </a:lnTo>
                        <a:lnTo>
                          <a:pt x="169" y="68"/>
                        </a:lnTo>
                        <a:lnTo>
                          <a:pt x="179" y="69"/>
                        </a:lnTo>
                        <a:lnTo>
                          <a:pt x="190" y="70"/>
                        </a:lnTo>
                        <a:lnTo>
                          <a:pt x="200" y="73"/>
                        </a:lnTo>
                        <a:lnTo>
                          <a:pt x="208" y="77"/>
                        </a:lnTo>
                        <a:lnTo>
                          <a:pt x="217" y="81"/>
                        </a:lnTo>
                        <a:lnTo>
                          <a:pt x="226" y="85"/>
                        </a:lnTo>
                        <a:lnTo>
                          <a:pt x="233" y="92"/>
                        </a:lnTo>
                        <a:lnTo>
                          <a:pt x="241" y="98"/>
                        </a:lnTo>
                        <a:lnTo>
                          <a:pt x="247" y="105"/>
                        </a:lnTo>
                        <a:lnTo>
                          <a:pt x="253" y="113"/>
                        </a:lnTo>
                        <a:lnTo>
                          <a:pt x="258" y="121"/>
                        </a:lnTo>
                        <a:lnTo>
                          <a:pt x="263" y="130"/>
                        </a:lnTo>
                        <a:lnTo>
                          <a:pt x="266" y="140"/>
                        </a:lnTo>
                        <a:lnTo>
                          <a:pt x="269" y="149"/>
                        </a:lnTo>
                        <a:lnTo>
                          <a:pt x="270" y="159"/>
                        </a:lnTo>
                        <a:lnTo>
                          <a:pt x="270" y="170"/>
                        </a:lnTo>
                        <a:close/>
                      </a:path>
                    </a:pathLst>
                  </a:custGeom>
                  <a:solidFill>
                    <a:srgbClr val="FBE000"/>
                  </a:solidFill>
                  <a:ln>
                    <a:noFill/>
                  </a:ln>
                </p:spPr>
                <p:txBody>
                  <a:bodyPr/>
                  <a:lstStyle/>
                  <a:p>
                    <a:pPr>
                      <a:defRPr/>
                    </a:pPr>
                    <a:endParaRPr lang="en-US" sz="1050">
                      <a:latin typeface="+mj-lt"/>
                    </a:endParaRPr>
                  </a:p>
                </p:txBody>
              </p:sp>
              <p:sp>
                <p:nvSpPr>
                  <p:cNvPr id="41688" name="Freeform 467">
                    <a:extLst>
                      <a:ext uri="{FF2B5EF4-FFF2-40B4-BE49-F238E27FC236}">
                        <a16:creationId xmlns="" xmlns:a16="http://schemas.microsoft.com/office/drawing/2014/main" id="{F690D100-9D42-6EAC-81DF-0551396F149B}"/>
                      </a:ext>
                    </a:extLst>
                  </p:cNvPr>
                  <p:cNvSpPr>
                    <a:spLocks noEditPoints="1"/>
                  </p:cNvSpPr>
                  <p:nvPr/>
                </p:nvSpPr>
                <p:spPr bwMode="auto">
                  <a:xfrm>
                    <a:off x="3328" y="2029"/>
                    <a:ext cx="43" cy="45"/>
                  </a:xfrm>
                  <a:custGeom>
                    <a:avLst/>
                    <a:gdLst>
                      <a:gd name="T0" fmla="*/ 0 w 272"/>
                      <a:gd name="T1" fmla="*/ 0 h 272"/>
                      <a:gd name="T2" fmla="*/ 0 w 272"/>
                      <a:gd name="T3" fmla="*/ 0 h 272"/>
                      <a:gd name="T4" fmla="*/ 0 w 272"/>
                      <a:gd name="T5" fmla="*/ 0 h 272"/>
                      <a:gd name="T6" fmla="*/ 0 w 272"/>
                      <a:gd name="T7" fmla="*/ 0 h 272"/>
                      <a:gd name="T8" fmla="*/ 0 w 272"/>
                      <a:gd name="T9" fmla="*/ 0 h 272"/>
                      <a:gd name="T10" fmla="*/ 0 w 272"/>
                      <a:gd name="T11" fmla="*/ 0 h 272"/>
                      <a:gd name="T12" fmla="*/ 0 w 272"/>
                      <a:gd name="T13" fmla="*/ 0 h 272"/>
                      <a:gd name="T14" fmla="*/ 0 w 272"/>
                      <a:gd name="T15" fmla="*/ 0 h 272"/>
                      <a:gd name="T16" fmla="*/ 0 w 272"/>
                      <a:gd name="T17" fmla="*/ 0 h 272"/>
                      <a:gd name="T18" fmla="*/ 0 w 272"/>
                      <a:gd name="T19" fmla="*/ 0 h 272"/>
                      <a:gd name="T20" fmla="*/ 0 w 272"/>
                      <a:gd name="T21" fmla="*/ 0 h 272"/>
                      <a:gd name="T22" fmla="*/ 0 w 272"/>
                      <a:gd name="T23" fmla="*/ 0 h 272"/>
                      <a:gd name="T24" fmla="*/ 0 w 272"/>
                      <a:gd name="T25" fmla="*/ 0 h 272"/>
                      <a:gd name="T26" fmla="*/ 0 w 272"/>
                      <a:gd name="T27" fmla="*/ 0 h 272"/>
                      <a:gd name="T28" fmla="*/ 0 w 272"/>
                      <a:gd name="T29" fmla="*/ 0 h 272"/>
                      <a:gd name="T30" fmla="*/ 0 w 272"/>
                      <a:gd name="T31" fmla="*/ 0 h 272"/>
                      <a:gd name="T32" fmla="*/ 0 w 272"/>
                      <a:gd name="T33" fmla="*/ 0 h 272"/>
                      <a:gd name="T34" fmla="*/ 0 w 272"/>
                      <a:gd name="T35" fmla="*/ 0 h 272"/>
                      <a:gd name="T36" fmla="*/ 0 w 272"/>
                      <a:gd name="T37" fmla="*/ 0 h 272"/>
                      <a:gd name="T38" fmla="*/ 0 w 272"/>
                      <a:gd name="T39" fmla="*/ 0 h 272"/>
                      <a:gd name="T40" fmla="*/ 0 w 272"/>
                      <a:gd name="T41" fmla="*/ 0 h 272"/>
                      <a:gd name="T42" fmla="*/ 0 w 272"/>
                      <a:gd name="T43" fmla="*/ 0 h 272"/>
                      <a:gd name="T44" fmla="*/ 0 w 272"/>
                      <a:gd name="T45" fmla="*/ 0 h 272"/>
                      <a:gd name="T46" fmla="*/ 0 w 272"/>
                      <a:gd name="T47" fmla="*/ 0 h 272"/>
                      <a:gd name="T48" fmla="*/ 0 w 272"/>
                      <a:gd name="T49" fmla="*/ 0 h 272"/>
                      <a:gd name="T50" fmla="*/ 0 w 272"/>
                      <a:gd name="T51" fmla="*/ 0 h 272"/>
                      <a:gd name="T52" fmla="*/ 0 w 272"/>
                      <a:gd name="T53" fmla="*/ 0 h 272"/>
                      <a:gd name="T54" fmla="*/ 0 w 272"/>
                      <a:gd name="T55" fmla="*/ 0 h 272"/>
                      <a:gd name="T56" fmla="*/ 0 w 272"/>
                      <a:gd name="T57" fmla="*/ 0 h 272"/>
                      <a:gd name="T58" fmla="*/ 0 w 272"/>
                      <a:gd name="T59" fmla="*/ 0 h 272"/>
                      <a:gd name="T60" fmla="*/ 0 w 272"/>
                      <a:gd name="T61" fmla="*/ 0 h 272"/>
                      <a:gd name="T62" fmla="*/ 0 w 272"/>
                      <a:gd name="T63" fmla="*/ 0 h 272"/>
                      <a:gd name="T64" fmla="*/ 0 w 272"/>
                      <a:gd name="T65" fmla="*/ 0 h 272"/>
                      <a:gd name="T66" fmla="*/ 0 w 272"/>
                      <a:gd name="T67" fmla="*/ 0 h 272"/>
                      <a:gd name="T68" fmla="*/ 0 w 272"/>
                      <a:gd name="T69" fmla="*/ 0 h 272"/>
                      <a:gd name="T70" fmla="*/ 0 w 272"/>
                      <a:gd name="T71" fmla="*/ 0 h 272"/>
                      <a:gd name="T72" fmla="*/ 0 w 272"/>
                      <a:gd name="T73" fmla="*/ 0 h 272"/>
                      <a:gd name="T74" fmla="*/ 0 w 272"/>
                      <a:gd name="T75" fmla="*/ 0 h 272"/>
                      <a:gd name="T76" fmla="*/ 0 w 272"/>
                      <a:gd name="T77" fmla="*/ 0 h 272"/>
                      <a:gd name="T78" fmla="*/ 0 w 272"/>
                      <a:gd name="T79" fmla="*/ 0 h 272"/>
                      <a:gd name="T80" fmla="*/ 0 w 272"/>
                      <a:gd name="T81" fmla="*/ 0 h 272"/>
                      <a:gd name="T82" fmla="*/ 0 w 272"/>
                      <a:gd name="T83" fmla="*/ 0 h 272"/>
                      <a:gd name="T84" fmla="*/ 0 w 272"/>
                      <a:gd name="T85" fmla="*/ 0 h 27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72"/>
                      <a:gd name="T130" fmla="*/ 0 h 272"/>
                      <a:gd name="T131" fmla="*/ 272 w 272"/>
                      <a:gd name="T132" fmla="*/ 272 h 27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72" h="272">
                        <a:moveTo>
                          <a:pt x="272" y="136"/>
                        </a:moveTo>
                        <a:lnTo>
                          <a:pt x="271" y="122"/>
                        </a:lnTo>
                        <a:lnTo>
                          <a:pt x="269" y="109"/>
                        </a:lnTo>
                        <a:lnTo>
                          <a:pt x="266" y="96"/>
                        </a:lnTo>
                        <a:lnTo>
                          <a:pt x="261" y="83"/>
                        </a:lnTo>
                        <a:lnTo>
                          <a:pt x="256" y="71"/>
                        </a:lnTo>
                        <a:lnTo>
                          <a:pt x="248" y="60"/>
                        </a:lnTo>
                        <a:lnTo>
                          <a:pt x="241" y="50"/>
                        </a:lnTo>
                        <a:lnTo>
                          <a:pt x="232" y="40"/>
                        </a:lnTo>
                        <a:lnTo>
                          <a:pt x="222" y="32"/>
                        </a:lnTo>
                        <a:lnTo>
                          <a:pt x="212" y="23"/>
                        </a:lnTo>
                        <a:lnTo>
                          <a:pt x="200" y="16"/>
                        </a:lnTo>
                        <a:lnTo>
                          <a:pt x="188" y="11"/>
                        </a:lnTo>
                        <a:lnTo>
                          <a:pt x="176" y="7"/>
                        </a:lnTo>
                        <a:lnTo>
                          <a:pt x="163" y="3"/>
                        </a:lnTo>
                        <a:lnTo>
                          <a:pt x="150" y="1"/>
                        </a:lnTo>
                        <a:lnTo>
                          <a:pt x="136" y="0"/>
                        </a:lnTo>
                        <a:lnTo>
                          <a:pt x="122" y="1"/>
                        </a:lnTo>
                        <a:lnTo>
                          <a:pt x="109" y="3"/>
                        </a:lnTo>
                        <a:lnTo>
                          <a:pt x="96" y="7"/>
                        </a:lnTo>
                        <a:lnTo>
                          <a:pt x="83" y="11"/>
                        </a:lnTo>
                        <a:lnTo>
                          <a:pt x="71" y="16"/>
                        </a:lnTo>
                        <a:lnTo>
                          <a:pt x="60" y="23"/>
                        </a:lnTo>
                        <a:lnTo>
                          <a:pt x="49" y="32"/>
                        </a:lnTo>
                        <a:lnTo>
                          <a:pt x="41" y="40"/>
                        </a:lnTo>
                        <a:lnTo>
                          <a:pt x="32" y="50"/>
                        </a:lnTo>
                        <a:lnTo>
                          <a:pt x="23" y="60"/>
                        </a:lnTo>
                        <a:lnTo>
                          <a:pt x="17" y="71"/>
                        </a:lnTo>
                        <a:lnTo>
                          <a:pt x="11" y="83"/>
                        </a:lnTo>
                        <a:lnTo>
                          <a:pt x="7" y="96"/>
                        </a:lnTo>
                        <a:lnTo>
                          <a:pt x="4" y="109"/>
                        </a:lnTo>
                        <a:lnTo>
                          <a:pt x="2" y="122"/>
                        </a:lnTo>
                        <a:lnTo>
                          <a:pt x="0" y="136"/>
                        </a:lnTo>
                        <a:lnTo>
                          <a:pt x="2" y="150"/>
                        </a:lnTo>
                        <a:lnTo>
                          <a:pt x="4" y="163"/>
                        </a:lnTo>
                        <a:lnTo>
                          <a:pt x="7" y="176"/>
                        </a:lnTo>
                        <a:lnTo>
                          <a:pt x="11" y="188"/>
                        </a:lnTo>
                        <a:lnTo>
                          <a:pt x="17" y="200"/>
                        </a:lnTo>
                        <a:lnTo>
                          <a:pt x="23" y="212"/>
                        </a:lnTo>
                        <a:lnTo>
                          <a:pt x="32" y="222"/>
                        </a:lnTo>
                        <a:lnTo>
                          <a:pt x="41" y="232"/>
                        </a:lnTo>
                        <a:lnTo>
                          <a:pt x="49" y="240"/>
                        </a:lnTo>
                        <a:lnTo>
                          <a:pt x="60" y="248"/>
                        </a:lnTo>
                        <a:lnTo>
                          <a:pt x="71" y="255"/>
                        </a:lnTo>
                        <a:lnTo>
                          <a:pt x="83" y="261"/>
                        </a:lnTo>
                        <a:lnTo>
                          <a:pt x="96" y="265"/>
                        </a:lnTo>
                        <a:lnTo>
                          <a:pt x="109" y="269"/>
                        </a:lnTo>
                        <a:lnTo>
                          <a:pt x="122" y="271"/>
                        </a:lnTo>
                        <a:lnTo>
                          <a:pt x="136" y="272"/>
                        </a:lnTo>
                        <a:lnTo>
                          <a:pt x="150" y="271"/>
                        </a:lnTo>
                        <a:lnTo>
                          <a:pt x="163" y="269"/>
                        </a:lnTo>
                        <a:lnTo>
                          <a:pt x="176" y="265"/>
                        </a:lnTo>
                        <a:lnTo>
                          <a:pt x="188" y="261"/>
                        </a:lnTo>
                        <a:lnTo>
                          <a:pt x="200" y="255"/>
                        </a:lnTo>
                        <a:lnTo>
                          <a:pt x="212" y="248"/>
                        </a:lnTo>
                        <a:lnTo>
                          <a:pt x="222" y="240"/>
                        </a:lnTo>
                        <a:lnTo>
                          <a:pt x="232" y="232"/>
                        </a:lnTo>
                        <a:lnTo>
                          <a:pt x="241" y="222"/>
                        </a:lnTo>
                        <a:lnTo>
                          <a:pt x="248" y="212"/>
                        </a:lnTo>
                        <a:lnTo>
                          <a:pt x="256" y="200"/>
                        </a:lnTo>
                        <a:lnTo>
                          <a:pt x="261" y="188"/>
                        </a:lnTo>
                        <a:lnTo>
                          <a:pt x="266" y="176"/>
                        </a:lnTo>
                        <a:lnTo>
                          <a:pt x="269" y="163"/>
                        </a:lnTo>
                        <a:lnTo>
                          <a:pt x="271" y="150"/>
                        </a:lnTo>
                        <a:lnTo>
                          <a:pt x="272" y="136"/>
                        </a:lnTo>
                        <a:close/>
                        <a:moveTo>
                          <a:pt x="204" y="136"/>
                        </a:moveTo>
                        <a:lnTo>
                          <a:pt x="204" y="142"/>
                        </a:lnTo>
                        <a:lnTo>
                          <a:pt x="202" y="149"/>
                        </a:lnTo>
                        <a:lnTo>
                          <a:pt x="200" y="156"/>
                        </a:lnTo>
                        <a:lnTo>
                          <a:pt x="198" y="162"/>
                        </a:lnTo>
                        <a:lnTo>
                          <a:pt x="196" y="169"/>
                        </a:lnTo>
                        <a:lnTo>
                          <a:pt x="193" y="174"/>
                        </a:lnTo>
                        <a:lnTo>
                          <a:pt x="188" y="179"/>
                        </a:lnTo>
                        <a:lnTo>
                          <a:pt x="184" y="184"/>
                        </a:lnTo>
                        <a:lnTo>
                          <a:pt x="180" y="188"/>
                        </a:lnTo>
                        <a:lnTo>
                          <a:pt x="174" y="192"/>
                        </a:lnTo>
                        <a:lnTo>
                          <a:pt x="169" y="196"/>
                        </a:lnTo>
                        <a:lnTo>
                          <a:pt x="162" y="198"/>
                        </a:lnTo>
                        <a:lnTo>
                          <a:pt x="156" y="200"/>
                        </a:lnTo>
                        <a:lnTo>
                          <a:pt x="149" y="202"/>
                        </a:lnTo>
                        <a:lnTo>
                          <a:pt x="143" y="203"/>
                        </a:lnTo>
                        <a:lnTo>
                          <a:pt x="136" y="203"/>
                        </a:lnTo>
                        <a:lnTo>
                          <a:pt x="129" y="203"/>
                        </a:lnTo>
                        <a:lnTo>
                          <a:pt x="122" y="202"/>
                        </a:lnTo>
                        <a:lnTo>
                          <a:pt x="116" y="200"/>
                        </a:lnTo>
                        <a:lnTo>
                          <a:pt x="110" y="198"/>
                        </a:lnTo>
                        <a:lnTo>
                          <a:pt x="104" y="196"/>
                        </a:lnTo>
                        <a:lnTo>
                          <a:pt x="98" y="192"/>
                        </a:lnTo>
                        <a:lnTo>
                          <a:pt x="93" y="188"/>
                        </a:lnTo>
                        <a:lnTo>
                          <a:pt x="88" y="184"/>
                        </a:lnTo>
                        <a:lnTo>
                          <a:pt x="84" y="179"/>
                        </a:lnTo>
                        <a:lnTo>
                          <a:pt x="80" y="174"/>
                        </a:lnTo>
                        <a:lnTo>
                          <a:pt x="76" y="169"/>
                        </a:lnTo>
                        <a:lnTo>
                          <a:pt x="73" y="162"/>
                        </a:lnTo>
                        <a:lnTo>
                          <a:pt x="71" y="156"/>
                        </a:lnTo>
                        <a:lnTo>
                          <a:pt x="70" y="149"/>
                        </a:lnTo>
                        <a:lnTo>
                          <a:pt x="69" y="142"/>
                        </a:lnTo>
                        <a:lnTo>
                          <a:pt x="69" y="136"/>
                        </a:lnTo>
                        <a:lnTo>
                          <a:pt x="69" y="129"/>
                        </a:lnTo>
                        <a:lnTo>
                          <a:pt x="70" y="122"/>
                        </a:lnTo>
                        <a:lnTo>
                          <a:pt x="71" y="115"/>
                        </a:lnTo>
                        <a:lnTo>
                          <a:pt x="73" y="110"/>
                        </a:lnTo>
                        <a:lnTo>
                          <a:pt x="76" y="103"/>
                        </a:lnTo>
                        <a:lnTo>
                          <a:pt x="80" y="98"/>
                        </a:lnTo>
                        <a:lnTo>
                          <a:pt x="84" y="92"/>
                        </a:lnTo>
                        <a:lnTo>
                          <a:pt x="88" y="88"/>
                        </a:lnTo>
                        <a:lnTo>
                          <a:pt x="93" y="84"/>
                        </a:lnTo>
                        <a:lnTo>
                          <a:pt x="98" y="79"/>
                        </a:lnTo>
                        <a:lnTo>
                          <a:pt x="104" y="76"/>
                        </a:lnTo>
                        <a:lnTo>
                          <a:pt x="110" y="73"/>
                        </a:lnTo>
                        <a:lnTo>
                          <a:pt x="116" y="71"/>
                        </a:lnTo>
                        <a:lnTo>
                          <a:pt x="122" y="70"/>
                        </a:lnTo>
                        <a:lnTo>
                          <a:pt x="129" y="69"/>
                        </a:lnTo>
                        <a:lnTo>
                          <a:pt x="136" y="68"/>
                        </a:lnTo>
                        <a:lnTo>
                          <a:pt x="143" y="69"/>
                        </a:lnTo>
                        <a:lnTo>
                          <a:pt x="149" y="70"/>
                        </a:lnTo>
                        <a:lnTo>
                          <a:pt x="156" y="71"/>
                        </a:lnTo>
                        <a:lnTo>
                          <a:pt x="162" y="73"/>
                        </a:lnTo>
                        <a:lnTo>
                          <a:pt x="169" y="76"/>
                        </a:lnTo>
                        <a:lnTo>
                          <a:pt x="174" y="79"/>
                        </a:lnTo>
                        <a:lnTo>
                          <a:pt x="180" y="84"/>
                        </a:lnTo>
                        <a:lnTo>
                          <a:pt x="184" y="88"/>
                        </a:lnTo>
                        <a:lnTo>
                          <a:pt x="188" y="92"/>
                        </a:lnTo>
                        <a:lnTo>
                          <a:pt x="193" y="98"/>
                        </a:lnTo>
                        <a:lnTo>
                          <a:pt x="196" y="103"/>
                        </a:lnTo>
                        <a:lnTo>
                          <a:pt x="198" y="110"/>
                        </a:lnTo>
                        <a:lnTo>
                          <a:pt x="200" y="115"/>
                        </a:lnTo>
                        <a:lnTo>
                          <a:pt x="202" y="122"/>
                        </a:lnTo>
                        <a:lnTo>
                          <a:pt x="204" y="129"/>
                        </a:lnTo>
                        <a:lnTo>
                          <a:pt x="204" y="136"/>
                        </a:lnTo>
                        <a:close/>
                      </a:path>
                    </a:pathLst>
                  </a:custGeom>
                  <a:solidFill>
                    <a:srgbClr val="FCE500"/>
                  </a:solidFill>
                  <a:ln>
                    <a:noFill/>
                  </a:ln>
                </p:spPr>
                <p:txBody>
                  <a:bodyPr/>
                  <a:lstStyle/>
                  <a:p>
                    <a:pPr>
                      <a:defRPr/>
                    </a:pPr>
                    <a:endParaRPr lang="en-US" sz="1050">
                      <a:latin typeface="+mj-lt"/>
                    </a:endParaRPr>
                  </a:p>
                </p:txBody>
              </p:sp>
              <p:sp>
                <p:nvSpPr>
                  <p:cNvPr id="41689" name="Freeform 468">
                    <a:extLst>
                      <a:ext uri="{FF2B5EF4-FFF2-40B4-BE49-F238E27FC236}">
                        <a16:creationId xmlns="" xmlns:a16="http://schemas.microsoft.com/office/drawing/2014/main" id="{1140CA90-1358-5A44-D5C4-DBA6B0B29BF4}"/>
                      </a:ext>
                    </a:extLst>
                  </p:cNvPr>
                  <p:cNvSpPr>
                    <a:spLocks noEditPoints="1"/>
                  </p:cNvSpPr>
                  <p:nvPr/>
                </p:nvSpPr>
                <p:spPr bwMode="auto">
                  <a:xfrm>
                    <a:off x="3332" y="2033"/>
                    <a:ext cx="34" cy="33"/>
                  </a:xfrm>
                  <a:custGeom>
                    <a:avLst/>
                    <a:gdLst>
                      <a:gd name="T0" fmla="*/ 0 w 203"/>
                      <a:gd name="T1" fmla="*/ 0 h 203"/>
                      <a:gd name="T2" fmla="*/ 0 w 203"/>
                      <a:gd name="T3" fmla="*/ 0 h 203"/>
                      <a:gd name="T4" fmla="*/ 0 w 203"/>
                      <a:gd name="T5" fmla="*/ 0 h 203"/>
                      <a:gd name="T6" fmla="*/ 0 w 203"/>
                      <a:gd name="T7" fmla="*/ 0 h 203"/>
                      <a:gd name="T8" fmla="*/ 0 w 203"/>
                      <a:gd name="T9" fmla="*/ 0 h 203"/>
                      <a:gd name="T10" fmla="*/ 0 w 203"/>
                      <a:gd name="T11" fmla="*/ 0 h 203"/>
                      <a:gd name="T12" fmla="*/ 0 w 203"/>
                      <a:gd name="T13" fmla="*/ 0 h 203"/>
                      <a:gd name="T14" fmla="*/ 0 w 203"/>
                      <a:gd name="T15" fmla="*/ 0 h 203"/>
                      <a:gd name="T16" fmla="*/ 0 w 203"/>
                      <a:gd name="T17" fmla="*/ 0 h 203"/>
                      <a:gd name="T18" fmla="*/ 0 w 203"/>
                      <a:gd name="T19" fmla="*/ 0 h 203"/>
                      <a:gd name="T20" fmla="*/ 0 w 203"/>
                      <a:gd name="T21" fmla="*/ 0 h 203"/>
                      <a:gd name="T22" fmla="*/ 0 w 203"/>
                      <a:gd name="T23" fmla="*/ 0 h 203"/>
                      <a:gd name="T24" fmla="*/ 0 w 203"/>
                      <a:gd name="T25" fmla="*/ 0 h 203"/>
                      <a:gd name="T26" fmla="*/ 0 w 203"/>
                      <a:gd name="T27" fmla="*/ 0 h 203"/>
                      <a:gd name="T28" fmla="*/ 0 w 203"/>
                      <a:gd name="T29" fmla="*/ 0 h 203"/>
                      <a:gd name="T30" fmla="*/ 0 w 203"/>
                      <a:gd name="T31" fmla="*/ 0 h 203"/>
                      <a:gd name="T32" fmla="*/ 0 w 203"/>
                      <a:gd name="T33" fmla="*/ 0 h 203"/>
                      <a:gd name="T34" fmla="*/ 0 w 203"/>
                      <a:gd name="T35" fmla="*/ 0 h 203"/>
                      <a:gd name="T36" fmla="*/ 0 w 203"/>
                      <a:gd name="T37" fmla="*/ 0 h 203"/>
                      <a:gd name="T38" fmla="*/ 0 w 203"/>
                      <a:gd name="T39" fmla="*/ 0 h 203"/>
                      <a:gd name="T40" fmla="*/ 0 w 203"/>
                      <a:gd name="T41" fmla="*/ 0 h 203"/>
                      <a:gd name="T42" fmla="*/ 0 w 203"/>
                      <a:gd name="T43" fmla="*/ 0 h 203"/>
                      <a:gd name="T44" fmla="*/ 0 w 203"/>
                      <a:gd name="T45" fmla="*/ 0 h 203"/>
                      <a:gd name="T46" fmla="*/ 0 w 203"/>
                      <a:gd name="T47" fmla="*/ 0 h 203"/>
                      <a:gd name="T48" fmla="*/ 0 w 203"/>
                      <a:gd name="T49" fmla="*/ 0 h 203"/>
                      <a:gd name="T50" fmla="*/ 0 w 203"/>
                      <a:gd name="T51" fmla="*/ 0 h 203"/>
                      <a:gd name="T52" fmla="*/ 0 w 203"/>
                      <a:gd name="T53" fmla="*/ 0 h 203"/>
                      <a:gd name="T54" fmla="*/ 0 w 203"/>
                      <a:gd name="T55" fmla="*/ 0 h 203"/>
                      <a:gd name="T56" fmla="*/ 0 w 203"/>
                      <a:gd name="T57" fmla="*/ 0 h 203"/>
                      <a:gd name="T58" fmla="*/ 0 w 203"/>
                      <a:gd name="T59" fmla="*/ 0 h 203"/>
                      <a:gd name="T60" fmla="*/ 0 w 203"/>
                      <a:gd name="T61" fmla="*/ 0 h 203"/>
                      <a:gd name="T62" fmla="*/ 0 w 203"/>
                      <a:gd name="T63" fmla="*/ 0 h 203"/>
                      <a:gd name="T64" fmla="*/ 0 w 203"/>
                      <a:gd name="T65" fmla="*/ 0 h 203"/>
                      <a:gd name="T66" fmla="*/ 0 w 203"/>
                      <a:gd name="T67" fmla="*/ 0 h 203"/>
                      <a:gd name="T68" fmla="*/ 0 w 203"/>
                      <a:gd name="T69" fmla="*/ 0 h 203"/>
                      <a:gd name="T70" fmla="*/ 0 w 203"/>
                      <a:gd name="T71" fmla="*/ 0 h 203"/>
                      <a:gd name="T72" fmla="*/ 0 w 203"/>
                      <a:gd name="T73" fmla="*/ 0 h 203"/>
                      <a:gd name="T74" fmla="*/ 0 w 203"/>
                      <a:gd name="T75" fmla="*/ 0 h 203"/>
                      <a:gd name="T76" fmla="*/ 0 w 203"/>
                      <a:gd name="T77" fmla="*/ 0 h 203"/>
                      <a:gd name="T78" fmla="*/ 0 w 203"/>
                      <a:gd name="T79" fmla="*/ 0 h 203"/>
                      <a:gd name="T80" fmla="*/ 0 w 203"/>
                      <a:gd name="T81" fmla="*/ 0 h 203"/>
                      <a:gd name="T82" fmla="*/ 0 w 203"/>
                      <a:gd name="T83" fmla="*/ 0 h 203"/>
                      <a:gd name="T84" fmla="*/ 0 w 203"/>
                      <a:gd name="T85" fmla="*/ 0 h 203"/>
                      <a:gd name="T86" fmla="*/ 0 w 203"/>
                      <a:gd name="T87" fmla="*/ 0 h 203"/>
                      <a:gd name="T88" fmla="*/ 0 w 203"/>
                      <a:gd name="T89" fmla="*/ 0 h 203"/>
                      <a:gd name="T90" fmla="*/ 0 w 203"/>
                      <a:gd name="T91" fmla="*/ 0 h 203"/>
                      <a:gd name="T92" fmla="*/ 0 w 203"/>
                      <a:gd name="T93" fmla="*/ 0 h 203"/>
                      <a:gd name="T94" fmla="*/ 0 w 203"/>
                      <a:gd name="T95" fmla="*/ 0 h 203"/>
                      <a:gd name="T96" fmla="*/ 0 w 203"/>
                      <a:gd name="T97" fmla="*/ 0 h 20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03"/>
                      <a:gd name="T148" fmla="*/ 0 h 203"/>
                      <a:gd name="T149" fmla="*/ 203 w 203"/>
                      <a:gd name="T150" fmla="*/ 203 h 203"/>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03" h="203">
                        <a:moveTo>
                          <a:pt x="203" y="102"/>
                        </a:moveTo>
                        <a:lnTo>
                          <a:pt x="203" y="91"/>
                        </a:lnTo>
                        <a:lnTo>
                          <a:pt x="202" y="81"/>
                        </a:lnTo>
                        <a:lnTo>
                          <a:pt x="199" y="72"/>
                        </a:lnTo>
                        <a:lnTo>
                          <a:pt x="196" y="62"/>
                        </a:lnTo>
                        <a:lnTo>
                          <a:pt x="191" y="53"/>
                        </a:lnTo>
                        <a:lnTo>
                          <a:pt x="186" y="45"/>
                        </a:lnTo>
                        <a:lnTo>
                          <a:pt x="180" y="37"/>
                        </a:lnTo>
                        <a:lnTo>
                          <a:pt x="174" y="30"/>
                        </a:lnTo>
                        <a:lnTo>
                          <a:pt x="166" y="24"/>
                        </a:lnTo>
                        <a:lnTo>
                          <a:pt x="159" y="17"/>
                        </a:lnTo>
                        <a:lnTo>
                          <a:pt x="150" y="13"/>
                        </a:lnTo>
                        <a:lnTo>
                          <a:pt x="141" y="9"/>
                        </a:lnTo>
                        <a:lnTo>
                          <a:pt x="133" y="5"/>
                        </a:lnTo>
                        <a:lnTo>
                          <a:pt x="123" y="2"/>
                        </a:lnTo>
                        <a:lnTo>
                          <a:pt x="112" y="1"/>
                        </a:lnTo>
                        <a:lnTo>
                          <a:pt x="102" y="0"/>
                        </a:lnTo>
                        <a:lnTo>
                          <a:pt x="91" y="1"/>
                        </a:lnTo>
                        <a:lnTo>
                          <a:pt x="82" y="2"/>
                        </a:lnTo>
                        <a:lnTo>
                          <a:pt x="72" y="5"/>
                        </a:lnTo>
                        <a:lnTo>
                          <a:pt x="62" y="9"/>
                        </a:lnTo>
                        <a:lnTo>
                          <a:pt x="53" y="13"/>
                        </a:lnTo>
                        <a:lnTo>
                          <a:pt x="46" y="17"/>
                        </a:lnTo>
                        <a:lnTo>
                          <a:pt x="37" y="24"/>
                        </a:lnTo>
                        <a:lnTo>
                          <a:pt x="31" y="30"/>
                        </a:lnTo>
                        <a:lnTo>
                          <a:pt x="24" y="37"/>
                        </a:lnTo>
                        <a:lnTo>
                          <a:pt x="17" y="45"/>
                        </a:lnTo>
                        <a:lnTo>
                          <a:pt x="13" y="53"/>
                        </a:lnTo>
                        <a:lnTo>
                          <a:pt x="9" y="62"/>
                        </a:lnTo>
                        <a:lnTo>
                          <a:pt x="4" y="72"/>
                        </a:lnTo>
                        <a:lnTo>
                          <a:pt x="2" y="81"/>
                        </a:lnTo>
                        <a:lnTo>
                          <a:pt x="1" y="91"/>
                        </a:lnTo>
                        <a:lnTo>
                          <a:pt x="0" y="102"/>
                        </a:lnTo>
                        <a:lnTo>
                          <a:pt x="1" y="112"/>
                        </a:lnTo>
                        <a:lnTo>
                          <a:pt x="2" y="123"/>
                        </a:lnTo>
                        <a:lnTo>
                          <a:pt x="4" y="132"/>
                        </a:lnTo>
                        <a:lnTo>
                          <a:pt x="9" y="141"/>
                        </a:lnTo>
                        <a:lnTo>
                          <a:pt x="13" y="151"/>
                        </a:lnTo>
                        <a:lnTo>
                          <a:pt x="17" y="158"/>
                        </a:lnTo>
                        <a:lnTo>
                          <a:pt x="24" y="166"/>
                        </a:lnTo>
                        <a:lnTo>
                          <a:pt x="31" y="174"/>
                        </a:lnTo>
                        <a:lnTo>
                          <a:pt x="37" y="180"/>
                        </a:lnTo>
                        <a:lnTo>
                          <a:pt x="46" y="187"/>
                        </a:lnTo>
                        <a:lnTo>
                          <a:pt x="53" y="191"/>
                        </a:lnTo>
                        <a:lnTo>
                          <a:pt x="62" y="195"/>
                        </a:lnTo>
                        <a:lnTo>
                          <a:pt x="72" y="199"/>
                        </a:lnTo>
                        <a:lnTo>
                          <a:pt x="82" y="202"/>
                        </a:lnTo>
                        <a:lnTo>
                          <a:pt x="91" y="203"/>
                        </a:lnTo>
                        <a:lnTo>
                          <a:pt x="102" y="203"/>
                        </a:lnTo>
                        <a:lnTo>
                          <a:pt x="112" y="203"/>
                        </a:lnTo>
                        <a:lnTo>
                          <a:pt x="123" y="202"/>
                        </a:lnTo>
                        <a:lnTo>
                          <a:pt x="133" y="199"/>
                        </a:lnTo>
                        <a:lnTo>
                          <a:pt x="141" y="195"/>
                        </a:lnTo>
                        <a:lnTo>
                          <a:pt x="150" y="191"/>
                        </a:lnTo>
                        <a:lnTo>
                          <a:pt x="159" y="187"/>
                        </a:lnTo>
                        <a:lnTo>
                          <a:pt x="166" y="180"/>
                        </a:lnTo>
                        <a:lnTo>
                          <a:pt x="174" y="174"/>
                        </a:lnTo>
                        <a:lnTo>
                          <a:pt x="180" y="166"/>
                        </a:lnTo>
                        <a:lnTo>
                          <a:pt x="186" y="158"/>
                        </a:lnTo>
                        <a:lnTo>
                          <a:pt x="191" y="151"/>
                        </a:lnTo>
                        <a:lnTo>
                          <a:pt x="196" y="141"/>
                        </a:lnTo>
                        <a:lnTo>
                          <a:pt x="199" y="132"/>
                        </a:lnTo>
                        <a:lnTo>
                          <a:pt x="202" y="123"/>
                        </a:lnTo>
                        <a:lnTo>
                          <a:pt x="203" y="112"/>
                        </a:lnTo>
                        <a:lnTo>
                          <a:pt x="203" y="102"/>
                        </a:lnTo>
                        <a:close/>
                        <a:moveTo>
                          <a:pt x="136" y="102"/>
                        </a:moveTo>
                        <a:lnTo>
                          <a:pt x="135" y="108"/>
                        </a:lnTo>
                        <a:lnTo>
                          <a:pt x="134" y="115"/>
                        </a:lnTo>
                        <a:lnTo>
                          <a:pt x="130" y="120"/>
                        </a:lnTo>
                        <a:lnTo>
                          <a:pt x="126" y="126"/>
                        </a:lnTo>
                        <a:lnTo>
                          <a:pt x="121" y="130"/>
                        </a:lnTo>
                        <a:lnTo>
                          <a:pt x="115" y="133"/>
                        </a:lnTo>
                        <a:lnTo>
                          <a:pt x="109" y="135"/>
                        </a:lnTo>
                        <a:lnTo>
                          <a:pt x="102" y="136"/>
                        </a:lnTo>
                        <a:lnTo>
                          <a:pt x="96" y="135"/>
                        </a:lnTo>
                        <a:lnTo>
                          <a:pt x="89" y="133"/>
                        </a:lnTo>
                        <a:lnTo>
                          <a:pt x="83" y="130"/>
                        </a:lnTo>
                        <a:lnTo>
                          <a:pt x="78" y="126"/>
                        </a:lnTo>
                        <a:lnTo>
                          <a:pt x="74" y="120"/>
                        </a:lnTo>
                        <a:lnTo>
                          <a:pt x="71" y="115"/>
                        </a:lnTo>
                        <a:lnTo>
                          <a:pt x="69" y="108"/>
                        </a:lnTo>
                        <a:lnTo>
                          <a:pt x="69" y="102"/>
                        </a:lnTo>
                        <a:lnTo>
                          <a:pt x="69" y="95"/>
                        </a:lnTo>
                        <a:lnTo>
                          <a:pt x="71" y="89"/>
                        </a:lnTo>
                        <a:lnTo>
                          <a:pt x="74" y="82"/>
                        </a:lnTo>
                        <a:lnTo>
                          <a:pt x="78" y="78"/>
                        </a:lnTo>
                        <a:lnTo>
                          <a:pt x="83" y="74"/>
                        </a:lnTo>
                        <a:lnTo>
                          <a:pt x="89" y="70"/>
                        </a:lnTo>
                        <a:lnTo>
                          <a:pt x="96" y="68"/>
                        </a:lnTo>
                        <a:lnTo>
                          <a:pt x="102" y="68"/>
                        </a:lnTo>
                        <a:lnTo>
                          <a:pt x="109" y="68"/>
                        </a:lnTo>
                        <a:lnTo>
                          <a:pt x="115" y="70"/>
                        </a:lnTo>
                        <a:lnTo>
                          <a:pt x="121" y="74"/>
                        </a:lnTo>
                        <a:lnTo>
                          <a:pt x="126" y="78"/>
                        </a:lnTo>
                        <a:lnTo>
                          <a:pt x="130" y="82"/>
                        </a:lnTo>
                        <a:lnTo>
                          <a:pt x="134" y="89"/>
                        </a:lnTo>
                        <a:lnTo>
                          <a:pt x="135" y="95"/>
                        </a:lnTo>
                        <a:lnTo>
                          <a:pt x="136" y="102"/>
                        </a:lnTo>
                        <a:close/>
                      </a:path>
                    </a:pathLst>
                  </a:custGeom>
                  <a:solidFill>
                    <a:srgbClr val="FCEB00"/>
                  </a:solidFill>
                  <a:ln>
                    <a:noFill/>
                  </a:ln>
                </p:spPr>
                <p:txBody>
                  <a:bodyPr/>
                  <a:lstStyle/>
                  <a:p>
                    <a:pPr>
                      <a:defRPr/>
                    </a:pPr>
                    <a:endParaRPr lang="en-US" sz="1050">
                      <a:latin typeface="+mj-lt"/>
                    </a:endParaRPr>
                  </a:p>
                </p:txBody>
              </p:sp>
              <p:sp>
                <p:nvSpPr>
                  <p:cNvPr id="41690" name="Freeform 469">
                    <a:extLst>
                      <a:ext uri="{FF2B5EF4-FFF2-40B4-BE49-F238E27FC236}">
                        <a16:creationId xmlns="" xmlns:a16="http://schemas.microsoft.com/office/drawing/2014/main" id="{DDEA51DB-9420-7907-1E3A-69F0978C8A87}"/>
                      </a:ext>
                    </a:extLst>
                  </p:cNvPr>
                  <p:cNvSpPr>
                    <a:spLocks/>
                  </p:cNvSpPr>
                  <p:nvPr/>
                </p:nvSpPr>
                <p:spPr bwMode="auto">
                  <a:xfrm>
                    <a:off x="3336" y="2054"/>
                    <a:ext cx="26" cy="8"/>
                  </a:xfrm>
                  <a:custGeom>
                    <a:avLst/>
                    <a:gdLst>
                      <a:gd name="T0" fmla="*/ 0 w 136"/>
                      <a:gd name="T1" fmla="*/ 0 h 135"/>
                      <a:gd name="T2" fmla="*/ 0 w 136"/>
                      <a:gd name="T3" fmla="*/ 0 h 135"/>
                      <a:gd name="T4" fmla="*/ 0 w 136"/>
                      <a:gd name="T5" fmla="*/ 0 h 135"/>
                      <a:gd name="T6" fmla="*/ 0 w 136"/>
                      <a:gd name="T7" fmla="*/ 0 h 135"/>
                      <a:gd name="T8" fmla="*/ 0 w 136"/>
                      <a:gd name="T9" fmla="*/ 0 h 135"/>
                      <a:gd name="T10" fmla="*/ 0 w 136"/>
                      <a:gd name="T11" fmla="*/ 0 h 135"/>
                      <a:gd name="T12" fmla="*/ 0 w 136"/>
                      <a:gd name="T13" fmla="*/ 0 h 135"/>
                      <a:gd name="T14" fmla="*/ 0 w 136"/>
                      <a:gd name="T15" fmla="*/ 0 h 135"/>
                      <a:gd name="T16" fmla="*/ 0 w 136"/>
                      <a:gd name="T17" fmla="*/ 0 h 135"/>
                      <a:gd name="T18" fmla="*/ 0 w 136"/>
                      <a:gd name="T19" fmla="*/ 0 h 135"/>
                      <a:gd name="T20" fmla="*/ 0 w 136"/>
                      <a:gd name="T21" fmla="*/ 0 h 135"/>
                      <a:gd name="T22" fmla="*/ 0 w 136"/>
                      <a:gd name="T23" fmla="*/ 0 h 135"/>
                      <a:gd name="T24" fmla="*/ 0 w 136"/>
                      <a:gd name="T25" fmla="*/ 0 h 135"/>
                      <a:gd name="T26" fmla="*/ 0 w 136"/>
                      <a:gd name="T27" fmla="*/ 0 h 135"/>
                      <a:gd name="T28" fmla="*/ 0 w 136"/>
                      <a:gd name="T29" fmla="*/ 0 h 135"/>
                      <a:gd name="T30" fmla="*/ 0 w 136"/>
                      <a:gd name="T31" fmla="*/ 0 h 135"/>
                      <a:gd name="T32" fmla="*/ 0 w 136"/>
                      <a:gd name="T33" fmla="*/ 0 h 135"/>
                      <a:gd name="T34" fmla="*/ 0 w 136"/>
                      <a:gd name="T35" fmla="*/ 0 h 135"/>
                      <a:gd name="T36" fmla="*/ 0 w 136"/>
                      <a:gd name="T37" fmla="*/ 0 h 135"/>
                      <a:gd name="T38" fmla="*/ 0 w 136"/>
                      <a:gd name="T39" fmla="*/ 0 h 135"/>
                      <a:gd name="T40" fmla="*/ 0 w 136"/>
                      <a:gd name="T41" fmla="*/ 0 h 135"/>
                      <a:gd name="T42" fmla="*/ 0 w 136"/>
                      <a:gd name="T43" fmla="*/ 0 h 135"/>
                      <a:gd name="T44" fmla="*/ 0 w 136"/>
                      <a:gd name="T45" fmla="*/ 0 h 135"/>
                      <a:gd name="T46" fmla="*/ 0 w 136"/>
                      <a:gd name="T47" fmla="*/ 0 h 135"/>
                      <a:gd name="T48" fmla="*/ 0 w 136"/>
                      <a:gd name="T49" fmla="*/ 0 h 135"/>
                      <a:gd name="T50" fmla="*/ 0 w 136"/>
                      <a:gd name="T51" fmla="*/ 0 h 135"/>
                      <a:gd name="T52" fmla="*/ 0 w 136"/>
                      <a:gd name="T53" fmla="*/ 0 h 135"/>
                      <a:gd name="T54" fmla="*/ 0 w 136"/>
                      <a:gd name="T55" fmla="*/ 0 h 135"/>
                      <a:gd name="T56" fmla="*/ 0 w 136"/>
                      <a:gd name="T57" fmla="*/ 0 h 135"/>
                      <a:gd name="T58" fmla="*/ 0 w 136"/>
                      <a:gd name="T59" fmla="*/ 0 h 135"/>
                      <a:gd name="T60" fmla="*/ 0 w 136"/>
                      <a:gd name="T61" fmla="*/ 0 h 135"/>
                      <a:gd name="T62" fmla="*/ 0 w 136"/>
                      <a:gd name="T63" fmla="*/ 0 h 13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36"/>
                      <a:gd name="T97" fmla="*/ 0 h 135"/>
                      <a:gd name="T98" fmla="*/ 136 w 136"/>
                      <a:gd name="T99" fmla="*/ 135 h 13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36" h="135">
                        <a:moveTo>
                          <a:pt x="136" y="68"/>
                        </a:moveTo>
                        <a:lnTo>
                          <a:pt x="136" y="61"/>
                        </a:lnTo>
                        <a:lnTo>
                          <a:pt x="134" y="54"/>
                        </a:lnTo>
                        <a:lnTo>
                          <a:pt x="132" y="47"/>
                        </a:lnTo>
                        <a:lnTo>
                          <a:pt x="130" y="42"/>
                        </a:lnTo>
                        <a:lnTo>
                          <a:pt x="128" y="35"/>
                        </a:lnTo>
                        <a:lnTo>
                          <a:pt x="125" y="30"/>
                        </a:lnTo>
                        <a:lnTo>
                          <a:pt x="120" y="24"/>
                        </a:lnTo>
                        <a:lnTo>
                          <a:pt x="116" y="20"/>
                        </a:lnTo>
                        <a:lnTo>
                          <a:pt x="112" y="16"/>
                        </a:lnTo>
                        <a:lnTo>
                          <a:pt x="106" y="11"/>
                        </a:lnTo>
                        <a:lnTo>
                          <a:pt x="101" y="8"/>
                        </a:lnTo>
                        <a:lnTo>
                          <a:pt x="94" y="5"/>
                        </a:lnTo>
                        <a:lnTo>
                          <a:pt x="88" y="3"/>
                        </a:lnTo>
                        <a:lnTo>
                          <a:pt x="81" y="2"/>
                        </a:lnTo>
                        <a:lnTo>
                          <a:pt x="75" y="1"/>
                        </a:lnTo>
                        <a:lnTo>
                          <a:pt x="68" y="0"/>
                        </a:lnTo>
                        <a:lnTo>
                          <a:pt x="61" y="1"/>
                        </a:lnTo>
                        <a:lnTo>
                          <a:pt x="54" y="2"/>
                        </a:lnTo>
                        <a:lnTo>
                          <a:pt x="48" y="3"/>
                        </a:lnTo>
                        <a:lnTo>
                          <a:pt x="42" y="5"/>
                        </a:lnTo>
                        <a:lnTo>
                          <a:pt x="36" y="8"/>
                        </a:lnTo>
                        <a:lnTo>
                          <a:pt x="30" y="11"/>
                        </a:lnTo>
                        <a:lnTo>
                          <a:pt x="25" y="16"/>
                        </a:lnTo>
                        <a:lnTo>
                          <a:pt x="20" y="20"/>
                        </a:lnTo>
                        <a:lnTo>
                          <a:pt x="16" y="24"/>
                        </a:lnTo>
                        <a:lnTo>
                          <a:pt x="12" y="30"/>
                        </a:lnTo>
                        <a:lnTo>
                          <a:pt x="8" y="35"/>
                        </a:lnTo>
                        <a:lnTo>
                          <a:pt x="5" y="42"/>
                        </a:lnTo>
                        <a:lnTo>
                          <a:pt x="3" y="47"/>
                        </a:lnTo>
                        <a:lnTo>
                          <a:pt x="2" y="54"/>
                        </a:lnTo>
                        <a:lnTo>
                          <a:pt x="1" y="61"/>
                        </a:lnTo>
                        <a:lnTo>
                          <a:pt x="0" y="68"/>
                        </a:lnTo>
                        <a:lnTo>
                          <a:pt x="1" y="74"/>
                        </a:lnTo>
                        <a:lnTo>
                          <a:pt x="2" y="81"/>
                        </a:lnTo>
                        <a:lnTo>
                          <a:pt x="3" y="88"/>
                        </a:lnTo>
                        <a:lnTo>
                          <a:pt x="5" y="94"/>
                        </a:lnTo>
                        <a:lnTo>
                          <a:pt x="8" y="101"/>
                        </a:lnTo>
                        <a:lnTo>
                          <a:pt x="12" y="106"/>
                        </a:lnTo>
                        <a:lnTo>
                          <a:pt x="16" y="111"/>
                        </a:lnTo>
                        <a:lnTo>
                          <a:pt x="20" y="116"/>
                        </a:lnTo>
                        <a:lnTo>
                          <a:pt x="25" y="120"/>
                        </a:lnTo>
                        <a:lnTo>
                          <a:pt x="30" y="124"/>
                        </a:lnTo>
                        <a:lnTo>
                          <a:pt x="36" y="128"/>
                        </a:lnTo>
                        <a:lnTo>
                          <a:pt x="42" y="130"/>
                        </a:lnTo>
                        <a:lnTo>
                          <a:pt x="48" y="132"/>
                        </a:lnTo>
                        <a:lnTo>
                          <a:pt x="54" y="134"/>
                        </a:lnTo>
                        <a:lnTo>
                          <a:pt x="61" y="135"/>
                        </a:lnTo>
                        <a:lnTo>
                          <a:pt x="68" y="135"/>
                        </a:lnTo>
                        <a:lnTo>
                          <a:pt x="75" y="135"/>
                        </a:lnTo>
                        <a:lnTo>
                          <a:pt x="81" y="134"/>
                        </a:lnTo>
                        <a:lnTo>
                          <a:pt x="88" y="132"/>
                        </a:lnTo>
                        <a:lnTo>
                          <a:pt x="94" y="130"/>
                        </a:lnTo>
                        <a:lnTo>
                          <a:pt x="101" y="128"/>
                        </a:lnTo>
                        <a:lnTo>
                          <a:pt x="106" y="124"/>
                        </a:lnTo>
                        <a:lnTo>
                          <a:pt x="112" y="120"/>
                        </a:lnTo>
                        <a:lnTo>
                          <a:pt x="116" y="116"/>
                        </a:lnTo>
                        <a:lnTo>
                          <a:pt x="120" y="111"/>
                        </a:lnTo>
                        <a:lnTo>
                          <a:pt x="125" y="106"/>
                        </a:lnTo>
                        <a:lnTo>
                          <a:pt x="128" y="101"/>
                        </a:lnTo>
                        <a:lnTo>
                          <a:pt x="130" y="94"/>
                        </a:lnTo>
                        <a:lnTo>
                          <a:pt x="132" y="88"/>
                        </a:lnTo>
                        <a:lnTo>
                          <a:pt x="134" y="81"/>
                        </a:lnTo>
                        <a:lnTo>
                          <a:pt x="136" y="74"/>
                        </a:lnTo>
                        <a:lnTo>
                          <a:pt x="136" y="68"/>
                        </a:lnTo>
                        <a:close/>
                      </a:path>
                    </a:pathLst>
                  </a:custGeom>
                  <a:solidFill>
                    <a:srgbClr val="FDF000"/>
                  </a:solidFill>
                  <a:ln>
                    <a:noFill/>
                  </a:ln>
                </p:spPr>
                <p:txBody>
                  <a:bodyPr/>
                  <a:lstStyle/>
                  <a:p>
                    <a:pPr>
                      <a:defRPr/>
                    </a:pPr>
                    <a:endParaRPr lang="en-US" sz="1050">
                      <a:latin typeface="+mj-lt"/>
                    </a:endParaRPr>
                  </a:p>
                </p:txBody>
              </p:sp>
              <p:sp>
                <p:nvSpPr>
                  <p:cNvPr id="41691" name="Freeform 470">
                    <a:extLst>
                      <a:ext uri="{FF2B5EF4-FFF2-40B4-BE49-F238E27FC236}">
                        <a16:creationId xmlns="" xmlns:a16="http://schemas.microsoft.com/office/drawing/2014/main" id="{2D40E960-D13A-E7E3-7ED6-3B0CC7675CF5}"/>
                      </a:ext>
                    </a:extLst>
                  </p:cNvPr>
                  <p:cNvSpPr>
                    <a:spLocks/>
                  </p:cNvSpPr>
                  <p:nvPr/>
                </p:nvSpPr>
                <p:spPr bwMode="auto">
                  <a:xfrm>
                    <a:off x="3345" y="2054"/>
                    <a:ext cx="9" cy="4"/>
                  </a:xfrm>
                  <a:custGeom>
                    <a:avLst/>
                    <a:gdLst>
                      <a:gd name="T0" fmla="*/ 0 w 67"/>
                      <a:gd name="T1" fmla="*/ 0 h 68"/>
                      <a:gd name="T2" fmla="*/ 0 w 67"/>
                      <a:gd name="T3" fmla="*/ 0 h 68"/>
                      <a:gd name="T4" fmla="*/ 0 w 67"/>
                      <a:gd name="T5" fmla="*/ 0 h 68"/>
                      <a:gd name="T6" fmla="*/ 0 w 67"/>
                      <a:gd name="T7" fmla="*/ 0 h 68"/>
                      <a:gd name="T8" fmla="*/ 0 w 67"/>
                      <a:gd name="T9" fmla="*/ 0 h 68"/>
                      <a:gd name="T10" fmla="*/ 0 w 67"/>
                      <a:gd name="T11" fmla="*/ 0 h 68"/>
                      <a:gd name="T12" fmla="*/ 0 w 67"/>
                      <a:gd name="T13" fmla="*/ 0 h 68"/>
                      <a:gd name="T14" fmla="*/ 0 w 67"/>
                      <a:gd name="T15" fmla="*/ 0 h 68"/>
                      <a:gd name="T16" fmla="*/ 0 w 67"/>
                      <a:gd name="T17" fmla="*/ 0 h 68"/>
                      <a:gd name="T18" fmla="*/ 0 w 67"/>
                      <a:gd name="T19" fmla="*/ 0 h 68"/>
                      <a:gd name="T20" fmla="*/ 0 w 67"/>
                      <a:gd name="T21" fmla="*/ 0 h 68"/>
                      <a:gd name="T22" fmla="*/ 0 w 67"/>
                      <a:gd name="T23" fmla="*/ 0 h 68"/>
                      <a:gd name="T24" fmla="*/ 0 w 67"/>
                      <a:gd name="T25" fmla="*/ 0 h 68"/>
                      <a:gd name="T26" fmla="*/ 0 w 67"/>
                      <a:gd name="T27" fmla="*/ 0 h 68"/>
                      <a:gd name="T28" fmla="*/ 0 w 67"/>
                      <a:gd name="T29" fmla="*/ 0 h 68"/>
                      <a:gd name="T30" fmla="*/ 0 w 67"/>
                      <a:gd name="T31" fmla="*/ 0 h 68"/>
                      <a:gd name="T32" fmla="*/ 0 w 67"/>
                      <a:gd name="T33" fmla="*/ 0 h 68"/>
                      <a:gd name="T34" fmla="*/ 0 w 67"/>
                      <a:gd name="T35" fmla="*/ 0 h 68"/>
                      <a:gd name="T36" fmla="*/ 0 w 67"/>
                      <a:gd name="T37" fmla="*/ 0 h 68"/>
                      <a:gd name="T38" fmla="*/ 0 w 67"/>
                      <a:gd name="T39" fmla="*/ 0 h 68"/>
                      <a:gd name="T40" fmla="*/ 0 w 67"/>
                      <a:gd name="T41" fmla="*/ 0 h 68"/>
                      <a:gd name="T42" fmla="*/ 0 w 67"/>
                      <a:gd name="T43" fmla="*/ 0 h 68"/>
                      <a:gd name="T44" fmla="*/ 0 w 67"/>
                      <a:gd name="T45" fmla="*/ 0 h 68"/>
                      <a:gd name="T46" fmla="*/ 0 w 67"/>
                      <a:gd name="T47" fmla="*/ 0 h 68"/>
                      <a:gd name="T48" fmla="*/ 0 w 67"/>
                      <a:gd name="T49" fmla="*/ 0 h 68"/>
                      <a:gd name="T50" fmla="*/ 0 w 67"/>
                      <a:gd name="T51" fmla="*/ 0 h 68"/>
                      <a:gd name="T52" fmla="*/ 0 w 67"/>
                      <a:gd name="T53" fmla="*/ 0 h 68"/>
                      <a:gd name="T54" fmla="*/ 0 w 67"/>
                      <a:gd name="T55" fmla="*/ 0 h 68"/>
                      <a:gd name="T56" fmla="*/ 0 w 67"/>
                      <a:gd name="T57" fmla="*/ 0 h 68"/>
                      <a:gd name="T58" fmla="*/ 0 w 67"/>
                      <a:gd name="T59" fmla="*/ 0 h 68"/>
                      <a:gd name="T60" fmla="*/ 0 w 67"/>
                      <a:gd name="T61" fmla="*/ 0 h 68"/>
                      <a:gd name="T62" fmla="*/ 0 w 67"/>
                      <a:gd name="T63" fmla="*/ 0 h 68"/>
                      <a:gd name="T64" fmla="*/ 0 w 67"/>
                      <a:gd name="T65" fmla="*/ 0 h 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7"/>
                      <a:gd name="T100" fmla="*/ 0 h 68"/>
                      <a:gd name="T101" fmla="*/ 67 w 67"/>
                      <a:gd name="T102" fmla="*/ 68 h 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7" h="68">
                        <a:moveTo>
                          <a:pt x="67" y="34"/>
                        </a:moveTo>
                        <a:lnTo>
                          <a:pt x="66" y="27"/>
                        </a:lnTo>
                        <a:lnTo>
                          <a:pt x="65" y="21"/>
                        </a:lnTo>
                        <a:lnTo>
                          <a:pt x="61" y="14"/>
                        </a:lnTo>
                        <a:lnTo>
                          <a:pt x="57" y="10"/>
                        </a:lnTo>
                        <a:lnTo>
                          <a:pt x="52" y="6"/>
                        </a:lnTo>
                        <a:lnTo>
                          <a:pt x="46" y="2"/>
                        </a:lnTo>
                        <a:lnTo>
                          <a:pt x="40" y="0"/>
                        </a:lnTo>
                        <a:lnTo>
                          <a:pt x="33" y="0"/>
                        </a:lnTo>
                        <a:lnTo>
                          <a:pt x="27" y="0"/>
                        </a:lnTo>
                        <a:lnTo>
                          <a:pt x="20" y="2"/>
                        </a:lnTo>
                        <a:lnTo>
                          <a:pt x="14" y="6"/>
                        </a:lnTo>
                        <a:lnTo>
                          <a:pt x="9" y="10"/>
                        </a:lnTo>
                        <a:lnTo>
                          <a:pt x="5" y="14"/>
                        </a:lnTo>
                        <a:lnTo>
                          <a:pt x="2" y="21"/>
                        </a:lnTo>
                        <a:lnTo>
                          <a:pt x="0" y="27"/>
                        </a:lnTo>
                        <a:lnTo>
                          <a:pt x="0" y="34"/>
                        </a:lnTo>
                        <a:lnTo>
                          <a:pt x="0" y="40"/>
                        </a:lnTo>
                        <a:lnTo>
                          <a:pt x="2" y="47"/>
                        </a:lnTo>
                        <a:lnTo>
                          <a:pt x="5" y="52"/>
                        </a:lnTo>
                        <a:lnTo>
                          <a:pt x="9" y="58"/>
                        </a:lnTo>
                        <a:lnTo>
                          <a:pt x="14" y="62"/>
                        </a:lnTo>
                        <a:lnTo>
                          <a:pt x="20" y="65"/>
                        </a:lnTo>
                        <a:lnTo>
                          <a:pt x="27" y="67"/>
                        </a:lnTo>
                        <a:lnTo>
                          <a:pt x="33" y="68"/>
                        </a:lnTo>
                        <a:lnTo>
                          <a:pt x="40" y="67"/>
                        </a:lnTo>
                        <a:lnTo>
                          <a:pt x="46" y="65"/>
                        </a:lnTo>
                        <a:lnTo>
                          <a:pt x="52" y="62"/>
                        </a:lnTo>
                        <a:lnTo>
                          <a:pt x="57" y="58"/>
                        </a:lnTo>
                        <a:lnTo>
                          <a:pt x="61" y="52"/>
                        </a:lnTo>
                        <a:lnTo>
                          <a:pt x="65" y="47"/>
                        </a:lnTo>
                        <a:lnTo>
                          <a:pt x="66" y="40"/>
                        </a:lnTo>
                        <a:lnTo>
                          <a:pt x="67" y="34"/>
                        </a:lnTo>
                        <a:close/>
                      </a:path>
                    </a:pathLst>
                  </a:custGeom>
                  <a:solidFill>
                    <a:srgbClr val="FEF800"/>
                  </a:solidFill>
                  <a:ln>
                    <a:noFill/>
                  </a:ln>
                </p:spPr>
                <p:txBody>
                  <a:bodyPr/>
                  <a:lstStyle/>
                  <a:p>
                    <a:pPr>
                      <a:defRPr/>
                    </a:pPr>
                    <a:endParaRPr lang="en-US" sz="1050">
                      <a:latin typeface="+mj-lt"/>
                    </a:endParaRPr>
                  </a:p>
                </p:txBody>
              </p:sp>
              <p:sp>
                <p:nvSpPr>
                  <p:cNvPr id="41692" name="Freeform 471">
                    <a:extLst>
                      <a:ext uri="{FF2B5EF4-FFF2-40B4-BE49-F238E27FC236}">
                        <a16:creationId xmlns="" xmlns:a16="http://schemas.microsoft.com/office/drawing/2014/main" id="{30F4C49D-36E1-3C0E-C71A-59D8B687A26F}"/>
                      </a:ext>
                    </a:extLst>
                  </p:cNvPr>
                  <p:cNvSpPr>
                    <a:spLocks/>
                  </p:cNvSpPr>
                  <p:nvPr/>
                </p:nvSpPr>
                <p:spPr bwMode="auto">
                  <a:xfrm>
                    <a:off x="3483" y="2200"/>
                    <a:ext cx="125" cy="688"/>
                  </a:xfrm>
                  <a:custGeom>
                    <a:avLst/>
                    <a:gdLst>
                      <a:gd name="T0" fmla="*/ 0 w 746"/>
                      <a:gd name="T1" fmla="*/ 0 h 4115"/>
                      <a:gd name="T2" fmla="*/ 0 w 746"/>
                      <a:gd name="T3" fmla="*/ 0 h 4115"/>
                      <a:gd name="T4" fmla="*/ 0 w 746"/>
                      <a:gd name="T5" fmla="*/ 0 h 4115"/>
                      <a:gd name="T6" fmla="*/ 0 w 746"/>
                      <a:gd name="T7" fmla="*/ 0 h 4115"/>
                      <a:gd name="T8" fmla="*/ 0 w 746"/>
                      <a:gd name="T9" fmla="*/ 0 h 4115"/>
                      <a:gd name="T10" fmla="*/ 0 w 746"/>
                      <a:gd name="T11" fmla="*/ 0 h 4115"/>
                      <a:gd name="T12" fmla="*/ 0 w 746"/>
                      <a:gd name="T13" fmla="*/ 0 h 4115"/>
                      <a:gd name="T14" fmla="*/ 0 w 746"/>
                      <a:gd name="T15" fmla="*/ 0 h 4115"/>
                      <a:gd name="T16" fmla="*/ 0 w 746"/>
                      <a:gd name="T17" fmla="*/ 0 h 4115"/>
                      <a:gd name="T18" fmla="*/ 0 w 746"/>
                      <a:gd name="T19" fmla="*/ 0 h 4115"/>
                      <a:gd name="T20" fmla="*/ 0 w 746"/>
                      <a:gd name="T21" fmla="*/ 0 h 4115"/>
                      <a:gd name="T22" fmla="*/ 0 w 746"/>
                      <a:gd name="T23" fmla="*/ 0 h 4115"/>
                      <a:gd name="T24" fmla="*/ 0 w 746"/>
                      <a:gd name="T25" fmla="*/ 0 h 4115"/>
                      <a:gd name="T26" fmla="*/ 0 w 746"/>
                      <a:gd name="T27" fmla="*/ 0 h 4115"/>
                      <a:gd name="T28" fmla="*/ 0 w 746"/>
                      <a:gd name="T29" fmla="*/ 0 h 4115"/>
                      <a:gd name="T30" fmla="*/ 0 w 746"/>
                      <a:gd name="T31" fmla="*/ 0 h 4115"/>
                      <a:gd name="T32" fmla="*/ 0 w 746"/>
                      <a:gd name="T33" fmla="*/ 0 h 4115"/>
                      <a:gd name="T34" fmla="*/ 0 w 746"/>
                      <a:gd name="T35" fmla="*/ 0 h 4115"/>
                      <a:gd name="T36" fmla="*/ 0 w 746"/>
                      <a:gd name="T37" fmla="*/ 0 h 4115"/>
                      <a:gd name="T38" fmla="*/ 0 w 746"/>
                      <a:gd name="T39" fmla="*/ 0 h 4115"/>
                      <a:gd name="T40" fmla="*/ 0 w 746"/>
                      <a:gd name="T41" fmla="*/ 0 h 4115"/>
                      <a:gd name="T42" fmla="*/ 0 w 746"/>
                      <a:gd name="T43" fmla="*/ 0 h 4115"/>
                      <a:gd name="T44" fmla="*/ 0 w 746"/>
                      <a:gd name="T45" fmla="*/ 0 h 4115"/>
                      <a:gd name="T46" fmla="*/ 0 w 746"/>
                      <a:gd name="T47" fmla="*/ 0 h 4115"/>
                      <a:gd name="T48" fmla="*/ 0 w 746"/>
                      <a:gd name="T49" fmla="*/ 0 h 4115"/>
                      <a:gd name="T50" fmla="*/ 0 w 746"/>
                      <a:gd name="T51" fmla="*/ 0 h 4115"/>
                      <a:gd name="T52" fmla="*/ 0 w 746"/>
                      <a:gd name="T53" fmla="*/ 0 h 4115"/>
                      <a:gd name="T54" fmla="*/ 0 w 746"/>
                      <a:gd name="T55" fmla="*/ 0 h 4115"/>
                      <a:gd name="T56" fmla="*/ 0 w 746"/>
                      <a:gd name="T57" fmla="*/ 0 h 4115"/>
                      <a:gd name="T58" fmla="*/ 0 w 746"/>
                      <a:gd name="T59" fmla="*/ 0 h 4115"/>
                      <a:gd name="T60" fmla="*/ 0 w 746"/>
                      <a:gd name="T61" fmla="*/ 0 h 4115"/>
                      <a:gd name="T62" fmla="*/ 0 w 746"/>
                      <a:gd name="T63" fmla="*/ 0 h 4115"/>
                      <a:gd name="T64" fmla="*/ 0 w 746"/>
                      <a:gd name="T65" fmla="*/ 0 h 4115"/>
                      <a:gd name="T66" fmla="*/ 0 w 746"/>
                      <a:gd name="T67" fmla="*/ 0 h 4115"/>
                      <a:gd name="T68" fmla="*/ 0 w 746"/>
                      <a:gd name="T69" fmla="*/ 0 h 4115"/>
                      <a:gd name="T70" fmla="*/ 0 w 746"/>
                      <a:gd name="T71" fmla="*/ 0 h 4115"/>
                      <a:gd name="T72" fmla="*/ 0 w 746"/>
                      <a:gd name="T73" fmla="*/ 0 h 4115"/>
                      <a:gd name="T74" fmla="*/ 0 w 746"/>
                      <a:gd name="T75" fmla="*/ 0 h 4115"/>
                      <a:gd name="T76" fmla="*/ 0 w 746"/>
                      <a:gd name="T77" fmla="*/ 0 h 4115"/>
                      <a:gd name="T78" fmla="*/ 0 w 746"/>
                      <a:gd name="T79" fmla="*/ 0 h 4115"/>
                      <a:gd name="T80" fmla="*/ 0 w 746"/>
                      <a:gd name="T81" fmla="*/ 0 h 4115"/>
                      <a:gd name="T82" fmla="*/ 0 w 746"/>
                      <a:gd name="T83" fmla="*/ 0 h 4115"/>
                      <a:gd name="T84" fmla="*/ 0 w 746"/>
                      <a:gd name="T85" fmla="*/ 0 h 4115"/>
                      <a:gd name="T86" fmla="*/ 0 w 746"/>
                      <a:gd name="T87" fmla="*/ 0 h 4115"/>
                      <a:gd name="T88" fmla="*/ 0 w 746"/>
                      <a:gd name="T89" fmla="*/ 0 h 411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46"/>
                      <a:gd name="T136" fmla="*/ 0 h 4115"/>
                      <a:gd name="T137" fmla="*/ 746 w 746"/>
                      <a:gd name="T138" fmla="*/ 4115 h 411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46" h="4115">
                        <a:moveTo>
                          <a:pt x="0" y="110"/>
                        </a:moveTo>
                        <a:lnTo>
                          <a:pt x="26" y="146"/>
                        </a:lnTo>
                        <a:lnTo>
                          <a:pt x="52" y="182"/>
                        </a:lnTo>
                        <a:lnTo>
                          <a:pt x="78" y="217"/>
                        </a:lnTo>
                        <a:lnTo>
                          <a:pt x="103" y="254"/>
                        </a:lnTo>
                        <a:lnTo>
                          <a:pt x="127" y="291"/>
                        </a:lnTo>
                        <a:lnTo>
                          <a:pt x="150" y="328"/>
                        </a:lnTo>
                        <a:lnTo>
                          <a:pt x="172" y="365"/>
                        </a:lnTo>
                        <a:lnTo>
                          <a:pt x="194" y="403"/>
                        </a:lnTo>
                        <a:lnTo>
                          <a:pt x="215" y="441"/>
                        </a:lnTo>
                        <a:lnTo>
                          <a:pt x="234" y="479"/>
                        </a:lnTo>
                        <a:lnTo>
                          <a:pt x="255" y="517"/>
                        </a:lnTo>
                        <a:lnTo>
                          <a:pt x="273" y="555"/>
                        </a:lnTo>
                        <a:lnTo>
                          <a:pt x="292" y="595"/>
                        </a:lnTo>
                        <a:lnTo>
                          <a:pt x="309" y="634"/>
                        </a:lnTo>
                        <a:lnTo>
                          <a:pt x="327" y="673"/>
                        </a:lnTo>
                        <a:lnTo>
                          <a:pt x="342" y="712"/>
                        </a:lnTo>
                        <a:lnTo>
                          <a:pt x="358" y="752"/>
                        </a:lnTo>
                        <a:lnTo>
                          <a:pt x="372" y="791"/>
                        </a:lnTo>
                        <a:lnTo>
                          <a:pt x="388" y="831"/>
                        </a:lnTo>
                        <a:lnTo>
                          <a:pt x="401" y="872"/>
                        </a:lnTo>
                        <a:lnTo>
                          <a:pt x="414" y="912"/>
                        </a:lnTo>
                        <a:lnTo>
                          <a:pt x="427" y="952"/>
                        </a:lnTo>
                        <a:lnTo>
                          <a:pt x="437" y="992"/>
                        </a:lnTo>
                        <a:lnTo>
                          <a:pt x="449" y="1032"/>
                        </a:lnTo>
                        <a:lnTo>
                          <a:pt x="460" y="1074"/>
                        </a:lnTo>
                        <a:lnTo>
                          <a:pt x="470" y="1114"/>
                        </a:lnTo>
                        <a:lnTo>
                          <a:pt x="480" y="1155"/>
                        </a:lnTo>
                        <a:lnTo>
                          <a:pt x="489" y="1195"/>
                        </a:lnTo>
                        <a:lnTo>
                          <a:pt x="505" y="1278"/>
                        </a:lnTo>
                        <a:lnTo>
                          <a:pt x="520" y="1361"/>
                        </a:lnTo>
                        <a:lnTo>
                          <a:pt x="532" y="1443"/>
                        </a:lnTo>
                        <a:lnTo>
                          <a:pt x="542" y="1525"/>
                        </a:lnTo>
                        <a:lnTo>
                          <a:pt x="550" y="1608"/>
                        </a:lnTo>
                        <a:lnTo>
                          <a:pt x="557" y="1690"/>
                        </a:lnTo>
                        <a:lnTo>
                          <a:pt x="562" y="1772"/>
                        </a:lnTo>
                        <a:lnTo>
                          <a:pt x="566" y="1855"/>
                        </a:lnTo>
                        <a:lnTo>
                          <a:pt x="567" y="1936"/>
                        </a:lnTo>
                        <a:lnTo>
                          <a:pt x="567" y="2018"/>
                        </a:lnTo>
                        <a:lnTo>
                          <a:pt x="566" y="2098"/>
                        </a:lnTo>
                        <a:lnTo>
                          <a:pt x="562" y="2179"/>
                        </a:lnTo>
                        <a:lnTo>
                          <a:pt x="558" y="2258"/>
                        </a:lnTo>
                        <a:lnTo>
                          <a:pt x="553" y="2337"/>
                        </a:lnTo>
                        <a:lnTo>
                          <a:pt x="546" y="2416"/>
                        </a:lnTo>
                        <a:lnTo>
                          <a:pt x="539" y="2493"/>
                        </a:lnTo>
                        <a:lnTo>
                          <a:pt x="530" y="2569"/>
                        </a:lnTo>
                        <a:lnTo>
                          <a:pt x="520" y="2644"/>
                        </a:lnTo>
                        <a:lnTo>
                          <a:pt x="510" y="2719"/>
                        </a:lnTo>
                        <a:lnTo>
                          <a:pt x="498" y="2792"/>
                        </a:lnTo>
                        <a:lnTo>
                          <a:pt x="486" y="2863"/>
                        </a:lnTo>
                        <a:lnTo>
                          <a:pt x="474" y="2934"/>
                        </a:lnTo>
                        <a:lnTo>
                          <a:pt x="460" y="3002"/>
                        </a:lnTo>
                        <a:lnTo>
                          <a:pt x="447" y="3070"/>
                        </a:lnTo>
                        <a:lnTo>
                          <a:pt x="433" y="3136"/>
                        </a:lnTo>
                        <a:lnTo>
                          <a:pt x="418" y="3200"/>
                        </a:lnTo>
                        <a:lnTo>
                          <a:pt x="403" y="3262"/>
                        </a:lnTo>
                        <a:lnTo>
                          <a:pt x="388" y="3323"/>
                        </a:lnTo>
                        <a:lnTo>
                          <a:pt x="373" y="3382"/>
                        </a:lnTo>
                        <a:lnTo>
                          <a:pt x="358" y="3438"/>
                        </a:lnTo>
                        <a:lnTo>
                          <a:pt x="328" y="3547"/>
                        </a:lnTo>
                        <a:lnTo>
                          <a:pt x="297" y="3646"/>
                        </a:lnTo>
                        <a:lnTo>
                          <a:pt x="269" y="3735"/>
                        </a:lnTo>
                        <a:lnTo>
                          <a:pt x="243" y="3814"/>
                        </a:lnTo>
                        <a:lnTo>
                          <a:pt x="218" y="3882"/>
                        </a:lnTo>
                        <a:lnTo>
                          <a:pt x="197" y="3939"/>
                        </a:lnTo>
                        <a:lnTo>
                          <a:pt x="167" y="4019"/>
                        </a:lnTo>
                        <a:lnTo>
                          <a:pt x="157" y="4044"/>
                        </a:lnTo>
                        <a:lnTo>
                          <a:pt x="321" y="4115"/>
                        </a:lnTo>
                        <a:lnTo>
                          <a:pt x="334" y="4085"/>
                        </a:lnTo>
                        <a:lnTo>
                          <a:pt x="366" y="4003"/>
                        </a:lnTo>
                        <a:lnTo>
                          <a:pt x="388" y="3942"/>
                        </a:lnTo>
                        <a:lnTo>
                          <a:pt x="412" y="3872"/>
                        </a:lnTo>
                        <a:lnTo>
                          <a:pt x="440" y="3790"/>
                        </a:lnTo>
                        <a:lnTo>
                          <a:pt x="469" y="3698"/>
                        </a:lnTo>
                        <a:lnTo>
                          <a:pt x="499" y="3597"/>
                        </a:lnTo>
                        <a:lnTo>
                          <a:pt x="531" y="3486"/>
                        </a:lnTo>
                        <a:lnTo>
                          <a:pt x="546" y="3427"/>
                        </a:lnTo>
                        <a:lnTo>
                          <a:pt x="562" y="3366"/>
                        </a:lnTo>
                        <a:lnTo>
                          <a:pt x="578" y="3304"/>
                        </a:lnTo>
                        <a:lnTo>
                          <a:pt x="593" y="3240"/>
                        </a:lnTo>
                        <a:lnTo>
                          <a:pt x="607" y="3174"/>
                        </a:lnTo>
                        <a:lnTo>
                          <a:pt x="622" y="3107"/>
                        </a:lnTo>
                        <a:lnTo>
                          <a:pt x="636" y="3037"/>
                        </a:lnTo>
                        <a:lnTo>
                          <a:pt x="650" y="2965"/>
                        </a:lnTo>
                        <a:lnTo>
                          <a:pt x="663" y="2894"/>
                        </a:lnTo>
                        <a:lnTo>
                          <a:pt x="675" y="2820"/>
                        </a:lnTo>
                        <a:lnTo>
                          <a:pt x="687" y="2745"/>
                        </a:lnTo>
                        <a:lnTo>
                          <a:pt x="698" y="2668"/>
                        </a:lnTo>
                        <a:lnTo>
                          <a:pt x="708" y="2591"/>
                        </a:lnTo>
                        <a:lnTo>
                          <a:pt x="717" y="2511"/>
                        </a:lnTo>
                        <a:lnTo>
                          <a:pt x="724" y="2432"/>
                        </a:lnTo>
                        <a:lnTo>
                          <a:pt x="732" y="2350"/>
                        </a:lnTo>
                        <a:lnTo>
                          <a:pt x="737" y="2269"/>
                        </a:lnTo>
                        <a:lnTo>
                          <a:pt x="742" y="2186"/>
                        </a:lnTo>
                        <a:lnTo>
                          <a:pt x="744" y="2103"/>
                        </a:lnTo>
                        <a:lnTo>
                          <a:pt x="746" y="2019"/>
                        </a:lnTo>
                        <a:lnTo>
                          <a:pt x="746" y="1934"/>
                        </a:lnTo>
                        <a:lnTo>
                          <a:pt x="744" y="1849"/>
                        </a:lnTo>
                        <a:lnTo>
                          <a:pt x="741" y="1764"/>
                        </a:lnTo>
                        <a:lnTo>
                          <a:pt x="736" y="1678"/>
                        </a:lnTo>
                        <a:lnTo>
                          <a:pt x="729" y="1592"/>
                        </a:lnTo>
                        <a:lnTo>
                          <a:pt x="720" y="1505"/>
                        </a:lnTo>
                        <a:lnTo>
                          <a:pt x="709" y="1419"/>
                        </a:lnTo>
                        <a:lnTo>
                          <a:pt x="696" y="1332"/>
                        </a:lnTo>
                        <a:lnTo>
                          <a:pt x="681" y="1245"/>
                        </a:lnTo>
                        <a:lnTo>
                          <a:pt x="665" y="1160"/>
                        </a:lnTo>
                        <a:lnTo>
                          <a:pt x="655" y="1116"/>
                        </a:lnTo>
                        <a:lnTo>
                          <a:pt x="644" y="1073"/>
                        </a:lnTo>
                        <a:lnTo>
                          <a:pt x="634" y="1029"/>
                        </a:lnTo>
                        <a:lnTo>
                          <a:pt x="622" y="987"/>
                        </a:lnTo>
                        <a:lnTo>
                          <a:pt x="610" y="943"/>
                        </a:lnTo>
                        <a:lnTo>
                          <a:pt x="598" y="901"/>
                        </a:lnTo>
                        <a:lnTo>
                          <a:pt x="585" y="857"/>
                        </a:lnTo>
                        <a:lnTo>
                          <a:pt x="571" y="815"/>
                        </a:lnTo>
                        <a:lnTo>
                          <a:pt x="556" y="773"/>
                        </a:lnTo>
                        <a:lnTo>
                          <a:pt x="541" y="729"/>
                        </a:lnTo>
                        <a:lnTo>
                          <a:pt x="525" y="688"/>
                        </a:lnTo>
                        <a:lnTo>
                          <a:pt x="508" y="646"/>
                        </a:lnTo>
                        <a:lnTo>
                          <a:pt x="491" y="603"/>
                        </a:lnTo>
                        <a:lnTo>
                          <a:pt x="473" y="562"/>
                        </a:lnTo>
                        <a:lnTo>
                          <a:pt x="455" y="521"/>
                        </a:lnTo>
                        <a:lnTo>
                          <a:pt x="435" y="478"/>
                        </a:lnTo>
                        <a:lnTo>
                          <a:pt x="415" y="437"/>
                        </a:lnTo>
                        <a:lnTo>
                          <a:pt x="394" y="397"/>
                        </a:lnTo>
                        <a:lnTo>
                          <a:pt x="372" y="355"/>
                        </a:lnTo>
                        <a:lnTo>
                          <a:pt x="349" y="315"/>
                        </a:lnTo>
                        <a:lnTo>
                          <a:pt x="327" y="274"/>
                        </a:lnTo>
                        <a:lnTo>
                          <a:pt x="303" y="235"/>
                        </a:lnTo>
                        <a:lnTo>
                          <a:pt x="278" y="195"/>
                        </a:lnTo>
                        <a:lnTo>
                          <a:pt x="252" y="156"/>
                        </a:lnTo>
                        <a:lnTo>
                          <a:pt x="226" y="116"/>
                        </a:lnTo>
                        <a:lnTo>
                          <a:pt x="198" y="77"/>
                        </a:lnTo>
                        <a:lnTo>
                          <a:pt x="170" y="38"/>
                        </a:lnTo>
                        <a:lnTo>
                          <a:pt x="141" y="0"/>
                        </a:lnTo>
                        <a:lnTo>
                          <a:pt x="0" y="110"/>
                        </a:lnTo>
                        <a:close/>
                      </a:path>
                    </a:pathLst>
                  </a:custGeom>
                  <a:solidFill>
                    <a:srgbClr val="1F1A17"/>
                  </a:solidFill>
                  <a:ln>
                    <a:noFill/>
                  </a:ln>
                </p:spPr>
                <p:txBody>
                  <a:bodyPr/>
                  <a:lstStyle/>
                  <a:p>
                    <a:pPr>
                      <a:defRPr/>
                    </a:pPr>
                    <a:endParaRPr lang="en-US" sz="1050">
                      <a:latin typeface="+mj-lt"/>
                    </a:endParaRPr>
                  </a:p>
                </p:txBody>
              </p:sp>
              <p:sp>
                <p:nvSpPr>
                  <p:cNvPr id="41693" name="Freeform 472">
                    <a:extLst>
                      <a:ext uri="{FF2B5EF4-FFF2-40B4-BE49-F238E27FC236}">
                        <a16:creationId xmlns="" xmlns:a16="http://schemas.microsoft.com/office/drawing/2014/main" id="{CAB4E658-883F-9E30-3915-BEA3436B5708}"/>
                      </a:ext>
                    </a:extLst>
                  </p:cNvPr>
                  <p:cNvSpPr>
                    <a:spLocks/>
                  </p:cNvSpPr>
                  <p:nvPr/>
                </p:nvSpPr>
                <p:spPr bwMode="auto">
                  <a:xfrm>
                    <a:off x="3431" y="2127"/>
                    <a:ext cx="198" cy="220"/>
                  </a:xfrm>
                  <a:custGeom>
                    <a:avLst/>
                    <a:gdLst>
                      <a:gd name="T0" fmla="*/ 0 w 1191"/>
                      <a:gd name="T1" fmla="*/ 0 h 1320"/>
                      <a:gd name="T2" fmla="*/ 0 w 1191"/>
                      <a:gd name="T3" fmla="*/ 0 h 1320"/>
                      <a:gd name="T4" fmla="*/ 0 w 1191"/>
                      <a:gd name="T5" fmla="*/ 0 h 1320"/>
                      <a:gd name="T6" fmla="*/ 0 w 1191"/>
                      <a:gd name="T7" fmla="*/ 0 h 1320"/>
                      <a:gd name="T8" fmla="*/ 0 w 1191"/>
                      <a:gd name="T9" fmla="*/ 0 h 1320"/>
                      <a:gd name="T10" fmla="*/ 0 w 1191"/>
                      <a:gd name="T11" fmla="*/ 0 h 1320"/>
                      <a:gd name="T12" fmla="*/ 0 w 1191"/>
                      <a:gd name="T13" fmla="*/ 0 h 1320"/>
                      <a:gd name="T14" fmla="*/ 0 w 1191"/>
                      <a:gd name="T15" fmla="*/ 0 h 1320"/>
                      <a:gd name="T16" fmla="*/ 0 w 1191"/>
                      <a:gd name="T17" fmla="*/ 0 h 1320"/>
                      <a:gd name="T18" fmla="*/ 0 w 1191"/>
                      <a:gd name="T19" fmla="*/ 0 h 1320"/>
                      <a:gd name="T20" fmla="*/ 0 w 1191"/>
                      <a:gd name="T21" fmla="*/ 0 h 1320"/>
                      <a:gd name="T22" fmla="*/ 0 w 1191"/>
                      <a:gd name="T23" fmla="*/ 0 h 1320"/>
                      <a:gd name="T24" fmla="*/ 0 w 1191"/>
                      <a:gd name="T25" fmla="*/ 0 h 1320"/>
                      <a:gd name="T26" fmla="*/ 0 w 1191"/>
                      <a:gd name="T27" fmla="*/ 0 h 1320"/>
                      <a:gd name="T28" fmla="*/ 0 w 1191"/>
                      <a:gd name="T29" fmla="*/ 0 h 1320"/>
                      <a:gd name="T30" fmla="*/ 0 w 1191"/>
                      <a:gd name="T31" fmla="*/ 0 h 1320"/>
                      <a:gd name="T32" fmla="*/ 0 w 1191"/>
                      <a:gd name="T33" fmla="*/ 0 h 1320"/>
                      <a:gd name="T34" fmla="*/ 0 w 1191"/>
                      <a:gd name="T35" fmla="*/ 0 h 1320"/>
                      <a:gd name="T36" fmla="*/ 0 w 1191"/>
                      <a:gd name="T37" fmla="*/ 0 h 1320"/>
                      <a:gd name="T38" fmla="*/ 0 w 1191"/>
                      <a:gd name="T39" fmla="*/ 0 h 1320"/>
                      <a:gd name="T40" fmla="*/ 0 w 1191"/>
                      <a:gd name="T41" fmla="*/ 0 h 1320"/>
                      <a:gd name="T42" fmla="*/ 0 w 1191"/>
                      <a:gd name="T43" fmla="*/ 0 h 1320"/>
                      <a:gd name="T44" fmla="*/ 0 w 1191"/>
                      <a:gd name="T45" fmla="*/ 0 h 1320"/>
                      <a:gd name="T46" fmla="*/ 0 w 1191"/>
                      <a:gd name="T47" fmla="*/ 0 h 1320"/>
                      <a:gd name="T48" fmla="*/ 0 w 1191"/>
                      <a:gd name="T49" fmla="*/ 0 h 1320"/>
                      <a:gd name="T50" fmla="*/ 0 w 1191"/>
                      <a:gd name="T51" fmla="*/ 0 h 1320"/>
                      <a:gd name="T52" fmla="*/ 0 w 1191"/>
                      <a:gd name="T53" fmla="*/ 0 h 1320"/>
                      <a:gd name="T54" fmla="*/ 0 w 1191"/>
                      <a:gd name="T55" fmla="*/ 0 h 1320"/>
                      <a:gd name="T56" fmla="*/ 0 w 1191"/>
                      <a:gd name="T57" fmla="*/ 0 h 1320"/>
                      <a:gd name="T58" fmla="*/ 0 w 1191"/>
                      <a:gd name="T59" fmla="*/ 0 h 1320"/>
                      <a:gd name="T60" fmla="*/ 0 w 1191"/>
                      <a:gd name="T61" fmla="*/ 0 h 1320"/>
                      <a:gd name="T62" fmla="*/ 0 w 1191"/>
                      <a:gd name="T63" fmla="*/ 0 h 1320"/>
                      <a:gd name="T64" fmla="*/ 0 w 1191"/>
                      <a:gd name="T65" fmla="*/ 0 h 1320"/>
                      <a:gd name="T66" fmla="*/ 0 w 1191"/>
                      <a:gd name="T67" fmla="*/ 0 h 1320"/>
                      <a:gd name="T68" fmla="*/ 0 w 1191"/>
                      <a:gd name="T69" fmla="*/ 0 h 1320"/>
                      <a:gd name="T70" fmla="*/ 0 w 1191"/>
                      <a:gd name="T71" fmla="*/ 0 h 1320"/>
                      <a:gd name="T72" fmla="*/ 0 w 1191"/>
                      <a:gd name="T73" fmla="*/ 0 h 1320"/>
                      <a:gd name="T74" fmla="*/ 0 w 1191"/>
                      <a:gd name="T75" fmla="*/ 0 h 1320"/>
                      <a:gd name="T76" fmla="*/ 0 w 1191"/>
                      <a:gd name="T77" fmla="*/ 0 h 1320"/>
                      <a:gd name="T78" fmla="*/ 0 w 1191"/>
                      <a:gd name="T79" fmla="*/ 0 h 1320"/>
                      <a:gd name="T80" fmla="*/ 0 w 1191"/>
                      <a:gd name="T81" fmla="*/ 0 h 1320"/>
                      <a:gd name="T82" fmla="*/ 0 w 1191"/>
                      <a:gd name="T83" fmla="*/ 0 h 1320"/>
                      <a:gd name="T84" fmla="*/ 0 w 1191"/>
                      <a:gd name="T85" fmla="*/ 0 h 1320"/>
                      <a:gd name="T86" fmla="*/ 0 w 1191"/>
                      <a:gd name="T87" fmla="*/ 0 h 132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91"/>
                      <a:gd name="T133" fmla="*/ 0 h 1320"/>
                      <a:gd name="T134" fmla="*/ 1191 w 1191"/>
                      <a:gd name="T135" fmla="*/ 1320 h 132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91" h="1320">
                        <a:moveTo>
                          <a:pt x="0" y="0"/>
                        </a:moveTo>
                        <a:lnTo>
                          <a:pt x="341" y="1320"/>
                        </a:lnTo>
                        <a:lnTo>
                          <a:pt x="345" y="1311"/>
                        </a:lnTo>
                        <a:lnTo>
                          <a:pt x="349" y="1304"/>
                        </a:lnTo>
                        <a:lnTo>
                          <a:pt x="354" y="1295"/>
                        </a:lnTo>
                        <a:lnTo>
                          <a:pt x="358" y="1286"/>
                        </a:lnTo>
                        <a:lnTo>
                          <a:pt x="362" y="1279"/>
                        </a:lnTo>
                        <a:lnTo>
                          <a:pt x="367" y="1270"/>
                        </a:lnTo>
                        <a:lnTo>
                          <a:pt x="371" y="1262"/>
                        </a:lnTo>
                        <a:lnTo>
                          <a:pt x="376" y="1254"/>
                        </a:lnTo>
                        <a:lnTo>
                          <a:pt x="380" y="1246"/>
                        </a:lnTo>
                        <a:lnTo>
                          <a:pt x="384" y="1239"/>
                        </a:lnTo>
                        <a:lnTo>
                          <a:pt x="389" y="1230"/>
                        </a:lnTo>
                        <a:lnTo>
                          <a:pt x="393" y="1222"/>
                        </a:lnTo>
                        <a:lnTo>
                          <a:pt x="397" y="1215"/>
                        </a:lnTo>
                        <a:lnTo>
                          <a:pt x="403" y="1207"/>
                        </a:lnTo>
                        <a:lnTo>
                          <a:pt x="407" y="1199"/>
                        </a:lnTo>
                        <a:lnTo>
                          <a:pt x="411" y="1192"/>
                        </a:lnTo>
                        <a:lnTo>
                          <a:pt x="417" y="1184"/>
                        </a:lnTo>
                        <a:lnTo>
                          <a:pt x="421" y="1177"/>
                        </a:lnTo>
                        <a:lnTo>
                          <a:pt x="425" y="1169"/>
                        </a:lnTo>
                        <a:lnTo>
                          <a:pt x="431" y="1161"/>
                        </a:lnTo>
                        <a:lnTo>
                          <a:pt x="435" y="1154"/>
                        </a:lnTo>
                        <a:lnTo>
                          <a:pt x="441" y="1146"/>
                        </a:lnTo>
                        <a:lnTo>
                          <a:pt x="445" y="1140"/>
                        </a:lnTo>
                        <a:lnTo>
                          <a:pt x="450" y="1132"/>
                        </a:lnTo>
                        <a:lnTo>
                          <a:pt x="456" y="1126"/>
                        </a:lnTo>
                        <a:lnTo>
                          <a:pt x="460" y="1118"/>
                        </a:lnTo>
                        <a:lnTo>
                          <a:pt x="466" y="1110"/>
                        </a:lnTo>
                        <a:lnTo>
                          <a:pt x="471" y="1104"/>
                        </a:lnTo>
                        <a:lnTo>
                          <a:pt x="477" y="1097"/>
                        </a:lnTo>
                        <a:lnTo>
                          <a:pt x="482" y="1090"/>
                        </a:lnTo>
                        <a:lnTo>
                          <a:pt x="486" y="1083"/>
                        </a:lnTo>
                        <a:lnTo>
                          <a:pt x="492" y="1077"/>
                        </a:lnTo>
                        <a:lnTo>
                          <a:pt x="497" y="1069"/>
                        </a:lnTo>
                        <a:lnTo>
                          <a:pt x="503" y="1062"/>
                        </a:lnTo>
                        <a:lnTo>
                          <a:pt x="508" y="1056"/>
                        </a:lnTo>
                        <a:lnTo>
                          <a:pt x="513" y="1049"/>
                        </a:lnTo>
                        <a:lnTo>
                          <a:pt x="519" y="1043"/>
                        </a:lnTo>
                        <a:lnTo>
                          <a:pt x="525" y="1036"/>
                        </a:lnTo>
                        <a:lnTo>
                          <a:pt x="531" y="1030"/>
                        </a:lnTo>
                        <a:lnTo>
                          <a:pt x="536" y="1023"/>
                        </a:lnTo>
                        <a:lnTo>
                          <a:pt x="542" y="1017"/>
                        </a:lnTo>
                        <a:lnTo>
                          <a:pt x="548" y="1010"/>
                        </a:lnTo>
                        <a:lnTo>
                          <a:pt x="554" y="1005"/>
                        </a:lnTo>
                        <a:lnTo>
                          <a:pt x="559" y="998"/>
                        </a:lnTo>
                        <a:lnTo>
                          <a:pt x="566" y="992"/>
                        </a:lnTo>
                        <a:lnTo>
                          <a:pt x="571" y="986"/>
                        </a:lnTo>
                        <a:lnTo>
                          <a:pt x="578" y="980"/>
                        </a:lnTo>
                        <a:lnTo>
                          <a:pt x="583" y="974"/>
                        </a:lnTo>
                        <a:lnTo>
                          <a:pt x="590" y="968"/>
                        </a:lnTo>
                        <a:lnTo>
                          <a:pt x="595" y="963"/>
                        </a:lnTo>
                        <a:lnTo>
                          <a:pt x="601" y="956"/>
                        </a:lnTo>
                        <a:lnTo>
                          <a:pt x="607" y="951"/>
                        </a:lnTo>
                        <a:lnTo>
                          <a:pt x="613" y="945"/>
                        </a:lnTo>
                        <a:lnTo>
                          <a:pt x="620" y="940"/>
                        </a:lnTo>
                        <a:lnTo>
                          <a:pt x="626" y="933"/>
                        </a:lnTo>
                        <a:lnTo>
                          <a:pt x="632" y="928"/>
                        </a:lnTo>
                        <a:lnTo>
                          <a:pt x="638" y="922"/>
                        </a:lnTo>
                        <a:lnTo>
                          <a:pt x="645" y="917"/>
                        </a:lnTo>
                        <a:lnTo>
                          <a:pt x="651" y="911"/>
                        </a:lnTo>
                        <a:lnTo>
                          <a:pt x="658" y="906"/>
                        </a:lnTo>
                        <a:lnTo>
                          <a:pt x="664" y="901"/>
                        </a:lnTo>
                        <a:lnTo>
                          <a:pt x="671" y="895"/>
                        </a:lnTo>
                        <a:lnTo>
                          <a:pt x="678" y="891"/>
                        </a:lnTo>
                        <a:lnTo>
                          <a:pt x="684" y="885"/>
                        </a:lnTo>
                        <a:lnTo>
                          <a:pt x="691" y="880"/>
                        </a:lnTo>
                        <a:lnTo>
                          <a:pt x="697" y="876"/>
                        </a:lnTo>
                        <a:lnTo>
                          <a:pt x="705" y="870"/>
                        </a:lnTo>
                        <a:lnTo>
                          <a:pt x="711" y="865"/>
                        </a:lnTo>
                        <a:lnTo>
                          <a:pt x="718" y="860"/>
                        </a:lnTo>
                        <a:lnTo>
                          <a:pt x="724" y="855"/>
                        </a:lnTo>
                        <a:lnTo>
                          <a:pt x="732" y="851"/>
                        </a:lnTo>
                        <a:lnTo>
                          <a:pt x="738" y="846"/>
                        </a:lnTo>
                        <a:lnTo>
                          <a:pt x="746" y="841"/>
                        </a:lnTo>
                        <a:lnTo>
                          <a:pt x="752" y="836"/>
                        </a:lnTo>
                        <a:lnTo>
                          <a:pt x="760" y="832"/>
                        </a:lnTo>
                        <a:lnTo>
                          <a:pt x="767" y="828"/>
                        </a:lnTo>
                        <a:lnTo>
                          <a:pt x="774" y="823"/>
                        </a:lnTo>
                        <a:lnTo>
                          <a:pt x="781" y="818"/>
                        </a:lnTo>
                        <a:lnTo>
                          <a:pt x="788" y="814"/>
                        </a:lnTo>
                        <a:lnTo>
                          <a:pt x="796" y="809"/>
                        </a:lnTo>
                        <a:lnTo>
                          <a:pt x="802" y="806"/>
                        </a:lnTo>
                        <a:lnTo>
                          <a:pt x="810" y="802"/>
                        </a:lnTo>
                        <a:lnTo>
                          <a:pt x="818" y="797"/>
                        </a:lnTo>
                        <a:lnTo>
                          <a:pt x="825" y="793"/>
                        </a:lnTo>
                        <a:lnTo>
                          <a:pt x="833" y="789"/>
                        </a:lnTo>
                        <a:lnTo>
                          <a:pt x="840" y="785"/>
                        </a:lnTo>
                        <a:lnTo>
                          <a:pt x="848" y="781"/>
                        </a:lnTo>
                        <a:lnTo>
                          <a:pt x="856" y="777"/>
                        </a:lnTo>
                        <a:lnTo>
                          <a:pt x="863" y="773"/>
                        </a:lnTo>
                        <a:lnTo>
                          <a:pt x="871" y="769"/>
                        </a:lnTo>
                        <a:lnTo>
                          <a:pt x="878" y="766"/>
                        </a:lnTo>
                        <a:lnTo>
                          <a:pt x="886" y="762"/>
                        </a:lnTo>
                        <a:lnTo>
                          <a:pt x="894" y="758"/>
                        </a:lnTo>
                        <a:lnTo>
                          <a:pt x="901" y="755"/>
                        </a:lnTo>
                        <a:lnTo>
                          <a:pt x="909" y="751"/>
                        </a:lnTo>
                        <a:lnTo>
                          <a:pt x="918" y="747"/>
                        </a:lnTo>
                        <a:lnTo>
                          <a:pt x="925" y="744"/>
                        </a:lnTo>
                        <a:lnTo>
                          <a:pt x="933" y="741"/>
                        </a:lnTo>
                        <a:lnTo>
                          <a:pt x="942" y="738"/>
                        </a:lnTo>
                        <a:lnTo>
                          <a:pt x="949" y="734"/>
                        </a:lnTo>
                        <a:lnTo>
                          <a:pt x="958" y="731"/>
                        </a:lnTo>
                        <a:lnTo>
                          <a:pt x="965" y="728"/>
                        </a:lnTo>
                        <a:lnTo>
                          <a:pt x="974" y="725"/>
                        </a:lnTo>
                        <a:lnTo>
                          <a:pt x="982" y="721"/>
                        </a:lnTo>
                        <a:lnTo>
                          <a:pt x="990" y="718"/>
                        </a:lnTo>
                        <a:lnTo>
                          <a:pt x="998" y="716"/>
                        </a:lnTo>
                        <a:lnTo>
                          <a:pt x="1007" y="713"/>
                        </a:lnTo>
                        <a:lnTo>
                          <a:pt x="1015" y="709"/>
                        </a:lnTo>
                        <a:lnTo>
                          <a:pt x="1024" y="707"/>
                        </a:lnTo>
                        <a:lnTo>
                          <a:pt x="1032" y="704"/>
                        </a:lnTo>
                        <a:lnTo>
                          <a:pt x="1040" y="702"/>
                        </a:lnTo>
                        <a:lnTo>
                          <a:pt x="1049" y="698"/>
                        </a:lnTo>
                        <a:lnTo>
                          <a:pt x="1058" y="696"/>
                        </a:lnTo>
                        <a:lnTo>
                          <a:pt x="1066" y="693"/>
                        </a:lnTo>
                        <a:lnTo>
                          <a:pt x="1075" y="691"/>
                        </a:lnTo>
                        <a:lnTo>
                          <a:pt x="1084" y="689"/>
                        </a:lnTo>
                        <a:lnTo>
                          <a:pt x="1093" y="687"/>
                        </a:lnTo>
                        <a:lnTo>
                          <a:pt x="1101" y="683"/>
                        </a:lnTo>
                        <a:lnTo>
                          <a:pt x="1110" y="681"/>
                        </a:lnTo>
                        <a:lnTo>
                          <a:pt x="1119" y="679"/>
                        </a:lnTo>
                        <a:lnTo>
                          <a:pt x="1128" y="677"/>
                        </a:lnTo>
                        <a:lnTo>
                          <a:pt x="1137" y="675"/>
                        </a:lnTo>
                        <a:lnTo>
                          <a:pt x="1146" y="672"/>
                        </a:lnTo>
                        <a:lnTo>
                          <a:pt x="1154" y="670"/>
                        </a:lnTo>
                        <a:lnTo>
                          <a:pt x="1164" y="669"/>
                        </a:lnTo>
                        <a:lnTo>
                          <a:pt x="1173" y="667"/>
                        </a:lnTo>
                        <a:lnTo>
                          <a:pt x="1183" y="665"/>
                        </a:lnTo>
                        <a:lnTo>
                          <a:pt x="1191" y="663"/>
                        </a:lnTo>
                        <a:lnTo>
                          <a:pt x="0" y="0"/>
                        </a:lnTo>
                        <a:close/>
                      </a:path>
                    </a:pathLst>
                  </a:custGeom>
                  <a:solidFill>
                    <a:srgbClr val="1F1A17"/>
                  </a:solidFill>
                  <a:ln>
                    <a:noFill/>
                  </a:ln>
                </p:spPr>
                <p:txBody>
                  <a:bodyPr/>
                  <a:lstStyle/>
                  <a:p>
                    <a:pPr>
                      <a:defRPr/>
                    </a:pPr>
                    <a:endParaRPr lang="en-US" sz="1050">
                      <a:latin typeface="+mj-lt"/>
                    </a:endParaRPr>
                  </a:p>
                </p:txBody>
              </p:sp>
              <p:sp>
                <p:nvSpPr>
                  <p:cNvPr id="41694" name="Freeform 473">
                    <a:extLst>
                      <a:ext uri="{FF2B5EF4-FFF2-40B4-BE49-F238E27FC236}">
                        <a16:creationId xmlns="" xmlns:a16="http://schemas.microsoft.com/office/drawing/2014/main" id="{71E5E111-0DEB-CA9E-1A9B-9C9738E81875}"/>
                      </a:ext>
                    </a:extLst>
                  </p:cNvPr>
                  <p:cNvSpPr>
                    <a:spLocks/>
                  </p:cNvSpPr>
                  <p:nvPr/>
                </p:nvSpPr>
                <p:spPr bwMode="auto">
                  <a:xfrm>
                    <a:off x="3267" y="1956"/>
                    <a:ext cx="172" cy="171"/>
                  </a:xfrm>
                  <a:custGeom>
                    <a:avLst/>
                    <a:gdLst>
                      <a:gd name="T0" fmla="*/ 0 w 1028"/>
                      <a:gd name="T1" fmla="*/ 0 h 1028"/>
                      <a:gd name="T2" fmla="*/ 0 w 1028"/>
                      <a:gd name="T3" fmla="*/ 0 h 1028"/>
                      <a:gd name="T4" fmla="*/ 0 w 1028"/>
                      <a:gd name="T5" fmla="*/ 0 h 1028"/>
                      <a:gd name="T6" fmla="*/ 0 w 1028"/>
                      <a:gd name="T7" fmla="*/ 0 h 1028"/>
                      <a:gd name="T8" fmla="*/ 0 w 1028"/>
                      <a:gd name="T9" fmla="*/ 0 h 1028"/>
                      <a:gd name="T10" fmla="*/ 0 w 1028"/>
                      <a:gd name="T11" fmla="*/ 0 h 1028"/>
                      <a:gd name="T12" fmla="*/ 0 w 1028"/>
                      <a:gd name="T13" fmla="*/ 0 h 1028"/>
                      <a:gd name="T14" fmla="*/ 0 w 1028"/>
                      <a:gd name="T15" fmla="*/ 0 h 1028"/>
                      <a:gd name="T16" fmla="*/ 0 w 1028"/>
                      <a:gd name="T17" fmla="*/ 0 h 1028"/>
                      <a:gd name="T18" fmla="*/ 0 w 1028"/>
                      <a:gd name="T19" fmla="*/ 0 h 1028"/>
                      <a:gd name="T20" fmla="*/ 0 w 1028"/>
                      <a:gd name="T21" fmla="*/ 0 h 1028"/>
                      <a:gd name="T22" fmla="*/ 0 w 1028"/>
                      <a:gd name="T23" fmla="*/ 0 h 1028"/>
                      <a:gd name="T24" fmla="*/ 0 w 1028"/>
                      <a:gd name="T25" fmla="*/ 0 h 1028"/>
                      <a:gd name="T26" fmla="*/ 0 w 1028"/>
                      <a:gd name="T27" fmla="*/ 0 h 1028"/>
                      <a:gd name="T28" fmla="*/ 0 w 1028"/>
                      <a:gd name="T29" fmla="*/ 0 h 1028"/>
                      <a:gd name="T30" fmla="*/ 0 w 1028"/>
                      <a:gd name="T31" fmla="*/ 0 h 1028"/>
                      <a:gd name="T32" fmla="*/ 0 w 1028"/>
                      <a:gd name="T33" fmla="*/ 0 h 1028"/>
                      <a:gd name="T34" fmla="*/ 0 w 1028"/>
                      <a:gd name="T35" fmla="*/ 0 h 1028"/>
                      <a:gd name="T36" fmla="*/ 0 w 1028"/>
                      <a:gd name="T37" fmla="*/ 0 h 1028"/>
                      <a:gd name="T38" fmla="*/ 0 w 1028"/>
                      <a:gd name="T39" fmla="*/ 0 h 1028"/>
                      <a:gd name="T40" fmla="*/ 0 w 1028"/>
                      <a:gd name="T41" fmla="*/ 0 h 1028"/>
                      <a:gd name="T42" fmla="*/ 0 w 1028"/>
                      <a:gd name="T43" fmla="*/ 0 h 1028"/>
                      <a:gd name="T44" fmla="*/ 0 w 1028"/>
                      <a:gd name="T45" fmla="*/ 0 h 1028"/>
                      <a:gd name="T46" fmla="*/ 0 w 1028"/>
                      <a:gd name="T47" fmla="*/ 0 h 1028"/>
                      <a:gd name="T48" fmla="*/ 0 w 1028"/>
                      <a:gd name="T49" fmla="*/ 0 h 1028"/>
                      <a:gd name="T50" fmla="*/ 0 w 1028"/>
                      <a:gd name="T51" fmla="*/ 0 h 1028"/>
                      <a:gd name="T52" fmla="*/ 0 w 1028"/>
                      <a:gd name="T53" fmla="*/ 0 h 1028"/>
                      <a:gd name="T54" fmla="*/ 0 w 1028"/>
                      <a:gd name="T55" fmla="*/ 0 h 1028"/>
                      <a:gd name="T56" fmla="*/ 0 w 1028"/>
                      <a:gd name="T57" fmla="*/ 0 h 1028"/>
                      <a:gd name="T58" fmla="*/ 0 w 1028"/>
                      <a:gd name="T59" fmla="*/ 0 h 1028"/>
                      <a:gd name="T60" fmla="*/ 0 w 1028"/>
                      <a:gd name="T61" fmla="*/ 0 h 1028"/>
                      <a:gd name="T62" fmla="*/ 0 w 1028"/>
                      <a:gd name="T63" fmla="*/ 0 h 1028"/>
                      <a:gd name="T64" fmla="*/ 0 w 1028"/>
                      <a:gd name="T65" fmla="*/ 0 h 1028"/>
                      <a:gd name="T66" fmla="*/ 0 w 1028"/>
                      <a:gd name="T67" fmla="*/ 0 h 1028"/>
                      <a:gd name="T68" fmla="*/ 0 w 1028"/>
                      <a:gd name="T69" fmla="*/ 0 h 1028"/>
                      <a:gd name="T70" fmla="*/ 0 w 1028"/>
                      <a:gd name="T71" fmla="*/ 0 h 1028"/>
                      <a:gd name="T72" fmla="*/ 0 w 1028"/>
                      <a:gd name="T73" fmla="*/ 0 h 1028"/>
                      <a:gd name="T74" fmla="*/ 0 w 1028"/>
                      <a:gd name="T75" fmla="*/ 0 h 1028"/>
                      <a:gd name="T76" fmla="*/ 0 w 1028"/>
                      <a:gd name="T77" fmla="*/ 0 h 1028"/>
                      <a:gd name="T78" fmla="*/ 0 w 1028"/>
                      <a:gd name="T79" fmla="*/ 0 h 1028"/>
                      <a:gd name="T80" fmla="*/ 0 w 1028"/>
                      <a:gd name="T81" fmla="*/ 0 h 1028"/>
                      <a:gd name="T82" fmla="*/ 0 w 1028"/>
                      <a:gd name="T83" fmla="*/ 0 h 1028"/>
                      <a:gd name="T84" fmla="*/ 0 w 1028"/>
                      <a:gd name="T85" fmla="*/ 0 h 102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28"/>
                      <a:gd name="T130" fmla="*/ 0 h 1028"/>
                      <a:gd name="T131" fmla="*/ 1028 w 1028"/>
                      <a:gd name="T132" fmla="*/ 1028 h 102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28" h="1028">
                        <a:moveTo>
                          <a:pt x="514" y="0"/>
                        </a:moveTo>
                        <a:lnTo>
                          <a:pt x="540" y="1"/>
                        </a:lnTo>
                        <a:lnTo>
                          <a:pt x="566" y="3"/>
                        </a:lnTo>
                        <a:lnTo>
                          <a:pt x="592" y="6"/>
                        </a:lnTo>
                        <a:lnTo>
                          <a:pt x="617" y="11"/>
                        </a:lnTo>
                        <a:lnTo>
                          <a:pt x="642" y="16"/>
                        </a:lnTo>
                        <a:lnTo>
                          <a:pt x="666" y="24"/>
                        </a:lnTo>
                        <a:lnTo>
                          <a:pt x="690" y="31"/>
                        </a:lnTo>
                        <a:lnTo>
                          <a:pt x="714" y="41"/>
                        </a:lnTo>
                        <a:lnTo>
                          <a:pt x="737" y="51"/>
                        </a:lnTo>
                        <a:lnTo>
                          <a:pt x="758" y="63"/>
                        </a:lnTo>
                        <a:lnTo>
                          <a:pt x="780" y="75"/>
                        </a:lnTo>
                        <a:lnTo>
                          <a:pt x="801" y="88"/>
                        </a:lnTo>
                        <a:lnTo>
                          <a:pt x="821" y="103"/>
                        </a:lnTo>
                        <a:lnTo>
                          <a:pt x="840" y="118"/>
                        </a:lnTo>
                        <a:lnTo>
                          <a:pt x="859" y="133"/>
                        </a:lnTo>
                        <a:lnTo>
                          <a:pt x="877" y="151"/>
                        </a:lnTo>
                        <a:lnTo>
                          <a:pt x="894" y="168"/>
                        </a:lnTo>
                        <a:lnTo>
                          <a:pt x="910" y="188"/>
                        </a:lnTo>
                        <a:lnTo>
                          <a:pt x="926" y="206"/>
                        </a:lnTo>
                        <a:lnTo>
                          <a:pt x="940" y="227"/>
                        </a:lnTo>
                        <a:lnTo>
                          <a:pt x="953" y="247"/>
                        </a:lnTo>
                        <a:lnTo>
                          <a:pt x="966" y="269"/>
                        </a:lnTo>
                        <a:lnTo>
                          <a:pt x="977" y="291"/>
                        </a:lnTo>
                        <a:lnTo>
                          <a:pt x="987" y="314"/>
                        </a:lnTo>
                        <a:lnTo>
                          <a:pt x="996" y="338"/>
                        </a:lnTo>
                        <a:lnTo>
                          <a:pt x="1004" y="362"/>
                        </a:lnTo>
                        <a:lnTo>
                          <a:pt x="1011" y="385"/>
                        </a:lnTo>
                        <a:lnTo>
                          <a:pt x="1017" y="410"/>
                        </a:lnTo>
                        <a:lnTo>
                          <a:pt x="1021" y="435"/>
                        </a:lnTo>
                        <a:lnTo>
                          <a:pt x="1024" y="461"/>
                        </a:lnTo>
                        <a:lnTo>
                          <a:pt x="1027" y="488"/>
                        </a:lnTo>
                        <a:lnTo>
                          <a:pt x="1028" y="514"/>
                        </a:lnTo>
                        <a:lnTo>
                          <a:pt x="1027" y="540"/>
                        </a:lnTo>
                        <a:lnTo>
                          <a:pt x="1024" y="566"/>
                        </a:lnTo>
                        <a:lnTo>
                          <a:pt x="1021" y="592"/>
                        </a:lnTo>
                        <a:lnTo>
                          <a:pt x="1017" y="617"/>
                        </a:lnTo>
                        <a:lnTo>
                          <a:pt x="1011" y="642"/>
                        </a:lnTo>
                        <a:lnTo>
                          <a:pt x="1004" y="666"/>
                        </a:lnTo>
                        <a:lnTo>
                          <a:pt x="996" y="690"/>
                        </a:lnTo>
                        <a:lnTo>
                          <a:pt x="987" y="714"/>
                        </a:lnTo>
                        <a:lnTo>
                          <a:pt x="977" y="736"/>
                        </a:lnTo>
                        <a:lnTo>
                          <a:pt x="966" y="758"/>
                        </a:lnTo>
                        <a:lnTo>
                          <a:pt x="953" y="780"/>
                        </a:lnTo>
                        <a:lnTo>
                          <a:pt x="940" y="800"/>
                        </a:lnTo>
                        <a:lnTo>
                          <a:pt x="926" y="821"/>
                        </a:lnTo>
                        <a:lnTo>
                          <a:pt x="910" y="840"/>
                        </a:lnTo>
                        <a:lnTo>
                          <a:pt x="894" y="859"/>
                        </a:lnTo>
                        <a:lnTo>
                          <a:pt x="877" y="877"/>
                        </a:lnTo>
                        <a:lnTo>
                          <a:pt x="859" y="894"/>
                        </a:lnTo>
                        <a:lnTo>
                          <a:pt x="840" y="909"/>
                        </a:lnTo>
                        <a:lnTo>
                          <a:pt x="821" y="925"/>
                        </a:lnTo>
                        <a:lnTo>
                          <a:pt x="801" y="940"/>
                        </a:lnTo>
                        <a:lnTo>
                          <a:pt x="780" y="953"/>
                        </a:lnTo>
                        <a:lnTo>
                          <a:pt x="758" y="965"/>
                        </a:lnTo>
                        <a:lnTo>
                          <a:pt x="737" y="977"/>
                        </a:lnTo>
                        <a:lnTo>
                          <a:pt x="714" y="986"/>
                        </a:lnTo>
                        <a:lnTo>
                          <a:pt x="690" y="996"/>
                        </a:lnTo>
                        <a:lnTo>
                          <a:pt x="666" y="1004"/>
                        </a:lnTo>
                        <a:lnTo>
                          <a:pt x="642" y="1011"/>
                        </a:lnTo>
                        <a:lnTo>
                          <a:pt x="617" y="1017"/>
                        </a:lnTo>
                        <a:lnTo>
                          <a:pt x="592" y="1021"/>
                        </a:lnTo>
                        <a:lnTo>
                          <a:pt x="566" y="1024"/>
                        </a:lnTo>
                        <a:lnTo>
                          <a:pt x="540" y="1026"/>
                        </a:lnTo>
                        <a:lnTo>
                          <a:pt x="514" y="1028"/>
                        </a:lnTo>
                        <a:lnTo>
                          <a:pt x="488" y="1026"/>
                        </a:lnTo>
                        <a:lnTo>
                          <a:pt x="462" y="1024"/>
                        </a:lnTo>
                        <a:lnTo>
                          <a:pt x="436" y="1021"/>
                        </a:lnTo>
                        <a:lnTo>
                          <a:pt x="411" y="1017"/>
                        </a:lnTo>
                        <a:lnTo>
                          <a:pt x="386" y="1011"/>
                        </a:lnTo>
                        <a:lnTo>
                          <a:pt x="362" y="1004"/>
                        </a:lnTo>
                        <a:lnTo>
                          <a:pt x="338" y="996"/>
                        </a:lnTo>
                        <a:lnTo>
                          <a:pt x="314" y="986"/>
                        </a:lnTo>
                        <a:lnTo>
                          <a:pt x="291" y="977"/>
                        </a:lnTo>
                        <a:lnTo>
                          <a:pt x="269" y="965"/>
                        </a:lnTo>
                        <a:lnTo>
                          <a:pt x="248" y="953"/>
                        </a:lnTo>
                        <a:lnTo>
                          <a:pt x="227" y="940"/>
                        </a:lnTo>
                        <a:lnTo>
                          <a:pt x="207" y="925"/>
                        </a:lnTo>
                        <a:lnTo>
                          <a:pt x="188" y="909"/>
                        </a:lnTo>
                        <a:lnTo>
                          <a:pt x="169" y="894"/>
                        </a:lnTo>
                        <a:lnTo>
                          <a:pt x="151" y="877"/>
                        </a:lnTo>
                        <a:lnTo>
                          <a:pt x="134" y="859"/>
                        </a:lnTo>
                        <a:lnTo>
                          <a:pt x="118" y="840"/>
                        </a:lnTo>
                        <a:lnTo>
                          <a:pt x="103" y="821"/>
                        </a:lnTo>
                        <a:lnTo>
                          <a:pt x="88" y="800"/>
                        </a:lnTo>
                        <a:lnTo>
                          <a:pt x="75" y="780"/>
                        </a:lnTo>
                        <a:lnTo>
                          <a:pt x="63" y="758"/>
                        </a:lnTo>
                        <a:lnTo>
                          <a:pt x="51" y="736"/>
                        </a:lnTo>
                        <a:lnTo>
                          <a:pt x="41" y="714"/>
                        </a:lnTo>
                        <a:lnTo>
                          <a:pt x="31" y="690"/>
                        </a:lnTo>
                        <a:lnTo>
                          <a:pt x="24" y="666"/>
                        </a:lnTo>
                        <a:lnTo>
                          <a:pt x="16" y="642"/>
                        </a:lnTo>
                        <a:lnTo>
                          <a:pt x="11" y="617"/>
                        </a:lnTo>
                        <a:lnTo>
                          <a:pt x="6" y="592"/>
                        </a:lnTo>
                        <a:lnTo>
                          <a:pt x="3" y="566"/>
                        </a:lnTo>
                        <a:lnTo>
                          <a:pt x="1" y="540"/>
                        </a:lnTo>
                        <a:lnTo>
                          <a:pt x="0" y="514"/>
                        </a:lnTo>
                        <a:lnTo>
                          <a:pt x="1" y="488"/>
                        </a:lnTo>
                        <a:lnTo>
                          <a:pt x="3" y="461"/>
                        </a:lnTo>
                        <a:lnTo>
                          <a:pt x="6" y="435"/>
                        </a:lnTo>
                        <a:lnTo>
                          <a:pt x="11" y="410"/>
                        </a:lnTo>
                        <a:lnTo>
                          <a:pt x="16" y="385"/>
                        </a:lnTo>
                        <a:lnTo>
                          <a:pt x="24" y="362"/>
                        </a:lnTo>
                        <a:lnTo>
                          <a:pt x="31" y="338"/>
                        </a:lnTo>
                        <a:lnTo>
                          <a:pt x="41" y="314"/>
                        </a:lnTo>
                        <a:lnTo>
                          <a:pt x="51" y="291"/>
                        </a:lnTo>
                        <a:lnTo>
                          <a:pt x="63" y="269"/>
                        </a:lnTo>
                        <a:lnTo>
                          <a:pt x="75" y="247"/>
                        </a:lnTo>
                        <a:lnTo>
                          <a:pt x="88" y="227"/>
                        </a:lnTo>
                        <a:lnTo>
                          <a:pt x="103" y="206"/>
                        </a:lnTo>
                        <a:lnTo>
                          <a:pt x="118" y="188"/>
                        </a:lnTo>
                        <a:lnTo>
                          <a:pt x="134" y="168"/>
                        </a:lnTo>
                        <a:lnTo>
                          <a:pt x="151" y="151"/>
                        </a:lnTo>
                        <a:lnTo>
                          <a:pt x="169" y="133"/>
                        </a:lnTo>
                        <a:lnTo>
                          <a:pt x="188" y="118"/>
                        </a:lnTo>
                        <a:lnTo>
                          <a:pt x="207" y="103"/>
                        </a:lnTo>
                        <a:lnTo>
                          <a:pt x="227" y="88"/>
                        </a:lnTo>
                        <a:lnTo>
                          <a:pt x="248" y="75"/>
                        </a:lnTo>
                        <a:lnTo>
                          <a:pt x="269" y="63"/>
                        </a:lnTo>
                        <a:lnTo>
                          <a:pt x="291" y="51"/>
                        </a:lnTo>
                        <a:lnTo>
                          <a:pt x="314" y="41"/>
                        </a:lnTo>
                        <a:lnTo>
                          <a:pt x="338" y="31"/>
                        </a:lnTo>
                        <a:lnTo>
                          <a:pt x="362" y="24"/>
                        </a:lnTo>
                        <a:lnTo>
                          <a:pt x="386" y="16"/>
                        </a:lnTo>
                        <a:lnTo>
                          <a:pt x="411" y="11"/>
                        </a:lnTo>
                        <a:lnTo>
                          <a:pt x="436" y="6"/>
                        </a:lnTo>
                        <a:lnTo>
                          <a:pt x="462" y="3"/>
                        </a:lnTo>
                        <a:lnTo>
                          <a:pt x="488" y="1"/>
                        </a:lnTo>
                        <a:lnTo>
                          <a:pt x="514" y="0"/>
                        </a:lnTo>
                        <a:close/>
                      </a:path>
                    </a:pathLst>
                  </a:custGeom>
                  <a:solidFill>
                    <a:srgbClr val="FFFFFF"/>
                  </a:solidFill>
                  <a:ln>
                    <a:noFill/>
                  </a:ln>
                </p:spPr>
                <p:txBody>
                  <a:bodyPr/>
                  <a:lstStyle/>
                  <a:p>
                    <a:pPr>
                      <a:defRPr/>
                    </a:pPr>
                    <a:endParaRPr lang="en-US" sz="1050">
                      <a:latin typeface="+mj-lt"/>
                    </a:endParaRPr>
                  </a:p>
                </p:txBody>
              </p:sp>
              <p:sp>
                <p:nvSpPr>
                  <p:cNvPr id="41695" name="Freeform 474">
                    <a:extLst>
                      <a:ext uri="{FF2B5EF4-FFF2-40B4-BE49-F238E27FC236}">
                        <a16:creationId xmlns="" xmlns:a16="http://schemas.microsoft.com/office/drawing/2014/main" id="{39D42AE2-B8AE-145C-5890-2C055754D5C7}"/>
                      </a:ext>
                    </a:extLst>
                  </p:cNvPr>
                  <p:cNvSpPr>
                    <a:spLocks/>
                  </p:cNvSpPr>
                  <p:nvPr/>
                </p:nvSpPr>
                <p:spPr bwMode="auto">
                  <a:xfrm>
                    <a:off x="3354" y="1940"/>
                    <a:ext cx="99" cy="114"/>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603"/>
                        </a:moveTo>
                        <a:lnTo>
                          <a:pt x="603" y="603"/>
                        </a:lnTo>
                        <a:lnTo>
                          <a:pt x="602" y="572"/>
                        </a:lnTo>
                        <a:lnTo>
                          <a:pt x="599" y="541"/>
                        </a:lnTo>
                        <a:lnTo>
                          <a:pt x="596" y="511"/>
                        </a:lnTo>
                        <a:lnTo>
                          <a:pt x="591" y="481"/>
                        </a:lnTo>
                        <a:lnTo>
                          <a:pt x="584" y="452"/>
                        </a:lnTo>
                        <a:lnTo>
                          <a:pt x="576" y="423"/>
                        </a:lnTo>
                        <a:lnTo>
                          <a:pt x="566" y="395"/>
                        </a:lnTo>
                        <a:lnTo>
                          <a:pt x="555" y="368"/>
                        </a:lnTo>
                        <a:lnTo>
                          <a:pt x="543" y="342"/>
                        </a:lnTo>
                        <a:lnTo>
                          <a:pt x="530" y="316"/>
                        </a:lnTo>
                        <a:lnTo>
                          <a:pt x="516" y="290"/>
                        </a:lnTo>
                        <a:lnTo>
                          <a:pt x="500" y="266"/>
                        </a:lnTo>
                        <a:lnTo>
                          <a:pt x="483" y="242"/>
                        </a:lnTo>
                        <a:lnTo>
                          <a:pt x="465" y="219"/>
                        </a:lnTo>
                        <a:lnTo>
                          <a:pt x="446" y="197"/>
                        </a:lnTo>
                        <a:lnTo>
                          <a:pt x="427" y="177"/>
                        </a:lnTo>
                        <a:lnTo>
                          <a:pt x="405" y="156"/>
                        </a:lnTo>
                        <a:lnTo>
                          <a:pt x="383" y="138"/>
                        </a:lnTo>
                        <a:lnTo>
                          <a:pt x="360" y="119"/>
                        </a:lnTo>
                        <a:lnTo>
                          <a:pt x="337" y="103"/>
                        </a:lnTo>
                        <a:lnTo>
                          <a:pt x="313" y="88"/>
                        </a:lnTo>
                        <a:lnTo>
                          <a:pt x="287" y="72"/>
                        </a:lnTo>
                        <a:lnTo>
                          <a:pt x="262" y="59"/>
                        </a:lnTo>
                        <a:lnTo>
                          <a:pt x="234" y="47"/>
                        </a:lnTo>
                        <a:lnTo>
                          <a:pt x="207" y="37"/>
                        </a:lnTo>
                        <a:lnTo>
                          <a:pt x="179" y="27"/>
                        </a:lnTo>
                        <a:lnTo>
                          <a:pt x="151" y="19"/>
                        </a:lnTo>
                        <a:lnTo>
                          <a:pt x="121" y="12"/>
                        </a:lnTo>
                        <a:lnTo>
                          <a:pt x="91" y="6"/>
                        </a:lnTo>
                        <a:lnTo>
                          <a:pt x="62" y="3"/>
                        </a:lnTo>
                        <a:lnTo>
                          <a:pt x="31" y="1"/>
                        </a:lnTo>
                        <a:lnTo>
                          <a:pt x="0" y="0"/>
                        </a:lnTo>
                        <a:lnTo>
                          <a:pt x="0" y="179"/>
                        </a:lnTo>
                        <a:lnTo>
                          <a:pt x="22" y="179"/>
                        </a:lnTo>
                        <a:lnTo>
                          <a:pt x="43" y="181"/>
                        </a:lnTo>
                        <a:lnTo>
                          <a:pt x="65" y="184"/>
                        </a:lnTo>
                        <a:lnTo>
                          <a:pt x="86" y="188"/>
                        </a:lnTo>
                        <a:lnTo>
                          <a:pt x="105" y="192"/>
                        </a:lnTo>
                        <a:lnTo>
                          <a:pt x="126" y="198"/>
                        </a:lnTo>
                        <a:lnTo>
                          <a:pt x="145" y="205"/>
                        </a:lnTo>
                        <a:lnTo>
                          <a:pt x="165" y="213"/>
                        </a:lnTo>
                        <a:lnTo>
                          <a:pt x="183" y="220"/>
                        </a:lnTo>
                        <a:lnTo>
                          <a:pt x="202" y="230"/>
                        </a:lnTo>
                        <a:lnTo>
                          <a:pt x="219" y="240"/>
                        </a:lnTo>
                        <a:lnTo>
                          <a:pt x="237" y="252"/>
                        </a:lnTo>
                        <a:lnTo>
                          <a:pt x="253" y="264"/>
                        </a:lnTo>
                        <a:lnTo>
                          <a:pt x="269" y="276"/>
                        </a:lnTo>
                        <a:lnTo>
                          <a:pt x="284" y="289"/>
                        </a:lnTo>
                        <a:lnTo>
                          <a:pt x="300" y="303"/>
                        </a:lnTo>
                        <a:lnTo>
                          <a:pt x="314" y="318"/>
                        </a:lnTo>
                        <a:lnTo>
                          <a:pt x="327" y="333"/>
                        </a:lnTo>
                        <a:lnTo>
                          <a:pt x="339" y="349"/>
                        </a:lnTo>
                        <a:lnTo>
                          <a:pt x="351" y="366"/>
                        </a:lnTo>
                        <a:lnTo>
                          <a:pt x="363" y="383"/>
                        </a:lnTo>
                        <a:lnTo>
                          <a:pt x="372" y="401"/>
                        </a:lnTo>
                        <a:lnTo>
                          <a:pt x="382" y="419"/>
                        </a:lnTo>
                        <a:lnTo>
                          <a:pt x="391" y="437"/>
                        </a:lnTo>
                        <a:lnTo>
                          <a:pt x="397" y="457"/>
                        </a:lnTo>
                        <a:lnTo>
                          <a:pt x="405" y="477"/>
                        </a:lnTo>
                        <a:lnTo>
                          <a:pt x="410" y="497"/>
                        </a:lnTo>
                        <a:lnTo>
                          <a:pt x="415" y="517"/>
                        </a:lnTo>
                        <a:lnTo>
                          <a:pt x="419" y="537"/>
                        </a:lnTo>
                        <a:lnTo>
                          <a:pt x="421" y="559"/>
                        </a:lnTo>
                        <a:lnTo>
                          <a:pt x="424" y="581"/>
                        </a:lnTo>
                        <a:lnTo>
                          <a:pt x="424" y="603"/>
                        </a:lnTo>
                        <a:lnTo>
                          <a:pt x="603" y="603"/>
                        </a:lnTo>
                        <a:close/>
                      </a:path>
                    </a:pathLst>
                  </a:custGeom>
                  <a:solidFill>
                    <a:srgbClr val="00A7D1"/>
                  </a:solidFill>
                  <a:ln>
                    <a:noFill/>
                  </a:ln>
                </p:spPr>
                <p:txBody>
                  <a:bodyPr/>
                  <a:lstStyle/>
                  <a:p>
                    <a:pPr>
                      <a:defRPr/>
                    </a:pPr>
                    <a:endParaRPr lang="en-US" sz="1050">
                      <a:latin typeface="+mj-lt"/>
                    </a:endParaRPr>
                  </a:p>
                </p:txBody>
              </p:sp>
              <p:sp>
                <p:nvSpPr>
                  <p:cNvPr id="41696" name="Freeform 475">
                    <a:extLst>
                      <a:ext uri="{FF2B5EF4-FFF2-40B4-BE49-F238E27FC236}">
                        <a16:creationId xmlns="" xmlns:a16="http://schemas.microsoft.com/office/drawing/2014/main" id="{6386E66B-E719-583F-6E60-19C59A699C0A}"/>
                      </a:ext>
                    </a:extLst>
                  </p:cNvPr>
                  <p:cNvSpPr>
                    <a:spLocks/>
                  </p:cNvSpPr>
                  <p:nvPr/>
                </p:nvSpPr>
                <p:spPr bwMode="auto">
                  <a:xfrm>
                    <a:off x="3354" y="2054"/>
                    <a:ext cx="99" cy="114"/>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0" y="603"/>
                        </a:moveTo>
                        <a:lnTo>
                          <a:pt x="0" y="603"/>
                        </a:lnTo>
                        <a:lnTo>
                          <a:pt x="30" y="602"/>
                        </a:lnTo>
                        <a:lnTo>
                          <a:pt x="61" y="599"/>
                        </a:lnTo>
                        <a:lnTo>
                          <a:pt x="91" y="596"/>
                        </a:lnTo>
                        <a:lnTo>
                          <a:pt x="121" y="591"/>
                        </a:lnTo>
                        <a:lnTo>
                          <a:pt x="150" y="583"/>
                        </a:lnTo>
                        <a:lnTo>
                          <a:pt x="179" y="576"/>
                        </a:lnTo>
                        <a:lnTo>
                          <a:pt x="207" y="566"/>
                        </a:lnTo>
                        <a:lnTo>
                          <a:pt x="234" y="555"/>
                        </a:lnTo>
                        <a:lnTo>
                          <a:pt x="262" y="543"/>
                        </a:lnTo>
                        <a:lnTo>
                          <a:pt x="287" y="530"/>
                        </a:lnTo>
                        <a:lnTo>
                          <a:pt x="313" y="515"/>
                        </a:lnTo>
                        <a:lnTo>
                          <a:pt x="337" y="499"/>
                        </a:lnTo>
                        <a:lnTo>
                          <a:pt x="360" y="483"/>
                        </a:lnTo>
                        <a:lnTo>
                          <a:pt x="383" y="465"/>
                        </a:lnTo>
                        <a:lnTo>
                          <a:pt x="405" y="446"/>
                        </a:lnTo>
                        <a:lnTo>
                          <a:pt x="427" y="426"/>
                        </a:lnTo>
                        <a:lnTo>
                          <a:pt x="446" y="405"/>
                        </a:lnTo>
                        <a:lnTo>
                          <a:pt x="465" y="383"/>
                        </a:lnTo>
                        <a:lnTo>
                          <a:pt x="483" y="360"/>
                        </a:lnTo>
                        <a:lnTo>
                          <a:pt x="500" y="336"/>
                        </a:lnTo>
                        <a:lnTo>
                          <a:pt x="516" y="313"/>
                        </a:lnTo>
                        <a:lnTo>
                          <a:pt x="530" y="286"/>
                        </a:lnTo>
                        <a:lnTo>
                          <a:pt x="543" y="260"/>
                        </a:lnTo>
                        <a:lnTo>
                          <a:pt x="555" y="234"/>
                        </a:lnTo>
                        <a:lnTo>
                          <a:pt x="566" y="207"/>
                        </a:lnTo>
                        <a:lnTo>
                          <a:pt x="576" y="179"/>
                        </a:lnTo>
                        <a:lnTo>
                          <a:pt x="584" y="151"/>
                        </a:lnTo>
                        <a:lnTo>
                          <a:pt x="591" y="121"/>
                        </a:lnTo>
                        <a:lnTo>
                          <a:pt x="596" y="91"/>
                        </a:lnTo>
                        <a:lnTo>
                          <a:pt x="599" y="62"/>
                        </a:lnTo>
                        <a:lnTo>
                          <a:pt x="602" y="30"/>
                        </a:lnTo>
                        <a:lnTo>
                          <a:pt x="603" y="0"/>
                        </a:lnTo>
                        <a:lnTo>
                          <a:pt x="424" y="0"/>
                        </a:lnTo>
                        <a:lnTo>
                          <a:pt x="424" y="21"/>
                        </a:lnTo>
                        <a:lnTo>
                          <a:pt x="421" y="43"/>
                        </a:lnTo>
                        <a:lnTo>
                          <a:pt x="419" y="65"/>
                        </a:lnTo>
                        <a:lnTo>
                          <a:pt x="415" y="85"/>
                        </a:lnTo>
                        <a:lnTo>
                          <a:pt x="410" y="105"/>
                        </a:lnTo>
                        <a:lnTo>
                          <a:pt x="405" y="126"/>
                        </a:lnTo>
                        <a:lnTo>
                          <a:pt x="397" y="145"/>
                        </a:lnTo>
                        <a:lnTo>
                          <a:pt x="391" y="165"/>
                        </a:lnTo>
                        <a:lnTo>
                          <a:pt x="382" y="183"/>
                        </a:lnTo>
                        <a:lnTo>
                          <a:pt x="372" y="202"/>
                        </a:lnTo>
                        <a:lnTo>
                          <a:pt x="363" y="219"/>
                        </a:lnTo>
                        <a:lnTo>
                          <a:pt x="351" y="237"/>
                        </a:lnTo>
                        <a:lnTo>
                          <a:pt x="339" y="253"/>
                        </a:lnTo>
                        <a:lnTo>
                          <a:pt x="327" y="269"/>
                        </a:lnTo>
                        <a:lnTo>
                          <a:pt x="314" y="284"/>
                        </a:lnTo>
                        <a:lnTo>
                          <a:pt x="300" y="298"/>
                        </a:lnTo>
                        <a:lnTo>
                          <a:pt x="284" y="314"/>
                        </a:lnTo>
                        <a:lnTo>
                          <a:pt x="269" y="327"/>
                        </a:lnTo>
                        <a:lnTo>
                          <a:pt x="253" y="339"/>
                        </a:lnTo>
                        <a:lnTo>
                          <a:pt x="237" y="351"/>
                        </a:lnTo>
                        <a:lnTo>
                          <a:pt x="219" y="363"/>
                        </a:lnTo>
                        <a:lnTo>
                          <a:pt x="202" y="372"/>
                        </a:lnTo>
                        <a:lnTo>
                          <a:pt x="183" y="382"/>
                        </a:lnTo>
                        <a:lnTo>
                          <a:pt x="165" y="390"/>
                        </a:lnTo>
                        <a:lnTo>
                          <a:pt x="145" y="397"/>
                        </a:lnTo>
                        <a:lnTo>
                          <a:pt x="126" y="405"/>
                        </a:lnTo>
                        <a:lnTo>
                          <a:pt x="106" y="410"/>
                        </a:lnTo>
                        <a:lnTo>
                          <a:pt x="86" y="415"/>
                        </a:lnTo>
                        <a:lnTo>
                          <a:pt x="65" y="418"/>
                        </a:lnTo>
                        <a:lnTo>
                          <a:pt x="43" y="421"/>
                        </a:lnTo>
                        <a:lnTo>
                          <a:pt x="23" y="423"/>
                        </a:lnTo>
                        <a:lnTo>
                          <a:pt x="0" y="423"/>
                        </a:lnTo>
                        <a:lnTo>
                          <a:pt x="0" y="603"/>
                        </a:lnTo>
                        <a:close/>
                      </a:path>
                    </a:pathLst>
                  </a:custGeom>
                  <a:solidFill>
                    <a:srgbClr val="00A7D1"/>
                  </a:solidFill>
                  <a:ln>
                    <a:noFill/>
                  </a:ln>
                </p:spPr>
                <p:txBody>
                  <a:bodyPr/>
                  <a:lstStyle/>
                  <a:p>
                    <a:pPr>
                      <a:defRPr/>
                    </a:pPr>
                    <a:endParaRPr lang="en-US" sz="1050">
                      <a:latin typeface="+mj-lt"/>
                    </a:endParaRPr>
                  </a:p>
                </p:txBody>
              </p:sp>
              <p:sp>
                <p:nvSpPr>
                  <p:cNvPr id="41697" name="Freeform 476">
                    <a:extLst>
                      <a:ext uri="{FF2B5EF4-FFF2-40B4-BE49-F238E27FC236}">
                        <a16:creationId xmlns="" xmlns:a16="http://schemas.microsoft.com/office/drawing/2014/main" id="{7DD3F06B-3D71-0FCD-B6F3-805223B4816E}"/>
                      </a:ext>
                    </a:extLst>
                  </p:cNvPr>
                  <p:cNvSpPr>
                    <a:spLocks/>
                  </p:cNvSpPr>
                  <p:nvPr/>
                </p:nvSpPr>
                <p:spPr bwMode="auto">
                  <a:xfrm>
                    <a:off x="3254" y="2054"/>
                    <a:ext cx="99" cy="114"/>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0" y="0"/>
                        </a:moveTo>
                        <a:lnTo>
                          <a:pt x="0" y="0"/>
                        </a:lnTo>
                        <a:lnTo>
                          <a:pt x="1" y="30"/>
                        </a:lnTo>
                        <a:lnTo>
                          <a:pt x="3" y="60"/>
                        </a:lnTo>
                        <a:lnTo>
                          <a:pt x="6" y="91"/>
                        </a:lnTo>
                        <a:lnTo>
                          <a:pt x="12" y="121"/>
                        </a:lnTo>
                        <a:lnTo>
                          <a:pt x="19" y="150"/>
                        </a:lnTo>
                        <a:lnTo>
                          <a:pt x="27" y="179"/>
                        </a:lnTo>
                        <a:lnTo>
                          <a:pt x="37" y="207"/>
                        </a:lnTo>
                        <a:lnTo>
                          <a:pt x="48" y="234"/>
                        </a:lnTo>
                        <a:lnTo>
                          <a:pt x="60" y="260"/>
                        </a:lnTo>
                        <a:lnTo>
                          <a:pt x="73" y="286"/>
                        </a:lnTo>
                        <a:lnTo>
                          <a:pt x="88" y="313"/>
                        </a:lnTo>
                        <a:lnTo>
                          <a:pt x="103" y="336"/>
                        </a:lnTo>
                        <a:lnTo>
                          <a:pt x="120" y="360"/>
                        </a:lnTo>
                        <a:lnTo>
                          <a:pt x="138" y="383"/>
                        </a:lnTo>
                        <a:lnTo>
                          <a:pt x="156" y="405"/>
                        </a:lnTo>
                        <a:lnTo>
                          <a:pt x="177" y="426"/>
                        </a:lnTo>
                        <a:lnTo>
                          <a:pt x="198" y="446"/>
                        </a:lnTo>
                        <a:lnTo>
                          <a:pt x="219" y="465"/>
                        </a:lnTo>
                        <a:lnTo>
                          <a:pt x="242" y="483"/>
                        </a:lnTo>
                        <a:lnTo>
                          <a:pt x="266" y="499"/>
                        </a:lnTo>
                        <a:lnTo>
                          <a:pt x="290" y="515"/>
                        </a:lnTo>
                        <a:lnTo>
                          <a:pt x="316" y="530"/>
                        </a:lnTo>
                        <a:lnTo>
                          <a:pt x="342" y="543"/>
                        </a:lnTo>
                        <a:lnTo>
                          <a:pt x="368" y="555"/>
                        </a:lnTo>
                        <a:lnTo>
                          <a:pt x="395" y="566"/>
                        </a:lnTo>
                        <a:lnTo>
                          <a:pt x="424" y="576"/>
                        </a:lnTo>
                        <a:lnTo>
                          <a:pt x="453" y="583"/>
                        </a:lnTo>
                        <a:lnTo>
                          <a:pt x="482" y="591"/>
                        </a:lnTo>
                        <a:lnTo>
                          <a:pt x="512" y="596"/>
                        </a:lnTo>
                        <a:lnTo>
                          <a:pt x="542" y="599"/>
                        </a:lnTo>
                        <a:lnTo>
                          <a:pt x="572" y="602"/>
                        </a:lnTo>
                        <a:lnTo>
                          <a:pt x="603" y="603"/>
                        </a:lnTo>
                        <a:lnTo>
                          <a:pt x="603" y="423"/>
                        </a:lnTo>
                        <a:lnTo>
                          <a:pt x="581" y="423"/>
                        </a:lnTo>
                        <a:lnTo>
                          <a:pt x="559" y="421"/>
                        </a:lnTo>
                        <a:lnTo>
                          <a:pt x="539" y="418"/>
                        </a:lnTo>
                        <a:lnTo>
                          <a:pt x="518" y="415"/>
                        </a:lnTo>
                        <a:lnTo>
                          <a:pt x="497" y="410"/>
                        </a:lnTo>
                        <a:lnTo>
                          <a:pt x="477" y="405"/>
                        </a:lnTo>
                        <a:lnTo>
                          <a:pt x="457" y="397"/>
                        </a:lnTo>
                        <a:lnTo>
                          <a:pt x="438" y="390"/>
                        </a:lnTo>
                        <a:lnTo>
                          <a:pt x="419" y="382"/>
                        </a:lnTo>
                        <a:lnTo>
                          <a:pt x="401" y="372"/>
                        </a:lnTo>
                        <a:lnTo>
                          <a:pt x="383" y="363"/>
                        </a:lnTo>
                        <a:lnTo>
                          <a:pt x="366" y="351"/>
                        </a:lnTo>
                        <a:lnTo>
                          <a:pt x="350" y="339"/>
                        </a:lnTo>
                        <a:lnTo>
                          <a:pt x="333" y="327"/>
                        </a:lnTo>
                        <a:lnTo>
                          <a:pt x="318" y="314"/>
                        </a:lnTo>
                        <a:lnTo>
                          <a:pt x="304" y="298"/>
                        </a:lnTo>
                        <a:lnTo>
                          <a:pt x="289" y="284"/>
                        </a:lnTo>
                        <a:lnTo>
                          <a:pt x="276" y="269"/>
                        </a:lnTo>
                        <a:lnTo>
                          <a:pt x="263" y="253"/>
                        </a:lnTo>
                        <a:lnTo>
                          <a:pt x="252" y="237"/>
                        </a:lnTo>
                        <a:lnTo>
                          <a:pt x="240" y="219"/>
                        </a:lnTo>
                        <a:lnTo>
                          <a:pt x="230" y="202"/>
                        </a:lnTo>
                        <a:lnTo>
                          <a:pt x="220" y="183"/>
                        </a:lnTo>
                        <a:lnTo>
                          <a:pt x="213" y="164"/>
                        </a:lnTo>
                        <a:lnTo>
                          <a:pt x="205" y="145"/>
                        </a:lnTo>
                        <a:lnTo>
                          <a:pt x="198" y="126"/>
                        </a:lnTo>
                        <a:lnTo>
                          <a:pt x="192" y="106"/>
                        </a:lnTo>
                        <a:lnTo>
                          <a:pt x="188" y="85"/>
                        </a:lnTo>
                        <a:lnTo>
                          <a:pt x="185" y="65"/>
                        </a:lnTo>
                        <a:lnTo>
                          <a:pt x="181" y="43"/>
                        </a:lnTo>
                        <a:lnTo>
                          <a:pt x="179" y="21"/>
                        </a:lnTo>
                        <a:lnTo>
                          <a:pt x="179" y="0"/>
                        </a:lnTo>
                        <a:lnTo>
                          <a:pt x="0" y="0"/>
                        </a:lnTo>
                        <a:close/>
                      </a:path>
                    </a:pathLst>
                  </a:custGeom>
                  <a:solidFill>
                    <a:srgbClr val="00A7D1"/>
                  </a:solidFill>
                  <a:ln>
                    <a:noFill/>
                  </a:ln>
                </p:spPr>
                <p:txBody>
                  <a:bodyPr/>
                  <a:lstStyle/>
                  <a:p>
                    <a:pPr>
                      <a:defRPr/>
                    </a:pPr>
                    <a:endParaRPr lang="en-US" sz="1050">
                      <a:latin typeface="+mj-lt"/>
                    </a:endParaRPr>
                  </a:p>
                </p:txBody>
              </p:sp>
              <p:sp>
                <p:nvSpPr>
                  <p:cNvPr id="41698" name="Freeform 477">
                    <a:extLst>
                      <a:ext uri="{FF2B5EF4-FFF2-40B4-BE49-F238E27FC236}">
                        <a16:creationId xmlns="" xmlns:a16="http://schemas.microsoft.com/office/drawing/2014/main" id="{4875D9E1-1D86-9B03-3A7D-06713EC41C73}"/>
                      </a:ext>
                    </a:extLst>
                  </p:cNvPr>
                  <p:cNvSpPr>
                    <a:spLocks/>
                  </p:cNvSpPr>
                  <p:nvPr/>
                </p:nvSpPr>
                <p:spPr bwMode="auto">
                  <a:xfrm>
                    <a:off x="3254" y="1940"/>
                    <a:ext cx="99" cy="114"/>
                  </a:xfrm>
                  <a:custGeom>
                    <a:avLst/>
                    <a:gdLst>
                      <a:gd name="T0" fmla="*/ 0 w 603"/>
                      <a:gd name="T1" fmla="*/ 0 h 603"/>
                      <a:gd name="T2" fmla="*/ 0 w 603"/>
                      <a:gd name="T3" fmla="*/ 0 h 603"/>
                      <a:gd name="T4" fmla="*/ 0 w 603"/>
                      <a:gd name="T5" fmla="*/ 0 h 603"/>
                      <a:gd name="T6" fmla="*/ 0 w 603"/>
                      <a:gd name="T7" fmla="*/ 0 h 603"/>
                      <a:gd name="T8" fmla="*/ 0 w 603"/>
                      <a:gd name="T9" fmla="*/ 0 h 603"/>
                      <a:gd name="T10" fmla="*/ 0 w 603"/>
                      <a:gd name="T11" fmla="*/ 0 h 603"/>
                      <a:gd name="T12" fmla="*/ 0 w 603"/>
                      <a:gd name="T13" fmla="*/ 0 h 603"/>
                      <a:gd name="T14" fmla="*/ 0 w 603"/>
                      <a:gd name="T15" fmla="*/ 0 h 603"/>
                      <a:gd name="T16" fmla="*/ 0 w 603"/>
                      <a:gd name="T17" fmla="*/ 0 h 603"/>
                      <a:gd name="T18" fmla="*/ 0 w 603"/>
                      <a:gd name="T19" fmla="*/ 0 h 603"/>
                      <a:gd name="T20" fmla="*/ 0 w 603"/>
                      <a:gd name="T21" fmla="*/ 0 h 603"/>
                      <a:gd name="T22" fmla="*/ 0 w 603"/>
                      <a:gd name="T23" fmla="*/ 0 h 603"/>
                      <a:gd name="T24" fmla="*/ 0 w 603"/>
                      <a:gd name="T25" fmla="*/ 0 h 603"/>
                      <a:gd name="T26" fmla="*/ 0 w 603"/>
                      <a:gd name="T27" fmla="*/ 0 h 603"/>
                      <a:gd name="T28" fmla="*/ 0 w 603"/>
                      <a:gd name="T29" fmla="*/ 0 h 603"/>
                      <a:gd name="T30" fmla="*/ 0 w 603"/>
                      <a:gd name="T31" fmla="*/ 0 h 603"/>
                      <a:gd name="T32" fmla="*/ 0 w 603"/>
                      <a:gd name="T33" fmla="*/ 0 h 603"/>
                      <a:gd name="T34" fmla="*/ 0 w 603"/>
                      <a:gd name="T35" fmla="*/ 0 h 603"/>
                      <a:gd name="T36" fmla="*/ 0 w 603"/>
                      <a:gd name="T37" fmla="*/ 0 h 603"/>
                      <a:gd name="T38" fmla="*/ 0 w 603"/>
                      <a:gd name="T39" fmla="*/ 0 h 603"/>
                      <a:gd name="T40" fmla="*/ 0 w 603"/>
                      <a:gd name="T41" fmla="*/ 0 h 603"/>
                      <a:gd name="T42" fmla="*/ 0 w 603"/>
                      <a:gd name="T43" fmla="*/ 0 h 603"/>
                      <a:gd name="T44" fmla="*/ 0 w 603"/>
                      <a:gd name="T45" fmla="*/ 0 h 603"/>
                      <a:gd name="T46" fmla="*/ 0 w 603"/>
                      <a:gd name="T47" fmla="*/ 0 h 603"/>
                      <a:gd name="T48" fmla="*/ 0 w 603"/>
                      <a:gd name="T49" fmla="*/ 0 h 603"/>
                      <a:gd name="T50" fmla="*/ 0 w 603"/>
                      <a:gd name="T51" fmla="*/ 0 h 603"/>
                      <a:gd name="T52" fmla="*/ 0 w 603"/>
                      <a:gd name="T53" fmla="*/ 0 h 603"/>
                      <a:gd name="T54" fmla="*/ 0 w 603"/>
                      <a:gd name="T55" fmla="*/ 0 h 603"/>
                      <a:gd name="T56" fmla="*/ 0 w 603"/>
                      <a:gd name="T57" fmla="*/ 0 h 603"/>
                      <a:gd name="T58" fmla="*/ 0 w 603"/>
                      <a:gd name="T59" fmla="*/ 0 h 603"/>
                      <a:gd name="T60" fmla="*/ 0 w 603"/>
                      <a:gd name="T61" fmla="*/ 0 h 603"/>
                      <a:gd name="T62" fmla="*/ 0 w 603"/>
                      <a:gd name="T63" fmla="*/ 0 h 603"/>
                      <a:gd name="T64" fmla="*/ 0 w 603"/>
                      <a:gd name="T65" fmla="*/ 0 h 603"/>
                      <a:gd name="T66" fmla="*/ 0 w 603"/>
                      <a:gd name="T67" fmla="*/ 0 h 60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03"/>
                      <a:gd name="T103" fmla="*/ 0 h 603"/>
                      <a:gd name="T104" fmla="*/ 603 w 603"/>
                      <a:gd name="T105" fmla="*/ 603 h 60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03" h="603">
                        <a:moveTo>
                          <a:pt x="603" y="0"/>
                        </a:moveTo>
                        <a:lnTo>
                          <a:pt x="603" y="0"/>
                        </a:lnTo>
                        <a:lnTo>
                          <a:pt x="572" y="1"/>
                        </a:lnTo>
                        <a:lnTo>
                          <a:pt x="542" y="3"/>
                        </a:lnTo>
                        <a:lnTo>
                          <a:pt x="512" y="6"/>
                        </a:lnTo>
                        <a:lnTo>
                          <a:pt x="482" y="12"/>
                        </a:lnTo>
                        <a:lnTo>
                          <a:pt x="453" y="19"/>
                        </a:lnTo>
                        <a:lnTo>
                          <a:pt x="424" y="27"/>
                        </a:lnTo>
                        <a:lnTo>
                          <a:pt x="395" y="37"/>
                        </a:lnTo>
                        <a:lnTo>
                          <a:pt x="368" y="47"/>
                        </a:lnTo>
                        <a:lnTo>
                          <a:pt x="342" y="59"/>
                        </a:lnTo>
                        <a:lnTo>
                          <a:pt x="316" y="72"/>
                        </a:lnTo>
                        <a:lnTo>
                          <a:pt x="290" y="88"/>
                        </a:lnTo>
                        <a:lnTo>
                          <a:pt x="266" y="103"/>
                        </a:lnTo>
                        <a:lnTo>
                          <a:pt x="242" y="119"/>
                        </a:lnTo>
                        <a:lnTo>
                          <a:pt x="219" y="138"/>
                        </a:lnTo>
                        <a:lnTo>
                          <a:pt x="198" y="156"/>
                        </a:lnTo>
                        <a:lnTo>
                          <a:pt x="177" y="177"/>
                        </a:lnTo>
                        <a:lnTo>
                          <a:pt x="156" y="197"/>
                        </a:lnTo>
                        <a:lnTo>
                          <a:pt x="138" y="219"/>
                        </a:lnTo>
                        <a:lnTo>
                          <a:pt x="120" y="242"/>
                        </a:lnTo>
                        <a:lnTo>
                          <a:pt x="103" y="266"/>
                        </a:lnTo>
                        <a:lnTo>
                          <a:pt x="88" y="290"/>
                        </a:lnTo>
                        <a:lnTo>
                          <a:pt x="73" y="316"/>
                        </a:lnTo>
                        <a:lnTo>
                          <a:pt x="60" y="342"/>
                        </a:lnTo>
                        <a:lnTo>
                          <a:pt x="48" y="368"/>
                        </a:lnTo>
                        <a:lnTo>
                          <a:pt x="37" y="395"/>
                        </a:lnTo>
                        <a:lnTo>
                          <a:pt x="27" y="423"/>
                        </a:lnTo>
                        <a:lnTo>
                          <a:pt x="19" y="453"/>
                        </a:lnTo>
                        <a:lnTo>
                          <a:pt x="12" y="481"/>
                        </a:lnTo>
                        <a:lnTo>
                          <a:pt x="6" y="511"/>
                        </a:lnTo>
                        <a:lnTo>
                          <a:pt x="3" y="542"/>
                        </a:lnTo>
                        <a:lnTo>
                          <a:pt x="1" y="572"/>
                        </a:lnTo>
                        <a:lnTo>
                          <a:pt x="0" y="603"/>
                        </a:lnTo>
                        <a:lnTo>
                          <a:pt x="179" y="603"/>
                        </a:lnTo>
                        <a:lnTo>
                          <a:pt x="179" y="581"/>
                        </a:lnTo>
                        <a:lnTo>
                          <a:pt x="181" y="559"/>
                        </a:lnTo>
                        <a:lnTo>
                          <a:pt x="185" y="537"/>
                        </a:lnTo>
                        <a:lnTo>
                          <a:pt x="188" y="517"/>
                        </a:lnTo>
                        <a:lnTo>
                          <a:pt x="192" y="496"/>
                        </a:lnTo>
                        <a:lnTo>
                          <a:pt x="198" y="477"/>
                        </a:lnTo>
                        <a:lnTo>
                          <a:pt x="205" y="457"/>
                        </a:lnTo>
                        <a:lnTo>
                          <a:pt x="213" y="439"/>
                        </a:lnTo>
                        <a:lnTo>
                          <a:pt x="220" y="419"/>
                        </a:lnTo>
                        <a:lnTo>
                          <a:pt x="230" y="401"/>
                        </a:lnTo>
                        <a:lnTo>
                          <a:pt x="240" y="383"/>
                        </a:lnTo>
                        <a:lnTo>
                          <a:pt x="252" y="366"/>
                        </a:lnTo>
                        <a:lnTo>
                          <a:pt x="263" y="349"/>
                        </a:lnTo>
                        <a:lnTo>
                          <a:pt x="276" y="333"/>
                        </a:lnTo>
                        <a:lnTo>
                          <a:pt x="289" y="318"/>
                        </a:lnTo>
                        <a:lnTo>
                          <a:pt x="304" y="303"/>
                        </a:lnTo>
                        <a:lnTo>
                          <a:pt x="318" y="289"/>
                        </a:lnTo>
                        <a:lnTo>
                          <a:pt x="333" y="276"/>
                        </a:lnTo>
                        <a:lnTo>
                          <a:pt x="350" y="264"/>
                        </a:lnTo>
                        <a:lnTo>
                          <a:pt x="366" y="252"/>
                        </a:lnTo>
                        <a:lnTo>
                          <a:pt x="383" y="240"/>
                        </a:lnTo>
                        <a:lnTo>
                          <a:pt x="401" y="230"/>
                        </a:lnTo>
                        <a:lnTo>
                          <a:pt x="419" y="220"/>
                        </a:lnTo>
                        <a:lnTo>
                          <a:pt x="438" y="213"/>
                        </a:lnTo>
                        <a:lnTo>
                          <a:pt x="457" y="205"/>
                        </a:lnTo>
                        <a:lnTo>
                          <a:pt x="477" y="198"/>
                        </a:lnTo>
                        <a:lnTo>
                          <a:pt x="497" y="192"/>
                        </a:lnTo>
                        <a:lnTo>
                          <a:pt x="518" y="188"/>
                        </a:lnTo>
                        <a:lnTo>
                          <a:pt x="539" y="184"/>
                        </a:lnTo>
                        <a:lnTo>
                          <a:pt x="559" y="181"/>
                        </a:lnTo>
                        <a:lnTo>
                          <a:pt x="581" y="179"/>
                        </a:lnTo>
                        <a:lnTo>
                          <a:pt x="603" y="179"/>
                        </a:lnTo>
                        <a:lnTo>
                          <a:pt x="603" y="0"/>
                        </a:lnTo>
                        <a:close/>
                      </a:path>
                    </a:pathLst>
                  </a:custGeom>
                  <a:solidFill>
                    <a:srgbClr val="00A7D1"/>
                  </a:solidFill>
                  <a:ln>
                    <a:noFill/>
                  </a:ln>
                </p:spPr>
                <p:txBody>
                  <a:bodyPr/>
                  <a:lstStyle/>
                  <a:p>
                    <a:pPr>
                      <a:defRPr/>
                    </a:pPr>
                    <a:endParaRPr lang="en-US" sz="1050">
                      <a:latin typeface="+mj-lt"/>
                    </a:endParaRPr>
                  </a:p>
                </p:txBody>
              </p:sp>
            </p:grpSp>
            <p:grpSp>
              <p:nvGrpSpPr>
                <p:cNvPr id="29873" name="Group 478">
                  <a:extLst>
                    <a:ext uri="{FF2B5EF4-FFF2-40B4-BE49-F238E27FC236}">
                      <a16:creationId xmlns="" xmlns:a16="http://schemas.microsoft.com/office/drawing/2014/main" id="{82C40914-4A36-FF18-50C8-34031F803CD7}"/>
                    </a:ext>
                  </a:extLst>
                </p:cNvPr>
                <p:cNvGrpSpPr>
                  <a:grpSpLocks/>
                </p:cNvGrpSpPr>
                <p:nvPr/>
              </p:nvGrpSpPr>
              <p:grpSpPr bwMode="auto">
                <a:xfrm>
                  <a:off x="3792" y="2380"/>
                  <a:ext cx="720" cy="633"/>
                  <a:chOff x="1401" y="1248"/>
                  <a:chExt cx="2958" cy="2592"/>
                </a:xfrm>
              </p:grpSpPr>
              <p:sp>
                <p:nvSpPr>
                  <p:cNvPr id="41513" name="AutoShape 479">
                    <a:extLst>
                      <a:ext uri="{FF2B5EF4-FFF2-40B4-BE49-F238E27FC236}">
                        <a16:creationId xmlns="" xmlns:a16="http://schemas.microsoft.com/office/drawing/2014/main" id="{534762D9-662D-F0E0-7846-F689E24559E7}"/>
                      </a:ext>
                    </a:extLst>
                  </p:cNvPr>
                  <p:cNvSpPr>
                    <a:spLocks noChangeAspect="1" noChangeArrowheads="1" noTextEdit="1"/>
                  </p:cNvSpPr>
                  <p:nvPr/>
                </p:nvSpPr>
                <p:spPr bwMode="auto">
                  <a:xfrm>
                    <a:off x="1400" y="1249"/>
                    <a:ext cx="2959" cy="2591"/>
                  </a:xfrm>
                  <a:prstGeom prst="rect">
                    <a:avLst/>
                  </a:prstGeom>
                  <a:noFill/>
                  <a:ln>
                    <a:noFill/>
                  </a:ln>
                </p:spPr>
                <p:txBody>
                  <a:bodyPr/>
                  <a:lstStyle/>
                  <a:p>
                    <a:pPr>
                      <a:defRPr/>
                    </a:pPr>
                    <a:endParaRPr lang="en-US" sz="1050">
                      <a:latin typeface="+mj-lt"/>
                    </a:endParaRPr>
                  </a:p>
                </p:txBody>
              </p:sp>
              <p:sp>
                <p:nvSpPr>
                  <p:cNvPr id="41514" name="Freeform 480">
                    <a:extLst>
                      <a:ext uri="{FF2B5EF4-FFF2-40B4-BE49-F238E27FC236}">
                        <a16:creationId xmlns="" xmlns:a16="http://schemas.microsoft.com/office/drawing/2014/main" id="{83E12A66-1F37-EF62-B6FE-2680C7EC3846}"/>
                      </a:ext>
                    </a:extLst>
                  </p:cNvPr>
                  <p:cNvSpPr>
                    <a:spLocks/>
                  </p:cNvSpPr>
                  <p:nvPr/>
                </p:nvSpPr>
                <p:spPr bwMode="auto">
                  <a:xfrm>
                    <a:off x="1400" y="1249"/>
                    <a:ext cx="2563" cy="2564"/>
                  </a:xfrm>
                  <a:custGeom>
                    <a:avLst/>
                    <a:gdLst>
                      <a:gd name="T0" fmla="*/ 0 w 15373"/>
                      <a:gd name="T1" fmla="*/ 0 h 15373"/>
                      <a:gd name="T2" fmla="*/ 0 w 15373"/>
                      <a:gd name="T3" fmla="*/ 0 h 15373"/>
                      <a:gd name="T4" fmla="*/ 0 w 15373"/>
                      <a:gd name="T5" fmla="*/ 0 h 15373"/>
                      <a:gd name="T6" fmla="*/ 0 w 15373"/>
                      <a:gd name="T7" fmla="*/ 0 h 15373"/>
                      <a:gd name="T8" fmla="*/ 0 w 15373"/>
                      <a:gd name="T9" fmla="*/ 0 h 15373"/>
                      <a:gd name="T10" fmla="*/ 0 w 15373"/>
                      <a:gd name="T11" fmla="*/ 0 h 15373"/>
                      <a:gd name="T12" fmla="*/ 0 w 15373"/>
                      <a:gd name="T13" fmla="*/ 0 h 15373"/>
                      <a:gd name="T14" fmla="*/ 0 w 15373"/>
                      <a:gd name="T15" fmla="*/ 0 h 15373"/>
                      <a:gd name="T16" fmla="*/ 0 w 15373"/>
                      <a:gd name="T17" fmla="*/ 0 h 15373"/>
                      <a:gd name="T18" fmla="*/ 0 w 15373"/>
                      <a:gd name="T19" fmla="*/ 0 h 15373"/>
                      <a:gd name="T20" fmla="*/ 0 w 15373"/>
                      <a:gd name="T21" fmla="*/ 0 h 15373"/>
                      <a:gd name="T22" fmla="*/ 0 w 15373"/>
                      <a:gd name="T23" fmla="*/ 0 h 15373"/>
                      <a:gd name="T24" fmla="*/ 0 w 15373"/>
                      <a:gd name="T25" fmla="*/ 0 h 15373"/>
                      <a:gd name="T26" fmla="*/ 0 w 15373"/>
                      <a:gd name="T27" fmla="*/ 0 h 15373"/>
                      <a:gd name="T28" fmla="*/ 0 w 15373"/>
                      <a:gd name="T29" fmla="*/ 0 h 15373"/>
                      <a:gd name="T30" fmla="*/ 0 w 15373"/>
                      <a:gd name="T31" fmla="*/ 0 h 15373"/>
                      <a:gd name="T32" fmla="*/ 0 w 15373"/>
                      <a:gd name="T33" fmla="*/ 0 h 15373"/>
                      <a:gd name="T34" fmla="*/ 0 w 15373"/>
                      <a:gd name="T35" fmla="*/ 0 h 15373"/>
                      <a:gd name="T36" fmla="*/ 0 w 15373"/>
                      <a:gd name="T37" fmla="*/ 0 h 15373"/>
                      <a:gd name="T38" fmla="*/ 0 w 15373"/>
                      <a:gd name="T39" fmla="*/ 0 h 15373"/>
                      <a:gd name="T40" fmla="*/ 0 w 15373"/>
                      <a:gd name="T41" fmla="*/ 0 h 15373"/>
                      <a:gd name="T42" fmla="*/ 0 w 15373"/>
                      <a:gd name="T43" fmla="*/ 0 h 15373"/>
                      <a:gd name="T44" fmla="*/ 0 w 15373"/>
                      <a:gd name="T45" fmla="*/ 0 h 15373"/>
                      <a:gd name="T46" fmla="*/ 0 w 15373"/>
                      <a:gd name="T47" fmla="*/ 0 h 15373"/>
                      <a:gd name="T48" fmla="*/ 0 w 15373"/>
                      <a:gd name="T49" fmla="*/ 0 h 15373"/>
                      <a:gd name="T50" fmla="*/ 0 w 15373"/>
                      <a:gd name="T51" fmla="*/ 0 h 15373"/>
                      <a:gd name="T52" fmla="*/ 0 w 15373"/>
                      <a:gd name="T53" fmla="*/ 0 h 15373"/>
                      <a:gd name="T54" fmla="*/ 0 w 15373"/>
                      <a:gd name="T55" fmla="*/ 0 h 15373"/>
                      <a:gd name="T56" fmla="*/ 0 w 15373"/>
                      <a:gd name="T57" fmla="*/ 0 h 15373"/>
                      <a:gd name="T58" fmla="*/ 0 w 15373"/>
                      <a:gd name="T59" fmla="*/ 0 h 15373"/>
                      <a:gd name="T60" fmla="*/ 0 w 15373"/>
                      <a:gd name="T61" fmla="*/ 0 h 15373"/>
                      <a:gd name="T62" fmla="*/ 0 w 15373"/>
                      <a:gd name="T63" fmla="*/ 0 h 15373"/>
                      <a:gd name="T64" fmla="*/ 0 w 15373"/>
                      <a:gd name="T65" fmla="*/ 0 h 15373"/>
                      <a:gd name="T66" fmla="*/ 0 w 15373"/>
                      <a:gd name="T67" fmla="*/ 0 h 15373"/>
                      <a:gd name="T68" fmla="*/ 0 w 15373"/>
                      <a:gd name="T69" fmla="*/ 0 h 15373"/>
                      <a:gd name="T70" fmla="*/ 0 w 15373"/>
                      <a:gd name="T71" fmla="*/ 0 h 15373"/>
                      <a:gd name="T72" fmla="*/ 0 w 15373"/>
                      <a:gd name="T73" fmla="*/ 0 h 15373"/>
                      <a:gd name="T74" fmla="*/ 0 w 15373"/>
                      <a:gd name="T75" fmla="*/ 0 h 15373"/>
                      <a:gd name="T76" fmla="*/ 0 w 15373"/>
                      <a:gd name="T77" fmla="*/ 0 h 15373"/>
                      <a:gd name="T78" fmla="*/ 0 w 15373"/>
                      <a:gd name="T79" fmla="*/ 0 h 15373"/>
                      <a:gd name="T80" fmla="*/ 0 w 15373"/>
                      <a:gd name="T81" fmla="*/ 0 h 15373"/>
                      <a:gd name="T82" fmla="*/ 0 w 15373"/>
                      <a:gd name="T83" fmla="*/ 0 h 15373"/>
                      <a:gd name="T84" fmla="*/ 0 w 15373"/>
                      <a:gd name="T85" fmla="*/ 0 h 1537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373"/>
                      <a:gd name="T130" fmla="*/ 0 h 15373"/>
                      <a:gd name="T131" fmla="*/ 15373 w 15373"/>
                      <a:gd name="T132" fmla="*/ 15373 h 1537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373" h="15373">
                        <a:moveTo>
                          <a:pt x="7687" y="0"/>
                        </a:moveTo>
                        <a:lnTo>
                          <a:pt x="8081" y="10"/>
                        </a:lnTo>
                        <a:lnTo>
                          <a:pt x="8470" y="40"/>
                        </a:lnTo>
                        <a:lnTo>
                          <a:pt x="8854" y="89"/>
                        </a:lnTo>
                        <a:lnTo>
                          <a:pt x="9232" y="156"/>
                        </a:lnTo>
                        <a:lnTo>
                          <a:pt x="9604" y="243"/>
                        </a:lnTo>
                        <a:lnTo>
                          <a:pt x="9968" y="346"/>
                        </a:lnTo>
                        <a:lnTo>
                          <a:pt x="10325" y="468"/>
                        </a:lnTo>
                        <a:lnTo>
                          <a:pt x="10673" y="606"/>
                        </a:lnTo>
                        <a:lnTo>
                          <a:pt x="11014" y="760"/>
                        </a:lnTo>
                        <a:lnTo>
                          <a:pt x="11345" y="929"/>
                        </a:lnTo>
                        <a:lnTo>
                          <a:pt x="11667" y="1116"/>
                        </a:lnTo>
                        <a:lnTo>
                          <a:pt x="11979" y="1315"/>
                        </a:lnTo>
                        <a:lnTo>
                          <a:pt x="12280" y="1531"/>
                        </a:lnTo>
                        <a:lnTo>
                          <a:pt x="12571" y="1759"/>
                        </a:lnTo>
                        <a:lnTo>
                          <a:pt x="12851" y="2001"/>
                        </a:lnTo>
                        <a:lnTo>
                          <a:pt x="13118" y="2255"/>
                        </a:lnTo>
                        <a:lnTo>
                          <a:pt x="13372" y="2522"/>
                        </a:lnTo>
                        <a:lnTo>
                          <a:pt x="13614" y="2802"/>
                        </a:lnTo>
                        <a:lnTo>
                          <a:pt x="13842" y="3093"/>
                        </a:lnTo>
                        <a:lnTo>
                          <a:pt x="14057" y="3394"/>
                        </a:lnTo>
                        <a:lnTo>
                          <a:pt x="14257" y="3706"/>
                        </a:lnTo>
                        <a:lnTo>
                          <a:pt x="14443" y="4028"/>
                        </a:lnTo>
                        <a:lnTo>
                          <a:pt x="14613" y="4359"/>
                        </a:lnTo>
                        <a:lnTo>
                          <a:pt x="14767" y="4700"/>
                        </a:lnTo>
                        <a:lnTo>
                          <a:pt x="14905" y="5048"/>
                        </a:lnTo>
                        <a:lnTo>
                          <a:pt x="15027" y="5405"/>
                        </a:lnTo>
                        <a:lnTo>
                          <a:pt x="15130" y="5769"/>
                        </a:lnTo>
                        <a:lnTo>
                          <a:pt x="15217" y="6141"/>
                        </a:lnTo>
                        <a:lnTo>
                          <a:pt x="15284" y="6519"/>
                        </a:lnTo>
                        <a:lnTo>
                          <a:pt x="15333" y="6903"/>
                        </a:lnTo>
                        <a:lnTo>
                          <a:pt x="15363" y="7292"/>
                        </a:lnTo>
                        <a:lnTo>
                          <a:pt x="15373" y="7686"/>
                        </a:lnTo>
                        <a:lnTo>
                          <a:pt x="15363" y="8081"/>
                        </a:lnTo>
                        <a:lnTo>
                          <a:pt x="15333" y="8470"/>
                        </a:lnTo>
                        <a:lnTo>
                          <a:pt x="15284" y="8854"/>
                        </a:lnTo>
                        <a:lnTo>
                          <a:pt x="15217" y="9232"/>
                        </a:lnTo>
                        <a:lnTo>
                          <a:pt x="15130" y="9604"/>
                        </a:lnTo>
                        <a:lnTo>
                          <a:pt x="15027" y="9968"/>
                        </a:lnTo>
                        <a:lnTo>
                          <a:pt x="14905" y="10325"/>
                        </a:lnTo>
                        <a:lnTo>
                          <a:pt x="14767" y="10673"/>
                        </a:lnTo>
                        <a:lnTo>
                          <a:pt x="14613" y="11014"/>
                        </a:lnTo>
                        <a:lnTo>
                          <a:pt x="14443" y="11346"/>
                        </a:lnTo>
                        <a:lnTo>
                          <a:pt x="14257" y="11667"/>
                        </a:lnTo>
                        <a:lnTo>
                          <a:pt x="14057" y="11979"/>
                        </a:lnTo>
                        <a:lnTo>
                          <a:pt x="13842" y="12281"/>
                        </a:lnTo>
                        <a:lnTo>
                          <a:pt x="13614" y="12571"/>
                        </a:lnTo>
                        <a:lnTo>
                          <a:pt x="13372" y="12851"/>
                        </a:lnTo>
                        <a:lnTo>
                          <a:pt x="13118" y="13117"/>
                        </a:lnTo>
                        <a:lnTo>
                          <a:pt x="12851" y="13372"/>
                        </a:lnTo>
                        <a:lnTo>
                          <a:pt x="12571" y="13614"/>
                        </a:lnTo>
                        <a:lnTo>
                          <a:pt x="12280" y="13842"/>
                        </a:lnTo>
                        <a:lnTo>
                          <a:pt x="11979" y="14058"/>
                        </a:lnTo>
                        <a:lnTo>
                          <a:pt x="11667" y="14257"/>
                        </a:lnTo>
                        <a:lnTo>
                          <a:pt x="11345" y="14444"/>
                        </a:lnTo>
                        <a:lnTo>
                          <a:pt x="11014" y="14613"/>
                        </a:lnTo>
                        <a:lnTo>
                          <a:pt x="10673" y="14768"/>
                        </a:lnTo>
                        <a:lnTo>
                          <a:pt x="10325" y="14905"/>
                        </a:lnTo>
                        <a:lnTo>
                          <a:pt x="9968" y="15027"/>
                        </a:lnTo>
                        <a:lnTo>
                          <a:pt x="9604" y="15130"/>
                        </a:lnTo>
                        <a:lnTo>
                          <a:pt x="9232" y="15217"/>
                        </a:lnTo>
                        <a:lnTo>
                          <a:pt x="8854" y="15285"/>
                        </a:lnTo>
                        <a:lnTo>
                          <a:pt x="8470" y="15333"/>
                        </a:lnTo>
                        <a:lnTo>
                          <a:pt x="8081" y="15363"/>
                        </a:lnTo>
                        <a:lnTo>
                          <a:pt x="7687" y="15373"/>
                        </a:lnTo>
                        <a:lnTo>
                          <a:pt x="7292" y="15363"/>
                        </a:lnTo>
                        <a:lnTo>
                          <a:pt x="6903" y="15333"/>
                        </a:lnTo>
                        <a:lnTo>
                          <a:pt x="6519" y="15285"/>
                        </a:lnTo>
                        <a:lnTo>
                          <a:pt x="6141" y="15217"/>
                        </a:lnTo>
                        <a:lnTo>
                          <a:pt x="5769" y="15130"/>
                        </a:lnTo>
                        <a:lnTo>
                          <a:pt x="5405" y="15027"/>
                        </a:lnTo>
                        <a:lnTo>
                          <a:pt x="5048" y="14905"/>
                        </a:lnTo>
                        <a:lnTo>
                          <a:pt x="4700" y="14768"/>
                        </a:lnTo>
                        <a:lnTo>
                          <a:pt x="4359" y="14613"/>
                        </a:lnTo>
                        <a:lnTo>
                          <a:pt x="4028" y="14444"/>
                        </a:lnTo>
                        <a:lnTo>
                          <a:pt x="3706" y="14257"/>
                        </a:lnTo>
                        <a:lnTo>
                          <a:pt x="3394" y="14058"/>
                        </a:lnTo>
                        <a:lnTo>
                          <a:pt x="3092" y="13842"/>
                        </a:lnTo>
                        <a:lnTo>
                          <a:pt x="2802" y="13614"/>
                        </a:lnTo>
                        <a:lnTo>
                          <a:pt x="2522" y="13372"/>
                        </a:lnTo>
                        <a:lnTo>
                          <a:pt x="2256" y="13117"/>
                        </a:lnTo>
                        <a:lnTo>
                          <a:pt x="2001" y="12851"/>
                        </a:lnTo>
                        <a:lnTo>
                          <a:pt x="1759" y="12571"/>
                        </a:lnTo>
                        <a:lnTo>
                          <a:pt x="1531" y="12281"/>
                        </a:lnTo>
                        <a:lnTo>
                          <a:pt x="1315" y="11979"/>
                        </a:lnTo>
                        <a:lnTo>
                          <a:pt x="1116" y="11667"/>
                        </a:lnTo>
                        <a:lnTo>
                          <a:pt x="929" y="11346"/>
                        </a:lnTo>
                        <a:lnTo>
                          <a:pt x="760" y="11014"/>
                        </a:lnTo>
                        <a:lnTo>
                          <a:pt x="606" y="10673"/>
                        </a:lnTo>
                        <a:lnTo>
                          <a:pt x="468" y="10325"/>
                        </a:lnTo>
                        <a:lnTo>
                          <a:pt x="346" y="9968"/>
                        </a:lnTo>
                        <a:lnTo>
                          <a:pt x="243" y="9604"/>
                        </a:lnTo>
                        <a:lnTo>
                          <a:pt x="156" y="9232"/>
                        </a:lnTo>
                        <a:lnTo>
                          <a:pt x="89" y="8854"/>
                        </a:lnTo>
                        <a:lnTo>
                          <a:pt x="40" y="8470"/>
                        </a:lnTo>
                        <a:lnTo>
                          <a:pt x="10" y="8081"/>
                        </a:lnTo>
                        <a:lnTo>
                          <a:pt x="0" y="7686"/>
                        </a:lnTo>
                        <a:lnTo>
                          <a:pt x="10" y="7292"/>
                        </a:lnTo>
                        <a:lnTo>
                          <a:pt x="40" y="6903"/>
                        </a:lnTo>
                        <a:lnTo>
                          <a:pt x="89" y="6519"/>
                        </a:lnTo>
                        <a:lnTo>
                          <a:pt x="156" y="6141"/>
                        </a:lnTo>
                        <a:lnTo>
                          <a:pt x="243" y="5769"/>
                        </a:lnTo>
                        <a:lnTo>
                          <a:pt x="346" y="5405"/>
                        </a:lnTo>
                        <a:lnTo>
                          <a:pt x="468" y="5048"/>
                        </a:lnTo>
                        <a:lnTo>
                          <a:pt x="606" y="4700"/>
                        </a:lnTo>
                        <a:lnTo>
                          <a:pt x="760" y="4359"/>
                        </a:lnTo>
                        <a:lnTo>
                          <a:pt x="929" y="4028"/>
                        </a:lnTo>
                        <a:lnTo>
                          <a:pt x="1116" y="3706"/>
                        </a:lnTo>
                        <a:lnTo>
                          <a:pt x="1315" y="3394"/>
                        </a:lnTo>
                        <a:lnTo>
                          <a:pt x="1531" y="3093"/>
                        </a:lnTo>
                        <a:lnTo>
                          <a:pt x="1759" y="2802"/>
                        </a:lnTo>
                        <a:lnTo>
                          <a:pt x="2001" y="2522"/>
                        </a:lnTo>
                        <a:lnTo>
                          <a:pt x="2256" y="2255"/>
                        </a:lnTo>
                        <a:lnTo>
                          <a:pt x="2522" y="2001"/>
                        </a:lnTo>
                        <a:lnTo>
                          <a:pt x="2802" y="1759"/>
                        </a:lnTo>
                        <a:lnTo>
                          <a:pt x="3092" y="1531"/>
                        </a:lnTo>
                        <a:lnTo>
                          <a:pt x="3394" y="1315"/>
                        </a:lnTo>
                        <a:lnTo>
                          <a:pt x="3706" y="1116"/>
                        </a:lnTo>
                        <a:lnTo>
                          <a:pt x="4028" y="929"/>
                        </a:lnTo>
                        <a:lnTo>
                          <a:pt x="4359" y="760"/>
                        </a:lnTo>
                        <a:lnTo>
                          <a:pt x="4700" y="606"/>
                        </a:lnTo>
                        <a:lnTo>
                          <a:pt x="5048" y="468"/>
                        </a:lnTo>
                        <a:lnTo>
                          <a:pt x="5405" y="346"/>
                        </a:lnTo>
                        <a:lnTo>
                          <a:pt x="5769" y="243"/>
                        </a:lnTo>
                        <a:lnTo>
                          <a:pt x="6141" y="156"/>
                        </a:lnTo>
                        <a:lnTo>
                          <a:pt x="6519" y="89"/>
                        </a:lnTo>
                        <a:lnTo>
                          <a:pt x="6903" y="40"/>
                        </a:lnTo>
                        <a:lnTo>
                          <a:pt x="7292" y="10"/>
                        </a:lnTo>
                        <a:lnTo>
                          <a:pt x="7687" y="0"/>
                        </a:lnTo>
                        <a:close/>
                      </a:path>
                    </a:pathLst>
                  </a:custGeom>
                  <a:solidFill>
                    <a:srgbClr val="FFFFFF"/>
                  </a:solidFill>
                  <a:ln>
                    <a:noFill/>
                  </a:ln>
                </p:spPr>
                <p:txBody>
                  <a:bodyPr/>
                  <a:lstStyle/>
                  <a:p>
                    <a:pPr>
                      <a:defRPr/>
                    </a:pPr>
                    <a:endParaRPr lang="en-US" sz="1050">
                      <a:latin typeface="+mj-lt"/>
                    </a:endParaRPr>
                  </a:p>
                </p:txBody>
              </p:sp>
              <p:sp>
                <p:nvSpPr>
                  <p:cNvPr id="41515" name="Freeform 481">
                    <a:extLst>
                      <a:ext uri="{FF2B5EF4-FFF2-40B4-BE49-F238E27FC236}">
                        <a16:creationId xmlns="" xmlns:a16="http://schemas.microsoft.com/office/drawing/2014/main" id="{7C02C1AF-6A07-5D3B-EE88-66C9068E182B}"/>
                      </a:ext>
                    </a:extLst>
                  </p:cNvPr>
                  <p:cNvSpPr>
                    <a:spLocks/>
                  </p:cNvSpPr>
                  <p:nvPr/>
                </p:nvSpPr>
                <p:spPr bwMode="auto">
                  <a:xfrm>
                    <a:off x="1400" y="1249"/>
                    <a:ext cx="2563" cy="2564"/>
                  </a:xfrm>
                  <a:custGeom>
                    <a:avLst/>
                    <a:gdLst>
                      <a:gd name="T0" fmla="*/ 0 w 15373"/>
                      <a:gd name="T1" fmla="*/ 0 h 15373"/>
                      <a:gd name="T2" fmla="*/ 0 w 15373"/>
                      <a:gd name="T3" fmla="*/ 0 h 15373"/>
                      <a:gd name="T4" fmla="*/ 0 w 15373"/>
                      <a:gd name="T5" fmla="*/ 0 h 15373"/>
                      <a:gd name="T6" fmla="*/ 0 w 15373"/>
                      <a:gd name="T7" fmla="*/ 0 h 15373"/>
                      <a:gd name="T8" fmla="*/ 0 w 15373"/>
                      <a:gd name="T9" fmla="*/ 0 h 15373"/>
                      <a:gd name="T10" fmla="*/ 0 w 15373"/>
                      <a:gd name="T11" fmla="*/ 0 h 15373"/>
                      <a:gd name="T12" fmla="*/ 0 w 15373"/>
                      <a:gd name="T13" fmla="*/ 0 h 15373"/>
                      <a:gd name="T14" fmla="*/ 0 w 15373"/>
                      <a:gd name="T15" fmla="*/ 0 h 15373"/>
                      <a:gd name="T16" fmla="*/ 0 w 15373"/>
                      <a:gd name="T17" fmla="*/ 0 h 15373"/>
                      <a:gd name="T18" fmla="*/ 0 w 15373"/>
                      <a:gd name="T19" fmla="*/ 0 h 15373"/>
                      <a:gd name="T20" fmla="*/ 0 w 15373"/>
                      <a:gd name="T21" fmla="*/ 0 h 15373"/>
                      <a:gd name="T22" fmla="*/ 0 w 15373"/>
                      <a:gd name="T23" fmla="*/ 0 h 15373"/>
                      <a:gd name="T24" fmla="*/ 0 w 15373"/>
                      <a:gd name="T25" fmla="*/ 0 h 15373"/>
                      <a:gd name="T26" fmla="*/ 0 w 15373"/>
                      <a:gd name="T27" fmla="*/ 0 h 15373"/>
                      <a:gd name="T28" fmla="*/ 0 w 15373"/>
                      <a:gd name="T29" fmla="*/ 0 h 15373"/>
                      <a:gd name="T30" fmla="*/ 0 w 15373"/>
                      <a:gd name="T31" fmla="*/ 0 h 15373"/>
                      <a:gd name="T32" fmla="*/ 0 w 15373"/>
                      <a:gd name="T33" fmla="*/ 0 h 15373"/>
                      <a:gd name="T34" fmla="*/ 0 w 15373"/>
                      <a:gd name="T35" fmla="*/ 0 h 15373"/>
                      <a:gd name="T36" fmla="*/ 0 w 15373"/>
                      <a:gd name="T37" fmla="*/ 0 h 15373"/>
                      <a:gd name="T38" fmla="*/ 0 w 15373"/>
                      <a:gd name="T39" fmla="*/ 0 h 15373"/>
                      <a:gd name="T40" fmla="*/ 0 w 15373"/>
                      <a:gd name="T41" fmla="*/ 0 h 15373"/>
                      <a:gd name="T42" fmla="*/ 0 w 15373"/>
                      <a:gd name="T43" fmla="*/ 0 h 15373"/>
                      <a:gd name="T44" fmla="*/ 0 w 15373"/>
                      <a:gd name="T45" fmla="*/ 0 h 15373"/>
                      <a:gd name="T46" fmla="*/ 0 w 15373"/>
                      <a:gd name="T47" fmla="*/ 0 h 15373"/>
                      <a:gd name="T48" fmla="*/ 0 w 15373"/>
                      <a:gd name="T49" fmla="*/ 0 h 15373"/>
                      <a:gd name="T50" fmla="*/ 0 w 15373"/>
                      <a:gd name="T51" fmla="*/ 0 h 15373"/>
                      <a:gd name="T52" fmla="*/ 0 w 15373"/>
                      <a:gd name="T53" fmla="*/ 0 h 15373"/>
                      <a:gd name="T54" fmla="*/ 0 w 15373"/>
                      <a:gd name="T55" fmla="*/ 0 h 15373"/>
                      <a:gd name="T56" fmla="*/ 0 w 15373"/>
                      <a:gd name="T57" fmla="*/ 0 h 15373"/>
                      <a:gd name="T58" fmla="*/ 0 w 15373"/>
                      <a:gd name="T59" fmla="*/ 0 h 15373"/>
                      <a:gd name="T60" fmla="*/ 0 w 15373"/>
                      <a:gd name="T61" fmla="*/ 0 h 15373"/>
                      <a:gd name="T62" fmla="*/ 0 w 15373"/>
                      <a:gd name="T63" fmla="*/ 0 h 15373"/>
                      <a:gd name="T64" fmla="*/ 0 w 15373"/>
                      <a:gd name="T65" fmla="*/ 0 h 15373"/>
                      <a:gd name="T66" fmla="*/ 0 w 15373"/>
                      <a:gd name="T67" fmla="*/ 0 h 15373"/>
                      <a:gd name="T68" fmla="*/ 0 w 15373"/>
                      <a:gd name="T69" fmla="*/ 0 h 15373"/>
                      <a:gd name="T70" fmla="*/ 0 w 15373"/>
                      <a:gd name="T71" fmla="*/ 0 h 15373"/>
                      <a:gd name="T72" fmla="*/ 0 w 15373"/>
                      <a:gd name="T73" fmla="*/ 0 h 15373"/>
                      <a:gd name="T74" fmla="*/ 0 w 15373"/>
                      <a:gd name="T75" fmla="*/ 0 h 15373"/>
                      <a:gd name="T76" fmla="*/ 0 w 15373"/>
                      <a:gd name="T77" fmla="*/ 0 h 15373"/>
                      <a:gd name="T78" fmla="*/ 0 w 15373"/>
                      <a:gd name="T79" fmla="*/ 0 h 15373"/>
                      <a:gd name="T80" fmla="*/ 0 w 15373"/>
                      <a:gd name="T81" fmla="*/ 0 h 15373"/>
                      <a:gd name="T82" fmla="*/ 0 w 15373"/>
                      <a:gd name="T83" fmla="*/ 0 h 15373"/>
                      <a:gd name="T84" fmla="*/ 0 w 15373"/>
                      <a:gd name="T85" fmla="*/ 0 h 1537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373"/>
                      <a:gd name="T130" fmla="*/ 0 h 15373"/>
                      <a:gd name="T131" fmla="*/ 15373 w 15373"/>
                      <a:gd name="T132" fmla="*/ 15373 h 1537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373" h="15373">
                        <a:moveTo>
                          <a:pt x="7687" y="0"/>
                        </a:moveTo>
                        <a:lnTo>
                          <a:pt x="8081" y="10"/>
                        </a:lnTo>
                        <a:lnTo>
                          <a:pt x="8470" y="40"/>
                        </a:lnTo>
                        <a:lnTo>
                          <a:pt x="8854" y="89"/>
                        </a:lnTo>
                        <a:lnTo>
                          <a:pt x="9232" y="156"/>
                        </a:lnTo>
                        <a:lnTo>
                          <a:pt x="9604" y="243"/>
                        </a:lnTo>
                        <a:lnTo>
                          <a:pt x="9968" y="346"/>
                        </a:lnTo>
                        <a:lnTo>
                          <a:pt x="10325" y="468"/>
                        </a:lnTo>
                        <a:lnTo>
                          <a:pt x="10673" y="606"/>
                        </a:lnTo>
                        <a:lnTo>
                          <a:pt x="11014" y="760"/>
                        </a:lnTo>
                        <a:lnTo>
                          <a:pt x="11345" y="929"/>
                        </a:lnTo>
                        <a:lnTo>
                          <a:pt x="11667" y="1116"/>
                        </a:lnTo>
                        <a:lnTo>
                          <a:pt x="11979" y="1315"/>
                        </a:lnTo>
                        <a:lnTo>
                          <a:pt x="12280" y="1531"/>
                        </a:lnTo>
                        <a:lnTo>
                          <a:pt x="12571" y="1759"/>
                        </a:lnTo>
                        <a:lnTo>
                          <a:pt x="12851" y="2001"/>
                        </a:lnTo>
                        <a:lnTo>
                          <a:pt x="13118" y="2255"/>
                        </a:lnTo>
                        <a:lnTo>
                          <a:pt x="13372" y="2522"/>
                        </a:lnTo>
                        <a:lnTo>
                          <a:pt x="13614" y="2802"/>
                        </a:lnTo>
                        <a:lnTo>
                          <a:pt x="13842" y="3093"/>
                        </a:lnTo>
                        <a:lnTo>
                          <a:pt x="14057" y="3394"/>
                        </a:lnTo>
                        <a:lnTo>
                          <a:pt x="14257" y="3706"/>
                        </a:lnTo>
                        <a:lnTo>
                          <a:pt x="14443" y="4028"/>
                        </a:lnTo>
                        <a:lnTo>
                          <a:pt x="14613" y="4359"/>
                        </a:lnTo>
                        <a:lnTo>
                          <a:pt x="14767" y="4700"/>
                        </a:lnTo>
                        <a:lnTo>
                          <a:pt x="14905" y="5048"/>
                        </a:lnTo>
                        <a:lnTo>
                          <a:pt x="15027" y="5405"/>
                        </a:lnTo>
                        <a:lnTo>
                          <a:pt x="15130" y="5769"/>
                        </a:lnTo>
                        <a:lnTo>
                          <a:pt x="15217" y="6141"/>
                        </a:lnTo>
                        <a:lnTo>
                          <a:pt x="15284" y="6519"/>
                        </a:lnTo>
                        <a:lnTo>
                          <a:pt x="15333" y="6903"/>
                        </a:lnTo>
                        <a:lnTo>
                          <a:pt x="15363" y="7292"/>
                        </a:lnTo>
                        <a:lnTo>
                          <a:pt x="15373" y="7686"/>
                        </a:lnTo>
                        <a:lnTo>
                          <a:pt x="15363" y="8081"/>
                        </a:lnTo>
                        <a:lnTo>
                          <a:pt x="15333" y="8470"/>
                        </a:lnTo>
                        <a:lnTo>
                          <a:pt x="15284" y="8854"/>
                        </a:lnTo>
                        <a:lnTo>
                          <a:pt x="15217" y="9232"/>
                        </a:lnTo>
                        <a:lnTo>
                          <a:pt x="15130" y="9604"/>
                        </a:lnTo>
                        <a:lnTo>
                          <a:pt x="15027" y="9968"/>
                        </a:lnTo>
                        <a:lnTo>
                          <a:pt x="14905" y="10325"/>
                        </a:lnTo>
                        <a:lnTo>
                          <a:pt x="14767" y="10673"/>
                        </a:lnTo>
                        <a:lnTo>
                          <a:pt x="14613" y="11014"/>
                        </a:lnTo>
                        <a:lnTo>
                          <a:pt x="14443" y="11346"/>
                        </a:lnTo>
                        <a:lnTo>
                          <a:pt x="14257" y="11667"/>
                        </a:lnTo>
                        <a:lnTo>
                          <a:pt x="14057" y="11979"/>
                        </a:lnTo>
                        <a:lnTo>
                          <a:pt x="13842" y="12281"/>
                        </a:lnTo>
                        <a:lnTo>
                          <a:pt x="13614" y="12571"/>
                        </a:lnTo>
                        <a:lnTo>
                          <a:pt x="13372" y="12851"/>
                        </a:lnTo>
                        <a:lnTo>
                          <a:pt x="13118" y="13117"/>
                        </a:lnTo>
                        <a:lnTo>
                          <a:pt x="12851" y="13372"/>
                        </a:lnTo>
                        <a:lnTo>
                          <a:pt x="12571" y="13614"/>
                        </a:lnTo>
                        <a:lnTo>
                          <a:pt x="12280" y="13842"/>
                        </a:lnTo>
                        <a:lnTo>
                          <a:pt x="11979" y="14058"/>
                        </a:lnTo>
                        <a:lnTo>
                          <a:pt x="11667" y="14257"/>
                        </a:lnTo>
                        <a:lnTo>
                          <a:pt x="11345" y="14444"/>
                        </a:lnTo>
                        <a:lnTo>
                          <a:pt x="11014" y="14613"/>
                        </a:lnTo>
                        <a:lnTo>
                          <a:pt x="10673" y="14768"/>
                        </a:lnTo>
                        <a:lnTo>
                          <a:pt x="10325" y="14905"/>
                        </a:lnTo>
                        <a:lnTo>
                          <a:pt x="9968" y="15027"/>
                        </a:lnTo>
                        <a:lnTo>
                          <a:pt x="9604" y="15130"/>
                        </a:lnTo>
                        <a:lnTo>
                          <a:pt x="9232" y="15217"/>
                        </a:lnTo>
                        <a:lnTo>
                          <a:pt x="8854" y="15285"/>
                        </a:lnTo>
                        <a:lnTo>
                          <a:pt x="8470" y="15333"/>
                        </a:lnTo>
                        <a:lnTo>
                          <a:pt x="8081" y="15363"/>
                        </a:lnTo>
                        <a:lnTo>
                          <a:pt x="7687" y="15373"/>
                        </a:lnTo>
                        <a:lnTo>
                          <a:pt x="7292" y="15363"/>
                        </a:lnTo>
                        <a:lnTo>
                          <a:pt x="6903" y="15333"/>
                        </a:lnTo>
                        <a:lnTo>
                          <a:pt x="6519" y="15285"/>
                        </a:lnTo>
                        <a:lnTo>
                          <a:pt x="6141" y="15217"/>
                        </a:lnTo>
                        <a:lnTo>
                          <a:pt x="5769" y="15130"/>
                        </a:lnTo>
                        <a:lnTo>
                          <a:pt x="5405" y="15027"/>
                        </a:lnTo>
                        <a:lnTo>
                          <a:pt x="5048" y="14905"/>
                        </a:lnTo>
                        <a:lnTo>
                          <a:pt x="4700" y="14768"/>
                        </a:lnTo>
                        <a:lnTo>
                          <a:pt x="4359" y="14613"/>
                        </a:lnTo>
                        <a:lnTo>
                          <a:pt x="4028" y="14444"/>
                        </a:lnTo>
                        <a:lnTo>
                          <a:pt x="3706" y="14257"/>
                        </a:lnTo>
                        <a:lnTo>
                          <a:pt x="3394" y="14058"/>
                        </a:lnTo>
                        <a:lnTo>
                          <a:pt x="3092" y="13842"/>
                        </a:lnTo>
                        <a:lnTo>
                          <a:pt x="2802" y="13614"/>
                        </a:lnTo>
                        <a:lnTo>
                          <a:pt x="2522" y="13372"/>
                        </a:lnTo>
                        <a:lnTo>
                          <a:pt x="2256" y="13117"/>
                        </a:lnTo>
                        <a:lnTo>
                          <a:pt x="2001" y="12851"/>
                        </a:lnTo>
                        <a:lnTo>
                          <a:pt x="1759" y="12571"/>
                        </a:lnTo>
                        <a:lnTo>
                          <a:pt x="1531" y="12281"/>
                        </a:lnTo>
                        <a:lnTo>
                          <a:pt x="1315" y="11979"/>
                        </a:lnTo>
                        <a:lnTo>
                          <a:pt x="1116" y="11667"/>
                        </a:lnTo>
                        <a:lnTo>
                          <a:pt x="929" y="11346"/>
                        </a:lnTo>
                        <a:lnTo>
                          <a:pt x="760" y="11014"/>
                        </a:lnTo>
                        <a:lnTo>
                          <a:pt x="606" y="10673"/>
                        </a:lnTo>
                        <a:lnTo>
                          <a:pt x="468" y="10325"/>
                        </a:lnTo>
                        <a:lnTo>
                          <a:pt x="346" y="9968"/>
                        </a:lnTo>
                        <a:lnTo>
                          <a:pt x="243" y="9604"/>
                        </a:lnTo>
                        <a:lnTo>
                          <a:pt x="156" y="9232"/>
                        </a:lnTo>
                        <a:lnTo>
                          <a:pt x="89" y="8854"/>
                        </a:lnTo>
                        <a:lnTo>
                          <a:pt x="40" y="8470"/>
                        </a:lnTo>
                        <a:lnTo>
                          <a:pt x="10" y="8081"/>
                        </a:lnTo>
                        <a:lnTo>
                          <a:pt x="0" y="7686"/>
                        </a:lnTo>
                        <a:lnTo>
                          <a:pt x="10" y="7292"/>
                        </a:lnTo>
                        <a:lnTo>
                          <a:pt x="40" y="6903"/>
                        </a:lnTo>
                        <a:lnTo>
                          <a:pt x="89" y="6519"/>
                        </a:lnTo>
                        <a:lnTo>
                          <a:pt x="156" y="6141"/>
                        </a:lnTo>
                        <a:lnTo>
                          <a:pt x="243" y="5769"/>
                        </a:lnTo>
                        <a:lnTo>
                          <a:pt x="346" y="5405"/>
                        </a:lnTo>
                        <a:lnTo>
                          <a:pt x="468" y="5048"/>
                        </a:lnTo>
                        <a:lnTo>
                          <a:pt x="606" y="4700"/>
                        </a:lnTo>
                        <a:lnTo>
                          <a:pt x="760" y="4359"/>
                        </a:lnTo>
                        <a:lnTo>
                          <a:pt x="929" y="4028"/>
                        </a:lnTo>
                        <a:lnTo>
                          <a:pt x="1116" y="3706"/>
                        </a:lnTo>
                        <a:lnTo>
                          <a:pt x="1315" y="3394"/>
                        </a:lnTo>
                        <a:lnTo>
                          <a:pt x="1531" y="3093"/>
                        </a:lnTo>
                        <a:lnTo>
                          <a:pt x="1759" y="2802"/>
                        </a:lnTo>
                        <a:lnTo>
                          <a:pt x="2001" y="2522"/>
                        </a:lnTo>
                        <a:lnTo>
                          <a:pt x="2256" y="2255"/>
                        </a:lnTo>
                        <a:lnTo>
                          <a:pt x="2522" y="2001"/>
                        </a:lnTo>
                        <a:lnTo>
                          <a:pt x="2802" y="1759"/>
                        </a:lnTo>
                        <a:lnTo>
                          <a:pt x="3092" y="1531"/>
                        </a:lnTo>
                        <a:lnTo>
                          <a:pt x="3394" y="1315"/>
                        </a:lnTo>
                        <a:lnTo>
                          <a:pt x="3706" y="1116"/>
                        </a:lnTo>
                        <a:lnTo>
                          <a:pt x="4028" y="929"/>
                        </a:lnTo>
                        <a:lnTo>
                          <a:pt x="4359" y="760"/>
                        </a:lnTo>
                        <a:lnTo>
                          <a:pt x="4700" y="606"/>
                        </a:lnTo>
                        <a:lnTo>
                          <a:pt x="5048" y="468"/>
                        </a:lnTo>
                        <a:lnTo>
                          <a:pt x="5405" y="346"/>
                        </a:lnTo>
                        <a:lnTo>
                          <a:pt x="5769" y="243"/>
                        </a:lnTo>
                        <a:lnTo>
                          <a:pt x="6141" y="156"/>
                        </a:lnTo>
                        <a:lnTo>
                          <a:pt x="6519" y="89"/>
                        </a:lnTo>
                        <a:lnTo>
                          <a:pt x="6903" y="40"/>
                        </a:lnTo>
                        <a:lnTo>
                          <a:pt x="7292" y="10"/>
                        </a:lnTo>
                        <a:lnTo>
                          <a:pt x="7687" y="0"/>
                        </a:lnTo>
                      </a:path>
                    </a:pathLst>
                  </a:custGeom>
                  <a:noFill/>
                  <a:ln w="4763">
                    <a:solidFill>
                      <a:srgbClr val="1F1A17"/>
                    </a:solidFill>
                    <a:round/>
                    <a:headEnd/>
                    <a:tailEnd/>
                  </a:ln>
                </p:spPr>
                <p:txBody>
                  <a:bodyPr/>
                  <a:lstStyle/>
                  <a:p>
                    <a:pPr>
                      <a:defRPr/>
                    </a:pPr>
                    <a:endParaRPr lang="en-US" sz="1050">
                      <a:latin typeface="+mj-lt"/>
                    </a:endParaRPr>
                  </a:p>
                </p:txBody>
              </p:sp>
              <p:sp>
                <p:nvSpPr>
                  <p:cNvPr id="41516" name="Freeform 482">
                    <a:extLst>
                      <a:ext uri="{FF2B5EF4-FFF2-40B4-BE49-F238E27FC236}">
                        <a16:creationId xmlns="" xmlns:a16="http://schemas.microsoft.com/office/drawing/2014/main" id="{306EA281-D3F7-E2A9-B5A1-90912170C795}"/>
                      </a:ext>
                    </a:extLst>
                  </p:cNvPr>
                  <p:cNvSpPr>
                    <a:spLocks/>
                  </p:cNvSpPr>
                  <p:nvPr/>
                </p:nvSpPr>
                <p:spPr bwMode="auto">
                  <a:xfrm>
                    <a:off x="2686" y="2963"/>
                    <a:ext cx="113" cy="114"/>
                  </a:xfrm>
                  <a:custGeom>
                    <a:avLst/>
                    <a:gdLst>
                      <a:gd name="T0" fmla="*/ 0 w 664"/>
                      <a:gd name="T1" fmla="*/ 0 h 665"/>
                      <a:gd name="T2" fmla="*/ 0 w 664"/>
                      <a:gd name="T3" fmla="*/ 0 h 665"/>
                      <a:gd name="T4" fmla="*/ 0 w 664"/>
                      <a:gd name="T5" fmla="*/ 0 h 665"/>
                      <a:gd name="T6" fmla="*/ 0 w 664"/>
                      <a:gd name="T7" fmla="*/ 0 h 665"/>
                      <a:gd name="T8" fmla="*/ 0 w 664"/>
                      <a:gd name="T9" fmla="*/ 0 h 665"/>
                      <a:gd name="T10" fmla="*/ 0 w 664"/>
                      <a:gd name="T11" fmla="*/ 0 h 665"/>
                      <a:gd name="T12" fmla="*/ 0 w 664"/>
                      <a:gd name="T13" fmla="*/ 0 h 665"/>
                      <a:gd name="T14" fmla="*/ 0 w 664"/>
                      <a:gd name="T15" fmla="*/ 0 h 665"/>
                      <a:gd name="T16" fmla="*/ 0 w 664"/>
                      <a:gd name="T17" fmla="*/ 0 h 665"/>
                      <a:gd name="T18" fmla="*/ 0 w 664"/>
                      <a:gd name="T19" fmla="*/ 0 h 665"/>
                      <a:gd name="T20" fmla="*/ 0 w 664"/>
                      <a:gd name="T21" fmla="*/ 0 h 665"/>
                      <a:gd name="T22" fmla="*/ 0 w 664"/>
                      <a:gd name="T23" fmla="*/ 0 h 665"/>
                      <a:gd name="T24" fmla="*/ 0 w 664"/>
                      <a:gd name="T25" fmla="*/ 0 h 665"/>
                      <a:gd name="T26" fmla="*/ 0 w 664"/>
                      <a:gd name="T27" fmla="*/ 0 h 665"/>
                      <a:gd name="T28" fmla="*/ 0 w 664"/>
                      <a:gd name="T29" fmla="*/ 0 h 665"/>
                      <a:gd name="T30" fmla="*/ 0 w 664"/>
                      <a:gd name="T31" fmla="*/ 0 h 665"/>
                      <a:gd name="T32" fmla="*/ 0 w 664"/>
                      <a:gd name="T33" fmla="*/ 0 h 665"/>
                      <a:gd name="T34" fmla="*/ 0 w 664"/>
                      <a:gd name="T35" fmla="*/ 0 h 665"/>
                      <a:gd name="T36" fmla="*/ 0 w 664"/>
                      <a:gd name="T37" fmla="*/ 0 h 665"/>
                      <a:gd name="T38" fmla="*/ 0 w 664"/>
                      <a:gd name="T39" fmla="*/ 0 h 665"/>
                      <a:gd name="T40" fmla="*/ 0 w 664"/>
                      <a:gd name="T41" fmla="*/ 0 h 665"/>
                      <a:gd name="T42" fmla="*/ 0 w 664"/>
                      <a:gd name="T43" fmla="*/ 0 h 665"/>
                      <a:gd name="T44" fmla="*/ 0 w 664"/>
                      <a:gd name="T45" fmla="*/ 0 h 665"/>
                      <a:gd name="T46" fmla="*/ 0 w 664"/>
                      <a:gd name="T47" fmla="*/ 0 h 665"/>
                      <a:gd name="T48" fmla="*/ 0 w 664"/>
                      <a:gd name="T49" fmla="*/ 0 h 665"/>
                      <a:gd name="T50" fmla="*/ 0 w 664"/>
                      <a:gd name="T51" fmla="*/ 0 h 665"/>
                      <a:gd name="T52" fmla="*/ 0 w 664"/>
                      <a:gd name="T53" fmla="*/ 0 h 665"/>
                      <a:gd name="T54" fmla="*/ 0 w 664"/>
                      <a:gd name="T55" fmla="*/ 0 h 665"/>
                      <a:gd name="T56" fmla="*/ 0 w 664"/>
                      <a:gd name="T57" fmla="*/ 0 h 665"/>
                      <a:gd name="T58" fmla="*/ 0 w 664"/>
                      <a:gd name="T59" fmla="*/ 0 h 665"/>
                      <a:gd name="T60" fmla="*/ 0 w 664"/>
                      <a:gd name="T61" fmla="*/ 0 h 665"/>
                      <a:gd name="T62" fmla="*/ 0 w 664"/>
                      <a:gd name="T63" fmla="*/ 0 h 665"/>
                      <a:gd name="T64" fmla="*/ 0 w 664"/>
                      <a:gd name="T65" fmla="*/ 0 h 665"/>
                      <a:gd name="T66" fmla="*/ 0 w 664"/>
                      <a:gd name="T67" fmla="*/ 0 h 66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4"/>
                      <a:gd name="T103" fmla="*/ 0 h 665"/>
                      <a:gd name="T104" fmla="*/ 664 w 664"/>
                      <a:gd name="T105" fmla="*/ 665 h 66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4" h="665">
                        <a:moveTo>
                          <a:pt x="664" y="665"/>
                        </a:moveTo>
                        <a:lnTo>
                          <a:pt x="664" y="665"/>
                        </a:lnTo>
                        <a:lnTo>
                          <a:pt x="663" y="631"/>
                        </a:lnTo>
                        <a:lnTo>
                          <a:pt x="661" y="597"/>
                        </a:lnTo>
                        <a:lnTo>
                          <a:pt x="656" y="564"/>
                        </a:lnTo>
                        <a:lnTo>
                          <a:pt x="651" y="531"/>
                        </a:lnTo>
                        <a:lnTo>
                          <a:pt x="643" y="499"/>
                        </a:lnTo>
                        <a:lnTo>
                          <a:pt x="634" y="467"/>
                        </a:lnTo>
                        <a:lnTo>
                          <a:pt x="623" y="436"/>
                        </a:lnTo>
                        <a:lnTo>
                          <a:pt x="612" y="406"/>
                        </a:lnTo>
                        <a:lnTo>
                          <a:pt x="599" y="377"/>
                        </a:lnTo>
                        <a:lnTo>
                          <a:pt x="583" y="349"/>
                        </a:lnTo>
                        <a:lnTo>
                          <a:pt x="568" y="321"/>
                        </a:lnTo>
                        <a:lnTo>
                          <a:pt x="550" y="293"/>
                        </a:lnTo>
                        <a:lnTo>
                          <a:pt x="531" y="268"/>
                        </a:lnTo>
                        <a:lnTo>
                          <a:pt x="512" y="242"/>
                        </a:lnTo>
                        <a:lnTo>
                          <a:pt x="491" y="218"/>
                        </a:lnTo>
                        <a:lnTo>
                          <a:pt x="469" y="196"/>
                        </a:lnTo>
                        <a:lnTo>
                          <a:pt x="446" y="174"/>
                        </a:lnTo>
                        <a:lnTo>
                          <a:pt x="422" y="152"/>
                        </a:lnTo>
                        <a:lnTo>
                          <a:pt x="397" y="132"/>
                        </a:lnTo>
                        <a:lnTo>
                          <a:pt x="371" y="114"/>
                        </a:lnTo>
                        <a:lnTo>
                          <a:pt x="343" y="97"/>
                        </a:lnTo>
                        <a:lnTo>
                          <a:pt x="316" y="81"/>
                        </a:lnTo>
                        <a:lnTo>
                          <a:pt x="287" y="66"/>
                        </a:lnTo>
                        <a:lnTo>
                          <a:pt x="258" y="53"/>
                        </a:lnTo>
                        <a:lnTo>
                          <a:pt x="228" y="40"/>
                        </a:lnTo>
                        <a:lnTo>
                          <a:pt x="197" y="30"/>
                        </a:lnTo>
                        <a:lnTo>
                          <a:pt x="166" y="22"/>
                        </a:lnTo>
                        <a:lnTo>
                          <a:pt x="133" y="14"/>
                        </a:lnTo>
                        <a:lnTo>
                          <a:pt x="101" y="8"/>
                        </a:lnTo>
                        <a:lnTo>
                          <a:pt x="67" y="4"/>
                        </a:lnTo>
                        <a:lnTo>
                          <a:pt x="34" y="2"/>
                        </a:lnTo>
                        <a:lnTo>
                          <a:pt x="0" y="0"/>
                        </a:lnTo>
                        <a:lnTo>
                          <a:pt x="0" y="165"/>
                        </a:lnTo>
                        <a:lnTo>
                          <a:pt x="25" y="165"/>
                        </a:lnTo>
                        <a:lnTo>
                          <a:pt x="51" y="167"/>
                        </a:lnTo>
                        <a:lnTo>
                          <a:pt x="76" y="170"/>
                        </a:lnTo>
                        <a:lnTo>
                          <a:pt x="101" y="175"/>
                        </a:lnTo>
                        <a:lnTo>
                          <a:pt x="125" y="180"/>
                        </a:lnTo>
                        <a:lnTo>
                          <a:pt x="148" y="187"/>
                        </a:lnTo>
                        <a:lnTo>
                          <a:pt x="172" y="195"/>
                        </a:lnTo>
                        <a:lnTo>
                          <a:pt x="195" y="203"/>
                        </a:lnTo>
                        <a:lnTo>
                          <a:pt x="216" y="213"/>
                        </a:lnTo>
                        <a:lnTo>
                          <a:pt x="238" y="225"/>
                        </a:lnTo>
                        <a:lnTo>
                          <a:pt x="259" y="237"/>
                        </a:lnTo>
                        <a:lnTo>
                          <a:pt x="279" y="250"/>
                        </a:lnTo>
                        <a:lnTo>
                          <a:pt x="299" y="263"/>
                        </a:lnTo>
                        <a:lnTo>
                          <a:pt x="318" y="279"/>
                        </a:lnTo>
                        <a:lnTo>
                          <a:pt x="336" y="294"/>
                        </a:lnTo>
                        <a:lnTo>
                          <a:pt x="353" y="311"/>
                        </a:lnTo>
                        <a:lnTo>
                          <a:pt x="370" y="329"/>
                        </a:lnTo>
                        <a:lnTo>
                          <a:pt x="386" y="347"/>
                        </a:lnTo>
                        <a:lnTo>
                          <a:pt x="401" y="365"/>
                        </a:lnTo>
                        <a:lnTo>
                          <a:pt x="414" y="385"/>
                        </a:lnTo>
                        <a:lnTo>
                          <a:pt x="428" y="405"/>
                        </a:lnTo>
                        <a:lnTo>
                          <a:pt x="440" y="426"/>
                        </a:lnTo>
                        <a:lnTo>
                          <a:pt x="451" y="449"/>
                        </a:lnTo>
                        <a:lnTo>
                          <a:pt x="461" y="470"/>
                        </a:lnTo>
                        <a:lnTo>
                          <a:pt x="470" y="493"/>
                        </a:lnTo>
                        <a:lnTo>
                          <a:pt x="478" y="516"/>
                        </a:lnTo>
                        <a:lnTo>
                          <a:pt x="484" y="540"/>
                        </a:lnTo>
                        <a:lnTo>
                          <a:pt x="490" y="564"/>
                        </a:lnTo>
                        <a:lnTo>
                          <a:pt x="494" y="588"/>
                        </a:lnTo>
                        <a:lnTo>
                          <a:pt x="498" y="614"/>
                        </a:lnTo>
                        <a:lnTo>
                          <a:pt x="500" y="639"/>
                        </a:lnTo>
                        <a:lnTo>
                          <a:pt x="500" y="665"/>
                        </a:lnTo>
                        <a:lnTo>
                          <a:pt x="664" y="665"/>
                        </a:lnTo>
                        <a:close/>
                      </a:path>
                    </a:pathLst>
                  </a:custGeom>
                  <a:solidFill>
                    <a:srgbClr val="EF2B2F"/>
                  </a:solidFill>
                  <a:ln>
                    <a:noFill/>
                  </a:ln>
                </p:spPr>
                <p:txBody>
                  <a:bodyPr/>
                  <a:lstStyle/>
                  <a:p>
                    <a:pPr>
                      <a:defRPr/>
                    </a:pPr>
                    <a:endParaRPr lang="en-US" sz="1050">
                      <a:latin typeface="+mj-lt"/>
                    </a:endParaRPr>
                  </a:p>
                </p:txBody>
              </p:sp>
              <p:sp>
                <p:nvSpPr>
                  <p:cNvPr id="41517" name="Freeform 483">
                    <a:extLst>
                      <a:ext uri="{FF2B5EF4-FFF2-40B4-BE49-F238E27FC236}">
                        <a16:creationId xmlns="" xmlns:a16="http://schemas.microsoft.com/office/drawing/2014/main" id="{1826DC86-072B-8D77-09AE-91F6A7D089D9}"/>
                      </a:ext>
                    </a:extLst>
                  </p:cNvPr>
                  <p:cNvSpPr>
                    <a:spLocks/>
                  </p:cNvSpPr>
                  <p:nvPr/>
                </p:nvSpPr>
                <p:spPr bwMode="auto">
                  <a:xfrm>
                    <a:off x="2686" y="3077"/>
                    <a:ext cx="113" cy="110"/>
                  </a:xfrm>
                  <a:custGeom>
                    <a:avLst/>
                    <a:gdLst>
                      <a:gd name="T0" fmla="*/ 0 w 664"/>
                      <a:gd name="T1" fmla="*/ 0 h 664"/>
                      <a:gd name="T2" fmla="*/ 0 w 664"/>
                      <a:gd name="T3" fmla="*/ 0 h 664"/>
                      <a:gd name="T4" fmla="*/ 0 w 664"/>
                      <a:gd name="T5" fmla="*/ 0 h 664"/>
                      <a:gd name="T6" fmla="*/ 0 w 664"/>
                      <a:gd name="T7" fmla="*/ 0 h 664"/>
                      <a:gd name="T8" fmla="*/ 0 w 664"/>
                      <a:gd name="T9" fmla="*/ 0 h 664"/>
                      <a:gd name="T10" fmla="*/ 0 w 664"/>
                      <a:gd name="T11" fmla="*/ 0 h 664"/>
                      <a:gd name="T12" fmla="*/ 0 w 664"/>
                      <a:gd name="T13" fmla="*/ 0 h 664"/>
                      <a:gd name="T14" fmla="*/ 0 w 664"/>
                      <a:gd name="T15" fmla="*/ 0 h 664"/>
                      <a:gd name="T16" fmla="*/ 0 w 664"/>
                      <a:gd name="T17" fmla="*/ 0 h 664"/>
                      <a:gd name="T18" fmla="*/ 0 w 664"/>
                      <a:gd name="T19" fmla="*/ 0 h 664"/>
                      <a:gd name="T20" fmla="*/ 0 w 664"/>
                      <a:gd name="T21" fmla="*/ 0 h 664"/>
                      <a:gd name="T22" fmla="*/ 0 w 664"/>
                      <a:gd name="T23" fmla="*/ 0 h 664"/>
                      <a:gd name="T24" fmla="*/ 0 w 664"/>
                      <a:gd name="T25" fmla="*/ 0 h 664"/>
                      <a:gd name="T26" fmla="*/ 0 w 664"/>
                      <a:gd name="T27" fmla="*/ 0 h 664"/>
                      <a:gd name="T28" fmla="*/ 0 w 664"/>
                      <a:gd name="T29" fmla="*/ 0 h 664"/>
                      <a:gd name="T30" fmla="*/ 0 w 664"/>
                      <a:gd name="T31" fmla="*/ 0 h 664"/>
                      <a:gd name="T32" fmla="*/ 0 w 664"/>
                      <a:gd name="T33" fmla="*/ 0 h 664"/>
                      <a:gd name="T34" fmla="*/ 0 w 664"/>
                      <a:gd name="T35" fmla="*/ 0 h 664"/>
                      <a:gd name="T36" fmla="*/ 0 w 664"/>
                      <a:gd name="T37" fmla="*/ 0 h 664"/>
                      <a:gd name="T38" fmla="*/ 0 w 664"/>
                      <a:gd name="T39" fmla="*/ 0 h 664"/>
                      <a:gd name="T40" fmla="*/ 0 w 664"/>
                      <a:gd name="T41" fmla="*/ 0 h 664"/>
                      <a:gd name="T42" fmla="*/ 0 w 664"/>
                      <a:gd name="T43" fmla="*/ 0 h 664"/>
                      <a:gd name="T44" fmla="*/ 0 w 664"/>
                      <a:gd name="T45" fmla="*/ 0 h 664"/>
                      <a:gd name="T46" fmla="*/ 0 w 664"/>
                      <a:gd name="T47" fmla="*/ 0 h 664"/>
                      <a:gd name="T48" fmla="*/ 0 w 664"/>
                      <a:gd name="T49" fmla="*/ 0 h 664"/>
                      <a:gd name="T50" fmla="*/ 0 w 664"/>
                      <a:gd name="T51" fmla="*/ 0 h 664"/>
                      <a:gd name="T52" fmla="*/ 0 w 664"/>
                      <a:gd name="T53" fmla="*/ 0 h 664"/>
                      <a:gd name="T54" fmla="*/ 0 w 664"/>
                      <a:gd name="T55" fmla="*/ 0 h 664"/>
                      <a:gd name="T56" fmla="*/ 0 w 664"/>
                      <a:gd name="T57" fmla="*/ 0 h 664"/>
                      <a:gd name="T58" fmla="*/ 0 w 664"/>
                      <a:gd name="T59" fmla="*/ 0 h 664"/>
                      <a:gd name="T60" fmla="*/ 0 w 664"/>
                      <a:gd name="T61" fmla="*/ 0 h 664"/>
                      <a:gd name="T62" fmla="*/ 0 w 664"/>
                      <a:gd name="T63" fmla="*/ 0 h 664"/>
                      <a:gd name="T64" fmla="*/ 0 w 664"/>
                      <a:gd name="T65" fmla="*/ 0 h 664"/>
                      <a:gd name="T66" fmla="*/ 0 w 664"/>
                      <a:gd name="T67" fmla="*/ 0 h 6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4"/>
                      <a:gd name="T103" fmla="*/ 0 h 664"/>
                      <a:gd name="T104" fmla="*/ 664 w 664"/>
                      <a:gd name="T105" fmla="*/ 664 h 66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4" h="664">
                        <a:moveTo>
                          <a:pt x="0" y="664"/>
                        </a:moveTo>
                        <a:lnTo>
                          <a:pt x="0" y="664"/>
                        </a:lnTo>
                        <a:lnTo>
                          <a:pt x="34" y="663"/>
                        </a:lnTo>
                        <a:lnTo>
                          <a:pt x="67" y="660"/>
                        </a:lnTo>
                        <a:lnTo>
                          <a:pt x="101" y="657"/>
                        </a:lnTo>
                        <a:lnTo>
                          <a:pt x="133" y="650"/>
                        </a:lnTo>
                        <a:lnTo>
                          <a:pt x="166" y="642"/>
                        </a:lnTo>
                        <a:lnTo>
                          <a:pt x="197" y="633"/>
                        </a:lnTo>
                        <a:lnTo>
                          <a:pt x="228" y="623"/>
                        </a:lnTo>
                        <a:lnTo>
                          <a:pt x="258" y="611"/>
                        </a:lnTo>
                        <a:lnTo>
                          <a:pt x="287" y="598"/>
                        </a:lnTo>
                        <a:lnTo>
                          <a:pt x="316" y="583"/>
                        </a:lnTo>
                        <a:lnTo>
                          <a:pt x="343" y="567"/>
                        </a:lnTo>
                        <a:lnTo>
                          <a:pt x="371" y="550"/>
                        </a:lnTo>
                        <a:lnTo>
                          <a:pt x="397" y="531"/>
                        </a:lnTo>
                        <a:lnTo>
                          <a:pt x="422" y="511"/>
                        </a:lnTo>
                        <a:lnTo>
                          <a:pt x="446" y="491"/>
                        </a:lnTo>
                        <a:lnTo>
                          <a:pt x="469" y="469"/>
                        </a:lnTo>
                        <a:lnTo>
                          <a:pt x="491" y="446"/>
                        </a:lnTo>
                        <a:lnTo>
                          <a:pt x="512" y="421"/>
                        </a:lnTo>
                        <a:lnTo>
                          <a:pt x="531" y="397"/>
                        </a:lnTo>
                        <a:lnTo>
                          <a:pt x="550" y="370"/>
                        </a:lnTo>
                        <a:lnTo>
                          <a:pt x="568" y="344"/>
                        </a:lnTo>
                        <a:lnTo>
                          <a:pt x="583" y="316"/>
                        </a:lnTo>
                        <a:lnTo>
                          <a:pt x="599" y="287"/>
                        </a:lnTo>
                        <a:lnTo>
                          <a:pt x="612" y="257"/>
                        </a:lnTo>
                        <a:lnTo>
                          <a:pt x="623" y="227"/>
                        </a:lnTo>
                        <a:lnTo>
                          <a:pt x="634" y="196"/>
                        </a:lnTo>
                        <a:lnTo>
                          <a:pt x="643" y="165"/>
                        </a:lnTo>
                        <a:lnTo>
                          <a:pt x="651" y="133"/>
                        </a:lnTo>
                        <a:lnTo>
                          <a:pt x="656" y="100"/>
                        </a:lnTo>
                        <a:lnTo>
                          <a:pt x="661" y="68"/>
                        </a:lnTo>
                        <a:lnTo>
                          <a:pt x="663" y="33"/>
                        </a:lnTo>
                        <a:lnTo>
                          <a:pt x="664" y="0"/>
                        </a:lnTo>
                        <a:lnTo>
                          <a:pt x="500" y="0"/>
                        </a:lnTo>
                        <a:lnTo>
                          <a:pt x="500" y="25"/>
                        </a:lnTo>
                        <a:lnTo>
                          <a:pt x="498" y="51"/>
                        </a:lnTo>
                        <a:lnTo>
                          <a:pt x="494" y="75"/>
                        </a:lnTo>
                        <a:lnTo>
                          <a:pt x="490" y="101"/>
                        </a:lnTo>
                        <a:lnTo>
                          <a:pt x="484" y="124"/>
                        </a:lnTo>
                        <a:lnTo>
                          <a:pt x="478" y="149"/>
                        </a:lnTo>
                        <a:lnTo>
                          <a:pt x="470" y="171"/>
                        </a:lnTo>
                        <a:lnTo>
                          <a:pt x="461" y="194"/>
                        </a:lnTo>
                        <a:lnTo>
                          <a:pt x="451" y="216"/>
                        </a:lnTo>
                        <a:lnTo>
                          <a:pt x="440" y="237"/>
                        </a:lnTo>
                        <a:lnTo>
                          <a:pt x="428" y="258"/>
                        </a:lnTo>
                        <a:lnTo>
                          <a:pt x="414" y="279"/>
                        </a:lnTo>
                        <a:lnTo>
                          <a:pt x="401" y="298"/>
                        </a:lnTo>
                        <a:lnTo>
                          <a:pt x="386" y="317"/>
                        </a:lnTo>
                        <a:lnTo>
                          <a:pt x="370" y="336"/>
                        </a:lnTo>
                        <a:lnTo>
                          <a:pt x="353" y="353"/>
                        </a:lnTo>
                        <a:lnTo>
                          <a:pt x="336" y="369"/>
                        </a:lnTo>
                        <a:lnTo>
                          <a:pt x="318" y="386"/>
                        </a:lnTo>
                        <a:lnTo>
                          <a:pt x="299" y="400"/>
                        </a:lnTo>
                        <a:lnTo>
                          <a:pt x="279" y="415"/>
                        </a:lnTo>
                        <a:lnTo>
                          <a:pt x="259" y="428"/>
                        </a:lnTo>
                        <a:lnTo>
                          <a:pt x="238" y="439"/>
                        </a:lnTo>
                        <a:lnTo>
                          <a:pt x="216" y="450"/>
                        </a:lnTo>
                        <a:lnTo>
                          <a:pt x="195" y="460"/>
                        </a:lnTo>
                        <a:lnTo>
                          <a:pt x="172" y="469"/>
                        </a:lnTo>
                        <a:lnTo>
                          <a:pt x="148" y="477"/>
                        </a:lnTo>
                        <a:lnTo>
                          <a:pt x="125" y="485"/>
                        </a:lnTo>
                        <a:lnTo>
                          <a:pt x="101" y="490"/>
                        </a:lnTo>
                        <a:lnTo>
                          <a:pt x="76" y="495"/>
                        </a:lnTo>
                        <a:lnTo>
                          <a:pt x="51" y="498"/>
                        </a:lnTo>
                        <a:lnTo>
                          <a:pt x="26" y="499"/>
                        </a:lnTo>
                        <a:lnTo>
                          <a:pt x="0" y="500"/>
                        </a:lnTo>
                        <a:lnTo>
                          <a:pt x="0" y="664"/>
                        </a:lnTo>
                        <a:close/>
                      </a:path>
                    </a:pathLst>
                  </a:custGeom>
                  <a:solidFill>
                    <a:srgbClr val="EF2B2F"/>
                  </a:solidFill>
                  <a:ln>
                    <a:noFill/>
                  </a:ln>
                </p:spPr>
                <p:txBody>
                  <a:bodyPr/>
                  <a:lstStyle/>
                  <a:p>
                    <a:pPr>
                      <a:defRPr/>
                    </a:pPr>
                    <a:endParaRPr lang="en-US" sz="1050">
                      <a:latin typeface="+mj-lt"/>
                    </a:endParaRPr>
                  </a:p>
                </p:txBody>
              </p:sp>
              <p:sp>
                <p:nvSpPr>
                  <p:cNvPr id="41518" name="Freeform 484">
                    <a:extLst>
                      <a:ext uri="{FF2B5EF4-FFF2-40B4-BE49-F238E27FC236}">
                        <a16:creationId xmlns="" xmlns:a16="http://schemas.microsoft.com/office/drawing/2014/main" id="{D8DA1D60-066E-8113-6E09-B2A0A08B1320}"/>
                      </a:ext>
                    </a:extLst>
                  </p:cNvPr>
                  <p:cNvSpPr>
                    <a:spLocks/>
                  </p:cNvSpPr>
                  <p:nvPr/>
                </p:nvSpPr>
                <p:spPr bwMode="auto">
                  <a:xfrm>
                    <a:off x="2577" y="3077"/>
                    <a:ext cx="109" cy="110"/>
                  </a:xfrm>
                  <a:custGeom>
                    <a:avLst/>
                    <a:gdLst>
                      <a:gd name="T0" fmla="*/ 0 w 665"/>
                      <a:gd name="T1" fmla="*/ 0 h 664"/>
                      <a:gd name="T2" fmla="*/ 0 w 665"/>
                      <a:gd name="T3" fmla="*/ 0 h 664"/>
                      <a:gd name="T4" fmla="*/ 0 w 665"/>
                      <a:gd name="T5" fmla="*/ 0 h 664"/>
                      <a:gd name="T6" fmla="*/ 0 w 665"/>
                      <a:gd name="T7" fmla="*/ 0 h 664"/>
                      <a:gd name="T8" fmla="*/ 0 w 665"/>
                      <a:gd name="T9" fmla="*/ 0 h 664"/>
                      <a:gd name="T10" fmla="*/ 0 w 665"/>
                      <a:gd name="T11" fmla="*/ 0 h 664"/>
                      <a:gd name="T12" fmla="*/ 0 w 665"/>
                      <a:gd name="T13" fmla="*/ 0 h 664"/>
                      <a:gd name="T14" fmla="*/ 0 w 665"/>
                      <a:gd name="T15" fmla="*/ 0 h 664"/>
                      <a:gd name="T16" fmla="*/ 0 w 665"/>
                      <a:gd name="T17" fmla="*/ 0 h 664"/>
                      <a:gd name="T18" fmla="*/ 0 w 665"/>
                      <a:gd name="T19" fmla="*/ 0 h 664"/>
                      <a:gd name="T20" fmla="*/ 0 w 665"/>
                      <a:gd name="T21" fmla="*/ 0 h 664"/>
                      <a:gd name="T22" fmla="*/ 0 w 665"/>
                      <a:gd name="T23" fmla="*/ 0 h 664"/>
                      <a:gd name="T24" fmla="*/ 0 w 665"/>
                      <a:gd name="T25" fmla="*/ 0 h 664"/>
                      <a:gd name="T26" fmla="*/ 0 w 665"/>
                      <a:gd name="T27" fmla="*/ 0 h 664"/>
                      <a:gd name="T28" fmla="*/ 0 w 665"/>
                      <a:gd name="T29" fmla="*/ 0 h 664"/>
                      <a:gd name="T30" fmla="*/ 0 w 665"/>
                      <a:gd name="T31" fmla="*/ 0 h 664"/>
                      <a:gd name="T32" fmla="*/ 0 w 665"/>
                      <a:gd name="T33" fmla="*/ 0 h 664"/>
                      <a:gd name="T34" fmla="*/ 0 w 665"/>
                      <a:gd name="T35" fmla="*/ 0 h 664"/>
                      <a:gd name="T36" fmla="*/ 0 w 665"/>
                      <a:gd name="T37" fmla="*/ 0 h 664"/>
                      <a:gd name="T38" fmla="*/ 0 w 665"/>
                      <a:gd name="T39" fmla="*/ 0 h 664"/>
                      <a:gd name="T40" fmla="*/ 0 w 665"/>
                      <a:gd name="T41" fmla="*/ 0 h 664"/>
                      <a:gd name="T42" fmla="*/ 0 w 665"/>
                      <a:gd name="T43" fmla="*/ 0 h 664"/>
                      <a:gd name="T44" fmla="*/ 0 w 665"/>
                      <a:gd name="T45" fmla="*/ 0 h 664"/>
                      <a:gd name="T46" fmla="*/ 0 w 665"/>
                      <a:gd name="T47" fmla="*/ 0 h 664"/>
                      <a:gd name="T48" fmla="*/ 0 w 665"/>
                      <a:gd name="T49" fmla="*/ 0 h 664"/>
                      <a:gd name="T50" fmla="*/ 0 w 665"/>
                      <a:gd name="T51" fmla="*/ 0 h 664"/>
                      <a:gd name="T52" fmla="*/ 0 w 665"/>
                      <a:gd name="T53" fmla="*/ 0 h 664"/>
                      <a:gd name="T54" fmla="*/ 0 w 665"/>
                      <a:gd name="T55" fmla="*/ 0 h 664"/>
                      <a:gd name="T56" fmla="*/ 0 w 665"/>
                      <a:gd name="T57" fmla="*/ 0 h 664"/>
                      <a:gd name="T58" fmla="*/ 0 w 665"/>
                      <a:gd name="T59" fmla="*/ 0 h 664"/>
                      <a:gd name="T60" fmla="*/ 0 w 665"/>
                      <a:gd name="T61" fmla="*/ 0 h 664"/>
                      <a:gd name="T62" fmla="*/ 0 w 665"/>
                      <a:gd name="T63" fmla="*/ 0 h 664"/>
                      <a:gd name="T64" fmla="*/ 0 w 665"/>
                      <a:gd name="T65" fmla="*/ 0 h 664"/>
                      <a:gd name="T66" fmla="*/ 0 w 665"/>
                      <a:gd name="T67" fmla="*/ 0 h 6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5"/>
                      <a:gd name="T103" fmla="*/ 0 h 664"/>
                      <a:gd name="T104" fmla="*/ 665 w 665"/>
                      <a:gd name="T105" fmla="*/ 664 h 66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5" h="664">
                        <a:moveTo>
                          <a:pt x="0" y="0"/>
                        </a:moveTo>
                        <a:lnTo>
                          <a:pt x="0" y="0"/>
                        </a:lnTo>
                        <a:lnTo>
                          <a:pt x="1" y="33"/>
                        </a:lnTo>
                        <a:lnTo>
                          <a:pt x="5" y="66"/>
                        </a:lnTo>
                        <a:lnTo>
                          <a:pt x="8" y="100"/>
                        </a:lnTo>
                        <a:lnTo>
                          <a:pt x="15" y="133"/>
                        </a:lnTo>
                        <a:lnTo>
                          <a:pt x="22" y="165"/>
                        </a:lnTo>
                        <a:lnTo>
                          <a:pt x="30" y="196"/>
                        </a:lnTo>
                        <a:lnTo>
                          <a:pt x="41" y="227"/>
                        </a:lnTo>
                        <a:lnTo>
                          <a:pt x="53" y="257"/>
                        </a:lnTo>
                        <a:lnTo>
                          <a:pt x="67" y="287"/>
                        </a:lnTo>
                        <a:lnTo>
                          <a:pt x="81" y="316"/>
                        </a:lnTo>
                        <a:lnTo>
                          <a:pt x="97" y="344"/>
                        </a:lnTo>
                        <a:lnTo>
                          <a:pt x="114" y="370"/>
                        </a:lnTo>
                        <a:lnTo>
                          <a:pt x="133" y="397"/>
                        </a:lnTo>
                        <a:lnTo>
                          <a:pt x="153" y="421"/>
                        </a:lnTo>
                        <a:lnTo>
                          <a:pt x="173" y="446"/>
                        </a:lnTo>
                        <a:lnTo>
                          <a:pt x="195" y="469"/>
                        </a:lnTo>
                        <a:lnTo>
                          <a:pt x="219" y="491"/>
                        </a:lnTo>
                        <a:lnTo>
                          <a:pt x="243" y="511"/>
                        </a:lnTo>
                        <a:lnTo>
                          <a:pt x="267" y="531"/>
                        </a:lnTo>
                        <a:lnTo>
                          <a:pt x="294" y="550"/>
                        </a:lnTo>
                        <a:lnTo>
                          <a:pt x="321" y="567"/>
                        </a:lnTo>
                        <a:lnTo>
                          <a:pt x="348" y="583"/>
                        </a:lnTo>
                        <a:lnTo>
                          <a:pt x="377" y="598"/>
                        </a:lnTo>
                        <a:lnTo>
                          <a:pt x="407" y="611"/>
                        </a:lnTo>
                        <a:lnTo>
                          <a:pt x="437" y="623"/>
                        </a:lnTo>
                        <a:lnTo>
                          <a:pt x="467" y="633"/>
                        </a:lnTo>
                        <a:lnTo>
                          <a:pt x="499" y="642"/>
                        </a:lnTo>
                        <a:lnTo>
                          <a:pt x="531" y="650"/>
                        </a:lnTo>
                        <a:lnTo>
                          <a:pt x="564" y="657"/>
                        </a:lnTo>
                        <a:lnTo>
                          <a:pt x="597" y="660"/>
                        </a:lnTo>
                        <a:lnTo>
                          <a:pt x="631" y="663"/>
                        </a:lnTo>
                        <a:lnTo>
                          <a:pt x="665" y="664"/>
                        </a:lnTo>
                        <a:lnTo>
                          <a:pt x="665" y="500"/>
                        </a:lnTo>
                        <a:lnTo>
                          <a:pt x="639" y="499"/>
                        </a:lnTo>
                        <a:lnTo>
                          <a:pt x="614" y="498"/>
                        </a:lnTo>
                        <a:lnTo>
                          <a:pt x="588" y="495"/>
                        </a:lnTo>
                        <a:lnTo>
                          <a:pt x="564" y="490"/>
                        </a:lnTo>
                        <a:lnTo>
                          <a:pt x="540" y="485"/>
                        </a:lnTo>
                        <a:lnTo>
                          <a:pt x="516" y="477"/>
                        </a:lnTo>
                        <a:lnTo>
                          <a:pt x="493" y="469"/>
                        </a:lnTo>
                        <a:lnTo>
                          <a:pt x="470" y="460"/>
                        </a:lnTo>
                        <a:lnTo>
                          <a:pt x="448" y="450"/>
                        </a:lnTo>
                        <a:lnTo>
                          <a:pt x="427" y="439"/>
                        </a:lnTo>
                        <a:lnTo>
                          <a:pt x="406" y="428"/>
                        </a:lnTo>
                        <a:lnTo>
                          <a:pt x="385" y="415"/>
                        </a:lnTo>
                        <a:lnTo>
                          <a:pt x="366" y="400"/>
                        </a:lnTo>
                        <a:lnTo>
                          <a:pt x="347" y="386"/>
                        </a:lnTo>
                        <a:lnTo>
                          <a:pt x="328" y="369"/>
                        </a:lnTo>
                        <a:lnTo>
                          <a:pt x="312" y="353"/>
                        </a:lnTo>
                        <a:lnTo>
                          <a:pt x="295" y="336"/>
                        </a:lnTo>
                        <a:lnTo>
                          <a:pt x="279" y="317"/>
                        </a:lnTo>
                        <a:lnTo>
                          <a:pt x="264" y="298"/>
                        </a:lnTo>
                        <a:lnTo>
                          <a:pt x="250" y="279"/>
                        </a:lnTo>
                        <a:lnTo>
                          <a:pt x="236" y="258"/>
                        </a:lnTo>
                        <a:lnTo>
                          <a:pt x="225" y="237"/>
                        </a:lnTo>
                        <a:lnTo>
                          <a:pt x="214" y="216"/>
                        </a:lnTo>
                        <a:lnTo>
                          <a:pt x="204" y="194"/>
                        </a:lnTo>
                        <a:lnTo>
                          <a:pt x="195" y="171"/>
                        </a:lnTo>
                        <a:lnTo>
                          <a:pt x="187" y="149"/>
                        </a:lnTo>
                        <a:lnTo>
                          <a:pt x="180" y="124"/>
                        </a:lnTo>
                        <a:lnTo>
                          <a:pt x="174" y="101"/>
                        </a:lnTo>
                        <a:lnTo>
                          <a:pt x="170" y="75"/>
                        </a:lnTo>
                        <a:lnTo>
                          <a:pt x="167" y="51"/>
                        </a:lnTo>
                        <a:lnTo>
                          <a:pt x="165" y="25"/>
                        </a:lnTo>
                        <a:lnTo>
                          <a:pt x="164" y="0"/>
                        </a:lnTo>
                        <a:lnTo>
                          <a:pt x="0" y="0"/>
                        </a:lnTo>
                        <a:close/>
                      </a:path>
                    </a:pathLst>
                  </a:custGeom>
                  <a:solidFill>
                    <a:srgbClr val="EF2B2F"/>
                  </a:solidFill>
                  <a:ln>
                    <a:noFill/>
                  </a:ln>
                </p:spPr>
                <p:txBody>
                  <a:bodyPr/>
                  <a:lstStyle/>
                  <a:p>
                    <a:pPr>
                      <a:defRPr/>
                    </a:pPr>
                    <a:endParaRPr lang="en-US" sz="1050">
                      <a:latin typeface="+mj-lt"/>
                    </a:endParaRPr>
                  </a:p>
                </p:txBody>
              </p:sp>
              <p:sp>
                <p:nvSpPr>
                  <p:cNvPr id="41519" name="Freeform 485">
                    <a:extLst>
                      <a:ext uri="{FF2B5EF4-FFF2-40B4-BE49-F238E27FC236}">
                        <a16:creationId xmlns="" xmlns:a16="http://schemas.microsoft.com/office/drawing/2014/main" id="{5D5DC666-EE05-BBCB-E57B-BE2B04E83583}"/>
                      </a:ext>
                    </a:extLst>
                  </p:cNvPr>
                  <p:cNvSpPr>
                    <a:spLocks/>
                  </p:cNvSpPr>
                  <p:nvPr/>
                </p:nvSpPr>
                <p:spPr bwMode="auto">
                  <a:xfrm>
                    <a:off x="2577" y="2963"/>
                    <a:ext cx="109" cy="114"/>
                  </a:xfrm>
                  <a:custGeom>
                    <a:avLst/>
                    <a:gdLst>
                      <a:gd name="T0" fmla="*/ 0 w 665"/>
                      <a:gd name="T1" fmla="*/ 0 h 665"/>
                      <a:gd name="T2" fmla="*/ 0 w 665"/>
                      <a:gd name="T3" fmla="*/ 0 h 665"/>
                      <a:gd name="T4" fmla="*/ 0 w 665"/>
                      <a:gd name="T5" fmla="*/ 0 h 665"/>
                      <a:gd name="T6" fmla="*/ 0 w 665"/>
                      <a:gd name="T7" fmla="*/ 0 h 665"/>
                      <a:gd name="T8" fmla="*/ 0 w 665"/>
                      <a:gd name="T9" fmla="*/ 0 h 665"/>
                      <a:gd name="T10" fmla="*/ 0 w 665"/>
                      <a:gd name="T11" fmla="*/ 0 h 665"/>
                      <a:gd name="T12" fmla="*/ 0 w 665"/>
                      <a:gd name="T13" fmla="*/ 0 h 665"/>
                      <a:gd name="T14" fmla="*/ 0 w 665"/>
                      <a:gd name="T15" fmla="*/ 0 h 665"/>
                      <a:gd name="T16" fmla="*/ 0 w 665"/>
                      <a:gd name="T17" fmla="*/ 0 h 665"/>
                      <a:gd name="T18" fmla="*/ 0 w 665"/>
                      <a:gd name="T19" fmla="*/ 0 h 665"/>
                      <a:gd name="T20" fmla="*/ 0 w 665"/>
                      <a:gd name="T21" fmla="*/ 0 h 665"/>
                      <a:gd name="T22" fmla="*/ 0 w 665"/>
                      <a:gd name="T23" fmla="*/ 0 h 665"/>
                      <a:gd name="T24" fmla="*/ 0 w 665"/>
                      <a:gd name="T25" fmla="*/ 0 h 665"/>
                      <a:gd name="T26" fmla="*/ 0 w 665"/>
                      <a:gd name="T27" fmla="*/ 0 h 665"/>
                      <a:gd name="T28" fmla="*/ 0 w 665"/>
                      <a:gd name="T29" fmla="*/ 0 h 665"/>
                      <a:gd name="T30" fmla="*/ 0 w 665"/>
                      <a:gd name="T31" fmla="*/ 0 h 665"/>
                      <a:gd name="T32" fmla="*/ 0 w 665"/>
                      <a:gd name="T33" fmla="*/ 0 h 665"/>
                      <a:gd name="T34" fmla="*/ 0 w 665"/>
                      <a:gd name="T35" fmla="*/ 0 h 665"/>
                      <a:gd name="T36" fmla="*/ 0 w 665"/>
                      <a:gd name="T37" fmla="*/ 0 h 665"/>
                      <a:gd name="T38" fmla="*/ 0 w 665"/>
                      <a:gd name="T39" fmla="*/ 0 h 665"/>
                      <a:gd name="T40" fmla="*/ 0 w 665"/>
                      <a:gd name="T41" fmla="*/ 0 h 665"/>
                      <a:gd name="T42" fmla="*/ 0 w 665"/>
                      <a:gd name="T43" fmla="*/ 0 h 665"/>
                      <a:gd name="T44" fmla="*/ 0 w 665"/>
                      <a:gd name="T45" fmla="*/ 0 h 665"/>
                      <a:gd name="T46" fmla="*/ 0 w 665"/>
                      <a:gd name="T47" fmla="*/ 0 h 665"/>
                      <a:gd name="T48" fmla="*/ 0 w 665"/>
                      <a:gd name="T49" fmla="*/ 0 h 665"/>
                      <a:gd name="T50" fmla="*/ 0 w 665"/>
                      <a:gd name="T51" fmla="*/ 0 h 665"/>
                      <a:gd name="T52" fmla="*/ 0 w 665"/>
                      <a:gd name="T53" fmla="*/ 0 h 665"/>
                      <a:gd name="T54" fmla="*/ 0 w 665"/>
                      <a:gd name="T55" fmla="*/ 0 h 665"/>
                      <a:gd name="T56" fmla="*/ 0 w 665"/>
                      <a:gd name="T57" fmla="*/ 0 h 665"/>
                      <a:gd name="T58" fmla="*/ 0 w 665"/>
                      <a:gd name="T59" fmla="*/ 0 h 665"/>
                      <a:gd name="T60" fmla="*/ 0 w 665"/>
                      <a:gd name="T61" fmla="*/ 0 h 665"/>
                      <a:gd name="T62" fmla="*/ 0 w 665"/>
                      <a:gd name="T63" fmla="*/ 0 h 665"/>
                      <a:gd name="T64" fmla="*/ 0 w 665"/>
                      <a:gd name="T65" fmla="*/ 0 h 665"/>
                      <a:gd name="T66" fmla="*/ 0 w 665"/>
                      <a:gd name="T67" fmla="*/ 0 h 66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5"/>
                      <a:gd name="T103" fmla="*/ 0 h 665"/>
                      <a:gd name="T104" fmla="*/ 665 w 665"/>
                      <a:gd name="T105" fmla="*/ 665 h 66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5" h="665">
                        <a:moveTo>
                          <a:pt x="665" y="0"/>
                        </a:moveTo>
                        <a:lnTo>
                          <a:pt x="665" y="0"/>
                        </a:lnTo>
                        <a:lnTo>
                          <a:pt x="630" y="2"/>
                        </a:lnTo>
                        <a:lnTo>
                          <a:pt x="597" y="4"/>
                        </a:lnTo>
                        <a:lnTo>
                          <a:pt x="564" y="8"/>
                        </a:lnTo>
                        <a:lnTo>
                          <a:pt x="531" y="14"/>
                        </a:lnTo>
                        <a:lnTo>
                          <a:pt x="499" y="22"/>
                        </a:lnTo>
                        <a:lnTo>
                          <a:pt x="467" y="30"/>
                        </a:lnTo>
                        <a:lnTo>
                          <a:pt x="437" y="40"/>
                        </a:lnTo>
                        <a:lnTo>
                          <a:pt x="407" y="53"/>
                        </a:lnTo>
                        <a:lnTo>
                          <a:pt x="377" y="66"/>
                        </a:lnTo>
                        <a:lnTo>
                          <a:pt x="348" y="81"/>
                        </a:lnTo>
                        <a:lnTo>
                          <a:pt x="321" y="97"/>
                        </a:lnTo>
                        <a:lnTo>
                          <a:pt x="294" y="114"/>
                        </a:lnTo>
                        <a:lnTo>
                          <a:pt x="267" y="132"/>
                        </a:lnTo>
                        <a:lnTo>
                          <a:pt x="243" y="152"/>
                        </a:lnTo>
                        <a:lnTo>
                          <a:pt x="219" y="174"/>
                        </a:lnTo>
                        <a:lnTo>
                          <a:pt x="195" y="196"/>
                        </a:lnTo>
                        <a:lnTo>
                          <a:pt x="173" y="218"/>
                        </a:lnTo>
                        <a:lnTo>
                          <a:pt x="153" y="242"/>
                        </a:lnTo>
                        <a:lnTo>
                          <a:pt x="133" y="268"/>
                        </a:lnTo>
                        <a:lnTo>
                          <a:pt x="114" y="293"/>
                        </a:lnTo>
                        <a:lnTo>
                          <a:pt x="97" y="321"/>
                        </a:lnTo>
                        <a:lnTo>
                          <a:pt x="81" y="349"/>
                        </a:lnTo>
                        <a:lnTo>
                          <a:pt x="67" y="377"/>
                        </a:lnTo>
                        <a:lnTo>
                          <a:pt x="53" y="406"/>
                        </a:lnTo>
                        <a:lnTo>
                          <a:pt x="41" y="436"/>
                        </a:lnTo>
                        <a:lnTo>
                          <a:pt x="30" y="467"/>
                        </a:lnTo>
                        <a:lnTo>
                          <a:pt x="22" y="500"/>
                        </a:lnTo>
                        <a:lnTo>
                          <a:pt x="15" y="531"/>
                        </a:lnTo>
                        <a:lnTo>
                          <a:pt x="8" y="564"/>
                        </a:lnTo>
                        <a:lnTo>
                          <a:pt x="5" y="597"/>
                        </a:lnTo>
                        <a:lnTo>
                          <a:pt x="1" y="631"/>
                        </a:lnTo>
                        <a:lnTo>
                          <a:pt x="0" y="665"/>
                        </a:lnTo>
                        <a:lnTo>
                          <a:pt x="164" y="665"/>
                        </a:lnTo>
                        <a:lnTo>
                          <a:pt x="165" y="638"/>
                        </a:lnTo>
                        <a:lnTo>
                          <a:pt x="167" y="613"/>
                        </a:lnTo>
                        <a:lnTo>
                          <a:pt x="170" y="588"/>
                        </a:lnTo>
                        <a:lnTo>
                          <a:pt x="174" y="564"/>
                        </a:lnTo>
                        <a:lnTo>
                          <a:pt x="180" y="540"/>
                        </a:lnTo>
                        <a:lnTo>
                          <a:pt x="187" y="516"/>
                        </a:lnTo>
                        <a:lnTo>
                          <a:pt x="195" y="493"/>
                        </a:lnTo>
                        <a:lnTo>
                          <a:pt x="204" y="470"/>
                        </a:lnTo>
                        <a:lnTo>
                          <a:pt x="214" y="449"/>
                        </a:lnTo>
                        <a:lnTo>
                          <a:pt x="225" y="426"/>
                        </a:lnTo>
                        <a:lnTo>
                          <a:pt x="236" y="405"/>
                        </a:lnTo>
                        <a:lnTo>
                          <a:pt x="250" y="385"/>
                        </a:lnTo>
                        <a:lnTo>
                          <a:pt x="264" y="365"/>
                        </a:lnTo>
                        <a:lnTo>
                          <a:pt x="279" y="347"/>
                        </a:lnTo>
                        <a:lnTo>
                          <a:pt x="295" y="329"/>
                        </a:lnTo>
                        <a:lnTo>
                          <a:pt x="312" y="311"/>
                        </a:lnTo>
                        <a:lnTo>
                          <a:pt x="328" y="294"/>
                        </a:lnTo>
                        <a:lnTo>
                          <a:pt x="347" y="279"/>
                        </a:lnTo>
                        <a:lnTo>
                          <a:pt x="366" y="263"/>
                        </a:lnTo>
                        <a:lnTo>
                          <a:pt x="385" y="250"/>
                        </a:lnTo>
                        <a:lnTo>
                          <a:pt x="406" y="237"/>
                        </a:lnTo>
                        <a:lnTo>
                          <a:pt x="427" y="225"/>
                        </a:lnTo>
                        <a:lnTo>
                          <a:pt x="448" y="213"/>
                        </a:lnTo>
                        <a:lnTo>
                          <a:pt x="470" y="203"/>
                        </a:lnTo>
                        <a:lnTo>
                          <a:pt x="493" y="195"/>
                        </a:lnTo>
                        <a:lnTo>
                          <a:pt x="516" y="187"/>
                        </a:lnTo>
                        <a:lnTo>
                          <a:pt x="540" y="180"/>
                        </a:lnTo>
                        <a:lnTo>
                          <a:pt x="564" y="175"/>
                        </a:lnTo>
                        <a:lnTo>
                          <a:pt x="588" y="170"/>
                        </a:lnTo>
                        <a:lnTo>
                          <a:pt x="614" y="167"/>
                        </a:lnTo>
                        <a:lnTo>
                          <a:pt x="639" y="165"/>
                        </a:lnTo>
                        <a:lnTo>
                          <a:pt x="665" y="165"/>
                        </a:lnTo>
                        <a:lnTo>
                          <a:pt x="665" y="0"/>
                        </a:lnTo>
                        <a:close/>
                      </a:path>
                    </a:pathLst>
                  </a:custGeom>
                  <a:solidFill>
                    <a:srgbClr val="EF2B2F"/>
                  </a:solidFill>
                  <a:ln>
                    <a:noFill/>
                  </a:ln>
                </p:spPr>
                <p:txBody>
                  <a:bodyPr/>
                  <a:lstStyle/>
                  <a:p>
                    <a:pPr>
                      <a:defRPr/>
                    </a:pPr>
                    <a:endParaRPr lang="en-US" sz="1050">
                      <a:latin typeface="+mj-lt"/>
                    </a:endParaRPr>
                  </a:p>
                </p:txBody>
              </p:sp>
              <p:sp>
                <p:nvSpPr>
                  <p:cNvPr id="41520" name="Freeform 486">
                    <a:extLst>
                      <a:ext uri="{FF2B5EF4-FFF2-40B4-BE49-F238E27FC236}">
                        <a16:creationId xmlns="" xmlns:a16="http://schemas.microsoft.com/office/drawing/2014/main" id="{06E964F7-FF93-CE75-34AD-A02A9B210552}"/>
                      </a:ext>
                    </a:extLst>
                  </p:cNvPr>
                  <p:cNvSpPr>
                    <a:spLocks/>
                  </p:cNvSpPr>
                  <p:nvPr/>
                </p:nvSpPr>
                <p:spPr bwMode="auto">
                  <a:xfrm>
                    <a:off x="2599" y="2590"/>
                    <a:ext cx="191" cy="193"/>
                  </a:xfrm>
                  <a:custGeom>
                    <a:avLst/>
                    <a:gdLst>
                      <a:gd name="T0" fmla="*/ 0 w 1165"/>
                      <a:gd name="T1" fmla="*/ 0 h 1165"/>
                      <a:gd name="T2" fmla="*/ 0 w 1165"/>
                      <a:gd name="T3" fmla="*/ 0 h 1165"/>
                      <a:gd name="T4" fmla="*/ 0 w 1165"/>
                      <a:gd name="T5" fmla="*/ 0 h 1165"/>
                      <a:gd name="T6" fmla="*/ 0 w 1165"/>
                      <a:gd name="T7" fmla="*/ 0 h 1165"/>
                      <a:gd name="T8" fmla="*/ 0 w 1165"/>
                      <a:gd name="T9" fmla="*/ 0 h 1165"/>
                      <a:gd name="T10" fmla="*/ 0 w 1165"/>
                      <a:gd name="T11" fmla="*/ 0 h 1165"/>
                      <a:gd name="T12" fmla="*/ 0 w 1165"/>
                      <a:gd name="T13" fmla="*/ 0 h 1165"/>
                      <a:gd name="T14" fmla="*/ 0 w 1165"/>
                      <a:gd name="T15" fmla="*/ 0 h 1165"/>
                      <a:gd name="T16" fmla="*/ 0 w 1165"/>
                      <a:gd name="T17" fmla="*/ 0 h 1165"/>
                      <a:gd name="T18" fmla="*/ 0 w 1165"/>
                      <a:gd name="T19" fmla="*/ 0 h 1165"/>
                      <a:gd name="T20" fmla="*/ 0 w 1165"/>
                      <a:gd name="T21" fmla="*/ 0 h 1165"/>
                      <a:gd name="T22" fmla="*/ 0 w 1165"/>
                      <a:gd name="T23" fmla="*/ 0 h 1165"/>
                      <a:gd name="T24" fmla="*/ 0 w 1165"/>
                      <a:gd name="T25" fmla="*/ 0 h 1165"/>
                      <a:gd name="T26" fmla="*/ 0 w 1165"/>
                      <a:gd name="T27" fmla="*/ 0 h 1165"/>
                      <a:gd name="T28" fmla="*/ 0 w 1165"/>
                      <a:gd name="T29" fmla="*/ 0 h 1165"/>
                      <a:gd name="T30" fmla="*/ 0 w 1165"/>
                      <a:gd name="T31" fmla="*/ 0 h 1165"/>
                      <a:gd name="T32" fmla="*/ 0 w 1165"/>
                      <a:gd name="T33" fmla="*/ 0 h 1165"/>
                      <a:gd name="T34" fmla="*/ 0 w 1165"/>
                      <a:gd name="T35" fmla="*/ 0 h 1165"/>
                      <a:gd name="T36" fmla="*/ 0 w 1165"/>
                      <a:gd name="T37" fmla="*/ 0 h 1165"/>
                      <a:gd name="T38" fmla="*/ 0 w 1165"/>
                      <a:gd name="T39" fmla="*/ 0 h 1165"/>
                      <a:gd name="T40" fmla="*/ 0 w 1165"/>
                      <a:gd name="T41" fmla="*/ 0 h 1165"/>
                      <a:gd name="T42" fmla="*/ 0 w 1165"/>
                      <a:gd name="T43" fmla="*/ 0 h 1165"/>
                      <a:gd name="T44" fmla="*/ 0 w 1165"/>
                      <a:gd name="T45" fmla="*/ 0 h 1165"/>
                      <a:gd name="T46" fmla="*/ 0 w 1165"/>
                      <a:gd name="T47" fmla="*/ 0 h 1165"/>
                      <a:gd name="T48" fmla="*/ 0 w 1165"/>
                      <a:gd name="T49" fmla="*/ 0 h 1165"/>
                      <a:gd name="T50" fmla="*/ 0 w 1165"/>
                      <a:gd name="T51" fmla="*/ 0 h 1165"/>
                      <a:gd name="T52" fmla="*/ 0 w 1165"/>
                      <a:gd name="T53" fmla="*/ 0 h 1165"/>
                      <a:gd name="T54" fmla="*/ 0 w 1165"/>
                      <a:gd name="T55" fmla="*/ 0 h 1165"/>
                      <a:gd name="T56" fmla="*/ 0 w 1165"/>
                      <a:gd name="T57" fmla="*/ 0 h 1165"/>
                      <a:gd name="T58" fmla="*/ 0 w 1165"/>
                      <a:gd name="T59" fmla="*/ 0 h 1165"/>
                      <a:gd name="T60" fmla="*/ 0 w 1165"/>
                      <a:gd name="T61" fmla="*/ 0 h 1165"/>
                      <a:gd name="T62" fmla="*/ 0 w 1165"/>
                      <a:gd name="T63" fmla="*/ 0 h 1165"/>
                      <a:gd name="T64" fmla="*/ 0 w 1165"/>
                      <a:gd name="T65" fmla="*/ 0 h 1165"/>
                      <a:gd name="T66" fmla="*/ 0 w 1165"/>
                      <a:gd name="T67" fmla="*/ 0 h 1165"/>
                      <a:gd name="T68" fmla="*/ 0 w 1165"/>
                      <a:gd name="T69" fmla="*/ 0 h 1165"/>
                      <a:gd name="T70" fmla="*/ 0 w 1165"/>
                      <a:gd name="T71" fmla="*/ 0 h 1165"/>
                      <a:gd name="T72" fmla="*/ 0 w 1165"/>
                      <a:gd name="T73" fmla="*/ 0 h 1165"/>
                      <a:gd name="T74" fmla="*/ 0 w 1165"/>
                      <a:gd name="T75" fmla="*/ 0 h 1165"/>
                      <a:gd name="T76" fmla="*/ 0 w 1165"/>
                      <a:gd name="T77" fmla="*/ 0 h 1165"/>
                      <a:gd name="T78" fmla="*/ 0 w 1165"/>
                      <a:gd name="T79" fmla="*/ 0 h 1165"/>
                      <a:gd name="T80" fmla="*/ 0 w 1165"/>
                      <a:gd name="T81" fmla="*/ 0 h 1165"/>
                      <a:gd name="T82" fmla="*/ 0 w 1165"/>
                      <a:gd name="T83" fmla="*/ 0 h 1165"/>
                      <a:gd name="T84" fmla="*/ 0 w 1165"/>
                      <a:gd name="T85" fmla="*/ 0 h 116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65"/>
                      <a:gd name="T130" fmla="*/ 0 h 1165"/>
                      <a:gd name="T131" fmla="*/ 1165 w 1165"/>
                      <a:gd name="T132" fmla="*/ 1165 h 116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65" h="1165">
                        <a:moveTo>
                          <a:pt x="583" y="0"/>
                        </a:moveTo>
                        <a:lnTo>
                          <a:pt x="612" y="1"/>
                        </a:lnTo>
                        <a:lnTo>
                          <a:pt x="642" y="3"/>
                        </a:lnTo>
                        <a:lnTo>
                          <a:pt x="671" y="7"/>
                        </a:lnTo>
                        <a:lnTo>
                          <a:pt x="700" y="12"/>
                        </a:lnTo>
                        <a:lnTo>
                          <a:pt x="728" y="19"/>
                        </a:lnTo>
                        <a:lnTo>
                          <a:pt x="756" y="27"/>
                        </a:lnTo>
                        <a:lnTo>
                          <a:pt x="782" y="35"/>
                        </a:lnTo>
                        <a:lnTo>
                          <a:pt x="809" y="46"/>
                        </a:lnTo>
                        <a:lnTo>
                          <a:pt x="834" y="58"/>
                        </a:lnTo>
                        <a:lnTo>
                          <a:pt x="860" y="71"/>
                        </a:lnTo>
                        <a:lnTo>
                          <a:pt x="884" y="85"/>
                        </a:lnTo>
                        <a:lnTo>
                          <a:pt x="908" y="100"/>
                        </a:lnTo>
                        <a:lnTo>
                          <a:pt x="931" y="116"/>
                        </a:lnTo>
                        <a:lnTo>
                          <a:pt x="953" y="134"/>
                        </a:lnTo>
                        <a:lnTo>
                          <a:pt x="974" y="152"/>
                        </a:lnTo>
                        <a:lnTo>
                          <a:pt x="994" y="171"/>
                        </a:lnTo>
                        <a:lnTo>
                          <a:pt x="1013" y="192"/>
                        </a:lnTo>
                        <a:lnTo>
                          <a:pt x="1032" y="213"/>
                        </a:lnTo>
                        <a:lnTo>
                          <a:pt x="1048" y="235"/>
                        </a:lnTo>
                        <a:lnTo>
                          <a:pt x="1065" y="257"/>
                        </a:lnTo>
                        <a:lnTo>
                          <a:pt x="1081" y="281"/>
                        </a:lnTo>
                        <a:lnTo>
                          <a:pt x="1094" y="305"/>
                        </a:lnTo>
                        <a:lnTo>
                          <a:pt x="1107" y="330"/>
                        </a:lnTo>
                        <a:lnTo>
                          <a:pt x="1118" y="356"/>
                        </a:lnTo>
                        <a:lnTo>
                          <a:pt x="1129" y="383"/>
                        </a:lnTo>
                        <a:lnTo>
                          <a:pt x="1138" y="409"/>
                        </a:lnTo>
                        <a:lnTo>
                          <a:pt x="1146" y="437"/>
                        </a:lnTo>
                        <a:lnTo>
                          <a:pt x="1153" y="466"/>
                        </a:lnTo>
                        <a:lnTo>
                          <a:pt x="1158" y="494"/>
                        </a:lnTo>
                        <a:lnTo>
                          <a:pt x="1162" y="523"/>
                        </a:lnTo>
                        <a:lnTo>
                          <a:pt x="1164" y="552"/>
                        </a:lnTo>
                        <a:lnTo>
                          <a:pt x="1165" y="582"/>
                        </a:lnTo>
                        <a:lnTo>
                          <a:pt x="1164" y="612"/>
                        </a:lnTo>
                        <a:lnTo>
                          <a:pt x="1162" y="642"/>
                        </a:lnTo>
                        <a:lnTo>
                          <a:pt x="1158" y="671"/>
                        </a:lnTo>
                        <a:lnTo>
                          <a:pt x="1153" y="700"/>
                        </a:lnTo>
                        <a:lnTo>
                          <a:pt x="1146" y="728"/>
                        </a:lnTo>
                        <a:lnTo>
                          <a:pt x="1138" y="755"/>
                        </a:lnTo>
                        <a:lnTo>
                          <a:pt x="1129" y="782"/>
                        </a:lnTo>
                        <a:lnTo>
                          <a:pt x="1118" y="809"/>
                        </a:lnTo>
                        <a:lnTo>
                          <a:pt x="1107" y="834"/>
                        </a:lnTo>
                        <a:lnTo>
                          <a:pt x="1094" y="860"/>
                        </a:lnTo>
                        <a:lnTo>
                          <a:pt x="1081" y="884"/>
                        </a:lnTo>
                        <a:lnTo>
                          <a:pt x="1065" y="907"/>
                        </a:lnTo>
                        <a:lnTo>
                          <a:pt x="1048" y="931"/>
                        </a:lnTo>
                        <a:lnTo>
                          <a:pt x="1032" y="953"/>
                        </a:lnTo>
                        <a:lnTo>
                          <a:pt x="1013" y="974"/>
                        </a:lnTo>
                        <a:lnTo>
                          <a:pt x="994" y="994"/>
                        </a:lnTo>
                        <a:lnTo>
                          <a:pt x="974" y="1013"/>
                        </a:lnTo>
                        <a:lnTo>
                          <a:pt x="953" y="1032"/>
                        </a:lnTo>
                        <a:lnTo>
                          <a:pt x="931" y="1049"/>
                        </a:lnTo>
                        <a:lnTo>
                          <a:pt x="908" y="1065"/>
                        </a:lnTo>
                        <a:lnTo>
                          <a:pt x="884" y="1080"/>
                        </a:lnTo>
                        <a:lnTo>
                          <a:pt x="860" y="1094"/>
                        </a:lnTo>
                        <a:lnTo>
                          <a:pt x="834" y="1107"/>
                        </a:lnTo>
                        <a:lnTo>
                          <a:pt x="809" y="1119"/>
                        </a:lnTo>
                        <a:lnTo>
                          <a:pt x="782" y="1129"/>
                        </a:lnTo>
                        <a:lnTo>
                          <a:pt x="756" y="1138"/>
                        </a:lnTo>
                        <a:lnTo>
                          <a:pt x="728" y="1146"/>
                        </a:lnTo>
                        <a:lnTo>
                          <a:pt x="700" y="1152"/>
                        </a:lnTo>
                        <a:lnTo>
                          <a:pt x="671" y="1158"/>
                        </a:lnTo>
                        <a:lnTo>
                          <a:pt x="642" y="1161"/>
                        </a:lnTo>
                        <a:lnTo>
                          <a:pt x="612" y="1164"/>
                        </a:lnTo>
                        <a:lnTo>
                          <a:pt x="583" y="1165"/>
                        </a:lnTo>
                        <a:lnTo>
                          <a:pt x="553" y="1164"/>
                        </a:lnTo>
                        <a:lnTo>
                          <a:pt x="523" y="1161"/>
                        </a:lnTo>
                        <a:lnTo>
                          <a:pt x="494" y="1158"/>
                        </a:lnTo>
                        <a:lnTo>
                          <a:pt x="465" y="1152"/>
                        </a:lnTo>
                        <a:lnTo>
                          <a:pt x="437" y="1146"/>
                        </a:lnTo>
                        <a:lnTo>
                          <a:pt x="409" y="1138"/>
                        </a:lnTo>
                        <a:lnTo>
                          <a:pt x="383" y="1129"/>
                        </a:lnTo>
                        <a:lnTo>
                          <a:pt x="356" y="1119"/>
                        </a:lnTo>
                        <a:lnTo>
                          <a:pt x="331" y="1107"/>
                        </a:lnTo>
                        <a:lnTo>
                          <a:pt x="305" y="1094"/>
                        </a:lnTo>
                        <a:lnTo>
                          <a:pt x="281" y="1080"/>
                        </a:lnTo>
                        <a:lnTo>
                          <a:pt x="258" y="1065"/>
                        </a:lnTo>
                        <a:lnTo>
                          <a:pt x="234" y="1049"/>
                        </a:lnTo>
                        <a:lnTo>
                          <a:pt x="212" y="1032"/>
                        </a:lnTo>
                        <a:lnTo>
                          <a:pt x="191" y="1013"/>
                        </a:lnTo>
                        <a:lnTo>
                          <a:pt x="171" y="994"/>
                        </a:lnTo>
                        <a:lnTo>
                          <a:pt x="152" y="974"/>
                        </a:lnTo>
                        <a:lnTo>
                          <a:pt x="133" y="953"/>
                        </a:lnTo>
                        <a:lnTo>
                          <a:pt x="117" y="931"/>
                        </a:lnTo>
                        <a:lnTo>
                          <a:pt x="100" y="907"/>
                        </a:lnTo>
                        <a:lnTo>
                          <a:pt x="84" y="884"/>
                        </a:lnTo>
                        <a:lnTo>
                          <a:pt x="71" y="860"/>
                        </a:lnTo>
                        <a:lnTo>
                          <a:pt x="58" y="834"/>
                        </a:lnTo>
                        <a:lnTo>
                          <a:pt x="47" y="809"/>
                        </a:lnTo>
                        <a:lnTo>
                          <a:pt x="36" y="782"/>
                        </a:lnTo>
                        <a:lnTo>
                          <a:pt x="27" y="755"/>
                        </a:lnTo>
                        <a:lnTo>
                          <a:pt x="19" y="728"/>
                        </a:lnTo>
                        <a:lnTo>
                          <a:pt x="12" y="700"/>
                        </a:lnTo>
                        <a:lnTo>
                          <a:pt x="7" y="671"/>
                        </a:lnTo>
                        <a:lnTo>
                          <a:pt x="3" y="642"/>
                        </a:lnTo>
                        <a:lnTo>
                          <a:pt x="1" y="612"/>
                        </a:lnTo>
                        <a:lnTo>
                          <a:pt x="0" y="582"/>
                        </a:lnTo>
                        <a:lnTo>
                          <a:pt x="1" y="552"/>
                        </a:lnTo>
                        <a:lnTo>
                          <a:pt x="3" y="523"/>
                        </a:lnTo>
                        <a:lnTo>
                          <a:pt x="7" y="494"/>
                        </a:lnTo>
                        <a:lnTo>
                          <a:pt x="12" y="466"/>
                        </a:lnTo>
                        <a:lnTo>
                          <a:pt x="19" y="437"/>
                        </a:lnTo>
                        <a:lnTo>
                          <a:pt x="27" y="409"/>
                        </a:lnTo>
                        <a:lnTo>
                          <a:pt x="36" y="383"/>
                        </a:lnTo>
                        <a:lnTo>
                          <a:pt x="47" y="356"/>
                        </a:lnTo>
                        <a:lnTo>
                          <a:pt x="58" y="330"/>
                        </a:lnTo>
                        <a:lnTo>
                          <a:pt x="71" y="305"/>
                        </a:lnTo>
                        <a:lnTo>
                          <a:pt x="84" y="281"/>
                        </a:lnTo>
                        <a:lnTo>
                          <a:pt x="100" y="257"/>
                        </a:lnTo>
                        <a:lnTo>
                          <a:pt x="117" y="235"/>
                        </a:lnTo>
                        <a:lnTo>
                          <a:pt x="133" y="213"/>
                        </a:lnTo>
                        <a:lnTo>
                          <a:pt x="152" y="192"/>
                        </a:lnTo>
                        <a:lnTo>
                          <a:pt x="171" y="171"/>
                        </a:lnTo>
                        <a:lnTo>
                          <a:pt x="191" y="152"/>
                        </a:lnTo>
                        <a:lnTo>
                          <a:pt x="212" y="134"/>
                        </a:lnTo>
                        <a:lnTo>
                          <a:pt x="234" y="116"/>
                        </a:lnTo>
                        <a:lnTo>
                          <a:pt x="258" y="100"/>
                        </a:lnTo>
                        <a:lnTo>
                          <a:pt x="281" y="85"/>
                        </a:lnTo>
                        <a:lnTo>
                          <a:pt x="305" y="71"/>
                        </a:lnTo>
                        <a:lnTo>
                          <a:pt x="331" y="58"/>
                        </a:lnTo>
                        <a:lnTo>
                          <a:pt x="356" y="46"/>
                        </a:lnTo>
                        <a:lnTo>
                          <a:pt x="383" y="35"/>
                        </a:lnTo>
                        <a:lnTo>
                          <a:pt x="409" y="27"/>
                        </a:lnTo>
                        <a:lnTo>
                          <a:pt x="437" y="19"/>
                        </a:lnTo>
                        <a:lnTo>
                          <a:pt x="465" y="12"/>
                        </a:lnTo>
                        <a:lnTo>
                          <a:pt x="494" y="7"/>
                        </a:lnTo>
                        <a:lnTo>
                          <a:pt x="523" y="3"/>
                        </a:lnTo>
                        <a:lnTo>
                          <a:pt x="553" y="1"/>
                        </a:lnTo>
                        <a:lnTo>
                          <a:pt x="583" y="0"/>
                        </a:lnTo>
                        <a:close/>
                      </a:path>
                    </a:pathLst>
                  </a:custGeom>
                  <a:solidFill>
                    <a:srgbClr val="DC2B19"/>
                  </a:solidFill>
                  <a:ln>
                    <a:noFill/>
                  </a:ln>
                </p:spPr>
                <p:txBody>
                  <a:bodyPr/>
                  <a:lstStyle/>
                  <a:p>
                    <a:pPr>
                      <a:defRPr/>
                    </a:pPr>
                    <a:endParaRPr lang="en-US" sz="1050">
                      <a:latin typeface="+mj-lt"/>
                    </a:endParaRPr>
                  </a:p>
                </p:txBody>
              </p:sp>
              <p:sp>
                <p:nvSpPr>
                  <p:cNvPr id="41521" name="Freeform 487">
                    <a:extLst>
                      <a:ext uri="{FF2B5EF4-FFF2-40B4-BE49-F238E27FC236}">
                        <a16:creationId xmlns="" xmlns:a16="http://schemas.microsoft.com/office/drawing/2014/main" id="{3F6019D8-C8F5-1835-A439-4076BAA26E53}"/>
                      </a:ext>
                    </a:extLst>
                  </p:cNvPr>
                  <p:cNvSpPr>
                    <a:spLocks/>
                  </p:cNvSpPr>
                  <p:nvPr/>
                </p:nvSpPr>
                <p:spPr bwMode="auto">
                  <a:xfrm>
                    <a:off x="2694" y="2574"/>
                    <a:ext cx="113" cy="110"/>
                  </a:xfrm>
                  <a:custGeom>
                    <a:avLst/>
                    <a:gdLst>
                      <a:gd name="T0" fmla="*/ 0 w 664"/>
                      <a:gd name="T1" fmla="*/ 0 h 664"/>
                      <a:gd name="T2" fmla="*/ 0 w 664"/>
                      <a:gd name="T3" fmla="*/ 0 h 664"/>
                      <a:gd name="T4" fmla="*/ 0 w 664"/>
                      <a:gd name="T5" fmla="*/ 0 h 664"/>
                      <a:gd name="T6" fmla="*/ 0 w 664"/>
                      <a:gd name="T7" fmla="*/ 0 h 664"/>
                      <a:gd name="T8" fmla="*/ 0 w 664"/>
                      <a:gd name="T9" fmla="*/ 0 h 664"/>
                      <a:gd name="T10" fmla="*/ 0 w 664"/>
                      <a:gd name="T11" fmla="*/ 0 h 664"/>
                      <a:gd name="T12" fmla="*/ 0 w 664"/>
                      <a:gd name="T13" fmla="*/ 0 h 664"/>
                      <a:gd name="T14" fmla="*/ 0 w 664"/>
                      <a:gd name="T15" fmla="*/ 0 h 664"/>
                      <a:gd name="T16" fmla="*/ 0 w 664"/>
                      <a:gd name="T17" fmla="*/ 0 h 664"/>
                      <a:gd name="T18" fmla="*/ 0 w 664"/>
                      <a:gd name="T19" fmla="*/ 0 h 664"/>
                      <a:gd name="T20" fmla="*/ 0 w 664"/>
                      <a:gd name="T21" fmla="*/ 0 h 664"/>
                      <a:gd name="T22" fmla="*/ 0 w 664"/>
                      <a:gd name="T23" fmla="*/ 0 h 664"/>
                      <a:gd name="T24" fmla="*/ 0 w 664"/>
                      <a:gd name="T25" fmla="*/ 0 h 664"/>
                      <a:gd name="T26" fmla="*/ 0 w 664"/>
                      <a:gd name="T27" fmla="*/ 0 h 664"/>
                      <a:gd name="T28" fmla="*/ 0 w 664"/>
                      <a:gd name="T29" fmla="*/ 0 h 664"/>
                      <a:gd name="T30" fmla="*/ 0 w 664"/>
                      <a:gd name="T31" fmla="*/ 0 h 664"/>
                      <a:gd name="T32" fmla="*/ 0 w 664"/>
                      <a:gd name="T33" fmla="*/ 0 h 664"/>
                      <a:gd name="T34" fmla="*/ 0 w 664"/>
                      <a:gd name="T35" fmla="*/ 0 h 664"/>
                      <a:gd name="T36" fmla="*/ 0 w 664"/>
                      <a:gd name="T37" fmla="*/ 0 h 664"/>
                      <a:gd name="T38" fmla="*/ 0 w 664"/>
                      <a:gd name="T39" fmla="*/ 0 h 664"/>
                      <a:gd name="T40" fmla="*/ 0 w 664"/>
                      <a:gd name="T41" fmla="*/ 0 h 664"/>
                      <a:gd name="T42" fmla="*/ 0 w 664"/>
                      <a:gd name="T43" fmla="*/ 0 h 664"/>
                      <a:gd name="T44" fmla="*/ 0 w 664"/>
                      <a:gd name="T45" fmla="*/ 0 h 664"/>
                      <a:gd name="T46" fmla="*/ 0 w 664"/>
                      <a:gd name="T47" fmla="*/ 0 h 664"/>
                      <a:gd name="T48" fmla="*/ 0 w 664"/>
                      <a:gd name="T49" fmla="*/ 0 h 664"/>
                      <a:gd name="T50" fmla="*/ 0 w 664"/>
                      <a:gd name="T51" fmla="*/ 0 h 664"/>
                      <a:gd name="T52" fmla="*/ 0 w 664"/>
                      <a:gd name="T53" fmla="*/ 0 h 664"/>
                      <a:gd name="T54" fmla="*/ 0 w 664"/>
                      <a:gd name="T55" fmla="*/ 0 h 664"/>
                      <a:gd name="T56" fmla="*/ 0 w 664"/>
                      <a:gd name="T57" fmla="*/ 0 h 664"/>
                      <a:gd name="T58" fmla="*/ 0 w 664"/>
                      <a:gd name="T59" fmla="*/ 0 h 664"/>
                      <a:gd name="T60" fmla="*/ 0 w 664"/>
                      <a:gd name="T61" fmla="*/ 0 h 664"/>
                      <a:gd name="T62" fmla="*/ 0 w 664"/>
                      <a:gd name="T63" fmla="*/ 0 h 664"/>
                      <a:gd name="T64" fmla="*/ 0 w 664"/>
                      <a:gd name="T65" fmla="*/ 0 h 664"/>
                      <a:gd name="T66" fmla="*/ 0 w 664"/>
                      <a:gd name="T67" fmla="*/ 0 h 6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4"/>
                      <a:gd name="T103" fmla="*/ 0 h 664"/>
                      <a:gd name="T104" fmla="*/ 664 w 664"/>
                      <a:gd name="T105" fmla="*/ 664 h 66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4" h="664">
                        <a:moveTo>
                          <a:pt x="664" y="664"/>
                        </a:moveTo>
                        <a:lnTo>
                          <a:pt x="664" y="664"/>
                        </a:lnTo>
                        <a:lnTo>
                          <a:pt x="663" y="631"/>
                        </a:lnTo>
                        <a:lnTo>
                          <a:pt x="661" y="597"/>
                        </a:lnTo>
                        <a:lnTo>
                          <a:pt x="656" y="563"/>
                        </a:lnTo>
                        <a:lnTo>
                          <a:pt x="650" y="531"/>
                        </a:lnTo>
                        <a:lnTo>
                          <a:pt x="643" y="499"/>
                        </a:lnTo>
                        <a:lnTo>
                          <a:pt x="634" y="467"/>
                        </a:lnTo>
                        <a:lnTo>
                          <a:pt x="623" y="437"/>
                        </a:lnTo>
                        <a:lnTo>
                          <a:pt x="611" y="407"/>
                        </a:lnTo>
                        <a:lnTo>
                          <a:pt x="597" y="377"/>
                        </a:lnTo>
                        <a:lnTo>
                          <a:pt x="583" y="348"/>
                        </a:lnTo>
                        <a:lnTo>
                          <a:pt x="567" y="320"/>
                        </a:lnTo>
                        <a:lnTo>
                          <a:pt x="550" y="294"/>
                        </a:lnTo>
                        <a:lnTo>
                          <a:pt x="531" y="267"/>
                        </a:lnTo>
                        <a:lnTo>
                          <a:pt x="512" y="243"/>
                        </a:lnTo>
                        <a:lnTo>
                          <a:pt x="491" y="218"/>
                        </a:lnTo>
                        <a:lnTo>
                          <a:pt x="469" y="195"/>
                        </a:lnTo>
                        <a:lnTo>
                          <a:pt x="445" y="173"/>
                        </a:lnTo>
                        <a:lnTo>
                          <a:pt x="422" y="153"/>
                        </a:lnTo>
                        <a:lnTo>
                          <a:pt x="397" y="133"/>
                        </a:lnTo>
                        <a:lnTo>
                          <a:pt x="370" y="114"/>
                        </a:lnTo>
                        <a:lnTo>
                          <a:pt x="343" y="97"/>
                        </a:lnTo>
                        <a:lnTo>
                          <a:pt x="316" y="81"/>
                        </a:lnTo>
                        <a:lnTo>
                          <a:pt x="287" y="66"/>
                        </a:lnTo>
                        <a:lnTo>
                          <a:pt x="258" y="53"/>
                        </a:lnTo>
                        <a:lnTo>
                          <a:pt x="228" y="41"/>
                        </a:lnTo>
                        <a:lnTo>
                          <a:pt x="197" y="31"/>
                        </a:lnTo>
                        <a:lnTo>
                          <a:pt x="165" y="22"/>
                        </a:lnTo>
                        <a:lnTo>
                          <a:pt x="133" y="14"/>
                        </a:lnTo>
                        <a:lnTo>
                          <a:pt x="100" y="8"/>
                        </a:lnTo>
                        <a:lnTo>
                          <a:pt x="67" y="4"/>
                        </a:lnTo>
                        <a:lnTo>
                          <a:pt x="34" y="1"/>
                        </a:lnTo>
                        <a:lnTo>
                          <a:pt x="0" y="0"/>
                        </a:lnTo>
                        <a:lnTo>
                          <a:pt x="0" y="164"/>
                        </a:lnTo>
                        <a:lnTo>
                          <a:pt x="25" y="165"/>
                        </a:lnTo>
                        <a:lnTo>
                          <a:pt x="51" y="166"/>
                        </a:lnTo>
                        <a:lnTo>
                          <a:pt x="76" y="171"/>
                        </a:lnTo>
                        <a:lnTo>
                          <a:pt x="100" y="174"/>
                        </a:lnTo>
                        <a:lnTo>
                          <a:pt x="124" y="180"/>
                        </a:lnTo>
                        <a:lnTo>
                          <a:pt x="148" y="187"/>
                        </a:lnTo>
                        <a:lnTo>
                          <a:pt x="171" y="195"/>
                        </a:lnTo>
                        <a:lnTo>
                          <a:pt x="194" y="204"/>
                        </a:lnTo>
                        <a:lnTo>
                          <a:pt x="216" y="214"/>
                        </a:lnTo>
                        <a:lnTo>
                          <a:pt x="238" y="225"/>
                        </a:lnTo>
                        <a:lnTo>
                          <a:pt x="259" y="237"/>
                        </a:lnTo>
                        <a:lnTo>
                          <a:pt x="279" y="249"/>
                        </a:lnTo>
                        <a:lnTo>
                          <a:pt x="298" y="264"/>
                        </a:lnTo>
                        <a:lnTo>
                          <a:pt x="317" y="278"/>
                        </a:lnTo>
                        <a:lnTo>
                          <a:pt x="336" y="295"/>
                        </a:lnTo>
                        <a:lnTo>
                          <a:pt x="353" y="312"/>
                        </a:lnTo>
                        <a:lnTo>
                          <a:pt x="370" y="328"/>
                        </a:lnTo>
                        <a:lnTo>
                          <a:pt x="386" y="347"/>
                        </a:lnTo>
                        <a:lnTo>
                          <a:pt x="400" y="366"/>
                        </a:lnTo>
                        <a:lnTo>
                          <a:pt x="414" y="385"/>
                        </a:lnTo>
                        <a:lnTo>
                          <a:pt x="428" y="406"/>
                        </a:lnTo>
                        <a:lnTo>
                          <a:pt x="440" y="427"/>
                        </a:lnTo>
                        <a:lnTo>
                          <a:pt x="450" y="448"/>
                        </a:lnTo>
                        <a:lnTo>
                          <a:pt x="461" y="470"/>
                        </a:lnTo>
                        <a:lnTo>
                          <a:pt x="470" y="493"/>
                        </a:lnTo>
                        <a:lnTo>
                          <a:pt x="478" y="516"/>
                        </a:lnTo>
                        <a:lnTo>
                          <a:pt x="484" y="540"/>
                        </a:lnTo>
                        <a:lnTo>
                          <a:pt x="490" y="563"/>
                        </a:lnTo>
                        <a:lnTo>
                          <a:pt x="494" y="588"/>
                        </a:lnTo>
                        <a:lnTo>
                          <a:pt x="498" y="613"/>
                        </a:lnTo>
                        <a:lnTo>
                          <a:pt x="499" y="639"/>
                        </a:lnTo>
                        <a:lnTo>
                          <a:pt x="500" y="664"/>
                        </a:lnTo>
                        <a:lnTo>
                          <a:pt x="664" y="664"/>
                        </a:lnTo>
                        <a:close/>
                      </a:path>
                    </a:pathLst>
                  </a:custGeom>
                  <a:solidFill>
                    <a:srgbClr val="EF2B2F"/>
                  </a:solidFill>
                  <a:ln>
                    <a:noFill/>
                  </a:ln>
                </p:spPr>
                <p:txBody>
                  <a:bodyPr/>
                  <a:lstStyle/>
                  <a:p>
                    <a:pPr>
                      <a:defRPr/>
                    </a:pPr>
                    <a:endParaRPr lang="en-US" sz="1050">
                      <a:latin typeface="+mj-lt"/>
                    </a:endParaRPr>
                  </a:p>
                </p:txBody>
              </p:sp>
              <p:sp>
                <p:nvSpPr>
                  <p:cNvPr id="41522" name="Freeform 488">
                    <a:extLst>
                      <a:ext uri="{FF2B5EF4-FFF2-40B4-BE49-F238E27FC236}">
                        <a16:creationId xmlns="" xmlns:a16="http://schemas.microsoft.com/office/drawing/2014/main" id="{5E30EF84-E86A-1D87-F28E-755CD169EA95}"/>
                      </a:ext>
                    </a:extLst>
                  </p:cNvPr>
                  <p:cNvSpPr>
                    <a:spLocks/>
                  </p:cNvSpPr>
                  <p:nvPr/>
                </p:nvSpPr>
                <p:spPr bwMode="auto">
                  <a:xfrm>
                    <a:off x="2694" y="2684"/>
                    <a:ext cx="113" cy="114"/>
                  </a:xfrm>
                  <a:custGeom>
                    <a:avLst/>
                    <a:gdLst>
                      <a:gd name="T0" fmla="*/ 0 w 664"/>
                      <a:gd name="T1" fmla="*/ 0 h 665"/>
                      <a:gd name="T2" fmla="*/ 0 w 664"/>
                      <a:gd name="T3" fmla="*/ 0 h 665"/>
                      <a:gd name="T4" fmla="*/ 0 w 664"/>
                      <a:gd name="T5" fmla="*/ 0 h 665"/>
                      <a:gd name="T6" fmla="*/ 0 w 664"/>
                      <a:gd name="T7" fmla="*/ 0 h 665"/>
                      <a:gd name="T8" fmla="*/ 0 w 664"/>
                      <a:gd name="T9" fmla="*/ 0 h 665"/>
                      <a:gd name="T10" fmla="*/ 0 w 664"/>
                      <a:gd name="T11" fmla="*/ 0 h 665"/>
                      <a:gd name="T12" fmla="*/ 0 w 664"/>
                      <a:gd name="T13" fmla="*/ 0 h 665"/>
                      <a:gd name="T14" fmla="*/ 0 w 664"/>
                      <a:gd name="T15" fmla="*/ 0 h 665"/>
                      <a:gd name="T16" fmla="*/ 0 w 664"/>
                      <a:gd name="T17" fmla="*/ 0 h 665"/>
                      <a:gd name="T18" fmla="*/ 0 w 664"/>
                      <a:gd name="T19" fmla="*/ 0 h 665"/>
                      <a:gd name="T20" fmla="*/ 0 w 664"/>
                      <a:gd name="T21" fmla="*/ 0 h 665"/>
                      <a:gd name="T22" fmla="*/ 0 w 664"/>
                      <a:gd name="T23" fmla="*/ 0 h 665"/>
                      <a:gd name="T24" fmla="*/ 0 w 664"/>
                      <a:gd name="T25" fmla="*/ 0 h 665"/>
                      <a:gd name="T26" fmla="*/ 0 w 664"/>
                      <a:gd name="T27" fmla="*/ 0 h 665"/>
                      <a:gd name="T28" fmla="*/ 0 w 664"/>
                      <a:gd name="T29" fmla="*/ 0 h 665"/>
                      <a:gd name="T30" fmla="*/ 0 w 664"/>
                      <a:gd name="T31" fmla="*/ 0 h 665"/>
                      <a:gd name="T32" fmla="*/ 0 w 664"/>
                      <a:gd name="T33" fmla="*/ 0 h 665"/>
                      <a:gd name="T34" fmla="*/ 0 w 664"/>
                      <a:gd name="T35" fmla="*/ 0 h 665"/>
                      <a:gd name="T36" fmla="*/ 0 w 664"/>
                      <a:gd name="T37" fmla="*/ 0 h 665"/>
                      <a:gd name="T38" fmla="*/ 0 w 664"/>
                      <a:gd name="T39" fmla="*/ 0 h 665"/>
                      <a:gd name="T40" fmla="*/ 0 w 664"/>
                      <a:gd name="T41" fmla="*/ 0 h 665"/>
                      <a:gd name="T42" fmla="*/ 0 w 664"/>
                      <a:gd name="T43" fmla="*/ 0 h 665"/>
                      <a:gd name="T44" fmla="*/ 0 w 664"/>
                      <a:gd name="T45" fmla="*/ 0 h 665"/>
                      <a:gd name="T46" fmla="*/ 0 w 664"/>
                      <a:gd name="T47" fmla="*/ 0 h 665"/>
                      <a:gd name="T48" fmla="*/ 0 w 664"/>
                      <a:gd name="T49" fmla="*/ 0 h 665"/>
                      <a:gd name="T50" fmla="*/ 0 w 664"/>
                      <a:gd name="T51" fmla="*/ 0 h 665"/>
                      <a:gd name="T52" fmla="*/ 0 w 664"/>
                      <a:gd name="T53" fmla="*/ 0 h 665"/>
                      <a:gd name="T54" fmla="*/ 0 w 664"/>
                      <a:gd name="T55" fmla="*/ 0 h 665"/>
                      <a:gd name="T56" fmla="*/ 0 w 664"/>
                      <a:gd name="T57" fmla="*/ 0 h 665"/>
                      <a:gd name="T58" fmla="*/ 0 w 664"/>
                      <a:gd name="T59" fmla="*/ 0 h 665"/>
                      <a:gd name="T60" fmla="*/ 0 w 664"/>
                      <a:gd name="T61" fmla="*/ 0 h 665"/>
                      <a:gd name="T62" fmla="*/ 0 w 664"/>
                      <a:gd name="T63" fmla="*/ 0 h 665"/>
                      <a:gd name="T64" fmla="*/ 0 w 664"/>
                      <a:gd name="T65" fmla="*/ 0 h 665"/>
                      <a:gd name="T66" fmla="*/ 0 w 664"/>
                      <a:gd name="T67" fmla="*/ 0 h 66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4"/>
                      <a:gd name="T103" fmla="*/ 0 h 665"/>
                      <a:gd name="T104" fmla="*/ 664 w 664"/>
                      <a:gd name="T105" fmla="*/ 665 h 66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4" h="665">
                        <a:moveTo>
                          <a:pt x="0" y="665"/>
                        </a:moveTo>
                        <a:lnTo>
                          <a:pt x="0" y="665"/>
                        </a:lnTo>
                        <a:lnTo>
                          <a:pt x="33" y="664"/>
                        </a:lnTo>
                        <a:lnTo>
                          <a:pt x="67" y="661"/>
                        </a:lnTo>
                        <a:lnTo>
                          <a:pt x="100" y="657"/>
                        </a:lnTo>
                        <a:lnTo>
                          <a:pt x="133" y="650"/>
                        </a:lnTo>
                        <a:lnTo>
                          <a:pt x="165" y="644"/>
                        </a:lnTo>
                        <a:lnTo>
                          <a:pt x="197" y="635"/>
                        </a:lnTo>
                        <a:lnTo>
                          <a:pt x="228" y="624"/>
                        </a:lnTo>
                        <a:lnTo>
                          <a:pt x="258" y="613"/>
                        </a:lnTo>
                        <a:lnTo>
                          <a:pt x="287" y="599"/>
                        </a:lnTo>
                        <a:lnTo>
                          <a:pt x="316" y="584"/>
                        </a:lnTo>
                        <a:lnTo>
                          <a:pt x="343" y="568"/>
                        </a:lnTo>
                        <a:lnTo>
                          <a:pt x="370" y="550"/>
                        </a:lnTo>
                        <a:lnTo>
                          <a:pt x="397" y="532"/>
                        </a:lnTo>
                        <a:lnTo>
                          <a:pt x="422" y="513"/>
                        </a:lnTo>
                        <a:lnTo>
                          <a:pt x="445" y="492"/>
                        </a:lnTo>
                        <a:lnTo>
                          <a:pt x="469" y="469"/>
                        </a:lnTo>
                        <a:lnTo>
                          <a:pt x="491" y="446"/>
                        </a:lnTo>
                        <a:lnTo>
                          <a:pt x="512" y="423"/>
                        </a:lnTo>
                        <a:lnTo>
                          <a:pt x="531" y="397"/>
                        </a:lnTo>
                        <a:lnTo>
                          <a:pt x="550" y="372"/>
                        </a:lnTo>
                        <a:lnTo>
                          <a:pt x="567" y="344"/>
                        </a:lnTo>
                        <a:lnTo>
                          <a:pt x="583" y="316"/>
                        </a:lnTo>
                        <a:lnTo>
                          <a:pt x="597" y="288"/>
                        </a:lnTo>
                        <a:lnTo>
                          <a:pt x="611" y="259"/>
                        </a:lnTo>
                        <a:lnTo>
                          <a:pt x="623" y="229"/>
                        </a:lnTo>
                        <a:lnTo>
                          <a:pt x="634" y="198"/>
                        </a:lnTo>
                        <a:lnTo>
                          <a:pt x="643" y="167"/>
                        </a:lnTo>
                        <a:lnTo>
                          <a:pt x="650" y="133"/>
                        </a:lnTo>
                        <a:lnTo>
                          <a:pt x="656" y="101"/>
                        </a:lnTo>
                        <a:lnTo>
                          <a:pt x="661" y="68"/>
                        </a:lnTo>
                        <a:lnTo>
                          <a:pt x="663" y="35"/>
                        </a:lnTo>
                        <a:lnTo>
                          <a:pt x="664" y="0"/>
                        </a:lnTo>
                        <a:lnTo>
                          <a:pt x="500" y="0"/>
                        </a:lnTo>
                        <a:lnTo>
                          <a:pt x="499" y="26"/>
                        </a:lnTo>
                        <a:lnTo>
                          <a:pt x="498" y="51"/>
                        </a:lnTo>
                        <a:lnTo>
                          <a:pt x="494" y="77"/>
                        </a:lnTo>
                        <a:lnTo>
                          <a:pt x="490" y="101"/>
                        </a:lnTo>
                        <a:lnTo>
                          <a:pt x="484" y="126"/>
                        </a:lnTo>
                        <a:lnTo>
                          <a:pt x="478" y="149"/>
                        </a:lnTo>
                        <a:lnTo>
                          <a:pt x="470" y="172"/>
                        </a:lnTo>
                        <a:lnTo>
                          <a:pt x="461" y="195"/>
                        </a:lnTo>
                        <a:lnTo>
                          <a:pt x="450" y="217"/>
                        </a:lnTo>
                        <a:lnTo>
                          <a:pt x="440" y="239"/>
                        </a:lnTo>
                        <a:lnTo>
                          <a:pt x="428" y="260"/>
                        </a:lnTo>
                        <a:lnTo>
                          <a:pt x="414" y="280"/>
                        </a:lnTo>
                        <a:lnTo>
                          <a:pt x="400" y="300"/>
                        </a:lnTo>
                        <a:lnTo>
                          <a:pt x="386" y="319"/>
                        </a:lnTo>
                        <a:lnTo>
                          <a:pt x="370" y="336"/>
                        </a:lnTo>
                        <a:lnTo>
                          <a:pt x="353" y="354"/>
                        </a:lnTo>
                        <a:lnTo>
                          <a:pt x="336" y="371"/>
                        </a:lnTo>
                        <a:lnTo>
                          <a:pt x="317" y="386"/>
                        </a:lnTo>
                        <a:lnTo>
                          <a:pt x="298" y="402"/>
                        </a:lnTo>
                        <a:lnTo>
                          <a:pt x="279" y="415"/>
                        </a:lnTo>
                        <a:lnTo>
                          <a:pt x="258" y="428"/>
                        </a:lnTo>
                        <a:lnTo>
                          <a:pt x="238" y="441"/>
                        </a:lnTo>
                        <a:lnTo>
                          <a:pt x="216" y="452"/>
                        </a:lnTo>
                        <a:lnTo>
                          <a:pt x="194" y="462"/>
                        </a:lnTo>
                        <a:lnTo>
                          <a:pt x="171" y="471"/>
                        </a:lnTo>
                        <a:lnTo>
                          <a:pt x="148" y="478"/>
                        </a:lnTo>
                        <a:lnTo>
                          <a:pt x="125" y="485"/>
                        </a:lnTo>
                        <a:lnTo>
                          <a:pt x="100" y="491"/>
                        </a:lnTo>
                        <a:lnTo>
                          <a:pt x="76" y="495"/>
                        </a:lnTo>
                        <a:lnTo>
                          <a:pt x="51" y="498"/>
                        </a:lnTo>
                        <a:lnTo>
                          <a:pt x="25" y="501"/>
                        </a:lnTo>
                        <a:lnTo>
                          <a:pt x="0" y="501"/>
                        </a:lnTo>
                        <a:lnTo>
                          <a:pt x="0" y="665"/>
                        </a:lnTo>
                        <a:close/>
                      </a:path>
                    </a:pathLst>
                  </a:custGeom>
                  <a:solidFill>
                    <a:srgbClr val="EF2B2F"/>
                  </a:solidFill>
                  <a:ln>
                    <a:noFill/>
                  </a:ln>
                </p:spPr>
                <p:txBody>
                  <a:bodyPr/>
                  <a:lstStyle/>
                  <a:p>
                    <a:pPr>
                      <a:defRPr/>
                    </a:pPr>
                    <a:endParaRPr lang="en-US" sz="1050">
                      <a:latin typeface="+mj-lt"/>
                    </a:endParaRPr>
                  </a:p>
                </p:txBody>
              </p:sp>
              <p:sp>
                <p:nvSpPr>
                  <p:cNvPr id="41523" name="Freeform 489">
                    <a:extLst>
                      <a:ext uri="{FF2B5EF4-FFF2-40B4-BE49-F238E27FC236}">
                        <a16:creationId xmlns="" xmlns:a16="http://schemas.microsoft.com/office/drawing/2014/main" id="{4C065D06-6909-FB81-57E6-611E3882F435}"/>
                      </a:ext>
                    </a:extLst>
                  </p:cNvPr>
                  <p:cNvSpPr>
                    <a:spLocks/>
                  </p:cNvSpPr>
                  <p:nvPr/>
                </p:nvSpPr>
                <p:spPr bwMode="auto">
                  <a:xfrm>
                    <a:off x="2586" y="2684"/>
                    <a:ext cx="109" cy="114"/>
                  </a:xfrm>
                  <a:custGeom>
                    <a:avLst/>
                    <a:gdLst>
                      <a:gd name="T0" fmla="*/ 0 w 665"/>
                      <a:gd name="T1" fmla="*/ 0 h 665"/>
                      <a:gd name="T2" fmla="*/ 0 w 665"/>
                      <a:gd name="T3" fmla="*/ 0 h 665"/>
                      <a:gd name="T4" fmla="*/ 0 w 665"/>
                      <a:gd name="T5" fmla="*/ 0 h 665"/>
                      <a:gd name="T6" fmla="*/ 0 w 665"/>
                      <a:gd name="T7" fmla="*/ 0 h 665"/>
                      <a:gd name="T8" fmla="*/ 0 w 665"/>
                      <a:gd name="T9" fmla="*/ 0 h 665"/>
                      <a:gd name="T10" fmla="*/ 0 w 665"/>
                      <a:gd name="T11" fmla="*/ 0 h 665"/>
                      <a:gd name="T12" fmla="*/ 0 w 665"/>
                      <a:gd name="T13" fmla="*/ 0 h 665"/>
                      <a:gd name="T14" fmla="*/ 0 w 665"/>
                      <a:gd name="T15" fmla="*/ 0 h 665"/>
                      <a:gd name="T16" fmla="*/ 0 w 665"/>
                      <a:gd name="T17" fmla="*/ 0 h 665"/>
                      <a:gd name="T18" fmla="*/ 0 w 665"/>
                      <a:gd name="T19" fmla="*/ 0 h 665"/>
                      <a:gd name="T20" fmla="*/ 0 w 665"/>
                      <a:gd name="T21" fmla="*/ 0 h 665"/>
                      <a:gd name="T22" fmla="*/ 0 w 665"/>
                      <a:gd name="T23" fmla="*/ 0 h 665"/>
                      <a:gd name="T24" fmla="*/ 0 w 665"/>
                      <a:gd name="T25" fmla="*/ 0 h 665"/>
                      <a:gd name="T26" fmla="*/ 0 w 665"/>
                      <a:gd name="T27" fmla="*/ 0 h 665"/>
                      <a:gd name="T28" fmla="*/ 0 w 665"/>
                      <a:gd name="T29" fmla="*/ 0 h 665"/>
                      <a:gd name="T30" fmla="*/ 0 w 665"/>
                      <a:gd name="T31" fmla="*/ 0 h 665"/>
                      <a:gd name="T32" fmla="*/ 0 w 665"/>
                      <a:gd name="T33" fmla="*/ 0 h 665"/>
                      <a:gd name="T34" fmla="*/ 0 w 665"/>
                      <a:gd name="T35" fmla="*/ 0 h 665"/>
                      <a:gd name="T36" fmla="*/ 0 w 665"/>
                      <a:gd name="T37" fmla="*/ 0 h 665"/>
                      <a:gd name="T38" fmla="*/ 0 w 665"/>
                      <a:gd name="T39" fmla="*/ 0 h 665"/>
                      <a:gd name="T40" fmla="*/ 0 w 665"/>
                      <a:gd name="T41" fmla="*/ 0 h 665"/>
                      <a:gd name="T42" fmla="*/ 0 w 665"/>
                      <a:gd name="T43" fmla="*/ 0 h 665"/>
                      <a:gd name="T44" fmla="*/ 0 w 665"/>
                      <a:gd name="T45" fmla="*/ 0 h 665"/>
                      <a:gd name="T46" fmla="*/ 0 w 665"/>
                      <a:gd name="T47" fmla="*/ 0 h 665"/>
                      <a:gd name="T48" fmla="*/ 0 w 665"/>
                      <a:gd name="T49" fmla="*/ 0 h 665"/>
                      <a:gd name="T50" fmla="*/ 0 w 665"/>
                      <a:gd name="T51" fmla="*/ 0 h 665"/>
                      <a:gd name="T52" fmla="*/ 0 w 665"/>
                      <a:gd name="T53" fmla="*/ 0 h 665"/>
                      <a:gd name="T54" fmla="*/ 0 w 665"/>
                      <a:gd name="T55" fmla="*/ 0 h 665"/>
                      <a:gd name="T56" fmla="*/ 0 w 665"/>
                      <a:gd name="T57" fmla="*/ 0 h 665"/>
                      <a:gd name="T58" fmla="*/ 0 w 665"/>
                      <a:gd name="T59" fmla="*/ 0 h 665"/>
                      <a:gd name="T60" fmla="*/ 0 w 665"/>
                      <a:gd name="T61" fmla="*/ 0 h 665"/>
                      <a:gd name="T62" fmla="*/ 0 w 665"/>
                      <a:gd name="T63" fmla="*/ 0 h 665"/>
                      <a:gd name="T64" fmla="*/ 0 w 665"/>
                      <a:gd name="T65" fmla="*/ 0 h 665"/>
                      <a:gd name="T66" fmla="*/ 0 w 665"/>
                      <a:gd name="T67" fmla="*/ 0 h 66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5"/>
                      <a:gd name="T103" fmla="*/ 0 h 665"/>
                      <a:gd name="T104" fmla="*/ 665 w 665"/>
                      <a:gd name="T105" fmla="*/ 665 h 66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5" h="665">
                        <a:moveTo>
                          <a:pt x="0" y="0"/>
                        </a:moveTo>
                        <a:lnTo>
                          <a:pt x="0" y="0"/>
                        </a:lnTo>
                        <a:lnTo>
                          <a:pt x="1" y="35"/>
                        </a:lnTo>
                        <a:lnTo>
                          <a:pt x="5" y="68"/>
                        </a:lnTo>
                        <a:lnTo>
                          <a:pt x="8" y="101"/>
                        </a:lnTo>
                        <a:lnTo>
                          <a:pt x="14" y="133"/>
                        </a:lnTo>
                        <a:lnTo>
                          <a:pt x="21" y="166"/>
                        </a:lnTo>
                        <a:lnTo>
                          <a:pt x="30" y="198"/>
                        </a:lnTo>
                        <a:lnTo>
                          <a:pt x="41" y="229"/>
                        </a:lnTo>
                        <a:lnTo>
                          <a:pt x="53" y="259"/>
                        </a:lnTo>
                        <a:lnTo>
                          <a:pt x="67" y="288"/>
                        </a:lnTo>
                        <a:lnTo>
                          <a:pt x="81" y="316"/>
                        </a:lnTo>
                        <a:lnTo>
                          <a:pt x="97" y="344"/>
                        </a:lnTo>
                        <a:lnTo>
                          <a:pt x="114" y="372"/>
                        </a:lnTo>
                        <a:lnTo>
                          <a:pt x="133" y="397"/>
                        </a:lnTo>
                        <a:lnTo>
                          <a:pt x="152" y="423"/>
                        </a:lnTo>
                        <a:lnTo>
                          <a:pt x="173" y="446"/>
                        </a:lnTo>
                        <a:lnTo>
                          <a:pt x="195" y="469"/>
                        </a:lnTo>
                        <a:lnTo>
                          <a:pt x="219" y="492"/>
                        </a:lnTo>
                        <a:lnTo>
                          <a:pt x="242" y="513"/>
                        </a:lnTo>
                        <a:lnTo>
                          <a:pt x="267" y="532"/>
                        </a:lnTo>
                        <a:lnTo>
                          <a:pt x="294" y="550"/>
                        </a:lnTo>
                        <a:lnTo>
                          <a:pt x="321" y="568"/>
                        </a:lnTo>
                        <a:lnTo>
                          <a:pt x="348" y="584"/>
                        </a:lnTo>
                        <a:lnTo>
                          <a:pt x="377" y="599"/>
                        </a:lnTo>
                        <a:lnTo>
                          <a:pt x="406" y="613"/>
                        </a:lnTo>
                        <a:lnTo>
                          <a:pt x="436" y="624"/>
                        </a:lnTo>
                        <a:lnTo>
                          <a:pt x="467" y="635"/>
                        </a:lnTo>
                        <a:lnTo>
                          <a:pt x="499" y="644"/>
                        </a:lnTo>
                        <a:lnTo>
                          <a:pt x="531" y="650"/>
                        </a:lnTo>
                        <a:lnTo>
                          <a:pt x="564" y="657"/>
                        </a:lnTo>
                        <a:lnTo>
                          <a:pt x="597" y="661"/>
                        </a:lnTo>
                        <a:lnTo>
                          <a:pt x="631" y="664"/>
                        </a:lnTo>
                        <a:lnTo>
                          <a:pt x="665" y="665"/>
                        </a:lnTo>
                        <a:lnTo>
                          <a:pt x="665" y="501"/>
                        </a:lnTo>
                        <a:lnTo>
                          <a:pt x="639" y="501"/>
                        </a:lnTo>
                        <a:lnTo>
                          <a:pt x="613" y="498"/>
                        </a:lnTo>
                        <a:lnTo>
                          <a:pt x="588" y="495"/>
                        </a:lnTo>
                        <a:lnTo>
                          <a:pt x="564" y="491"/>
                        </a:lnTo>
                        <a:lnTo>
                          <a:pt x="539" y="485"/>
                        </a:lnTo>
                        <a:lnTo>
                          <a:pt x="516" y="478"/>
                        </a:lnTo>
                        <a:lnTo>
                          <a:pt x="493" y="471"/>
                        </a:lnTo>
                        <a:lnTo>
                          <a:pt x="470" y="462"/>
                        </a:lnTo>
                        <a:lnTo>
                          <a:pt x="448" y="452"/>
                        </a:lnTo>
                        <a:lnTo>
                          <a:pt x="426" y="441"/>
                        </a:lnTo>
                        <a:lnTo>
                          <a:pt x="406" y="428"/>
                        </a:lnTo>
                        <a:lnTo>
                          <a:pt x="385" y="415"/>
                        </a:lnTo>
                        <a:lnTo>
                          <a:pt x="366" y="402"/>
                        </a:lnTo>
                        <a:lnTo>
                          <a:pt x="347" y="386"/>
                        </a:lnTo>
                        <a:lnTo>
                          <a:pt x="328" y="371"/>
                        </a:lnTo>
                        <a:lnTo>
                          <a:pt x="311" y="354"/>
                        </a:lnTo>
                        <a:lnTo>
                          <a:pt x="294" y="336"/>
                        </a:lnTo>
                        <a:lnTo>
                          <a:pt x="278" y="319"/>
                        </a:lnTo>
                        <a:lnTo>
                          <a:pt x="264" y="300"/>
                        </a:lnTo>
                        <a:lnTo>
                          <a:pt x="250" y="280"/>
                        </a:lnTo>
                        <a:lnTo>
                          <a:pt x="236" y="260"/>
                        </a:lnTo>
                        <a:lnTo>
                          <a:pt x="224" y="239"/>
                        </a:lnTo>
                        <a:lnTo>
                          <a:pt x="214" y="217"/>
                        </a:lnTo>
                        <a:lnTo>
                          <a:pt x="203" y="195"/>
                        </a:lnTo>
                        <a:lnTo>
                          <a:pt x="194" y="172"/>
                        </a:lnTo>
                        <a:lnTo>
                          <a:pt x="186" y="149"/>
                        </a:lnTo>
                        <a:lnTo>
                          <a:pt x="180" y="126"/>
                        </a:lnTo>
                        <a:lnTo>
                          <a:pt x="174" y="101"/>
                        </a:lnTo>
                        <a:lnTo>
                          <a:pt x="170" y="77"/>
                        </a:lnTo>
                        <a:lnTo>
                          <a:pt x="166" y="51"/>
                        </a:lnTo>
                        <a:lnTo>
                          <a:pt x="165" y="27"/>
                        </a:lnTo>
                        <a:lnTo>
                          <a:pt x="164" y="0"/>
                        </a:lnTo>
                        <a:lnTo>
                          <a:pt x="0" y="0"/>
                        </a:lnTo>
                        <a:close/>
                      </a:path>
                    </a:pathLst>
                  </a:custGeom>
                  <a:solidFill>
                    <a:srgbClr val="EF2B2F"/>
                  </a:solidFill>
                  <a:ln>
                    <a:noFill/>
                  </a:ln>
                </p:spPr>
                <p:txBody>
                  <a:bodyPr/>
                  <a:lstStyle/>
                  <a:p>
                    <a:pPr>
                      <a:defRPr/>
                    </a:pPr>
                    <a:endParaRPr lang="en-US" sz="1050">
                      <a:latin typeface="+mj-lt"/>
                    </a:endParaRPr>
                  </a:p>
                </p:txBody>
              </p:sp>
              <p:sp>
                <p:nvSpPr>
                  <p:cNvPr id="41524" name="Freeform 490">
                    <a:extLst>
                      <a:ext uri="{FF2B5EF4-FFF2-40B4-BE49-F238E27FC236}">
                        <a16:creationId xmlns="" xmlns:a16="http://schemas.microsoft.com/office/drawing/2014/main" id="{2BC1608A-356B-0E5E-B48F-D356DA5B9E76}"/>
                      </a:ext>
                    </a:extLst>
                  </p:cNvPr>
                  <p:cNvSpPr>
                    <a:spLocks/>
                  </p:cNvSpPr>
                  <p:nvPr/>
                </p:nvSpPr>
                <p:spPr bwMode="auto">
                  <a:xfrm>
                    <a:off x="2586" y="2574"/>
                    <a:ext cx="109" cy="110"/>
                  </a:xfrm>
                  <a:custGeom>
                    <a:avLst/>
                    <a:gdLst>
                      <a:gd name="T0" fmla="*/ 0 w 665"/>
                      <a:gd name="T1" fmla="*/ 0 h 664"/>
                      <a:gd name="T2" fmla="*/ 0 w 665"/>
                      <a:gd name="T3" fmla="*/ 0 h 664"/>
                      <a:gd name="T4" fmla="*/ 0 w 665"/>
                      <a:gd name="T5" fmla="*/ 0 h 664"/>
                      <a:gd name="T6" fmla="*/ 0 w 665"/>
                      <a:gd name="T7" fmla="*/ 0 h 664"/>
                      <a:gd name="T8" fmla="*/ 0 w 665"/>
                      <a:gd name="T9" fmla="*/ 0 h 664"/>
                      <a:gd name="T10" fmla="*/ 0 w 665"/>
                      <a:gd name="T11" fmla="*/ 0 h 664"/>
                      <a:gd name="T12" fmla="*/ 0 w 665"/>
                      <a:gd name="T13" fmla="*/ 0 h 664"/>
                      <a:gd name="T14" fmla="*/ 0 w 665"/>
                      <a:gd name="T15" fmla="*/ 0 h 664"/>
                      <a:gd name="T16" fmla="*/ 0 w 665"/>
                      <a:gd name="T17" fmla="*/ 0 h 664"/>
                      <a:gd name="T18" fmla="*/ 0 w 665"/>
                      <a:gd name="T19" fmla="*/ 0 h 664"/>
                      <a:gd name="T20" fmla="*/ 0 w 665"/>
                      <a:gd name="T21" fmla="*/ 0 h 664"/>
                      <a:gd name="T22" fmla="*/ 0 w 665"/>
                      <a:gd name="T23" fmla="*/ 0 h 664"/>
                      <a:gd name="T24" fmla="*/ 0 w 665"/>
                      <a:gd name="T25" fmla="*/ 0 h 664"/>
                      <a:gd name="T26" fmla="*/ 0 w 665"/>
                      <a:gd name="T27" fmla="*/ 0 h 664"/>
                      <a:gd name="T28" fmla="*/ 0 w 665"/>
                      <a:gd name="T29" fmla="*/ 0 h 664"/>
                      <a:gd name="T30" fmla="*/ 0 w 665"/>
                      <a:gd name="T31" fmla="*/ 0 h 664"/>
                      <a:gd name="T32" fmla="*/ 0 w 665"/>
                      <a:gd name="T33" fmla="*/ 0 h 664"/>
                      <a:gd name="T34" fmla="*/ 0 w 665"/>
                      <a:gd name="T35" fmla="*/ 0 h 664"/>
                      <a:gd name="T36" fmla="*/ 0 w 665"/>
                      <a:gd name="T37" fmla="*/ 0 h 664"/>
                      <a:gd name="T38" fmla="*/ 0 w 665"/>
                      <a:gd name="T39" fmla="*/ 0 h 664"/>
                      <a:gd name="T40" fmla="*/ 0 w 665"/>
                      <a:gd name="T41" fmla="*/ 0 h 664"/>
                      <a:gd name="T42" fmla="*/ 0 w 665"/>
                      <a:gd name="T43" fmla="*/ 0 h 664"/>
                      <a:gd name="T44" fmla="*/ 0 w 665"/>
                      <a:gd name="T45" fmla="*/ 0 h 664"/>
                      <a:gd name="T46" fmla="*/ 0 w 665"/>
                      <a:gd name="T47" fmla="*/ 0 h 664"/>
                      <a:gd name="T48" fmla="*/ 0 w 665"/>
                      <a:gd name="T49" fmla="*/ 0 h 664"/>
                      <a:gd name="T50" fmla="*/ 0 w 665"/>
                      <a:gd name="T51" fmla="*/ 0 h 664"/>
                      <a:gd name="T52" fmla="*/ 0 w 665"/>
                      <a:gd name="T53" fmla="*/ 0 h 664"/>
                      <a:gd name="T54" fmla="*/ 0 w 665"/>
                      <a:gd name="T55" fmla="*/ 0 h 664"/>
                      <a:gd name="T56" fmla="*/ 0 w 665"/>
                      <a:gd name="T57" fmla="*/ 0 h 664"/>
                      <a:gd name="T58" fmla="*/ 0 w 665"/>
                      <a:gd name="T59" fmla="*/ 0 h 664"/>
                      <a:gd name="T60" fmla="*/ 0 w 665"/>
                      <a:gd name="T61" fmla="*/ 0 h 664"/>
                      <a:gd name="T62" fmla="*/ 0 w 665"/>
                      <a:gd name="T63" fmla="*/ 0 h 664"/>
                      <a:gd name="T64" fmla="*/ 0 w 665"/>
                      <a:gd name="T65" fmla="*/ 0 h 664"/>
                      <a:gd name="T66" fmla="*/ 0 w 665"/>
                      <a:gd name="T67" fmla="*/ 0 h 6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5"/>
                      <a:gd name="T103" fmla="*/ 0 h 664"/>
                      <a:gd name="T104" fmla="*/ 665 w 665"/>
                      <a:gd name="T105" fmla="*/ 664 h 66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5" h="664">
                        <a:moveTo>
                          <a:pt x="665" y="0"/>
                        </a:moveTo>
                        <a:lnTo>
                          <a:pt x="665" y="0"/>
                        </a:lnTo>
                        <a:lnTo>
                          <a:pt x="630" y="1"/>
                        </a:lnTo>
                        <a:lnTo>
                          <a:pt x="597" y="4"/>
                        </a:lnTo>
                        <a:lnTo>
                          <a:pt x="564" y="8"/>
                        </a:lnTo>
                        <a:lnTo>
                          <a:pt x="531" y="14"/>
                        </a:lnTo>
                        <a:lnTo>
                          <a:pt x="499" y="22"/>
                        </a:lnTo>
                        <a:lnTo>
                          <a:pt x="467" y="31"/>
                        </a:lnTo>
                        <a:lnTo>
                          <a:pt x="436" y="41"/>
                        </a:lnTo>
                        <a:lnTo>
                          <a:pt x="406" y="53"/>
                        </a:lnTo>
                        <a:lnTo>
                          <a:pt x="377" y="66"/>
                        </a:lnTo>
                        <a:lnTo>
                          <a:pt x="348" y="81"/>
                        </a:lnTo>
                        <a:lnTo>
                          <a:pt x="321" y="97"/>
                        </a:lnTo>
                        <a:lnTo>
                          <a:pt x="294" y="114"/>
                        </a:lnTo>
                        <a:lnTo>
                          <a:pt x="267" y="133"/>
                        </a:lnTo>
                        <a:lnTo>
                          <a:pt x="242" y="153"/>
                        </a:lnTo>
                        <a:lnTo>
                          <a:pt x="219" y="173"/>
                        </a:lnTo>
                        <a:lnTo>
                          <a:pt x="195" y="195"/>
                        </a:lnTo>
                        <a:lnTo>
                          <a:pt x="173" y="218"/>
                        </a:lnTo>
                        <a:lnTo>
                          <a:pt x="152" y="243"/>
                        </a:lnTo>
                        <a:lnTo>
                          <a:pt x="133" y="267"/>
                        </a:lnTo>
                        <a:lnTo>
                          <a:pt x="114" y="294"/>
                        </a:lnTo>
                        <a:lnTo>
                          <a:pt x="97" y="320"/>
                        </a:lnTo>
                        <a:lnTo>
                          <a:pt x="81" y="348"/>
                        </a:lnTo>
                        <a:lnTo>
                          <a:pt x="67" y="377"/>
                        </a:lnTo>
                        <a:lnTo>
                          <a:pt x="53" y="407"/>
                        </a:lnTo>
                        <a:lnTo>
                          <a:pt x="41" y="437"/>
                        </a:lnTo>
                        <a:lnTo>
                          <a:pt x="30" y="467"/>
                        </a:lnTo>
                        <a:lnTo>
                          <a:pt x="21" y="499"/>
                        </a:lnTo>
                        <a:lnTo>
                          <a:pt x="14" y="531"/>
                        </a:lnTo>
                        <a:lnTo>
                          <a:pt x="8" y="563"/>
                        </a:lnTo>
                        <a:lnTo>
                          <a:pt x="5" y="597"/>
                        </a:lnTo>
                        <a:lnTo>
                          <a:pt x="1" y="631"/>
                        </a:lnTo>
                        <a:lnTo>
                          <a:pt x="0" y="664"/>
                        </a:lnTo>
                        <a:lnTo>
                          <a:pt x="164" y="664"/>
                        </a:lnTo>
                        <a:lnTo>
                          <a:pt x="165" y="639"/>
                        </a:lnTo>
                        <a:lnTo>
                          <a:pt x="166" y="613"/>
                        </a:lnTo>
                        <a:lnTo>
                          <a:pt x="170" y="588"/>
                        </a:lnTo>
                        <a:lnTo>
                          <a:pt x="174" y="563"/>
                        </a:lnTo>
                        <a:lnTo>
                          <a:pt x="180" y="540"/>
                        </a:lnTo>
                        <a:lnTo>
                          <a:pt x="186" y="516"/>
                        </a:lnTo>
                        <a:lnTo>
                          <a:pt x="194" y="493"/>
                        </a:lnTo>
                        <a:lnTo>
                          <a:pt x="203" y="470"/>
                        </a:lnTo>
                        <a:lnTo>
                          <a:pt x="214" y="448"/>
                        </a:lnTo>
                        <a:lnTo>
                          <a:pt x="224" y="427"/>
                        </a:lnTo>
                        <a:lnTo>
                          <a:pt x="236" y="406"/>
                        </a:lnTo>
                        <a:lnTo>
                          <a:pt x="250" y="385"/>
                        </a:lnTo>
                        <a:lnTo>
                          <a:pt x="264" y="366"/>
                        </a:lnTo>
                        <a:lnTo>
                          <a:pt x="278" y="347"/>
                        </a:lnTo>
                        <a:lnTo>
                          <a:pt x="294" y="328"/>
                        </a:lnTo>
                        <a:lnTo>
                          <a:pt x="311" y="312"/>
                        </a:lnTo>
                        <a:lnTo>
                          <a:pt x="328" y="295"/>
                        </a:lnTo>
                        <a:lnTo>
                          <a:pt x="347" y="278"/>
                        </a:lnTo>
                        <a:lnTo>
                          <a:pt x="366" y="264"/>
                        </a:lnTo>
                        <a:lnTo>
                          <a:pt x="385" y="249"/>
                        </a:lnTo>
                        <a:lnTo>
                          <a:pt x="406" y="237"/>
                        </a:lnTo>
                        <a:lnTo>
                          <a:pt x="426" y="225"/>
                        </a:lnTo>
                        <a:lnTo>
                          <a:pt x="448" y="214"/>
                        </a:lnTo>
                        <a:lnTo>
                          <a:pt x="470" y="204"/>
                        </a:lnTo>
                        <a:lnTo>
                          <a:pt x="493" y="195"/>
                        </a:lnTo>
                        <a:lnTo>
                          <a:pt x="516" y="187"/>
                        </a:lnTo>
                        <a:lnTo>
                          <a:pt x="540" y="180"/>
                        </a:lnTo>
                        <a:lnTo>
                          <a:pt x="564" y="174"/>
                        </a:lnTo>
                        <a:lnTo>
                          <a:pt x="588" y="171"/>
                        </a:lnTo>
                        <a:lnTo>
                          <a:pt x="613" y="166"/>
                        </a:lnTo>
                        <a:lnTo>
                          <a:pt x="639" y="165"/>
                        </a:lnTo>
                        <a:lnTo>
                          <a:pt x="665" y="164"/>
                        </a:lnTo>
                        <a:lnTo>
                          <a:pt x="665" y="0"/>
                        </a:lnTo>
                        <a:close/>
                      </a:path>
                    </a:pathLst>
                  </a:custGeom>
                  <a:solidFill>
                    <a:srgbClr val="EF2B2F"/>
                  </a:solidFill>
                  <a:ln>
                    <a:noFill/>
                  </a:ln>
                </p:spPr>
                <p:txBody>
                  <a:bodyPr/>
                  <a:lstStyle/>
                  <a:p>
                    <a:pPr>
                      <a:defRPr/>
                    </a:pPr>
                    <a:endParaRPr lang="en-US" sz="1050">
                      <a:latin typeface="+mj-lt"/>
                    </a:endParaRPr>
                  </a:p>
                </p:txBody>
              </p:sp>
              <p:sp>
                <p:nvSpPr>
                  <p:cNvPr id="41525" name="Freeform 491">
                    <a:extLst>
                      <a:ext uri="{FF2B5EF4-FFF2-40B4-BE49-F238E27FC236}">
                        <a16:creationId xmlns="" xmlns:a16="http://schemas.microsoft.com/office/drawing/2014/main" id="{FD175A5D-D7D2-38BE-4EBF-5CEB5591E1C2}"/>
                      </a:ext>
                    </a:extLst>
                  </p:cNvPr>
                  <p:cNvSpPr>
                    <a:spLocks/>
                  </p:cNvSpPr>
                  <p:nvPr/>
                </p:nvSpPr>
                <p:spPr bwMode="auto">
                  <a:xfrm>
                    <a:off x="2677" y="2767"/>
                    <a:ext cx="109" cy="114"/>
                  </a:xfrm>
                  <a:custGeom>
                    <a:avLst/>
                    <a:gdLst>
                      <a:gd name="T0" fmla="*/ 0 w 665"/>
                      <a:gd name="T1" fmla="*/ 0 h 665"/>
                      <a:gd name="T2" fmla="*/ 0 w 665"/>
                      <a:gd name="T3" fmla="*/ 0 h 665"/>
                      <a:gd name="T4" fmla="*/ 0 w 665"/>
                      <a:gd name="T5" fmla="*/ 0 h 665"/>
                      <a:gd name="T6" fmla="*/ 0 w 665"/>
                      <a:gd name="T7" fmla="*/ 0 h 665"/>
                      <a:gd name="T8" fmla="*/ 0 w 665"/>
                      <a:gd name="T9" fmla="*/ 0 h 665"/>
                      <a:gd name="T10" fmla="*/ 0 w 665"/>
                      <a:gd name="T11" fmla="*/ 0 h 665"/>
                      <a:gd name="T12" fmla="*/ 0 w 665"/>
                      <a:gd name="T13" fmla="*/ 0 h 665"/>
                      <a:gd name="T14" fmla="*/ 0 w 665"/>
                      <a:gd name="T15" fmla="*/ 0 h 665"/>
                      <a:gd name="T16" fmla="*/ 0 w 665"/>
                      <a:gd name="T17" fmla="*/ 0 h 665"/>
                      <a:gd name="T18" fmla="*/ 0 w 665"/>
                      <a:gd name="T19" fmla="*/ 0 h 665"/>
                      <a:gd name="T20" fmla="*/ 0 w 665"/>
                      <a:gd name="T21" fmla="*/ 0 h 665"/>
                      <a:gd name="T22" fmla="*/ 0 w 665"/>
                      <a:gd name="T23" fmla="*/ 0 h 665"/>
                      <a:gd name="T24" fmla="*/ 0 w 665"/>
                      <a:gd name="T25" fmla="*/ 0 h 665"/>
                      <a:gd name="T26" fmla="*/ 0 w 665"/>
                      <a:gd name="T27" fmla="*/ 0 h 665"/>
                      <a:gd name="T28" fmla="*/ 0 w 665"/>
                      <a:gd name="T29" fmla="*/ 0 h 665"/>
                      <a:gd name="T30" fmla="*/ 0 w 665"/>
                      <a:gd name="T31" fmla="*/ 0 h 665"/>
                      <a:gd name="T32" fmla="*/ 0 w 665"/>
                      <a:gd name="T33" fmla="*/ 0 h 665"/>
                      <a:gd name="T34" fmla="*/ 0 w 665"/>
                      <a:gd name="T35" fmla="*/ 0 h 665"/>
                      <a:gd name="T36" fmla="*/ 0 w 665"/>
                      <a:gd name="T37" fmla="*/ 0 h 665"/>
                      <a:gd name="T38" fmla="*/ 0 w 665"/>
                      <a:gd name="T39" fmla="*/ 0 h 665"/>
                      <a:gd name="T40" fmla="*/ 0 w 665"/>
                      <a:gd name="T41" fmla="*/ 0 h 665"/>
                      <a:gd name="T42" fmla="*/ 0 w 665"/>
                      <a:gd name="T43" fmla="*/ 0 h 665"/>
                      <a:gd name="T44" fmla="*/ 0 w 665"/>
                      <a:gd name="T45" fmla="*/ 0 h 665"/>
                      <a:gd name="T46" fmla="*/ 0 w 665"/>
                      <a:gd name="T47" fmla="*/ 0 h 665"/>
                      <a:gd name="T48" fmla="*/ 0 w 665"/>
                      <a:gd name="T49" fmla="*/ 0 h 665"/>
                      <a:gd name="T50" fmla="*/ 0 w 665"/>
                      <a:gd name="T51" fmla="*/ 0 h 665"/>
                      <a:gd name="T52" fmla="*/ 0 w 665"/>
                      <a:gd name="T53" fmla="*/ 0 h 665"/>
                      <a:gd name="T54" fmla="*/ 0 w 665"/>
                      <a:gd name="T55" fmla="*/ 0 h 665"/>
                      <a:gd name="T56" fmla="*/ 0 w 665"/>
                      <a:gd name="T57" fmla="*/ 0 h 665"/>
                      <a:gd name="T58" fmla="*/ 0 w 665"/>
                      <a:gd name="T59" fmla="*/ 0 h 665"/>
                      <a:gd name="T60" fmla="*/ 0 w 665"/>
                      <a:gd name="T61" fmla="*/ 0 h 665"/>
                      <a:gd name="T62" fmla="*/ 0 w 665"/>
                      <a:gd name="T63" fmla="*/ 0 h 665"/>
                      <a:gd name="T64" fmla="*/ 0 w 665"/>
                      <a:gd name="T65" fmla="*/ 0 h 665"/>
                      <a:gd name="T66" fmla="*/ 0 w 665"/>
                      <a:gd name="T67" fmla="*/ 0 h 66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5"/>
                      <a:gd name="T103" fmla="*/ 0 h 665"/>
                      <a:gd name="T104" fmla="*/ 665 w 665"/>
                      <a:gd name="T105" fmla="*/ 665 h 66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5" h="665">
                        <a:moveTo>
                          <a:pt x="665" y="665"/>
                        </a:moveTo>
                        <a:lnTo>
                          <a:pt x="665" y="665"/>
                        </a:lnTo>
                        <a:lnTo>
                          <a:pt x="664" y="631"/>
                        </a:lnTo>
                        <a:lnTo>
                          <a:pt x="662" y="597"/>
                        </a:lnTo>
                        <a:lnTo>
                          <a:pt x="657" y="564"/>
                        </a:lnTo>
                        <a:lnTo>
                          <a:pt x="650" y="531"/>
                        </a:lnTo>
                        <a:lnTo>
                          <a:pt x="644" y="499"/>
                        </a:lnTo>
                        <a:lnTo>
                          <a:pt x="635" y="467"/>
                        </a:lnTo>
                        <a:lnTo>
                          <a:pt x="624" y="436"/>
                        </a:lnTo>
                        <a:lnTo>
                          <a:pt x="612" y="406"/>
                        </a:lnTo>
                        <a:lnTo>
                          <a:pt x="598" y="376"/>
                        </a:lnTo>
                        <a:lnTo>
                          <a:pt x="584" y="349"/>
                        </a:lnTo>
                        <a:lnTo>
                          <a:pt x="568" y="320"/>
                        </a:lnTo>
                        <a:lnTo>
                          <a:pt x="551" y="293"/>
                        </a:lnTo>
                        <a:lnTo>
                          <a:pt x="532" y="268"/>
                        </a:lnTo>
                        <a:lnTo>
                          <a:pt x="513" y="242"/>
                        </a:lnTo>
                        <a:lnTo>
                          <a:pt x="492" y="218"/>
                        </a:lnTo>
                        <a:lnTo>
                          <a:pt x="470" y="196"/>
                        </a:lnTo>
                        <a:lnTo>
                          <a:pt x="446" y="173"/>
                        </a:lnTo>
                        <a:lnTo>
                          <a:pt x="422" y="152"/>
                        </a:lnTo>
                        <a:lnTo>
                          <a:pt x="397" y="132"/>
                        </a:lnTo>
                        <a:lnTo>
                          <a:pt x="371" y="114"/>
                        </a:lnTo>
                        <a:lnTo>
                          <a:pt x="344" y="97"/>
                        </a:lnTo>
                        <a:lnTo>
                          <a:pt x="317" y="81"/>
                        </a:lnTo>
                        <a:lnTo>
                          <a:pt x="288" y="66"/>
                        </a:lnTo>
                        <a:lnTo>
                          <a:pt x="258" y="53"/>
                        </a:lnTo>
                        <a:lnTo>
                          <a:pt x="228" y="40"/>
                        </a:lnTo>
                        <a:lnTo>
                          <a:pt x="198" y="30"/>
                        </a:lnTo>
                        <a:lnTo>
                          <a:pt x="166" y="22"/>
                        </a:lnTo>
                        <a:lnTo>
                          <a:pt x="133" y="14"/>
                        </a:lnTo>
                        <a:lnTo>
                          <a:pt x="101" y="8"/>
                        </a:lnTo>
                        <a:lnTo>
                          <a:pt x="68" y="4"/>
                        </a:lnTo>
                        <a:lnTo>
                          <a:pt x="35" y="2"/>
                        </a:lnTo>
                        <a:lnTo>
                          <a:pt x="0" y="0"/>
                        </a:lnTo>
                        <a:lnTo>
                          <a:pt x="0" y="165"/>
                        </a:lnTo>
                        <a:lnTo>
                          <a:pt x="26" y="165"/>
                        </a:lnTo>
                        <a:lnTo>
                          <a:pt x="51" y="167"/>
                        </a:lnTo>
                        <a:lnTo>
                          <a:pt x="77" y="170"/>
                        </a:lnTo>
                        <a:lnTo>
                          <a:pt x="101" y="175"/>
                        </a:lnTo>
                        <a:lnTo>
                          <a:pt x="125" y="180"/>
                        </a:lnTo>
                        <a:lnTo>
                          <a:pt x="149" y="187"/>
                        </a:lnTo>
                        <a:lnTo>
                          <a:pt x="172" y="195"/>
                        </a:lnTo>
                        <a:lnTo>
                          <a:pt x="195" y="203"/>
                        </a:lnTo>
                        <a:lnTo>
                          <a:pt x="217" y="213"/>
                        </a:lnTo>
                        <a:lnTo>
                          <a:pt x="238" y="225"/>
                        </a:lnTo>
                        <a:lnTo>
                          <a:pt x="259" y="237"/>
                        </a:lnTo>
                        <a:lnTo>
                          <a:pt x="280" y="250"/>
                        </a:lnTo>
                        <a:lnTo>
                          <a:pt x="299" y="263"/>
                        </a:lnTo>
                        <a:lnTo>
                          <a:pt x="319" y="279"/>
                        </a:lnTo>
                        <a:lnTo>
                          <a:pt x="336" y="294"/>
                        </a:lnTo>
                        <a:lnTo>
                          <a:pt x="353" y="311"/>
                        </a:lnTo>
                        <a:lnTo>
                          <a:pt x="371" y="329"/>
                        </a:lnTo>
                        <a:lnTo>
                          <a:pt x="386" y="347"/>
                        </a:lnTo>
                        <a:lnTo>
                          <a:pt x="401" y="365"/>
                        </a:lnTo>
                        <a:lnTo>
                          <a:pt x="415" y="385"/>
                        </a:lnTo>
                        <a:lnTo>
                          <a:pt x="429" y="405"/>
                        </a:lnTo>
                        <a:lnTo>
                          <a:pt x="441" y="426"/>
                        </a:lnTo>
                        <a:lnTo>
                          <a:pt x="451" y="449"/>
                        </a:lnTo>
                        <a:lnTo>
                          <a:pt x="462" y="470"/>
                        </a:lnTo>
                        <a:lnTo>
                          <a:pt x="470" y="493"/>
                        </a:lnTo>
                        <a:lnTo>
                          <a:pt x="478" y="516"/>
                        </a:lnTo>
                        <a:lnTo>
                          <a:pt x="485" y="540"/>
                        </a:lnTo>
                        <a:lnTo>
                          <a:pt x="491" y="564"/>
                        </a:lnTo>
                        <a:lnTo>
                          <a:pt x="495" y="588"/>
                        </a:lnTo>
                        <a:lnTo>
                          <a:pt x="498" y="614"/>
                        </a:lnTo>
                        <a:lnTo>
                          <a:pt x="500" y="638"/>
                        </a:lnTo>
                        <a:lnTo>
                          <a:pt x="501" y="665"/>
                        </a:lnTo>
                        <a:lnTo>
                          <a:pt x="665" y="665"/>
                        </a:lnTo>
                        <a:close/>
                      </a:path>
                    </a:pathLst>
                  </a:custGeom>
                  <a:solidFill>
                    <a:srgbClr val="EF2B2F"/>
                  </a:solidFill>
                  <a:ln>
                    <a:noFill/>
                  </a:ln>
                </p:spPr>
                <p:txBody>
                  <a:bodyPr/>
                  <a:lstStyle/>
                  <a:p>
                    <a:pPr>
                      <a:defRPr/>
                    </a:pPr>
                    <a:endParaRPr lang="en-US" sz="1050">
                      <a:latin typeface="+mj-lt"/>
                    </a:endParaRPr>
                  </a:p>
                </p:txBody>
              </p:sp>
              <p:sp>
                <p:nvSpPr>
                  <p:cNvPr id="41526" name="Freeform 492">
                    <a:extLst>
                      <a:ext uri="{FF2B5EF4-FFF2-40B4-BE49-F238E27FC236}">
                        <a16:creationId xmlns="" xmlns:a16="http://schemas.microsoft.com/office/drawing/2014/main" id="{6FEBB42C-FD15-E354-9411-7167D42F2401}"/>
                      </a:ext>
                    </a:extLst>
                  </p:cNvPr>
                  <p:cNvSpPr>
                    <a:spLocks/>
                  </p:cNvSpPr>
                  <p:nvPr/>
                </p:nvSpPr>
                <p:spPr bwMode="auto">
                  <a:xfrm>
                    <a:off x="2677" y="2881"/>
                    <a:ext cx="109" cy="110"/>
                  </a:xfrm>
                  <a:custGeom>
                    <a:avLst/>
                    <a:gdLst>
                      <a:gd name="T0" fmla="*/ 0 w 665"/>
                      <a:gd name="T1" fmla="*/ 0 h 664"/>
                      <a:gd name="T2" fmla="*/ 0 w 665"/>
                      <a:gd name="T3" fmla="*/ 0 h 664"/>
                      <a:gd name="T4" fmla="*/ 0 w 665"/>
                      <a:gd name="T5" fmla="*/ 0 h 664"/>
                      <a:gd name="T6" fmla="*/ 0 w 665"/>
                      <a:gd name="T7" fmla="*/ 0 h 664"/>
                      <a:gd name="T8" fmla="*/ 0 w 665"/>
                      <a:gd name="T9" fmla="*/ 0 h 664"/>
                      <a:gd name="T10" fmla="*/ 0 w 665"/>
                      <a:gd name="T11" fmla="*/ 0 h 664"/>
                      <a:gd name="T12" fmla="*/ 0 w 665"/>
                      <a:gd name="T13" fmla="*/ 0 h 664"/>
                      <a:gd name="T14" fmla="*/ 0 w 665"/>
                      <a:gd name="T15" fmla="*/ 0 h 664"/>
                      <a:gd name="T16" fmla="*/ 0 w 665"/>
                      <a:gd name="T17" fmla="*/ 0 h 664"/>
                      <a:gd name="T18" fmla="*/ 0 w 665"/>
                      <a:gd name="T19" fmla="*/ 0 h 664"/>
                      <a:gd name="T20" fmla="*/ 0 w 665"/>
                      <a:gd name="T21" fmla="*/ 0 h 664"/>
                      <a:gd name="T22" fmla="*/ 0 w 665"/>
                      <a:gd name="T23" fmla="*/ 0 h 664"/>
                      <a:gd name="T24" fmla="*/ 0 w 665"/>
                      <a:gd name="T25" fmla="*/ 0 h 664"/>
                      <a:gd name="T26" fmla="*/ 0 w 665"/>
                      <a:gd name="T27" fmla="*/ 0 h 664"/>
                      <a:gd name="T28" fmla="*/ 0 w 665"/>
                      <a:gd name="T29" fmla="*/ 0 h 664"/>
                      <a:gd name="T30" fmla="*/ 0 w 665"/>
                      <a:gd name="T31" fmla="*/ 0 h 664"/>
                      <a:gd name="T32" fmla="*/ 0 w 665"/>
                      <a:gd name="T33" fmla="*/ 0 h 664"/>
                      <a:gd name="T34" fmla="*/ 0 w 665"/>
                      <a:gd name="T35" fmla="*/ 0 h 664"/>
                      <a:gd name="T36" fmla="*/ 0 w 665"/>
                      <a:gd name="T37" fmla="*/ 0 h 664"/>
                      <a:gd name="T38" fmla="*/ 0 w 665"/>
                      <a:gd name="T39" fmla="*/ 0 h 664"/>
                      <a:gd name="T40" fmla="*/ 0 w 665"/>
                      <a:gd name="T41" fmla="*/ 0 h 664"/>
                      <a:gd name="T42" fmla="*/ 0 w 665"/>
                      <a:gd name="T43" fmla="*/ 0 h 664"/>
                      <a:gd name="T44" fmla="*/ 0 w 665"/>
                      <a:gd name="T45" fmla="*/ 0 h 664"/>
                      <a:gd name="T46" fmla="*/ 0 w 665"/>
                      <a:gd name="T47" fmla="*/ 0 h 664"/>
                      <a:gd name="T48" fmla="*/ 0 w 665"/>
                      <a:gd name="T49" fmla="*/ 0 h 664"/>
                      <a:gd name="T50" fmla="*/ 0 w 665"/>
                      <a:gd name="T51" fmla="*/ 0 h 664"/>
                      <a:gd name="T52" fmla="*/ 0 w 665"/>
                      <a:gd name="T53" fmla="*/ 0 h 664"/>
                      <a:gd name="T54" fmla="*/ 0 w 665"/>
                      <a:gd name="T55" fmla="*/ 0 h 664"/>
                      <a:gd name="T56" fmla="*/ 0 w 665"/>
                      <a:gd name="T57" fmla="*/ 0 h 664"/>
                      <a:gd name="T58" fmla="*/ 0 w 665"/>
                      <a:gd name="T59" fmla="*/ 0 h 664"/>
                      <a:gd name="T60" fmla="*/ 0 w 665"/>
                      <a:gd name="T61" fmla="*/ 0 h 664"/>
                      <a:gd name="T62" fmla="*/ 0 w 665"/>
                      <a:gd name="T63" fmla="*/ 0 h 664"/>
                      <a:gd name="T64" fmla="*/ 0 w 665"/>
                      <a:gd name="T65" fmla="*/ 0 h 664"/>
                      <a:gd name="T66" fmla="*/ 0 w 665"/>
                      <a:gd name="T67" fmla="*/ 0 h 6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5"/>
                      <a:gd name="T103" fmla="*/ 0 h 664"/>
                      <a:gd name="T104" fmla="*/ 665 w 665"/>
                      <a:gd name="T105" fmla="*/ 664 h 66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5" h="664">
                        <a:moveTo>
                          <a:pt x="0" y="664"/>
                        </a:moveTo>
                        <a:lnTo>
                          <a:pt x="0" y="664"/>
                        </a:lnTo>
                        <a:lnTo>
                          <a:pt x="34" y="663"/>
                        </a:lnTo>
                        <a:lnTo>
                          <a:pt x="68" y="660"/>
                        </a:lnTo>
                        <a:lnTo>
                          <a:pt x="101" y="657"/>
                        </a:lnTo>
                        <a:lnTo>
                          <a:pt x="133" y="650"/>
                        </a:lnTo>
                        <a:lnTo>
                          <a:pt x="166" y="642"/>
                        </a:lnTo>
                        <a:lnTo>
                          <a:pt x="198" y="633"/>
                        </a:lnTo>
                        <a:lnTo>
                          <a:pt x="228" y="623"/>
                        </a:lnTo>
                        <a:lnTo>
                          <a:pt x="258" y="611"/>
                        </a:lnTo>
                        <a:lnTo>
                          <a:pt x="288" y="598"/>
                        </a:lnTo>
                        <a:lnTo>
                          <a:pt x="317" y="583"/>
                        </a:lnTo>
                        <a:lnTo>
                          <a:pt x="344" y="567"/>
                        </a:lnTo>
                        <a:lnTo>
                          <a:pt x="371" y="550"/>
                        </a:lnTo>
                        <a:lnTo>
                          <a:pt x="397" y="531"/>
                        </a:lnTo>
                        <a:lnTo>
                          <a:pt x="422" y="511"/>
                        </a:lnTo>
                        <a:lnTo>
                          <a:pt x="446" y="491"/>
                        </a:lnTo>
                        <a:lnTo>
                          <a:pt x="470" y="469"/>
                        </a:lnTo>
                        <a:lnTo>
                          <a:pt x="492" y="446"/>
                        </a:lnTo>
                        <a:lnTo>
                          <a:pt x="513" y="421"/>
                        </a:lnTo>
                        <a:lnTo>
                          <a:pt x="532" y="397"/>
                        </a:lnTo>
                        <a:lnTo>
                          <a:pt x="551" y="370"/>
                        </a:lnTo>
                        <a:lnTo>
                          <a:pt x="568" y="344"/>
                        </a:lnTo>
                        <a:lnTo>
                          <a:pt x="584" y="316"/>
                        </a:lnTo>
                        <a:lnTo>
                          <a:pt x="598" y="287"/>
                        </a:lnTo>
                        <a:lnTo>
                          <a:pt x="612" y="257"/>
                        </a:lnTo>
                        <a:lnTo>
                          <a:pt x="624" y="227"/>
                        </a:lnTo>
                        <a:lnTo>
                          <a:pt x="635" y="196"/>
                        </a:lnTo>
                        <a:lnTo>
                          <a:pt x="644" y="165"/>
                        </a:lnTo>
                        <a:lnTo>
                          <a:pt x="650" y="133"/>
                        </a:lnTo>
                        <a:lnTo>
                          <a:pt x="657" y="100"/>
                        </a:lnTo>
                        <a:lnTo>
                          <a:pt x="662" y="68"/>
                        </a:lnTo>
                        <a:lnTo>
                          <a:pt x="664" y="33"/>
                        </a:lnTo>
                        <a:lnTo>
                          <a:pt x="665" y="0"/>
                        </a:lnTo>
                        <a:lnTo>
                          <a:pt x="501" y="0"/>
                        </a:lnTo>
                        <a:lnTo>
                          <a:pt x="500" y="25"/>
                        </a:lnTo>
                        <a:lnTo>
                          <a:pt x="498" y="51"/>
                        </a:lnTo>
                        <a:lnTo>
                          <a:pt x="495" y="75"/>
                        </a:lnTo>
                        <a:lnTo>
                          <a:pt x="491" y="100"/>
                        </a:lnTo>
                        <a:lnTo>
                          <a:pt x="485" y="124"/>
                        </a:lnTo>
                        <a:lnTo>
                          <a:pt x="478" y="149"/>
                        </a:lnTo>
                        <a:lnTo>
                          <a:pt x="470" y="171"/>
                        </a:lnTo>
                        <a:lnTo>
                          <a:pt x="462" y="194"/>
                        </a:lnTo>
                        <a:lnTo>
                          <a:pt x="451" y="216"/>
                        </a:lnTo>
                        <a:lnTo>
                          <a:pt x="441" y="237"/>
                        </a:lnTo>
                        <a:lnTo>
                          <a:pt x="429" y="258"/>
                        </a:lnTo>
                        <a:lnTo>
                          <a:pt x="415" y="278"/>
                        </a:lnTo>
                        <a:lnTo>
                          <a:pt x="401" y="298"/>
                        </a:lnTo>
                        <a:lnTo>
                          <a:pt x="386" y="317"/>
                        </a:lnTo>
                        <a:lnTo>
                          <a:pt x="371" y="336"/>
                        </a:lnTo>
                        <a:lnTo>
                          <a:pt x="353" y="353"/>
                        </a:lnTo>
                        <a:lnTo>
                          <a:pt x="336" y="369"/>
                        </a:lnTo>
                        <a:lnTo>
                          <a:pt x="319" y="386"/>
                        </a:lnTo>
                        <a:lnTo>
                          <a:pt x="299" y="400"/>
                        </a:lnTo>
                        <a:lnTo>
                          <a:pt x="280" y="414"/>
                        </a:lnTo>
                        <a:lnTo>
                          <a:pt x="259" y="427"/>
                        </a:lnTo>
                        <a:lnTo>
                          <a:pt x="238" y="439"/>
                        </a:lnTo>
                        <a:lnTo>
                          <a:pt x="217" y="450"/>
                        </a:lnTo>
                        <a:lnTo>
                          <a:pt x="195" y="460"/>
                        </a:lnTo>
                        <a:lnTo>
                          <a:pt x="172" y="469"/>
                        </a:lnTo>
                        <a:lnTo>
                          <a:pt x="149" y="477"/>
                        </a:lnTo>
                        <a:lnTo>
                          <a:pt x="125" y="485"/>
                        </a:lnTo>
                        <a:lnTo>
                          <a:pt x="101" y="490"/>
                        </a:lnTo>
                        <a:lnTo>
                          <a:pt x="77" y="494"/>
                        </a:lnTo>
                        <a:lnTo>
                          <a:pt x="51" y="498"/>
                        </a:lnTo>
                        <a:lnTo>
                          <a:pt x="26" y="499"/>
                        </a:lnTo>
                        <a:lnTo>
                          <a:pt x="0" y="500"/>
                        </a:lnTo>
                        <a:lnTo>
                          <a:pt x="0" y="664"/>
                        </a:lnTo>
                        <a:close/>
                      </a:path>
                    </a:pathLst>
                  </a:custGeom>
                  <a:solidFill>
                    <a:srgbClr val="EF2B2F"/>
                  </a:solidFill>
                  <a:ln>
                    <a:noFill/>
                  </a:ln>
                </p:spPr>
                <p:txBody>
                  <a:bodyPr/>
                  <a:lstStyle/>
                  <a:p>
                    <a:pPr>
                      <a:defRPr/>
                    </a:pPr>
                    <a:endParaRPr lang="en-US" sz="1050">
                      <a:latin typeface="+mj-lt"/>
                    </a:endParaRPr>
                  </a:p>
                </p:txBody>
              </p:sp>
              <p:sp>
                <p:nvSpPr>
                  <p:cNvPr id="41527" name="Freeform 493">
                    <a:extLst>
                      <a:ext uri="{FF2B5EF4-FFF2-40B4-BE49-F238E27FC236}">
                        <a16:creationId xmlns="" xmlns:a16="http://schemas.microsoft.com/office/drawing/2014/main" id="{922EB1DC-01DA-D5CF-7ABE-378BEBEA61E2}"/>
                      </a:ext>
                    </a:extLst>
                  </p:cNvPr>
                  <p:cNvSpPr>
                    <a:spLocks/>
                  </p:cNvSpPr>
                  <p:nvPr/>
                </p:nvSpPr>
                <p:spPr bwMode="auto">
                  <a:xfrm>
                    <a:off x="2564" y="2881"/>
                    <a:ext cx="113" cy="110"/>
                  </a:xfrm>
                  <a:custGeom>
                    <a:avLst/>
                    <a:gdLst>
                      <a:gd name="T0" fmla="*/ 0 w 664"/>
                      <a:gd name="T1" fmla="*/ 0 h 664"/>
                      <a:gd name="T2" fmla="*/ 0 w 664"/>
                      <a:gd name="T3" fmla="*/ 0 h 664"/>
                      <a:gd name="T4" fmla="*/ 0 w 664"/>
                      <a:gd name="T5" fmla="*/ 0 h 664"/>
                      <a:gd name="T6" fmla="*/ 0 w 664"/>
                      <a:gd name="T7" fmla="*/ 0 h 664"/>
                      <a:gd name="T8" fmla="*/ 0 w 664"/>
                      <a:gd name="T9" fmla="*/ 0 h 664"/>
                      <a:gd name="T10" fmla="*/ 0 w 664"/>
                      <a:gd name="T11" fmla="*/ 0 h 664"/>
                      <a:gd name="T12" fmla="*/ 0 w 664"/>
                      <a:gd name="T13" fmla="*/ 0 h 664"/>
                      <a:gd name="T14" fmla="*/ 0 w 664"/>
                      <a:gd name="T15" fmla="*/ 0 h 664"/>
                      <a:gd name="T16" fmla="*/ 0 w 664"/>
                      <a:gd name="T17" fmla="*/ 0 h 664"/>
                      <a:gd name="T18" fmla="*/ 0 w 664"/>
                      <a:gd name="T19" fmla="*/ 0 h 664"/>
                      <a:gd name="T20" fmla="*/ 0 w 664"/>
                      <a:gd name="T21" fmla="*/ 0 h 664"/>
                      <a:gd name="T22" fmla="*/ 0 w 664"/>
                      <a:gd name="T23" fmla="*/ 0 h 664"/>
                      <a:gd name="T24" fmla="*/ 0 w 664"/>
                      <a:gd name="T25" fmla="*/ 0 h 664"/>
                      <a:gd name="T26" fmla="*/ 0 w 664"/>
                      <a:gd name="T27" fmla="*/ 0 h 664"/>
                      <a:gd name="T28" fmla="*/ 0 w 664"/>
                      <a:gd name="T29" fmla="*/ 0 h 664"/>
                      <a:gd name="T30" fmla="*/ 0 w 664"/>
                      <a:gd name="T31" fmla="*/ 0 h 664"/>
                      <a:gd name="T32" fmla="*/ 0 w 664"/>
                      <a:gd name="T33" fmla="*/ 0 h 664"/>
                      <a:gd name="T34" fmla="*/ 0 w 664"/>
                      <a:gd name="T35" fmla="*/ 0 h 664"/>
                      <a:gd name="T36" fmla="*/ 0 w 664"/>
                      <a:gd name="T37" fmla="*/ 0 h 664"/>
                      <a:gd name="T38" fmla="*/ 0 w 664"/>
                      <a:gd name="T39" fmla="*/ 0 h 664"/>
                      <a:gd name="T40" fmla="*/ 0 w 664"/>
                      <a:gd name="T41" fmla="*/ 0 h 664"/>
                      <a:gd name="T42" fmla="*/ 0 w 664"/>
                      <a:gd name="T43" fmla="*/ 0 h 664"/>
                      <a:gd name="T44" fmla="*/ 0 w 664"/>
                      <a:gd name="T45" fmla="*/ 0 h 664"/>
                      <a:gd name="T46" fmla="*/ 0 w 664"/>
                      <a:gd name="T47" fmla="*/ 0 h 664"/>
                      <a:gd name="T48" fmla="*/ 0 w 664"/>
                      <a:gd name="T49" fmla="*/ 0 h 664"/>
                      <a:gd name="T50" fmla="*/ 0 w 664"/>
                      <a:gd name="T51" fmla="*/ 0 h 664"/>
                      <a:gd name="T52" fmla="*/ 0 w 664"/>
                      <a:gd name="T53" fmla="*/ 0 h 664"/>
                      <a:gd name="T54" fmla="*/ 0 w 664"/>
                      <a:gd name="T55" fmla="*/ 0 h 664"/>
                      <a:gd name="T56" fmla="*/ 0 w 664"/>
                      <a:gd name="T57" fmla="*/ 0 h 664"/>
                      <a:gd name="T58" fmla="*/ 0 w 664"/>
                      <a:gd name="T59" fmla="*/ 0 h 664"/>
                      <a:gd name="T60" fmla="*/ 0 w 664"/>
                      <a:gd name="T61" fmla="*/ 0 h 664"/>
                      <a:gd name="T62" fmla="*/ 0 w 664"/>
                      <a:gd name="T63" fmla="*/ 0 h 664"/>
                      <a:gd name="T64" fmla="*/ 0 w 664"/>
                      <a:gd name="T65" fmla="*/ 0 h 664"/>
                      <a:gd name="T66" fmla="*/ 0 w 664"/>
                      <a:gd name="T67" fmla="*/ 0 h 6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4"/>
                      <a:gd name="T103" fmla="*/ 0 h 664"/>
                      <a:gd name="T104" fmla="*/ 664 w 664"/>
                      <a:gd name="T105" fmla="*/ 664 h 66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4" h="664">
                        <a:moveTo>
                          <a:pt x="0" y="0"/>
                        </a:moveTo>
                        <a:lnTo>
                          <a:pt x="0" y="0"/>
                        </a:lnTo>
                        <a:lnTo>
                          <a:pt x="1" y="33"/>
                        </a:lnTo>
                        <a:lnTo>
                          <a:pt x="3" y="66"/>
                        </a:lnTo>
                        <a:lnTo>
                          <a:pt x="8" y="100"/>
                        </a:lnTo>
                        <a:lnTo>
                          <a:pt x="14" y="133"/>
                        </a:lnTo>
                        <a:lnTo>
                          <a:pt x="21" y="165"/>
                        </a:lnTo>
                        <a:lnTo>
                          <a:pt x="30" y="196"/>
                        </a:lnTo>
                        <a:lnTo>
                          <a:pt x="41" y="227"/>
                        </a:lnTo>
                        <a:lnTo>
                          <a:pt x="53" y="257"/>
                        </a:lnTo>
                        <a:lnTo>
                          <a:pt x="65" y="287"/>
                        </a:lnTo>
                        <a:lnTo>
                          <a:pt x="81" y="316"/>
                        </a:lnTo>
                        <a:lnTo>
                          <a:pt x="96" y="344"/>
                        </a:lnTo>
                        <a:lnTo>
                          <a:pt x="114" y="370"/>
                        </a:lnTo>
                        <a:lnTo>
                          <a:pt x="133" y="397"/>
                        </a:lnTo>
                        <a:lnTo>
                          <a:pt x="152" y="421"/>
                        </a:lnTo>
                        <a:lnTo>
                          <a:pt x="173" y="446"/>
                        </a:lnTo>
                        <a:lnTo>
                          <a:pt x="195" y="469"/>
                        </a:lnTo>
                        <a:lnTo>
                          <a:pt x="218" y="491"/>
                        </a:lnTo>
                        <a:lnTo>
                          <a:pt x="242" y="511"/>
                        </a:lnTo>
                        <a:lnTo>
                          <a:pt x="267" y="531"/>
                        </a:lnTo>
                        <a:lnTo>
                          <a:pt x="293" y="550"/>
                        </a:lnTo>
                        <a:lnTo>
                          <a:pt x="321" y="567"/>
                        </a:lnTo>
                        <a:lnTo>
                          <a:pt x="348" y="583"/>
                        </a:lnTo>
                        <a:lnTo>
                          <a:pt x="377" y="598"/>
                        </a:lnTo>
                        <a:lnTo>
                          <a:pt x="406" y="611"/>
                        </a:lnTo>
                        <a:lnTo>
                          <a:pt x="436" y="623"/>
                        </a:lnTo>
                        <a:lnTo>
                          <a:pt x="467" y="633"/>
                        </a:lnTo>
                        <a:lnTo>
                          <a:pt x="498" y="642"/>
                        </a:lnTo>
                        <a:lnTo>
                          <a:pt x="531" y="650"/>
                        </a:lnTo>
                        <a:lnTo>
                          <a:pt x="563" y="657"/>
                        </a:lnTo>
                        <a:lnTo>
                          <a:pt x="597" y="660"/>
                        </a:lnTo>
                        <a:lnTo>
                          <a:pt x="630" y="663"/>
                        </a:lnTo>
                        <a:lnTo>
                          <a:pt x="664" y="664"/>
                        </a:lnTo>
                        <a:lnTo>
                          <a:pt x="664" y="500"/>
                        </a:lnTo>
                        <a:lnTo>
                          <a:pt x="638" y="499"/>
                        </a:lnTo>
                        <a:lnTo>
                          <a:pt x="613" y="498"/>
                        </a:lnTo>
                        <a:lnTo>
                          <a:pt x="588" y="494"/>
                        </a:lnTo>
                        <a:lnTo>
                          <a:pt x="563" y="490"/>
                        </a:lnTo>
                        <a:lnTo>
                          <a:pt x="539" y="485"/>
                        </a:lnTo>
                        <a:lnTo>
                          <a:pt x="516" y="477"/>
                        </a:lnTo>
                        <a:lnTo>
                          <a:pt x="492" y="469"/>
                        </a:lnTo>
                        <a:lnTo>
                          <a:pt x="470" y="460"/>
                        </a:lnTo>
                        <a:lnTo>
                          <a:pt x="448" y="450"/>
                        </a:lnTo>
                        <a:lnTo>
                          <a:pt x="426" y="439"/>
                        </a:lnTo>
                        <a:lnTo>
                          <a:pt x="406" y="427"/>
                        </a:lnTo>
                        <a:lnTo>
                          <a:pt x="385" y="414"/>
                        </a:lnTo>
                        <a:lnTo>
                          <a:pt x="365" y="400"/>
                        </a:lnTo>
                        <a:lnTo>
                          <a:pt x="346" y="386"/>
                        </a:lnTo>
                        <a:lnTo>
                          <a:pt x="328" y="369"/>
                        </a:lnTo>
                        <a:lnTo>
                          <a:pt x="311" y="353"/>
                        </a:lnTo>
                        <a:lnTo>
                          <a:pt x="294" y="336"/>
                        </a:lnTo>
                        <a:lnTo>
                          <a:pt x="278" y="317"/>
                        </a:lnTo>
                        <a:lnTo>
                          <a:pt x="264" y="298"/>
                        </a:lnTo>
                        <a:lnTo>
                          <a:pt x="250" y="278"/>
                        </a:lnTo>
                        <a:lnTo>
                          <a:pt x="236" y="258"/>
                        </a:lnTo>
                        <a:lnTo>
                          <a:pt x="224" y="237"/>
                        </a:lnTo>
                        <a:lnTo>
                          <a:pt x="213" y="216"/>
                        </a:lnTo>
                        <a:lnTo>
                          <a:pt x="203" y="194"/>
                        </a:lnTo>
                        <a:lnTo>
                          <a:pt x="194" y="171"/>
                        </a:lnTo>
                        <a:lnTo>
                          <a:pt x="186" y="149"/>
                        </a:lnTo>
                        <a:lnTo>
                          <a:pt x="180" y="124"/>
                        </a:lnTo>
                        <a:lnTo>
                          <a:pt x="174" y="100"/>
                        </a:lnTo>
                        <a:lnTo>
                          <a:pt x="170" y="75"/>
                        </a:lnTo>
                        <a:lnTo>
                          <a:pt x="166" y="51"/>
                        </a:lnTo>
                        <a:lnTo>
                          <a:pt x="164" y="25"/>
                        </a:lnTo>
                        <a:lnTo>
                          <a:pt x="164" y="0"/>
                        </a:lnTo>
                        <a:lnTo>
                          <a:pt x="0" y="0"/>
                        </a:lnTo>
                        <a:close/>
                      </a:path>
                    </a:pathLst>
                  </a:custGeom>
                  <a:solidFill>
                    <a:srgbClr val="EF2B2F"/>
                  </a:solidFill>
                  <a:ln>
                    <a:noFill/>
                  </a:ln>
                </p:spPr>
                <p:txBody>
                  <a:bodyPr/>
                  <a:lstStyle/>
                  <a:p>
                    <a:pPr>
                      <a:defRPr/>
                    </a:pPr>
                    <a:endParaRPr lang="en-US" sz="1050">
                      <a:latin typeface="+mj-lt"/>
                    </a:endParaRPr>
                  </a:p>
                </p:txBody>
              </p:sp>
              <p:sp>
                <p:nvSpPr>
                  <p:cNvPr id="41528" name="Freeform 494">
                    <a:extLst>
                      <a:ext uri="{FF2B5EF4-FFF2-40B4-BE49-F238E27FC236}">
                        <a16:creationId xmlns="" xmlns:a16="http://schemas.microsoft.com/office/drawing/2014/main" id="{94ACD013-E844-F7E6-BD99-A169A6543112}"/>
                      </a:ext>
                    </a:extLst>
                  </p:cNvPr>
                  <p:cNvSpPr>
                    <a:spLocks/>
                  </p:cNvSpPr>
                  <p:nvPr/>
                </p:nvSpPr>
                <p:spPr bwMode="auto">
                  <a:xfrm>
                    <a:off x="2564" y="2767"/>
                    <a:ext cx="113" cy="114"/>
                  </a:xfrm>
                  <a:custGeom>
                    <a:avLst/>
                    <a:gdLst>
                      <a:gd name="T0" fmla="*/ 0 w 664"/>
                      <a:gd name="T1" fmla="*/ 0 h 665"/>
                      <a:gd name="T2" fmla="*/ 0 w 664"/>
                      <a:gd name="T3" fmla="*/ 0 h 665"/>
                      <a:gd name="T4" fmla="*/ 0 w 664"/>
                      <a:gd name="T5" fmla="*/ 0 h 665"/>
                      <a:gd name="T6" fmla="*/ 0 w 664"/>
                      <a:gd name="T7" fmla="*/ 0 h 665"/>
                      <a:gd name="T8" fmla="*/ 0 w 664"/>
                      <a:gd name="T9" fmla="*/ 0 h 665"/>
                      <a:gd name="T10" fmla="*/ 0 w 664"/>
                      <a:gd name="T11" fmla="*/ 0 h 665"/>
                      <a:gd name="T12" fmla="*/ 0 w 664"/>
                      <a:gd name="T13" fmla="*/ 0 h 665"/>
                      <a:gd name="T14" fmla="*/ 0 w 664"/>
                      <a:gd name="T15" fmla="*/ 0 h 665"/>
                      <a:gd name="T16" fmla="*/ 0 w 664"/>
                      <a:gd name="T17" fmla="*/ 0 h 665"/>
                      <a:gd name="T18" fmla="*/ 0 w 664"/>
                      <a:gd name="T19" fmla="*/ 0 h 665"/>
                      <a:gd name="T20" fmla="*/ 0 w 664"/>
                      <a:gd name="T21" fmla="*/ 0 h 665"/>
                      <a:gd name="T22" fmla="*/ 0 w 664"/>
                      <a:gd name="T23" fmla="*/ 0 h 665"/>
                      <a:gd name="T24" fmla="*/ 0 w 664"/>
                      <a:gd name="T25" fmla="*/ 0 h 665"/>
                      <a:gd name="T26" fmla="*/ 0 w 664"/>
                      <a:gd name="T27" fmla="*/ 0 h 665"/>
                      <a:gd name="T28" fmla="*/ 0 w 664"/>
                      <a:gd name="T29" fmla="*/ 0 h 665"/>
                      <a:gd name="T30" fmla="*/ 0 w 664"/>
                      <a:gd name="T31" fmla="*/ 0 h 665"/>
                      <a:gd name="T32" fmla="*/ 0 w 664"/>
                      <a:gd name="T33" fmla="*/ 0 h 665"/>
                      <a:gd name="T34" fmla="*/ 0 w 664"/>
                      <a:gd name="T35" fmla="*/ 0 h 665"/>
                      <a:gd name="T36" fmla="*/ 0 w 664"/>
                      <a:gd name="T37" fmla="*/ 0 h 665"/>
                      <a:gd name="T38" fmla="*/ 0 w 664"/>
                      <a:gd name="T39" fmla="*/ 0 h 665"/>
                      <a:gd name="T40" fmla="*/ 0 w 664"/>
                      <a:gd name="T41" fmla="*/ 0 h 665"/>
                      <a:gd name="T42" fmla="*/ 0 w 664"/>
                      <a:gd name="T43" fmla="*/ 0 h 665"/>
                      <a:gd name="T44" fmla="*/ 0 w 664"/>
                      <a:gd name="T45" fmla="*/ 0 h 665"/>
                      <a:gd name="T46" fmla="*/ 0 w 664"/>
                      <a:gd name="T47" fmla="*/ 0 h 665"/>
                      <a:gd name="T48" fmla="*/ 0 w 664"/>
                      <a:gd name="T49" fmla="*/ 0 h 665"/>
                      <a:gd name="T50" fmla="*/ 0 w 664"/>
                      <a:gd name="T51" fmla="*/ 0 h 665"/>
                      <a:gd name="T52" fmla="*/ 0 w 664"/>
                      <a:gd name="T53" fmla="*/ 0 h 665"/>
                      <a:gd name="T54" fmla="*/ 0 w 664"/>
                      <a:gd name="T55" fmla="*/ 0 h 665"/>
                      <a:gd name="T56" fmla="*/ 0 w 664"/>
                      <a:gd name="T57" fmla="*/ 0 h 665"/>
                      <a:gd name="T58" fmla="*/ 0 w 664"/>
                      <a:gd name="T59" fmla="*/ 0 h 665"/>
                      <a:gd name="T60" fmla="*/ 0 w 664"/>
                      <a:gd name="T61" fmla="*/ 0 h 665"/>
                      <a:gd name="T62" fmla="*/ 0 w 664"/>
                      <a:gd name="T63" fmla="*/ 0 h 665"/>
                      <a:gd name="T64" fmla="*/ 0 w 664"/>
                      <a:gd name="T65" fmla="*/ 0 h 665"/>
                      <a:gd name="T66" fmla="*/ 0 w 664"/>
                      <a:gd name="T67" fmla="*/ 0 h 66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4"/>
                      <a:gd name="T103" fmla="*/ 0 h 665"/>
                      <a:gd name="T104" fmla="*/ 664 w 664"/>
                      <a:gd name="T105" fmla="*/ 665 h 66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4" h="665">
                        <a:moveTo>
                          <a:pt x="664" y="0"/>
                        </a:moveTo>
                        <a:lnTo>
                          <a:pt x="664" y="0"/>
                        </a:lnTo>
                        <a:lnTo>
                          <a:pt x="630" y="2"/>
                        </a:lnTo>
                        <a:lnTo>
                          <a:pt x="597" y="4"/>
                        </a:lnTo>
                        <a:lnTo>
                          <a:pt x="563" y="8"/>
                        </a:lnTo>
                        <a:lnTo>
                          <a:pt x="531" y="14"/>
                        </a:lnTo>
                        <a:lnTo>
                          <a:pt x="498" y="22"/>
                        </a:lnTo>
                        <a:lnTo>
                          <a:pt x="467" y="30"/>
                        </a:lnTo>
                        <a:lnTo>
                          <a:pt x="436" y="40"/>
                        </a:lnTo>
                        <a:lnTo>
                          <a:pt x="406" y="53"/>
                        </a:lnTo>
                        <a:lnTo>
                          <a:pt x="377" y="66"/>
                        </a:lnTo>
                        <a:lnTo>
                          <a:pt x="348" y="81"/>
                        </a:lnTo>
                        <a:lnTo>
                          <a:pt x="321" y="97"/>
                        </a:lnTo>
                        <a:lnTo>
                          <a:pt x="293" y="114"/>
                        </a:lnTo>
                        <a:lnTo>
                          <a:pt x="267" y="132"/>
                        </a:lnTo>
                        <a:lnTo>
                          <a:pt x="242" y="152"/>
                        </a:lnTo>
                        <a:lnTo>
                          <a:pt x="218" y="173"/>
                        </a:lnTo>
                        <a:lnTo>
                          <a:pt x="195" y="196"/>
                        </a:lnTo>
                        <a:lnTo>
                          <a:pt x="173" y="218"/>
                        </a:lnTo>
                        <a:lnTo>
                          <a:pt x="152" y="242"/>
                        </a:lnTo>
                        <a:lnTo>
                          <a:pt x="133" y="268"/>
                        </a:lnTo>
                        <a:lnTo>
                          <a:pt x="114" y="293"/>
                        </a:lnTo>
                        <a:lnTo>
                          <a:pt x="96" y="320"/>
                        </a:lnTo>
                        <a:lnTo>
                          <a:pt x="81" y="349"/>
                        </a:lnTo>
                        <a:lnTo>
                          <a:pt x="65" y="376"/>
                        </a:lnTo>
                        <a:lnTo>
                          <a:pt x="53" y="406"/>
                        </a:lnTo>
                        <a:lnTo>
                          <a:pt x="41" y="436"/>
                        </a:lnTo>
                        <a:lnTo>
                          <a:pt x="30" y="467"/>
                        </a:lnTo>
                        <a:lnTo>
                          <a:pt x="21" y="500"/>
                        </a:lnTo>
                        <a:lnTo>
                          <a:pt x="14" y="531"/>
                        </a:lnTo>
                        <a:lnTo>
                          <a:pt x="8" y="564"/>
                        </a:lnTo>
                        <a:lnTo>
                          <a:pt x="3" y="597"/>
                        </a:lnTo>
                        <a:lnTo>
                          <a:pt x="1" y="631"/>
                        </a:lnTo>
                        <a:lnTo>
                          <a:pt x="0" y="665"/>
                        </a:lnTo>
                        <a:lnTo>
                          <a:pt x="164" y="665"/>
                        </a:lnTo>
                        <a:lnTo>
                          <a:pt x="164" y="638"/>
                        </a:lnTo>
                        <a:lnTo>
                          <a:pt x="166" y="613"/>
                        </a:lnTo>
                        <a:lnTo>
                          <a:pt x="170" y="588"/>
                        </a:lnTo>
                        <a:lnTo>
                          <a:pt x="174" y="564"/>
                        </a:lnTo>
                        <a:lnTo>
                          <a:pt x="180" y="540"/>
                        </a:lnTo>
                        <a:lnTo>
                          <a:pt x="186" y="516"/>
                        </a:lnTo>
                        <a:lnTo>
                          <a:pt x="194" y="493"/>
                        </a:lnTo>
                        <a:lnTo>
                          <a:pt x="203" y="470"/>
                        </a:lnTo>
                        <a:lnTo>
                          <a:pt x="213" y="449"/>
                        </a:lnTo>
                        <a:lnTo>
                          <a:pt x="224" y="426"/>
                        </a:lnTo>
                        <a:lnTo>
                          <a:pt x="236" y="405"/>
                        </a:lnTo>
                        <a:lnTo>
                          <a:pt x="250" y="385"/>
                        </a:lnTo>
                        <a:lnTo>
                          <a:pt x="264" y="365"/>
                        </a:lnTo>
                        <a:lnTo>
                          <a:pt x="278" y="347"/>
                        </a:lnTo>
                        <a:lnTo>
                          <a:pt x="294" y="329"/>
                        </a:lnTo>
                        <a:lnTo>
                          <a:pt x="311" y="311"/>
                        </a:lnTo>
                        <a:lnTo>
                          <a:pt x="328" y="294"/>
                        </a:lnTo>
                        <a:lnTo>
                          <a:pt x="346" y="279"/>
                        </a:lnTo>
                        <a:lnTo>
                          <a:pt x="365" y="263"/>
                        </a:lnTo>
                        <a:lnTo>
                          <a:pt x="385" y="250"/>
                        </a:lnTo>
                        <a:lnTo>
                          <a:pt x="406" y="237"/>
                        </a:lnTo>
                        <a:lnTo>
                          <a:pt x="426" y="225"/>
                        </a:lnTo>
                        <a:lnTo>
                          <a:pt x="448" y="213"/>
                        </a:lnTo>
                        <a:lnTo>
                          <a:pt x="470" y="203"/>
                        </a:lnTo>
                        <a:lnTo>
                          <a:pt x="492" y="195"/>
                        </a:lnTo>
                        <a:lnTo>
                          <a:pt x="516" y="187"/>
                        </a:lnTo>
                        <a:lnTo>
                          <a:pt x="539" y="180"/>
                        </a:lnTo>
                        <a:lnTo>
                          <a:pt x="563" y="175"/>
                        </a:lnTo>
                        <a:lnTo>
                          <a:pt x="588" y="170"/>
                        </a:lnTo>
                        <a:lnTo>
                          <a:pt x="613" y="167"/>
                        </a:lnTo>
                        <a:lnTo>
                          <a:pt x="639" y="165"/>
                        </a:lnTo>
                        <a:lnTo>
                          <a:pt x="664" y="165"/>
                        </a:lnTo>
                        <a:lnTo>
                          <a:pt x="664" y="0"/>
                        </a:lnTo>
                        <a:close/>
                      </a:path>
                    </a:pathLst>
                  </a:custGeom>
                  <a:solidFill>
                    <a:srgbClr val="EF2B2F"/>
                  </a:solidFill>
                  <a:ln>
                    <a:noFill/>
                  </a:ln>
                </p:spPr>
                <p:txBody>
                  <a:bodyPr/>
                  <a:lstStyle/>
                  <a:p>
                    <a:pPr>
                      <a:defRPr/>
                    </a:pPr>
                    <a:endParaRPr lang="en-US" sz="1050">
                      <a:latin typeface="+mj-lt"/>
                    </a:endParaRPr>
                  </a:p>
                </p:txBody>
              </p:sp>
              <p:sp>
                <p:nvSpPr>
                  <p:cNvPr id="41529" name="Freeform 495">
                    <a:extLst>
                      <a:ext uri="{FF2B5EF4-FFF2-40B4-BE49-F238E27FC236}">
                        <a16:creationId xmlns="" xmlns:a16="http://schemas.microsoft.com/office/drawing/2014/main" id="{1AD5249B-7F8C-FD38-5D40-5F1ED65605D6}"/>
                      </a:ext>
                    </a:extLst>
                  </p:cNvPr>
                  <p:cNvSpPr>
                    <a:spLocks/>
                  </p:cNvSpPr>
                  <p:nvPr/>
                </p:nvSpPr>
                <p:spPr bwMode="auto">
                  <a:xfrm>
                    <a:off x="2660" y="2385"/>
                    <a:ext cx="109" cy="114"/>
                  </a:xfrm>
                  <a:custGeom>
                    <a:avLst/>
                    <a:gdLst>
                      <a:gd name="T0" fmla="*/ 0 w 665"/>
                      <a:gd name="T1" fmla="*/ 0 h 664"/>
                      <a:gd name="T2" fmla="*/ 0 w 665"/>
                      <a:gd name="T3" fmla="*/ 0 h 664"/>
                      <a:gd name="T4" fmla="*/ 0 w 665"/>
                      <a:gd name="T5" fmla="*/ 0 h 664"/>
                      <a:gd name="T6" fmla="*/ 0 w 665"/>
                      <a:gd name="T7" fmla="*/ 0 h 664"/>
                      <a:gd name="T8" fmla="*/ 0 w 665"/>
                      <a:gd name="T9" fmla="*/ 0 h 664"/>
                      <a:gd name="T10" fmla="*/ 0 w 665"/>
                      <a:gd name="T11" fmla="*/ 0 h 664"/>
                      <a:gd name="T12" fmla="*/ 0 w 665"/>
                      <a:gd name="T13" fmla="*/ 0 h 664"/>
                      <a:gd name="T14" fmla="*/ 0 w 665"/>
                      <a:gd name="T15" fmla="*/ 0 h 664"/>
                      <a:gd name="T16" fmla="*/ 0 w 665"/>
                      <a:gd name="T17" fmla="*/ 0 h 664"/>
                      <a:gd name="T18" fmla="*/ 0 w 665"/>
                      <a:gd name="T19" fmla="*/ 0 h 664"/>
                      <a:gd name="T20" fmla="*/ 0 w 665"/>
                      <a:gd name="T21" fmla="*/ 0 h 664"/>
                      <a:gd name="T22" fmla="*/ 0 w 665"/>
                      <a:gd name="T23" fmla="*/ 0 h 664"/>
                      <a:gd name="T24" fmla="*/ 0 w 665"/>
                      <a:gd name="T25" fmla="*/ 0 h 664"/>
                      <a:gd name="T26" fmla="*/ 0 w 665"/>
                      <a:gd name="T27" fmla="*/ 0 h 664"/>
                      <a:gd name="T28" fmla="*/ 0 w 665"/>
                      <a:gd name="T29" fmla="*/ 0 h 664"/>
                      <a:gd name="T30" fmla="*/ 0 w 665"/>
                      <a:gd name="T31" fmla="*/ 0 h 664"/>
                      <a:gd name="T32" fmla="*/ 0 w 665"/>
                      <a:gd name="T33" fmla="*/ 0 h 664"/>
                      <a:gd name="T34" fmla="*/ 0 w 665"/>
                      <a:gd name="T35" fmla="*/ 0 h 664"/>
                      <a:gd name="T36" fmla="*/ 0 w 665"/>
                      <a:gd name="T37" fmla="*/ 0 h 664"/>
                      <a:gd name="T38" fmla="*/ 0 w 665"/>
                      <a:gd name="T39" fmla="*/ 0 h 664"/>
                      <a:gd name="T40" fmla="*/ 0 w 665"/>
                      <a:gd name="T41" fmla="*/ 0 h 664"/>
                      <a:gd name="T42" fmla="*/ 0 w 665"/>
                      <a:gd name="T43" fmla="*/ 0 h 664"/>
                      <a:gd name="T44" fmla="*/ 0 w 665"/>
                      <a:gd name="T45" fmla="*/ 0 h 664"/>
                      <a:gd name="T46" fmla="*/ 0 w 665"/>
                      <a:gd name="T47" fmla="*/ 0 h 664"/>
                      <a:gd name="T48" fmla="*/ 0 w 665"/>
                      <a:gd name="T49" fmla="*/ 0 h 664"/>
                      <a:gd name="T50" fmla="*/ 0 w 665"/>
                      <a:gd name="T51" fmla="*/ 0 h 664"/>
                      <a:gd name="T52" fmla="*/ 0 w 665"/>
                      <a:gd name="T53" fmla="*/ 0 h 664"/>
                      <a:gd name="T54" fmla="*/ 0 w 665"/>
                      <a:gd name="T55" fmla="*/ 0 h 664"/>
                      <a:gd name="T56" fmla="*/ 0 w 665"/>
                      <a:gd name="T57" fmla="*/ 0 h 664"/>
                      <a:gd name="T58" fmla="*/ 0 w 665"/>
                      <a:gd name="T59" fmla="*/ 0 h 664"/>
                      <a:gd name="T60" fmla="*/ 0 w 665"/>
                      <a:gd name="T61" fmla="*/ 0 h 664"/>
                      <a:gd name="T62" fmla="*/ 0 w 665"/>
                      <a:gd name="T63" fmla="*/ 0 h 664"/>
                      <a:gd name="T64" fmla="*/ 0 w 665"/>
                      <a:gd name="T65" fmla="*/ 0 h 664"/>
                      <a:gd name="T66" fmla="*/ 0 w 665"/>
                      <a:gd name="T67" fmla="*/ 0 h 6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5"/>
                      <a:gd name="T103" fmla="*/ 0 h 664"/>
                      <a:gd name="T104" fmla="*/ 665 w 665"/>
                      <a:gd name="T105" fmla="*/ 664 h 66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5" h="664">
                        <a:moveTo>
                          <a:pt x="665" y="664"/>
                        </a:moveTo>
                        <a:lnTo>
                          <a:pt x="665" y="664"/>
                        </a:lnTo>
                        <a:lnTo>
                          <a:pt x="664" y="630"/>
                        </a:lnTo>
                        <a:lnTo>
                          <a:pt x="662" y="597"/>
                        </a:lnTo>
                        <a:lnTo>
                          <a:pt x="657" y="563"/>
                        </a:lnTo>
                        <a:lnTo>
                          <a:pt x="650" y="531"/>
                        </a:lnTo>
                        <a:lnTo>
                          <a:pt x="644" y="499"/>
                        </a:lnTo>
                        <a:lnTo>
                          <a:pt x="635" y="467"/>
                        </a:lnTo>
                        <a:lnTo>
                          <a:pt x="624" y="437"/>
                        </a:lnTo>
                        <a:lnTo>
                          <a:pt x="612" y="407"/>
                        </a:lnTo>
                        <a:lnTo>
                          <a:pt x="598" y="377"/>
                        </a:lnTo>
                        <a:lnTo>
                          <a:pt x="584" y="348"/>
                        </a:lnTo>
                        <a:lnTo>
                          <a:pt x="568" y="320"/>
                        </a:lnTo>
                        <a:lnTo>
                          <a:pt x="551" y="294"/>
                        </a:lnTo>
                        <a:lnTo>
                          <a:pt x="532" y="267"/>
                        </a:lnTo>
                        <a:lnTo>
                          <a:pt x="513" y="243"/>
                        </a:lnTo>
                        <a:lnTo>
                          <a:pt x="492" y="218"/>
                        </a:lnTo>
                        <a:lnTo>
                          <a:pt x="470" y="195"/>
                        </a:lnTo>
                        <a:lnTo>
                          <a:pt x="446" y="173"/>
                        </a:lnTo>
                        <a:lnTo>
                          <a:pt x="423" y="153"/>
                        </a:lnTo>
                        <a:lnTo>
                          <a:pt x="398" y="133"/>
                        </a:lnTo>
                        <a:lnTo>
                          <a:pt x="372" y="114"/>
                        </a:lnTo>
                        <a:lnTo>
                          <a:pt x="344" y="98"/>
                        </a:lnTo>
                        <a:lnTo>
                          <a:pt x="317" y="81"/>
                        </a:lnTo>
                        <a:lnTo>
                          <a:pt x="288" y="66"/>
                        </a:lnTo>
                        <a:lnTo>
                          <a:pt x="259" y="53"/>
                        </a:lnTo>
                        <a:lnTo>
                          <a:pt x="229" y="41"/>
                        </a:lnTo>
                        <a:lnTo>
                          <a:pt x="198" y="30"/>
                        </a:lnTo>
                        <a:lnTo>
                          <a:pt x="166" y="22"/>
                        </a:lnTo>
                        <a:lnTo>
                          <a:pt x="134" y="14"/>
                        </a:lnTo>
                        <a:lnTo>
                          <a:pt x="101" y="8"/>
                        </a:lnTo>
                        <a:lnTo>
                          <a:pt x="68" y="4"/>
                        </a:lnTo>
                        <a:lnTo>
                          <a:pt x="35" y="1"/>
                        </a:lnTo>
                        <a:lnTo>
                          <a:pt x="0" y="0"/>
                        </a:lnTo>
                        <a:lnTo>
                          <a:pt x="0" y="164"/>
                        </a:lnTo>
                        <a:lnTo>
                          <a:pt x="26" y="165"/>
                        </a:lnTo>
                        <a:lnTo>
                          <a:pt x="51" y="166"/>
                        </a:lnTo>
                        <a:lnTo>
                          <a:pt x="77" y="170"/>
                        </a:lnTo>
                        <a:lnTo>
                          <a:pt x="101" y="174"/>
                        </a:lnTo>
                        <a:lnTo>
                          <a:pt x="125" y="180"/>
                        </a:lnTo>
                        <a:lnTo>
                          <a:pt x="149" y="186"/>
                        </a:lnTo>
                        <a:lnTo>
                          <a:pt x="172" y="195"/>
                        </a:lnTo>
                        <a:lnTo>
                          <a:pt x="195" y="204"/>
                        </a:lnTo>
                        <a:lnTo>
                          <a:pt x="217" y="214"/>
                        </a:lnTo>
                        <a:lnTo>
                          <a:pt x="239" y="225"/>
                        </a:lnTo>
                        <a:lnTo>
                          <a:pt x="259" y="236"/>
                        </a:lnTo>
                        <a:lnTo>
                          <a:pt x="280" y="249"/>
                        </a:lnTo>
                        <a:lnTo>
                          <a:pt x="300" y="264"/>
                        </a:lnTo>
                        <a:lnTo>
                          <a:pt x="319" y="278"/>
                        </a:lnTo>
                        <a:lnTo>
                          <a:pt x="337" y="295"/>
                        </a:lnTo>
                        <a:lnTo>
                          <a:pt x="354" y="312"/>
                        </a:lnTo>
                        <a:lnTo>
                          <a:pt x="371" y="328"/>
                        </a:lnTo>
                        <a:lnTo>
                          <a:pt x="386" y="347"/>
                        </a:lnTo>
                        <a:lnTo>
                          <a:pt x="401" y="366"/>
                        </a:lnTo>
                        <a:lnTo>
                          <a:pt x="415" y="385"/>
                        </a:lnTo>
                        <a:lnTo>
                          <a:pt x="429" y="405"/>
                        </a:lnTo>
                        <a:lnTo>
                          <a:pt x="441" y="427"/>
                        </a:lnTo>
                        <a:lnTo>
                          <a:pt x="452" y="448"/>
                        </a:lnTo>
                        <a:lnTo>
                          <a:pt x="462" y="470"/>
                        </a:lnTo>
                        <a:lnTo>
                          <a:pt x="471" y="492"/>
                        </a:lnTo>
                        <a:lnTo>
                          <a:pt x="479" y="516"/>
                        </a:lnTo>
                        <a:lnTo>
                          <a:pt x="485" y="540"/>
                        </a:lnTo>
                        <a:lnTo>
                          <a:pt x="491" y="563"/>
                        </a:lnTo>
                        <a:lnTo>
                          <a:pt x="495" y="588"/>
                        </a:lnTo>
                        <a:lnTo>
                          <a:pt x="498" y="613"/>
                        </a:lnTo>
                        <a:lnTo>
                          <a:pt x="501" y="639"/>
                        </a:lnTo>
                        <a:lnTo>
                          <a:pt x="501" y="664"/>
                        </a:lnTo>
                        <a:lnTo>
                          <a:pt x="665" y="664"/>
                        </a:lnTo>
                        <a:close/>
                      </a:path>
                    </a:pathLst>
                  </a:custGeom>
                  <a:solidFill>
                    <a:srgbClr val="EF2B2F"/>
                  </a:solidFill>
                  <a:ln>
                    <a:noFill/>
                  </a:ln>
                </p:spPr>
                <p:txBody>
                  <a:bodyPr/>
                  <a:lstStyle/>
                  <a:p>
                    <a:pPr>
                      <a:defRPr/>
                    </a:pPr>
                    <a:endParaRPr lang="en-US" sz="1050">
                      <a:latin typeface="+mj-lt"/>
                    </a:endParaRPr>
                  </a:p>
                </p:txBody>
              </p:sp>
              <p:sp>
                <p:nvSpPr>
                  <p:cNvPr id="41530" name="Freeform 496">
                    <a:extLst>
                      <a:ext uri="{FF2B5EF4-FFF2-40B4-BE49-F238E27FC236}">
                        <a16:creationId xmlns="" xmlns:a16="http://schemas.microsoft.com/office/drawing/2014/main" id="{08443EC4-1D4F-3787-CC2D-2A9A94BEE807}"/>
                      </a:ext>
                    </a:extLst>
                  </p:cNvPr>
                  <p:cNvSpPr>
                    <a:spLocks/>
                  </p:cNvSpPr>
                  <p:nvPr/>
                </p:nvSpPr>
                <p:spPr bwMode="auto">
                  <a:xfrm>
                    <a:off x="2660" y="2499"/>
                    <a:ext cx="109" cy="110"/>
                  </a:xfrm>
                  <a:custGeom>
                    <a:avLst/>
                    <a:gdLst>
                      <a:gd name="T0" fmla="*/ 0 w 665"/>
                      <a:gd name="T1" fmla="*/ 0 h 665"/>
                      <a:gd name="T2" fmla="*/ 0 w 665"/>
                      <a:gd name="T3" fmla="*/ 0 h 665"/>
                      <a:gd name="T4" fmla="*/ 0 w 665"/>
                      <a:gd name="T5" fmla="*/ 0 h 665"/>
                      <a:gd name="T6" fmla="*/ 0 w 665"/>
                      <a:gd name="T7" fmla="*/ 0 h 665"/>
                      <a:gd name="T8" fmla="*/ 0 w 665"/>
                      <a:gd name="T9" fmla="*/ 0 h 665"/>
                      <a:gd name="T10" fmla="*/ 0 w 665"/>
                      <a:gd name="T11" fmla="*/ 0 h 665"/>
                      <a:gd name="T12" fmla="*/ 0 w 665"/>
                      <a:gd name="T13" fmla="*/ 0 h 665"/>
                      <a:gd name="T14" fmla="*/ 0 w 665"/>
                      <a:gd name="T15" fmla="*/ 0 h 665"/>
                      <a:gd name="T16" fmla="*/ 0 w 665"/>
                      <a:gd name="T17" fmla="*/ 0 h 665"/>
                      <a:gd name="T18" fmla="*/ 0 w 665"/>
                      <a:gd name="T19" fmla="*/ 0 h 665"/>
                      <a:gd name="T20" fmla="*/ 0 w 665"/>
                      <a:gd name="T21" fmla="*/ 0 h 665"/>
                      <a:gd name="T22" fmla="*/ 0 w 665"/>
                      <a:gd name="T23" fmla="*/ 0 h 665"/>
                      <a:gd name="T24" fmla="*/ 0 w 665"/>
                      <a:gd name="T25" fmla="*/ 0 h 665"/>
                      <a:gd name="T26" fmla="*/ 0 w 665"/>
                      <a:gd name="T27" fmla="*/ 0 h 665"/>
                      <a:gd name="T28" fmla="*/ 0 w 665"/>
                      <a:gd name="T29" fmla="*/ 0 h 665"/>
                      <a:gd name="T30" fmla="*/ 0 w 665"/>
                      <a:gd name="T31" fmla="*/ 0 h 665"/>
                      <a:gd name="T32" fmla="*/ 0 w 665"/>
                      <a:gd name="T33" fmla="*/ 0 h 665"/>
                      <a:gd name="T34" fmla="*/ 0 w 665"/>
                      <a:gd name="T35" fmla="*/ 0 h 665"/>
                      <a:gd name="T36" fmla="*/ 0 w 665"/>
                      <a:gd name="T37" fmla="*/ 0 h 665"/>
                      <a:gd name="T38" fmla="*/ 0 w 665"/>
                      <a:gd name="T39" fmla="*/ 0 h 665"/>
                      <a:gd name="T40" fmla="*/ 0 w 665"/>
                      <a:gd name="T41" fmla="*/ 0 h 665"/>
                      <a:gd name="T42" fmla="*/ 0 w 665"/>
                      <a:gd name="T43" fmla="*/ 0 h 665"/>
                      <a:gd name="T44" fmla="*/ 0 w 665"/>
                      <a:gd name="T45" fmla="*/ 0 h 665"/>
                      <a:gd name="T46" fmla="*/ 0 w 665"/>
                      <a:gd name="T47" fmla="*/ 0 h 665"/>
                      <a:gd name="T48" fmla="*/ 0 w 665"/>
                      <a:gd name="T49" fmla="*/ 0 h 665"/>
                      <a:gd name="T50" fmla="*/ 0 w 665"/>
                      <a:gd name="T51" fmla="*/ 0 h 665"/>
                      <a:gd name="T52" fmla="*/ 0 w 665"/>
                      <a:gd name="T53" fmla="*/ 0 h 665"/>
                      <a:gd name="T54" fmla="*/ 0 w 665"/>
                      <a:gd name="T55" fmla="*/ 0 h 665"/>
                      <a:gd name="T56" fmla="*/ 0 w 665"/>
                      <a:gd name="T57" fmla="*/ 0 h 665"/>
                      <a:gd name="T58" fmla="*/ 0 w 665"/>
                      <a:gd name="T59" fmla="*/ 0 h 665"/>
                      <a:gd name="T60" fmla="*/ 0 w 665"/>
                      <a:gd name="T61" fmla="*/ 0 h 665"/>
                      <a:gd name="T62" fmla="*/ 0 w 665"/>
                      <a:gd name="T63" fmla="*/ 0 h 665"/>
                      <a:gd name="T64" fmla="*/ 0 w 665"/>
                      <a:gd name="T65" fmla="*/ 0 h 665"/>
                      <a:gd name="T66" fmla="*/ 0 w 665"/>
                      <a:gd name="T67" fmla="*/ 0 h 66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5"/>
                      <a:gd name="T103" fmla="*/ 0 h 665"/>
                      <a:gd name="T104" fmla="*/ 665 w 665"/>
                      <a:gd name="T105" fmla="*/ 665 h 66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5" h="665">
                        <a:moveTo>
                          <a:pt x="0" y="665"/>
                        </a:moveTo>
                        <a:lnTo>
                          <a:pt x="0" y="665"/>
                        </a:lnTo>
                        <a:lnTo>
                          <a:pt x="34" y="664"/>
                        </a:lnTo>
                        <a:lnTo>
                          <a:pt x="68" y="661"/>
                        </a:lnTo>
                        <a:lnTo>
                          <a:pt x="101" y="657"/>
                        </a:lnTo>
                        <a:lnTo>
                          <a:pt x="134" y="650"/>
                        </a:lnTo>
                        <a:lnTo>
                          <a:pt x="166" y="644"/>
                        </a:lnTo>
                        <a:lnTo>
                          <a:pt x="198" y="635"/>
                        </a:lnTo>
                        <a:lnTo>
                          <a:pt x="229" y="624"/>
                        </a:lnTo>
                        <a:lnTo>
                          <a:pt x="259" y="613"/>
                        </a:lnTo>
                        <a:lnTo>
                          <a:pt x="288" y="599"/>
                        </a:lnTo>
                        <a:lnTo>
                          <a:pt x="317" y="584"/>
                        </a:lnTo>
                        <a:lnTo>
                          <a:pt x="344" y="568"/>
                        </a:lnTo>
                        <a:lnTo>
                          <a:pt x="372" y="551"/>
                        </a:lnTo>
                        <a:lnTo>
                          <a:pt x="398" y="532"/>
                        </a:lnTo>
                        <a:lnTo>
                          <a:pt x="423" y="513"/>
                        </a:lnTo>
                        <a:lnTo>
                          <a:pt x="446" y="492"/>
                        </a:lnTo>
                        <a:lnTo>
                          <a:pt x="470" y="470"/>
                        </a:lnTo>
                        <a:lnTo>
                          <a:pt x="492" y="446"/>
                        </a:lnTo>
                        <a:lnTo>
                          <a:pt x="513" y="423"/>
                        </a:lnTo>
                        <a:lnTo>
                          <a:pt x="532" y="397"/>
                        </a:lnTo>
                        <a:lnTo>
                          <a:pt x="551" y="372"/>
                        </a:lnTo>
                        <a:lnTo>
                          <a:pt x="568" y="344"/>
                        </a:lnTo>
                        <a:lnTo>
                          <a:pt x="584" y="316"/>
                        </a:lnTo>
                        <a:lnTo>
                          <a:pt x="598" y="288"/>
                        </a:lnTo>
                        <a:lnTo>
                          <a:pt x="612" y="259"/>
                        </a:lnTo>
                        <a:lnTo>
                          <a:pt x="624" y="229"/>
                        </a:lnTo>
                        <a:lnTo>
                          <a:pt x="635" y="198"/>
                        </a:lnTo>
                        <a:lnTo>
                          <a:pt x="644" y="167"/>
                        </a:lnTo>
                        <a:lnTo>
                          <a:pt x="650" y="133"/>
                        </a:lnTo>
                        <a:lnTo>
                          <a:pt x="657" y="101"/>
                        </a:lnTo>
                        <a:lnTo>
                          <a:pt x="662" y="68"/>
                        </a:lnTo>
                        <a:lnTo>
                          <a:pt x="664" y="35"/>
                        </a:lnTo>
                        <a:lnTo>
                          <a:pt x="665" y="0"/>
                        </a:lnTo>
                        <a:lnTo>
                          <a:pt x="501" y="0"/>
                        </a:lnTo>
                        <a:lnTo>
                          <a:pt x="501" y="26"/>
                        </a:lnTo>
                        <a:lnTo>
                          <a:pt x="498" y="51"/>
                        </a:lnTo>
                        <a:lnTo>
                          <a:pt x="495" y="77"/>
                        </a:lnTo>
                        <a:lnTo>
                          <a:pt x="491" y="101"/>
                        </a:lnTo>
                        <a:lnTo>
                          <a:pt x="485" y="126"/>
                        </a:lnTo>
                        <a:lnTo>
                          <a:pt x="479" y="149"/>
                        </a:lnTo>
                        <a:lnTo>
                          <a:pt x="471" y="172"/>
                        </a:lnTo>
                        <a:lnTo>
                          <a:pt x="462" y="194"/>
                        </a:lnTo>
                        <a:lnTo>
                          <a:pt x="452" y="217"/>
                        </a:lnTo>
                        <a:lnTo>
                          <a:pt x="441" y="239"/>
                        </a:lnTo>
                        <a:lnTo>
                          <a:pt x="429" y="260"/>
                        </a:lnTo>
                        <a:lnTo>
                          <a:pt x="415" y="280"/>
                        </a:lnTo>
                        <a:lnTo>
                          <a:pt x="401" y="300"/>
                        </a:lnTo>
                        <a:lnTo>
                          <a:pt x="386" y="319"/>
                        </a:lnTo>
                        <a:lnTo>
                          <a:pt x="371" y="336"/>
                        </a:lnTo>
                        <a:lnTo>
                          <a:pt x="354" y="354"/>
                        </a:lnTo>
                        <a:lnTo>
                          <a:pt x="337" y="371"/>
                        </a:lnTo>
                        <a:lnTo>
                          <a:pt x="319" y="386"/>
                        </a:lnTo>
                        <a:lnTo>
                          <a:pt x="300" y="402"/>
                        </a:lnTo>
                        <a:lnTo>
                          <a:pt x="280" y="415"/>
                        </a:lnTo>
                        <a:lnTo>
                          <a:pt x="259" y="429"/>
                        </a:lnTo>
                        <a:lnTo>
                          <a:pt x="239" y="441"/>
                        </a:lnTo>
                        <a:lnTo>
                          <a:pt x="217" y="452"/>
                        </a:lnTo>
                        <a:lnTo>
                          <a:pt x="195" y="462"/>
                        </a:lnTo>
                        <a:lnTo>
                          <a:pt x="172" y="471"/>
                        </a:lnTo>
                        <a:lnTo>
                          <a:pt x="149" y="478"/>
                        </a:lnTo>
                        <a:lnTo>
                          <a:pt x="126" y="485"/>
                        </a:lnTo>
                        <a:lnTo>
                          <a:pt x="101" y="491"/>
                        </a:lnTo>
                        <a:lnTo>
                          <a:pt x="77" y="495"/>
                        </a:lnTo>
                        <a:lnTo>
                          <a:pt x="51" y="498"/>
                        </a:lnTo>
                        <a:lnTo>
                          <a:pt x="27" y="501"/>
                        </a:lnTo>
                        <a:lnTo>
                          <a:pt x="0" y="501"/>
                        </a:lnTo>
                        <a:lnTo>
                          <a:pt x="0" y="665"/>
                        </a:lnTo>
                        <a:close/>
                      </a:path>
                    </a:pathLst>
                  </a:custGeom>
                  <a:solidFill>
                    <a:srgbClr val="EF2B2F"/>
                  </a:solidFill>
                  <a:ln>
                    <a:noFill/>
                  </a:ln>
                </p:spPr>
                <p:txBody>
                  <a:bodyPr/>
                  <a:lstStyle/>
                  <a:p>
                    <a:pPr>
                      <a:defRPr/>
                    </a:pPr>
                    <a:endParaRPr lang="en-US" sz="1050">
                      <a:latin typeface="+mj-lt"/>
                    </a:endParaRPr>
                  </a:p>
                </p:txBody>
              </p:sp>
              <p:sp>
                <p:nvSpPr>
                  <p:cNvPr id="41531" name="Freeform 497">
                    <a:extLst>
                      <a:ext uri="{FF2B5EF4-FFF2-40B4-BE49-F238E27FC236}">
                        <a16:creationId xmlns="" xmlns:a16="http://schemas.microsoft.com/office/drawing/2014/main" id="{48A7C20B-DB4F-E344-AF84-ABF4051652BA}"/>
                      </a:ext>
                    </a:extLst>
                  </p:cNvPr>
                  <p:cNvSpPr>
                    <a:spLocks/>
                  </p:cNvSpPr>
                  <p:nvPr/>
                </p:nvSpPr>
                <p:spPr bwMode="auto">
                  <a:xfrm>
                    <a:off x="2551" y="2499"/>
                    <a:ext cx="109" cy="110"/>
                  </a:xfrm>
                  <a:custGeom>
                    <a:avLst/>
                    <a:gdLst>
                      <a:gd name="T0" fmla="*/ 0 w 664"/>
                      <a:gd name="T1" fmla="*/ 0 h 665"/>
                      <a:gd name="T2" fmla="*/ 0 w 664"/>
                      <a:gd name="T3" fmla="*/ 0 h 665"/>
                      <a:gd name="T4" fmla="*/ 0 w 664"/>
                      <a:gd name="T5" fmla="*/ 0 h 665"/>
                      <a:gd name="T6" fmla="*/ 0 w 664"/>
                      <a:gd name="T7" fmla="*/ 0 h 665"/>
                      <a:gd name="T8" fmla="*/ 0 w 664"/>
                      <a:gd name="T9" fmla="*/ 0 h 665"/>
                      <a:gd name="T10" fmla="*/ 0 w 664"/>
                      <a:gd name="T11" fmla="*/ 0 h 665"/>
                      <a:gd name="T12" fmla="*/ 0 w 664"/>
                      <a:gd name="T13" fmla="*/ 0 h 665"/>
                      <a:gd name="T14" fmla="*/ 0 w 664"/>
                      <a:gd name="T15" fmla="*/ 0 h 665"/>
                      <a:gd name="T16" fmla="*/ 0 w 664"/>
                      <a:gd name="T17" fmla="*/ 0 h 665"/>
                      <a:gd name="T18" fmla="*/ 0 w 664"/>
                      <a:gd name="T19" fmla="*/ 0 h 665"/>
                      <a:gd name="T20" fmla="*/ 0 w 664"/>
                      <a:gd name="T21" fmla="*/ 0 h 665"/>
                      <a:gd name="T22" fmla="*/ 0 w 664"/>
                      <a:gd name="T23" fmla="*/ 0 h 665"/>
                      <a:gd name="T24" fmla="*/ 0 w 664"/>
                      <a:gd name="T25" fmla="*/ 0 h 665"/>
                      <a:gd name="T26" fmla="*/ 0 w 664"/>
                      <a:gd name="T27" fmla="*/ 0 h 665"/>
                      <a:gd name="T28" fmla="*/ 0 w 664"/>
                      <a:gd name="T29" fmla="*/ 0 h 665"/>
                      <a:gd name="T30" fmla="*/ 0 w 664"/>
                      <a:gd name="T31" fmla="*/ 0 h 665"/>
                      <a:gd name="T32" fmla="*/ 0 w 664"/>
                      <a:gd name="T33" fmla="*/ 0 h 665"/>
                      <a:gd name="T34" fmla="*/ 0 w 664"/>
                      <a:gd name="T35" fmla="*/ 0 h 665"/>
                      <a:gd name="T36" fmla="*/ 0 w 664"/>
                      <a:gd name="T37" fmla="*/ 0 h 665"/>
                      <a:gd name="T38" fmla="*/ 0 w 664"/>
                      <a:gd name="T39" fmla="*/ 0 h 665"/>
                      <a:gd name="T40" fmla="*/ 0 w 664"/>
                      <a:gd name="T41" fmla="*/ 0 h 665"/>
                      <a:gd name="T42" fmla="*/ 0 w 664"/>
                      <a:gd name="T43" fmla="*/ 0 h 665"/>
                      <a:gd name="T44" fmla="*/ 0 w 664"/>
                      <a:gd name="T45" fmla="*/ 0 h 665"/>
                      <a:gd name="T46" fmla="*/ 0 w 664"/>
                      <a:gd name="T47" fmla="*/ 0 h 665"/>
                      <a:gd name="T48" fmla="*/ 0 w 664"/>
                      <a:gd name="T49" fmla="*/ 0 h 665"/>
                      <a:gd name="T50" fmla="*/ 0 w 664"/>
                      <a:gd name="T51" fmla="*/ 0 h 665"/>
                      <a:gd name="T52" fmla="*/ 0 w 664"/>
                      <a:gd name="T53" fmla="*/ 0 h 665"/>
                      <a:gd name="T54" fmla="*/ 0 w 664"/>
                      <a:gd name="T55" fmla="*/ 0 h 665"/>
                      <a:gd name="T56" fmla="*/ 0 w 664"/>
                      <a:gd name="T57" fmla="*/ 0 h 665"/>
                      <a:gd name="T58" fmla="*/ 0 w 664"/>
                      <a:gd name="T59" fmla="*/ 0 h 665"/>
                      <a:gd name="T60" fmla="*/ 0 w 664"/>
                      <a:gd name="T61" fmla="*/ 0 h 665"/>
                      <a:gd name="T62" fmla="*/ 0 w 664"/>
                      <a:gd name="T63" fmla="*/ 0 h 665"/>
                      <a:gd name="T64" fmla="*/ 0 w 664"/>
                      <a:gd name="T65" fmla="*/ 0 h 665"/>
                      <a:gd name="T66" fmla="*/ 0 w 664"/>
                      <a:gd name="T67" fmla="*/ 0 h 66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4"/>
                      <a:gd name="T103" fmla="*/ 0 h 665"/>
                      <a:gd name="T104" fmla="*/ 664 w 664"/>
                      <a:gd name="T105" fmla="*/ 665 h 66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4" h="665">
                        <a:moveTo>
                          <a:pt x="0" y="0"/>
                        </a:moveTo>
                        <a:lnTo>
                          <a:pt x="0" y="0"/>
                        </a:lnTo>
                        <a:lnTo>
                          <a:pt x="1" y="34"/>
                        </a:lnTo>
                        <a:lnTo>
                          <a:pt x="4" y="68"/>
                        </a:lnTo>
                        <a:lnTo>
                          <a:pt x="8" y="101"/>
                        </a:lnTo>
                        <a:lnTo>
                          <a:pt x="14" y="133"/>
                        </a:lnTo>
                        <a:lnTo>
                          <a:pt x="21" y="167"/>
                        </a:lnTo>
                        <a:lnTo>
                          <a:pt x="30" y="198"/>
                        </a:lnTo>
                        <a:lnTo>
                          <a:pt x="41" y="229"/>
                        </a:lnTo>
                        <a:lnTo>
                          <a:pt x="53" y="259"/>
                        </a:lnTo>
                        <a:lnTo>
                          <a:pt x="67" y="288"/>
                        </a:lnTo>
                        <a:lnTo>
                          <a:pt x="81" y="316"/>
                        </a:lnTo>
                        <a:lnTo>
                          <a:pt x="96" y="344"/>
                        </a:lnTo>
                        <a:lnTo>
                          <a:pt x="114" y="372"/>
                        </a:lnTo>
                        <a:lnTo>
                          <a:pt x="133" y="397"/>
                        </a:lnTo>
                        <a:lnTo>
                          <a:pt x="152" y="423"/>
                        </a:lnTo>
                        <a:lnTo>
                          <a:pt x="173" y="446"/>
                        </a:lnTo>
                        <a:lnTo>
                          <a:pt x="195" y="470"/>
                        </a:lnTo>
                        <a:lnTo>
                          <a:pt x="219" y="492"/>
                        </a:lnTo>
                        <a:lnTo>
                          <a:pt x="242" y="513"/>
                        </a:lnTo>
                        <a:lnTo>
                          <a:pt x="267" y="532"/>
                        </a:lnTo>
                        <a:lnTo>
                          <a:pt x="294" y="551"/>
                        </a:lnTo>
                        <a:lnTo>
                          <a:pt x="321" y="568"/>
                        </a:lnTo>
                        <a:lnTo>
                          <a:pt x="348" y="584"/>
                        </a:lnTo>
                        <a:lnTo>
                          <a:pt x="377" y="599"/>
                        </a:lnTo>
                        <a:lnTo>
                          <a:pt x="407" y="613"/>
                        </a:lnTo>
                        <a:lnTo>
                          <a:pt x="437" y="624"/>
                        </a:lnTo>
                        <a:lnTo>
                          <a:pt x="467" y="635"/>
                        </a:lnTo>
                        <a:lnTo>
                          <a:pt x="499" y="644"/>
                        </a:lnTo>
                        <a:lnTo>
                          <a:pt x="531" y="650"/>
                        </a:lnTo>
                        <a:lnTo>
                          <a:pt x="563" y="657"/>
                        </a:lnTo>
                        <a:lnTo>
                          <a:pt x="597" y="661"/>
                        </a:lnTo>
                        <a:lnTo>
                          <a:pt x="631" y="664"/>
                        </a:lnTo>
                        <a:lnTo>
                          <a:pt x="664" y="665"/>
                        </a:lnTo>
                        <a:lnTo>
                          <a:pt x="664" y="501"/>
                        </a:lnTo>
                        <a:lnTo>
                          <a:pt x="639" y="501"/>
                        </a:lnTo>
                        <a:lnTo>
                          <a:pt x="613" y="498"/>
                        </a:lnTo>
                        <a:lnTo>
                          <a:pt x="588" y="495"/>
                        </a:lnTo>
                        <a:lnTo>
                          <a:pt x="563" y="491"/>
                        </a:lnTo>
                        <a:lnTo>
                          <a:pt x="539" y="485"/>
                        </a:lnTo>
                        <a:lnTo>
                          <a:pt x="516" y="478"/>
                        </a:lnTo>
                        <a:lnTo>
                          <a:pt x="492" y="471"/>
                        </a:lnTo>
                        <a:lnTo>
                          <a:pt x="470" y="462"/>
                        </a:lnTo>
                        <a:lnTo>
                          <a:pt x="448" y="452"/>
                        </a:lnTo>
                        <a:lnTo>
                          <a:pt x="426" y="441"/>
                        </a:lnTo>
                        <a:lnTo>
                          <a:pt x="406" y="429"/>
                        </a:lnTo>
                        <a:lnTo>
                          <a:pt x="385" y="415"/>
                        </a:lnTo>
                        <a:lnTo>
                          <a:pt x="366" y="402"/>
                        </a:lnTo>
                        <a:lnTo>
                          <a:pt x="347" y="386"/>
                        </a:lnTo>
                        <a:lnTo>
                          <a:pt x="328" y="371"/>
                        </a:lnTo>
                        <a:lnTo>
                          <a:pt x="312" y="354"/>
                        </a:lnTo>
                        <a:lnTo>
                          <a:pt x="294" y="336"/>
                        </a:lnTo>
                        <a:lnTo>
                          <a:pt x="278" y="319"/>
                        </a:lnTo>
                        <a:lnTo>
                          <a:pt x="264" y="300"/>
                        </a:lnTo>
                        <a:lnTo>
                          <a:pt x="250" y="280"/>
                        </a:lnTo>
                        <a:lnTo>
                          <a:pt x="236" y="260"/>
                        </a:lnTo>
                        <a:lnTo>
                          <a:pt x="224" y="239"/>
                        </a:lnTo>
                        <a:lnTo>
                          <a:pt x="214" y="217"/>
                        </a:lnTo>
                        <a:lnTo>
                          <a:pt x="204" y="194"/>
                        </a:lnTo>
                        <a:lnTo>
                          <a:pt x="195" y="172"/>
                        </a:lnTo>
                        <a:lnTo>
                          <a:pt x="186" y="149"/>
                        </a:lnTo>
                        <a:lnTo>
                          <a:pt x="180" y="126"/>
                        </a:lnTo>
                        <a:lnTo>
                          <a:pt x="174" y="101"/>
                        </a:lnTo>
                        <a:lnTo>
                          <a:pt x="170" y="77"/>
                        </a:lnTo>
                        <a:lnTo>
                          <a:pt x="166" y="51"/>
                        </a:lnTo>
                        <a:lnTo>
                          <a:pt x="165" y="27"/>
                        </a:lnTo>
                        <a:lnTo>
                          <a:pt x="164" y="0"/>
                        </a:lnTo>
                        <a:lnTo>
                          <a:pt x="0" y="0"/>
                        </a:lnTo>
                        <a:close/>
                      </a:path>
                    </a:pathLst>
                  </a:custGeom>
                  <a:solidFill>
                    <a:srgbClr val="EF2B2F"/>
                  </a:solidFill>
                  <a:ln>
                    <a:noFill/>
                  </a:ln>
                </p:spPr>
                <p:txBody>
                  <a:bodyPr/>
                  <a:lstStyle/>
                  <a:p>
                    <a:pPr>
                      <a:defRPr/>
                    </a:pPr>
                    <a:endParaRPr lang="en-US" sz="1050">
                      <a:latin typeface="+mj-lt"/>
                    </a:endParaRPr>
                  </a:p>
                </p:txBody>
              </p:sp>
              <p:sp>
                <p:nvSpPr>
                  <p:cNvPr id="41532" name="Freeform 498">
                    <a:extLst>
                      <a:ext uri="{FF2B5EF4-FFF2-40B4-BE49-F238E27FC236}">
                        <a16:creationId xmlns="" xmlns:a16="http://schemas.microsoft.com/office/drawing/2014/main" id="{F2D41421-103F-B28E-CD24-B3DA1E3A2C97}"/>
                      </a:ext>
                    </a:extLst>
                  </p:cNvPr>
                  <p:cNvSpPr>
                    <a:spLocks/>
                  </p:cNvSpPr>
                  <p:nvPr/>
                </p:nvSpPr>
                <p:spPr bwMode="auto">
                  <a:xfrm>
                    <a:off x="2551" y="2385"/>
                    <a:ext cx="109" cy="114"/>
                  </a:xfrm>
                  <a:custGeom>
                    <a:avLst/>
                    <a:gdLst>
                      <a:gd name="T0" fmla="*/ 0 w 664"/>
                      <a:gd name="T1" fmla="*/ 0 h 664"/>
                      <a:gd name="T2" fmla="*/ 0 w 664"/>
                      <a:gd name="T3" fmla="*/ 0 h 664"/>
                      <a:gd name="T4" fmla="*/ 0 w 664"/>
                      <a:gd name="T5" fmla="*/ 0 h 664"/>
                      <a:gd name="T6" fmla="*/ 0 w 664"/>
                      <a:gd name="T7" fmla="*/ 0 h 664"/>
                      <a:gd name="T8" fmla="*/ 0 w 664"/>
                      <a:gd name="T9" fmla="*/ 0 h 664"/>
                      <a:gd name="T10" fmla="*/ 0 w 664"/>
                      <a:gd name="T11" fmla="*/ 0 h 664"/>
                      <a:gd name="T12" fmla="*/ 0 w 664"/>
                      <a:gd name="T13" fmla="*/ 0 h 664"/>
                      <a:gd name="T14" fmla="*/ 0 w 664"/>
                      <a:gd name="T15" fmla="*/ 0 h 664"/>
                      <a:gd name="T16" fmla="*/ 0 w 664"/>
                      <a:gd name="T17" fmla="*/ 0 h 664"/>
                      <a:gd name="T18" fmla="*/ 0 w 664"/>
                      <a:gd name="T19" fmla="*/ 0 h 664"/>
                      <a:gd name="T20" fmla="*/ 0 w 664"/>
                      <a:gd name="T21" fmla="*/ 0 h 664"/>
                      <a:gd name="T22" fmla="*/ 0 w 664"/>
                      <a:gd name="T23" fmla="*/ 0 h 664"/>
                      <a:gd name="T24" fmla="*/ 0 w 664"/>
                      <a:gd name="T25" fmla="*/ 0 h 664"/>
                      <a:gd name="T26" fmla="*/ 0 w 664"/>
                      <a:gd name="T27" fmla="*/ 0 h 664"/>
                      <a:gd name="T28" fmla="*/ 0 w 664"/>
                      <a:gd name="T29" fmla="*/ 0 h 664"/>
                      <a:gd name="T30" fmla="*/ 0 w 664"/>
                      <a:gd name="T31" fmla="*/ 0 h 664"/>
                      <a:gd name="T32" fmla="*/ 0 w 664"/>
                      <a:gd name="T33" fmla="*/ 0 h 664"/>
                      <a:gd name="T34" fmla="*/ 0 w 664"/>
                      <a:gd name="T35" fmla="*/ 0 h 664"/>
                      <a:gd name="T36" fmla="*/ 0 w 664"/>
                      <a:gd name="T37" fmla="*/ 0 h 664"/>
                      <a:gd name="T38" fmla="*/ 0 w 664"/>
                      <a:gd name="T39" fmla="*/ 0 h 664"/>
                      <a:gd name="T40" fmla="*/ 0 w 664"/>
                      <a:gd name="T41" fmla="*/ 0 h 664"/>
                      <a:gd name="T42" fmla="*/ 0 w 664"/>
                      <a:gd name="T43" fmla="*/ 0 h 664"/>
                      <a:gd name="T44" fmla="*/ 0 w 664"/>
                      <a:gd name="T45" fmla="*/ 0 h 664"/>
                      <a:gd name="T46" fmla="*/ 0 w 664"/>
                      <a:gd name="T47" fmla="*/ 0 h 664"/>
                      <a:gd name="T48" fmla="*/ 0 w 664"/>
                      <a:gd name="T49" fmla="*/ 0 h 664"/>
                      <a:gd name="T50" fmla="*/ 0 w 664"/>
                      <a:gd name="T51" fmla="*/ 0 h 664"/>
                      <a:gd name="T52" fmla="*/ 0 w 664"/>
                      <a:gd name="T53" fmla="*/ 0 h 664"/>
                      <a:gd name="T54" fmla="*/ 0 w 664"/>
                      <a:gd name="T55" fmla="*/ 0 h 664"/>
                      <a:gd name="T56" fmla="*/ 0 w 664"/>
                      <a:gd name="T57" fmla="*/ 0 h 664"/>
                      <a:gd name="T58" fmla="*/ 0 w 664"/>
                      <a:gd name="T59" fmla="*/ 0 h 664"/>
                      <a:gd name="T60" fmla="*/ 0 w 664"/>
                      <a:gd name="T61" fmla="*/ 0 h 664"/>
                      <a:gd name="T62" fmla="*/ 0 w 664"/>
                      <a:gd name="T63" fmla="*/ 0 h 664"/>
                      <a:gd name="T64" fmla="*/ 0 w 664"/>
                      <a:gd name="T65" fmla="*/ 0 h 664"/>
                      <a:gd name="T66" fmla="*/ 0 w 664"/>
                      <a:gd name="T67" fmla="*/ 0 h 6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4"/>
                      <a:gd name="T103" fmla="*/ 0 h 664"/>
                      <a:gd name="T104" fmla="*/ 664 w 664"/>
                      <a:gd name="T105" fmla="*/ 664 h 66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4" h="664">
                        <a:moveTo>
                          <a:pt x="664" y="0"/>
                        </a:moveTo>
                        <a:lnTo>
                          <a:pt x="664" y="0"/>
                        </a:lnTo>
                        <a:lnTo>
                          <a:pt x="630" y="1"/>
                        </a:lnTo>
                        <a:lnTo>
                          <a:pt x="597" y="4"/>
                        </a:lnTo>
                        <a:lnTo>
                          <a:pt x="563" y="8"/>
                        </a:lnTo>
                        <a:lnTo>
                          <a:pt x="531" y="14"/>
                        </a:lnTo>
                        <a:lnTo>
                          <a:pt x="499" y="22"/>
                        </a:lnTo>
                        <a:lnTo>
                          <a:pt x="467" y="30"/>
                        </a:lnTo>
                        <a:lnTo>
                          <a:pt x="437" y="41"/>
                        </a:lnTo>
                        <a:lnTo>
                          <a:pt x="407" y="53"/>
                        </a:lnTo>
                        <a:lnTo>
                          <a:pt x="377" y="66"/>
                        </a:lnTo>
                        <a:lnTo>
                          <a:pt x="348" y="81"/>
                        </a:lnTo>
                        <a:lnTo>
                          <a:pt x="321" y="98"/>
                        </a:lnTo>
                        <a:lnTo>
                          <a:pt x="294" y="114"/>
                        </a:lnTo>
                        <a:lnTo>
                          <a:pt x="267" y="133"/>
                        </a:lnTo>
                        <a:lnTo>
                          <a:pt x="242" y="153"/>
                        </a:lnTo>
                        <a:lnTo>
                          <a:pt x="219" y="173"/>
                        </a:lnTo>
                        <a:lnTo>
                          <a:pt x="195" y="195"/>
                        </a:lnTo>
                        <a:lnTo>
                          <a:pt x="173" y="218"/>
                        </a:lnTo>
                        <a:lnTo>
                          <a:pt x="152" y="243"/>
                        </a:lnTo>
                        <a:lnTo>
                          <a:pt x="133" y="267"/>
                        </a:lnTo>
                        <a:lnTo>
                          <a:pt x="114" y="294"/>
                        </a:lnTo>
                        <a:lnTo>
                          <a:pt x="96" y="320"/>
                        </a:lnTo>
                        <a:lnTo>
                          <a:pt x="81" y="348"/>
                        </a:lnTo>
                        <a:lnTo>
                          <a:pt x="67" y="377"/>
                        </a:lnTo>
                        <a:lnTo>
                          <a:pt x="53" y="407"/>
                        </a:lnTo>
                        <a:lnTo>
                          <a:pt x="41" y="437"/>
                        </a:lnTo>
                        <a:lnTo>
                          <a:pt x="30" y="467"/>
                        </a:lnTo>
                        <a:lnTo>
                          <a:pt x="21" y="499"/>
                        </a:lnTo>
                        <a:lnTo>
                          <a:pt x="14" y="531"/>
                        </a:lnTo>
                        <a:lnTo>
                          <a:pt x="8" y="563"/>
                        </a:lnTo>
                        <a:lnTo>
                          <a:pt x="4" y="597"/>
                        </a:lnTo>
                        <a:lnTo>
                          <a:pt x="1" y="631"/>
                        </a:lnTo>
                        <a:lnTo>
                          <a:pt x="0" y="664"/>
                        </a:lnTo>
                        <a:lnTo>
                          <a:pt x="164" y="664"/>
                        </a:lnTo>
                        <a:lnTo>
                          <a:pt x="165" y="639"/>
                        </a:lnTo>
                        <a:lnTo>
                          <a:pt x="166" y="613"/>
                        </a:lnTo>
                        <a:lnTo>
                          <a:pt x="170" y="588"/>
                        </a:lnTo>
                        <a:lnTo>
                          <a:pt x="174" y="563"/>
                        </a:lnTo>
                        <a:lnTo>
                          <a:pt x="180" y="540"/>
                        </a:lnTo>
                        <a:lnTo>
                          <a:pt x="186" y="516"/>
                        </a:lnTo>
                        <a:lnTo>
                          <a:pt x="195" y="492"/>
                        </a:lnTo>
                        <a:lnTo>
                          <a:pt x="204" y="470"/>
                        </a:lnTo>
                        <a:lnTo>
                          <a:pt x="214" y="448"/>
                        </a:lnTo>
                        <a:lnTo>
                          <a:pt x="224" y="427"/>
                        </a:lnTo>
                        <a:lnTo>
                          <a:pt x="236" y="406"/>
                        </a:lnTo>
                        <a:lnTo>
                          <a:pt x="250" y="385"/>
                        </a:lnTo>
                        <a:lnTo>
                          <a:pt x="264" y="366"/>
                        </a:lnTo>
                        <a:lnTo>
                          <a:pt x="278" y="347"/>
                        </a:lnTo>
                        <a:lnTo>
                          <a:pt x="294" y="328"/>
                        </a:lnTo>
                        <a:lnTo>
                          <a:pt x="312" y="312"/>
                        </a:lnTo>
                        <a:lnTo>
                          <a:pt x="328" y="295"/>
                        </a:lnTo>
                        <a:lnTo>
                          <a:pt x="347" y="278"/>
                        </a:lnTo>
                        <a:lnTo>
                          <a:pt x="366" y="264"/>
                        </a:lnTo>
                        <a:lnTo>
                          <a:pt x="385" y="249"/>
                        </a:lnTo>
                        <a:lnTo>
                          <a:pt x="406" y="236"/>
                        </a:lnTo>
                        <a:lnTo>
                          <a:pt x="426" y="225"/>
                        </a:lnTo>
                        <a:lnTo>
                          <a:pt x="448" y="214"/>
                        </a:lnTo>
                        <a:lnTo>
                          <a:pt x="470" y="204"/>
                        </a:lnTo>
                        <a:lnTo>
                          <a:pt x="492" y="195"/>
                        </a:lnTo>
                        <a:lnTo>
                          <a:pt x="516" y="186"/>
                        </a:lnTo>
                        <a:lnTo>
                          <a:pt x="540" y="180"/>
                        </a:lnTo>
                        <a:lnTo>
                          <a:pt x="563" y="174"/>
                        </a:lnTo>
                        <a:lnTo>
                          <a:pt x="588" y="170"/>
                        </a:lnTo>
                        <a:lnTo>
                          <a:pt x="613" y="166"/>
                        </a:lnTo>
                        <a:lnTo>
                          <a:pt x="639" y="165"/>
                        </a:lnTo>
                        <a:lnTo>
                          <a:pt x="664" y="164"/>
                        </a:lnTo>
                        <a:lnTo>
                          <a:pt x="664" y="0"/>
                        </a:lnTo>
                        <a:close/>
                      </a:path>
                    </a:pathLst>
                  </a:custGeom>
                  <a:solidFill>
                    <a:srgbClr val="EF2B2F"/>
                  </a:solidFill>
                  <a:ln>
                    <a:noFill/>
                  </a:ln>
                </p:spPr>
                <p:txBody>
                  <a:bodyPr/>
                  <a:lstStyle/>
                  <a:p>
                    <a:pPr>
                      <a:defRPr/>
                    </a:pPr>
                    <a:endParaRPr lang="en-US" sz="1050">
                      <a:latin typeface="+mj-lt"/>
                    </a:endParaRPr>
                  </a:p>
                </p:txBody>
              </p:sp>
              <p:sp>
                <p:nvSpPr>
                  <p:cNvPr id="41533" name="Freeform 499">
                    <a:extLst>
                      <a:ext uri="{FF2B5EF4-FFF2-40B4-BE49-F238E27FC236}">
                        <a16:creationId xmlns="" xmlns:a16="http://schemas.microsoft.com/office/drawing/2014/main" id="{25E3C99E-7F1E-628B-3481-37E8F2F858E7}"/>
                      </a:ext>
                    </a:extLst>
                  </p:cNvPr>
                  <p:cNvSpPr>
                    <a:spLocks/>
                  </p:cNvSpPr>
                  <p:nvPr/>
                </p:nvSpPr>
                <p:spPr bwMode="auto">
                  <a:xfrm>
                    <a:off x="2681" y="2035"/>
                    <a:ext cx="196" cy="193"/>
                  </a:xfrm>
                  <a:custGeom>
                    <a:avLst/>
                    <a:gdLst>
                      <a:gd name="T0" fmla="*/ 0 w 1164"/>
                      <a:gd name="T1" fmla="*/ 0 h 1165"/>
                      <a:gd name="T2" fmla="*/ 0 w 1164"/>
                      <a:gd name="T3" fmla="*/ 0 h 1165"/>
                      <a:gd name="T4" fmla="*/ 0 w 1164"/>
                      <a:gd name="T5" fmla="*/ 0 h 1165"/>
                      <a:gd name="T6" fmla="*/ 0 w 1164"/>
                      <a:gd name="T7" fmla="*/ 0 h 1165"/>
                      <a:gd name="T8" fmla="*/ 0 w 1164"/>
                      <a:gd name="T9" fmla="*/ 0 h 1165"/>
                      <a:gd name="T10" fmla="*/ 0 w 1164"/>
                      <a:gd name="T11" fmla="*/ 0 h 1165"/>
                      <a:gd name="T12" fmla="*/ 0 w 1164"/>
                      <a:gd name="T13" fmla="*/ 0 h 1165"/>
                      <a:gd name="T14" fmla="*/ 0 w 1164"/>
                      <a:gd name="T15" fmla="*/ 0 h 1165"/>
                      <a:gd name="T16" fmla="*/ 0 w 1164"/>
                      <a:gd name="T17" fmla="*/ 0 h 1165"/>
                      <a:gd name="T18" fmla="*/ 0 w 1164"/>
                      <a:gd name="T19" fmla="*/ 0 h 1165"/>
                      <a:gd name="T20" fmla="*/ 0 w 1164"/>
                      <a:gd name="T21" fmla="*/ 0 h 1165"/>
                      <a:gd name="T22" fmla="*/ 0 w 1164"/>
                      <a:gd name="T23" fmla="*/ 0 h 1165"/>
                      <a:gd name="T24" fmla="*/ 0 w 1164"/>
                      <a:gd name="T25" fmla="*/ 0 h 1165"/>
                      <a:gd name="T26" fmla="*/ 0 w 1164"/>
                      <a:gd name="T27" fmla="*/ 0 h 1165"/>
                      <a:gd name="T28" fmla="*/ 0 w 1164"/>
                      <a:gd name="T29" fmla="*/ 0 h 1165"/>
                      <a:gd name="T30" fmla="*/ 0 w 1164"/>
                      <a:gd name="T31" fmla="*/ 0 h 1165"/>
                      <a:gd name="T32" fmla="*/ 0 w 1164"/>
                      <a:gd name="T33" fmla="*/ 0 h 1165"/>
                      <a:gd name="T34" fmla="*/ 0 w 1164"/>
                      <a:gd name="T35" fmla="*/ 0 h 1165"/>
                      <a:gd name="T36" fmla="*/ 0 w 1164"/>
                      <a:gd name="T37" fmla="*/ 0 h 1165"/>
                      <a:gd name="T38" fmla="*/ 0 w 1164"/>
                      <a:gd name="T39" fmla="*/ 0 h 1165"/>
                      <a:gd name="T40" fmla="*/ 0 w 1164"/>
                      <a:gd name="T41" fmla="*/ 0 h 1165"/>
                      <a:gd name="T42" fmla="*/ 0 w 1164"/>
                      <a:gd name="T43" fmla="*/ 0 h 1165"/>
                      <a:gd name="T44" fmla="*/ 0 w 1164"/>
                      <a:gd name="T45" fmla="*/ 0 h 1165"/>
                      <a:gd name="T46" fmla="*/ 0 w 1164"/>
                      <a:gd name="T47" fmla="*/ 0 h 1165"/>
                      <a:gd name="T48" fmla="*/ 0 w 1164"/>
                      <a:gd name="T49" fmla="*/ 0 h 1165"/>
                      <a:gd name="T50" fmla="*/ 0 w 1164"/>
                      <a:gd name="T51" fmla="*/ 0 h 1165"/>
                      <a:gd name="T52" fmla="*/ 0 w 1164"/>
                      <a:gd name="T53" fmla="*/ 0 h 1165"/>
                      <a:gd name="T54" fmla="*/ 0 w 1164"/>
                      <a:gd name="T55" fmla="*/ 0 h 1165"/>
                      <a:gd name="T56" fmla="*/ 0 w 1164"/>
                      <a:gd name="T57" fmla="*/ 0 h 1165"/>
                      <a:gd name="T58" fmla="*/ 0 w 1164"/>
                      <a:gd name="T59" fmla="*/ 0 h 1165"/>
                      <a:gd name="T60" fmla="*/ 0 w 1164"/>
                      <a:gd name="T61" fmla="*/ 0 h 1165"/>
                      <a:gd name="T62" fmla="*/ 0 w 1164"/>
                      <a:gd name="T63" fmla="*/ 0 h 1165"/>
                      <a:gd name="T64" fmla="*/ 0 w 1164"/>
                      <a:gd name="T65" fmla="*/ 0 h 1165"/>
                      <a:gd name="T66" fmla="*/ 0 w 1164"/>
                      <a:gd name="T67" fmla="*/ 0 h 1165"/>
                      <a:gd name="T68" fmla="*/ 0 w 1164"/>
                      <a:gd name="T69" fmla="*/ 0 h 1165"/>
                      <a:gd name="T70" fmla="*/ 0 w 1164"/>
                      <a:gd name="T71" fmla="*/ 0 h 1165"/>
                      <a:gd name="T72" fmla="*/ 0 w 1164"/>
                      <a:gd name="T73" fmla="*/ 0 h 1165"/>
                      <a:gd name="T74" fmla="*/ 0 w 1164"/>
                      <a:gd name="T75" fmla="*/ 0 h 1165"/>
                      <a:gd name="T76" fmla="*/ 0 w 1164"/>
                      <a:gd name="T77" fmla="*/ 0 h 1165"/>
                      <a:gd name="T78" fmla="*/ 0 w 1164"/>
                      <a:gd name="T79" fmla="*/ 0 h 1165"/>
                      <a:gd name="T80" fmla="*/ 0 w 1164"/>
                      <a:gd name="T81" fmla="*/ 0 h 1165"/>
                      <a:gd name="T82" fmla="*/ 0 w 1164"/>
                      <a:gd name="T83" fmla="*/ 0 h 1165"/>
                      <a:gd name="T84" fmla="*/ 0 w 1164"/>
                      <a:gd name="T85" fmla="*/ 0 h 116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64"/>
                      <a:gd name="T130" fmla="*/ 0 h 1165"/>
                      <a:gd name="T131" fmla="*/ 1164 w 1164"/>
                      <a:gd name="T132" fmla="*/ 1165 h 116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64" h="1165">
                        <a:moveTo>
                          <a:pt x="582" y="0"/>
                        </a:moveTo>
                        <a:lnTo>
                          <a:pt x="612" y="1"/>
                        </a:lnTo>
                        <a:lnTo>
                          <a:pt x="641" y="3"/>
                        </a:lnTo>
                        <a:lnTo>
                          <a:pt x="671" y="7"/>
                        </a:lnTo>
                        <a:lnTo>
                          <a:pt x="698" y="12"/>
                        </a:lnTo>
                        <a:lnTo>
                          <a:pt x="727" y="19"/>
                        </a:lnTo>
                        <a:lnTo>
                          <a:pt x="755" y="27"/>
                        </a:lnTo>
                        <a:lnTo>
                          <a:pt x="782" y="36"/>
                        </a:lnTo>
                        <a:lnTo>
                          <a:pt x="808" y="46"/>
                        </a:lnTo>
                        <a:lnTo>
                          <a:pt x="834" y="58"/>
                        </a:lnTo>
                        <a:lnTo>
                          <a:pt x="859" y="71"/>
                        </a:lnTo>
                        <a:lnTo>
                          <a:pt x="884" y="84"/>
                        </a:lnTo>
                        <a:lnTo>
                          <a:pt x="907" y="100"/>
                        </a:lnTo>
                        <a:lnTo>
                          <a:pt x="930" y="117"/>
                        </a:lnTo>
                        <a:lnTo>
                          <a:pt x="951" y="133"/>
                        </a:lnTo>
                        <a:lnTo>
                          <a:pt x="972" y="152"/>
                        </a:lnTo>
                        <a:lnTo>
                          <a:pt x="993" y="171"/>
                        </a:lnTo>
                        <a:lnTo>
                          <a:pt x="1012" y="191"/>
                        </a:lnTo>
                        <a:lnTo>
                          <a:pt x="1031" y="212"/>
                        </a:lnTo>
                        <a:lnTo>
                          <a:pt x="1048" y="234"/>
                        </a:lnTo>
                        <a:lnTo>
                          <a:pt x="1064" y="257"/>
                        </a:lnTo>
                        <a:lnTo>
                          <a:pt x="1080" y="281"/>
                        </a:lnTo>
                        <a:lnTo>
                          <a:pt x="1093" y="305"/>
                        </a:lnTo>
                        <a:lnTo>
                          <a:pt x="1107" y="331"/>
                        </a:lnTo>
                        <a:lnTo>
                          <a:pt x="1118" y="356"/>
                        </a:lnTo>
                        <a:lnTo>
                          <a:pt x="1129" y="383"/>
                        </a:lnTo>
                        <a:lnTo>
                          <a:pt x="1138" y="409"/>
                        </a:lnTo>
                        <a:lnTo>
                          <a:pt x="1145" y="437"/>
                        </a:lnTo>
                        <a:lnTo>
                          <a:pt x="1152" y="465"/>
                        </a:lnTo>
                        <a:lnTo>
                          <a:pt x="1158" y="494"/>
                        </a:lnTo>
                        <a:lnTo>
                          <a:pt x="1161" y="524"/>
                        </a:lnTo>
                        <a:lnTo>
                          <a:pt x="1163" y="552"/>
                        </a:lnTo>
                        <a:lnTo>
                          <a:pt x="1164" y="582"/>
                        </a:lnTo>
                        <a:lnTo>
                          <a:pt x="1163" y="612"/>
                        </a:lnTo>
                        <a:lnTo>
                          <a:pt x="1161" y="642"/>
                        </a:lnTo>
                        <a:lnTo>
                          <a:pt x="1158" y="671"/>
                        </a:lnTo>
                        <a:lnTo>
                          <a:pt x="1152" y="700"/>
                        </a:lnTo>
                        <a:lnTo>
                          <a:pt x="1145" y="728"/>
                        </a:lnTo>
                        <a:lnTo>
                          <a:pt x="1138" y="755"/>
                        </a:lnTo>
                        <a:lnTo>
                          <a:pt x="1129" y="782"/>
                        </a:lnTo>
                        <a:lnTo>
                          <a:pt x="1118" y="809"/>
                        </a:lnTo>
                        <a:lnTo>
                          <a:pt x="1107" y="834"/>
                        </a:lnTo>
                        <a:lnTo>
                          <a:pt x="1093" y="860"/>
                        </a:lnTo>
                        <a:lnTo>
                          <a:pt x="1080" y="884"/>
                        </a:lnTo>
                        <a:lnTo>
                          <a:pt x="1064" y="907"/>
                        </a:lnTo>
                        <a:lnTo>
                          <a:pt x="1048" y="931"/>
                        </a:lnTo>
                        <a:lnTo>
                          <a:pt x="1031" y="953"/>
                        </a:lnTo>
                        <a:lnTo>
                          <a:pt x="1012" y="974"/>
                        </a:lnTo>
                        <a:lnTo>
                          <a:pt x="993" y="994"/>
                        </a:lnTo>
                        <a:lnTo>
                          <a:pt x="972" y="1013"/>
                        </a:lnTo>
                        <a:lnTo>
                          <a:pt x="951" y="1032"/>
                        </a:lnTo>
                        <a:lnTo>
                          <a:pt x="930" y="1048"/>
                        </a:lnTo>
                        <a:lnTo>
                          <a:pt x="907" y="1065"/>
                        </a:lnTo>
                        <a:lnTo>
                          <a:pt x="884" y="1080"/>
                        </a:lnTo>
                        <a:lnTo>
                          <a:pt x="859" y="1094"/>
                        </a:lnTo>
                        <a:lnTo>
                          <a:pt x="834" y="1107"/>
                        </a:lnTo>
                        <a:lnTo>
                          <a:pt x="808" y="1118"/>
                        </a:lnTo>
                        <a:lnTo>
                          <a:pt x="782" y="1129"/>
                        </a:lnTo>
                        <a:lnTo>
                          <a:pt x="755" y="1138"/>
                        </a:lnTo>
                        <a:lnTo>
                          <a:pt x="727" y="1146"/>
                        </a:lnTo>
                        <a:lnTo>
                          <a:pt x="698" y="1153"/>
                        </a:lnTo>
                        <a:lnTo>
                          <a:pt x="671" y="1158"/>
                        </a:lnTo>
                        <a:lnTo>
                          <a:pt x="641" y="1161"/>
                        </a:lnTo>
                        <a:lnTo>
                          <a:pt x="612" y="1164"/>
                        </a:lnTo>
                        <a:lnTo>
                          <a:pt x="582" y="1165"/>
                        </a:lnTo>
                        <a:lnTo>
                          <a:pt x="552" y="1164"/>
                        </a:lnTo>
                        <a:lnTo>
                          <a:pt x="522" y="1161"/>
                        </a:lnTo>
                        <a:lnTo>
                          <a:pt x="493" y="1158"/>
                        </a:lnTo>
                        <a:lnTo>
                          <a:pt x="464" y="1153"/>
                        </a:lnTo>
                        <a:lnTo>
                          <a:pt x="437" y="1146"/>
                        </a:lnTo>
                        <a:lnTo>
                          <a:pt x="409" y="1138"/>
                        </a:lnTo>
                        <a:lnTo>
                          <a:pt x="382" y="1129"/>
                        </a:lnTo>
                        <a:lnTo>
                          <a:pt x="356" y="1118"/>
                        </a:lnTo>
                        <a:lnTo>
                          <a:pt x="330" y="1107"/>
                        </a:lnTo>
                        <a:lnTo>
                          <a:pt x="305" y="1094"/>
                        </a:lnTo>
                        <a:lnTo>
                          <a:pt x="280" y="1080"/>
                        </a:lnTo>
                        <a:lnTo>
                          <a:pt x="257" y="1065"/>
                        </a:lnTo>
                        <a:lnTo>
                          <a:pt x="234" y="1048"/>
                        </a:lnTo>
                        <a:lnTo>
                          <a:pt x="211" y="1032"/>
                        </a:lnTo>
                        <a:lnTo>
                          <a:pt x="190" y="1013"/>
                        </a:lnTo>
                        <a:lnTo>
                          <a:pt x="170" y="994"/>
                        </a:lnTo>
                        <a:lnTo>
                          <a:pt x="152" y="974"/>
                        </a:lnTo>
                        <a:lnTo>
                          <a:pt x="133" y="953"/>
                        </a:lnTo>
                        <a:lnTo>
                          <a:pt x="116" y="931"/>
                        </a:lnTo>
                        <a:lnTo>
                          <a:pt x="99" y="907"/>
                        </a:lnTo>
                        <a:lnTo>
                          <a:pt x="84" y="884"/>
                        </a:lnTo>
                        <a:lnTo>
                          <a:pt x="71" y="860"/>
                        </a:lnTo>
                        <a:lnTo>
                          <a:pt x="57" y="834"/>
                        </a:lnTo>
                        <a:lnTo>
                          <a:pt x="45" y="809"/>
                        </a:lnTo>
                        <a:lnTo>
                          <a:pt x="35" y="782"/>
                        </a:lnTo>
                        <a:lnTo>
                          <a:pt x="26" y="755"/>
                        </a:lnTo>
                        <a:lnTo>
                          <a:pt x="18" y="728"/>
                        </a:lnTo>
                        <a:lnTo>
                          <a:pt x="12" y="700"/>
                        </a:lnTo>
                        <a:lnTo>
                          <a:pt x="6" y="671"/>
                        </a:lnTo>
                        <a:lnTo>
                          <a:pt x="3" y="642"/>
                        </a:lnTo>
                        <a:lnTo>
                          <a:pt x="1" y="612"/>
                        </a:lnTo>
                        <a:lnTo>
                          <a:pt x="0" y="582"/>
                        </a:lnTo>
                        <a:lnTo>
                          <a:pt x="1" y="552"/>
                        </a:lnTo>
                        <a:lnTo>
                          <a:pt x="3" y="524"/>
                        </a:lnTo>
                        <a:lnTo>
                          <a:pt x="6" y="494"/>
                        </a:lnTo>
                        <a:lnTo>
                          <a:pt x="12" y="465"/>
                        </a:lnTo>
                        <a:lnTo>
                          <a:pt x="18" y="437"/>
                        </a:lnTo>
                        <a:lnTo>
                          <a:pt x="26" y="409"/>
                        </a:lnTo>
                        <a:lnTo>
                          <a:pt x="35" y="383"/>
                        </a:lnTo>
                        <a:lnTo>
                          <a:pt x="45" y="356"/>
                        </a:lnTo>
                        <a:lnTo>
                          <a:pt x="57" y="331"/>
                        </a:lnTo>
                        <a:lnTo>
                          <a:pt x="71" y="305"/>
                        </a:lnTo>
                        <a:lnTo>
                          <a:pt x="84" y="281"/>
                        </a:lnTo>
                        <a:lnTo>
                          <a:pt x="99" y="257"/>
                        </a:lnTo>
                        <a:lnTo>
                          <a:pt x="116" y="234"/>
                        </a:lnTo>
                        <a:lnTo>
                          <a:pt x="133" y="212"/>
                        </a:lnTo>
                        <a:lnTo>
                          <a:pt x="152" y="191"/>
                        </a:lnTo>
                        <a:lnTo>
                          <a:pt x="170" y="171"/>
                        </a:lnTo>
                        <a:lnTo>
                          <a:pt x="190" y="152"/>
                        </a:lnTo>
                        <a:lnTo>
                          <a:pt x="211" y="133"/>
                        </a:lnTo>
                        <a:lnTo>
                          <a:pt x="234" y="117"/>
                        </a:lnTo>
                        <a:lnTo>
                          <a:pt x="257" y="100"/>
                        </a:lnTo>
                        <a:lnTo>
                          <a:pt x="280" y="84"/>
                        </a:lnTo>
                        <a:lnTo>
                          <a:pt x="305" y="71"/>
                        </a:lnTo>
                        <a:lnTo>
                          <a:pt x="330" y="58"/>
                        </a:lnTo>
                        <a:lnTo>
                          <a:pt x="356" y="46"/>
                        </a:lnTo>
                        <a:lnTo>
                          <a:pt x="382" y="36"/>
                        </a:lnTo>
                        <a:lnTo>
                          <a:pt x="409" y="27"/>
                        </a:lnTo>
                        <a:lnTo>
                          <a:pt x="437" y="19"/>
                        </a:lnTo>
                        <a:lnTo>
                          <a:pt x="464" y="12"/>
                        </a:lnTo>
                        <a:lnTo>
                          <a:pt x="493" y="7"/>
                        </a:lnTo>
                        <a:lnTo>
                          <a:pt x="522" y="3"/>
                        </a:lnTo>
                        <a:lnTo>
                          <a:pt x="552" y="1"/>
                        </a:lnTo>
                        <a:lnTo>
                          <a:pt x="582" y="0"/>
                        </a:lnTo>
                        <a:close/>
                      </a:path>
                    </a:pathLst>
                  </a:custGeom>
                  <a:solidFill>
                    <a:srgbClr val="DC2B19"/>
                  </a:solidFill>
                  <a:ln>
                    <a:noFill/>
                  </a:ln>
                </p:spPr>
                <p:txBody>
                  <a:bodyPr/>
                  <a:lstStyle/>
                  <a:p>
                    <a:pPr>
                      <a:defRPr/>
                    </a:pPr>
                    <a:endParaRPr lang="en-US" sz="1050">
                      <a:latin typeface="+mj-lt"/>
                    </a:endParaRPr>
                  </a:p>
                </p:txBody>
              </p:sp>
              <p:sp>
                <p:nvSpPr>
                  <p:cNvPr id="41534" name="Freeform 500">
                    <a:extLst>
                      <a:ext uri="{FF2B5EF4-FFF2-40B4-BE49-F238E27FC236}">
                        <a16:creationId xmlns="" xmlns:a16="http://schemas.microsoft.com/office/drawing/2014/main" id="{B10C7475-DD8E-4B54-E776-52D5A25B8E8F}"/>
                      </a:ext>
                    </a:extLst>
                  </p:cNvPr>
                  <p:cNvSpPr>
                    <a:spLocks/>
                  </p:cNvSpPr>
                  <p:nvPr/>
                </p:nvSpPr>
                <p:spPr bwMode="auto">
                  <a:xfrm>
                    <a:off x="2777" y="2024"/>
                    <a:ext cx="113" cy="110"/>
                  </a:xfrm>
                  <a:custGeom>
                    <a:avLst/>
                    <a:gdLst>
                      <a:gd name="T0" fmla="*/ 0 w 664"/>
                      <a:gd name="T1" fmla="*/ 0 h 664"/>
                      <a:gd name="T2" fmla="*/ 0 w 664"/>
                      <a:gd name="T3" fmla="*/ 0 h 664"/>
                      <a:gd name="T4" fmla="*/ 0 w 664"/>
                      <a:gd name="T5" fmla="*/ 0 h 664"/>
                      <a:gd name="T6" fmla="*/ 0 w 664"/>
                      <a:gd name="T7" fmla="*/ 0 h 664"/>
                      <a:gd name="T8" fmla="*/ 0 w 664"/>
                      <a:gd name="T9" fmla="*/ 0 h 664"/>
                      <a:gd name="T10" fmla="*/ 0 w 664"/>
                      <a:gd name="T11" fmla="*/ 0 h 664"/>
                      <a:gd name="T12" fmla="*/ 0 w 664"/>
                      <a:gd name="T13" fmla="*/ 0 h 664"/>
                      <a:gd name="T14" fmla="*/ 0 w 664"/>
                      <a:gd name="T15" fmla="*/ 0 h 664"/>
                      <a:gd name="T16" fmla="*/ 0 w 664"/>
                      <a:gd name="T17" fmla="*/ 0 h 664"/>
                      <a:gd name="T18" fmla="*/ 0 w 664"/>
                      <a:gd name="T19" fmla="*/ 0 h 664"/>
                      <a:gd name="T20" fmla="*/ 0 w 664"/>
                      <a:gd name="T21" fmla="*/ 0 h 664"/>
                      <a:gd name="T22" fmla="*/ 0 w 664"/>
                      <a:gd name="T23" fmla="*/ 0 h 664"/>
                      <a:gd name="T24" fmla="*/ 0 w 664"/>
                      <a:gd name="T25" fmla="*/ 0 h 664"/>
                      <a:gd name="T26" fmla="*/ 0 w 664"/>
                      <a:gd name="T27" fmla="*/ 0 h 664"/>
                      <a:gd name="T28" fmla="*/ 0 w 664"/>
                      <a:gd name="T29" fmla="*/ 0 h 664"/>
                      <a:gd name="T30" fmla="*/ 0 w 664"/>
                      <a:gd name="T31" fmla="*/ 0 h 664"/>
                      <a:gd name="T32" fmla="*/ 0 w 664"/>
                      <a:gd name="T33" fmla="*/ 0 h 664"/>
                      <a:gd name="T34" fmla="*/ 0 w 664"/>
                      <a:gd name="T35" fmla="*/ 0 h 664"/>
                      <a:gd name="T36" fmla="*/ 0 w 664"/>
                      <a:gd name="T37" fmla="*/ 0 h 664"/>
                      <a:gd name="T38" fmla="*/ 0 w 664"/>
                      <a:gd name="T39" fmla="*/ 0 h 664"/>
                      <a:gd name="T40" fmla="*/ 0 w 664"/>
                      <a:gd name="T41" fmla="*/ 0 h 664"/>
                      <a:gd name="T42" fmla="*/ 0 w 664"/>
                      <a:gd name="T43" fmla="*/ 0 h 664"/>
                      <a:gd name="T44" fmla="*/ 0 w 664"/>
                      <a:gd name="T45" fmla="*/ 0 h 664"/>
                      <a:gd name="T46" fmla="*/ 0 w 664"/>
                      <a:gd name="T47" fmla="*/ 0 h 664"/>
                      <a:gd name="T48" fmla="*/ 0 w 664"/>
                      <a:gd name="T49" fmla="*/ 0 h 664"/>
                      <a:gd name="T50" fmla="*/ 0 w 664"/>
                      <a:gd name="T51" fmla="*/ 0 h 664"/>
                      <a:gd name="T52" fmla="*/ 0 w 664"/>
                      <a:gd name="T53" fmla="*/ 0 h 664"/>
                      <a:gd name="T54" fmla="*/ 0 w 664"/>
                      <a:gd name="T55" fmla="*/ 0 h 664"/>
                      <a:gd name="T56" fmla="*/ 0 w 664"/>
                      <a:gd name="T57" fmla="*/ 0 h 664"/>
                      <a:gd name="T58" fmla="*/ 0 w 664"/>
                      <a:gd name="T59" fmla="*/ 0 h 664"/>
                      <a:gd name="T60" fmla="*/ 0 w 664"/>
                      <a:gd name="T61" fmla="*/ 0 h 664"/>
                      <a:gd name="T62" fmla="*/ 0 w 664"/>
                      <a:gd name="T63" fmla="*/ 0 h 664"/>
                      <a:gd name="T64" fmla="*/ 0 w 664"/>
                      <a:gd name="T65" fmla="*/ 0 h 664"/>
                      <a:gd name="T66" fmla="*/ 0 w 664"/>
                      <a:gd name="T67" fmla="*/ 0 h 6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4"/>
                      <a:gd name="T103" fmla="*/ 0 h 664"/>
                      <a:gd name="T104" fmla="*/ 664 w 664"/>
                      <a:gd name="T105" fmla="*/ 664 h 66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4" h="664">
                        <a:moveTo>
                          <a:pt x="664" y="664"/>
                        </a:moveTo>
                        <a:lnTo>
                          <a:pt x="664" y="664"/>
                        </a:lnTo>
                        <a:lnTo>
                          <a:pt x="663" y="630"/>
                        </a:lnTo>
                        <a:lnTo>
                          <a:pt x="660" y="597"/>
                        </a:lnTo>
                        <a:lnTo>
                          <a:pt x="657" y="563"/>
                        </a:lnTo>
                        <a:lnTo>
                          <a:pt x="650" y="531"/>
                        </a:lnTo>
                        <a:lnTo>
                          <a:pt x="643" y="499"/>
                        </a:lnTo>
                        <a:lnTo>
                          <a:pt x="634" y="467"/>
                        </a:lnTo>
                        <a:lnTo>
                          <a:pt x="623" y="437"/>
                        </a:lnTo>
                        <a:lnTo>
                          <a:pt x="611" y="406"/>
                        </a:lnTo>
                        <a:lnTo>
                          <a:pt x="598" y="377"/>
                        </a:lnTo>
                        <a:lnTo>
                          <a:pt x="583" y="348"/>
                        </a:lnTo>
                        <a:lnTo>
                          <a:pt x="568" y="321"/>
                        </a:lnTo>
                        <a:lnTo>
                          <a:pt x="550" y="294"/>
                        </a:lnTo>
                        <a:lnTo>
                          <a:pt x="531" y="267"/>
                        </a:lnTo>
                        <a:lnTo>
                          <a:pt x="512" y="243"/>
                        </a:lnTo>
                        <a:lnTo>
                          <a:pt x="491" y="219"/>
                        </a:lnTo>
                        <a:lnTo>
                          <a:pt x="469" y="195"/>
                        </a:lnTo>
                        <a:lnTo>
                          <a:pt x="446" y="173"/>
                        </a:lnTo>
                        <a:lnTo>
                          <a:pt x="423" y="152"/>
                        </a:lnTo>
                        <a:lnTo>
                          <a:pt x="397" y="133"/>
                        </a:lnTo>
                        <a:lnTo>
                          <a:pt x="370" y="114"/>
                        </a:lnTo>
                        <a:lnTo>
                          <a:pt x="344" y="96"/>
                        </a:lnTo>
                        <a:lnTo>
                          <a:pt x="316" y="81"/>
                        </a:lnTo>
                        <a:lnTo>
                          <a:pt x="287" y="67"/>
                        </a:lnTo>
                        <a:lnTo>
                          <a:pt x="257" y="53"/>
                        </a:lnTo>
                        <a:lnTo>
                          <a:pt x="227" y="41"/>
                        </a:lnTo>
                        <a:lnTo>
                          <a:pt x="197" y="30"/>
                        </a:lnTo>
                        <a:lnTo>
                          <a:pt x="165" y="21"/>
                        </a:lnTo>
                        <a:lnTo>
                          <a:pt x="133" y="14"/>
                        </a:lnTo>
                        <a:lnTo>
                          <a:pt x="101" y="8"/>
                        </a:lnTo>
                        <a:lnTo>
                          <a:pt x="68" y="3"/>
                        </a:lnTo>
                        <a:lnTo>
                          <a:pt x="34" y="1"/>
                        </a:lnTo>
                        <a:lnTo>
                          <a:pt x="0" y="0"/>
                        </a:lnTo>
                        <a:lnTo>
                          <a:pt x="0" y="164"/>
                        </a:lnTo>
                        <a:lnTo>
                          <a:pt x="25" y="164"/>
                        </a:lnTo>
                        <a:lnTo>
                          <a:pt x="51" y="166"/>
                        </a:lnTo>
                        <a:lnTo>
                          <a:pt x="76" y="170"/>
                        </a:lnTo>
                        <a:lnTo>
                          <a:pt x="101" y="174"/>
                        </a:lnTo>
                        <a:lnTo>
                          <a:pt x="124" y="180"/>
                        </a:lnTo>
                        <a:lnTo>
                          <a:pt x="149" y="186"/>
                        </a:lnTo>
                        <a:lnTo>
                          <a:pt x="172" y="194"/>
                        </a:lnTo>
                        <a:lnTo>
                          <a:pt x="194" y="203"/>
                        </a:lnTo>
                        <a:lnTo>
                          <a:pt x="216" y="214"/>
                        </a:lnTo>
                        <a:lnTo>
                          <a:pt x="237" y="224"/>
                        </a:lnTo>
                        <a:lnTo>
                          <a:pt x="258" y="236"/>
                        </a:lnTo>
                        <a:lnTo>
                          <a:pt x="279" y="250"/>
                        </a:lnTo>
                        <a:lnTo>
                          <a:pt x="298" y="264"/>
                        </a:lnTo>
                        <a:lnTo>
                          <a:pt x="317" y="278"/>
                        </a:lnTo>
                        <a:lnTo>
                          <a:pt x="336" y="294"/>
                        </a:lnTo>
                        <a:lnTo>
                          <a:pt x="353" y="311"/>
                        </a:lnTo>
                        <a:lnTo>
                          <a:pt x="369" y="328"/>
                        </a:lnTo>
                        <a:lnTo>
                          <a:pt x="386" y="346"/>
                        </a:lnTo>
                        <a:lnTo>
                          <a:pt x="400" y="366"/>
                        </a:lnTo>
                        <a:lnTo>
                          <a:pt x="415" y="385"/>
                        </a:lnTo>
                        <a:lnTo>
                          <a:pt x="428" y="406"/>
                        </a:lnTo>
                        <a:lnTo>
                          <a:pt x="440" y="426"/>
                        </a:lnTo>
                        <a:lnTo>
                          <a:pt x="450" y="448"/>
                        </a:lnTo>
                        <a:lnTo>
                          <a:pt x="461" y="470"/>
                        </a:lnTo>
                        <a:lnTo>
                          <a:pt x="469" y="492"/>
                        </a:lnTo>
                        <a:lnTo>
                          <a:pt x="478" y="516"/>
                        </a:lnTo>
                        <a:lnTo>
                          <a:pt x="485" y="540"/>
                        </a:lnTo>
                        <a:lnTo>
                          <a:pt x="490" y="563"/>
                        </a:lnTo>
                        <a:lnTo>
                          <a:pt x="495" y="588"/>
                        </a:lnTo>
                        <a:lnTo>
                          <a:pt x="498" y="613"/>
                        </a:lnTo>
                        <a:lnTo>
                          <a:pt x="499" y="639"/>
                        </a:lnTo>
                        <a:lnTo>
                          <a:pt x="500" y="664"/>
                        </a:lnTo>
                        <a:lnTo>
                          <a:pt x="664" y="664"/>
                        </a:lnTo>
                        <a:close/>
                      </a:path>
                    </a:pathLst>
                  </a:custGeom>
                  <a:solidFill>
                    <a:srgbClr val="EF2B2F"/>
                  </a:solidFill>
                  <a:ln>
                    <a:noFill/>
                  </a:ln>
                </p:spPr>
                <p:txBody>
                  <a:bodyPr/>
                  <a:lstStyle/>
                  <a:p>
                    <a:pPr>
                      <a:defRPr/>
                    </a:pPr>
                    <a:endParaRPr lang="en-US" sz="1050">
                      <a:latin typeface="+mj-lt"/>
                    </a:endParaRPr>
                  </a:p>
                </p:txBody>
              </p:sp>
              <p:sp>
                <p:nvSpPr>
                  <p:cNvPr id="41535" name="Freeform 501">
                    <a:extLst>
                      <a:ext uri="{FF2B5EF4-FFF2-40B4-BE49-F238E27FC236}">
                        <a16:creationId xmlns="" xmlns:a16="http://schemas.microsoft.com/office/drawing/2014/main" id="{AA41BDB2-7B18-48AB-EDAA-296C1DE2C155}"/>
                      </a:ext>
                    </a:extLst>
                  </p:cNvPr>
                  <p:cNvSpPr>
                    <a:spLocks/>
                  </p:cNvSpPr>
                  <p:nvPr/>
                </p:nvSpPr>
                <p:spPr bwMode="auto">
                  <a:xfrm>
                    <a:off x="2777" y="2134"/>
                    <a:ext cx="113" cy="110"/>
                  </a:xfrm>
                  <a:custGeom>
                    <a:avLst/>
                    <a:gdLst>
                      <a:gd name="T0" fmla="*/ 0 w 664"/>
                      <a:gd name="T1" fmla="*/ 0 h 665"/>
                      <a:gd name="T2" fmla="*/ 0 w 664"/>
                      <a:gd name="T3" fmla="*/ 0 h 665"/>
                      <a:gd name="T4" fmla="*/ 0 w 664"/>
                      <a:gd name="T5" fmla="*/ 0 h 665"/>
                      <a:gd name="T6" fmla="*/ 0 w 664"/>
                      <a:gd name="T7" fmla="*/ 0 h 665"/>
                      <a:gd name="T8" fmla="*/ 0 w 664"/>
                      <a:gd name="T9" fmla="*/ 0 h 665"/>
                      <a:gd name="T10" fmla="*/ 0 w 664"/>
                      <a:gd name="T11" fmla="*/ 0 h 665"/>
                      <a:gd name="T12" fmla="*/ 0 w 664"/>
                      <a:gd name="T13" fmla="*/ 0 h 665"/>
                      <a:gd name="T14" fmla="*/ 0 w 664"/>
                      <a:gd name="T15" fmla="*/ 0 h 665"/>
                      <a:gd name="T16" fmla="*/ 0 w 664"/>
                      <a:gd name="T17" fmla="*/ 0 h 665"/>
                      <a:gd name="T18" fmla="*/ 0 w 664"/>
                      <a:gd name="T19" fmla="*/ 0 h 665"/>
                      <a:gd name="T20" fmla="*/ 0 w 664"/>
                      <a:gd name="T21" fmla="*/ 0 h 665"/>
                      <a:gd name="T22" fmla="*/ 0 w 664"/>
                      <a:gd name="T23" fmla="*/ 0 h 665"/>
                      <a:gd name="T24" fmla="*/ 0 w 664"/>
                      <a:gd name="T25" fmla="*/ 0 h 665"/>
                      <a:gd name="T26" fmla="*/ 0 w 664"/>
                      <a:gd name="T27" fmla="*/ 0 h 665"/>
                      <a:gd name="T28" fmla="*/ 0 w 664"/>
                      <a:gd name="T29" fmla="*/ 0 h 665"/>
                      <a:gd name="T30" fmla="*/ 0 w 664"/>
                      <a:gd name="T31" fmla="*/ 0 h 665"/>
                      <a:gd name="T32" fmla="*/ 0 w 664"/>
                      <a:gd name="T33" fmla="*/ 0 h 665"/>
                      <a:gd name="T34" fmla="*/ 0 w 664"/>
                      <a:gd name="T35" fmla="*/ 0 h 665"/>
                      <a:gd name="T36" fmla="*/ 0 w 664"/>
                      <a:gd name="T37" fmla="*/ 0 h 665"/>
                      <a:gd name="T38" fmla="*/ 0 w 664"/>
                      <a:gd name="T39" fmla="*/ 0 h 665"/>
                      <a:gd name="T40" fmla="*/ 0 w 664"/>
                      <a:gd name="T41" fmla="*/ 0 h 665"/>
                      <a:gd name="T42" fmla="*/ 0 w 664"/>
                      <a:gd name="T43" fmla="*/ 0 h 665"/>
                      <a:gd name="T44" fmla="*/ 0 w 664"/>
                      <a:gd name="T45" fmla="*/ 0 h 665"/>
                      <a:gd name="T46" fmla="*/ 0 w 664"/>
                      <a:gd name="T47" fmla="*/ 0 h 665"/>
                      <a:gd name="T48" fmla="*/ 0 w 664"/>
                      <a:gd name="T49" fmla="*/ 0 h 665"/>
                      <a:gd name="T50" fmla="*/ 0 w 664"/>
                      <a:gd name="T51" fmla="*/ 0 h 665"/>
                      <a:gd name="T52" fmla="*/ 0 w 664"/>
                      <a:gd name="T53" fmla="*/ 0 h 665"/>
                      <a:gd name="T54" fmla="*/ 0 w 664"/>
                      <a:gd name="T55" fmla="*/ 0 h 665"/>
                      <a:gd name="T56" fmla="*/ 0 w 664"/>
                      <a:gd name="T57" fmla="*/ 0 h 665"/>
                      <a:gd name="T58" fmla="*/ 0 w 664"/>
                      <a:gd name="T59" fmla="*/ 0 h 665"/>
                      <a:gd name="T60" fmla="*/ 0 w 664"/>
                      <a:gd name="T61" fmla="*/ 0 h 665"/>
                      <a:gd name="T62" fmla="*/ 0 w 664"/>
                      <a:gd name="T63" fmla="*/ 0 h 665"/>
                      <a:gd name="T64" fmla="*/ 0 w 664"/>
                      <a:gd name="T65" fmla="*/ 0 h 665"/>
                      <a:gd name="T66" fmla="*/ 0 w 664"/>
                      <a:gd name="T67" fmla="*/ 0 h 66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4"/>
                      <a:gd name="T103" fmla="*/ 0 h 665"/>
                      <a:gd name="T104" fmla="*/ 664 w 664"/>
                      <a:gd name="T105" fmla="*/ 665 h 66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4" h="665">
                        <a:moveTo>
                          <a:pt x="0" y="665"/>
                        </a:moveTo>
                        <a:lnTo>
                          <a:pt x="0" y="665"/>
                        </a:lnTo>
                        <a:lnTo>
                          <a:pt x="33" y="664"/>
                        </a:lnTo>
                        <a:lnTo>
                          <a:pt x="68" y="662"/>
                        </a:lnTo>
                        <a:lnTo>
                          <a:pt x="101" y="657"/>
                        </a:lnTo>
                        <a:lnTo>
                          <a:pt x="133" y="650"/>
                        </a:lnTo>
                        <a:lnTo>
                          <a:pt x="165" y="644"/>
                        </a:lnTo>
                        <a:lnTo>
                          <a:pt x="197" y="635"/>
                        </a:lnTo>
                        <a:lnTo>
                          <a:pt x="227" y="624"/>
                        </a:lnTo>
                        <a:lnTo>
                          <a:pt x="257" y="612"/>
                        </a:lnTo>
                        <a:lnTo>
                          <a:pt x="287" y="598"/>
                        </a:lnTo>
                        <a:lnTo>
                          <a:pt x="316" y="584"/>
                        </a:lnTo>
                        <a:lnTo>
                          <a:pt x="344" y="568"/>
                        </a:lnTo>
                        <a:lnTo>
                          <a:pt x="370" y="551"/>
                        </a:lnTo>
                        <a:lnTo>
                          <a:pt x="397" y="532"/>
                        </a:lnTo>
                        <a:lnTo>
                          <a:pt x="423" y="513"/>
                        </a:lnTo>
                        <a:lnTo>
                          <a:pt x="446" y="492"/>
                        </a:lnTo>
                        <a:lnTo>
                          <a:pt x="469" y="470"/>
                        </a:lnTo>
                        <a:lnTo>
                          <a:pt x="491" y="446"/>
                        </a:lnTo>
                        <a:lnTo>
                          <a:pt x="512" y="423"/>
                        </a:lnTo>
                        <a:lnTo>
                          <a:pt x="531" y="398"/>
                        </a:lnTo>
                        <a:lnTo>
                          <a:pt x="550" y="371"/>
                        </a:lnTo>
                        <a:lnTo>
                          <a:pt x="568" y="344"/>
                        </a:lnTo>
                        <a:lnTo>
                          <a:pt x="583" y="317"/>
                        </a:lnTo>
                        <a:lnTo>
                          <a:pt x="598" y="288"/>
                        </a:lnTo>
                        <a:lnTo>
                          <a:pt x="611" y="259"/>
                        </a:lnTo>
                        <a:lnTo>
                          <a:pt x="623" y="229"/>
                        </a:lnTo>
                        <a:lnTo>
                          <a:pt x="634" y="198"/>
                        </a:lnTo>
                        <a:lnTo>
                          <a:pt x="643" y="166"/>
                        </a:lnTo>
                        <a:lnTo>
                          <a:pt x="650" y="134"/>
                        </a:lnTo>
                        <a:lnTo>
                          <a:pt x="657" y="101"/>
                        </a:lnTo>
                        <a:lnTo>
                          <a:pt x="660" y="68"/>
                        </a:lnTo>
                        <a:lnTo>
                          <a:pt x="663" y="35"/>
                        </a:lnTo>
                        <a:lnTo>
                          <a:pt x="664" y="0"/>
                        </a:lnTo>
                        <a:lnTo>
                          <a:pt x="500" y="0"/>
                        </a:lnTo>
                        <a:lnTo>
                          <a:pt x="499" y="26"/>
                        </a:lnTo>
                        <a:lnTo>
                          <a:pt x="498" y="51"/>
                        </a:lnTo>
                        <a:lnTo>
                          <a:pt x="495" y="77"/>
                        </a:lnTo>
                        <a:lnTo>
                          <a:pt x="490" y="101"/>
                        </a:lnTo>
                        <a:lnTo>
                          <a:pt x="485" y="125"/>
                        </a:lnTo>
                        <a:lnTo>
                          <a:pt x="478" y="149"/>
                        </a:lnTo>
                        <a:lnTo>
                          <a:pt x="469" y="172"/>
                        </a:lnTo>
                        <a:lnTo>
                          <a:pt x="461" y="195"/>
                        </a:lnTo>
                        <a:lnTo>
                          <a:pt x="450" y="217"/>
                        </a:lnTo>
                        <a:lnTo>
                          <a:pt x="440" y="239"/>
                        </a:lnTo>
                        <a:lnTo>
                          <a:pt x="428" y="259"/>
                        </a:lnTo>
                        <a:lnTo>
                          <a:pt x="415" y="280"/>
                        </a:lnTo>
                        <a:lnTo>
                          <a:pt x="400" y="300"/>
                        </a:lnTo>
                        <a:lnTo>
                          <a:pt x="386" y="318"/>
                        </a:lnTo>
                        <a:lnTo>
                          <a:pt x="369" y="337"/>
                        </a:lnTo>
                        <a:lnTo>
                          <a:pt x="353" y="354"/>
                        </a:lnTo>
                        <a:lnTo>
                          <a:pt x="336" y="371"/>
                        </a:lnTo>
                        <a:lnTo>
                          <a:pt x="317" y="386"/>
                        </a:lnTo>
                        <a:lnTo>
                          <a:pt x="298" y="401"/>
                        </a:lnTo>
                        <a:lnTo>
                          <a:pt x="279" y="415"/>
                        </a:lnTo>
                        <a:lnTo>
                          <a:pt x="258" y="429"/>
                        </a:lnTo>
                        <a:lnTo>
                          <a:pt x="237" y="441"/>
                        </a:lnTo>
                        <a:lnTo>
                          <a:pt x="216" y="452"/>
                        </a:lnTo>
                        <a:lnTo>
                          <a:pt x="194" y="462"/>
                        </a:lnTo>
                        <a:lnTo>
                          <a:pt x="172" y="471"/>
                        </a:lnTo>
                        <a:lnTo>
                          <a:pt x="149" y="479"/>
                        </a:lnTo>
                        <a:lnTo>
                          <a:pt x="125" y="485"/>
                        </a:lnTo>
                        <a:lnTo>
                          <a:pt x="101" y="491"/>
                        </a:lnTo>
                        <a:lnTo>
                          <a:pt x="76" y="495"/>
                        </a:lnTo>
                        <a:lnTo>
                          <a:pt x="51" y="498"/>
                        </a:lnTo>
                        <a:lnTo>
                          <a:pt x="25" y="500"/>
                        </a:lnTo>
                        <a:lnTo>
                          <a:pt x="0" y="501"/>
                        </a:lnTo>
                        <a:lnTo>
                          <a:pt x="0" y="665"/>
                        </a:lnTo>
                        <a:close/>
                      </a:path>
                    </a:pathLst>
                  </a:custGeom>
                  <a:solidFill>
                    <a:srgbClr val="EF2B2F"/>
                  </a:solidFill>
                  <a:ln>
                    <a:noFill/>
                  </a:ln>
                </p:spPr>
                <p:txBody>
                  <a:bodyPr/>
                  <a:lstStyle/>
                  <a:p>
                    <a:pPr>
                      <a:defRPr/>
                    </a:pPr>
                    <a:endParaRPr lang="en-US" sz="1050">
                      <a:latin typeface="+mj-lt"/>
                    </a:endParaRPr>
                  </a:p>
                </p:txBody>
              </p:sp>
              <p:sp>
                <p:nvSpPr>
                  <p:cNvPr id="41536" name="Freeform 502">
                    <a:extLst>
                      <a:ext uri="{FF2B5EF4-FFF2-40B4-BE49-F238E27FC236}">
                        <a16:creationId xmlns="" xmlns:a16="http://schemas.microsoft.com/office/drawing/2014/main" id="{D7773F5A-BEBB-D81F-80E4-10A333A98D49}"/>
                      </a:ext>
                    </a:extLst>
                  </p:cNvPr>
                  <p:cNvSpPr>
                    <a:spLocks/>
                  </p:cNvSpPr>
                  <p:nvPr/>
                </p:nvSpPr>
                <p:spPr bwMode="auto">
                  <a:xfrm>
                    <a:off x="2668" y="2134"/>
                    <a:ext cx="109" cy="110"/>
                  </a:xfrm>
                  <a:custGeom>
                    <a:avLst/>
                    <a:gdLst>
                      <a:gd name="T0" fmla="*/ 0 w 665"/>
                      <a:gd name="T1" fmla="*/ 0 h 665"/>
                      <a:gd name="T2" fmla="*/ 0 w 665"/>
                      <a:gd name="T3" fmla="*/ 0 h 665"/>
                      <a:gd name="T4" fmla="*/ 0 w 665"/>
                      <a:gd name="T5" fmla="*/ 0 h 665"/>
                      <a:gd name="T6" fmla="*/ 0 w 665"/>
                      <a:gd name="T7" fmla="*/ 0 h 665"/>
                      <a:gd name="T8" fmla="*/ 0 w 665"/>
                      <a:gd name="T9" fmla="*/ 0 h 665"/>
                      <a:gd name="T10" fmla="*/ 0 w 665"/>
                      <a:gd name="T11" fmla="*/ 0 h 665"/>
                      <a:gd name="T12" fmla="*/ 0 w 665"/>
                      <a:gd name="T13" fmla="*/ 0 h 665"/>
                      <a:gd name="T14" fmla="*/ 0 w 665"/>
                      <a:gd name="T15" fmla="*/ 0 h 665"/>
                      <a:gd name="T16" fmla="*/ 0 w 665"/>
                      <a:gd name="T17" fmla="*/ 0 h 665"/>
                      <a:gd name="T18" fmla="*/ 0 w 665"/>
                      <a:gd name="T19" fmla="*/ 0 h 665"/>
                      <a:gd name="T20" fmla="*/ 0 w 665"/>
                      <a:gd name="T21" fmla="*/ 0 h 665"/>
                      <a:gd name="T22" fmla="*/ 0 w 665"/>
                      <a:gd name="T23" fmla="*/ 0 h 665"/>
                      <a:gd name="T24" fmla="*/ 0 w 665"/>
                      <a:gd name="T25" fmla="*/ 0 h 665"/>
                      <a:gd name="T26" fmla="*/ 0 w 665"/>
                      <a:gd name="T27" fmla="*/ 0 h 665"/>
                      <a:gd name="T28" fmla="*/ 0 w 665"/>
                      <a:gd name="T29" fmla="*/ 0 h 665"/>
                      <a:gd name="T30" fmla="*/ 0 w 665"/>
                      <a:gd name="T31" fmla="*/ 0 h 665"/>
                      <a:gd name="T32" fmla="*/ 0 w 665"/>
                      <a:gd name="T33" fmla="*/ 0 h 665"/>
                      <a:gd name="T34" fmla="*/ 0 w 665"/>
                      <a:gd name="T35" fmla="*/ 0 h 665"/>
                      <a:gd name="T36" fmla="*/ 0 w 665"/>
                      <a:gd name="T37" fmla="*/ 0 h 665"/>
                      <a:gd name="T38" fmla="*/ 0 w 665"/>
                      <a:gd name="T39" fmla="*/ 0 h 665"/>
                      <a:gd name="T40" fmla="*/ 0 w 665"/>
                      <a:gd name="T41" fmla="*/ 0 h 665"/>
                      <a:gd name="T42" fmla="*/ 0 w 665"/>
                      <a:gd name="T43" fmla="*/ 0 h 665"/>
                      <a:gd name="T44" fmla="*/ 0 w 665"/>
                      <a:gd name="T45" fmla="*/ 0 h 665"/>
                      <a:gd name="T46" fmla="*/ 0 w 665"/>
                      <a:gd name="T47" fmla="*/ 0 h 665"/>
                      <a:gd name="T48" fmla="*/ 0 w 665"/>
                      <a:gd name="T49" fmla="*/ 0 h 665"/>
                      <a:gd name="T50" fmla="*/ 0 w 665"/>
                      <a:gd name="T51" fmla="*/ 0 h 665"/>
                      <a:gd name="T52" fmla="*/ 0 w 665"/>
                      <a:gd name="T53" fmla="*/ 0 h 665"/>
                      <a:gd name="T54" fmla="*/ 0 w 665"/>
                      <a:gd name="T55" fmla="*/ 0 h 665"/>
                      <a:gd name="T56" fmla="*/ 0 w 665"/>
                      <a:gd name="T57" fmla="*/ 0 h 665"/>
                      <a:gd name="T58" fmla="*/ 0 w 665"/>
                      <a:gd name="T59" fmla="*/ 0 h 665"/>
                      <a:gd name="T60" fmla="*/ 0 w 665"/>
                      <a:gd name="T61" fmla="*/ 0 h 665"/>
                      <a:gd name="T62" fmla="*/ 0 w 665"/>
                      <a:gd name="T63" fmla="*/ 0 h 665"/>
                      <a:gd name="T64" fmla="*/ 0 w 665"/>
                      <a:gd name="T65" fmla="*/ 0 h 665"/>
                      <a:gd name="T66" fmla="*/ 0 w 665"/>
                      <a:gd name="T67" fmla="*/ 0 h 66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5"/>
                      <a:gd name="T103" fmla="*/ 0 h 665"/>
                      <a:gd name="T104" fmla="*/ 665 w 665"/>
                      <a:gd name="T105" fmla="*/ 665 h 66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5" h="665">
                        <a:moveTo>
                          <a:pt x="0" y="0"/>
                        </a:moveTo>
                        <a:lnTo>
                          <a:pt x="0" y="0"/>
                        </a:lnTo>
                        <a:lnTo>
                          <a:pt x="2" y="34"/>
                        </a:lnTo>
                        <a:lnTo>
                          <a:pt x="4" y="68"/>
                        </a:lnTo>
                        <a:lnTo>
                          <a:pt x="8" y="101"/>
                        </a:lnTo>
                        <a:lnTo>
                          <a:pt x="15" y="134"/>
                        </a:lnTo>
                        <a:lnTo>
                          <a:pt x="22" y="166"/>
                        </a:lnTo>
                        <a:lnTo>
                          <a:pt x="30" y="198"/>
                        </a:lnTo>
                        <a:lnTo>
                          <a:pt x="41" y="229"/>
                        </a:lnTo>
                        <a:lnTo>
                          <a:pt x="54" y="259"/>
                        </a:lnTo>
                        <a:lnTo>
                          <a:pt x="66" y="288"/>
                        </a:lnTo>
                        <a:lnTo>
                          <a:pt x="81" y="317"/>
                        </a:lnTo>
                        <a:lnTo>
                          <a:pt x="97" y="344"/>
                        </a:lnTo>
                        <a:lnTo>
                          <a:pt x="115" y="371"/>
                        </a:lnTo>
                        <a:lnTo>
                          <a:pt x="134" y="398"/>
                        </a:lnTo>
                        <a:lnTo>
                          <a:pt x="152" y="423"/>
                        </a:lnTo>
                        <a:lnTo>
                          <a:pt x="173" y="446"/>
                        </a:lnTo>
                        <a:lnTo>
                          <a:pt x="196" y="470"/>
                        </a:lnTo>
                        <a:lnTo>
                          <a:pt x="219" y="492"/>
                        </a:lnTo>
                        <a:lnTo>
                          <a:pt x="242" y="513"/>
                        </a:lnTo>
                        <a:lnTo>
                          <a:pt x="268" y="532"/>
                        </a:lnTo>
                        <a:lnTo>
                          <a:pt x="294" y="551"/>
                        </a:lnTo>
                        <a:lnTo>
                          <a:pt x="321" y="568"/>
                        </a:lnTo>
                        <a:lnTo>
                          <a:pt x="349" y="584"/>
                        </a:lnTo>
                        <a:lnTo>
                          <a:pt x="378" y="598"/>
                        </a:lnTo>
                        <a:lnTo>
                          <a:pt x="406" y="612"/>
                        </a:lnTo>
                        <a:lnTo>
                          <a:pt x="436" y="624"/>
                        </a:lnTo>
                        <a:lnTo>
                          <a:pt x="467" y="635"/>
                        </a:lnTo>
                        <a:lnTo>
                          <a:pt x="500" y="644"/>
                        </a:lnTo>
                        <a:lnTo>
                          <a:pt x="532" y="650"/>
                        </a:lnTo>
                        <a:lnTo>
                          <a:pt x="564" y="657"/>
                        </a:lnTo>
                        <a:lnTo>
                          <a:pt x="597" y="662"/>
                        </a:lnTo>
                        <a:lnTo>
                          <a:pt x="631" y="664"/>
                        </a:lnTo>
                        <a:lnTo>
                          <a:pt x="665" y="665"/>
                        </a:lnTo>
                        <a:lnTo>
                          <a:pt x="665" y="501"/>
                        </a:lnTo>
                        <a:lnTo>
                          <a:pt x="638" y="500"/>
                        </a:lnTo>
                        <a:lnTo>
                          <a:pt x="614" y="498"/>
                        </a:lnTo>
                        <a:lnTo>
                          <a:pt x="588" y="495"/>
                        </a:lnTo>
                        <a:lnTo>
                          <a:pt x="564" y="491"/>
                        </a:lnTo>
                        <a:lnTo>
                          <a:pt x="540" y="485"/>
                        </a:lnTo>
                        <a:lnTo>
                          <a:pt x="516" y="479"/>
                        </a:lnTo>
                        <a:lnTo>
                          <a:pt x="493" y="471"/>
                        </a:lnTo>
                        <a:lnTo>
                          <a:pt x="471" y="462"/>
                        </a:lnTo>
                        <a:lnTo>
                          <a:pt x="449" y="452"/>
                        </a:lnTo>
                        <a:lnTo>
                          <a:pt x="426" y="441"/>
                        </a:lnTo>
                        <a:lnTo>
                          <a:pt x="406" y="429"/>
                        </a:lnTo>
                        <a:lnTo>
                          <a:pt x="385" y="415"/>
                        </a:lnTo>
                        <a:lnTo>
                          <a:pt x="365" y="401"/>
                        </a:lnTo>
                        <a:lnTo>
                          <a:pt x="347" y="386"/>
                        </a:lnTo>
                        <a:lnTo>
                          <a:pt x="329" y="371"/>
                        </a:lnTo>
                        <a:lnTo>
                          <a:pt x="311" y="354"/>
                        </a:lnTo>
                        <a:lnTo>
                          <a:pt x="294" y="337"/>
                        </a:lnTo>
                        <a:lnTo>
                          <a:pt x="279" y="318"/>
                        </a:lnTo>
                        <a:lnTo>
                          <a:pt x="264" y="300"/>
                        </a:lnTo>
                        <a:lnTo>
                          <a:pt x="250" y="280"/>
                        </a:lnTo>
                        <a:lnTo>
                          <a:pt x="237" y="259"/>
                        </a:lnTo>
                        <a:lnTo>
                          <a:pt x="225" y="239"/>
                        </a:lnTo>
                        <a:lnTo>
                          <a:pt x="213" y="217"/>
                        </a:lnTo>
                        <a:lnTo>
                          <a:pt x="203" y="195"/>
                        </a:lnTo>
                        <a:lnTo>
                          <a:pt x="195" y="172"/>
                        </a:lnTo>
                        <a:lnTo>
                          <a:pt x="187" y="149"/>
                        </a:lnTo>
                        <a:lnTo>
                          <a:pt x="180" y="126"/>
                        </a:lnTo>
                        <a:lnTo>
                          <a:pt x="175" y="101"/>
                        </a:lnTo>
                        <a:lnTo>
                          <a:pt x="170" y="77"/>
                        </a:lnTo>
                        <a:lnTo>
                          <a:pt x="167" y="51"/>
                        </a:lnTo>
                        <a:lnTo>
                          <a:pt x="165" y="26"/>
                        </a:lnTo>
                        <a:lnTo>
                          <a:pt x="165" y="0"/>
                        </a:lnTo>
                        <a:lnTo>
                          <a:pt x="0" y="0"/>
                        </a:lnTo>
                        <a:close/>
                      </a:path>
                    </a:pathLst>
                  </a:custGeom>
                  <a:solidFill>
                    <a:srgbClr val="EF2B2F"/>
                  </a:solidFill>
                  <a:ln>
                    <a:noFill/>
                  </a:ln>
                </p:spPr>
                <p:txBody>
                  <a:bodyPr/>
                  <a:lstStyle/>
                  <a:p>
                    <a:pPr>
                      <a:defRPr/>
                    </a:pPr>
                    <a:endParaRPr lang="en-US" sz="1050">
                      <a:latin typeface="+mj-lt"/>
                    </a:endParaRPr>
                  </a:p>
                </p:txBody>
              </p:sp>
              <p:sp>
                <p:nvSpPr>
                  <p:cNvPr id="41537" name="Freeform 503">
                    <a:extLst>
                      <a:ext uri="{FF2B5EF4-FFF2-40B4-BE49-F238E27FC236}">
                        <a16:creationId xmlns="" xmlns:a16="http://schemas.microsoft.com/office/drawing/2014/main" id="{5D43513E-F154-5C86-FD98-679CCBB3B40E}"/>
                      </a:ext>
                    </a:extLst>
                  </p:cNvPr>
                  <p:cNvSpPr>
                    <a:spLocks/>
                  </p:cNvSpPr>
                  <p:nvPr/>
                </p:nvSpPr>
                <p:spPr bwMode="auto">
                  <a:xfrm>
                    <a:off x="2668" y="2024"/>
                    <a:ext cx="109" cy="110"/>
                  </a:xfrm>
                  <a:custGeom>
                    <a:avLst/>
                    <a:gdLst>
                      <a:gd name="T0" fmla="*/ 0 w 665"/>
                      <a:gd name="T1" fmla="*/ 0 h 664"/>
                      <a:gd name="T2" fmla="*/ 0 w 665"/>
                      <a:gd name="T3" fmla="*/ 0 h 664"/>
                      <a:gd name="T4" fmla="*/ 0 w 665"/>
                      <a:gd name="T5" fmla="*/ 0 h 664"/>
                      <a:gd name="T6" fmla="*/ 0 w 665"/>
                      <a:gd name="T7" fmla="*/ 0 h 664"/>
                      <a:gd name="T8" fmla="*/ 0 w 665"/>
                      <a:gd name="T9" fmla="*/ 0 h 664"/>
                      <a:gd name="T10" fmla="*/ 0 w 665"/>
                      <a:gd name="T11" fmla="*/ 0 h 664"/>
                      <a:gd name="T12" fmla="*/ 0 w 665"/>
                      <a:gd name="T13" fmla="*/ 0 h 664"/>
                      <a:gd name="T14" fmla="*/ 0 w 665"/>
                      <a:gd name="T15" fmla="*/ 0 h 664"/>
                      <a:gd name="T16" fmla="*/ 0 w 665"/>
                      <a:gd name="T17" fmla="*/ 0 h 664"/>
                      <a:gd name="T18" fmla="*/ 0 w 665"/>
                      <a:gd name="T19" fmla="*/ 0 h 664"/>
                      <a:gd name="T20" fmla="*/ 0 w 665"/>
                      <a:gd name="T21" fmla="*/ 0 h 664"/>
                      <a:gd name="T22" fmla="*/ 0 w 665"/>
                      <a:gd name="T23" fmla="*/ 0 h 664"/>
                      <a:gd name="T24" fmla="*/ 0 w 665"/>
                      <a:gd name="T25" fmla="*/ 0 h 664"/>
                      <a:gd name="T26" fmla="*/ 0 w 665"/>
                      <a:gd name="T27" fmla="*/ 0 h 664"/>
                      <a:gd name="T28" fmla="*/ 0 w 665"/>
                      <a:gd name="T29" fmla="*/ 0 h 664"/>
                      <a:gd name="T30" fmla="*/ 0 w 665"/>
                      <a:gd name="T31" fmla="*/ 0 h 664"/>
                      <a:gd name="T32" fmla="*/ 0 w 665"/>
                      <a:gd name="T33" fmla="*/ 0 h 664"/>
                      <a:gd name="T34" fmla="*/ 0 w 665"/>
                      <a:gd name="T35" fmla="*/ 0 h 664"/>
                      <a:gd name="T36" fmla="*/ 0 w 665"/>
                      <a:gd name="T37" fmla="*/ 0 h 664"/>
                      <a:gd name="T38" fmla="*/ 0 w 665"/>
                      <a:gd name="T39" fmla="*/ 0 h 664"/>
                      <a:gd name="T40" fmla="*/ 0 w 665"/>
                      <a:gd name="T41" fmla="*/ 0 h 664"/>
                      <a:gd name="T42" fmla="*/ 0 w 665"/>
                      <a:gd name="T43" fmla="*/ 0 h 664"/>
                      <a:gd name="T44" fmla="*/ 0 w 665"/>
                      <a:gd name="T45" fmla="*/ 0 h 664"/>
                      <a:gd name="T46" fmla="*/ 0 w 665"/>
                      <a:gd name="T47" fmla="*/ 0 h 664"/>
                      <a:gd name="T48" fmla="*/ 0 w 665"/>
                      <a:gd name="T49" fmla="*/ 0 h 664"/>
                      <a:gd name="T50" fmla="*/ 0 w 665"/>
                      <a:gd name="T51" fmla="*/ 0 h 664"/>
                      <a:gd name="T52" fmla="*/ 0 w 665"/>
                      <a:gd name="T53" fmla="*/ 0 h 664"/>
                      <a:gd name="T54" fmla="*/ 0 w 665"/>
                      <a:gd name="T55" fmla="*/ 0 h 664"/>
                      <a:gd name="T56" fmla="*/ 0 w 665"/>
                      <a:gd name="T57" fmla="*/ 0 h 664"/>
                      <a:gd name="T58" fmla="*/ 0 w 665"/>
                      <a:gd name="T59" fmla="*/ 0 h 664"/>
                      <a:gd name="T60" fmla="*/ 0 w 665"/>
                      <a:gd name="T61" fmla="*/ 0 h 664"/>
                      <a:gd name="T62" fmla="*/ 0 w 665"/>
                      <a:gd name="T63" fmla="*/ 0 h 664"/>
                      <a:gd name="T64" fmla="*/ 0 w 665"/>
                      <a:gd name="T65" fmla="*/ 0 h 664"/>
                      <a:gd name="T66" fmla="*/ 0 w 665"/>
                      <a:gd name="T67" fmla="*/ 0 h 6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5"/>
                      <a:gd name="T103" fmla="*/ 0 h 664"/>
                      <a:gd name="T104" fmla="*/ 665 w 665"/>
                      <a:gd name="T105" fmla="*/ 664 h 66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5" h="664">
                        <a:moveTo>
                          <a:pt x="665" y="0"/>
                        </a:moveTo>
                        <a:lnTo>
                          <a:pt x="665" y="0"/>
                        </a:lnTo>
                        <a:lnTo>
                          <a:pt x="631" y="1"/>
                        </a:lnTo>
                        <a:lnTo>
                          <a:pt x="597" y="3"/>
                        </a:lnTo>
                        <a:lnTo>
                          <a:pt x="564" y="8"/>
                        </a:lnTo>
                        <a:lnTo>
                          <a:pt x="532" y="14"/>
                        </a:lnTo>
                        <a:lnTo>
                          <a:pt x="499" y="21"/>
                        </a:lnTo>
                        <a:lnTo>
                          <a:pt x="467" y="30"/>
                        </a:lnTo>
                        <a:lnTo>
                          <a:pt x="436" y="41"/>
                        </a:lnTo>
                        <a:lnTo>
                          <a:pt x="406" y="53"/>
                        </a:lnTo>
                        <a:lnTo>
                          <a:pt x="378" y="67"/>
                        </a:lnTo>
                        <a:lnTo>
                          <a:pt x="349" y="81"/>
                        </a:lnTo>
                        <a:lnTo>
                          <a:pt x="321" y="96"/>
                        </a:lnTo>
                        <a:lnTo>
                          <a:pt x="294" y="114"/>
                        </a:lnTo>
                        <a:lnTo>
                          <a:pt x="268" y="133"/>
                        </a:lnTo>
                        <a:lnTo>
                          <a:pt x="242" y="152"/>
                        </a:lnTo>
                        <a:lnTo>
                          <a:pt x="219" y="173"/>
                        </a:lnTo>
                        <a:lnTo>
                          <a:pt x="196" y="195"/>
                        </a:lnTo>
                        <a:lnTo>
                          <a:pt x="173" y="219"/>
                        </a:lnTo>
                        <a:lnTo>
                          <a:pt x="152" y="243"/>
                        </a:lnTo>
                        <a:lnTo>
                          <a:pt x="134" y="267"/>
                        </a:lnTo>
                        <a:lnTo>
                          <a:pt x="115" y="294"/>
                        </a:lnTo>
                        <a:lnTo>
                          <a:pt x="97" y="321"/>
                        </a:lnTo>
                        <a:lnTo>
                          <a:pt x="81" y="348"/>
                        </a:lnTo>
                        <a:lnTo>
                          <a:pt x="66" y="377"/>
                        </a:lnTo>
                        <a:lnTo>
                          <a:pt x="54" y="406"/>
                        </a:lnTo>
                        <a:lnTo>
                          <a:pt x="41" y="437"/>
                        </a:lnTo>
                        <a:lnTo>
                          <a:pt x="30" y="467"/>
                        </a:lnTo>
                        <a:lnTo>
                          <a:pt x="22" y="499"/>
                        </a:lnTo>
                        <a:lnTo>
                          <a:pt x="15" y="531"/>
                        </a:lnTo>
                        <a:lnTo>
                          <a:pt x="8" y="563"/>
                        </a:lnTo>
                        <a:lnTo>
                          <a:pt x="4" y="597"/>
                        </a:lnTo>
                        <a:lnTo>
                          <a:pt x="2" y="631"/>
                        </a:lnTo>
                        <a:lnTo>
                          <a:pt x="0" y="664"/>
                        </a:lnTo>
                        <a:lnTo>
                          <a:pt x="165" y="664"/>
                        </a:lnTo>
                        <a:lnTo>
                          <a:pt x="165" y="639"/>
                        </a:lnTo>
                        <a:lnTo>
                          <a:pt x="167" y="613"/>
                        </a:lnTo>
                        <a:lnTo>
                          <a:pt x="170" y="588"/>
                        </a:lnTo>
                        <a:lnTo>
                          <a:pt x="175" y="563"/>
                        </a:lnTo>
                        <a:lnTo>
                          <a:pt x="180" y="539"/>
                        </a:lnTo>
                        <a:lnTo>
                          <a:pt x="187" y="516"/>
                        </a:lnTo>
                        <a:lnTo>
                          <a:pt x="195" y="492"/>
                        </a:lnTo>
                        <a:lnTo>
                          <a:pt x="203" y="470"/>
                        </a:lnTo>
                        <a:lnTo>
                          <a:pt x="213" y="448"/>
                        </a:lnTo>
                        <a:lnTo>
                          <a:pt x="225" y="426"/>
                        </a:lnTo>
                        <a:lnTo>
                          <a:pt x="237" y="406"/>
                        </a:lnTo>
                        <a:lnTo>
                          <a:pt x="250" y="385"/>
                        </a:lnTo>
                        <a:lnTo>
                          <a:pt x="264" y="366"/>
                        </a:lnTo>
                        <a:lnTo>
                          <a:pt x="279" y="346"/>
                        </a:lnTo>
                        <a:lnTo>
                          <a:pt x="294" y="328"/>
                        </a:lnTo>
                        <a:lnTo>
                          <a:pt x="311" y="311"/>
                        </a:lnTo>
                        <a:lnTo>
                          <a:pt x="329" y="294"/>
                        </a:lnTo>
                        <a:lnTo>
                          <a:pt x="347" y="278"/>
                        </a:lnTo>
                        <a:lnTo>
                          <a:pt x="365" y="264"/>
                        </a:lnTo>
                        <a:lnTo>
                          <a:pt x="385" y="250"/>
                        </a:lnTo>
                        <a:lnTo>
                          <a:pt x="406" y="236"/>
                        </a:lnTo>
                        <a:lnTo>
                          <a:pt x="426" y="224"/>
                        </a:lnTo>
                        <a:lnTo>
                          <a:pt x="449" y="214"/>
                        </a:lnTo>
                        <a:lnTo>
                          <a:pt x="471" y="203"/>
                        </a:lnTo>
                        <a:lnTo>
                          <a:pt x="493" y="194"/>
                        </a:lnTo>
                        <a:lnTo>
                          <a:pt x="516" y="186"/>
                        </a:lnTo>
                        <a:lnTo>
                          <a:pt x="540" y="180"/>
                        </a:lnTo>
                        <a:lnTo>
                          <a:pt x="564" y="174"/>
                        </a:lnTo>
                        <a:lnTo>
                          <a:pt x="588" y="170"/>
                        </a:lnTo>
                        <a:lnTo>
                          <a:pt x="614" y="166"/>
                        </a:lnTo>
                        <a:lnTo>
                          <a:pt x="639" y="164"/>
                        </a:lnTo>
                        <a:lnTo>
                          <a:pt x="665" y="164"/>
                        </a:lnTo>
                        <a:lnTo>
                          <a:pt x="665" y="0"/>
                        </a:lnTo>
                        <a:close/>
                      </a:path>
                    </a:pathLst>
                  </a:custGeom>
                  <a:solidFill>
                    <a:srgbClr val="EF2B2F"/>
                  </a:solidFill>
                  <a:ln>
                    <a:noFill/>
                  </a:ln>
                </p:spPr>
                <p:txBody>
                  <a:bodyPr/>
                  <a:lstStyle/>
                  <a:p>
                    <a:pPr>
                      <a:defRPr/>
                    </a:pPr>
                    <a:endParaRPr lang="en-US" sz="1050">
                      <a:latin typeface="+mj-lt"/>
                    </a:endParaRPr>
                  </a:p>
                </p:txBody>
              </p:sp>
              <p:sp>
                <p:nvSpPr>
                  <p:cNvPr id="41538" name="Freeform 504">
                    <a:extLst>
                      <a:ext uri="{FF2B5EF4-FFF2-40B4-BE49-F238E27FC236}">
                        <a16:creationId xmlns="" xmlns:a16="http://schemas.microsoft.com/office/drawing/2014/main" id="{CECE5462-D5FC-A610-A54F-D15A30AF5604}"/>
                      </a:ext>
                    </a:extLst>
                  </p:cNvPr>
                  <p:cNvSpPr>
                    <a:spLocks/>
                  </p:cNvSpPr>
                  <p:nvPr/>
                </p:nvSpPr>
                <p:spPr bwMode="auto">
                  <a:xfrm>
                    <a:off x="2707" y="2201"/>
                    <a:ext cx="113" cy="110"/>
                  </a:xfrm>
                  <a:custGeom>
                    <a:avLst/>
                    <a:gdLst>
                      <a:gd name="T0" fmla="*/ 0 w 665"/>
                      <a:gd name="T1" fmla="*/ 0 h 663"/>
                      <a:gd name="T2" fmla="*/ 0 w 665"/>
                      <a:gd name="T3" fmla="*/ 0 h 663"/>
                      <a:gd name="T4" fmla="*/ 0 w 665"/>
                      <a:gd name="T5" fmla="*/ 0 h 663"/>
                      <a:gd name="T6" fmla="*/ 0 w 665"/>
                      <a:gd name="T7" fmla="*/ 0 h 663"/>
                      <a:gd name="T8" fmla="*/ 0 w 665"/>
                      <a:gd name="T9" fmla="*/ 0 h 663"/>
                      <a:gd name="T10" fmla="*/ 0 w 665"/>
                      <a:gd name="T11" fmla="*/ 0 h 663"/>
                      <a:gd name="T12" fmla="*/ 0 w 665"/>
                      <a:gd name="T13" fmla="*/ 0 h 663"/>
                      <a:gd name="T14" fmla="*/ 0 w 665"/>
                      <a:gd name="T15" fmla="*/ 0 h 663"/>
                      <a:gd name="T16" fmla="*/ 0 w 665"/>
                      <a:gd name="T17" fmla="*/ 0 h 663"/>
                      <a:gd name="T18" fmla="*/ 0 w 665"/>
                      <a:gd name="T19" fmla="*/ 0 h 663"/>
                      <a:gd name="T20" fmla="*/ 0 w 665"/>
                      <a:gd name="T21" fmla="*/ 0 h 663"/>
                      <a:gd name="T22" fmla="*/ 0 w 665"/>
                      <a:gd name="T23" fmla="*/ 0 h 663"/>
                      <a:gd name="T24" fmla="*/ 0 w 665"/>
                      <a:gd name="T25" fmla="*/ 0 h 663"/>
                      <a:gd name="T26" fmla="*/ 0 w 665"/>
                      <a:gd name="T27" fmla="*/ 0 h 663"/>
                      <a:gd name="T28" fmla="*/ 0 w 665"/>
                      <a:gd name="T29" fmla="*/ 0 h 663"/>
                      <a:gd name="T30" fmla="*/ 0 w 665"/>
                      <a:gd name="T31" fmla="*/ 0 h 663"/>
                      <a:gd name="T32" fmla="*/ 0 w 665"/>
                      <a:gd name="T33" fmla="*/ 0 h 663"/>
                      <a:gd name="T34" fmla="*/ 0 w 665"/>
                      <a:gd name="T35" fmla="*/ 0 h 663"/>
                      <a:gd name="T36" fmla="*/ 0 w 665"/>
                      <a:gd name="T37" fmla="*/ 0 h 663"/>
                      <a:gd name="T38" fmla="*/ 0 w 665"/>
                      <a:gd name="T39" fmla="*/ 0 h 663"/>
                      <a:gd name="T40" fmla="*/ 0 w 665"/>
                      <a:gd name="T41" fmla="*/ 0 h 663"/>
                      <a:gd name="T42" fmla="*/ 0 w 665"/>
                      <a:gd name="T43" fmla="*/ 0 h 663"/>
                      <a:gd name="T44" fmla="*/ 0 w 665"/>
                      <a:gd name="T45" fmla="*/ 0 h 663"/>
                      <a:gd name="T46" fmla="*/ 0 w 665"/>
                      <a:gd name="T47" fmla="*/ 0 h 663"/>
                      <a:gd name="T48" fmla="*/ 0 w 665"/>
                      <a:gd name="T49" fmla="*/ 0 h 663"/>
                      <a:gd name="T50" fmla="*/ 0 w 665"/>
                      <a:gd name="T51" fmla="*/ 0 h 663"/>
                      <a:gd name="T52" fmla="*/ 0 w 665"/>
                      <a:gd name="T53" fmla="*/ 0 h 663"/>
                      <a:gd name="T54" fmla="*/ 0 w 665"/>
                      <a:gd name="T55" fmla="*/ 0 h 663"/>
                      <a:gd name="T56" fmla="*/ 0 w 665"/>
                      <a:gd name="T57" fmla="*/ 0 h 663"/>
                      <a:gd name="T58" fmla="*/ 0 w 665"/>
                      <a:gd name="T59" fmla="*/ 0 h 663"/>
                      <a:gd name="T60" fmla="*/ 0 w 665"/>
                      <a:gd name="T61" fmla="*/ 0 h 663"/>
                      <a:gd name="T62" fmla="*/ 0 w 665"/>
                      <a:gd name="T63" fmla="*/ 0 h 663"/>
                      <a:gd name="T64" fmla="*/ 0 w 665"/>
                      <a:gd name="T65" fmla="*/ 0 h 663"/>
                      <a:gd name="T66" fmla="*/ 0 w 665"/>
                      <a:gd name="T67" fmla="*/ 0 h 66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5"/>
                      <a:gd name="T103" fmla="*/ 0 h 663"/>
                      <a:gd name="T104" fmla="*/ 665 w 665"/>
                      <a:gd name="T105" fmla="*/ 663 h 66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5" h="663">
                        <a:moveTo>
                          <a:pt x="665" y="663"/>
                        </a:moveTo>
                        <a:lnTo>
                          <a:pt x="665" y="663"/>
                        </a:lnTo>
                        <a:lnTo>
                          <a:pt x="664" y="630"/>
                        </a:lnTo>
                        <a:lnTo>
                          <a:pt x="661" y="595"/>
                        </a:lnTo>
                        <a:lnTo>
                          <a:pt x="657" y="563"/>
                        </a:lnTo>
                        <a:lnTo>
                          <a:pt x="652" y="530"/>
                        </a:lnTo>
                        <a:lnTo>
                          <a:pt x="644" y="498"/>
                        </a:lnTo>
                        <a:lnTo>
                          <a:pt x="635" y="467"/>
                        </a:lnTo>
                        <a:lnTo>
                          <a:pt x="624" y="435"/>
                        </a:lnTo>
                        <a:lnTo>
                          <a:pt x="613" y="406"/>
                        </a:lnTo>
                        <a:lnTo>
                          <a:pt x="599" y="376"/>
                        </a:lnTo>
                        <a:lnTo>
                          <a:pt x="584" y="347"/>
                        </a:lnTo>
                        <a:lnTo>
                          <a:pt x="568" y="319"/>
                        </a:lnTo>
                        <a:lnTo>
                          <a:pt x="551" y="292"/>
                        </a:lnTo>
                        <a:lnTo>
                          <a:pt x="532" y="267"/>
                        </a:lnTo>
                        <a:lnTo>
                          <a:pt x="513" y="241"/>
                        </a:lnTo>
                        <a:lnTo>
                          <a:pt x="492" y="217"/>
                        </a:lnTo>
                        <a:lnTo>
                          <a:pt x="470" y="194"/>
                        </a:lnTo>
                        <a:lnTo>
                          <a:pt x="447" y="173"/>
                        </a:lnTo>
                        <a:lnTo>
                          <a:pt x="423" y="152"/>
                        </a:lnTo>
                        <a:lnTo>
                          <a:pt x="397" y="132"/>
                        </a:lnTo>
                        <a:lnTo>
                          <a:pt x="372" y="113"/>
                        </a:lnTo>
                        <a:lnTo>
                          <a:pt x="344" y="96"/>
                        </a:lnTo>
                        <a:lnTo>
                          <a:pt x="317" y="79"/>
                        </a:lnTo>
                        <a:lnTo>
                          <a:pt x="288" y="65"/>
                        </a:lnTo>
                        <a:lnTo>
                          <a:pt x="259" y="52"/>
                        </a:lnTo>
                        <a:lnTo>
                          <a:pt x="229" y="39"/>
                        </a:lnTo>
                        <a:lnTo>
                          <a:pt x="198" y="29"/>
                        </a:lnTo>
                        <a:lnTo>
                          <a:pt x="167" y="21"/>
                        </a:lnTo>
                        <a:lnTo>
                          <a:pt x="135" y="13"/>
                        </a:lnTo>
                        <a:lnTo>
                          <a:pt x="101" y="7"/>
                        </a:lnTo>
                        <a:lnTo>
                          <a:pt x="68" y="3"/>
                        </a:lnTo>
                        <a:lnTo>
                          <a:pt x="35" y="1"/>
                        </a:lnTo>
                        <a:lnTo>
                          <a:pt x="0" y="0"/>
                        </a:lnTo>
                        <a:lnTo>
                          <a:pt x="0" y="164"/>
                        </a:lnTo>
                        <a:lnTo>
                          <a:pt x="26" y="164"/>
                        </a:lnTo>
                        <a:lnTo>
                          <a:pt x="51" y="166"/>
                        </a:lnTo>
                        <a:lnTo>
                          <a:pt x="77" y="169"/>
                        </a:lnTo>
                        <a:lnTo>
                          <a:pt x="101" y="174"/>
                        </a:lnTo>
                        <a:lnTo>
                          <a:pt x="126" y="179"/>
                        </a:lnTo>
                        <a:lnTo>
                          <a:pt x="149" y="186"/>
                        </a:lnTo>
                        <a:lnTo>
                          <a:pt x="172" y="194"/>
                        </a:lnTo>
                        <a:lnTo>
                          <a:pt x="194" y="203"/>
                        </a:lnTo>
                        <a:lnTo>
                          <a:pt x="217" y="213"/>
                        </a:lnTo>
                        <a:lnTo>
                          <a:pt x="239" y="224"/>
                        </a:lnTo>
                        <a:lnTo>
                          <a:pt x="260" y="236"/>
                        </a:lnTo>
                        <a:lnTo>
                          <a:pt x="280" y="249"/>
                        </a:lnTo>
                        <a:lnTo>
                          <a:pt x="300" y="262"/>
                        </a:lnTo>
                        <a:lnTo>
                          <a:pt x="319" y="278"/>
                        </a:lnTo>
                        <a:lnTo>
                          <a:pt x="336" y="293"/>
                        </a:lnTo>
                        <a:lnTo>
                          <a:pt x="354" y="310"/>
                        </a:lnTo>
                        <a:lnTo>
                          <a:pt x="371" y="328"/>
                        </a:lnTo>
                        <a:lnTo>
                          <a:pt x="386" y="346"/>
                        </a:lnTo>
                        <a:lnTo>
                          <a:pt x="402" y="364"/>
                        </a:lnTo>
                        <a:lnTo>
                          <a:pt x="415" y="384"/>
                        </a:lnTo>
                        <a:lnTo>
                          <a:pt x="429" y="404"/>
                        </a:lnTo>
                        <a:lnTo>
                          <a:pt x="441" y="425"/>
                        </a:lnTo>
                        <a:lnTo>
                          <a:pt x="452" y="447"/>
                        </a:lnTo>
                        <a:lnTo>
                          <a:pt x="462" y="469"/>
                        </a:lnTo>
                        <a:lnTo>
                          <a:pt x="471" y="492"/>
                        </a:lnTo>
                        <a:lnTo>
                          <a:pt x="478" y="515"/>
                        </a:lnTo>
                        <a:lnTo>
                          <a:pt x="485" y="539"/>
                        </a:lnTo>
                        <a:lnTo>
                          <a:pt x="491" y="563"/>
                        </a:lnTo>
                        <a:lnTo>
                          <a:pt x="495" y="587"/>
                        </a:lnTo>
                        <a:lnTo>
                          <a:pt x="498" y="612"/>
                        </a:lnTo>
                        <a:lnTo>
                          <a:pt x="501" y="637"/>
                        </a:lnTo>
                        <a:lnTo>
                          <a:pt x="501" y="663"/>
                        </a:lnTo>
                        <a:lnTo>
                          <a:pt x="665" y="663"/>
                        </a:lnTo>
                        <a:close/>
                      </a:path>
                    </a:pathLst>
                  </a:custGeom>
                  <a:solidFill>
                    <a:srgbClr val="EF2B2F"/>
                  </a:solidFill>
                  <a:ln>
                    <a:noFill/>
                  </a:ln>
                </p:spPr>
                <p:txBody>
                  <a:bodyPr/>
                  <a:lstStyle/>
                  <a:p>
                    <a:pPr>
                      <a:defRPr/>
                    </a:pPr>
                    <a:endParaRPr lang="en-US" sz="1050">
                      <a:latin typeface="+mj-lt"/>
                    </a:endParaRPr>
                  </a:p>
                </p:txBody>
              </p:sp>
              <p:sp>
                <p:nvSpPr>
                  <p:cNvPr id="41539" name="Freeform 505">
                    <a:extLst>
                      <a:ext uri="{FF2B5EF4-FFF2-40B4-BE49-F238E27FC236}">
                        <a16:creationId xmlns="" xmlns:a16="http://schemas.microsoft.com/office/drawing/2014/main" id="{F9E28FBB-7C93-172E-552C-6EFD3F14C3A2}"/>
                      </a:ext>
                    </a:extLst>
                  </p:cNvPr>
                  <p:cNvSpPr>
                    <a:spLocks/>
                  </p:cNvSpPr>
                  <p:nvPr/>
                </p:nvSpPr>
                <p:spPr bwMode="auto">
                  <a:xfrm>
                    <a:off x="2707" y="2311"/>
                    <a:ext cx="113" cy="110"/>
                  </a:xfrm>
                  <a:custGeom>
                    <a:avLst/>
                    <a:gdLst>
                      <a:gd name="T0" fmla="*/ 0 w 665"/>
                      <a:gd name="T1" fmla="*/ 0 h 664"/>
                      <a:gd name="T2" fmla="*/ 0 w 665"/>
                      <a:gd name="T3" fmla="*/ 0 h 664"/>
                      <a:gd name="T4" fmla="*/ 0 w 665"/>
                      <a:gd name="T5" fmla="*/ 0 h 664"/>
                      <a:gd name="T6" fmla="*/ 0 w 665"/>
                      <a:gd name="T7" fmla="*/ 0 h 664"/>
                      <a:gd name="T8" fmla="*/ 0 w 665"/>
                      <a:gd name="T9" fmla="*/ 0 h 664"/>
                      <a:gd name="T10" fmla="*/ 0 w 665"/>
                      <a:gd name="T11" fmla="*/ 0 h 664"/>
                      <a:gd name="T12" fmla="*/ 0 w 665"/>
                      <a:gd name="T13" fmla="*/ 0 h 664"/>
                      <a:gd name="T14" fmla="*/ 0 w 665"/>
                      <a:gd name="T15" fmla="*/ 0 h 664"/>
                      <a:gd name="T16" fmla="*/ 0 w 665"/>
                      <a:gd name="T17" fmla="*/ 0 h 664"/>
                      <a:gd name="T18" fmla="*/ 0 w 665"/>
                      <a:gd name="T19" fmla="*/ 0 h 664"/>
                      <a:gd name="T20" fmla="*/ 0 w 665"/>
                      <a:gd name="T21" fmla="*/ 0 h 664"/>
                      <a:gd name="T22" fmla="*/ 0 w 665"/>
                      <a:gd name="T23" fmla="*/ 0 h 664"/>
                      <a:gd name="T24" fmla="*/ 0 w 665"/>
                      <a:gd name="T25" fmla="*/ 0 h 664"/>
                      <a:gd name="T26" fmla="*/ 0 w 665"/>
                      <a:gd name="T27" fmla="*/ 0 h 664"/>
                      <a:gd name="T28" fmla="*/ 0 w 665"/>
                      <a:gd name="T29" fmla="*/ 0 h 664"/>
                      <a:gd name="T30" fmla="*/ 0 w 665"/>
                      <a:gd name="T31" fmla="*/ 0 h 664"/>
                      <a:gd name="T32" fmla="*/ 0 w 665"/>
                      <a:gd name="T33" fmla="*/ 0 h 664"/>
                      <a:gd name="T34" fmla="*/ 0 w 665"/>
                      <a:gd name="T35" fmla="*/ 0 h 664"/>
                      <a:gd name="T36" fmla="*/ 0 w 665"/>
                      <a:gd name="T37" fmla="*/ 0 h 664"/>
                      <a:gd name="T38" fmla="*/ 0 w 665"/>
                      <a:gd name="T39" fmla="*/ 0 h 664"/>
                      <a:gd name="T40" fmla="*/ 0 w 665"/>
                      <a:gd name="T41" fmla="*/ 0 h 664"/>
                      <a:gd name="T42" fmla="*/ 0 w 665"/>
                      <a:gd name="T43" fmla="*/ 0 h 664"/>
                      <a:gd name="T44" fmla="*/ 0 w 665"/>
                      <a:gd name="T45" fmla="*/ 0 h 664"/>
                      <a:gd name="T46" fmla="*/ 0 w 665"/>
                      <a:gd name="T47" fmla="*/ 0 h 664"/>
                      <a:gd name="T48" fmla="*/ 0 w 665"/>
                      <a:gd name="T49" fmla="*/ 0 h 664"/>
                      <a:gd name="T50" fmla="*/ 0 w 665"/>
                      <a:gd name="T51" fmla="*/ 0 h 664"/>
                      <a:gd name="T52" fmla="*/ 0 w 665"/>
                      <a:gd name="T53" fmla="*/ 0 h 664"/>
                      <a:gd name="T54" fmla="*/ 0 w 665"/>
                      <a:gd name="T55" fmla="*/ 0 h 664"/>
                      <a:gd name="T56" fmla="*/ 0 w 665"/>
                      <a:gd name="T57" fmla="*/ 0 h 664"/>
                      <a:gd name="T58" fmla="*/ 0 w 665"/>
                      <a:gd name="T59" fmla="*/ 0 h 664"/>
                      <a:gd name="T60" fmla="*/ 0 w 665"/>
                      <a:gd name="T61" fmla="*/ 0 h 664"/>
                      <a:gd name="T62" fmla="*/ 0 w 665"/>
                      <a:gd name="T63" fmla="*/ 0 h 664"/>
                      <a:gd name="T64" fmla="*/ 0 w 665"/>
                      <a:gd name="T65" fmla="*/ 0 h 664"/>
                      <a:gd name="T66" fmla="*/ 0 w 665"/>
                      <a:gd name="T67" fmla="*/ 0 h 6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5"/>
                      <a:gd name="T103" fmla="*/ 0 h 664"/>
                      <a:gd name="T104" fmla="*/ 665 w 665"/>
                      <a:gd name="T105" fmla="*/ 664 h 66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5" h="664">
                        <a:moveTo>
                          <a:pt x="0" y="664"/>
                        </a:moveTo>
                        <a:lnTo>
                          <a:pt x="0" y="664"/>
                        </a:lnTo>
                        <a:lnTo>
                          <a:pt x="35" y="663"/>
                        </a:lnTo>
                        <a:lnTo>
                          <a:pt x="68" y="661"/>
                        </a:lnTo>
                        <a:lnTo>
                          <a:pt x="101" y="657"/>
                        </a:lnTo>
                        <a:lnTo>
                          <a:pt x="135" y="651"/>
                        </a:lnTo>
                        <a:lnTo>
                          <a:pt x="166" y="643"/>
                        </a:lnTo>
                        <a:lnTo>
                          <a:pt x="198" y="634"/>
                        </a:lnTo>
                        <a:lnTo>
                          <a:pt x="229" y="624"/>
                        </a:lnTo>
                        <a:lnTo>
                          <a:pt x="259" y="612"/>
                        </a:lnTo>
                        <a:lnTo>
                          <a:pt x="288" y="599"/>
                        </a:lnTo>
                        <a:lnTo>
                          <a:pt x="317" y="583"/>
                        </a:lnTo>
                        <a:lnTo>
                          <a:pt x="344" y="568"/>
                        </a:lnTo>
                        <a:lnTo>
                          <a:pt x="372" y="551"/>
                        </a:lnTo>
                        <a:lnTo>
                          <a:pt x="397" y="532"/>
                        </a:lnTo>
                        <a:lnTo>
                          <a:pt x="423" y="512"/>
                        </a:lnTo>
                        <a:lnTo>
                          <a:pt x="447" y="491"/>
                        </a:lnTo>
                        <a:lnTo>
                          <a:pt x="470" y="470"/>
                        </a:lnTo>
                        <a:lnTo>
                          <a:pt x="492" y="447"/>
                        </a:lnTo>
                        <a:lnTo>
                          <a:pt x="513" y="423"/>
                        </a:lnTo>
                        <a:lnTo>
                          <a:pt x="532" y="397"/>
                        </a:lnTo>
                        <a:lnTo>
                          <a:pt x="551" y="371"/>
                        </a:lnTo>
                        <a:lnTo>
                          <a:pt x="568" y="345"/>
                        </a:lnTo>
                        <a:lnTo>
                          <a:pt x="584" y="317"/>
                        </a:lnTo>
                        <a:lnTo>
                          <a:pt x="599" y="288"/>
                        </a:lnTo>
                        <a:lnTo>
                          <a:pt x="613" y="258"/>
                        </a:lnTo>
                        <a:lnTo>
                          <a:pt x="624" y="228"/>
                        </a:lnTo>
                        <a:lnTo>
                          <a:pt x="635" y="197"/>
                        </a:lnTo>
                        <a:lnTo>
                          <a:pt x="644" y="166"/>
                        </a:lnTo>
                        <a:lnTo>
                          <a:pt x="652" y="134"/>
                        </a:lnTo>
                        <a:lnTo>
                          <a:pt x="657" y="101"/>
                        </a:lnTo>
                        <a:lnTo>
                          <a:pt x="661" y="68"/>
                        </a:lnTo>
                        <a:lnTo>
                          <a:pt x="664" y="34"/>
                        </a:lnTo>
                        <a:lnTo>
                          <a:pt x="665" y="0"/>
                        </a:lnTo>
                        <a:lnTo>
                          <a:pt x="501" y="0"/>
                        </a:lnTo>
                        <a:lnTo>
                          <a:pt x="501" y="27"/>
                        </a:lnTo>
                        <a:lnTo>
                          <a:pt x="498" y="51"/>
                        </a:lnTo>
                        <a:lnTo>
                          <a:pt x="495" y="76"/>
                        </a:lnTo>
                        <a:lnTo>
                          <a:pt x="491" y="101"/>
                        </a:lnTo>
                        <a:lnTo>
                          <a:pt x="485" y="125"/>
                        </a:lnTo>
                        <a:lnTo>
                          <a:pt x="478" y="149"/>
                        </a:lnTo>
                        <a:lnTo>
                          <a:pt x="471" y="172"/>
                        </a:lnTo>
                        <a:lnTo>
                          <a:pt x="462" y="195"/>
                        </a:lnTo>
                        <a:lnTo>
                          <a:pt x="452" y="217"/>
                        </a:lnTo>
                        <a:lnTo>
                          <a:pt x="441" y="238"/>
                        </a:lnTo>
                        <a:lnTo>
                          <a:pt x="429" y="259"/>
                        </a:lnTo>
                        <a:lnTo>
                          <a:pt x="415" y="279"/>
                        </a:lnTo>
                        <a:lnTo>
                          <a:pt x="402" y="299"/>
                        </a:lnTo>
                        <a:lnTo>
                          <a:pt x="386" y="318"/>
                        </a:lnTo>
                        <a:lnTo>
                          <a:pt x="371" y="336"/>
                        </a:lnTo>
                        <a:lnTo>
                          <a:pt x="354" y="354"/>
                        </a:lnTo>
                        <a:lnTo>
                          <a:pt x="336" y="370"/>
                        </a:lnTo>
                        <a:lnTo>
                          <a:pt x="319" y="386"/>
                        </a:lnTo>
                        <a:lnTo>
                          <a:pt x="300" y="401"/>
                        </a:lnTo>
                        <a:lnTo>
                          <a:pt x="280" y="415"/>
                        </a:lnTo>
                        <a:lnTo>
                          <a:pt x="260" y="428"/>
                        </a:lnTo>
                        <a:lnTo>
                          <a:pt x="239" y="440"/>
                        </a:lnTo>
                        <a:lnTo>
                          <a:pt x="217" y="451"/>
                        </a:lnTo>
                        <a:lnTo>
                          <a:pt x="196" y="461"/>
                        </a:lnTo>
                        <a:lnTo>
                          <a:pt x="172" y="470"/>
                        </a:lnTo>
                        <a:lnTo>
                          <a:pt x="149" y="478"/>
                        </a:lnTo>
                        <a:lnTo>
                          <a:pt x="126" y="485"/>
                        </a:lnTo>
                        <a:lnTo>
                          <a:pt x="101" y="490"/>
                        </a:lnTo>
                        <a:lnTo>
                          <a:pt x="77" y="495"/>
                        </a:lnTo>
                        <a:lnTo>
                          <a:pt x="53" y="498"/>
                        </a:lnTo>
                        <a:lnTo>
                          <a:pt x="27" y="500"/>
                        </a:lnTo>
                        <a:lnTo>
                          <a:pt x="0" y="500"/>
                        </a:lnTo>
                        <a:lnTo>
                          <a:pt x="0" y="664"/>
                        </a:lnTo>
                        <a:close/>
                      </a:path>
                    </a:pathLst>
                  </a:custGeom>
                  <a:solidFill>
                    <a:srgbClr val="EF2B2F"/>
                  </a:solidFill>
                  <a:ln>
                    <a:noFill/>
                  </a:ln>
                </p:spPr>
                <p:txBody>
                  <a:bodyPr/>
                  <a:lstStyle/>
                  <a:p>
                    <a:pPr>
                      <a:defRPr/>
                    </a:pPr>
                    <a:endParaRPr lang="en-US" sz="1050">
                      <a:latin typeface="+mj-lt"/>
                    </a:endParaRPr>
                  </a:p>
                </p:txBody>
              </p:sp>
              <p:sp>
                <p:nvSpPr>
                  <p:cNvPr id="41540" name="Freeform 506">
                    <a:extLst>
                      <a:ext uri="{FF2B5EF4-FFF2-40B4-BE49-F238E27FC236}">
                        <a16:creationId xmlns="" xmlns:a16="http://schemas.microsoft.com/office/drawing/2014/main" id="{3B872BAC-3804-18DD-F3C3-46140E80BA4A}"/>
                      </a:ext>
                    </a:extLst>
                  </p:cNvPr>
                  <p:cNvSpPr>
                    <a:spLocks/>
                  </p:cNvSpPr>
                  <p:nvPr/>
                </p:nvSpPr>
                <p:spPr bwMode="auto">
                  <a:xfrm>
                    <a:off x="2599" y="2311"/>
                    <a:ext cx="109" cy="110"/>
                  </a:xfrm>
                  <a:custGeom>
                    <a:avLst/>
                    <a:gdLst>
                      <a:gd name="T0" fmla="*/ 0 w 664"/>
                      <a:gd name="T1" fmla="*/ 0 h 664"/>
                      <a:gd name="T2" fmla="*/ 0 w 664"/>
                      <a:gd name="T3" fmla="*/ 0 h 664"/>
                      <a:gd name="T4" fmla="*/ 0 w 664"/>
                      <a:gd name="T5" fmla="*/ 0 h 664"/>
                      <a:gd name="T6" fmla="*/ 0 w 664"/>
                      <a:gd name="T7" fmla="*/ 0 h 664"/>
                      <a:gd name="T8" fmla="*/ 0 w 664"/>
                      <a:gd name="T9" fmla="*/ 0 h 664"/>
                      <a:gd name="T10" fmla="*/ 0 w 664"/>
                      <a:gd name="T11" fmla="*/ 0 h 664"/>
                      <a:gd name="T12" fmla="*/ 0 w 664"/>
                      <a:gd name="T13" fmla="*/ 0 h 664"/>
                      <a:gd name="T14" fmla="*/ 0 w 664"/>
                      <a:gd name="T15" fmla="*/ 0 h 664"/>
                      <a:gd name="T16" fmla="*/ 0 w 664"/>
                      <a:gd name="T17" fmla="*/ 0 h 664"/>
                      <a:gd name="T18" fmla="*/ 0 w 664"/>
                      <a:gd name="T19" fmla="*/ 0 h 664"/>
                      <a:gd name="T20" fmla="*/ 0 w 664"/>
                      <a:gd name="T21" fmla="*/ 0 h 664"/>
                      <a:gd name="T22" fmla="*/ 0 w 664"/>
                      <a:gd name="T23" fmla="*/ 0 h 664"/>
                      <a:gd name="T24" fmla="*/ 0 w 664"/>
                      <a:gd name="T25" fmla="*/ 0 h 664"/>
                      <a:gd name="T26" fmla="*/ 0 w 664"/>
                      <a:gd name="T27" fmla="*/ 0 h 664"/>
                      <a:gd name="T28" fmla="*/ 0 w 664"/>
                      <a:gd name="T29" fmla="*/ 0 h 664"/>
                      <a:gd name="T30" fmla="*/ 0 w 664"/>
                      <a:gd name="T31" fmla="*/ 0 h 664"/>
                      <a:gd name="T32" fmla="*/ 0 w 664"/>
                      <a:gd name="T33" fmla="*/ 0 h 664"/>
                      <a:gd name="T34" fmla="*/ 0 w 664"/>
                      <a:gd name="T35" fmla="*/ 0 h 664"/>
                      <a:gd name="T36" fmla="*/ 0 w 664"/>
                      <a:gd name="T37" fmla="*/ 0 h 664"/>
                      <a:gd name="T38" fmla="*/ 0 w 664"/>
                      <a:gd name="T39" fmla="*/ 0 h 664"/>
                      <a:gd name="T40" fmla="*/ 0 w 664"/>
                      <a:gd name="T41" fmla="*/ 0 h 664"/>
                      <a:gd name="T42" fmla="*/ 0 w 664"/>
                      <a:gd name="T43" fmla="*/ 0 h 664"/>
                      <a:gd name="T44" fmla="*/ 0 w 664"/>
                      <a:gd name="T45" fmla="*/ 0 h 664"/>
                      <a:gd name="T46" fmla="*/ 0 w 664"/>
                      <a:gd name="T47" fmla="*/ 0 h 664"/>
                      <a:gd name="T48" fmla="*/ 0 w 664"/>
                      <a:gd name="T49" fmla="*/ 0 h 664"/>
                      <a:gd name="T50" fmla="*/ 0 w 664"/>
                      <a:gd name="T51" fmla="*/ 0 h 664"/>
                      <a:gd name="T52" fmla="*/ 0 w 664"/>
                      <a:gd name="T53" fmla="*/ 0 h 664"/>
                      <a:gd name="T54" fmla="*/ 0 w 664"/>
                      <a:gd name="T55" fmla="*/ 0 h 664"/>
                      <a:gd name="T56" fmla="*/ 0 w 664"/>
                      <a:gd name="T57" fmla="*/ 0 h 664"/>
                      <a:gd name="T58" fmla="*/ 0 w 664"/>
                      <a:gd name="T59" fmla="*/ 0 h 664"/>
                      <a:gd name="T60" fmla="*/ 0 w 664"/>
                      <a:gd name="T61" fmla="*/ 0 h 664"/>
                      <a:gd name="T62" fmla="*/ 0 w 664"/>
                      <a:gd name="T63" fmla="*/ 0 h 664"/>
                      <a:gd name="T64" fmla="*/ 0 w 664"/>
                      <a:gd name="T65" fmla="*/ 0 h 664"/>
                      <a:gd name="T66" fmla="*/ 0 w 664"/>
                      <a:gd name="T67" fmla="*/ 0 h 6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4"/>
                      <a:gd name="T103" fmla="*/ 0 h 664"/>
                      <a:gd name="T104" fmla="*/ 664 w 664"/>
                      <a:gd name="T105" fmla="*/ 664 h 66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4" h="664">
                        <a:moveTo>
                          <a:pt x="0" y="0"/>
                        </a:moveTo>
                        <a:lnTo>
                          <a:pt x="0" y="0"/>
                        </a:lnTo>
                        <a:lnTo>
                          <a:pt x="1" y="34"/>
                        </a:lnTo>
                        <a:lnTo>
                          <a:pt x="4" y="68"/>
                        </a:lnTo>
                        <a:lnTo>
                          <a:pt x="8" y="101"/>
                        </a:lnTo>
                        <a:lnTo>
                          <a:pt x="14" y="134"/>
                        </a:lnTo>
                        <a:lnTo>
                          <a:pt x="22" y="166"/>
                        </a:lnTo>
                        <a:lnTo>
                          <a:pt x="31" y="197"/>
                        </a:lnTo>
                        <a:lnTo>
                          <a:pt x="41" y="228"/>
                        </a:lnTo>
                        <a:lnTo>
                          <a:pt x="53" y="258"/>
                        </a:lnTo>
                        <a:lnTo>
                          <a:pt x="66" y="288"/>
                        </a:lnTo>
                        <a:lnTo>
                          <a:pt x="81" y="317"/>
                        </a:lnTo>
                        <a:lnTo>
                          <a:pt x="98" y="345"/>
                        </a:lnTo>
                        <a:lnTo>
                          <a:pt x="114" y="371"/>
                        </a:lnTo>
                        <a:lnTo>
                          <a:pt x="133" y="397"/>
                        </a:lnTo>
                        <a:lnTo>
                          <a:pt x="153" y="423"/>
                        </a:lnTo>
                        <a:lnTo>
                          <a:pt x="173" y="447"/>
                        </a:lnTo>
                        <a:lnTo>
                          <a:pt x="195" y="470"/>
                        </a:lnTo>
                        <a:lnTo>
                          <a:pt x="218" y="491"/>
                        </a:lnTo>
                        <a:lnTo>
                          <a:pt x="243" y="512"/>
                        </a:lnTo>
                        <a:lnTo>
                          <a:pt x="267" y="532"/>
                        </a:lnTo>
                        <a:lnTo>
                          <a:pt x="294" y="551"/>
                        </a:lnTo>
                        <a:lnTo>
                          <a:pt x="321" y="568"/>
                        </a:lnTo>
                        <a:lnTo>
                          <a:pt x="348" y="583"/>
                        </a:lnTo>
                        <a:lnTo>
                          <a:pt x="377" y="599"/>
                        </a:lnTo>
                        <a:lnTo>
                          <a:pt x="407" y="612"/>
                        </a:lnTo>
                        <a:lnTo>
                          <a:pt x="437" y="624"/>
                        </a:lnTo>
                        <a:lnTo>
                          <a:pt x="468" y="634"/>
                        </a:lnTo>
                        <a:lnTo>
                          <a:pt x="499" y="643"/>
                        </a:lnTo>
                        <a:lnTo>
                          <a:pt x="531" y="651"/>
                        </a:lnTo>
                        <a:lnTo>
                          <a:pt x="565" y="657"/>
                        </a:lnTo>
                        <a:lnTo>
                          <a:pt x="598" y="661"/>
                        </a:lnTo>
                        <a:lnTo>
                          <a:pt x="631" y="663"/>
                        </a:lnTo>
                        <a:lnTo>
                          <a:pt x="664" y="664"/>
                        </a:lnTo>
                        <a:lnTo>
                          <a:pt x="664" y="500"/>
                        </a:lnTo>
                        <a:lnTo>
                          <a:pt x="639" y="500"/>
                        </a:lnTo>
                        <a:lnTo>
                          <a:pt x="613" y="498"/>
                        </a:lnTo>
                        <a:lnTo>
                          <a:pt x="589" y="495"/>
                        </a:lnTo>
                        <a:lnTo>
                          <a:pt x="563" y="490"/>
                        </a:lnTo>
                        <a:lnTo>
                          <a:pt x="540" y="485"/>
                        </a:lnTo>
                        <a:lnTo>
                          <a:pt x="516" y="478"/>
                        </a:lnTo>
                        <a:lnTo>
                          <a:pt x="494" y="470"/>
                        </a:lnTo>
                        <a:lnTo>
                          <a:pt x="470" y="461"/>
                        </a:lnTo>
                        <a:lnTo>
                          <a:pt x="448" y="451"/>
                        </a:lnTo>
                        <a:lnTo>
                          <a:pt x="427" y="440"/>
                        </a:lnTo>
                        <a:lnTo>
                          <a:pt x="406" y="428"/>
                        </a:lnTo>
                        <a:lnTo>
                          <a:pt x="386" y="415"/>
                        </a:lnTo>
                        <a:lnTo>
                          <a:pt x="366" y="401"/>
                        </a:lnTo>
                        <a:lnTo>
                          <a:pt x="347" y="386"/>
                        </a:lnTo>
                        <a:lnTo>
                          <a:pt x="328" y="370"/>
                        </a:lnTo>
                        <a:lnTo>
                          <a:pt x="312" y="354"/>
                        </a:lnTo>
                        <a:lnTo>
                          <a:pt x="295" y="336"/>
                        </a:lnTo>
                        <a:lnTo>
                          <a:pt x="278" y="318"/>
                        </a:lnTo>
                        <a:lnTo>
                          <a:pt x="264" y="299"/>
                        </a:lnTo>
                        <a:lnTo>
                          <a:pt x="251" y="279"/>
                        </a:lnTo>
                        <a:lnTo>
                          <a:pt x="237" y="259"/>
                        </a:lnTo>
                        <a:lnTo>
                          <a:pt x="225" y="238"/>
                        </a:lnTo>
                        <a:lnTo>
                          <a:pt x="214" y="217"/>
                        </a:lnTo>
                        <a:lnTo>
                          <a:pt x="204" y="195"/>
                        </a:lnTo>
                        <a:lnTo>
                          <a:pt x="195" y="172"/>
                        </a:lnTo>
                        <a:lnTo>
                          <a:pt x="187" y="149"/>
                        </a:lnTo>
                        <a:lnTo>
                          <a:pt x="180" y="125"/>
                        </a:lnTo>
                        <a:lnTo>
                          <a:pt x="174" y="101"/>
                        </a:lnTo>
                        <a:lnTo>
                          <a:pt x="171" y="76"/>
                        </a:lnTo>
                        <a:lnTo>
                          <a:pt x="167" y="52"/>
                        </a:lnTo>
                        <a:lnTo>
                          <a:pt x="165" y="27"/>
                        </a:lnTo>
                        <a:lnTo>
                          <a:pt x="164" y="0"/>
                        </a:lnTo>
                        <a:lnTo>
                          <a:pt x="0" y="0"/>
                        </a:lnTo>
                        <a:close/>
                      </a:path>
                    </a:pathLst>
                  </a:custGeom>
                  <a:solidFill>
                    <a:srgbClr val="EF2B2F"/>
                  </a:solidFill>
                  <a:ln>
                    <a:noFill/>
                  </a:ln>
                </p:spPr>
                <p:txBody>
                  <a:bodyPr/>
                  <a:lstStyle/>
                  <a:p>
                    <a:pPr>
                      <a:defRPr/>
                    </a:pPr>
                    <a:endParaRPr lang="en-US" sz="1050">
                      <a:latin typeface="+mj-lt"/>
                    </a:endParaRPr>
                  </a:p>
                </p:txBody>
              </p:sp>
              <p:sp>
                <p:nvSpPr>
                  <p:cNvPr id="41541" name="Freeform 507">
                    <a:extLst>
                      <a:ext uri="{FF2B5EF4-FFF2-40B4-BE49-F238E27FC236}">
                        <a16:creationId xmlns="" xmlns:a16="http://schemas.microsoft.com/office/drawing/2014/main" id="{3870118E-154A-FA9C-15AC-37B18B584A17}"/>
                      </a:ext>
                    </a:extLst>
                  </p:cNvPr>
                  <p:cNvSpPr>
                    <a:spLocks/>
                  </p:cNvSpPr>
                  <p:nvPr/>
                </p:nvSpPr>
                <p:spPr bwMode="auto">
                  <a:xfrm>
                    <a:off x="2599" y="2201"/>
                    <a:ext cx="109" cy="110"/>
                  </a:xfrm>
                  <a:custGeom>
                    <a:avLst/>
                    <a:gdLst>
                      <a:gd name="T0" fmla="*/ 0 w 664"/>
                      <a:gd name="T1" fmla="*/ 0 h 663"/>
                      <a:gd name="T2" fmla="*/ 0 w 664"/>
                      <a:gd name="T3" fmla="*/ 0 h 663"/>
                      <a:gd name="T4" fmla="*/ 0 w 664"/>
                      <a:gd name="T5" fmla="*/ 0 h 663"/>
                      <a:gd name="T6" fmla="*/ 0 w 664"/>
                      <a:gd name="T7" fmla="*/ 0 h 663"/>
                      <a:gd name="T8" fmla="*/ 0 w 664"/>
                      <a:gd name="T9" fmla="*/ 0 h 663"/>
                      <a:gd name="T10" fmla="*/ 0 w 664"/>
                      <a:gd name="T11" fmla="*/ 0 h 663"/>
                      <a:gd name="T12" fmla="*/ 0 w 664"/>
                      <a:gd name="T13" fmla="*/ 0 h 663"/>
                      <a:gd name="T14" fmla="*/ 0 w 664"/>
                      <a:gd name="T15" fmla="*/ 0 h 663"/>
                      <a:gd name="T16" fmla="*/ 0 w 664"/>
                      <a:gd name="T17" fmla="*/ 0 h 663"/>
                      <a:gd name="T18" fmla="*/ 0 w 664"/>
                      <a:gd name="T19" fmla="*/ 0 h 663"/>
                      <a:gd name="T20" fmla="*/ 0 w 664"/>
                      <a:gd name="T21" fmla="*/ 0 h 663"/>
                      <a:gd name="T22" fmla="*/ 0 w 664"/>
                      <a:gd name="T23" fmla="*/ 0 h 663"/>
                      <a:gd name="T24" fmla="*/ 0 w 664"/>
                      <a:gd name="T25" fmla="*/ 0 h 663"/>
                      <a:gd name="T26" fmla="*/ 0 w 664"/>
                      <a:gd name="T27" fmla="*/ 0 h 663"/>
                      <a:gd name="T28" fmla="*/ 0 w 664"/>
                      <a:gd name="T29" fmla="*/ 0 h 663"/>
                      <a:gd name="T30" fmla="*/ 0 w 664"/>
                      <a:gd name="T31" fmla="*/ 0 h 663"/>
                      <a:gd name="T32" fmla="*/ 0 w 664"/>
                      <a:gd name="T33" fmla="*/ 0 h 663"/>
                      <a:gd name="T34" fmla="*/ 0 w 664"/>
                      <a:gd name="T35" fmla="*/ 0 h 663"/>
                      <a:gd name="T36" fmla="*/ 0 w 664"/>
                      <a:gd name="T37" fmla="*/ 0 h 663"/>
                      <a:gd name="T38" fmla="*/ 0 w 664"/>
                      <a:gd name="T39" fmla="*/ 0 h 663"/>
                      <a:gd name="T40" fmla="*/ 0 w 664"/>
                      <a:gd name="T41" fmla="*/ 0 h 663"/>
                      <a:gd name="T42" fmla="*/ 0 w 664"/>
                      <a:gd name="T43" fmla="*/ 0 h 663"/>
                      <a:gd name="T44" fmla="*/ 0 w 664"/>
                      <a:gd name="T45" fmla="*/ 0 h 663"/>
                      <a:gd name="T46" fmla="*/ 0 w 664"/>
                      <a:gd name="T47" fmla="*/ 0 h 663"/>
                      <a:gd name="T48" fmla="*/ 0 w 664"/>
                      <a:gd name="T49" fmla="*/ 0 h 663"/>
                      <a:gd name="T50" fmla="*/ 0 w 664"/>
                      <a:gd name="T51" fmla="*/ 0 h 663"/>
                      <a:gd name="T52" fmla="*/ 0 w 664"/>
                      <a:gd name="T53" fmla="*/ 0 h 663"/>
                      <a:gd name="T54" fmla="*/ 0 w 664"/>
                      <a:gd name="T55" fmla="*/ 0 h 663"/>
                      <a:gd name="T56" fmla="*/ 0 w 664"/>
                      <a:gd name="T57" fmla="*/ 0 h 663"/>
                      <a:gd name="T58" fmla="*/ 0 w 664"/>
                      <a:gd name="T59" fmla="*/ 0 h 663"/>
                      <a:gd name="T60" fmla="*/ 0 w 664"/>
                      <a:gd name="T61" fmla="*/ 0 h 663"/>
                      <a:gd name="T62" fmla="*/ 0 w 664"/>
                      <a:gd name="T63" fmla="*/ 0 h 663"/>
                      <a:gd name="T64" fmla="*/ 0 w 664"/>
                      <a:gd name="T65" fmla="*/ 0 h 663"/>
                      <a:gd name="T66" fmla="*/ 0 w 664"/>
                      <a:gd name="T67" fmla="*/ 0 h 66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64"/>
                      <a:gd name="T103" fmla="*/ 0 h 663"/>
                      <a:gd name="T104" fmla="*/ 664 w 664"/>
                      <a:gd name="T105" fmla="*/ 663 h 66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64" h="663">
                        <a:moveTo>
                          <a:pt x="664" y="0"/>
                        </a:moveTo>
                        <a:lnTo>
                          <a:pt x="664" y="0"/>
                        </a:lnTo>
                        <a:lnTo>
                          <a:pt x="631" y="1"/>
                        </a:lnTo>
                        <a:lnTo>
                          <a:pt x="597" y="3"/>
                        </a:lnTo>
                        <a:lnTo>
                          <a:pt x="565" y="7"/>
                        </a:lnTo>
                        <a:lnTo>
                          <a:pt x="531" y="13"/>
                        </a:lnTo>
                        <a:lnTo>
                          <a:pt x="499" y="21"/>
                        </a:lnTo>
                        <a:lnTo>
                          <a:pt x="468" y="29"/>
                        </a:lnTo>
                        <a:lnTo>
                          <a:pt x="437" y="39"/>
                        </a:lnTo>
                        <a:lnTo>
                          <a:pt x="407" y="52"/>
                        </a:lnTo>
                        <a:lnTo>
                          <a:pt x="377" y="65"/>
                        </a:lnTo>
                        <a:lnTo>
                          <a:pt x="348" y="79"/>
                        </a:lnTo>
                        <a:lnTo>
                          <a:pt x="321" y="96"/>
                        </a:lnTo>
                        <a:lnTo>
                          <a:pt x="294" y="113"/>
                        </a:lnTo>
                        <a:lnTo>
                          <a:pt x="267" y="132"/>
                        </a:lnTo>
                        <a:lnTo>
                          <a:pt x="243" y="152"/>
                        </a:lnTo>
                        <a:lnTo>
                          <a:pt x="218" y="173"/>
                        </a:lnTo>
                        <a:lnTo>
                          <a:pt x="195" y="194"/>
                        </a:lnTo>
                        <a:lnTo>
                          <a:pt x="173" y="217"/>
                        </a:lnTo>
                        <a:lnTo>
                          <a:pt x="153" y="241"/>
                        </a:lnTo>
                        <a:lnTo>
                          <a:pt x="133" y="267"/>
                        </a:lnTo>
                        <a:lnTo>
                          <a:pt x="114" y="292"/>
                        </a:lnTo>
                        <a:lnTo>
                          <a:pt x="98" y="319"/>
                        </a:lnTo>
                        <a:lnTo>
                          <a:pt x="81" y="347"/>
                        </a:lnTo>
                        <a:lnTo>
                          <a:pt x="66" y="376"/>
                        </a:lnTo>
                        <a:lnTo>
                          <a:pt x="53" y="406"/>
                        </a:lnTo>
                        <a:lnTo>
                          <a:pt x="41" y="435"/>
                        </a:lnTo>
                        <a:lnTo>
                          <a:pt x="31" y="467"/>
                        </a:lnTo>
                        <a:lnTo>
                          <a:pt x="22" y="498"/>
                        </a:lnTo>
                        <a:lnTo>
                          <a:pt x="14" y="530"/>
                        </a:lnTo>
                        <a:lnTo>
                          <a:pt x="8" y="563"/>
                        </a:lnTo>
                        <a:lnTo>
                          <a:pt x="4" y="596"/>
                        </a:lnTo>
                        <a:lnTo>
                          <a:pt x="1" y="630"/>
                        </a:lnTo>
                        <a:lnTo>
                          <a:pt x="0" y="663"/>
                        </a:lnTo>
                        <a:lnTo>
                          <a:pt x="164" y="663"/>
                        </a:lnTo>
                        <a:lnTo>
                          <a:pt x="165" y="637"/>
                        </a:lnTo>
                        <a:lnTo>
                          <a:pt x="167" y="612"/>
                        </a:lnTo>
                        <a:lnTo>
                          <a:pt x="171" y="587"/>
                        </a:lnTo>
                        <a:lnTo>
                          <a:pt x="174" y="563"/>
                        </a:lnTo>
                        <a:lnTo>
                          <a:pt x="180" y="539"/>
                        </a:lnTo>
                        <a:lnTo>
                          <a:pt x="187" y="515"/>
                        </a:lnTo>
                        <a:lnTo>
                          <a:pt x="195" y="492"/>
                        </a:lnTo>
                        <a:lnTo>
                          <a:pt x="204" y="469"/>
                        </a:lnTo>
                        <a:lnTo>
                          <a:pt x="214" y="447"/>
                        </a:lnTo>
                        <a:lnTo>
                          <a:pt x="225" y="425"/>
                        </a:lnTo>
                        <a:lnTo>
                          <a:pt x="237" y="404"/>
                        </a:lnTo>
                        <a:lnTo>
                          <a:pt x="251" y="384"/>
                        </a:lnTo>
                        <a:lnTo>
                          <a:pt x="264" y="364"/>
                        </a:lnTo>
                        <a:lnTo>
                          <a:pt x="278" y="346"/>
                        </a:lnTo>
                        <a:lnTo>
                          <a:pt x="295" y="328"/>
                        </a:lnTo>
                        <a:lnTo>
                          <a:pt x="312" y="310"/>
                        </a:lnTo>
                        <a:lnTo>
                          <a:pt x="328" y="293"/>
                        </a:lnTo>
                        <a:lnTo>
                          <a:pt x="347" y="278"/>
                        </a:lnTo>
                        <a:lnTo>
                          <a:pt x="366" y="262"/>
                        </a:lnTo>
                        <a:lnTo>
                          <a:pt x="386" y="249"/>
                        </a:lnTo>
                        <a:lnTo>
                          <a:pt x="406" y="236"/>
                        </a:lnTo>
                        <a:lnTo>
                          <a:pt x="427" y="224"/>
                        </a:lnTo>
                        <a:lnTo>
                          <a:pt x="448" y="213"/>
                        </a:lnTo>
                        <a:lnTo>
                          <a:pt x="470" y="203"/>
                        </a:lnTo>
                        <a:lnTo>
                          <a:pt x="494" y="194"/>
                        </a:lnTo>
                        <a:lnTo>
                          <a:pt x="516" y="186"/>
                        </a:lnTo>
                        <a:lnTo>
                          <a:pt x="540" y="179"/>
                        </a:lnTo>
                        <a:lnTo>
                          <a:pt x="563" y="174"/>
                        </a:lnTo>
                        <a:lnTo>
                          <a:pt x="589" y="169"/>
                        </a:lnTo>
                        <a:lnTo>
                          <a:pt x="613" y="166"/>
                        </a:lnTo>
                        <a:lnTo>
                          <a:pt x="639" y="164"/>
                        </a:lnTo>
                        <a:lnTo>
                          <a:pt x="664" y="164"/>
                        </a:lnTo>
                        <a:lnTo>
                          <a:pt x="664" y="0"/>
                        </a:lnTo>
                        <a:close/>
                      </a:path>
                    </a:pathLst>
                  </a:custGeom>
                  <a:solidFill>
                    <a:srgbClr val="EF2B2F"/>
                  </a:solidFill>
                  <a:ln>
                    <a:noFill/>
                  </a:ln>
                </p:spPr>
                <p:txBody>
                  <a:bodyPr/>
                  <a:lstStyle/>
                  <a:p>
                    <a:pPr>
                      <a:defRPr/>
                    </a:pPr>
                    <a:endParaRPr lang="en-US" sz="1050">
                      <a:latin typeface="+mj-lt"/>
                    </a:endParaRPr>
                  </a:p>
                </p:txBody>
              </p:sp>
              <p:sp>
                <p:nvSpPr>
                  <p:cNvPr id="41542" name="Freeform 508">
                    <a:extLst>
                      <a:ext uri="{FF2B5EF4-FFF2-40B4-BE49-F238E27FC236}">
                        <a16:creationId xmlns="" xmlns:a16="http://schemas.microsoft.com/office/drawing/2014/main" id="{934ECDFE-990C-DE54-639A-F58A1AD74AA4}"/>
                      </a:ext>
                    </a:extLst>
                  </p:cNvPr>
                  <p:cNvSpPr>
                    <a:spLocks/>
                  </p:cNvSpPr>
                  <p:nvPr/>
                </p:nvSpPr>
                <p:spPr bwMode="auto">
                  <a:xfrm>
                    <a:off x="2790" y="1740"/>
                    <a:ext cx="156" cy="153"/>
                  </a:xfrm>
                  <a:custGeom>
                    <a:avLst/>
                    <a:gdLst>
                      <a:gd name="T0" fmla="*/ 0 w 931"/>
                      <a:gd name="T1" fmla="*/ 0 h 931"/>
                      <a:gd name="T2" fmla="*/ 0 w 931"/>
                      <a:gd name="T3" fmla="*/ 0 h 931"/>
                      <a:gd name="T4" fmla="*/ 0 w 931"/>
                      <a:gd name="T5" fmla="*/ 0 h 931"/>
                      <a:gd name="T6" fmla="*/ 0 w 931"/>
                      <a:gd name="T7" fmla="*/ 0 h 931"/>
                      <a:gd name="T8" fmla="*/ 0 w 931"/>
                      <a:gd name="T9" fmla="*/ 0 h 931"/>
                      <a:gd name="T10" fmla="*/ 0 w 931"/>
                      <a:gd name="T11" fmla="*/ 0 h 931"/>
                      <a:gd name="T12" fmla="*/ 0 w 931"/>
                      <a:gd name="T13" fmla="*/ 0 h 931"/>
                      <a:gd name="T14" fmla="*/ 0 w 931"/>
                      <a:gd name="T15" fmla="*/ 0 h 931"/>
                      <a:gd name="T16" fmla="*/ 0 w 931"/>
                      <a:gd name="T17" fmla="*/ 0 h 931"/>
                      <a:gd name="T18" fmla="*/ 0 w 931"/>
                      <a:gd name="T19" fmla="*/ 0 h 931"/>
                      <a:gd name="T20" fmla="*/ 0 w 931"/>
                      <a:gd name="T21" fmla="*/ 0 h 931"/>
                      <a:gd name="T22" fmla="*/ 0 w 931"/>
                      <a:gd name="T23" fmla="*/ 0 h 931"/>
                      <a:gd name="T24" fmla="*/ 0 w 931"/>
                      <a:gd name="T25" fmla="*/ 0 h 931"/>
                      <a:gd name="T26" fmla="*/ 0 w 931"/>
                      <a:gd name="T27" fmla="*/ 0 h 931"/>
                      <a:gd name="T28" fmla="*/ 0 w 931"/>
                      <a:gd name="T29" fmla="*/ 0 h 931"/>
                      <a:gd name="T30" fmla="*/ 0 w 931"/>
                      <a:gd name="T31" fmla="*/ 0 h 931"/>
                      <a:gd name="T32" fmla="*/ 0 w 931"/>
                      <a:gd name="T33" fmla="*/ 0 h 931"/>
                      <a:gd name="T34" fmla="*/ 0 w 931"/>
                      <a:gd name="T35" fmla="*/ 0 h 931"/>
                      <a:gd name="T36" fmla="*/ 0 w 931"/>
                      <a:gd name="T37" fmla="*/ 0 h 931"/>
                      <a:gd name="T38" fmla="*/ 0 w 931"/>
                      <a:gd name="T39" fmla="*/ 0 h 931"/>
                      <a:gd name="T40" fmla="*/ 0 w 931"/>
                      <a:gd name="T41" fmla="*/ 0 h 931"/>
                      <a:gd name="T42" fmla="*/ 0 w 931"/>
                      <a:gd name="T43" fmla="*/ 0 h 931"/>
                      <a:gd name="T44" fmla="*/ 0 w 931"/>
                      <a:gd name="T45" fmla="*/ 0 h 931"/>
                      <a:gd name="T46" fmla="*/ 0 w 931"/>
                      <a:gd name="T47" fmla="*/ 0 h 931"/>
                      <a:gd name="T48" fmla="*/ 0 w 931"/>
                      <a:gd name="T49" fmla="*/ 0 h 931"/>
                      <a:gd name="T50" fmla="*/ 0 w 931"/>
                      <a:gd name="T51" fmla="*/ 0 h 931"/>
                      <a:gd name="T52" fmla="*/ 0 w 931"/>
                      <a:gd name="T53" fmla="*/ 0 h 931"/>
                      <a:gd name="T54" fmla="*/ 0 w 931"/>
                      <a:gd name="T55" fmla="*/ 0 h 931"/>
                      <a:gd name="T56" fmla="*/ 0 w 931"/>
                      <a:gd name="T57" fmla="*/ 0 h 931"/>
                      <a:gd name="T58" fmla="*/ 0 w 931"/>
                      <a:gd name="T59" fmla="*/ 0 h 931"/>
                      <a:gd name="T60" fmla="*/ 0 w 931"/>
                      <a:gd name="T61" fmla="*/ 0 h 931"/>
                      <a:gd name="T62" fmla="*/ 0 w 931"/>
                      <a:gd name="T63" fmla="*/ 0 h 931"/>
                      <a:gd name="T64" fmla="*/ 0 w 931"/>
                      <a:gd name="T65" fmla="*/ 0 h 931"/>
                      <a:gd name="T66" fmla="*/ 0 w 931"/>
                      <a:gd name="T67" fmla="*/ 0 h 93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931"/>
                      <a:gd name="T103" fmla="*/ 0 h 931"/>
                      <a:gd name="T104" fmla="*/ 931 w 931"/>
                      <a:gd name="T105" fmla="*/ 931 h 93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931" h="931">
                        <a:moveTo>
                          <a:pt x="931" y="931"/>
                        </a:moveTo>
                        <a:lnTo>
                          <a:pt x="931" y="931"/>
                        </a:lnTo>
                        <a:lnTo>
                          <a:pt x="928" y="883"/>
                        </a:lnTo>
                        <a:lnTo>
                          <a:pt x="925" y="837"/>
                        </a:lnTo>
                        <a:lnTo>
                          <a:pt x="920" y="790"/>
                        </a:lnTo>
                        <a:lnTo>
                          <a:pt x="911" y="745"/>
                        </a:lnTo>
                        <a:lnTo>
                          <a:pt x="901" y="699"/>
                        </a:lnTo>
                        <a:lnTo>
                          <a:pt x="889" y="655"/>
                        </a:lnTo>
                        <a:lnTo>
                          <a:pt x="874" y="612"/>
                        </a:lnTo>
                        <a:lnTo>
                          <a:pt x="856" y="569"/>
                        </a:lnTo>
                        <a:lnTo>
                          <a:pt x="839" y="528"/>
                        </a:lnTo>
                        <a:lnTo>
                          <a:pt x="818" y="488"/>
                        </a:lnTo>
                        <a:lnTo>
                          <a:pt x="795" y="450"/>
                        </a:lnTo>
                        <a:lnTo>
                          <a:pt x="771" y="412"/>
                        </a:lnTo>
                        <a:lnTo>
                          <a:pt x="744" y="375"/>
                        </a:lnTo>
                        <a:lnTo>
                          <a:pt x="718" y="340"/>
                        </a:lnTo>
                        <a:lnTo>
                          <a:pt x="688" y="306"/>
                        </a:lnTo>
                        <a:lnTo>
                          <a:pt x="658" y="274"/>
                        </a:lnTo>
                        <a:lnTo>
                          <a:pt x="625" y="243"/>
                        </a:lnTo>
                        <a:lnTo>
                          <a:pt x="591" y="213"/>
                        </a:lnTo>
                        <a:lnTo>
                          <a:pt x="556" y="187"/>
                        </a:lnTo>
                        <a:lnTo>
                          <a:pt x="519" y="160"/>
                        </a:lnTo>
                        <a:lnTo>
                          <a:pt x="481" y="136"/>
                        </a:lnTo>
                        <a:lnTo>
                          <a:pt x="443" y="113"/>
                        </a:lnTo>
                        <a:lnTo>
                          <a:pt x="403" y="94"/>
                        </a:lnTo>
                        <a:lnTo>
                          <a:pt x="362" y="75"/>
                        </a:lnTo>
                        <a:lnTo>
                          <a:pt x="319" y="58"/>
                        </a:lnTo>
                        <a:lnTo>
                          <a:pt x="276" y="42"/>
                        </a:lnTo>
                        <a:lnTo>
                          <a:pt x="232" y="30"/>
                        </a:lnTo>
                        <a:lnTo>
                          <a:pt x="186" y="20"/>
                        </a:lnTo>
                        <a:lnTo>
                          <a:pt x="141" y="11"/>
                        </a:lnTo>
                        <a:lnTo>
                          <a:pt x="94" y="6"/>
                        </a:lnTo>
                        <a:lnTo>
                          <a:pt x="48" y="3"/>
                        </a:lnTo>
                        <a:lnTo>
                          <a:pt x="0" y="0"/>
                        </a:lnTo>
                        <a:lnTo>
                          <a:pt x="0" y="165"/>
                        </a:lnTo>
                        <a:lnTo>
                          <a:pt x="39" y="166"/>
                        </a:lnTo>
                        <a:lnTo>
                          <a:pt x="78" y="169"/>
                        </a:lnTo>
                        <a:lnTo>
                          <a:pt x="116" y="173"/>
                        </a:lnTo>
                        <a:lnTo>
                          <a:pt x="154" y="180"/>
                        </a:lnTo>
                        <a:lnTo>
                          <a:pt x="191" y="189"/>
                        </a:lnTo>
                        <a:lnTo>
                          <a:pt x="227" y="199"/>
                        </a:lnTo>
                        <a:lnTo>
                          <a:pt x="263" y="211"/>
                        </a:lnTo>
                        <a:lnTo>
                          <a:pt x="298" y="226"/>
                        </a:lnTo>
                        <a:lnTo>
                          <a:pt x="332" y="240"/>
                        </a:lnTo>
                        <a:lnTo>
                          <a:pt x="365" y="258"/>
                        </a:lnTo>
                        <a:lnTo>
                          <a:pt x="397" y="275"/>
                        </a:lnTo>
                        <a:lnTo>
                          <a:pt x="428" y="297"/>
                        </a:lnTo>
                        <a:lnTo>
                          <a:pt x="458" y="318"/>
                        </a:lnTo>
                        <a:lnTo>
                          <a:pt x="487" y="340"/>
                        </a:lnTo>
                        <a:lnTo>
                          <a:pt x="515" y="364"/>
                        </a:lnTo>
                        <a:lnTo>
                          <a:pt x="541" y="390"/>
                        </a:lnTo>
                        <a:lnTo>
                          <a:pt x="567" y="416"/>
                        </a:lnTo>
                        <a:lnTo>
                          <a:pt x="591" y="444"/>
                        </a:lnTo>
                        <a:lnTo>
                          <a:pt x="615" y="473"/>
                        </a:lnTo>
                        <a:lnTo>
                          <a:pt x="636" y="503"/>
                        </a:lnTo>
                        <a:lnTo>
                          <a:pt x="656" y="535"/>
                        </a:lnTo>
                        <a:lnTo>
                          <a:pt x="674" y="566"/>
                        </a:lnTo>
                        <a:lnTo>
                          <a:pt x="691" y="599"/>
                        </a:lnTo>
                        <a:lnTo>
                          <a:pt x="707" y="634"/>
                        </a:lnTo>
                        <a:lnTo>
                          <a:pt x="720" y="668"/>
                        </a:lnTo>
                        <a:lnTo>
                          <a:pt x="732" y="704"/>
                        </a:lnTo>
                        <a:lnTo>
                          <a:pt x="742" y="740"/>
                        </a:lnTo>
                        <a:lnTo>
                          <a:pt x="751" y="777"/>
                        </a:lnTo>
                        <a:lnTo>
                          <a:pt x="758" y="815"/>
                        </a:lnTo>
                        <a:lnTo>
                          <a:pt x="762" y="853"/>
                        </a:lnTo>
                        <a:lnTo>
                          <a:pt x="765" y="892"/>
                        </a:lnTo>
                        <a:lnTo>
                          <a:pt x="766" y="931"/>
                        </a:lnTo>
                        <a:lnTo>
                          <a:pt x="931" y="931"/>
                        </a:lnTo>
                        <a:close/>
                      </a:path>
                    </a:pathLst>
                  </a:custGeom>
                  <a:solidFill>
                    <a:srgbClr val="EF2B2F"/>
                  </a:solidFill>
                  <a:ln>
                    <a:noFill/>
                  </a:ln>
                </p:spPr>
                <p:txBody>
                  <a:bodyPr/>
                  <a:lstStyle/>
                  <a:p>
                    <a:pPr>
                      <a:defRPr/>
                    </a:pPr>
                    <a:endParaRPr lang="en-US" sz="1050">
                      <a:latin typeface="+mj-lt"/>
                    </a:endParaRPr>
                  </a:p>
                </p:txBody>
              </p:sp>
              <p:sp>
                <p:nvSpPr>
                  <p:cNvPr id="41543" name="Freeform 509">
                    <a:extLst>
                      <a:ext uri="{FF2B5EF4-FFF2-40B4-BE49-F238E27FC236}">
                        <a16:creationId xmlns="" xmlns:a16="http://schemas.microsoft.com/office/drawing/2014/main" id="{F65DD0B8-2623-E2FD-F941-7BBA6A4D3DE3}"/>
                      </a:ext>
                    </a:extLst>
                  </p:cNvPr>
                  <p:cNvSpPr>
                    <a:spLocks/>
                  </p:cNvSpPr>
                  <p:nvPr/>
                </p:nvSpPr>
                <p:spPr bwMode="auto">
                  <a:xfrm>
                    <a:off x="2790" y="1894"/>
                    <a:ext cx="156" cy="157"/>
                  </a:xfrm>
                  <a:custGeom>
                    <a:avLst/>
                    <a:gdLst>
                      <a:gd name="T0" fmla="*/ 0 w 931"/>
                      <a:gd name="T1" fmla="*/ 0 h 931"/>
                      <a:gd name="T2" fmla="*/ 0 w 931"/>
                      <a:gd name="T3" fmla="*/ 0 h 931"/>
                      <a:gd name="T4" fmla="*/ 0 w 931"/>
                      <a:gd name="T5" fmla="*/ 0 h 931"/>
                      <a:gd name="T6" fmla="*/ 0 w 931"/>
                      <a:gd name="T7" fmla="*/ 0 h 931"/>
                      <a:gd name="T8" fmla="*/ 0 w 931"/>
                      <a:gd name="T9" fmla="*/ 0 h 931"/>
                      <a:gd name="T10" fmla="*/ 0 w 931"/>
                      <a:gd name="T11" fmla="*/ 0 h 931"/>
                      <a:gd name="T12" fmla="*/ 0 w 931"/>
                      <a:gd name="T13" fmla="*/ 0 h 931"/>
                      <a:gd name="T14" fmla="*/ 0 w 931"/>
                      <a:gd name="T15" fmla="*/ 0 h 931"/>
                      <a:gd name="T16" fmla="*/ 0 w 931"/>
                      <a:gd name="T17" fmla="*/ 0 h 931"/>
                      <a:gd name="T18" fmla="*/ 0 w 931"/>
                      <a:gd name="T19" fmla="*/ 0 h 931"/>
                      <a:gd name="T20" fmla="*/ 0 w 931"/>
                      <a:gd name="T21" fmla="*/ 0 h 931"/>
                      <a:gd name="T22" fmla="*/ 0 w 931"/>
                      <a:gd name="T23" fmla="*/ 0 h 931"/>
                      <a:gd name="T24" fmla="*/ 0 w 931"/>
                      <a:gd name="T25" fmla="*/ 0 h 931"/>
                      <a:gd name="T26" fmla="*/ 0 w 931"/>
                      <a:gd name="T27" fmla="*/ 0 h 931"/>
                      <a:gd name="T28" fmla="*/ 0 w 931"/>
                      <a:gd name="T29" fmla="*/ 0 h 931"/>
                      <a:gd name="T30" fmla="*/ 0 w 931"/>
                      <a:gd name="T31" fmla="*/ 0 h 931"/>
                      <a:gd name="T32" fmla="*/ 0 w 931"/>
                      <a:gd name="T33" fmla="*/ 0 h 931"/>
                      <a:gd name="T34" fmla="*/ 0 w 931"/>
                      <a:gd name="T35" fmla="*/ 0 h 931"/>
                      <a:gd name="T36" fmla="*/ 0 w 931"/>
                      <a:gd name="T37" fmla="*/ 0 h 931"/>
                      <a:gd name="T38" fmla="*/ 0 w 931"/>
                      <a:gd name="T39" fmla="*/ 0 h 931"/>
                      <a:gd name="T40" fmla="*/ 0 w 931"/>
                      <a:gd name="T41" fmla="*/ 0 h 931"/>
                      <a:gd name="T42" fmla="*/ 0 w 931"/>
                      <a:gd name="T43" fmla="*/ 0 h 931"/>
                      <a:gd name="T44" fmla="*/ 0 w 931"/>
                      <a:gd name="T45" fmla="*/ 0 h 931"/>
                      <a:gd name="T46" fmla="*/ 0 w 931"/>
                      <a:gd name="T47" fmla="*/ 0 h 931"/>
                      <a:gd name="T48" fmla="*/ 0 w 931"/>
                      <a:gd name="T49" fmla="*/ 0 h 931"/>
                      <a:gd name="T50" fmla="*/ 0 w 931"/>
                      <a:gd name="T51" fmla="*/ 0 h 931"/>
                      <a:gd name="T52" fmla="*/ 0 w 931"/>
                      <a:gd name="T53" fmla="*/ 0 h 931"/>
                      <a:gd name="T54" fmla="*/ 0 w 931"/>
                      <a:gd name="T55" fmla="*/ 0 h 931"/>
                      <a:gd name="T56" fmla="*/ 0 w 931"/>
                      <a:gd name="T57" fmla="*/ 0 h 931"/>
                      <a:gd name="T58" fmla="*/ 0 w 931"/>
                      <a:gd name="T59" fmla="*/ 0 h 931"/>
                      <a:gd name="T60" fmla="*/ 0 w 931"/>
                      <a:gd name="T61" fmla="*/ 0 h 931"/>
                      <a:gd name="T62" fmla="*/ 0 w 931"/>
                      <a:gd name="T63" fmla="*/ 0 h 931"/>
                      <a:gd name="T64" fmla="*/ 0 w 931"/>
                      <a:gd name="T65" fmla="*/ 0 h 931"/>
                      <a:gd name="T66" fmla="*/ 0 w 931"/>
                      <a:gd name="T67" fmla="*/ 0 h 93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931"/>
                      <a:gd name="T103" fmla="*/ 0 h 931"/>
                      <a:gd name="T104" fmla="*/ 931 w 931"/>
                      <a:gd name="T105" fmla="*/ 931 h 93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931" h="931">
                        <a:moveTo>
                          <a:pt x="0" y="931"/>
                        </a:moveTo>
                        <a:lnTo>
                          <a:pt x="0" y="931"/>
                        </a:lnTo>
                        <a:lnTo>
                          <a:pt x="48" y="930"/>
                        </a:lnTo>
                        <a:lnTo>
                          <a:pt x="94" y="926"/>
                        </a:lnTo>
                        <a:lnTo>
                          <a:pt x="141" y="920"/>
                        </a:lnTo>
                        <a:lnTo>
                          <a:pt x="186" y="912"/>
                        </a:lnTo>
                        <a:lnTo>
                          <a:pt x="232" y="901"/>
                        </a:lnTo>
                        <a:lnTo>
                          <a:pt x="276" y="889"/>
                        </a:lnTo>
                        <a:lnTo>
                          <a:pt x="319" y="874"/>
                        </a:lnTo>
                        <a:lnTo>
                          <a:pt x="362" y="857"/>
                        </a:lnTo>
                        <a:lnTo>
                          <a:pt x="403" y="839"/>
                        </a:lnTo>
                        <a:lnTo>
                          <a:pt x="443" y="818"/>
                        </a:lnTo>
                        <a:lnTo>
                          <a:pt x="481" y="795"/>
                        </a:lnTo>
                        <a:lnTo>
                          <a:pt x="519" y="772"/>
                        </a:lnTo>
                        <a:lnTo>
                          <a:pt x="556" y="745"/>
                        </a:lnTo>
                        <a:lnTo>
                          <a:pt x="591" y="718"/>
                        </a:lnTo>
                        <a:lnTo>
                          <a:pt x="625" y="689"/>
                        </a:lnTo>
                        <a:lnTo>
                          <a:pt x="658" y="658"/>
                        </a:lnTo>
                        <a:lnTo>
                          <a:pt x="688" y="626"/>
                        </a:lnTo>
                        <a:lnTo>
                          <a:pt x="718" y="591"/>
                        </a:lnTo>
                        <a:lnTo>
                          <a:pt x="744" y="557"/>
                        </a:lnTo>
                        <a:lnTo>
                          <a:pt x="771" y="520"/>
                        </a:lnTo>
                        <a:lnTo>
                          <a:pt x="795" y="483"/>
                        </a:lnTo>
                        <a:lnTo>
                          <a:pt x="818" y="444"/>
                        </a:lnTo>
                        <a:lnTo>
                          <a:pt x="839" y="403"/>
                        </a:lnTo>
                        <a:lnTo>
                          <a:pt x="856" y="362"/>
                        </a:lnTo>
                        <a:lnTo>
                          <a:pt x="874" y="319"/>
                        </a:lnTo>
                        <a:lnTo>
                          <a:pt x="889" y="276"/>
                        </a:lnTo>
                        <a:lnTo>
                          <a:pt x="901" y="233"/>
                        </a:lnTo>
                        <a:lnTo>
                          <a:pt x="911" y="187"/>
                        </a:lnTo>
                        <a:lnTo>
                          <a:pt x="920" y="141"/>
                        </a:lnTo>
                        <a:lnTo>
                          <a:pt x="925" y="95"/>
                        </a:lnTo>
                        <a:lnTo>
                          <a:pt x="928" y="48"/>
                        </a:lnTo>
                        <a:lnTo>
                          <a:pt x="931" y="0"/>
                        </a:lnTo>
                        <a:lnTo>
                          <a:pt x="766" y="0"/>
                        </a:lnTo>
                        <a:lnTo>
                          <a:pt x="765" y="40"/>
                        </a:lnTo>
                        <a:lnTo>
                          <a:pt x="762" y="79"/>
                        </a:lnTo>
                        <a:lnTo>
                          <a:pt x="758" y="118"/>
                        </a:lnTo>
                        <a:lnTo>
                          <a:pt x="751" y="154"/>
                        </a:lnTo>
                        <a:lnTo>
                          <a:pt x="742" y="192"/>
                        </a:lnTo>
                        <a:lnTo>
                          <a:pt x="732" y="227"/>
                        </a:lnTo>
                        <a:lnTo>
                          <a:pt x="720" y="263"/>
                        </a:lnTo>
                        <a:lnTo>
                          <a:pt x="707" y="298"/>
                        </a:lnTo>
                        <a:lnTo>
                          <a:pt x="691" y="332"/>
                        </a:lnTo>
                        <a:lnTo>
                          <a:pt x="674" y="365"/>
                        </a:lnTo>
                        <a:lnTo>
                          <a:pt x="656" y="397"/>
                        </a:lnTo>
                        <a:lnTo>
                          <a:pt x="636" y="428"/>
                        </a:lnTo>
                        <a:lnTo>
                          <a:pt x="615" y="458"/>
                        </a:lnTo>
                        <a:lnTo>
                          <a:pt x="591" y="487"/>
                        </a:lnTo>
                        <a:lnTo>
                          <a:pt x="567" y="515"/>
                        </a:lnTo>
                        <a:lnTo>
                          <a:pt x="541" y="541"/>
                        </a:lnTo>
                        <a:lnTo>
                          <a:pt x="515" y="567"/>
                        </a:lnTo>
                        <a:lnTo>
                          <a:pt x="487" y="591"/>
                        </a:lnTo>
                        <a:lnTo>
                          <a:pt x="458" y="615"/>
                        </a:lnTo>
                        <a:lnTo>
                          <a:pt x="428" y="636"/>
                        </a:lnTo>
                        <a:lnTo>
                          <a:pt x="397" y="656"/>
                        </a:lnTo>
                        <a:lnTo>
                          <a:pt x="365" y="674"/>
                        </a:lnTo>
                        <a:lnTo>
                          <a:pt x="332" y="691"/>
                        </a:lnTo>
                        <a:lnTo>
                          <a:pt x="298" y="707"/>
                        </a:lnTo>
                        <a:lnTo>
                          <a:pt x="263" y="720"/>
                        </a:lnTo>
                        <a:lnTo>
                          <a:pt x="227" y="732"/>
                        </a:lnTo>
                        <a:lnTo>
                          <a:pt x="191" y="743"/>
                        </a:lnTo>
                        <a:lnTo>
                          <a:pt x="154" y="751"/>
                        </a:lnTo>
                        <a:lnTo>
                          <a:pt x="116" y="758"/>
                        </a:lnTo>
                        <a:lnTo>
                          <a:pt x="79" y="763"/>
                        </a:lnTo>
                        <a:lnTo>
                          <a:pt x="40" y="765"/>
                        </a:lnTo>
                        <a:lnTo>
                          <a:pt x="0" y="767"/>
                        </a:lnTo>
                        <a:lnTo>
                          <a:pt x="0" y="931"/>
                        </a:lnTo>
                        <a:close/>
                      </a:path>
                    </a:pathLst>
                  </a:custGeom>
                  <a:solidFill>
                    <a:srgbClr val="EF2B2F"/>
                  </a:solidFill>
                  <a:ln>
                    <a:noFill/>
                  </a:ln>
                </p:spPr>
                <p:txBody>
                  <a:bodyPr/>
                  <a:lstStyle/>
                  <a:p>
                    <a:pPr>
                      <a:defRPr/>
                    </a:pPr>
                    <a:endParaRPr lang="en-US" sz="1050">
                      <a:latin typeface="+mj-lt"/>
                    </a:endParaRPr>
                  </a:p>
                </p:txBody>
              </p:sp>
              <p:sp>
                <p:nvSpPr>
                  <p:cNvPr id="41544" name="Freeform 510">
                    <a:extLst>
                      <a:ext uri="{FF2B5EF4-FFF2-40B4-BE49-F238E27FC236}">
                        <a16:creationId xmlns="" xmlns:a16="http://schemas.microsoft.com/office/drawing/2014/main" id="{D448036F-2230-7776-30D6-C49F845263ED}"/>
                      </a:ext>
                    </a:extLst>
                  </p:cNvPr>
                  <p:cNvSpPr>
                    <a:spLocks/>
                  </p:cNvSpPr>
                  <p:nvPr/>
                </p:nvSpPr>
                <p:spPr bwMode="auto">
                  <a:xfrm>
                    <a:off x="2638" y="1894"/>
                    <a:ext cx="152" cy="157"/>
                  </a:xfrm>
                  <a:custGeom>
                    <a:avLst/>
                    <a:gdLst>
                      <a:gd name="T0" fmla="*/ 0 w 931"/>
                      <a:gd name="T1" fmla="*/ 0 h 931"/>
                      <a:gd name="T2" fmla="*/ 0 w 931"/>
                      <a:gd name="T3" fmla="*/ 0 h 931"/>
                      <a:gd name="T4" fmla="*/ 0 w 931"/>
                      <a:gd name="T5" fmla="*/ 0 h 931"/>
                      <a:gd name="T6" fmla="*/ 0 w 931"/>
                      <a:gd name="T7" fmla="*/ 0 h 931"/>
                      <a:gd name="T8" fmla="*/ 0 w 931"/>
                      <a:gd name="T9" fmla="*/ 0 h 931"/>
                      <a:gd name="T10" fmla="*/ 0 w 931"/>
                      <a:gd name="T11" fmla="*/ 0 h 931"/>
                      <a:gd name="T12" fmla="*/ 0 w 931"/>
                      <a:gd name="T13" fmla="*/ 0 h 931"/>
                      <a:gd name="T14" fmla="*/ 0 w 931"/>
                      <a:gd name="T15" fmla="*/ 0 h 931"/>
                      <a:gd name="T16" fmla="*/ 0 w 931"/>
                      <a:gd name="T17" fmla="*/ 0 h 931"/>
                      <a:gd name="T18" fmla="*/ 0 w 931"/>
                      <a:gd name="T19" fmla="*/ 0 h 931"/>
                      <a:gd name="T20" fmla="*/ 0 w 931"/>
                      <a:gd name="T21" fmla="*/ 0 h 931"/>
                      <a:gd name="T22" fmla="*/ 0 w 931"/>
                      <a:gd name="T23" fmla="*/ 0 h 931"/>
                      <a:gd name="T24" fmla="*/ 0 w 931"/>
                      <a:gd name="T25" fmla="*/ 0 h 931"/>
                      <a:gd name="T26" fmla="*/ 0 w 931"/>
                      <a:gd name="T27" fmla="*/ 0 h 931"/>
                      <a:gd name="T28" fmla="*/ 0 w 931"/>
                      <a:gd name="T29" fmla="*/ 0 h 931"/>
                      <a:gd name="T30" fmla="*/ 0 w 931"/>
                      <a:gd name="T31" fmla="*/ 0 h 931"/>
                      <a:gd name="T32" fmla="*/ 0 w 931"/>
                      <a:gd name="T33" fmla="*/ 0 h 931"/>
                      <a:gd name="T34" fmla="*/ 0 w 931"/>
                      <a:gd name="T35" fmla="*/ 0 h 931"/>
                      <a:gd name="T36" fmla="*/ 0 w 931"/>
                      <a:gd name="T37" fmla="*/ 0 h 931"/>
                      <a:gd name="T38" fmla="*/ 0 w 931"/>
                      <a:gd name="T39" fmla="*/ 0 h 931"/>
                      <a:gd name="T40" fmla="*/ 0 w 931"/>
                      <a:gd name="T41" fmla="*/ 0 h 931"/>
                      <a:gd name="T42" fmla="*/ 0 w 931"/>
                      <a:gd name="T43" fmla="*/ 0 h 931"/>
                      <a:gd name="T44" fmla="*/ 0 w 931"/>
                      <a:gd name="T45" fmla="*/ 0 h 931"/>
                      <a:gd name="T46" fmla="*/ 0 w 931"/>
                      <a:gd name="T47" fmla="*/ 0 h 931"/>
                      <a:gd name="T48" fmla="*/ 0 w 931"/>
                      <a:gd name="T49" fmla="*/ 0 h 931"/>
                      <a:gd name="T50" fmla="*/ 0 w 931"/>
                      <a:gd name="T51" fmla="*/ 0 h 931"/>
                      <a:gd name="T52" fmla="*/ 0 w 931"/>
                      <a:gd name="T53" fmla="*/ 0 h 931"/>
                      <a:gd name="T54" fmla="*/ 0 w 931"/>
                      <a:gd name="T55" fmla="*/ 0 h 931"/>
                      <a:gd name="T56" fmla="*/ 0 w 931"/>
                      <a:gd name="T57" fmla="*/ 0 h 931"/>
                      <a:gd name="T58" fmla="*/ 0 w 931"/>
                      <a:gd name="T59" fmla="*/ 0 h 931"/>
                      <a:gd name="T60" fmla="*/ 0 w 931"/>
                      <a:gd name="T61" fmla="*/ 0 h 931"/>
                      <a:gd name="T62" fmla="*/ 0 w 931"/>
                      <a:gd name="T63" fmla="*/ 0 h 931"/>
                      <a:gd name="T64" fmla="*/ 0 w 931"/>
                      <a:gd name="T65" fmla="*/ 0 h 931"/>
                      <a:gd name="T66" fmla="*/ 0 w 931"/>
                      <a:gd name="T67" fmla="*/ 0 h 93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931"/>
                      <a:gd name="T103" fmla="*/ 0 h 931"/>
                      <a:gd name="T104" fmla="*/ 931 w 931"/>
                      <a:gd name="T105" fmla="*/ 931 h 93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931" h="931">
                        <a:moveTo>
                          <a:pt x="0" y="0"/>
                        </a:moveTo>
                        <a:lnTo>
                          <a:pt x="0" y="0"/>
                        </a:lnTo>
                        <a:lnTo>
                          <a:pt x="1" y="48"/>
                        </a:lnTo>
                        <a:lnTo>
                          <a:pt x="6" y="95"/>
                        </a:lnTo>
                        <a:lnTo>
                          <a:pt x="11" y="141"/>
                        </a:lnTo>
                        <a:lnTo>
                          <a:pt x="19" y="187"/>
                        </a:lnTo>
                        <a:lnTo>
                          <a:pt x="30" y="232"/>
                        </a:lnTo>
                        <a:lnTo>
                          <a:pt x="42" y="276"/>
                        </a:lnTo>
                        <a:lnTo>
                          <a:pt x="57" y="319"/>
                        </a:lnTo>
                        <a:lnTo>
                          <a:pt x="74" y="362"/>
                        </a:lnTo>
                        <a:lnTo>
                          <a:pt x="92" y="403"/>
                        </a:lnTo>
                        <a:lnTo>
                          <a:pt x="113" y="444"/>
                        </a:lnTo>
                        <a:lnTo>
                          <a:pt x="136" y="483"/>
                        </a:lnTo>
                        <a:lnTo>
                          <a:pt x="160" y="520"/>
                        </a:lnTo>
                        <a:lnTo>
                          <a:pt x="186" y="557"/>
                        </a:lnTo>
                        <a:lnTo>
                          <a:pt x="213" y="591"/>
                        </a:lnTo>
                        <a:lnTo>
                          <a:pt x="242" y="626"/>
                        </a:lnTo>
                        <a:lnTo>
                          <a:pt x="273" y="658"/>
                        </a:lnTo>
                        <a:lnTo>
                          <a:pt x="305" y="689"/>
                        </a:lnTo>
                        <a:lnTo>
                          <a:pt x="340" y="718"/>
                        </a:lnTo>
                        <a:lnTo>
                          <a:pt x="374" y="745"/>
                        </a:lnTo>
                        <a:lnTo>
                          <a:pt x="411" y="772"/>
                        </a:lnTo>
                        <a:lnTo>
                          <a:pt x="448" y="795"/>
                        </a:lnTo>
                        <a:lnTo>
                          <a:pt x="488" y="818"/>
                        </a:lnTo>
                        <a:lnTo>
                          <a:pt x="528" y="839"/>
                        </a:lnTo>
                        <a:lnTo>
                          <a:pt x="569" y="857"/>
                        </a:lnTo>
                        <a:lnTo>
                          <a:pt x="612" y="874"/>
                        </a:lnTo>
                        <a:lnTo>
                          <a:pt x="655" y="889"/>
                        </a:lnTo>
                        <a:lnTo>
                          <a:pt x="699" y="901"/>
                        </a:lnTo>
                        <a:lnTo>
                          <a:pt x="744" y="912"/>
                        </a:lnTo>
                        <a:lnTo>
                          <a:pt x="790" y="920"/>
                        </a:lnTo>
                        <a:lnTo>
                          <a:pt x="837" y="926"/>
                        </a:lnTo>
                        <a:lnTo>
                          <a:pt x="883" y="930"/>
                        </a:lnTo>
                        <a:lnTo>
                          <a:pt x="931" y="931"/>
                        </a:lnTo>
                        <a:lnTo>
                          <a:pt x="931" y="767"/>
                        </a:lnTo>
                        <a:lnTo>
                          <a:pt x="891" y="765"/>
                        </a:lnTo>
                        <a:lnTo>
                          <a:pt x="852" y="763"/>
                        </a:lnTo>
                        <a:lnTo>
                          <a:pt x="815" y="758"/>
                        </a:lnTo>
                        <a:lnTo>
                          <a:pt x="777" y="751"/>
                        </a:lnTo>
                        <a:lnTo>
                          <a:pt x="739" y="743"/>
                        </a:lnTo>
                        <a:lnTo>
                          <a:pt x="704" y="732"/>
                        </a:lnTo>
                        <a:lnTo>
                          <a:pt x="668" y="720"/>
                        </a:lnTo>
                        <a:lnTo>
                          <a:pt x="633" y="707"/>
                        </a:lnTo>
                        <a:lnTo>
                          <a:pt x="599" y="691"/>
                        </a:lnTo>
                        <a:lnTo>
                          <a:pt x="566" y="674"/>
                        </a:lnTo>
                        <a:lnTo>
                          <a:pt x="534" y="656"/>
                        </a:lnTo>
                        <a:lnTo>
                          <a:pt x="503" y="636"/>
                        </a:lnTo>
                        <a:lnTo>
                          <a:pt x="473" y="615"/>
                        </a:lnTo>
                        <a:lnTo>
                          <a:pt x="444" y="591"/>
                        </a:lnTo>
                        <a:lnTo>
                          <a:pt x="416" y="567"/>
                        </a:lnTo>
                        <a:lnTo>
                          <a:pt x="390" y="541"/>
                        </a:lnTo>
                        <a:lnTo>
                          <a:pt x="364" y="515"/>
                        </a:lnTo>
                        <a:lnTo>
                          <a:pt x="340" y="487"/>
                        </a:lnTo>
                        <a:lnTo>
                          <a:pt x="316" y="458"/>
                        </a:lnTo>
                        <a:lnTo>
                          <a:pt x="295" y="428"/>
                        </a:lnTo>
                        <a:lnTo>
                          <a:pt x="275" y="397"/>
                        </a:lnTo>
                        <a:lnTo>
                          <a:pt x="257" y="365"/>
                        </a:lnTo>
                        <a:lnTo>
                          <a:pt x="240" y="332"/>
                        </a:lnTo>
                        <a:lnTo>
                          <a:pt x="224" y="298"/>
                        </a:lnTo>
                        <a:lnTo>
                          <a:pt x="211" y="263"/>
                        </a:lnTo>
                        <a:lnTo>
                          <a:pt x="199" y="227"/>
                        </a:lnTo>
                        <a:lnTo>
                          <a:pt x="189" y="192"/>
                        </a:lnTo>
                        <a:lnTo>
                          <a:pt x="180" y="154"/>
                        </a:lnTo>
                        <a:lnTo>
                          <a:pt x="173" y="118"/>
                        </a:lnTo>
                        <a:lnTo>
                          <a:pt x="168" y="79"/>
                        </a:lnTo>
                        <a:lnTo>
                          <a:pt x="166" y="40"/>
                        </a:lnTo>
                        <a:lnTo>
                          <a:pt x="165" y="0"/>
                        </a:lnTo>
                        <a:lnTo>
                          <a:pt x="0" y="0"/>
                        </a:lnTo>
                        <a:close/>
                      </a:path>
                    </a:pathLst>
                  </a:custGeom>
                  <a:solidFill>
                    <a:srgbClr val="EF2B2F"/>
                  </a:solidFill>
                  <a:ln>
                    <a:noFill/>
                  </a:ln>
                </p:spPr>
                <p:txBody>
                  <a:bodyPr/>
                  <a:lstStyle/>
                  <a:p>
                    <a:pPr>
                      <a:defRPr/>
                    </a:pPr>
                    <a:endParaRPr lang="en-US" sz="1050">
                      <a:latin typeface="+mj-lt"/>
                    </a:endParaRPr>
                  </a:p>
                </p:txBody>
              </p:sp>
              <p:sp>
                <p:nvSpPr>
                  <p:cNvPr id="41545" name="Freeform 511">
                    <a:extLst>
                      <a:ext uri="{FF2B5EF4-FFF2-40B4-BE49-F238E27FC236}">
                        <a16:creationId xmlns="" xmlns:a16="http://schemas.microsoft.com/office/drawing/2014/main" id="{21D2E627-CE6F-BBA8-6EDC-9DBC72A7C584}"/>
                      </a:ext>
                    </a:extLst>
                  </p:cNvPr>
                  <p:cNvSpPr>
                    <a:spLocks/>
                  </p:cNvSpPr>
                  <p:nvPr/>
                </p:nvSpPr>
                <p:spPr bwMode="auto">
                  <a:xfrm>
                    <a:off x="2638" y="1740"/>
                    <a:ext cx="152" cy="153"/>
                  </a:xfrm>
                  <a:custGeom>
                    <a:avLst/>
                    <a:gdLst>
                      <a:gd name="T0" fmla="*/ 0 w 931"/>
                      <a:gd name="T1" fmla="*/ 0 h 931"/>
                      <a:gd name="T2" fmla="*/ 0 w 931"/>
                      <a:gd name="T3" fmla="*/ 0 h 931"/>
                      <a:gd name="T4" fmla="*/ 0 w 931"/>
                      <a:gd name="T5" fmla="*/ 0 h 931"/>
                      <a:gd name="T6" fmla="*/ 0 w 931"/>
                      <a:gd name="T7" fmla="*/ 0 h 931"/>
                      <a:gd name="T8" fmla="*/ 0 w 931"/>
                      <a:gd name="T9" fmla="*/ 0 h 931"/>
                      <a:gd name="T10" fmla="*/ 0 w 931"/>
                      <a:gd name="T11" fmla="*/ 0 h 931"/>
                      <a:gd name="T12" fmla="*/ 0 w 931"/>
                      <a:gd name="T13" fmla="*/ 0 h 931"/>
                      <a:gd name="T14" fmla="*/ 0 w 931"/>
                      <a:gd name="T15" fmla="*/ 0 h 931"/>
                      <a:gd name="T16" fmla="*/ 0 w 931"/>
                      <a:gd name="T17" fmla="*/ 0 h 931"/>
                      <a:gd name="T18" fmla="*/ 0 w 931"/>
                      <a:gd name="T19" fmla="*/ 0 h 931"/>
                      <a:gd name="T20" fmla="*/ 0 w 931"/>
                      <a:gd name="T21" fmla="*/ 0 h 931"/>
                      <a:gd name="T22" fmla="*/ 0 w 931"/>
                      <a:gd name="T23" fmla="*/ 0 h 931"/>
                      <a:gd name="T24" fmla="*/ 0 w 931"/>
                      <a:gd name="T25" fmla="*/ 0 h 931"/>
                      <a:gd name="T26" fmla="*/ 0 w 931"/>
                      <a:gd name="T27" fmla="*/ 0 h 931"/>
                      <a:gd name="T28" fmla="*/ 0 w 931"/>
                      <a:gd name="T29" fmla="*/ 0 h 931"/>
                      <a:gd name="T30" fmla="*/ 0 w 931"/>
                      <a:gd name="T31" fmla="*/ 0 h 931"/>
                      <a:gd name="T32" fmla="*/ 0 w 931"/>
                      <a:gd name="T33" fmla="*/ 0 h 931"/>
                      <a:gd name="T34" fmla="*/ 0 w 931"/>
                      <a:gd name="T35" fmla="*/ 0 h 931"/>
                      <a:gd name="T36" fmla="*/ 0 w 931"/>
                      <a:gd name="T37" fmla="*/ 0 h 931"/>
                      <a:gd name="T38" fmla="*/ 0 w 931"/>
                      <a:gd name="T39" fmla="*/ 0 h 931"/>
                      <a:gd name="T40" fmla="*/ 0 w 931"/>
                      <a:gd name="T41" fmla="*/ 0 h 931"/>
                      <a:gd name="T42" fmla="*/ 0 w 931"/>
                      <a:gd name="T43" fmla="*/ 0 h 931"/>
                      <a:gd name="T44" fmla="*/ 0 w 931"/>
                      <a:gd name="T45" fmla="*/ 0 h 931"/>
                      <a:gd name="T46" fmla="*/ 0 w 931"/>
                      <a:gd name="T47" fmla="*/ 0 h 931"/>
                      <a:gd name="T48" fmla="*/ 0 w 931"/>
                      <a:gd name="T49" fmla="*/ 0 h 931"/>
                      <a:gd name="T50" fmla="*/ 0 w 931"/>
                      <a:gd name="T51" fmla="*/ 0 h 931"/>
                      <a:gd name="T52" fmla="*/ 0 w 931"/>
                      <a:gd name="T53" fmla="*/ 0 h 931"/>
                      <a:gd name="T54" fmla="*/ 0 w 931"/>
                      <a:gd name="T55" fmla="*/ 0 h 931"/>
                      <a:gd name="T56" fmla="*/ 0 w 931"/>
                      <a:gd name="T57" fmla="*/ 0 h 931"/>
                      <a:gd name="T58" fmla="*/ 0 w 931"/>
                      <a:gd name="T59" fmla="*/ 0 h 931"/>
                      <a:gd name="T60" fmla="*/ 0 w 931"/>
                      <a:gd name="T61" fmla="*/ 0 h 931"/>
                      <a:gd name="T62" fmla="*/ 0 w 931"/>
                      <a:gd name="T63" fmla="*/ 0 h 931"/>
                      <a:gd name="T64" fmla="*/ 0 w 931"/>
                      <a:gd name="T65" fmla="*/ 0 h 931"/>
                      <a:gd name="T66" fmla="*/ 0 w 931"/>
                      <a:gd name="T67" fmla="*/ 0 h 93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931"/>
                      <a:gd name="T103" fmla="*/ 0 h 931"/>
                      <a:gd name="T104" fmla="*/ 931 w 931"/>
                      <a:gd name="T105" fmla="*/ 931 h 93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931" h="931">
                        <a:moveTo>
                          <a:pt x="931" y="0"/>
                        </a:moveTo>
                        <a:lnTo>
                          <a:pt x="931" y="0"/>
                        </a:lnTo>
                        <a:lnTo>
                          <a:pt x="883" y="3"/>
                        </a:lnTo>
                        <a:lnTo>
                          <a:pt x="836" y="6"/>
                        </a:lnTo>
                        <a:lnTo>
                          <a:pt x="790" y="11"/>
                        </a:lnTo>
                        <a:lnTo>
                          <a:pt x="744" y="20"/>
                        </a:lnTo>
                        <a:lnTo>
                          <a:pt x="699" y="30"/>
                        </a:lnTo>
                        <a:lnTo>
                          <a:pt x="655" y="42"/>
                        </a:lnTo>
                        <a:lnTo>
                          <a:pt x="612" y="58"/>
                        </a:lnTo>
                        <a:lnTo>
                          <a:pt x="569" y="75"/>
                        </a:lnTo>
                        <a:lnTo>
                          <a:pt x="528" y="94"/>
                        </a:lnTo>
                        <a:lnTo>
                          <a:pt x="488" y="113"/>
                        </a:lnTo>
                        <a:lnTo>
                          <a:pt x="448" y="136"/>
                        </a:lnTo>
                        <a:lnTo>
                          <a:pt x="411" y="160"/>
                        </a:lnTo>
                        <a:lnTo>
                          <a:pt x="374" y="187"/>
                        </a:lnTo>
                        <a:lnTo>
                          <a:pt x="340" y="213"/>
                        </a:lnTo>
                        <a:lnTo>
                          <a:pt x="305" y="243"/>
                        </a:lnTo>
                        <a:lnTo>
                          <a:pt x="273" y="274"/>
                        </a:lnTo>
                        <a:lnTo>
                          <a:pt x="242" y="306"/>
                        </a:lnTo>
                        <a:lnTo>
                          <a:pt x="213" y="340"/>
                        </a:lnTo>
                        <a:lnTo>
                          <a:pt x="186" y="375"/>
                        </a:lnTo>
                        <a:lnTo>
                          <a:pt x="160" y="412"/>
                        </a:lnTo>
                        <a:lnTo>
                          <a:pt x="136" y="450"/>
                        </a:lnTo>
                        <a:lnTo>
                          <a:pt x="113" y="488"/>
                        </a:lnTo>
                        <a:lnTo>
                          <a:pt x="92" y="528"/>
                        </a:lnTo>
                        <a:lnTo>
                          <a:pt x="74" y="569"/>
                        </a:lnTo>
                        <a:lnTo>
                          <a:pt x="57" y="612"/>
                        </a:lnTo>
                        <a:lnTo>
                          <a:pt x="42" y="655"/>
                        </a:lnTo>
                        <a:lnTo>
                          <a:pt x="30" y="699"/>
                        </a:lnTo>
                        <a:lnTo>
                          <a:pt x="19" y="745"/>
                        </a:lnTo>
                        <a:lnTo>
                          <a:pt x="11" y="790"/>
                        </a:lnTo>
                        <a:lnTo>
                          <a:pt x="6" y="837"/>
                        </a:lnTo>
                        <a:lnTo>
                          <a:pt x="1" y="884"/>
                        </a:lnTo>
                        <a:lnTo>
                          <a:pt x="0" y="931"/>
                        </a:lnTo>
                        <a:lnTo>
                          <a:pt x="165" y="931"/>
                        </a:lnTo>
                        <a:lnTo>
                          <a:pt x="166" y="891"/>
                        </a:lnTo>
                        <a:lnTo>
                          <a:pt x="168" y="852"/>
                        </a:lnTo>
                        <a:lnTo>
                          <a:pt x="173" y="815"/>
                        </a:lnTo>
                        <a:lnTo>
                          <a:pt x="180" y="777"/>
                        </a:lnTo>
                        <a:lnTo>
                          <a:pt x="189" y="740"/>
                        </a:lnTo>
                        <a:lnTo>
                          <a:pt x="199" y="704"/>
                        </a:lnTo>
                        <a:lnTo>
                          <a:pt x="211" y="668"/>
                        </a:lnTo>
                        <a:lnTo>
                          <a:pt x="224" y="634"/>
                        </a:lnTo>
                        <a:lnTo>
                          <a:pt x="240" y="599"/>
                        </a:lnTo>
                        <a:lnTo>
                          <a:pt x="257" y="566"/>
                        </a:lnTo>
                        <a:lnTo>
                          <a:pt x="275" y="535"/>
                        </a:lnTo>
                        <a:lnTo>
                          <a:pt x="295" y="503"/>
                        </a:lnTo>
                        <a:lnTo>
                          <a:pt x="316" y="473"/>
                        </a:lnTo>
                        <a:lnTo>
                          <a:pt x="340" y="444"/>
                        </a:lnTo>
                        <a:lnTo>
                          <a:pt x="364" y="416"/>
                        </a:lnTo>
                        <a:lnTo>
                          <a:pt x="390" y="390"/>
                        </a:lnTo>
                        <a:lnTo>
                          <a:pt x="416" y="364"/>
                        </a:lnTo>
                        <a:lnTo>
                          <a:pt x="444" y="340"/>
                        </a:lnTo>
                        <a:lnTo>
                          <a:pt x="473" y="318"/>
                        </a:lnTo>
                        <a:lnTo>
                          <a:pt x="503" y="297"/>
                        </a:lnTo>
                        <a:lnTo>
                          <a:pt x="534" y="275"/>
                        </a:lnTo>
                        <a:lnTo>
                          <a:pt x="566" y="258"/>
                        </a:lnTo>
                        <a:lnTo>
                          <a:pt x="599" y="240"/>
                        </a:lnTo>
                        <a:lnTo>
                          <a:pt x="633" y="226"/>
                        </a:lnTo>
                        <a:lnTo>
                          <a:pt x="668" y="211"/>
                        </a:lnTo>
                        <a:lnTo>
                          <a:pt x="704" y="199"/>
                        </a:lnTo>
                        <a:lnTo>
                          <a:pt x="740" y="189"/>
                        </a:lnTo>
                        <a:lnTo>
                          <a:pt x="777" y="180"/>
                        </a:lnTo>
                        <a:lnTo>
                          <a:pt x="815" y="173"/>
                        </a:lnTo>
                        <a:lnTo>
                          <a:pt x="852" y="169"/>
                        </a:lnTo>
                        <a:lnTo>
                          <a:pt x="891" y="166"/>
                        </a:lnTo>
                        <a:lnTo>
                          <a:pt x="931" y="165"/>
                        </a:lnTo>
                        <a:lnTo>
                          <a:pt x="931" y="0"/>
                        </a:lnTo>
                        <a:close/>
                      </a:path>
                    </a:pathLst>
                  </a:custGeom>
                  <a:solidFill>
                    <a:srgbClr val="EF2B2F"/>
                  </a:solidFill>
                  <a:ln>
                    <a:noFill/>
                  </a:ln>
                </p:spPr>
                <p:txBody>
                  <a:bodyPr/>
                  <a:lstStyle/>
                  <a:p>
                    <a:pPr>
                      <a:defRPr/>
                    </a:pPr>
                    <a:endParaRPr lang="en-US" sz="1050">
                      <a:latin typeface="+mj-lt"/>
                    </a:endParaRPr>
                  </a:p>
                </p:txBody>
              </p:sp>
            </p:grpSp>
            <p:grpSp>
              <p:nvGrpSpPr>
                <p:cNvPr id="29874" name="Group 512">
                  <a:extLst>
                    <a:ext uri="{FF2B5EF4-FFF2-40B4-BE49-F238E27FC236}">
                      <a16:creationId xmlns="" xmlns:a16="http://schemas.microsoft.com/office/drawing/2014/main" id="{631B2AEA-36A0-E296-AA2F-79787BC34B52}"/>
                    </a:ext>
                  </a:extLst>
                </p:cNvPr>
                <p:cNvGrpSpPr>
                  <a:grpSpLocks/>
                </p:cNvGrpSpPr>
                <p:nvPr/>
              </p:nvGrpSpPr>
              <p:grpSpPr bwMode="auto">
                <a:xfrm>
                  <a:off x="3528" y="1428"/>
                  <a:ext cx="624" cy="624"/>
                  <a:chOff x="3166" y="3024"/>
                  <a:chExt cx="866" cy="807"/>
                </a:xfrm>
              </p:grpSpPr>
              <p:grpSp>
                <p:nvGrpSpPr>
                  <p:cNvPr id="30245" name="Group 513">
                    <a:extLst>
                      <a:ext uri="{FF2B5EF4-FFF2-40B4-BE49-F238E27FC236}">
                        <a16:creationId xmlns="" xmlns:a16="http://schemas.microsoft.com/office/drawing/2014/main" id="{49E5F0F7-5E8C-5760-14AA-0DB553998B21}"/>
                      </a:ext>
                    </a:extLst>
                  </p:cNvPr>
                  <p:cNvGrpSpPr>
                    <a:grpSpLocks/>
                  </p:cNvGrpSpPr>
                  <p:nvPr/>
                </p:nvGrpSpPr>
                <p:grpSpPr bwMode="auto">
                  <a:xfrm>
                    <a:off x="3166" y="3024"/>
                    <a:ext cx="866" cy="807"/>
                    <a:chOff x="3166" y="3024"/>
                    <a:chExt cx="866" cy="807"/>
                  </a:xfrm>
                </p:grpSpPr>
                <p:sp>
                  <p:nvSpPr>
                    <p:cNvPr id="41511" name="Freeform 514">
                      <a:extLst>
                        <a:ext uri="{FF2B5EF4-FFF2-40B4-BE49-F238E27FC236}">
                          <a16:creationId xmlns="" xmlns:a16="http://schemas.microsoft.com/office/drawing/2014/main" id="{90F74F30-F91C-FB9F-BEE5-CAC27380E58E}"/>
                        </a:ext>
                      </a:extLst>
                    </p:cNvPr>
                    <p:cNvSpPr>
                      <a:spLocks/>
                    </p:cNvSpPr>
                    <p:nvPr/>
                  </p:nvSpPr>
                  <p:spPr bwMode="auto">
                    <a:xfrm>
                      <a:off x="3168" y="3027"/>
                      <a:ext cx="866" cy="804"/>
                    </a:xfrm>
                    <a:custGeom>
                      <a:avLst/>
                      <a:gdLst>
                        <a:gd name="T0" fmla="*/ 0 w 15373"/>
                        <a:gd name="T1" fmla="*/ 0 h 15373"/>
                        <a:gd name="T2" fmla="*/ 0 w 15373"/>
                        <a:gd name="T3" fmla="*/ 0 h 15373"/>
                        <a:gd name="T4" fmla="*/ 0 w 15373"/>
                        <a:gd name="T5" fmla="*/ 0 h 15373"/>
                        <a:gd name="T6" fmla="*/ 0 w 15373"/>
                        <a:gd name="T7" fmla="*/ 0 h 15373"/>
                        <a:gd name="T8" fmla="*/ 0 w 15373"/>
                        <a:gd name="T9" fmla="*/ 0 h 15373"/>
                        <a:gd name="T10" fmla="*/ 0 w 15373"/>
                        <a:gd name="T11" fmla="*/ 0 h 15373"/>
                        <a:gd name="T12" fmla="*/ 0 w 15373"/>
                        <a:gd name="T13" fmla="*/ 0 h 15373"/>
                        <a:gd name="T14" fmla="*/ 0 w 15373"/>
                        <a:gd name="T15" fmla="*/ 0 h 15373"/>
                        <a:gd name="T16" fmla="*/ 0 w 15373"/>
                        <a:gd name="T17" fmla="*/ 0 h 15373"/>
                        <a:gd name="T18" fmla="*/ 0 w 15373"/>
                        <a:gd name="T19" fmla="*/ 0 h 15373"/>
                        <a:gd name="T20" fmla="*/ 0 w 15373"/>
                        <a:gd name="T21" fmla="*/ 0 h 15373"/>
                        <a:gd name="T22" fmla="*/ 0 w 15373"/>
                        <a:gd name="T23" fmla="*/ 0 h 15373"/>
                        <a:gd name="T24" fmla="*/ 0 w 15373"/>
                        <a:gd name="T25" fmla="*/ 0 h 15373"/>
                        <a:gd name="T26" fmla="*/ 0 w 15373"/>
                        <a:gd name="T27" fmla="*/ 0 h 15373"/>
                        <a:gd name="T28" fmla="*/ 0 w 15373"/>
                        <a:gd name="T29" fmla="*/ 0 h 15373"/>
                        <a:gd name="T30" fmla="*/ 0 w 15373"/>
                        <a:gd name="T31" fmla="*/ 0 h 15373"/>
                        <a:gd name="T32" fmla="*/ 0 w 15373"/>
                        <a:gd name="T33" fmla="*/ 0 h 15373"/>
                        <a:gd name="T34" fmla="*/ 0 w 15373"/>
                        <a:gd name="T35" fmla="*/ 0 h 15373"/>
                        <a:gd name="T36" fmla="*/ 0 w 15373"/>
                        <a:gd name="T37" fmla="*/ 0 h 15373"/>
                        <a:gd name="T38" fmla="*/ 0 w 15373"/>
                        <a:gd name="T39" fmla="*/ 0 h 15373"/>
                        <a:gd name="T40" fmla="*/ 0 w 15373"/>
                        <a:gd name="T41" fmla="*/ 0 h 15373"/>
                        <a:gd name="T42" fmla="*/ 0 w 15373"/>
                        <a:gd name="T43" fmla="*/ 0 h 15373"/>
                        <a:gd name="T44" fmla="*/ 0 w 15373"/>
                        <a:gd name="T45" fmla="*/ 0 h 15373"/>
                        <a:gd name="T46" fmla="*/ 0 w 15373"/>
                        <a:gd name="T47" fmla="*/ 0 h 15373"/>
                        <a:gd name="T48" fmla="*/ 0 w 15373"/>
                        <a:gd name="T49" fmla="*/ 0 h 15373"/>
                        <a:gd name="T50" fmla="*/ 0 w 15373"/>
                        <a:gd name="T51" fmla="*/ 0 h 15373"/>
                        <a:gd name="T52" fmla="*/ 0 w 15373"/>
                        <a:gd name="T53" fmla="*/ 0 h 15373"/>
                        <a:gd name="T54" fmla="*/ 0 w 15373"/>
                        <a:gd name="T55" fmla="*/ 0 h 15373"/>
                        <a:gd name="T56" fmla="*/ 0 w 15373"/>
                        <a:gd name="T57" fmla="*/ 0 h 15373"/>
                        <a:gd name="T58" fmla="*/ 0 w 15373"/>
                        <a:gd name="T59" fmla="*/ 0 h 15373"/>
                        <a:gd name="T60" fmla="*/ 0 w 15373"/>
                        <a:gd name="T61" fmla="*/ 0 h 15373"/>
                        <a:gd name="T62" fmla="*/ 0 w 15373"/>
                        <a:gd name="T63" fmla="*/ 0 h 15373"/>
                        <a:gd name="T64" fmla="*/ 0 w 15373"/>
                        <a:gd name="T65" fmla="*/ 0 h 15373"/>
                        <a:gd name="T66" fmla="*/ 0 w 15373"/>
                        <a:gd name="T67" fmla="*/ 0 h 15373"/>
                        <a:gd name="T68" fmla="*/ 0 w 15373"/>
                        <a:gd name="T69" fmla="*/ 0 h 15373"/>
                        <a:gd name="T70" fmla="*/ 0 w 15373"/>
                        <a:gd name="T71" fmla="*/ 0 h 15373"/>
                        <a:gd name="T72" fmla="*/ 0 w 15373"/>
                        <a:gd name="T73" fmla="*/ 0 h 15373"/>
                        <a:gd name="T74" fmla="*/ 0 w 15373"/>
                        <a:gd name="T75" fmla="*/ 0 h 15373"/>
                        <a:gd name="T76" fmla="*/ 0 w 15373"/>
                        <a:gd name="T77" fmla="*/ 0 h 15373"/>
                        <a:gd name="T78" fmla="*/ 0 w 15373"/>
                        <a:gd name="T79" fmla="*/ 0 h 15373"/>
                        <a:gd name="T80" fmla="*/ 0 w 15373"/>
                        <a:gd name="T81" fmla="*/ 0 h 15373"/>
                        <a:gd name="T82" fmla="*/ 0 w 15373"/>
                        <a:gd name="T83" fmla="*/ 0 h 15373"/>
                        <a:gd name="T84" fmla="*/ 0 w 15373"/>
                        <a:gd name="T85" fmla="*/ 0 h 1537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373"/>
                        <a:gd name="T130" fmla="*/ 0 h 15373"/>
                        <a:gd name="T131" fmla="*/ 15373 w 15373"/>
                        <a:gd name="T132" fmla="*/ 15373 h 1537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373" h="15373">
                          <a:moveTo>
                            <a:pt x="7687" y="0"/>
                          </a:moveTo>
                          <a:lnTo>
                            <a:pt x="8081" y="10"/>
                          </a:lnTo>
                          <a:lnTo>
                            <a:pt x="8470" y="40"/>
                          </a:lnTo>
                          <a:lnTo>
                            <a:pt x="8854" y="89"/>
                          </a:lnTo>
                          <a:lnTo>
                            <a:pt x="9232" y="156"/>
                          </a:lnTo>
                          <a:lnTo>
                            <a:pt x="9604" y="243"/>
                          </a:lnTo>
                          <a:lnTo>
                            <a:pt x="9968" y="346"/>
                          </a:lnTo>
                          <a:lnTo>
                            <a:pt x="10325" y="468"/>
                          </a:lnTo>
                          <a:lnTo>
                            <a:pt x="10673" y="606"/>
                          </a:lnTo>
                          <a:lnTo>
                            <a:pt x="11014" y="760"/>
                          </a:lnTo>
                          <a:lnTo>
                            <a:pt x="11345" y="929"/>
                          </a:lnTo>
                          <a:lnTo>
                            <a:pt x="11667" y="1116"/>
                          </a:lnTo>
                          <a:lnTo>
                            <a:pt x="11979" y="1315"/>
                          </a:lnTo>
                          <a:lnTo>
                            <a:pt x="12280" y="1531"/>
                          </a:lnTo>
                          <a:lnTo>
                            <a:pt x="12571" y="1759"/>
                          </a:lnTo>
                          <a:lnTo>
                            <a:pt x="12851" y="2001"/>
                          </a:lnTo>
                          <a:lnTo>
                            <a:pt x="13118" y="2255"/>
                          </a:lnTo>
                          <a:lnTo>
                            <a:pt x="13372" y="2522"/>
                          </a:lnTo>
                          <a:lnTo>
                            <a:pt x="13614" y="2802"/>
                          </a:lnTo>
                          <a:lnTo>
                            <a:pt x="13842" y="3093"/>
                          </a:lnTo>
                          <a:lnTo>
                            <a:pt x="14057" y="3394"/>
                          </a:lnTo>
                          <a:lnTo>
                            <a:pt x="14257" y="3706"/>
                          </a:lnTo>
                          <a:lnTo>
                            <a:pt x="14443" y="4028"/>
                          </a:lnTo>
                          <a:lnTo>
                            <a:pt x="14613" y="4359"/>
                          </a:lnTo>
                          <a:lnTo>
                            <a:pt x="14767" y="4700"/>
                          </a:lnTo>
                          <a:lnTo>
                            <a:pt x="14905" y="5048"/>
                          </a:lnTo>
                          <a:lnTo>
                            <a:pt x="15027" y="5405"/>
                          </a:lnTo>
                          <a:lnTo>
                            <a:pt x="15130" y="5769"/>
                          </a:lnTo>
                          <a:lnTo>
                            <a:pt x="15217" y="6141"/>
                          </a:lnTo>
                          <a:lnTo>
                            <a:pt x="15284" y="6519"/>
                          </a:lnTo>
                          <a:lnTo>
                            <a:pt x="15333" y="6903"/>
                          </a:lnTo>
                          <a:lnTo>
                            <a:pt x="15363" y="7292"/>
                          </a:lnTo>
                          <a:lnTo>
                            <a:pt x="15373" y="7686"/>
                          </a:lnTo>
                          <a:lnTo>
                            <a:pt x="15363" y="8081"/>
                          </a:lnTo>
                          <a:lnTo>
                            <a:pt x="15333" y="8470"/>
                          </a:lnTo>
                          <a:lnTo>
                            <a:pt x="15284" y="8854"/>
                          </a:lnTo>
                          <a:lnTo>
                            <a:pt x="15217" y="9232"/>
                          </a:lnTo>
                          <a:lnTo>
                            <a:pt x="15130" y="9604"/>
                          </a:lnTo>
                          <a:lnTo>
                            <a:pt x="15027" y="9968"/>
                          </a:lnTo>
                          <a:lnTo>
                            <a:pt x="14905" y="10325"/>
                          </a:lnTo>
                          <a:lnTo>
                            <a:pt x="14767" y="10673"/>
                          </a:lnTo>
                          <a:lnTo>
                            <a:pt x="14613" y="11014"/>
                          </a:lnTo>
                          <a:lnTo>
                            <a:pt x="14443" y="11346"/>
                          </a:lnTo>
                          <a:lnTo>
                            <a:pt x="14257" y="11667"/>
                          </a:lnTo>
                          <a:lnTo>
                            <a:pt x="14057" y="11979"/>
                          </a:lnTo>
                          <a:lnTo>
                            <a:pt x="13842" y="12281"/>
                          </a:lnTo>
                          <a:lnTo>
                            <a:pt x="13614" y="12571"/>
                          </a:lnTo>
                          <a:lnTo>
                            <a:pt x="13372" y="12851"/>
                          </a:lnTo>
                          <a:lnTo>
                            <a:pt x="13118" y="13117"/>
                          </a:lnTo>
                          <a:lnTo>
                            <a:pt x="12851" y="13372"/>
                          </a:lnTo>
                          <a:lnTo>
                            <a:pt x="12571" y="13614"/>
                          </a:lnTo>
                          <a:lnTo>
                            <a:pt x="12280" y="13842"/>
                          </a:lnTo>
                          <a:lnTo>
                            <a:pt x="11979" y="14058"/>
                          </a:lnTo>
                          <a:lnTo>
                            <a:pt x="11667" y="14257"/>
                          </a:lnTo>
                          <a:lnTo>
                            <a:pt x="11345" y="14444"/>
                          </a:lnTo>
                          <a:lnTo>
                            <a:pt x="11014" y="14613"/>
                          </a:lnTo>
                          <a:lnTo>
                            <a:pt x="10673" y="14768"/>
                          </a:lnTo>
                          <a:lnTo>
                            <a:pt x="10325" y="14905"/>
                          </a:lnTo>
                          <a:lnTo>
                            <a:pt x="9968" y="15027"/>
                          </a:lnTo>
                          <a:lnTo>
                            <a:pt x="9604" y="15130"/>
                          </a:lnTo>
                          <a:lnTo>
                            <a:pt x="9232" y="15217"/>
                          </a:lnTo>
                          <a:lnTo>
                            <a:pt x="8854" y="15285"/>
                          </a:lnTo>
                          <a:lnTo>
                            <a:pt x="8470" y="15333"/>
                          </a:lnTo>
                          <a:lnTo>
                            <a:pt x="8081" y="15363"/>
                          </a:lnTo>
                          <a:lnTo>
                            <a:pt x="7687" y="15373"/>
                          </a:lnTo>
                          <a:lnTo>
                            <a:pt x="7292" y="15363"/>
                          </a:lnTo>
                          <a:lnTo>
                            <a:pt x="6903" y="15333"/>
                          </a:lnTo>
                          <a:lnTo>
                            <a:pt x="6519" y="15285"/>
                          </a:lnTo>
                          <a:lnTo>
                            <a:pt x="6141" y="15217"/>
                          </a:lnTo>
                          <a:lnTo>
                            <a:pt x="5769" y="15130"/>
                          </a:lnTo>
                          <a:lnTo>
                            <a:pt x="5405" y="15027"/>
                          </a:lnTo>
                          <a:lnTo>
                            <a:pt x="5048" y="14905"/>
                          </a:lnTo>
                          <a:lnTo>
                            <a:pt x="4700" y="14768"/>
                          </a:lnTo>
                          <a:lnTo>
                            <a:pt x="4359" y="14613"/>
                          </a:lnTo>
                          <a:lnTo>
                            <a:pt x="4028" y="14444"/>
                          </a:lnTo>
                          <a:lnTo>
                            <a:pt x="3706" y="14257"/>
                          </a:lnTo>
                          <a:lnTo>
                            <a:pt x="3394" y="14058"/>
                          </a:lnTo>
                          <a:lnTo>
                            <a:pt x="3092" y="13842"/>
                          </a:lnTo>
                          <a:lnTo>
                            <a:pt x="2802" y="13614"/>
                          </a:lnTo>
                          <a:lnTo>
                            <a:pt x="2522" y="13372"/>
                          </a:lnTo>
                          <a:lnTo>
                            <a:pt x="2256" y="13117"/>
                          </a:lnTo>
                          <a:lnTo>
                            <a:pt x="2001" y="12851"/>
                          </a:lnTo>
                          <a:lnTo>
                            <a:pt x="1759" y="12571"/>
                          </a:lnTo>
                          <a:lnTo>
                            <a:pt x="1531" y="12281"/>
                          </a:lnTo>
                          <a:lnTo>
                            <a:pt x="1315" y="11979"/>
                          </a:lnTo>
                          <a:lnTo>
                            <a:pt x="1116" y="11667"/>
                          </a:lnTo>
                          <a:lnTo>
                            <a:pt x="929" y="11346"/>
                          </a:lnTo>
                          <a:lnTo>
                            <a:pt x="760" y="11014"/>
                          </a:lnTo>
                          <a:lnTo>
                            <a:pt x="606" y="10673"/>
                          </a:lnTo>
                          <a:lnTo>
                            <a:pt x="468" y="10325"/>
                          </a:lnTo>
                          <a:lnTo>
                            <a:pt x="346" y="9968"/>
                          </a:lnTo>
                          <a:lnTo>
                            <a:pt x="243" y="9604"/>
                          </a:lnTo>
                          <a:lnTo>
                            <a:pt x="156" y="9232"/>
                          </a:lnTo>
                          <a:lnTo>
                            <a:pt x="89" y="8854"/>
                          </a:lnTo>
                          <a:lnTo>
                            <a:pt x="40" y="8470"/>
                          </a:lnTo>
                          <a:lnTo>
                            <a:pt x="10" y="8081"/>
                          </a:lnTo>
                          <a:lnTo>
                            <a:pt x="0" y="7686"/>
                          </a:lnTo>
                          <a:lnTo>
                            <a:pt x="10" y="7292"/>
                          </a:lnTo>
                          <a:lnTo>
                            <a:pt x="40" y="6903"/>
                          </a:lnTo>
                          <a:lnTo>
                            <a:pt x="89" y="6519"/>
                          </a:lnTo>
                          <a:lnTo>
                            <a:pt x="156" y="6141"/>
                          </a:lnTo>
                          <a:lnTo>
                            <a:pt x="243" y="5769"/>
                          </a:lnTo>
                          <a:lnTo>
                            <a:pt x="346" y="5405"/>
                          </a:lnTo>
                          <a:lnTo>
                            <a:pt x="468" y="5048"/>
                          </a:lnTo>
                          <a:lnTo>
                            <a:pt x="606" y="4700"/>
                          </a:lnTo>
                          <a:lnTo>
                            <a:pt x="760" y="4359"/>
                          </a:lnTo>
                          <a:lnTo>
                            <a:pt x="929" y="4028"/>
                          </a:lnTo>
                          <a:lnTo>
                            <a:pt x="1116" y="3706"/>
                          </a:lnTo>
                          <a:lnTo>
                            <a:pt x="1315" y="3394"/>
                          </a:lnTo>
                          <a:lnTo>
                            <a:pt x="1531" y="3093"/>
                          </a:lnTo>
                          <a:lnTo>
                            <a:pt x="1759" y="2802"/>
                          </a:lnTo>
                          <a:lnTo>
                            <a:pt x="2001" y="2522"/>
                          </a:lnTo>
                          <a:lnTo>
                            <a:pt x="2256" y="2255"/>
                          </a:lnTo>
                          <a:lnTo>
                            <a:pt x="2522" y="2001"/>
                          </a:lnTo>
                          <a:lnTo>
                            <a:pt x="2802" y="1759"/>
                          </a:lnTo>
                          <a:lnTo>
                            <a:pt x="3092" y="1531"/>
                          </a:lnTo>
                          <a:lnTo>
                            <a:pt x="3394" y="1315"/>
                          </a:lnTo>
                          <a:lnTo>
                            <a:pt x="3706" y="1116"/>
                          </a:lnTo>
                          <a:lnTo>
                            <a:pt x="4028" y="929"/>
                          </a:lnTo>
                          <a:lnTo>
                            <a:pt x="4359" y="760"/>
                          </a:lnTo>
                          <a:lnTo>
                            <a:pt x="4700" y="606"/>
                          </a:lnTo>
                          <a:lnTo>
                            <a:pt x="5048" y="468"/>
                          </a:lnTo>
                          <a:lnTo>
                            <a:pt x="5405" y="346"/>
                          </a:lnTo>
                          <a:lnTo>
                            <a:pt x="5769" y="243"/>
                          </a:lnTo>
                          <a:lnTo>
                            <a:pt x="6141" y="156"/>
                          </a:lnTo>
                          <a:lnTo>
                            <a:pt x="6519" y="89"/>
                          </a:lnTo>
                          <a:lnTo>
                            <a:pt x="6903" y="40"/>
                          </a:lnTo>
                          <a:lnTo>
                            <a:pt x="7292" y="10"/>
                          </a:lnTo>
                          <a:lnTo>
                            <a:pt x="7687" y="0"/>
                          </a:lnTo>
                          <a:close/>
                        </a:path>
                      </a:pathLst>
                    </a:custGeom>
                    <a:solidFill>
                      <a:srgbClr val="FFFFFF"/>
                    </a:solidFill>
                    <a:ln>
                      <a:noFill/>
                    </a:ln>
                  </p:spPr>
                  <p:txBody>
                    <a:bodyPr/>
                    <a:lstStyle/>
                    <a:p>
                      <a:pPr>
                        <a:defRPr/>
                      </a:pPr>
                      <a:endParaRPr lang="en-US" sz="1050">
                        <a:latin typeface="+mj-lt"/>
                      </a:endParaRPr>
                    </a:p>
                  </p:txBody>
                </p:sp>
                <p:sp>
                  <p:nvSpPr>
                    <p:cNvPr id="41512" name="Freeform 515">
                      <a:extLst>
                        <a:ext uri="{FF2B5EF4-FFF2-40B4-BE49-F238E27FC236}">
                          <a16:creationId xmlns="" xmlns:a16="http://schemas.microsoft.com/office/drawing/2014/main" id="{2C6D90B9-BDFB-C840-55E0-78018224656F}"/>
                        </a:ext>
                      </a:extLst>
                    </p:cNvPr>
                    <p:cNvSpPr>
                      <a:spLocks/>
                    </p:cNvSpPr>
                    <p:nvPr/>
                  </p:nvSpPr>
                  <p:spPr bwMode="auto">
                    <a:xfrm>
                      <a:off x="3168" y="3027"/>
                      <a:ext cx="866" cy="804"/>
                    </a:xfrm>
                    <a:custGeom>
                      <a:avLst/>
                      <a:gdLst>
                        <a:gd name="T0" fmla="*/ 0 w 15373"/>
                        <a:gd name="T1" fmla="*/ 0 h 15373"/>
                        <a:gd name="T2" fmla="*/ 0 w 15373"/>
                        <a:gd name="T3" fmla="*/ 0 h 15373"/>
                        <a:gd name="T4" fmla="*/ 0 w 15373"/>
                        <a:gd name="T5" fmla="*/ 0 h 15373"/>
                        <a:gd name="T6" fmla="*/ 0 w 15373"/>
                        <a:gd name="T7" fmla="*/ 0 h 15373"/>
                        <a:gd name="T8" fmla="*/ 0 w 15373"/>
                        <a:gd name="T9" fmla="*/ 0 h 15373"/>
                        <a:gd name="T10" fmla="*/ 0 w 15373"/>
                        <a:gd name="T11" fmla="*/ 0 h 15373"/>
                        <a:gd name="T12" fmla="*/ 0 w 15373"/>
                        <a:gd name="T13" fmla="*/ 0 h 15373"/>
                        <a:gd name="T14" fmla="*/ 0 w 15373"/>
                        <a:gd name="T15" fmla="*/ 0 h 15373"/>
                        <a:gd name="T16" fmla="*/ 0 w 15373"/>
                        <a:gd name="T17" fmla="*/ 0 h 15373"/>
                        <a:gd name="T18" fmla="*/ 0 w 15373"/>
                        <a:gd name="T19" fmla="*/ 0 h 15373"/>
                        <a:gd name="T20" fmla="*/ 0 w 15373"/>
                        <a:gd name="T21" fmla="*/ 0 h 15373"/>
                        <a:gd name="T22" fmla="*/ 0 w 15373"/>
                        <a:gd name="T23" fmla="*/ 0 h 15373"/>
                        <a:gd name="T24" fmla="*/ 0 w 15373"/>
                        <a:gd name="T25" fmla="*/ 0 h 15373"/>
                        <a:gd name="T26" fmla="*/ 0 w 15373"/>
                        <a:gd name="T27" fmla="*/ 0 h 15373"/>
                        <a:gd name="T28" fmla="*/ 0 w 15373"/>
                        <a:gd name="T29" fmla="*/ 0 h 15373"/>
                        <a:gd name="T30" fmla="*/ 0 w 15373"/>
                        <a:gd name="T31" fmla="*/ 0 h 15373"/>
                        <a:gd name="T32" fmla="*/ 0 w 15373"/>
                        <a:gd name="T33" fmla="*/ 0 h 15373"/>
                        <a:gd name="T34" fmla="*/ 0 w 15373"/>
                        <a:gd name="T35" fmla="*/ 0 h 15373"/>
                        <a:gd name="T36" fmla="*/ 0 w 15373"/>
                        <a:gd name="T37" fmla="*/ 0 h 15373"/>
                        <a:gd name="T38" fmla="*/ 0 w 15373"/>
                        <a:gd name="T39" fmla="*/ 0 h 15373"/>
                        <a:gd name="T40" fmla="*/ 0 w 15373"/>
                        <a:gd name="T41" fmla="*/ 0 h 15373"/>
                        <a:gd name="T42" fmla="*/ 0 w 15373"/>
                        <a:gd name="T43" fmla="*/ 0 h 15373"/>
                        <a:gd name="T44" fmla="*/ 0 w 15373"/>
                        <a:gd name="T45" fmla="*/ 0 h 15373"/>
                        <a:gd name="T46" fmla="*/ 0 w 15373"/>
                        <a:gd name="T47" fmla="*/ 0 h 15373"/>
                        <a:gd name="T48" fmla="*/ 0 w 15373"/>
                        <a:gd name="T49" fmla="*/ 0 h 15373"/>
                        <a:gd name="T50" fmla="*/ 0 w 15373"/>
                        <a:gd name="T51" fmla="*/ 0 h 15373"/>
                        <a:gd name="T52" fmla="*/ 0 w 15373"/>
                        <a:gd name="T53" fmla="*/ 0 h 15373"/>
                        <a:gd name="T54" fmla="*/ 0 w 15373"/>
                        <a:gd name="T55" fmla="*/ 0 h 15373"/>
                        <a:gd name="T56" fmla="*/ 0 w 15373"/>
                        <a:gd name="T57" fmla="*/ 0 h 15373"/>
                        <a:gd name="T58" fmla="*/ 0 w 15373"/>
                        <a:gd name="T59" fmla="*/ 0 h 15373"/>
                        <a:gd name="T60" fmla="*/ 0 w 15373"/>
                        <a:gd name="T61" fmla="*/ 0 h 15373"/>
                        <a:gd name="T62" fmla="*/ 0 w 15373"/>
                        <a:gd name="T63" fmla="*/ 0 h 15373"/>
                        <a:gd name="T64" fmla="*/ 0 w 15373"/>
                        <a:gd name="T65" fmla="*/ 0 h 15373"/>
                        <a:gd name="T66" fmla="*/ 0 w 15373"/>
                        <a:gd name="T67" fmla="*/ 0 h 15373"/>
                        <a:gd name="T68" fmla="*/ 0 w 15373"/>
                        <a:gd name="T69" fmla="*/ 0 h 15373"/>
                        <a:gd name="T70" fmla="*/ 0 w 15373"/>
                        <a:gd name="T71" fmla="*/ 0 h 15373"/>
                        <a:gd name="T72" fmla="*/ 0 w 15373"/>
                        <a:gd name="T73" fmla="*/ 0 h 15373"/>
                        <a:gd name="T74" fmla="*/ 0 w 15373"/>
                        <a:gd name="T75" fmla="*/ 0 h 15373"/>
                        <a:gd name="T76" fmla="*/ 0 w 15373"/>
                        <a:gd name="T77" fmla="*/ 0 h 15373"/>
                        <a:gd name="T78" fmla="*/ 0 w 15373"/>
                        <a:gd name="T79" fmla="*/ 0 h 15373"/>
                        <a:gd name="T80" fmla="*/ 0 w 15373"/>
                        <a:gd name="T81" fmla="*/ 0 h 15373"/>
                        <a:gd name="T82" fmla="*/ 0 w 15373"/>
                        <a:gd name="T83" fmla="*/ 0 h 15373"/>
                        <a:gd name="T84" fmla="*/ 0 w 15373"/>
                        <a:gd name="T85" fmla="*/ 0 h 1537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373"/>
                        <a:gd name="T130" fmla="*/ 0 h 15373"/>
                        <a:gd name="T131" fmla="*/ 15373 w 15373"/>
                        <a:gd name="T132" fmla="*/ 15373 h 1537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373" h="15373">
                          <a:moveTo>
                            <a:pt x="7687" y="0"/>
                          </a:moveTo>
                          <a:lnTo>
                            <a:pt x="8081" y="10"/>
                          </a:lnTo>
                          <a:lnTo>
                            <a:pt x="8470" y="40"/>
                          </a:lnTo>
                          <a:lnTo>
                            <a:pt x="8854" y="89"/>
                          </a:lnTo>
                          <a:lnTo>
                            <a:pt x="9232" y="156"/>
                          </a:lnTo>
                          <a:lnTo>
                            <a:pt x="9604" y="243"/>
                          </a:lnTo>
                          <a:lnTo>
                            <a:pt x="9968" y="346"/>
                          </a:lnTo>
                          <a:lnTo>
                            <a:pt x="10325" y="468"/>
                          </a:lnTo>
                          <a:lnTo>
                            <a:pt x="10673" y="606"/>
                          </a:lnTo>
                          <a:lnTo>
                            <a:pt x="11014" y="760"/>
                          </a:lnTo>
                          <a:lnTo>
                            <a:pt x="11345" y="929"/>
                          </a:lnTo>
                          <a:lnTo>
                            <a:pt x="11667" y="1116"/>
                          </a:lnTo>
                          <a:lnTo>
                            <a:pt x="11979" y="1315"/>
                          </a:lnTo>
                          <a:lnTo>
                            <a:pt x="12280" y="1531"/>
                          </a:lnTo>
                          <a:lnTo>
                            <a:pt x="12571" y="1759"/>
                          </a:lnTo>
                          <a:lnTo>
                            <a:pt x="12851" y="2001"/>
                          </a:lnTo>
                          <a:lnTo>
                            <a:pt x="13118" y="2255"/>
                          </a:lnTo>
                          <a:lnTo>
                            <a:pt x="13372" y="2522"/>
                          </a:lnTo>
                          <a:lnTo>
                            <a:pt x="13614" y="2802"/>
                          </a:lnTo>
                          <a:lnTo>
                            <a:pt x="13842" y="3093"/>
                          </a:lnTo>
                          <a:lnTo>
                            <a:pt x="14057" y="3394"/>
                          </a:lnTo>
                          <a:lnTo>
                            <a:pt x="14257" y="3706"/>
                          </a:lnTo>
                          <a:lnTo>
                            <a:pt x="14443" y="4028"/>
                          </a:lnTo>
                          <a:lnTo>
                            <a:pt x="14613" y="4359"/>
                          </a:lnTo>
                          <a:lnTo>
                            <a:pt x="14767" y="4700"/>
                          </a:lnTo>
                          <a:lnTo>
                            <a:pt x="14905" y="5048"/>
                          </a:lnTo>
                          <a:lnTo>
                            <a:pt x="15027" y="5405"/>
                          </a:lnTo>
                          <a:lnTo>
                            <a:pt x="15130" y="5769"/>
                          </a:lnTo>
                          <a:lnTo>
                            <a:pt x="15217" y="6141"/>
                          </a:lnTo>
                          <a:lnTo>
                            <a:pt x="15284" y="6519"/>
                          </a:lnTo>
                          <a:lnTo>
                            <a:pt x="15333" y="6903"/>
                          </a:lnTo>
                          <a:lnTo>
                            <a:pt x="15363" y="7292"/>
                          </a:lnTo>
                          <a:lnTo>
                            <a:pt x="15373" y="7686"/>
                          </a:lnTo>
                          <a:lnTo>
                            <a:pt x="15363" y="8081"/>
                          </a:lnTo>
                          <a:lnTo>
                            <a:pt x="15333" y="8470"/>
                          </a:lnTo>
                          <a:lnTo>
                            <a:pt x="15284" y="8854"/>
                          </a:lnTo>
                          <a:lnTo>
                            <a:pt x="15217" y="9232"/>
                          </a:lnTo>
                          <a:lnTo>
                            <a:pt x="15130" y="9604"/>
                          </a:lnTo>
                          <a:lnTo>
                            <a:pt x="15027" y="9968"/>
                          </a:lnTo>
                          <a:lnTo>
                            <a:pt x="14905" y="10325"/>
                          </a:lnTo>
                          <a:lnTo>
                            <a:pt x="14767" y="10673"/>
                          </a:lnTo>
                          <a:lnTo>
                            <a:pt x="14613" y="11014"/>
                          </a:lnTo>
                          <a:lnTo>
                            <a:pt x="14443" y="11346"/>
                          </a:lnTo>
                          <a:lnTo>
                            <a:pt x="14257" y="11667"/>
                          </a:lnTo>
                          <a:lnTo>
                            <a:pt x="14057" y="11979"/>
                          </a:lnTo>
                          <a:lnTo>
                            <a:pt x="13842" y="12281"/>
                          </a:lnTo>
                          <a:lnTo>
                            <a:pt x="13614" y="12571"/>
                          </a:lnTo>
                          <a:lnTo>
                            <a:pt x="13372" y="12851"/>
                          </a:lnTo>
                          <a:lnTo>
                            <a:pt x="13118" y="13117"/>
                          </a:lnTo>
                          <a:lnTo>
                            <a:pt x="12851" y="13372"/>
                          </a:lnTo>
                          <a:lnTo>
                            <a:pt x="12571" y="13614"/>
                          </a:lnTo>
                          <a:lnTo>
                            <a:pt x="12280" y="13842"/>
                          </a:lnTo>
                          <a:lnTo>
                            <a:pt x="11979" y="14058"/>
                          </a:lnTo>
                          <a:lnTo>
                            <a:pt x="11667" y="14257"/>
                          </a:lnTo>
                          <a:lnTo>
                            <a:pt x="11345" y="14444"/>
                          </a:lnTo>
                          <a:lnTo>
                            <a:pt x="11014" y="14613"/>
                          </a:lnTo>
                          <a:lnTo>
                            <a:pt x="10673" y="14768"/>
                          </a:lnTo>
                          <a:lnTo>
                            <a:pt x="10325" y="14905"/>
                          </a:lnTo>
                          <a:lnTo>
                            <a:pt x="9968" y="15027"/>
                          </a:lnTo>
                          <a:lnTo>
                            <a:pt x="9604" y="15130"/>
                          </a:lnTo>
                          <a:lnTo>
                            <a:pt x="9232" y="15217"/>
                          </a:lnTo>
                          <a:lnTo>
                            <a:pt x="8854" y="15285"/>
                          </a:lnTo>
                          <a:lnTo>
                            <a:pt x="8470" y="15333"/>
                          </a:lnTo>
                          <a:lnTo>
                            <a:pt x="8081" y="15363"/>
                          </a:lnTo>
                          <a:lnTo>
                            <a:pt x="7687" y="15373"/>
                          </a:lnTo>
                          <a:lnTo>
                            <a:pt x="7292" y="15363"/>
                          </a:lnTo>
                          <a:lnTo>
                            <a:pt x="6903" y="15333"/>
                          </a:lnTo>
                          <a:lnTo>
                            <a:pt x="6519" y="15285"/>
                          </a:lnTo>
                          <a:lnTo>
                            <a:pt x="6141" y="15217"/>
                          </a:lnTo>
                          <a:lnTo>
                            <a:pt x="5769" y="15130"/>
                          </a:lnTo>
                          <a:lnTo>
                            <a:pt x="5405" y="15027"/>
                          </a:lnTo>
                          <a:lnTo>
                            <a:pt x="5048" y="14905"/>
                          </a:lnTo>
                          <a:lnTo>
                            <a:pt x="4700" y="14768"/>
                          </a:lnTo>
                          <a:lnTo>
                            <a:pt x="4359" y="14613"/>
                          </a:lnTo>
                          <a:lnTo>
                            <a:pt x="4028" y="14444"/>
                          </a:lnTo>
                          <a:lnTo>
                            <a:pt x="3706" y="14257"/>
                          </a:lnTo>
                          <a:lnTo>
                            <a:pt x="3394" y="14058"/>
                          </a:lnTo>
                          <a:lnTo>
                            <a:pt x="3092" y="13842"/>
                          </a:lnTo>
                          <a:lnTo>
                            <a:pt x="2802" y="13614"/>
                          </a:lnTo>
                          <a:lnTo>
                            <a:pt x="2522" y="13372"/>
                          </a:lnTo>
                          <a:lnTo>
                            <a:pt x="2256" y="13117"/>
                          </a:lnTo>
                          <a:lnTo>
                            <a:pt x="2001" y="12851"/>
                          </a:lnTo>
                          <a:lnTo>
                            <a:pt x="1759" y="12571"/>
                          </a:lnTo>
                          <a:lnTo>
                            <a:pt x="1531" y="12281"/>
                          </a:lnTo>
                          <a:lnTo>
                            <a:pt x="1315" y="11979"/>
                          </a:lnTo>
                          <a:lnTo>
                            <a:pt x="1116" y="11667"/>
                          </a:lnTo>
                          <a:lnTo>
                            <a:pt x="929" y="11346"/>
                          </a:lnTo>
                          <a:lnTo>
                            <a:pt x="760" y="11014"/>
                          </a:lnTo>
                          <a:lnTo>
                            <a:pt x="606" y="10673"/>
                          </a:lnTo>
                          <a:lnTo>
                            <a:pt x="468" y="10325"/>
                          </a:lnTo>
                          <a:lnTo>
                            <a:pt x="346" y="9968"/>
                          </a:lnTo>
                          <a:lnTo>
                            <a:pt x="243" y="9604"/>
                          </a:lnTo>
                          <a:lnTo>
                            <a:pt x="156" y="9232"/>
                          </a:lnTo>
                          <a:lnTo>
                            <a:pt x="89" y="8854"/>
                          </a:lnTo>
                          <a:lnTo>
                            <a:pt x="40" y="8470"/>
                          </a:lnTo>
                          <a:lnTo>
                            <a:pt x="10" y="8081"/>
                          </a:lnTo>
                          <a:lnTo>
                            <a:pt x="0" y="7686"/>
                          </a:lnTo>
                          <a:lnTo>
                            <a:pt x="10" y="7292"/>
                          </a:lnTo>
                          <a:lnTo>
                            <a:pt x="40" y="6903"/>
                          </a:lnTo>
                          <a:lnTo>
                            <a:pt x="89" y="6519"/>
                          </a:lnTo>
                          <a:lnTo>
                            <a:pt x="156" y="6141"/>
                          </a:lnTo>
                          <a:lnTo>
                            <a:pt x="243" y="5769"/>
                          </a:lnTo>
                          <a:lnTo>
                            <a:pt x="346" y="5405"/>
                          </a:lnTo>
                          <a:lnTo>
                            <a:pt x="468" y="5048"/>
                          </a:lnTo>
                          <a:lnTo>
                            <a:pt x="606" y="4700"/>
                          </a:lnTo>
                          <a:lnTo>
                            <a:pt x="760" y="4359"/>
                          </a:lnTo>
                          <a:lnTo>
                            <a:pt x="929" y="4028"/>
                          </a:lnTo>
                          <a:lnTo>
                            <a:pt x="1116" y="3706"/>
                          </a:lnTo>
                          <a:lnTo>
                            <a:pt x="1315" y="3394"/>
                          </a:lnTo>
                          <a:lnTo>
                            <a:pt x="1531" y="3093"/>
                          </a:lnTo>
                          <a:lnTo>
                            <a:pt x="1759" y="2802"/>
                          </a:lnTo>
                          <a:lnTo>
                            <a:pt x="2001" y="2522"/>
                          </a:lnTo>
                          <a:lnTo>
                            <a:pt x="2256" y="2255"/>
                          </a:lnTo>
                          <a:lnTo>
                            <a:pt x="2522" y="2001"/>
                          </a:lnTo>
                          <a:lnTo>
                            <a:pt x="2802" y="1759"/>
                          </a:lnTo>
                          <a:lnTo>
                            <a:pt x="3092" y="1531"/>
                          </a:lnTo>
                          <a:lnTo>
                            <a:pt x="3394" y="1315"/>
                          </a:lnTo>
                          <a:lnTo>
                            <a:pt x="3706" y="1116"/>
                          </a:lnTo>
                          <a:lnTo>
                            <a:pt x="4028" y="929"/>
                          </a:lnTo>
                          <a:lnTo>
                            <a:pt x="4359" y="760"/>
                          </a:lnTo>
                          <a:lnTo>
                            <a:pt x="4700" y="606"/>
                          </a:lnTo>
                          <a:lnTo>
                            <a:pt x="5048" y="468"/>
                          </a:lnTo>
                          <a:lnTo>
                            <a:pt x="5405" y="346"/>
                          </a:lnTo>
                          <a:lnTo>
                            <a:pt x="5769" y="243"/>
                          </a:lnTo>
                          <a:lnTo>
                            <a:pt x="6141" y="156"/>
                          </a:lnTo>
                          <a:lnTo>
                            <a:pt x="6519" y="89"/>
                          </a:lnTo>
                          <a:lnTo>
                            <a:pt x="6903" y="40"/>
                          </a:lnTo>
                          <a:lnTo>
                            <a:pt x="7292" y="10"/>
                          </a:lnTo>
                          <a:lnTo>
                            <a:pt x="7687" y="0"/>
                          </a:lnTo>
                        </a:path>
                      </a:pathLst>
                    </a:custGeom>
                    <a:noFill/>
                    <a:ln w="4763">
                      <a:solidFill>
                        <a:srgbClr val="1F1A17"/>
                      </a:solidFill>
                      <a:round/>
                      <a:headEnd/>
                      <a:tailEnd/>
                    </a:ln>
                  </p:spPr>
                  <p:txBody>
                    <a:bodyPr/>
                    <a:lstStyle/>
                    <a:p>
                      <a:pPr>
                        <a:defRPr/>
                      </a:pPr>
                      <a:endParaRPr lang="en-US" sz="1050">
                        <a:latin typeface="+mj-lt"/>
                      </a:endParaRPr>
                    </a:p>
                  </p:txBody>
                </p:sp>
              </p:grpSp>
              <p:sp>
                <p:nvSpPr>
                  <p:cNvPr id="41510" name="Text Box 516">
                    <a:extLst>
                      <a:ext uri="{FF2B5EF4-FFF2-40B4-BE49-F238E27FC236}">
                        <a16:creationId xmlns="" xmlns:a16="http://schemas.microsoft.com/office/drawing/2014/main" id="{D713140C-B177-FD25-80F9-8CF8DD85831D}"/>
                      </a:ext>
                    </a:extLst>
                  </p:cNvPr>
                  <p:cNvSpPr txBox="1">
                    <a:spLocks noChangeArrowheads="1"/>
                  </p:cNvSpPr>
                  <p:nvPr/>
                </p:nvSpPr>
                <p:spPr bwMode="auto">
                  <a:xfrm>
                    <a:off x="3263" y="3166"/>
                    <a:ext cx="721" cy="421"/>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defRPr/>
                    </a:pPr>
                    <a:r>
                      <a:rPr lang="en-US" altLang="en-US" sz="675" b="1">
                        <a:solidFill>
                          <a:srgbClr val="FF3300"/>
                        </a:solidFill>
                        <a:latin typeface="+mj-lt"/>
                      </a:rPr>
                      <a:t> Model to assess fitness</a:t>
                    </a:r>
                  </a:p>
                </p:txBody>
              </p:sp>
            </p:grpSp>
            <p:grpSp>
              <p:nvGrpSpPr>
                <p:cNvPr id="29875" name="Group 517">
                  <a:extLst>
                    <a:ext uri="{FF2B5EF4-FFF2-40B4-BE49-F238E27FC236}">
                      <a16:creationId xmlns="" xmlns:a16="http://schemas.microsoft.com/office/drawing/2014/main" id="{E1295461-AAB9-D5CC-BB9D-73F7116176E6}"/>
                    </a:ext>
                  </a:extLst>
                </p:cNvPr>
                <p:cNvGrpSpPr>
                  <a:grpSpLocks/>
                </p:cNvGrpSpPr>
                <p:nvPr/>
              </p:nvGrpSpPr>
              <p:grpSpPr bwMode="auto">
                <a:xfrm>
                  <a:off x="1189" y="2164"/>
                  <a:ext cx="770" cy="616"/>
                  <a:chOff x="1189" y="2164"/>
                  <a:chExt cx="770" cy="616"/>
                </a:xfrm>
              </p:grpSpPr>
              <p:sp>
                <p:nvSpPr>
                  <p:cNvPr id="41381" name="AutoShape 518">
                    <a:extLst>
                      <a:ext uri="{FF2B5EF4-FFF2-40B4-BE49-F238E27FC236}">
                        <a16:creationId xmlns="" xmlns:a16="http://schemas.microsoft.com/office/drawing/2014/main" id="{DA5707FA-B614-73EA-1F99-A38DE28909C6}"/>
                      </a:ext>
                    </a:extLst>
                  </p:cNvPr>
                  <p:cNvSpPr>
                    <a:spLocks noChangeAspect="1" noChangeArrowheads="1" noTextEdit="1"/>
                  </p:cNvSpPr>
                  <p:nvPr/>
                </p:nvSpPr>
                <p:spPr bwMode="auto">
                  <a:xfrm>
                    <a:off x="1254" y="2175"/>
                    <a:ext cx="705" cy="600"/>
                  </a:xfrm>
                  <a:prstGeom prst="rect">
                    <a:avLst/>
                  </a:prstGeom>
                  <a:noFill/>
                  <a:ln>
                    <a:noFill/>
                  </a:ln>
                </p:spPr>
                <p:txBody>
                  <a:bodyPr/>
                  <a:lstStyle/>
                  <a:p>
                    <a:pPr>
                      <a:defRPr/>
                    </a:pPr>
                    <a:endParaRPr lang="en-US" sz="1050">
                      <a:latin typeface="+mj-lt"/>
                    </a:endParaRPr>
                  </a:p>
                </p:txBody>
              </p:sp>
              <p:sp>
                <p:nvSpPr>
                  <p:cNvPr id="41382" name="Freeform 519">
                    <a:extLst>
                      <a:ext uri="{FF2B5EF4-FFF2-40B4-BE49-F238E27FC236}">
                        <a16:creationId xmlns="" xmlns:a16="http://schemas.microsoft.com/office/drawing/2014/main" id="{8EEBC03F-A144-4358-3A9A-E3698DB7701E}"/>
                      </a:ext>
                    </a:extLst>
                  </p:cNvPr>
                  <p:cNvSpPr>
                    <a:spLocks/>
                  </p:cNvSpPr>
                  <p:nvPr/>
                </p:nvSpPr>
                <p:spPr bwMode="auto">
                  <a:xfrm>
                    <a:off x="1282" y="2169"/>
                    <a:ext cx="636" cy="593"/>
                  </a:xfrm>
                  <a:custGeom>
                    <a:avLst/>
                    <a:gdLst>
                      <a:gd name="T0" fmla="*/ 0 w 15382"/>
                      <a:gd name="T1" fmla="*/ 0 h 15385"/>
                      <a:gd name="T2" fmla="*/ 0 w 15382"/>
                      <a:gd name="T3" fmla="*/ 0 h 15385"/>
                      <a:gd name="T4" fmla="*/ 0 w 15382"/>
                      <a:gd name="T5" fmla="*/ 0 h 15385"/>
                      <a:gd name="T6" fmla="*/ 0 w 15382"/>
                      <a:gd name="T7" fmla="*/ 0 h 15385"/>
                      <a:gd name="T8" fmla="*/ 0 w 15382"/>
                      <a:gd name="T9" fmla="*/ 0 h 15385"/>
                      <a:gd name="T10" fmla="*/ 0 w 15382"/>
                      <a:gd name="T11" fmla="*/ 0 h 15385"/>
                      <a:gd name="T12" fmla="*/ 0 w 15382"/>
                      <a:gd name="T13" fmla="*/ 0 h 15385"/>
                      <a:gd name="T14" fmla="*/ 0 w 15382"/>
                      <a:gd name="T15" fmla="*/ 0 h 15385"/>
                      <a:gd name="T16" fmla="*/ 0 w 15382"/>
                      <a:gd name="T17" fmla="*/ 0 h 15385"/>
                      <a:gd name="T18" fmla="*/ 0 w 15382"/>
                      <a:gd name="T19" fmla="*/ 0 h 15385"/>
                      <a:gd name="T20" fmla="*/ 0 w 15382"/>
                      <a:gd name="T21" fmla="*/ 0 h 15385"/>
                      <a:gd name="T22" fmla="*/ 0 w 15382"/>
                      <a:gd name="T23" fmla="*/ 0 h 15385"/>
                      <a:gd name="T24" fmla="*/ 0 w 15382"/>
                      <a:gd name="T25" fmla="*/ 0 h 15385"/>
                      <a:gd name="T26" fmla="*/ 0 w 15382"/>
                      <a:gd name="T27" fmla="*/ 0 h 15385"/>
                      <a:gd name="T28" fmla="*/ 0 w 15382"/>
                      <a:gd name="T29" fmla="*/ 0 h 15385"/>
                      <a:gd name="T30" fmla="*/ 0 w 15382"/>
                      <a:gd name="T31" fmla="*/ 0 h 15385"/>
                      <a:gd name="T32" fmla="*/ 0 w 15382"/>
                      <a:gd name="T33" fmla="*/ 0 h 15385"/>
                      <a:gd name="T34" fmla="*/ 0 w 15382"/>
                      <a:gd name="T35" fmla="*/ 0 h 15385"/>
                      <a:gd name="T36" fmla="*/ 0 w 15382"/>
                      <a:gd name="T37" fmla="*/ 0 h 15385"/>
                      <a:gd name="T38" fmla="*/ 0 w 15382"/>
                      <a:gd name="T39" fmla="*/ 0 h 15385"/>
                      <a:gd name="T40" fmla="*/ 0 w 15382"/>
                      <a:gd name="T41" fmla="*/ 0 h 15385"/>
                      <a:gd name="T42" fmla="*/ 0 w 15382"/>
                      <a:gd name="T43" fmla="*/ 0 h 15385"/>
                      <a:gd name="T44" fmla="*/ 0 w 15382"/>
                      <a:gd name="T45" fmla="*/ 0 h 15385"/>
                      <a:gd name="T46" fmla="*/ 0 w 15382"/>
                      <a:gd name="T47" fmla="*/ 0 h 15385"/>
                      <a:gd name="T48" fmla="*/ 0 w 15382"/>
                      <a:gd name="T49" fmla="*/ 0 h 15385"/>
                      <a:gd name="T50" fmla="*/ 0 w 15382"/>
                      <a:gd name="T51" fmla="*/ 0 h 15385"/>
                      <a:gd name="T52" fmla="*/ 0 w 15382"/>
                      <a:gd name="T53" fmla="*/ 0 h 15385"/>
                      <a:gd name="T54" fmla="*/ 0 w 15382"/>
                      <a:gd name="T55" fmla="*/ 0 h 15385"/>
                      <a:gd name="T56" fmla="*/ 0 w 15382"/>
                      <a:gd name="T57" fmla="*/ 0 h 15385"/>
                      <a:gd name="T58" fmla="*/ 0 w 15382"/>
                      <a:gd name="T59" fmla="*/ 0 h 15385"/>
                      <a:gd name="T60" fmla="*/ 0 w 15382"/>
                      <a:gd name="T61" fmla="*/ 0 h 15385"/>
                      <a:gd name="T62" fmla="*/ 0 w 15382"/>
                      <a:gd name="T63" fmla="*/ 0 h 15385"/>
                      <a:gd name="T64" fmla="*/ 0 w 15382"/>
                      <a:gd name="T65" fmla="*/ 0 h 15385"/>
                      <a:gd name="T66" fmla="*/ 0 w 15382"/>
                      <a:gd name="T67" fmla="*/ 0 h 15385"/>
                      <a:gd name="T68" fmla="*/ 0 w 15382"/>
                      <a:gd name="T69" fmla="*/ 0 h 15385"/>
                      <a:gd name="T70" fmla="*/ 0 w 15382"/>
                      <a:gd name="T71" fmla="*/ 0 h 15385"/>
                      <a:gd name="T72" fmla="*/ 0 w 15382"/>
                      <a:gd name="T73" fmla="*/ 0 h 15385"/>
                      <a:gd name="T74" fmla="*/ 0 w 15382"/>
                      <a:gd name="T75" fmla="*/ 0 h 15385"/>
                      <a:gd name="T76" fmla="*/ 0 w 15382"/>
                      <a:gd name="T77" fmla="*/ 0 h 15385"/>
                      <a:gd name="T78" fmla="*/ 0 w 15382"/>
                      <a:gd name="T79" fmla="*/ 0 h 15385"/>
                      <a:gd name="T80" fmla="*/ 0 w 15382"/>
                      <a:gd name="T81" fmla="*/ 0 h 15385"/>
                      <a:gd name="T82" fmla="*/ 0 w 15382"/>
                      <a:gd name="T83" fmla="*/ 0 h 15385"/>
                      <a:gd name="T84" fmla="*/ 0 w 15382"/>
                      <a:gd name="T85" fmla="*/ 0 h 1538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382"/>
                      <a:gd name="T130" fmla="*/ 0 h 15385"/>
                      <a:gd name="T131" fmla="*/ 15382 w 15382"/>
                      <a:gd name="T132" fmla="*/ 15385 h 1538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382" h="15385">
                        <a:moveTo>
                          <a:pt x="7691" y="0"/>
                        </a:moveTo>
                        <a:lnTo>
                          <a:pt x="8085" y="9"/>
                        </a:lnTo>
                        <a:lnTo>
                          <a:pt x="8475" y="39"/>
                        </a:lnTo>
                        <a:lnTo>
                          <a:pt x="8859" y="88"/>
                        </a:lnTo>
                        <a:lnTo>
                          <a:pt x="9237" y="156"/>
                        </a:lnTo>
                        <a:lnTo>
                          <a:pt x="9608" y="243"/>
                        </a:lnTo>
                        <a:lnTo>
                          <a:pt x="9973" y="346"/>
                        </a:lnTo>
                        <a:lnTo>
                          <a:pt x="10330" y="468"/>
                        </a:lnTo>
                        <a:lnTo>
                          <a:pt x="10679" y="605"/>
                        </a:lnTo>
                        <a:lnTo>
                          <a:pt x="11020" y="760"/>
                        </a:lnTo>
                        <a:lnTo>
                          <a:pt x="11351" y="930"/>
                        </a:lnTo>
                        <a:lnTo>
                          <a:pt x="11673" y="1115"/>
                        </a:lnTo>
                        <a:lnTo>
                          <a:pt x="11985" y="1316"/>
                        </a:lnTo>
                        <a:lnTo>
                          <a:pt x="12287" y="1531"/>
                        </a:lnTo>
                        <a:lnTo>
                          <a:pt x="12578" y="1760"/>
                        </a:lnTo>
                        <a:lnTo>
                          <a:pt x="12857" y="2002"/>
                        </a:lnTo>
                        <a:lnTo>
                          <a:pt x="13124" y="2257"/>
                        </a:lnTo>
                        <a:lnTo>
                          <a:pt x="13380" y="2524"/>
                        </a:lnTo>
                        <a:lnTo>
                          <a:pt x="13622" y="2803"/>
                        </a:lnTo>
                        <a:lnTo>
                          <a:pt x="13850" y="3094"/>
                        </a:lnTo>
                        <a:lnTo>
                          <a:pt x="14065" y="3396"/>
                        </a:lnTo>
                        <a:lnTo>
                          <a:pt x="14265" y="3708"/>
                        </a:lnTo>
                        <a:lnTo>
                          <a:pt x="14450" y="4030"/>
                        </a:lnTo>
                        <a:lnTo>
                          <a:pt x="14621" y="4362"/>
                        </a:lnTo>
                        <a:lnTo>
                          <a:pt x="14775" y="4702"/>
                        </a:lnTo>
                        <a:lnTo>
                          <a:pt x="14913" y="5052"/>
                        </a:lnTo>
                        <a:lnTo>
                          <a:pt x="15034" y="5409"/>
                        </a:lnTo>
                        <a:lnTo>
                          <a:pt x="15139" y="5773"/>
                        </a:lnTo>
                        <a:lnTo>
                          <a:pt x="15225" y="6145"/>
                        </a:lnTo>
                        <a:lnTo>
                          <a:pt x="15292" y="6524"/>
                        </a:lnTo>
                        <a:lnTo>
                          <a:pt x="15341" y="6907"/>
                        </a:lnTo>
                        <a:lnTo>
                          <a:pt x="15371" y="7297"/>
                        </a:lnTo>
                        <a:lnTo>
                          <a:pt x="15382" y="7693"/>
                        </a:lnTo>
                        <a:lnTo>
                          <a:pt x="15371" y="8087"/>
                        </a:lnTo>
                        <a:lnTo>
                          <a:pt x="15341" y="8477"/>
                        </a:lnTo>
                        <a:lnTo>
                          <a:pt x="15292" y="8862"/>
                        </a:lnTo>
                        <a:lnTo>
                          <a:pt x="15225" y="9239"/>
                        </a:lnTo>
                        <a:lnTo>
                          <a:pt x="15139" y="9611"/>
                        </a:lnTo>
                        <a:lnTo>
                          <a:pt x="15034" y="9975"/>
                        </a:lnTo>
                        <a:lnTo>
                          <a:pt x="14913" y="10332"/>
                        </a:lnTo>
                        <a:lnTo>
                          <a:pt x="14775" y="10682"/>
                        </a:lnTo>
                        <a:lnTo>
                          <a:pt x="14621" y="11023"/>
                        </a:lnTo>
                        <a:lnTo>
                          <a:pt x="14450" y="11354"/>
                        </a:lnTo>
                        <a:lnTo>
                          <a:pt x="14265" y="11676"/>
                        </a:lnTo>
                        <a:lnTo>
                          <a:pt x="14065" y="11988"/>
                        </a:lnTo>
                        <a:lnTo>
                          <a:pt x="13850" y="12290"/>
                        </a:lnTo>
                        <a:lnTo>
                          <a:pt x="13622" y="12581"/>
                        </a:lnTo>
                        <a:lnTo>
                          <a:pt x="13380" y="12860"/>
                        </a:lnTo>
                        <a:lnTo>
                          <a:pt x="13124" y="13127"/>
                        </a:lnTo>
                        <a:lnTo>
                          <a:pt x="12857" y="13383"/>
                        </a:lnTo>
                        <a:lnTo>
                          <a:pt x="12578" y="13625"/>
                        </a:lnTo>
                        <a:lnTo>
                          <a:pt x="12287" y="13853"/>
                        </a:lnTo>
                        <a:lnTo>
                          <a:pt x="11985" y="14068"/>
                        </a:lnTo>
                        <a:lnTo>
                          <a:pt x="11673" y="14269"/>
                        </a:lnTo>
                        <a:lnTo>
                          <a:pt x="11351" y="14454"/>
                        </a:lnTo>
                        <a:lnTo>
                          <a:pt x="11020" y="14625"/>
                        </a:lnTo>
                        <a:lnTo>
                          <a:pt x="10679" y="14779"/>
                        </a:lnTo>
                        <a:lnTo>
                          <a:pt x="10330" y="14917"/>
                        </a:lnTo>
                        <a:lnTo>
                          <a:pt x="9973" y="15038"/>
                        </a:lnTo>
                        <a:lnTo>
                          <a:pt x="9608" y="15143"/>
                        </a:lnTo>
                        <a:lnTo>
                          <a:pt x="9237" y="15229"/>
                        </a:lnTo>
                        <a:lnTo>
                          <a:pt x="8859" y="15296"/>
                        </a:lnTo>
                        <a:lnTo>
                          <a:pt x="8475" y="15345"/>
                        </a:lnTo>
                        <a:lnTo>
                          <a:pt x="8085" y="15375"/>
                        </a:lnTo>
                        <a:lnTo>
                          <a:pt x="7691" y="15385"/>
                        </a:lnTo>
                        <a:lnTo>
                          <a:pt x="7295" y="15375"/>
                        </a:lnTo>
                        <a:lnTo>
                          <a:pt x="6905" y="15345"/>
                        </a:lnTo>
                        <a:lnTo>
                          <a:pt x="6522" y="15296"/>
                        </a:lnTo>
                        <a:lnTo>
                          <a:pt x="6144" y="15229"/>
                        </a:lnTo>
                        <a:lnTo>
                          <a:pt x="5772" y="15143"/>
                        </a:lnTo>
                        <a:lnTo>
                          <a:pt x="5408" y="15038"/>
                        </a:lnTo>
                        <a:lnTo>
                          <a:pt x="5051" y="14917"/>
                        </a:lnTo>
                        <a:lnTo>
                          <a:pt x="4701" y="14779"/>
                        </a:lnTo>
                        <a:lnTo>
                          <a:pt x="4361" y="14625"/>
                        </a:lnTo>
                        <a:lnTo>
                          <a:pt x="4029" y="14454"/>
                        </a:lnTo>
                        <a:lnTo>
                          <a:pt x="3707" y="14269"/>
                        </a:lnTo>
                        <a:lnTo>
                          <a:pt x="3395" y="14068"/>
                        </a:lnTo>
                        <a:lnTo>
                          <a:pt x="3094" y="13853"/>
                        </a:lnTo>
                        <a:lnTo>
                          <a:pt x="2803" y="13625"/>
                        </a:lnTo>
                        <a:lnTo>
                          <a:pt x="2524" y="13383"/>
                        </a:lnTo>
                        <a:lnTo>
                          <a:pt x="2256" y="13127"/>
                        </a:lnTo>
                        <a:lnTo>
                          <a:pt x="2002" y="12860"/>
                        </a:lnTo>
                        <a:lnTo>
                          <a:pt x="1760" y="12581"/>
                        </a:lnTo>
                        <a:lnTo>
                          <a:pt x="1531" y="12290"/>
                        </a:lnTo>
                        <a:lnTo>
                          <a:pt x="1315" y="11988"/>
                        </a:lnTo>
                        <a:lnTo>
                          <a:pt x="1115" y="11676"/>
                        </a:lnTo>
                        <a:lnTo>
                          <a:pt x="930" y="11354"/>
                        </a:lnTo>
                        <a:lnTo>
                          <a:pt x="759" y="11023"/>
                        </a:lnTo>
                        <a:lnTo>
                          <a:pt x="605" y="10682"/>
                        </a:lnTo>
                        <a:lnTo>
                          <a:pt x="467" y="10332"/>
                        </a:lnTo>
                        <a:lnTo>
                          <a:pt x="346" y="9975"/>
                        </a:lnTo>
                        <a:lnTo>
                          <a:pt x="242" y="9611"/>
                        </a:lnTo>
                        <a:lnTo>
                          <a:pt x="156" y="9239"/>
                        </a:lnTo>
                        <a:lnTo>
                          <a:pt x="88" y="8862"/>
                        </a:lnTo>
                        <a:lnTo>
                          <a:pt x="39" y="8477"/>
                        </a:lnTo>
                        <a:lnTo>
                          <a:pt x="9" y="8087"/>
                        </a:lnTo>
                        <a:lnTo>
                          <a:pt x="0" y="7693"/>
                        </a:lnTo>
                        <a:lnTo>
                          <a:pt x="9" y="7297"/>
                        </a:lnTo>
                        <a:lnTo>
                          <a:pt x="39" y="6907"/>
                        </a:lnTo>
                        <a:lnTo>
                          <a:pt x="88" y="6524"/>
                        </a:lnTo>
                        <a:lnTo>
                          <a:pt x="156" y="6145"/>
                        </a:lnTo>
                        <a:lnTo>
                          <a:pt x="242" y="5773"/>
                        </a:lnTo>
                        <a:lnTo>
                          <a:pt x="346" y="5409"/>
                        </a:lnTo>
                        <a:lnTo>
                          <a:pt x="467" y="5052"/>
                        </a:lnTo>
                        <a:lnTo>
                          <a:pt x="605" y="4702"/>
                        </a:lnTo>
                        <a:lnTo>
                          <a:pt x="759" y="4362"/>
                        </a:lnTo>
                        <a:lnTo>
                          <a:pt x="930" y="4030"/>
                        </a:lnTo>
                        <a:lnTo>
                          <a:pt x="1115" y="3708"/>
                        </a:lnTo>
                        <a:lnTo>
                          <a:pt x="1315" y="3396"/>
                        </a:lnTo>
                        <a:lnTo>
                          <a:pt x="1531" y="3094"/>
                        </a:lnTo>
                        <a:lnTo>
                          <a:pt x="1760" y="2803"/>
                        </a:lnTo>
                        <a:lnTo>
                          <a:pt x="2002" y="2524"/>
                        </a:lnTo>
                        <a:lnTo>
                          <a:pt x="2256" y="2257"/>
                        </a:lnTo>
                        <a:lnTo>
                          <a:pt x="2524" y="2002"/>
                        </a:lnTo>
                        <a:lnTo>
                          <a:pt x="2803" y="1760"/>
                        </a:lnTo>
                        <a:lnTo>
                          <a:pt x="3094" y="1531"/>
                        </a:lnTo>
                        <a:lnTo>
                          <a:pt x="3395" y="1316"/>
                        </a:lnTo>
                        <a:lnTo>
                          <a:pt x="3707" y="1115"/>
                        </a:lnTo>
                        <a:lnTo>
                          <a:pt x="4029" y="930"/>
                        </a:lnTo>
                        <a:lnTo>
                          <a:pt x="4361" y="760"/>
                        </a:lnTo>
                        <a:lnTo>
                          <a:pt x="4701" y="605"/>
                        </a:lnTo>
                        <a:lnTo>
                          <a:pt x="5051" y="468"/>
                        </a:lnTo>
                        <a:lnTo>
                          <a:pt x="5408" y="346"/>
                        </a:lnTo>
                        <a:lnTo>
                          <a:pt x="5772" y="243"/>
                        </a:lnTo>
                        <a:lnTo>
                          <a:pt x="6144" y="156"/>
                        </a:lnTo>
                        <a:lnTo>
                          <a:pt x="6522" y="88"/>
                        </a:lnTo>
                        <a:lnTo>
                          <a:pt x="6905" y="39"/>
                        </a:lnTo>
                        <a:lnTo>
                          <a:pt x="7295" y="9"/>
                        </a:lnTo>
                        <a:lnTo>
                          <a:pt x="7691" y="0"/>
                        </a:lnTo>
                        <a:close/>
                      </a:path>
                    </a:pathLst>
                  </a:custGeom>
                  <a:solidFill>
                    <a:srgbClr val="FFFFFF"/>
                  </a:solidFill>
                  <a:ln>
                    <a:noFill/>
                  </a:ln>
                </p:spPr>
                <p:txBody>
                  <a:bodyPr/>
                  <a:lstStyle/>
                  <a:p>
                    <a:pPr>
                      <a:defRPr/>
                    </a:pPr>
                    <a:endParaRPr lang="en-US" sz="1050">
                      <a:latin typeface="+mj-lt"/>
                    </a:endParaRPr>
                  </a:p>
                </p:txBody>
              </p:sp>
              <p:sp>
                <p:nvSpPr>
                  <p:cNvPr id="41383" name="Freeform 520">
                    <a:extLst>
                      <a:ext uri="{FF2B5EF4-FFF2-40B4-BE49-F238E27FC236}">
                        <a16:creationId xmlns="" xmlns:a16="http://schemas.microsoft.com/office/drawing/2014/main" id="{0762AC37-03EC-57EF-2409-485115C5E7E1}"/>
                      </a:ext>
                    </a:extLst>
                  </p:cNvPr>
                  <p:cNvSpPr>
                    <a:spLocks/>
                  </p:cNvSpPr>
                  <p:nvPr/>
                </p:nvSpPr>
                <p:spPr bwMode="auto">
                  <a:xfrm>
                    <a:off x="1282" y="2164"/>
                    <a:ext cx="636" cy="605"/>
                  </a:xfrm>
                  <a:custGeom>
                    <a:avLst/>
                    <a:gdLst>
                      <a:gd name="T0" fmla="*/ 0 w 15382"/>
                      <a:gd name="T1" fmla="*/ 0 h 15385"/>
                      <a:gd name="T2" fmla="*/ 0 w 15382"/>
                      <a:gd name="T3" fmla="*/ 0 h 15385"/>
                      <a:gd name="T4" fmla="*/ 0 w 15382"/>
                      <a:gd name="T5" fmla="*/ 0 h 15385"/>
                      <a:gd name="T6" fmla="*/ 0 w 15382"/>
                      <a:gd name="T7" fmla="*/ 0 h 15385"/>
                      <a:gd name="T8" fmla="*/ 0 w 15382"/>
                      <a:gd name="T9" fmla="*/ 0 h 15385"/>
                      <a:gd name="T10" fmla="*/ 0 w 15382"/>
                      <a:gd name="T11" fmla="*/ 0 h 15385"/>
                      <a:gd name="T12" fmla="*/ 0 w 15382"/>
                      <a:gd name="T13" fmla="*/ 0 h 15385"/>
                      <a:gd name="T14" fmla="*/ 0 w 15382"/>
                      <a:gd name="T15" fmla="*/ 0 h 15385"/>
                      <a:gd name="T16" fmla="*/ 0 w 15382"/>
                      <a:gd name="T17" fmla="*/ 0 h 15385"/>
                      <a:gd name="T18" fmla="*/ 0 w 15382"/>
                      <a:gd name="T19" fmla="*/ 0 h 15385"/>
                      <a:gd name="T20" fmla="*/ 0 w 15382"/>
                      <a:gd name="T21" fmla="*/ 0 h 15385"/>
                      <a:gd name="T22" fmla="*/ 0 w 15382"/>
                      <a:gd name="T23" fmla="*/ 0 h 15385"/>
                      <a:gd name="T24" fmla="*/ 0 w 15382"/>
                      <a:gd name="T25" fmla="*/ 0 h 15385"/>
                      <a:gd name="T26" fmla="*/ 0 w 15382"/>
                      <a:gd name="T27" fmla="*/ 0 h 15385"/>
                      <a:gd name="T28" fmla="*/ 0 w 15382"/>
                      <a:gd name="T29" fmla="*/ 0 h 15385"/>
                      <a:gd name="T30" fmla="*/ 0 w 15382"/>
                      <a:gd name="T31" fmla="*/ 0 h 15385"/>
                      <a:gd name="T32" fmla="*/ 0 w 15382"/>
                      <a:gd name="T33" fmla="*/ 0 h 15385"/>
                      <a:gd name="T34" fmla="*/ 0 w 15382"/>
                      <a:gd name="T35" fmla="*/ 0 h 15385"/>
                      <a:gd name="T36" fmla="*/ 0 w 15382"/>
                      <a:gd name="T37" fmla="*/ 0 h 15385"/>
                      <a:gd name="T38" fmla="*/ 0 w 15382"/>
                      <a:gd name="T39" fmla="*/ 0 h 15385"/>
                      <a:gd name="T40" fmla="*/ 0 w 15382"/>
                      <a:gd name="T41" fmla="*/ 0 h 15385"/>
                      <a:gd name="T42" fmla="*/ 0 w 15382"/>
                      <a:gd name="T43" fmla="*/ 0 h 15385"/>
                      <a:gd name="T44" fmla="*/ 0 w 15382"/>
                      <a:gd name="T45" fmla="*/ 0 h 15385"/>
                      <a:gd name="T46" fmla="*/ 0 w 15382"/>
                      <a:gd name="T47" fmla="*/ 0 h 15385"/>
                      <a:gd name="T48" fmla="*/ 0 w 15382"/>
                      <a:gd name="T49" fmla="*/ 0 h 15385"/>
                      <a:gd name="T50" fmla="*/ 0 w 15382"/>
                      <a:gd name="T51" fmla="*/ 0 h 15385"/>
                      <a:gd name="T52" fmla="*/ 0 w 15382"/>
                      <a:gd name="T53" fmla="*/ 0 h 15385"/>
                      <a:gd name="T54" fmla="*/ 0 w 15382"/>
                      <a:gd name="T55" fmla="*/ 0 h 15385"/>
                      <a:gd name="T56" fmla="*/ 0 w 15382"/>
                      <a:gd name="T57" fmla="*/ 0 h 15385"/>
                      <a:gd name="T58" fmla="*/ 0 w 15382"/>
                      <a:gd name="T59" fmla="*/ 0 h 15385"/>
                      <a:gd name="T60" fmla="*/ 0 w 15382"/>
                      <a:gd name="T61" fmla="*/ 0 h 15385"/>
                      <a:gd name="T62" fmla="*/ 0 w 15382"/>
                      <a:gd name="T63" fmla="*/ 0 h 15385"/>
                      <a:gd name="T64" fmla="*/ 0 w 15382"/>
                      <a:gd name="T65" fmla="*/ 0 h 15385"/>
                      <a:gd name="T66" fmla="*/ 0 w 15382"/>
                      <a:gd name="T67" fmla="*/ 0 h 15385"/>
                      <a:gd name="T68" fmla="*/ 0 w 15382"/>
                      <a:gd name="T69" fmla="*/ 0 h 15385"/>
                      <a:gd name="T70" fmla="*/ 0 w 15382"/>
                      <a:gd name="T71" fmla="*/ 0 h 15385"/>
                      <a:gd name="T72" fmla="*/ 0 w 15382"/>
                      <a:gd name="T73" fmla="*/ 0 h 15385"/>
                      <a:gd name="T74" fmla="*/ 0 w 15382"/>
                      <a:gd name="T75" fmla="*/ 0 h 15385"/>
                      <a:gd name="T76" fmla="*/ 0 w 15382"/>
                      <a:gd name="T77" fmla="*/ 0 h 15385"/>
                      <a:gd name="T78" fmla="*/ 0 w 15382"/>
                      <a:gd name="T79" fmla="*/ 0 h 15385"/>
                      <a:gd name="T80" fmla="*/ 0 w 15382"/>
                      <a:gd name="T81" fmla="*/ 0 h 15385"/>
                      <a:gd name="T82" fmla="*/ 0 w 15382"/>
                      <a:gd name="T83" fmla="*/ 0 h 15385"/>
                      <a:gd name="T84" fmla="*/ 0 w 15382"/>
                      <a:gd name="T85" fmla="*/ 0 h 1538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382"/>
                      <a:gd name="T130" fmla="*/ 0 h 15385"/>
                      <a:gd name="T131" fmla="*/ 15382 w 15382"/>
                      <a:gd name="T132" fmla="*/ 15385 h 1538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382" h="15385">
                        <a:moveTo>
                          <a:pt x="7691" y="0"/>
                        </a:moveTo>
                        <a:lnTo>
                          <a:pt x="8085" y="9"/>
                        </a:lnTo>
                        <a:lnTo>
                          <a:pt x="8475" y="39"/>
                        </a:lnTo>
                        <a:lnTo>
                          <a:pt x="8859" y="88"/>
                        </a:lnTo>
                        <a:lnTo>
                          <a:pt x="9237" y="156"/>
                        </a:lnTo>
                        <a:lnTo>
                          <a:pt x="9608" y="243"/>
                        </a:lnTo>
                        <a:lnTo>
                          <a:pt x="9973" y="346"/>
                        </a:lnTo>
                        <a:lnTo>
                          <a:pt x="10330" y="468"/>
                        </a:lnTo>
                        <a:lnTo>
                          <a:pt x="10679" y="605"/>
                        </a:lnTo>
                        <a:lnTo>
                          <a:pt x="11020" y="760"/>
                        </a:lnTo>
                        <a:lnTo>
                          <a:pt x="11351" y="930"/>
                        </a:lnTo>
                        <a:lnTo>
                          <a:pt x="11673" y="1115"/>
                        </a:lnTo>
                        <a:lnTo>
                          <a:pt x="11985" y="1316"/>
                        </a:lnTo>
                        <a:lnTo>
                          <a:pt x="12287" y="1531"/>
                        </a:lnTo>
                        <a:lnTo>
                          <a:pt x="12578" y="1760"/>
                        </a:lnTo>
                        <a:lnTo>
                          <a:pt x="12857" y="2002"/>
                        </a:lnTo>
                        <a:lnTo>
                          <a:pt x="13124" y="2257"/>
                        </a:lnTo>
                        <a:lnTo>
                          <a:pt x="13380" y="2524"/>
                        </a:lnTo>
                        <a:lnTo>
                          <a:pt x="13622" y="2803"/>
                        </a:lnTo>
                        <a:lnTo>
                          <a:pt x="13850" y="3094"/>
                        </a:lnTo>
                        <a:lnTo>
                          <a:pt x="14065" y="3396"/>
                        </a:lnTo>
                        <a:lnTo>
                          <a:pt x="14265" y="3708"/>
                        </a:lnTo>
                        <a:lnTo>
                          <a:pt x="14450" y="4030"/>
                        </a:lnTo>
                        <a:lnTo>
                          <a:pt x="14621" y="4362"/>
                        </a:lnTo>
                        <a:lnTo>
                          <a:pt x="14775" y="4702"/>
                        </a:lnTo>
                        <a:lnTo>
                          <a:pt x="14913" y="5052"/>
                        </a:lnTo>
                        <a:lnTo>
                          <a:pt x="15034" y="5409"/>
                        </a:lnTo>
                        <a:lnTo>
                          <a:pt x="15139" y="5773"/>
                        </a:lnTo>
                        <a:lnTo>
                          <a:pt x="15225" y="6145"/>
                        </a:lnTo>
                        <a:lnTo>
                          <a:pt x="15292" y="6524"/>
                        </a:lnTo>
                        <a:lnTo>
                          <a:pt x="15341" y="6907"/>
                        </a:lnTo>
                        <a:lnTo>
                          <a:pt x="15371" y="7297"/>
                        </a:lnTo>
                        <a:lnTo>
                          <a:pt x="15382" y="7693"/>
                        </a:lnTo>
                        <a:lnTo>
                          <a:pt x="15371" y="8087"/>
                        </a:lnTo>
                        <a:lnTo>
                          <a:pt x="15341" y="8477"/>
                        </a:lnTo>
                        <a:lnTo>
                          <a:pt x="15292" y="8862"/>
                        </a:lnTo>
                        <a:lnTo>
                          <a:pt x="15225" y="9239"/>
                        </a:lnTo>
                        <a:lnTo>
                          <a:pt x="15139" y="9611"/>
                        </a:lnTo>
                        <a:lnTo>
                          <a:pt x="15034" y="9975"/>
                        </a:lnTo>
                        <a:lnTo>
                          <a:pt x="14913" y="10332"/>
                        </a:lnTo>
                        <a:lnTo>
                          <a:pt x="14775" y="10682"/>
                        </a:lnTo>
                        <a:lnTo>
                          <a:pt x="14621" y="11023"/>
                        </a:lnTo>
                        <a:lnTo>
                          <a:pt x="14450" y="11354"/>
                        </a:lnTo>
                        <a:lnTo>
                          <a:pt x="14265" y="11676"/>
                        </a:lnTo>
                        <a:lnTo>
                          <a:pt x="14065" y="11988"/>
                        </a:lnTo>
                        <a:lnTo>
                          <a:pt x="13850" y="12290"/>
                        </a:lnTo>
                        <a:lnTo>
                          <a:pt x="13622" y="12581"/>
                        </a:lnTo>
                        <a:lnTo>
                          <a:pt x="13380" y="12860"/>
                        </a:lnTo>
                        <a:lnTo>
                          <a:pt x="13124" y="13127"/>
                        </a:lnTo>
                        <a:lnTo>
                          <a:pt x="12857" y="13383"/>
                        </a:lnTo>
                        <a:lnTo>
                          <a:pt x="12578" y="13625"/>
                        </a:lnTo>
                        <a:lnTo>
                          <a:pt x="12287" y="13853"/>
                        </a:lnTo>
                        <a:lnTo>
                          <a:pt x="11985" y="14068"/>
                        </a:lnTo>
                        <a:lnTo>
                          <a:pt x="11673" y="14269"/>
                        </a:lnTo>
                        <a:lnTo>
                          <a:pt x="11351" y="14454"/>
                        </a:lnTo>
                        <a:lnTo>
                          <a:pt x="11020" y="14625"/>
                        </a:lnTo>
                        <a:lnTo>
                          <a:pt x="10679" y="14779"/>
                        </a:lnTo>
                        <a:lnTo>
                          <a:pt x="10330" y="14917"/>
                        </a:lnTo>
                        <a:lnTo>
                          <a:pt x="9973" y="15038"/>
                        </a:lnTo>
                        <a:lnTo>
                          <a:pt x="9608" y="15143"/>
                        </a:lnTo>
                        <a:lnTo>
                          <a:pt x="9237" y="15229"/>
                        </a:lnTo>
                        <a:lnTo>
                          <a:pt x="8859" y="15296"/>
                        </a:lnTo>
                        <a:lnTo>
                          <a:pt x="8475" y="15345"/>
                        </a:lnTo>
                        <a:lnTo>
                          <a:pt x="8085" y="15375"/>
                        </a:lnTo>
                        <a:lnTo>
                          <a:pt x="7691" y="15385"/>
                        </a:lnTo>
                        <a:lnTo>
                          <a:pt x="7295" y="15375"/>
                        </a:lnTo>
                        <a:lnTo>
                          <a:pt x="6905" y="15345"/>
                        </a:lnTo>
                        <a:lnTo>
                          <a:pt x="6522" y="15296"/>
                        </a:lnTo>
                        <a:lnTo>
                          <a:pt x="6144" y="15229"/>
                        </a:lnTo>
                        <a:lnTo>
                          <a:pt x="5772" y="15143"/>
                        </a:lnTo>
                        <a:lnTo>
                          <a:pt x="5408" y="15038"/>
                        </a:lnTo>
                        <a:lnTo>
                          <a:pt x="5051" y="14917"/>
                        </a:lnTo>
                        <a:lnTo>
                          <a:pt x="4701" y="14779"/>
                        </a:lnTo>
                        <a:lnTo>
                          <a:pt x="4361" y="14625"/>
                        </a:lnTo>
                        <a:lnTo>
                          <a:pt x="4029" y="14454"/>
                        </a:lnTo>
                        <a:lnTo>
                          <a:pt x="3707" y="14269"/>
                        </a:lnTo>
                        <a:lnTo>
                          <a:pt x="3395" y="14068"/>
                        </a:lnTo>
                        <a:lnTo>
                          <a:pt x="3094" y="13853"/>
                        </a:lnTo>
                        <a:lnTo>
                          <a:pt x="2803" y="13625"/>
                        </a:lnTo>
                        <a:lnTo>
                          <a:pt x="2524" y="13383"/>
                        </a:lnTo>
                        <a:lnTo>
                          <a:pt x="2256" y="13127"/>
                        </a:lnTo>
                        <a:lnTo>
                          <a:pt x="2002" y="12860"/>
                        </a:lnTo>
                        <a:lnTo>
                          <a:pt x="1760" y="12581"/>
                        </a:lnTo>
                        <a:lnTo>
                          <a:pt x="1531" y="12290"/>
                        </a:lnTo>
                        <a:lnTo>
                          <a:pt x="1315" y="11988"/>
                        </a:lnTo>
                        <a:lnTo>
                          <a:pt x="1115" y="11676"/>
                        </a:lnTo>
                        <a:lnTo>
                          <a:pt x="930" y="11354"/>
                        </a:lnTo>
                        <a:lnTo>
                          <a:pt x="759" y="11023"/>
                        </a:lnTo>
                        <a:lnTo>
                          <a:pt x="605" y="10682"/>
                        </a:lnTo>
                        <a:lnTo>
                          <a:pt x="467" y="10332"/>
                        </a:lnTo>
                        <a:lnTo>
                          <a:pt x="346" y="9975"/>
                        </a:lnTo>
                        <a:lnTo>
                          <a:pt x="242" y="9611"/>
                        </a:lnTo>
                        <a:lnTo>
                          <a:pt x="156" y="9239"/>
                        </a:lnTo>
                        <a:lnTo>
                          <a:pt x="88" y="8862"/>
                        </a:lnTo>
                        <a:lnTo>
                          <a:pt x="39" y="8477"/>
                        </a:lnTo>
                        <a:lnTo>
                          <a:pt x="9" y="8087"/>
                        </a:lnTo>
                        <a:lnTo>
                          <a:pt x="0" y="7693"/>
                        </a:lnTo>
                        <a:lnTo>
                          <a:pt x="9" y="7297"/>
                        </a:lnTo>
                        <a:lnTo>
                          <a:pt x="39" y="6907"/>
                        </a:lnTo>
                        <a:lnTo>
                          <a:pt x="88" y="6524"/>
                        </a:lnTo>
                        <a:lnTo>
                          <a:pt x="156" y="6145"/>
                        </a:lnTo>
                        <a:lnTo>
                          <a:pt x="242" y="5773"/>
                        </a:lnTo>
                        <a:lnTo>
                          <a:pt x="346" y="5409"/>
                        </a:lnTo>
                        <a:lnTo>
                          <a:pt x="467" y="5052"/>
                        </a:lnTo>
                        <a:lnTo>
                          <a:pt x="605" y="4702"/>
                        </a:lnTo>
                        <a:lnTo>
                          <a:pt x="759" y="4362"/>
                        </a:lnTo>
                        <a:lnTo>
                          <a:pt x="930" y="4030"/>
                        </a:lnTo>
                        <a:lnTo>
                          <a:pt x="1115" y="3708"/>
                        </a:lnTo>
                        <a:lnTo>
                          <a:pt x="1315" y="3396"/>
                        </a:lnTo>
                        <a:lnTo>
                          <a:pt x="1531" y="3094"/>
                        </a:lnTo>
                        <a:lnTo>
                          <a:pt x="1760" y="2803"/>
                        </a:lnTo>
                        <a:lnTo>
                          <a:pt x="2002" y="2524"/>
                        </a:lnTo>
                        <a:lnTo>
                          <a:pt x="2256" y="2257"/>
                        </a:lnTo>
                        <a:lnTo>
                          <a:pt x="2524" y="2002"/>
                        </a:lnTo>
                        <a:lnTo>
                          <a:pt x="2803" y="1760"/>
                        </a:lnTo>
                        <a:lnTo>
                          <a:pt x="3094" y="1531"/>
                        </a:lnTo>
                        <a:lnTo>
                          <a:pt x="3395" y="1316"/>
                        </a:lnTo>
                        <a:lnTo>
                          <a:pt x="3707" y="1115"/>
                        </a:lnTo>
                        <a:lnTo>
                          <a:pt x="4029" y="930"/>
                        </a:lnTo>
                        <a:lnTo>
                          <a:pt x="4361" y="760"/>
                        </a:lnTo>
                        <a:lnTo>
                          <a:pt x="4701" y="605"/>
                        </a:lnTo>
                        <a:lnTo>
                          <a:pt x="5051" y="468"/>
                        </a:lnTo>
                        <a:lnTo>
                          <a:pt x="5408" y="346"/>
                        </a:lnTo>
                        <a:lnTo>
                          <a:pt x="5772" y="243"/>
                        </a:lnTo>
                        <a:lnTo>
                          <a:pt x="6144" y="156"/>
                        </a:lnTo>
                        <a:lnTo>
                          <a:pt x="6522" y="88"/>
                        </a:lnTo>
                        <a:lnTo>
                          <a:pt x="6905" y="39"/>
                        </a:lnTo>
                        <a:lnTo>
                          <a:pt x="7295" y="9"/>
                        </a:lnTo>
                        <a:lnTo>
                          <a:pt x="7691" y="0"/>
                        </a:lnTo>
                      </a:path>
                    </a:pathLst>
                  </a:custGeom>
                  <a:noFill/>
                  <a:ln w="6350">
                    <a:solidFill>
                      <a:srgbClr val="1F1A17"/>
                    </a:solidFill>
                    <a:round/>
                    <a:headEnd/>
                    <a:tailEnd/>
                  </a:ln>
                </p:spPr>
                <p:txBody>
                  <a:bodyPr/>
                  <a:lstStyle/>
                  <a:p>
                    <a:pPr>
                      <a:defRPr/>
                    </a:pPr>
                    <a:endParaRPr lang="en-US" sz="1050">
                      <a:latin typeface="+mj-lt"/>
                    </a:endParaRPr>
                  </a:p>
                </p:txBody>
              </p:sp>
              <p:sp>
                <p:nvSpPr>
                  <p:cNvPr id="41384" name="Freeform 521">
                    <a:extLst>
                      <a:ext uri="{FF2B5EF4-FFF2-40B4-BE49-F238E27FC236}">
                        <a16:creationId xmlns="" xmlns:a16="http://schemas.microsoft.com/office/drawing/2014/main" id="{DE71531D-4295-CE34-F328-3A328D1B39DF}"/>
                      </a:ext>
                    </a:extLst>
                  </p:cNvPr>
                  <p:cNvSpPr>
                    <a:spLocks/>
                  </p:cNvSpPr>
                  <p:nvPr/>
                </p:nvSpPr>
                <p:spPr bwMode="auto">
                  <a:xfrm>
                    <a:off x="1348" y="2316"/>
                    <a:ext cx="39" cy="37"/>
                  </a:xfrm>
                  <a:custGeom>
                    <a:avLst/>
                    <a:gdLst>
                      <a:gd name="T0" fmla="*/ 0 w 946"/>
                      <a:gd name="T1" fmla="*/ 0 h 946"/>
                      <a:gd name="T2" fmla="*/ 0 w 946"/>
                      <a:gd name="T3" fmla="*/ 0 h 946"/>
                      <a:gd name="T4" fmla="*/ 0 w 946"/>
                      <a:gd name="T5" fmla="*/ 0 h 946"/>
                      <a:gd name="T6" fmla="*/ 0 w 946"/>
                      <a:gd name="T7" fmla="*/ 0 h 946"/>
                      <a:gd name="T8" fmla="*/ 0 w 946"/>
                      <a:gd name="T9" fmla="*/ 0 h 946"/>
                      <a:gd name="T10" fmla="*/ 0 w 946"/>
                      <a:gd name="T11" fmla="*/ 0 h 946"/>
                      <a:gd name="T12" fmla="*/ 0 w 946"/>
                      <a:gd name="T13" fmla="*/ 0 h 946"/>
                      <a:gd name="T14" fmla="*/ 0 w 946"/>
                      <a:gd name="T15" fmla="*/ 0 h 946"/>
                      <a:gd name="T16" fmla="*/ 0 w 946"/>
                      <a:gd name="T17" fmla="*/ 0 h 946"/>
                      <a:gd name="T18" fmla="*/ 0 w 946"/>
                      <a:gd name="T19" fmla="*/ 0 h 946"/>
                      <a:gd name="T20" fmla="*/ 0 w 946"/>
                      <a:gd name="T21" fmla="*/ 0 h 946"/>
                      <a:gd name="T22" fmla="*/ 0 w 946"/>
                      <a:gd name="T23" fmla="*/ 0 h 946"/>
                      <a:gd name="T24" fmla="*/ 0 w 946"/>
                      <a:gd name="T25" fmla="*/ 0 h 946"/>
                      <a:gd name="T26" fmla="*/ 0 w 946"/>
                      <a:gd name="T27" fmla="*/ 0 h 946"/>
                      <a:gd name="T28" fmla="*/ 0 w 946"/>
                      <a:gd name="T29" fmla="*/ 0 h 946"/>
                      <a:gd name="T30" fmla="*/ 0 w 946"/>
                      <a:gd name="T31" fmla="*/ 0 h 946"/>
                      <a:gd name="T32" fmla="*/ 0 w 946"/>
                      <a:gd name="T33" fmla="*/ 0 h 946"/>
                      <a:gd name="T34" fmla="*/ 0 w 946"/>
                      <a:gd name="T35" fmla="*/ 0 h 946"/>
                      <a:gd name="T36" fmla="*/ 0 w 946"/>
                      <a:gd name="T37" fmla="*/ 0 h 946"/>
                      <a:gd name="T38" fmla="*/ 0 w 946"/>
                      <a:gd name="T39" fmla="*/ 0 h 946"/>
                      <a:gd name="T40" fmla="*/ 0 w 946"/>
                      <a:gd name="T41" fmla="*/ 0 h 946"/>
                      <a:gd name="T42" fmla="*/ 0 w 946"/>
                      <a:gd name="T43" fmla="*/ 0 h 946"/>
                      <a:gd name="T44" fmla="*/ 0 w 946"/>
                      <a:gd name="T45" fmla="*/ 0 h 946"/>
                      <a:gd name="T46" fmla="*/ 0 w 946"/>
                      <a:gd name="T47" fmla="*/ 0 h 946"/>
                      <a:gd name="T48" fmla="*/ 0 w 946"/>
                      <a:gd name="T49" fmla="*/ 0 h 946"/>
                      <a:gd name="T50" fmla="*/ 0 w 946"/>
                      <a:gd name="T51" fmla="*/ 0 h 946"/>
                      <a:gd name="T52" fmla="*/ 0 w 946"/>
                      <a:gd name="T53" fmla="*/ 0 h 946"/>
                      <a:gd name="T54" fmla="*/ 0 w 946"/>
                      <a:gd name="T55" fmla="*/ 0 h 946"/>
                      <a:gd name="T56" fmla="*/ 0 w 946"/>
                      <a:gd name="T57" fmla="*/ 0 h 946"/>
                      <a:gd name="T58" fmla="*/ 0 w 946"/>
                      <a:gd name="T59" fmla="*/ 0 h 946"/>
                      <a:gd name="T60" fmla="*/ 0 w 946"/>
                      <a:gd name="T61" fmla="*/ 0 h 946"/>
                      <a:gd name="T62" fmla="*/ 0 w 946"/>
                      <a:gd name="T63" fmla="*/ 0 h 946"/>
                      <a:gd name="T64" fmla="*/ 0 w 946"/>
                      <a:gd name="T65" fmla="*/ 0 h 946"/>
                      <a:gd name="T66" fmla="*/ 0 w 946"/>
                      <a:gd name="T67" fmla="*/ 0 h 946"/>
                      <a:gd name="T68" fmla="*/ 0 w 946"/>
                      <a:gd name="T69" fmla="*/ 0 h 946"/>
                      <a:gd name="T70" fmla="*/ 0 w 946"/>
                      <a:gd name="T71" fmla="*/ 0 h 946"/>
                      <a:gd name="T72" fmla="*/ 0 w 946"/>
                      <a:gd name="T73" fmla="*/ 0 h 946"/>
                      <a:gd name="T74" fmla="*/ 0 w 946"/>
                      <a:gd name="T75" fmla="*/ 0 h 946"/>
                      <a:gd name="T76" fmla="*/ 0 w 946"/>
                      <a:gd name="T77" fmla="*/ 0 h 946"/>
                      <a:gd name="T78" fmla="*/ 0 w 946"/>
                      <a:gd name="T79" fmla="*/ 0 h 946"/>
                      <a:gd name="T80" fmla="*/ 0 w 946"/>
                      <a:gd name="T81" fmla="*/ 0 h 946"/>
                      <a:gd name="T82" fmla="*/ 0 w 946"/>
                      <a:gd name="T83" fmla="*/ 0 h 946"/>
                      <a:gd name="T84" fmla="*/ 0 w 946"/>
                      <a:gd name="T85" fmla="*/ 0 h 94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6"/>
                      <a:gd name="T130" fmla="*/ 0 h 946"/>
                      <a:gd name="T131" fmla="*/ 946 w 946"/>
                      <a:gd name="T132" fmla="*/ 946 h 94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6" h="946">
                        <a:moveTo>
                          <a:pt x="473" y="0"/>
                        </a:moveTo>
                        <a:lnTo>
                          <a:pt x="497" y="0"/>
                        </a:lnTo>
                        <a:lnTo>
                          <a:pt x="521" y="2"/>
                        </a:lnTo>
                        <a:lnTo>
                          <a:pt x="544" y="5"/>
                        </a:lnTo>
                        <a:lnTo>
                          <a:pt x="568" y="9"/>
                        </a:lnTo>
                        <a:lnTo>
                          <a:pt x="591" y="15"/>
                        </a:lnTo>
                        <a:lnTo>
                          <a:pt x="614" y="21"/>
                        </a:lnTo>
                        <a:lnTo>
                          <a:pt x="635" y="29"/>
                        </a:lnTo>
                        <a:lnTo>
                          <a:pt x="656" y="37"/>
                        </a:lnTo>
                        <a:lnTo>
                          <a:pt x="677" y="47"/>
                        </a:lnTo>
                        <a:lnTo>
                          <a:pt x="698" y="57"/>
                        </a:lnTo>
                        <a:lnTo>
                          <a:pt x="718" y="68"/>
                        </a:lnTo>
                        <a:lnTo>
                          <a:pt x="737" y="81"/>
                        </a:lnTo>
                        <a:lnTo>
                          <a:pt x="755" y="94"/>
                        </a:lnTo>
                        <a:lnTo>
                          <a:pt x="773" y="107"/>
                        </a:lnTo>
                        <a:lnTo>
                          <a:pt x="790" y="122"/>
                        </a:lnTo>
                        <a:lnTo>
                          <a:pt x="807" y="138"/>
                        </a:lnTo>
                        <a:lnTo>
                          <a:pt x="822" y="155"/>
                        </a:lnTo>
                        <a:lnTo>
                          <a:pt x="837" y="172"/>
                        </a:lnTo>
                        <a:lnTo>
                          <a:pt x="851" y="189"/>
                        </a:lnTo>
                        <a:lnTo>
                          <a:pt x="865" y="209"/>
                        </a:lnTo>
                        <a:lnTo>
                          <a:pt x="877" y="228"/>
                        </a:lnTo>
                        <a:lnTo>
                          <a:pt x="888" y="247"/>
                        </a:lnTo>
                        <a:lnTo>
                          <a:pt x="899" y="268"/>
                        </a:lnTo>
                        <a:lnTo>
                          <a:pt x="909" y="289"/>
                        </a:lnTo>
                        <a:lnTo>
                          <a:pt x="917" y="310"/>
                        </a:lnTo>
                        <a:lnTo>
                          <a:pt x="925" y="332"/>
                        </a:lnTo>
                        <a:lnTo>
                          <a:pt x="931" y="355"/>
                        </a:lnTo>
                        <a:lnTo>
                          <a:pt x="936" y="378"/>
                        </a:lnTo>
                        <a:lnTo>
                          <a:pt x="941" y="400"/>
                        </a:lnTo>
                        <a:lnTo>
                          <a:pt x="944" y="424"/>
                        </a:lnTo>
                        <a:lnTo>
                          <a:pt x="945" y="448"/>
                        </a:lnTo>
                        <a:lnTo>
                          <a:pt x="946" y="473"/>
                        </a:lnTo>
                        <a:lnTo>
                          <a:pt x="945" y="497"/>
                        </a:lnTo>
                        <a:lnTo>
                          <a:pt x="944" y="521"/>
                        </a:lnTo>
                        <a:lnTo>
                          <a:pt x="941" y="544"/>
                        </a:lnTo>
                        <a:lnTo>
                          <a:pt x="936" y="568"/>
                        </a:lnTo>
                        <a:lnTo>
                          <a:pt x="931" y="591"/>
                        </a:lnTo>
                        <a:lnTo>
                          <a:pt x="925" y="614"/>
                        </a:lnTo>
                        <a:lnTo>
                          <a:pt x="917" y="635"/>
                        </a:lnTo>
                        <a:lnTo>
                          <a:pt x="909" y="656"/>
                        </a:lnTo>
                        <a:lnTo>
                          <a:pt x="899" y="677"/>
                        </a:lnTo>
                        <a:lnTo>
                          <a:pt x="888" y="698"/>
                        </a:lnTo>
                        <a:lnTo>
                          <a:pt x="877" y="718"/>
                        </a:lnTo>
                        <a:lnTo>
                          <a:pt x="865" y="737"/>
                        </a:lnTo>
                        <a:lnTo>
                          <a:pt x="851" y="755"/>
                        </a:lnTo>
                        <a:lnTo>
                          <a:pt x="837" y="773"/>
                        </a:lnTo>
                        <a:lnTo>
                          <a:pt x="822" y="790"/>
                        </a:lnTo>
                        <a:lnTo>
                          <a:pt x="807" y="806"/>
                        </a:lnTo>
                        <a:lnTo>
                          <a:pt x="790" y="822"/>
                        </a:lnTo>
                        <a:lnTo>
                          <a:pt x="773" y="837"/>
                        </a:lnTo>
                        <a:lnTo>
                          <a:pt x="755" y="851"/>
                        </a:lnTo>
                        <a:lnTo>
                          <a:pt x="737" y="865"/>
                        </a:lnTo>
                        <a:lnTo>
                          <a:pt x="718" y="877"/>
                        </a:lnTo>
                        <a:lnTo>
                          <a:pt x="698" y="888"/>
                        </a:lnTo>
                        <a:lnTo>
                          <a:pt x="677" y="899"/>
                        </a:lnTo>
                        <a:lnTo>
                          <a:pt x="656" y="909"/>
                        </a:lnTo>
                        <a:lnTo>
                          <a:pt x="635" y="917"/>
                        </a:lnTo>
                        <a:lnTo>
                          <a:pt x="614" y="925"/>
                        </a:lnTo>
                        <a:lnTo>
                          <a:pt x="591" y="931"/>
                        </a:lnTo>
                        <a:lnTo>
                          <a:pt x="568" y="936"/>
                        </a:lnTo>
                        <a:lnTo>
                          <a:pt x="544" y="941"/>
                        </a:lnTo>
                        <a:lnTo>
                          <a:pt x="521" y="944"/>
                        </a:lnTo>
                        <a:lnTo>
                          <a:pt x="497" y="945"/>
                        </a:lnTo>
                        <a:lnTo>
                          <a:pt x="473" y="946"/>
                        </a:lnTo>
                        <a:lnTo>
                          <a:pt x="448" y="945"/>
                        </a:lnTo>
                        <a:lnTo>
                          <a:pt x="425" y="944"/>
                        </a:lnTo>
                        <a:lnTo>
                          <a:pt x="400" y="941"/>
                        </a:lnTo>
                        <a:lnTo>
                          <a:pt x="378" y="936"/>
                        </a:lnTo>
                        <a:lnTo>
                          <a:pt x="355" y="931"/>
                        </a:lnTo>
                        <a:lnTo>
                          <a:pt x="332" y="925"/>
                        </a:lnTo>
                        <a:lnTo>
                          <a:pt x="310" y="917"/>
                        </a:lnTo>
                        <a:lnTo>
                          <a:pt x="289" y="909"/>
                        </a:lnTo>
                        <a:lnTo>
                          <a:pt x="268" y="899"/>
                        </a:lnTo>
                        <a:lnTo>
                          <a:pt x="248" y="888"/>
                        </a:lnTo>
                        <a:lnTo>
                          <a:pt x="228" y="877"/>
                        </a:lnTo>
                        <a:lnTo>
                          <a:pt x="209" y="865"/>
                        </a:lnTo>
                        <a:lnTo>
                          <a:pt x="190" y="851"/>
                        </a:lnTo>
                        <a:lnTo>
                          <a:pt x="172" y="837"/>
                        </a:lnTo>
                        <a:lnTo>
                          <a:pt x="155" y="822"/>
                        </a:lnTo>
                        <a:lnTo>
                          <a:pt x="138" y="806"/>
                        </a:lnTo>
                        <a:lnTo>
                          <a:pt x="122" y="790"/>
                        </a:lnTo>
                        <a:lnTo>
                          <a:pt x="107" y="773"/>
                        </a:lnTo>
                        <a:lnTo>
                          <a:pt x="94" y="755"/>
                        </a:lnTo>
                        <a:lnTo>
                          <a:pt x="81" y="737"/>
                        </a:lnTo>
                        <a:lnTo>
                          <a:pt x="68" y="718"/>
                        </a:lnTo>
                        <a:lnTo>
                          <a:pt x="57" y="698"/>
                        </a:lnTo>
                        <a:lnTo>
                          <a:pt x="47" y="677"/>
                        </a:lnTo>
                        <a:lnTo>
                          <a:pt x="37" y="656"/>
                        </a:lnTo>
                        <a:lnTo>
                          <a:pt x="29" y="635"/>
                        </a:lnTo>
                        <a:lnTo>
                          <a:pt x="21" y="614"/>
                        </a:lnTo>
                        <a:lnTo>
                          <a:pt x="15" y="591"/>
                        </a:lnTo>
                        <a:lnTo>
                          <a:pt x="9" y="568"/>
                        </a:lnTo>
                        <a:lnTo>
                          <a:pt x="5" y="544"/>
                        </a:lnTo>
                        <a:lnTo>
                          <a:pt x="2" y="521"/>
                        </a:lnTo>
                        <a:lnTo>
                          <a:pt x="0" y="497"/>
                        </a:lnTo>
                        <a:lnTo>
                          <a:pt x="0" y="473"/>
                        </a:lnTo>
                        <a:lnTo>
                          <a:pt x="0" y="448"/>
                        </a:lnTo>
                        <a:lnTo>
                          <a:pt x="2" y="424"/>
                        </a:lnTo>
                        <a:lnTo>
                          <a:pt x="5" y="400"/>
                        </a:lnTo>
                        <a:lnTo>
                          <a:pt x="9" y="378"/>
                        </a:lnTo>
                        <a:lnTo>
                          <a:pt x="15" y="355"/>
                        </a:lnTo>
                        <a:lnTo>
                          <a:pt x="21" y="332"/>
                        </a:lnTo>
                        <a:lnTo>
                          <a:pt x="29" y="310"/>
                        </a:lnTo>
                        <a:lnTo>
                          <a:pt x="37" y="289"/>
                        </a:lnTo>
                        <a:lnTo>
                          <a:pt x="47" y="268"/>
                        </a:lnTo>
                        <a:lnTo>
                          <a:pt x="57" y="247"/>
                        </a:lnTo>
                        <a:lnTo>
                          <a:pt x="68" y="228"/>
                        </a:lnTo>
                        <a:lnTo>
                          <a:pt x="81" y="209"/>
                        </a:lnTo>
                        <a:lnTo>
                          <a:pt x="94" y="189"/>
                        </a:lnTo>
                        <a:lnTo>
                          <a:pt x="107" y="172"/>
                        </a:lnTo>
                        <a:lnTo>
                          <a:pt x="122" y="155"/>
                        </a:lnTo>
                        <a:lnTo>
                          <a:pt x="138" y="138"/>
                        </a:lnTo>
                        <a:lnTo>
                          <a:pt x="155" y="122"/>
                        </a:lnTo>
                        <a:lnTo>
                          <a:pt x="172" y="107"/>
                        </a:lnTo>
                        <a:lnTo>
                          <a:pt x="190" y="94"/>
                        </a:lnTo>
                        <a:lnTo>
                          <a:pt x="209" y="81"/>
                        </a:lnTo>
                        <a:lnTo>
                          <a:pt x="228" y="68"/>
                        </a:lnTo>
                        <a:lnTo>
                          <a:pt x="248" y="57"/>
                        </a:lnTo>
                        <a:lnTo>
                          <a:pt x="268" y="47"/>
                        </a:lnTo>
                        <a:lnTo>
                          <a:pt x="289" y="37"/>
                        </a:lnTo>
                        <a:lnTo>
                          <a:pt x="310" y="29"/>
                        </a:lnTo>
                        <a:lnTo>
                          <a:pt x="332" y="21"/>
                        </a:lnTo>
                        <a:lnTo>
                          <a:pt x="355" y="15"/>
                        </a:lnTo>
                        <a:lnTo>
                          <a:pt x="378" y="9"/>
                        </a:lnTo>
                        <a:lnTo>
                          <a:pt x="400" y="5"/>
                        </a:lnTo>
                        <a:lnTo>
                          <a:pt x="425" y="2"/>
                        </a:lnTo>
                        <a:lnTo>
                          <a:pt x="448" y="0"/>
                        </a:lnTo>
                        <a:lnTo>
                          <a:pt x="473" y="0"/>
                        </a:lnTo>
                        <a:close/>
                      </a:path>
                    </a:pathLst>
                  </a:custGeom>
                  <a:solidFill>
                    <a:srgbClr val="DC2B19"/>
                  </a:solidFill>
                  <a:ln>
                    <a:noFill/>
                  </a:ln>
                </p:spPr>
                <p:txBody>
                  <a:bodyPr/>
                  <a:lstStyle/>
                  <a:p>
                    <a:pPr>
                      <a:defRPr/>
                    </a:pPr>
                    <a:endParaRPr lang="en-US" sz="1050">
                      <a:latin typeface="+mj-lt"/>
                    </a:endParaRPr>
                  </a:p>
                </p:txBody>
              </p:sp>
              <p:sp>
                <p:nvSpPr>
                  <p:cNvPr id="41385" name="Freeform 522">
                    <a:extLst>
                      <a:ext uri="{FF2B5EF4-FFF2-40B4-BE49-F238E27FC236}">
                        <a16:creationId xmlns="" xmlns:a16="http://schemas.microsoft.com/office/drawing/2014/main" id="{E8F135EE-0D8C-3ED1-D8CB-9CCFD5C120C3}"/>
                      </a:ext>
                    </a:extLst>
                  </p:cNvPr>
                  <p:cNvSpPr>
                    <a:spLocks/>
                  </p:cNvSpPr>
                  <p:nvPr/>
                </p:nvSpPr>
                <p:spPr bwMode="auto">
                  <a:xfrm>
                    <a:off x="1348" y="2316"/>
                    <a:ext cx="39" cy="37"/>
                  </a:xfrm>
                  <a:custGeom>
                    <a:avLst/>
                    <a:gdLst>
                      <a:gd name="T0" fmla="*/ 0 w 946"/>
                      <a:gd name="T1" fmla="*/ 0 h 946"/>
                      <a:gd name="T2" fmla="*/ 0 w 946"/>
                      <a:gd name="T3" fmla="*/ 0 h 946"/>
                      <a:gd name="T4" fmla="*/ 0 w 946"/>
                      <a:gd name="T5" fmla="*/ 0 h 946"/>
                      <a:gd name="T6" fmla="*/ 0 w 946"/>
                      <a:gd name="T7" fmla="*/ 0 h 946"/>
                      <a:gd name="T8" fmla="*/ 0 w 946"/>
                      <a:gd name="T9" fmla="*/ 0 h 946"/>
                      <a:gd name="T10" fmla="*/ 0 w 946"/>
                      <a:gd name="T11" fmla="*/ 0 h 946"/>
                      <a:gd name="T12" fmla="*/ 0 w 946"/>
                      <a:gd name="T13" fmla="*/ 0 h 946"/>
                      <a:gd name="T14" fmla="*/ 0 w 946"/>
                      <a:gd name="T15" fmla="*/ 0 h 946"/>
                      <a:gd name="T16" fmla="*/ 0 w 946"/>
                      <a:gd name="T17" fmla="*/ 0 h 946"/>
                      <a:gd name="T18" fmla="*/ 0 w 946"/>
                      <a:gd name="T19" fmla="*/ 0 h 946"/>
                      <a:gd name="T20" fmla="*/ 0 w 946"/>
                      <a:gd name="T21" fmla="*/ 0 h 946"/>
                      <a:gd name="T22" fmla="*/ 0 w 946"/>
                      <a:gd name="T23" fmla="*/ 0 h 946"/>
                      <a:gd name="T24" fmla="*/ 0 w 946"/>
                      <a:gd name="T25" fmla="*/ 0 h 946"/>
                      <a:gd name="T26" fmla="*/ 0 w 946"/>
                      <a:gd name="T27" fmla="*/ 0 h 946"/>
                      <a:gd name="T28" fmla="*/ 0 w 946"/>
                      <a:gd name="T29" fmla="*/ 0 h 946"/>
                      <a:gd name="T30" fmla="*/ 0 w 946"/>
                      <a:gd name="T31" fmla="*/ 0 h 946"/>
                      <a:gd name="T32" fmla="*/ 0 w 946"/>
                      <a:gd name="T33" fmla="*/ 0 h 946"/>
                      <a:gd name="T34" fmla="*/ 0 w 946"/>
                      <a:gd name="T35" fmla="*/ 0 h 946"/>
                      <a:gd name="T36" fmla="*/ 0 w 946"/>
                      <a:gd name="T37" fmla="*/ 0 h 946"/>
                      <a:gd name="T38" fmla="*/ 0 w 946"/>
                      <a:gd name="T39" fmla="*/ 0 h 946"/>
                      <a:gd name="T40" fmla="*/ 0 w 946"/>
                      <a:gd name="T41" fmla="*/ 0 h 946"/>
                      <a:gd name="T42" fmla="*/ 0 w 946"/>
                      <a:gd name="T43" fmla="*/ 0 h 946"/>
                      <a:gd name="T44" fmla="*/ 0 w 946"/>
                      <a:gd name="T45" fmla="*/ 0 h 946"/>
                      <a:gd name="T46" fmla="*/ 0 w 946"/>
                      <a:gd name="T47" fmla="*/ 0 h 946"/>
                      <a:gd name="T48" fmla="*/ 0 w 946"/>
                      <a:gd name="T49" fmla="*/ 0 h 946"/>
                      <a:gd name="T50" fmla="*/ 0 w 946"/>
                      <a:gd name="T51" fmla="*/ 0 h 946"/>
                      <a:gd name="T52" fmla="*/ 0 w 946"/>
                      <a:gd name="T53" fmla="*/ 0 h 946"/>
                      <a:gd name="T54" fmla="*/ 0 w 946"/>
                      <a:gd name="T55" fmla="*/ 0 h 946"/>
                      <a:gd name="T56" fmla="*/ 0 w 946"/>
                      <a:gd name="T57" fmla="*/ 0 h 946"/>
                      <a:gd name="T58" fmla="*/ 0 w 946"/>
                      <a:gd name="T59" fmla="*/ 0 h 946"/>
                      <a:gd name="T60" fmla="*/ 0 w 946"/>
                      <a:gd name="T61" fmla="*/ 0 h 946"/>
                      <a:gd name="T62" fmla="*/ 0 w 946"/>
                      <a:gd name="T63" fmla="*/ 0 h 946"/>
                      <a:gd name="T64" fmla="*/ 0 w 946"/>
                      <a:gd name="T65" fmla="*/ 0 h 946"/>
                      <a:gd name="T66" fmla="*/ 0 w 946"/>
                      <a:gd name="T67" fmla="*/ 0 h 946"/>
                      <a:gd name="T68" fmla="*/ 0 w 946"/>
                      <a:gd name="T69" fmla="*/ 0 h 946"/>
                      <a:gd name="T70" fmla="*/ 0 w 946"/>
                      <a:gd name="T71" fmla="*/ 0 h 946"/>
                      <a:gd name="T72" fmla="*/ 0 w 946"/>
                      <a:gd name="T73" fmla="*/ 0 h 946"/>
                      <a:gd name="T74" fmla="*/ 0 w 946"/>
                      <a:gd name="T75" fmla="*/ 0 h 946"/>
                      <a:gd name="T76" fmla="*/ 0 w 946"/>
                      <a:gd name="T77" fmla="*/ 0 h 946"/>
                      <a:gd name="T78" fmla="*/ 0 w 946"/>
                      <a:gd name="T79" fmla="*/ 0 h 946"/>
                      <a:gd name="T80" fmla="*/ 0 w 946"/>
                      <a:gd name="T81" fmla="*/ 0 h 946"/>
                      <a:gd name="T82" fmla="*/ 0 w 946"/>
                      <a:gd name="T83" fmla="*/ 0 h 946"/>
                      <a:gd name="T84" fmla="*/ 0 w 946"/>
                      <a:gd name="T85" fmla="*/ 0 h 94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6"/>
                      <a:gd name="T130" fmla="*/ 0 h 946"/>
                      <a:gd name="T131" fmla="*/ 946 w 946"/>
                      <a:gd name="T132" fmla="*/ 946 h 94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6" h="946">
                        <a:moveTo>
                          <a:pt x="473" y="0"/>
                        </a:moveTo>
                        <a:lnTo>
                          <a:pt x="497" y="0"/>
                        </a:lnTo>
                        <a:lnTo>
                          <a:pt x="521" y="2"/>
                        </a:lnTo>
                        <a:lnTo>
                          <a:pt x="544" y="5"/>
                        </a:lnTo>
                        <a:lnTo>
                          <a:pt x="568" y="9"/>
                        </a:lnTo>
                        <a:lnTo>
                          <a:pt x="591" y="15"/>
                        </a:lnTo>
                        <a:lnTo>
                          <a:pt x="614" y="21"/>
                        </a:lnTo>
                        <a:lnTo>
                          <a:pt x="635" y="29"/>
                        </a:lnTo>
                        <a:lnTo>
                          <a:pt x="656" y="37"/>
                        </a:lnTo>
                        <a:lnTo>
                          <a:pt x="677" y="47"/>
                        </a:lnTo>
                        <a:lnTo>
                          <a:pt x="698" y="57"/>
                        </a:lnTo>
                        <a:lnTo>
                          <a:pt x="718" y="68"/>
                        </a:lnTo>
                        <a:lnTo>
                          <a:pt x="737" y="81"/>
                        </a:lnTo>
                        <a:lnTo>
                          <a:pt x="755" y="94"/>
                        </a:lnTo>
                        <a:lnTo>
                          <a:pt x="773" y="107"/>
                        </a:lnTo>
                        <a:lnTo>
                          <a:pt x="790" y="122"/>
                        </a:lnTo>
                        <a:lnTo>
                          <a:pt x="807" y="138"/>
                        </a:lnTo>
                        <a:lnTo>
                          <a:pt x="822" y="155"/>
                        </a:lnTo>
                        <a:lnTo>
                          <a:pt x="837" y="172"/>
                        </a:lnTo>
                        <a:lnTo>
                          <a:pt x="851" y="189"/>
                        </a:lnTo>
                        <a:lnTo>
                          <a:pt x="865" y="209"/>
                        </a:lnTo>
                        <a:lnTo>
                          <a:pt x="877" y="228"/>
                        </a:lnTo>
                        <a:lnTo>
                          <a:pt x="888" y="247"/>
                        </a:lnTo>
                        <a:lnTo>
                          <a:pt x="899" y="268"/>
                        </a:lnTo>
                        <a:lnTo>
                          <a:pt x="909" y="289"/>
                        </a:lnTo>
                        <a:lnTo>
                          <a:pt x="917" y="310"/>
                        </a:lnTo>
                        <a:lnTo>
                          <a:pt x="925" y="332"/>
                        </a:lnTo>
                        <a:lnTo>
                          <a:pt x="931" y="355"/>
                        </a:lnTo>
                        <a:lnTo>
                          <a:pt x="936" y="378"/>
                        </a:lnTo>
                        <a:lnTo>
                          <a:pt x="941" y="400"/>
                        </a:lnTo>
                        <a:lnTo>
                          <a:pt x="944" y="424"/>
                        </a:lnTo>
                        <a:lnTo>
                          <a:pt x="945" y="448"/>
                        </a:lnTo>
                        <a:lnTo>
                          <a:pt x="946" y="473"/>
                        </a:lnTo>
                        <a:lnTo>
                          <a:pt x="945" y="497"/>
                        </a:lnTo>
                        <a:lnTo>
                          <a:pt x="944" y="521"/>
                        </a:lnTo>
                        <a:lnTo>
                          <a:pt x="941" y="544"/>
                        </a:lnTo>
                        <a:lnTo>
                          <a:pt x="936" y="568"/>
                        </a:lnTo>
                        <a:lnTo>
                          <a:pt x="931" y="591"/>
                        </a:lnTo>
                        <a:lnTo>
                          <a:pt x="925" y="614"/>
                        </a:lnTo>
                        <a:lnTo>
                          <a:pt x="917" y="635"/>
                        </a:lnTo>
                        <a:lnTo>
                          <a:pt x="909" y="656"/>
                        </a:lnTo>
                        <a:lnTo>
                          <a:pt x="899" y="677"/>
                        </a:lnTo>
                        <a:lnTo>
                          <a:pt x="888" y="698"/>
                        </a:lnTo>
                        <a:lnTo>
                          <a:pt x="877" y="718"/>
                        </a:lnTo>
                        <a:lnTo>
                          <a:pt x="865" y="737"/>
                        </a:lnTo>
                        <a:lnTo>
                          <a:pt x="851" y="755"/>
                        </a:lnTo>
                        <a:lnTo>
                          <a:pt x="837" y="773"/>
                        </a:lnTo>
                        <a:lnTo>
                          <a:pt x="822" y="790"/>
                        </a:lnTo>
                        <a:lnTo>
                          <a:pt x="807" y="806"/>
                        </a:lnTo>
                        <a:lnTo>
                          <a:pt x="790" y="822"/>
                        </a:lnTo>
                        <a:lnTo>
                          <a:pt x="773" y="837"/>
                        </a:lnTo>
                        <a:lnTo>
                          <a:pt x="755" y="851"/>
                        </a:lnTo>
                        <a:lnTo>
                          <a:pt x="737" y="865"/>
                        </a:lnTo>
                        <a:lnTo>
                          <a:pt x="718" y="877"/>
                        </a:lnTo>
                        <a:lnTo>
                          <a:pt x="698" y="888"/>
                        </a:lnTo>
                        <a:lnTo>
                          <a:pt x="677" y="899"/>
                        </a:lnTo>
                        <a:lnTo>
                          <a:pt x="656" y="909"/>
                        </a:lnTo>
                        <a:lnTo>
                          <a:pt x="635" y="917"/>
                        </a:lnTo>
                        <a:lnTo>
                          <a:pt x="614" y="925"/>
                        </a:lnTo>
                        <a:lnTo>
                          <a:pt x="591" y="931"/>
                        </a:lnTo>
                        <a:lnTo>
                          <a:pt x="568" y="936"/>
                        </a:lnTo>
                        <a:lnTo>
                          <a:pt x="544" y="941"/>
                        </a:lnTo>
                        <a:lnTo>
                          <a:pt x="521" y="944"/>
                        </a:lnTo>
                        <a:lnTo>
                          <a:pt x="497" y="945"/>
                        </a:lnTo>
                        <a:lnTo>
                          <a:pt x="473" y="946"/>
                        </a:lnTo>
                        <a:lnTo>
                          <a:pt x="448" y="945"/>
                        </a:lnTo>
                        <a:lnTo>
                          <a:pt x="425" y="944"/>
                        </a:lnTo>
                        <a:lnTo>
                          <a:pt x="400" y="941"/>
                        </a:lnTo>
                        <a:lnTo>
                          <a:pt x="378" y="936"/>
                        </a:lnTo>
                        <a:lnTo>
                          <a:pt x="355" y="931"/>
                        </a:lnTo>
                        <a:lnTo>
                          <a:pt x="332" y="925"/>
                        </a:lnTo>
                        <a:lnTo>
                          <a:pt x="310" y="917"/>
                        </a:lnTo>
                        <a:lnTo>
                          <a:pt x="289" y="909"/>
                        </a:lnTo>
                        <a:lnTo>
                          <a:pt x="268" y="899"/>
                        </a:lnTo>
                        <a:lnTo>
                          <a:pt x="248" y="888"/>
                        </a:lnTo>
                        <a:lnTo>
                          <a:pt x="228" y="877"/>
                        </a:lnTo>
                        <a:lnTo>
                          <a:pt x="209" y="865"/>
                        </a:lnTo>
                        <a:lnTo>
                          <a:pt x="190" y="851"/>
                        </a:lnTo>
                        <a:lnTo>
                          <a:pt x="172" y="837"/>
                        </a:lnTo>
                        <a:lnTo>
                          <a:pt x="155" y="822"/>
                        </a:lnTo>
                        <a:lnTo>
                          <a:pt x="138" y="806"/>
                        </a:lnTo>
                        <a:lnTo>
                          <a:pt x="122" y="790"/>
                        </a:lnTo>
                        <a:lnTo>
                          <a:pt x="107" y="773"/>
                        </a:lnTo>
                        <a:lnTo>
                          <a:pt x="94" y="755"/>
                        </a:lnTo>
                        <a:lnTo>
                          <a:pt x="81" y="737"/>
                        </a:lnTo>
                        <a:lnTo>
                          <a:pt x="68" y="718"/>
                        </a:lnTo>
                        <a:lnTo>
                          <a:pt x="57" y="698"/>
                        </a:lnTo>
                        <a:lnTo>
                          <a:pt x="47" y="677"/>
                        </a:lnTo>
                        <a:lnTo>
                          <a:pt x="37" y="656"/>
                        </a:lnTo>
                        <a:lnTo>
                          <a:pt x="29" y="635"/>
                        </a:lnTo>
                        <a:lnTo>
                          <a:pt x="21" y="614"/>
                        </a:lnTo>
                        <a:lnTo>
                          <a:pt x="15" y="591"/>
                        </a:lnTo>
                        <a:lnTo>
                          <a:pt x="9" y="568"/>
                        </a:lnTo>
                        <a:lnTo>
                          <a:pt x="5" y="544"/>
                        </a:lnTo>
                        <a:lnTo>
                          <a:pt x="2" y="521"/>
                        </a:lnTo>
                        <a:lnTo>
                          <a:pt x="0" y="497"/>
                        </a:lnTo>
                        <a:lnTo>
                          <a:pt x="0" y="473"/>
                        </a:lnTo>
                        <a:lnTo>
                          <a:pt x="0" y="448"/>
                        </a:lnTo>
                        <a:lnTo>
                          <a:pt x="2" y="424"/>
                        </a:lnTo>
                        <a:lnTo>
                          <a:pt x="5" y="400"/>
                        </a:lnTo>
                        <a:lnTo>
                          <a:pt x="9" y="378"/>
                        </a:lnTo>
                        <a:lnTo>
                          <a:pt x="15" y="355"/>
                        </a:lnTo>
                        <a:lnTo>
                          <a:pt x="21" y="332"/>
                        </a:lnTo>
                        <a:lnTo>
                          <a:pt x="29" y="310"/>
                        </a:lnTo>
                        <a:lnTo>
                          <a:pt x="37" y="289"/>
                        </a:lnTo>
                        <a:lnTo>
                          <a:pt x="47" y="268"/>
                        </a:lnTo>
                        <a:lnTo>
                          <a:pt x="57" y="247"/>
                        </a:lnTo>
                        <a:lnTo>
                          <a:pt x="68" y="228"/>
                        </a:lnTo>
                        <a:lnTo>
                          <a:pt x="81" y="209"/>
                        </a:lnTo>
                        <a:lnTo>
                          <a:pt x="94" y="189"/>
                        </a:lnTo>
                        <a:lnTo>
                          <a:pt x="107" y="172"/>
                        </a:lnTo>
                        <a:lnTo>
                          <a:pt x="122" y="155"/>
                        </a:lnTo>
                        <a:lnTo>
                          <a:pt x="138" y="138"/>
                        </a:lnTo>
                        <a:lnTo>
                          <a:pt x="155" y="122"/>
                        </a:lnTo>
                        <a:lnTo>
                          <a:pt x="172" y="107"/>
                        </a:lnTo>
                        <a:lnTo>
                          <a:pt x="190" y="94"/>
                        </a:lnTo>
                        <a:lnTo>
                          <a:pt x="209" y="81"/>
                        </a:lnTo>
                        <a:lnTo>
                          <a:pt x="228" y="68"/>
                        </a:lnTo>
                        <a:lnTo>
                          <a:pt x="248" y="57"/>
                        </a:lnTo>
                        <a:lnTo>
                          <a:pt x="268" y="47"/>
                        </a:lnTo>
                        <a:lnTo>
                          <a:pt x="289" y="37"/>
                        </a:lnTo>
                        <a:lnTo>
                          <a:pt x="310" y="29"/>
                        </a:lnTo>
                        <a:lnTo>
                          <a:pt x="332" y="21"/>
                        </a:lnTo>
                        <a:lnTo>
                          <a:pt x="355" y="15"/>
                        </a:lnTo>
                        <a:lnTo>
                          <a:pt x="378" y="9"/>
                        </a:lnTo>
                        <a:lnTo>
                          <a:pt x="400" y="5"/>
                        </a:lnTo>
                        <a:lnTo>
                          <a:pt x="425" y="2"/>
                        </a:lnTo>
                        <a:lnTo>
                          <a:pt x="448" y="0"/>
                        </a:lnTo>
                        <a:lnTo>
                          <a:pt x="473" y="0"/>
                        </a:lnTo>
                      </a:path>
                    </a:pathLst>
                  </a:custGeom>
                  <a:noFill/>
                  <a:ln w="6350">
                    <a:solidFill>
                      <a:srgbClr val="EF2B2F"/>
                    </a:solidFill>
                    <a:round/>
                    <a:headEnd/>
                    <a:tailEnd/>
                  </a:ln>
                </p:spPr>
                <p:txBody>
                  <a:bodyPr/>
                  <a:lstStyle/>
                  <a:p>
                    <a:pPr>
                      <a:defRPr/>
                    </a:pPr>
                    <a:endParaRPr lang="en-US" sz="1050">
                      <a:latin typeface="+mj-lt"/>
                    </a:endParaRPr>
                  </a:p>
                </p:txBody>
              </p:sp>
              <p:sp>
                <p:nvSpPr>
                  <p:cNvPr id="41386" name="Freeform 523">
                    <a:extLst>
                      <a:ext uri="{FF2B5EF4-FFF2-40B4-BE49-F238E27FC236}">
                        <a16:creationId xmlns="" xmlns:a16="http://schemas.microsoft.com/office/drawing/2014/main" id="{9ECF6325-2739-9C8E-6F40-1F2221244624}"/>
                      </a:ext>
                    </a:extLst>
                  </p:cNvPr>
                  <p:cNvSpPr>
                    <a:spLocks/>
                  </p:cNvSpPr>
                  <p:nvPr/>
                </p:nvSpPr>
                <p:spPr bwMode="auto">
                  <a:xfrm>
                    <a:off x="1364" y="2350"/>
                    <a:ext cx="20" cy="16"/>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577" y="577"/>
                        </a:moveTo>
                        <a:lnTo>
                          <a:pt x="577" y="577"/>
                        </a:lnTo>
                        <a:lnTo>
                          <a:pt x="576" y="547"/>
                        </a:lnTo>
                        <a:lnTo>
                          <a:pt x="574" y="517"/>
                        </a:lnTo>
                        <a:lnTo>
                          <a:pt x="571" y="490"/>
                        </a:lnTo>
                        <a:lnTo>
                          <a:pt x="566" y="461"/>
                        </a:lnTo>
                        <a:lnTo>
                          <a:pt x="559" y="433"/>
                        </a:lnTo>
                        <a:lnTo>
                          <a:pt x="552" y="406"/>
                        </a:lnTo>
                        <a:lnTo>
                          <a:pt x="542" y="379"/>
                        </a:lnTo>
                        <a:lnTo>
                          <a:pt x="532" y="352"/>
                        </a:lnTo>
                        <a:lnTo>
                          <a:pt x="520" y="327"/>
                        </a:lnTo>
                        <a:lnTo>
                          <a:pt x="507" y="302"/>
                        </a:lnTo>
                        <a:lnTo>
                          <a:pt x="493" y="278"/>
                        </a:lnTo>
                        <a:lnTo>
                          <a:pt x="478" y="254"/>
                        </a:lnTo>
                        <a:lnTo>
                          <a:pt x="462" y="232"/>
                        </a:lnTo>
                        <a:lnTo>
                          <a:pt x="445" y="209"/>
                        </a:lnTo>
                        <a:lnTo>
                          <a:pt x="427" y="189"/>
                        </a:lnTo>
                        <a:lnTo>
                          <a:pt x="408" y="169"/>
                        </a:lnTo>
                        <a:lnTo>
                          <a:pt x="388" y="150"/>
                        </a:lnTo>
                        <a:lnTo>
                          <a:pt x="368" y="132"/>
                        </a:lnTo>
                        <a:lnTo>
                          <a:pt x="345" y="115"/>
                        </a:lnTo>
                        <a:lnTo>
                          <a:pt x="323" y="99"/>
                        </a:lnTo>
                        <a:lnTo>
                          <a:pt x="299" y="84"/>
                        </a:lnTo>
                        <a:lnTo>
                          <a:pt x="275" y="70"/>
                        </a:lnTo>
                        <a:lnTo>
                          <a:pt x="250" y="57"/>
                        </a:lnTo>
                        <a:lnTo>
                          <a:pt x="225" y="45"/>
                        </a:lnTo>
                        <a:lnTo>
                          <a:pt x="198" y="35"/>
                        </a:lnTo>
                        <a:lnTo>
                          <a:pt x="172" y="26"/>
                        </a:lnTo>
                        <a:lnTo>
                          <a:pt x="145" y="18"/>
                        </a:lnTo>
                        <a:lnTo>
                          <a:pt x="116" y="11"/>
                        </a:lnTo>
                        <a:lnTo>
                          <a:pt x="87" y="6"/>
                        </a:lnTo>
                        <a:lnTo>
                          <a:pt x="60" y="3"/>
                        </a:lnTo>
                        <a:lnTo>
                          <a:pt x="30" y="1"/>
                        </a:lnTo>
                        <a:lnTo>
                          <a:pt x="0" y="0"/>
                        </a:lnTo>
                        <a:lnTo>
                          <a:pt x="0" y="207"/>
                        </a:lnTo>
                        <a:lnTo>
                          <a:pt x="19" y="207"/>
                        </a:lnTo>
                        <a:lnTo>
                          <a:pt x="38" y="209"/>
                        </a:lnTo>
                        <a:lnTo>
                          <a:pt x="57" y="212"/>
                        </a:lnTo>
                        <a:lnTo>
                          <a:pt x="75" y="215"/>
                        </a:lnTo>
                        <a:lnTo>
                          <a:pt x="93" y="219"/>
                        </a:lnTo>
                        <a:lnTo>
                          <a:pt x="110" y="224"/>
                        </a:lnTo>
                        <a:lnTo>
                          <a:pt x="127" y="230"/>
                        </a:lnTo>
                        <a:lnTo>
                          <a:pt x="144" y="236"/>
                        </a:lnTo>
                        <a:lnTo>
                          <a:pt x="160" y="244"/>
                        </a:lnTo>
                        <a:lnTo>
                          <a:pt x="176" y="252"/>
                        </a:lnTo>
                        <a:lnTo>
                          <a:pt x="192" y="261"/>
                        </a:lnTo>
                        <a:lnTo>
                          <a:pt x="207" y="271"/>
                        </a:lnTo>
                        <a:lnTo>
                          <a:pt x="221" y="281"/>
                        </a:lnTo>
                        <a:lnTo>
                          <a:pt x="234" y="292"/>
                        </a:lnTo>
                        <a:lnTo>
                          <a:pt x="248" y="303"/>
                        </a:lnTo>
                        <a:lnTo>
                          <a:pt x="261" y="316"/>
                        </a:lnTo>
                        <a:lnTo>
                          <a:pt x="274" y="329"/>
                        </a:lnTo>
                        <a:lnTo>
                          <a:pt x="286" y="343"/>
                        </a:lnTo>
                        <a:lnTo>
                          <a:pt x="296" y="357"/>
                        </a:lnTo>
                        <a:lnTo>
                          <a:pt x="307" y="370"/>
                        </a:lnTo>
                        <a:lnTo>
                          <a:pt x="316" y="385"/>
                        </a:lnTo>
                        <a:lnTo>
                          <a:pt x="325" y="401"/>
                        </a:lnTo>
                        <a:lnTo>
                          <a:pt x="334" y="417"/>
                        </a:lnTo>
                        <a:lnTo>
                          <a:pt x="341" y="433"/>
                        </a:lnTo>
                        <a:lnTo>
                          <a:pt x="347" y="450"/>
                        </a:lnTo>
                        <a:lnTo>
                          <a:pt x="353" y="467"/>
                        </a:lnTo>
                        <a:lnTo>
                          <a:pt x="358" y="484"/>
                        </a:lnTo>
                        <a:lnTo>
                          <a:pt x="362" y="503"/>
                        </a:lnTo>
                        <a:lnTo>
                          <a:pt x="365" y="521"/>
                        </a:lnTo>
                        <a:lnTo>
                          <a:pt x="368" y="539"/>
                        </a:lnTo>
                        <a:lnTo>
                          <a:pt x="370" y="558"/>
                        </a:lnTo>
                        <a:lnTo>
                          <a:pt x="370" y="577"/>
                        </a:lnTo>
                        <a:lnTo>
                          <a:pt x="577" y="577"/>
                        </a:lnTo>
                        <a:close/>
                      </a:path>
                    </a:pathLst>
                  </a:custGeom>
                  <a:solidFill>
                    <a:srgbClr val="EF2B2F"/>
                  </a:solidFill>
                  <a:ln>
                    <a:noFill/>
                  </a:ln>
                </p:spPr>
                <p:txBody>
                  <a:bodyPr/>
                  <a:lstStyle/>
                  <a:p>
                    <a:pPr>
                      <a:defRPr/>
                    </a:pPr>
                    <a:endParaRPr lang="en-US" sz="1050">
                      <a:latin typeface="+mj-lt"/>
                    </a:endParaRPr>
                  </a:p>
                </p:txBody>
              </p:sp>
              <p:sp>
                <p:nvSpPr>
                  <p:cNvPr id="41387" name="Freeform 524">
                    <a:extLst>
                      <a:ext uri="{FF2B5EF4-FFF2-40B4-BE49-F238E27FC236}">
                        <a16:creationId xmlns="" xmlns:a16="http://schemas.microsoft.com/office/drawing/2014/main" id="{3F51111F-37F5-C5B4-396F-A81E0F02FB57}"/>
                      </a:ext>
                    </a:extLst>
                  </p:cNvPr>
                  <p:cNvSpPr>
                    <a:spLocks/>
                  </p:cNvSpPr>
                  <p:nvPr/>
                </p:nvSpPr>
                <p:spPr bwMode="auto">
                  <a:xfrm>
                    <a:off x="1364" y="2371"/>
                    <a:ext cx="20" cy="22"/>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0" y="577"/>
                        </a:moveTo>
                        <a:lnTo>
                          <a:pt x="0" y="577"/>
                        </a:lnTo>
                        <a:lnTo>
                          <a:pt x="30" y="576"/>
                        </a:lnTo>
                        <a:lnTo>
                          <a:pt x="59" y="573"/>
                        </a:lnTo>
                        <a:lnTo>
                          <a:pt x="87" y="570"/>
                        </a:lnTo>
                        <a:lnTo>
                          <a:pt x="116" y="565"/>
                        </a:lnTo>
                        <a:lnTo>
                          <a:pt x="144" y="559"/>
                        </a:lnTo>
                        <a:lnTo>
                          <a:pt x="172" y="551"/>
                        </a:lnTo>
                        <a:lnTo>
                          <a:pt x="198" y="541"/>
                        </a:lnTo>
                        <a:lnTo>
                          <a:pt x="225" y="531"/>
                        </a:lnTo>
                        <a:lnTo>
                          <a:pt x="250" y="520"/>
                        </a:lnTo>
                        <a:lnTo>
                          <a:pt x="275" y="506"/>
                        </a:lnTo>
                        <a:lnTo>
                          <a:pt x="299" y="492"/>
                        </a:lnTo>
                        <a:lnTo>
                          <a:pt x="323" y="479"/>
                        </a:lnTo>
                        <a:lnTo>
                          <a:pt x="345" y="462"/>
                        </a:lnTo>
                        <a:lnTo>
                          <a:pt x="368" y="444"/>
                        </a:lnTo>
                        <a:lnTo>
                          <a:pt x="388" y="426"/>
                        </a:lnTo>
                        <a:lnTo>
                          <a:pt x="408" y="407"/>
                        </a:lnTo>
                        <a:lnTo>
                          <a:pt x="427" y="388"/>
                        </a:lnTo>
                        <a:lnTo>
                          <a:pt x="445" y="367"/>
                        </a:lnTo>
                        <a:lnTo>
                          <a:pt x="462" y="344"/>
                        </a:lnTo>
                        <a:lnTo>
                          <a:pt x="478" y="322"/>
                        </a:lnTo>
                        <a:lnTo>
                          <a:pt x="493" y="298"/>
                        </a:lnTo>
                        <a:lnTo>
                          <a:pt x="507" y="275"/>
                        </a:lnTo>
                        <a:lnTo>
                          <a:pt x="520" y="249"/>
                        </a:lnTo>
                        <a:lnTo>
                          <a:pt x="532" y="224"/>
                        </a:lnTo>
                        <a:lnTo>
                          <a:pt x="542" y="198"/>
                        </a:lnTo>
                        <a:lnTo>
                          <a:pt x="552" y="171"/>
                        </a:lnTo>
                        <a:lnTo>
                          <a:pt x="559" y="144"/>
                        </a:lnTo>
                        <a:lnTo>
                          <a:pt x="566" y="115"/>
                        </a:lnTo>
                        <a:lnTo>
                          <a:pt x="571" y="88"/>
                        </a:lnTo>
                        <a:lnTo>
                          <a:pt x="574" y="59"/>
                        </a:lnTo>
                        <a:lnTo>
                          <a:pt x="576" y="29"/>
                        </a:lnTo>
                        <a:lnTo>
                          <a:pt x="577" y="0"/>
                        </a:lnTo>
                        <a:lnTo>
                          <a:pt x="370" y="0"/>
                        </a:lnTo>
                        <a:lnTo>
                          <a:pt x="370" y="19"/>
                        </a:lnTo>
                        <a:lnTo>
                          <a:pt x="368" y="37"/>
                        </a:lnTo>
                        <a:lnTo>
                          <a:pt x="365" y="57"/>
                        </a:lnTo>
                        <a:lnTo>
                          <a:pt x="362" y="74"/>
                        </a:lnTo>
                        <a:lnTo>
                          <a:pt x="358" y="92"/>
                        </a:lnTo>
                        <a:lnTo>
                          <a:pt x="353" y="109"/>
                        </a:lnTo>
                        <a:lnTo>
                          <a:pt x="347" y="127"/>
                        </a:lnTo>
                        <a:lnTo>
                          <a:pt x="341" y="143"/>
                        </a:lnTo>
                        <a:lnTo>
                          <a:pt x="334" y="160"/>
                        </a:lnTo>
                        <a:lnTo>
                          <a:pt x="325" y="175"/>
                        </a:lnTo>
                        <a:lnTo>
                          <a:pt x="316" y="191"/>
                        </a:lnTo>
                        <a:lnTo>
                          <a:pt x="307" y="206"/>
                        </a:lnTo>
                        <a:lnTo>
                          <a:pt x="296" y="221"/>
                        </a:lnTo>
                        <a:lnTo>
                          <a:pt x="286" y="235"/>
                        </a:lnTo>
                        <a:lnTo>
                          <a:pt x="274" y="247"/>
                        </a:lnTo>
                        <a:lnTo>
                          <a:pt x="261" y="261"/>
                        </a:lnTo>
                        <a:lnTo>
                          <a:pt x="248" y="273"/>
                        </a:lnTo>
                        <a:lnTo>
                          <a:pt x="234" y="285"/>
                        </a:lnTo>
                        <a:lnTo>
                          <a:pt x="221" y="295"/>
                        </a:lnTo>
                        <a:lnTo>
                          <a:pt x="207" y="306"/>
                        </a:lnTo>
                        <a:lnTo>
                          <a:pt x="192" y="316"/>
                        </a:lnTo>
                        <a:lnTo>
                          <a:pt x="176" y="324"/>
                        </a:lnTo>
                        <a:lnTo>
                          <a:pt x="160" y="333"/>
                        </a:lnTo>
                        <a:lnTo>
                          <a:pt x="144" y="340"/>
                        </a:lnTo>
                        <a:lnTo>
                          <a:pt x="127" y="346"/>
                        </a:lnTo>
                        <a:lnTo>
                          <a:pt x="110" y="352"/>
                        </a:lnTo>
                        <a:lnTo>
                          <a:pt x="93" y="357"/>
                        </a:lnTo>
                        <a:lnTo>
                          <a:pt x="75" y="361"/>
                        </a:lnTo>
                        <a:lnTo>
                          <a:pt x="57" y="365"/>
                        </a:lnTo>
                        <a:lnTo>
                          <a:pt x="38" y="367"/>
                        </a:lnTo>
                        <a:lnTo>
                          <a:pt x="20" y="369"/>
                        </a:lnTo>
                        <a:lnTo>
                          <a:pt x="0" y="369"/>
                        </a:lnTo>
                        <a:lnTo>
                          <a:pt x="0" y="577"/>
                        </a:lnTo>
                        <a:close/>
                      </a:path>
                    </a:pathLst>
                  </a:custGeom>
                  <a:solidFill>
                    <a:srgbClr val="EF2B2F"/>
                  </a:solidFill>
                  <a:ln>
                    <a:noFill/>
                  </a:ln>
                </p:spPr>
                <p:txBody>
                  <a:bodyPr/>
                  <a:lstStyle/>
                  <a:p>
                    <a:pPr>
                      <a:defRPr/>
                    </a:pPr>
                    <a:endParaRPr lang="en-US" sz="1050">
                      <a:latin typeface="+mj-lt"/>
                    </a:endParaRPr>
                  </a:p>
                </p:txBody>
              </p:sp>
              <p:sp>
                <p:nvSpPr>
                  <p:cNvPr id="41388" name="Freeform 525">
                    <a:extLst>
                      <a:ext uri="{FF2B5EF4-FFF2-40B4-BE49-F238E27FC236}">
                        <a16:creationId xmlns="" xmlns:a16="http://schemas.microsoft.com/office/drawing/2014/main" id="{900B90FD-4E1B-5AAA-4320-0AA8C6E38860}"/>
                      </a:ext>
                    </a:extLst>
                  </p:cNvPr>
                  <p:cNvSpPr>
                    <a:spLocks/>
                  </p:cNvSpPr>
                  <p:nvPr/>
                </p:nvSpPr>
                <p:spPr bwMode="auto">
                  <a:xfrm>
                    <a:off x="1337" y="2371"/>
                    <a:ext cx="23" cy="22"/>
                  </a:xfrm>
                  <a:custGeom>
                    <a:avLst/>
                    <a:gdLst>
                      <a:gd name="T0" fmla="*/ 0 w 576"/>
                      <a:gd name="T1" fmla="*/ 0 h 577"/>
                      <a:gd name="T2" fmla="*/ 0 w 576"/>
                      <a:gd name="T3" fmla="*/ 0 h 577"/>
                      <a:gd name="T4" fmla="*/ 0 w 576"/>
                      <a:gd name="T5" fmla="*/ 0 h 577"/>
                      <a:gd name="T6" fmla="*/ 0 w 576"/>
                      <a:gd name="T7" fmla="*/ 0 h 577"/>
                      <a:gd name="T8" fmla="*/ 0 w 576"/>
                      <a:gd name="T9" fmla="*/ 0 h 577"/>
                      <a:gd name="T10" fmla="*/ 0 w 576"/>
                      <a:gd name="T11" fmla="*/ 0 h 577"/>
                      <a:gd name="T12" fmla="*/ 0 w 576"/>
                      <a:gd name="T13" fmla="*/ 0 h 577"/>
                      <a:gd name="T14" fmla="*/ 0 w 576"/>
                      <a:gd name="T15" fmla="*/ 0 h 577"/>
                      <a:gd name="T16" fmla="*/ 0 w 576"/>
                      <a:gd name="T17" fmla="*/ 0 h 577"/>
                      <a:gd name="T18" fmla="*/ 0 w 576"/>
                      <a:gd name="T19" fmla="*/ 0 h 577"/>
                      <a:gd name="T20" fmla="*/ 0 w 576"/>
                      <a:gd name="T21" fmla="*/ 0 h 577"/>
                      <a:gd name="T22" fmla="*/ 0 w 576"/>
                      <a:gd name="T23" fmla="*/ 0 h 577"/>
                      <a:gd name="T24" fmla="*/ 0 w 576"/>
                      <a:gd name="T25" fmla="*/ 0 h 577"/>
                      <a:gd name="T26" fmla="*/ 0 w 576"/>
                      <a:gd name="T27" fmla="*/ 0 h 577"/>
                      <a:gd name="T28" fmla="*/ 0 w 576"/>
                      <a:gd name="T29" fmla="*/ 0 h 577"/>
                      <a:gd name="T30" fmla="*/ 0 w 576"/>
                      <a:gd name="T31" fmla="*/ 0 h 577"/>
                      <a:gd name="T32" fmla="*/ 0 w 576"/>
                      <a:gd name="T33" fmla="*/ 0 h 577"/>
                      <a:gd name="T34" fmla="*/ 0 w 576"/>
                      <a:gd name="T35" fmla="*/ 0 h 577"/>
                      <a:gd name="T36" fmla="*/ 0 w 576"/>
                      <a:gd name="T37" fmla="*/ 0 h 577"/>
                      <a:gd name="T38" fmla="*/ 0 w 576"/>
                      <a:gd name="T39" fmla="*/ 0 h 577"/>
                      <a:gd name="T40" fmla="*/ 0 w 576"/>
                      <a:gd name="T41" fmla="*/ 0 h 577"/>
                      <a:gd name="T42" fmla="*/ 0 w 576"/>
                      <a:gd name="T43" fmla="*/ 0 h 577"/>
                      <a:gd name="T44" fmla="*/ 0 w 576"/>
                      <a:gd name="T45" fmla="*/ 0 h 577"/>
                      <a:gd name="T46" fmla="*/ 0 w 576"/>
                      <a:gd name="T47" fmla="*/ 0 h 577"/>
                      <a:gd name="T48" fmla="*/ 0 w 576"/>
                      <a:gd name="T49" fmla="*/ 0 h 577"/>
                      <a:gd name="T50" fmla="*/ 0 w 576"/>
                      <a:gd name="T51" fmla="*/ 0 h 577"/>
                      <a:gd name="T52" fmla="*/ 0 w 576"/>
                      <a:gd name="T53" fmla="*/ 0 h 577"/>
                      <a:gd name="T54" fmla="*/ 0 w 576"/>
                      <a:gd name="T55" fmla="*/ 0 h 577"/>
                      <a:gd name="T56" fmla="*/ 0 w 576"/>
                      <a:gd name="T57" fmla="*/ 0 h 577"/>
                      <a:gd name="T58" fmla="*/ 0 w 576"/>
                      <a:gd name="T59" fmla="*/ 0 h 577"/>
                      <a:gd name="T60" fmla="*/ 0 w 576"/>
                      <a:gd name="T61" fmla="*/ 0 h 577"/>
                      <a:gd name="T62" fmla="*/ 0 w 576"/>
                      <a:gd name="T63" fmla="*/ 0 h 577"/>
                      <a:gd name="T64" fmla="*/ 0 w 576"/>
                      <a:gd name="T65" fmla="*/ 0 h 577"/>
                      <a:gd name="T66" fmla="*/ 0 w 576"/>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7"/>
                      <a:gd name="T104" fmla="*/ 576 w 576"/>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7">
                        <a:moveTo>
                          <a:pt x="0" y="0"/>
                        </a:moveTo>
                        <a:lnTo>
                          <a:pt x="0" y="0"/>
                        </a:lnTo>
                        <a:lnTo>
                          <a:pt x="1" y="29"/>
                        </a:lnTo>
                        <a:lnTo>
                          <a:pt x="3" y="59"/>
                        </a:lnTo>
                        <a:lnTo>
                          <a:pt x="6" y="88"/>
                        </a:lnTo>
                        <a:lnTo>
                          <a:pt x="11" y="115"/>
                        </a:lnTo>
                        <a:lnTo>
                          <a:pt x="18" y="143"/>
                        </a:lnTo>
                        <a:lnTo>
                          <a:pt x="25" y="171"/>
                        </a:lnTo>
                        <a:lnTo>
                          <a:pt x="35" y="198"/>
                        </a:lnTo>
                        <a:lnTo>
                          <a:pt x="45" y="224"/>
                        </a:lnTo>
                        <a:lnTo>
                          <a:pt x="57" y="249"/>
                        </a:lnTo>
                        <a:lnTo>
                          <a:pt x="70" y="275"/>
                        </a:lnTo>
                        <a:lnTo>
                          <a:pt x="84" y="298"/>
                        </a:lnTo>
                        <a:lnTo>
                          <a:pt x="99" y="322"/>
                        </a:lnTo>
                        <a:lnTo>
                          <a:pt x="115" y="344"/>
                        </a:lnTo>
                        <a:lnTo>
                          <a:pt x="132" y="367"/>
                        </a:lnTo>
                        <a:lnTo>
                          <a:pt x="150" y="388"/>
                        </a:lnTo>
                        <a:lnTo>
                          <a:pt x="169" y="407"/>
                        </a:lnTo>
                        <a:lnTo>
                          <a:pt x="189" y="426"/>
                        </a:lnTo>
                        <a:lnTo>
                          <a:pt x="210" y="444"/>
                        </a:lnTo>
                        <a:lnTo>
                          <a:pt x="232" y="462"/>
                        </a:lnTo>
                        <a:lnTo>
                          <a:pt x="254" y="479"/>
                        </a:lnTo>
                        <a:lnTo>
                          <a:pt x="278" y="492"/>
                        </a:lnTo>
                        <a:lnTo>
                          <a:pt x="302" y="506"/>
                        </a:lnTo>
                        <a:lnTo>
                          <a:pt x="327" y="520"/>
                        </a:lnTo>
                        <a:lnTo>
                          <a:pt x="352" y="531"/>
                        </a:lnTo>
                        <a:lnTo>
                          <a:pt x="378" y="541"/>
                        </a:lnTo>
                        <a:lnTo>
                          <a:pt x="406" y="551"/>
                        </a:lnTo>
                        <a:lnTo>
                          <a:pt x="433" y="559"/>
                        </a:lnTo>
                        <a:lnTo>
                          <a:pt x="461" y="565"/>
                        </a:lnTo>
                        <a:lnTo>
                          <a:pt x="490" y="570"/>
                        </a:lnTo>
                        <a:lnTo>
                          <a:pt x="519" y="573"/>
                        </a:lnTo>
                        <a:lnTo>
                          <a:pt x="547" y="576"/>
                        </a:lnTo>
                        <a:lnTo>
                          <a:pt x="576" y="577"/>
                        </a:lnTo>
                        <a:lnTo>
                          <a:pt x="576" y="369"/>
                        </a:lnTo>
                        <a:lnTo>
                          <a:pt x="557" y="369"/>
                        </a:lnTo>
                        <a:lnTo>
                          <a:pt x="539" y="367"/>
                        </a:lnTo>
                        <a:lnTo>
                          <a:pt x="521" y="365"/>
                        </a:lnTo>
                        <a:lnTo>
                          <a:pt x="503" y="361"/>
                        </a:lnTo>
                        <a:lnTo>
                          <a:pt x="484" y="357"/>
                        </a:lnTo>
                        <a:lnTo>
                          <a:pt x="467" y="352"/>
                        </a:lnTo>
                        <a:lnTo>
                          <a:pt x="450" y="346"/>
                        </a:lnTo>
                        <a:lnTo>
                          <a:pt x="433" y="340"/>
                        </a:lnTo>
                        <a:lnTo>
                          <a:pt x="417" y="333"/>
                        </a:lnTo>
                        <a:lnTo>
                          <a:pt x="401" y="324"/>
                        </a:lnTo>
                        <a:lnTo>
                          <a:pt x="385" y="316"/>
                        </a:lnTo>
                        <a:lnTo>
                          <a:pt x="370" y="306"/>
                        </a:lnTo>
                        <a:lnTo>
                          <a:pt x="356" y="295"/>
                        </a:lnTo>
                        <a:lnTo>
                          <a:pt x="343" y="285"/>
                        </a:lnTo>
                        <a:lnTo>
                          <a:pt x="329" y="273"/>
                        </a:lnTo>
                        <a:lnTo>
                          <a:pt x="316" y="260"/>
                        </a:lnTo>
                        <a:lnTo>
                          <a:pt x="303" y="247"/>
                        </a:lnTo>
                        <a:lnTo>
                          <a:pt x="292" y="235"/>
                        </a:lnTo>
                        <a:lnTo>
                          <a:pt x="281" y="221"/>
                        </a:lnTo>
                        <a:lnTo>
                          <a:pt x="270" y="206"/>
                        </a:lnTo>
                        <a:lnTo>
                          <a:pt x="261" y="191"/>
                        </a:lnTo>
                        <a:lnTo>
                          <a:pt x="252" y="175"/>
                        </a:lnTo>
                        <a:lnTo>
                          <a:pt x="244" y="160"/>
                        </a:lnTo>
                        <a:lnTo>
                          <a:pt x="236" y="143"/>
                        </a:lnTo>
                        <a:lnTo>
                          <a:pt x="230" y="127"/>
                        </a:lnTo>
                        <a:lnTo>
                          <a:pt x="224" y="109"/>
                        </a:lnTo>
                        <a:lnTo>
                          <a:pt x="219" y="92"/>
                        </a:lnTo>
                        <a:lnTo>
                          <a:pt x="215" y="74"/>
                        </a:lnTo>
                        <a:lnTo>
                          <a:pt x="212" y="57"/>
                        </a:lnTo>
                        <a:lnTo>
                          <a:pt x="210" y="37"/>
                        </a:lnTo>
                        <a:lnTo>
                          <a:pt x="207" y="19"/>
                        </a:lnTo>
                        <a:lnTo>
                          <a:pt x="207" y="0"/>
                        </a:lnTo>
                        <a:lnTo>
                          <a:pt x="0" y="0"/>
                        </a:lnTo>
                        <a:close/>
                      </a:path>
                    </a:pathLst>
                  </a:custGeom>
                  <a:solidFill>
                    <a:srgbClr val="EF2B2F"/>
                  </a:solidFill>
                  <a:ln>
                    <a:noFill/>
                  </a:ln>
                </p:spPr>
                <p:txBody>
                  <a:bodyPr/>
                  <a:lstStyle/>
                  <a:p>
                    <a:pPr>
                      <a:defRPr/>
                    </a:pPr>
                    <a:endParaRPr lang="en-US" sz="1050">
                      <a:latin typeface="+mj-lt"/>
                    </a:endParaRPr>
                  </a:p>
                </p:txBody>
              </p:sp>
              <p:sp>
                <p:nvSpPr>
                  <p:cNvPr id="41389" name="Freeform 526">
                    <a:extLst>
                      <a:ext uri="{FF2B5EF4-FFF2-40B4-BE49-F238E27FC236}">
                        <a16:creationId xmlns="" xmlns:a16="http://schemas.microsoft.com/office/drawing/2014/main" id="{763A7C6B-9DA6-3278-263A-296A1379C1EC}"/>
                      </a:ext>
                    </a:extLst>
                  </p:cNvPr>
                  <p:cNvSpPr>
                    <a:spLocks/>
                  </p:cNvSpPr>
                  <p:nvPr/>
                </p:nvSpPr>
                <p:spPr bwMode="auto">
                  <a:xfrm>
                    <a:off x="1337" y="2350"/>
                    <a:ext cx="23" cy="16"/>
                  </a:xfrm>
                  <a:custGeom>
                    <a:avLst/>
                    <a:gdLst>
                      <a:gd name="T0" fmla="*/ 0 w 576"/>
                      <a:gd name="T1" fmla="*/ 0 h 577"/>
                      <a:gd name="T2" fmla="*/ 0 w 576"/>
                      <a:gd name="T3" fmla="*/ 0 h 577"/>
                      <a:gd name="T4" fmla="*/ 0 w 576"/>
                      <a:gd name="T5" fmla="*/ 0 h 577"/>
                      <a:gd name="T6" fmla="*/ 0 w 576"/>
                      <a:gd name="T7" fmla="*/ 0 h 577"/>
                      <a:gd name="T8" fmla="*/ 0 w 576"/>
                      <a:gd name="T9" fmla="*/ 0 h 577"/>
                      <a:gd name="T10" fmla="*/ 0 w 576"/>
                      <a:gd name="T11" fmla="*/ 0 h 577"/>
                      <a:gd name="T12" fmla="*/ 0 w 576"/>
                      <a:gd name="T13" fmla="*/ 0 h 577"/>
                      <a:gd name="T14" fmla="*/ 0 w 576"/>
                      <a:gd name="T15" fmla="*/ 0 h 577"/>
                      <a:gd name="T16" fmla="*/ 0 w 576"/>
                      <a:gd name="T17" fmla="*/ 0 h 577"/>
                      <a:gd name="T18" fmla="*/ 0 w 576"/>
                      <a:gd name="T19" fmla="*/ 0 h 577"/>
                      <a:gd name="T20" fmla="*/ 0 w 576"/>
                      <a:gd name="T21" fmla="*/ 0 h 577"/>
                      <a:gd name="T22" fmla="*/ 0 w 576"/>
                      <a:gd name="T23" fmla="*/ 0 h 577"/>
                      <a:gd name="T24" fmla="*/ 0 w 576"/>
                      <a:gd name="T25" fmla="*/ 0 h 577"/>
                      <a:gd name="T26" fmla="*/ 0 w 576"/>
                      <a:gd name="T27" fmla="*/ 0 h 577"/>
                      <a:gd name="T28" fmla="*/ 0 w 576"/>
                      <a:gd name="T29" fmla="*/ 0 h 577"/>
                      <a:gd name="T30" fmla="*/ 0 w 576"/>
                      <a:gd name="T31" fmla="*/ 0 h 577"/>
                      <a:gd name="T32" fmla="*/ 0 w 576"/>
                      <a:gd name="T33" fmla="*/ 0 h 577"/>
                      <a:gd name="T34" fmla="*/ 0 w 576"/>
                      <a:gd name="T35" fmla="*/ 0 h 577"/>
                      <a:gd name="T36" fmla="*/ 0 w 576"/>
                      <a:gd name="T37" fmla="*/ 0 h 577"/>
                      <a:gd name="T38" fmla="*/ 0 w 576"/>
                      <a:gd name="T39" fmla="*/ 0 h 577"/>
                      <a:gd name="T40" fmla="*/ 0 w 576"/>
                      <a:gd name="T41" fmla="*/ 0 h 577"/>
                      <a:gd name="T42" fmla="*/ 0 w 576"/>
                      <a:gd name="T43" fmla="*/ 0 h 577"/>
                      <a:gd name="T44" fmla="*/ 0 w 576"/>
                      <a:gd name="T45" fmla="*/ 0 h 577"/>
                      <a:gd name="T46" fmla="*/ 0 w 576"/>
                      <a:gd name="T47" fmla="*/ 0 h 577"/>
                      <a:gd name="T48" fmla="*/ 0 w 576"/>
                      <a:gd name="T49" fmla="*/ 0 h 577"/>
                      <a:gd name="T50" fmla="*/ 0 w 576"/>
                      <a:gd name="T51" fmla="*/ 0 h 577"/>
                      <a:gd name="T52" fmla="*/ 0 w 576"/>
                      <a:gd name="T53" fmla="*/ 0 h 577"/>
                      <a:gd name="T54" fmla="*/ 0 w 576"/>
                      <a:gd name="T55" fmla="*/ 0 h 577"/>
                      <a:gd name="T56" fmla="*/ 0 w 576"/>
                      <a:gd name="T57" fmla="*/ 0 h 577"/>
                      <a:gd name="T58" fmla="*/ 0 w 576"/>
                      <a:gd name="T59" fmla="*/ 0 h 577"/>
                      <a:gd name="T60" fmla="*/ 0 w 576"/>
                      <a:gd name="T61" fmla="*/ 0 h 577"/>
                      <a:gd name="T62" fmla="*/ 0 w 576"/>
                      <a:gd name="T63" fmla="*/ 0 h 577"/>
                      <a:gd name="T64" fmla="*/ 0 w 576"/>
                      <a:gd name="T65" fmla="*/ 0 h 577"/>
                      <a:gd name="T66" fmla="*/ 0 w 576"/>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7"/>
                      <a:gd name="T104" fmla="*/ 576 w 576"/>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7">
                        <a:moveTo>
                          <a:pt x="576" y="0"/>
                        </a:moveTo>
                        <a:lnTo>
                          <a:pt x="576" y="0"/>
                        </a:lnTo>
                        <a:lnTo>
                          <a:pt x="547" y="1"/>
                        </a:lnTo>
                        <a:lnTo>
                          <a:pt x="517" y="3"/>
                        </a:lnTo>
                        <a:lnTo>
                          <a:pt x="490" y="6"/>
                        </a:lnTo>
                        <a:lnTo>
                          <a:pt x="461" y="11"/>
                        </a:lnTo>
                        <a:lnTo>
                          <a:pt x="432" y="18"/>
                        </a:lnTo>
                        <a:lnTo>
                          <a:pt x="406" y="26"/>
                        </a:lnTo>
                        <a:lnTo>
                          <a:pt x="378" y="35"/>
                        </a:lnTo>
                        <a:lnTo>
                          <a:pt x="352" y="45"/>
                        </a:lnTo>
                        <a:lnTo>
                          <a:pt x="327" y="57"/>
                        </a:lnTo>
                        <a:lnTo>
                          <a:pt x="302" y="70"/>
                        </a:lnTo>
                        <a:lnTo>
                          <a:pt x="278" y="84"/>
                        </a:lnTo>
                        <a:lnTo>
                          <a:pt x="254" y="99"/>
                        </a:lnTo>
                        <a:lnTo>
                          <a:pt x="232" y="115"/>
                        </a:lnTo>
                        <a:lnTo>
                          <a:pt x="210" y="132"/>
                        </a:lnTo>
                        <a:lnTo>
                          <a:pt x="189" y="150"/>
                        </a:lnTo>
                        <a:lnTo>
                          <a:pt x="169" y="169"/>
                        </a:lnTo>
                        <a:lnTo>
                          <a:pt x="150" y="189"/>
                        </a:lnTo>
                        <a:lnTo>
                          <a:pt x="132" y="209"/>
                        </a:lnTo>
                        <a:lnTo>
                          <a:pt x="115" y="232"/>
                        </a:lnTo>
                        <a:lnTo>
                          <a:pt x="99" y="254"/>
                        </a:lnTo>
                        <a:lnTo>
                          <a:pt x="84" y="278"/>
                        </a:lnTo>
                        <a:lnTo>
                          <a:pt x="70" y="302"/>
                        </a:lnTo>
                        <a:lnTo>
                          <a:pt x="57" y="327"/>
                        </a:lnTo>
                        <a:lnTo>
                          <a:pt x="45" y="352"/>
                        </a:lnTo>
                        <a:lnTo>
                          <a:pt x="35" y="379"/>
                        </a:lnTo>
                        <a:lnTo>
                          <a:pt x="25" y="406"/>
                        </a:lnTo>
                        <a:lnTo>
                          <a:pt x="18" y="433"/>
                        </a:lnTo>
                        <a:lnTo>
                          <a:pt x="11" y="461"/>
                        </a:lnTo>
                        <a:lnTo>
                          <a:pt x="6" y="490"/>
                        </a:lnTo>
                        <a:lnTo>
                          <a:pt x="3" y="519"/>
                        </a:lnTo>
                        <a:lnTo>
                          <a:pt x="1" y="547"/>
                        </a:lnTo>
                        <a:lnTo>
                          <a:pt x="0" y="577"/>
                        </a:lnTo>
                        <a:lnTo>
                          <a:pt x="207" y="577"/>
                        </a:lnTo>
                        <a:lnTo>
                          <a:pt x="207" y="557"/>
                        </a:lnTo>
                        <a:lnTo>
                          <a:pt x="210" y="539"/>
                        </a:lnTo>
                        <a:lnTo>
                          <a:pt x="212" y="521"/>
                        </a:lnTo>
                        <a:lnTo>
                          <a:pt x="215" y="503"/>
                        </a:lnTo>
                        <a:lnTo>
                          <a:pt x="219" y="484"/>
                        </a:lnTo>
                        <a:lnTo>
                          <a:pt x="224" y="467"/>
                        </a:lnTo>
                        <a:lnTo>
                          <a:pt x="230" y="450"/>
                        </a:lnTo>
                        <a:lnTo>
                          <a:pt x="236" y="433"/>
                        </a:lnTo>
                        <a:lnTo>
                          <a:pt x="244" y="417"/>
                        </a:lnTo>
                        <a:lnTo>
                          <a:pt x="252" y="401"/>
                        </a:lnTo>
                        <a:lnTo>
                          <a:pt x="261" y="386"/>
                        </a:lnTo>
                        <a:lnTo>
                          <a:pt x="270" y="370"/>
                        </a:lnTo>
                        <a:lnTo>
                          <a:pt x="281" y="357"/>
                        </a:lnTo>
                        <a:lnTo>
                          <a:pt x="292" y="343"/>
                        </a:lnTo>
                        <a:lnTo>
                          <a:pt x="303" y="329"/>
                        </a:lnTo>
                        <a:lnTo>
                          <a:pt x="316" y="316"/>
                        </a:lnTo>
                        <a:lnTo>
                          <a:pt x="329" y="303"/>
                        </a:lnTo>
                        <a:lnTo>
                          <a:pt x="343" y="292"/>
                        </a:lnTo>
                        <a:lnTo>
                          <a:pt x="356" y="281"/>
                        </a:lnTo>
                        <a:lnTo>
                          <a:pt x="370" y="271"/>
                        </a:lnTo>
                        <a:lnTo>
                          <a:pt x="385" y="261"/>
                        </a:lnTo>
                        <a:lnTo>
                          <a:pt x="401" y="252"/>
                        </a:lnTo>
                        <a:lnTo>
                          <a:pt x="417" y="244"/>
                        </a:lnTo>
                        <a:lnTo>
                          <a:pt x="433" y="236"/>
                        </a:lnTo>
                        <a:lnTo>
                          <a:pt x="450" y="230"/>
                        </a:lnTo>
                        <a:lnTo>
                          <a:pt x="467" y="224"/>
                        </a:lnTo>
                        <a:lnTo>
                          <a:pt x="484" y="219"/>
                        </a:lnTo>
                        <a:lnTo>
                          <a:pt x="503" y="215"/>
                        </a:lnTo>
                        <a:lnTo>
                          <a:pt x="521" y="212"/>
                        </a:lnTo>
                        <a:lnTo>
                          <a:pt x="539" y="209"/>
                        </a:lnTo>
                        <a:lnTo>
                          <a:pt x="558" y="207"/>
                        </a:lnTo>
                        <a:lnTo>
                          <a:pt x="576" y="207"/>
                        </a:lnTo>
                        <a:lnTo>
                          <a:pt x="576" y="0"/>
                        </a:lnTo>
                        <a:close/>
                      </a:path>
                    </a:pathLst>
                  </a:custGeom>
                  <a:solidFill>
                    <a:srgbClr val="EF2B2F"/>
                  </a:solidFill>
                  <a:ln>
                    <a:noFill/>
                  </a:ln>
                </p:spPr>
                <p:txBody>
                  <a:bodyPr/>
                  <a:lstStyle/>
                  <a:p>
                    <a:pPr>
                      <a:defRPr/>
                    </a:pPr>
                    <a:endParaRPr lang="en-US" sz="1050">
                      <a:latin typeface="+mj-lt"/>
                    </a:endParaRPr>
                  </a:p>
                </p:txBody>
              </p:sp>
              <p:sp>
                <p:nvSpPr>
                  <p:cNvPr id="41390" name="Freeform 527">
                    <a:extLst>
                      <a:ext uri="{FF2B5EF4-FFF2-40B4-BE49-F238E27FC236}">
                        <a16:creationId xmlns="" xmlns:a16="http://schemas.microsoft.com/office/drawing/2014/main" id="{6E25E2E6-BE05-0C78-AF23-E0F105F8C913}"/>
                      </a:ext>
                    </a:extLst>
                  </p:cNvPr>
                  <p:cNvSpPr>
                    <a:spLocks/>
                  </p:cNvSpPr>
                  <p:nvPr/>
                </p:nvSpPr>
                <p:spPr bwMode="auto">
                  <a:xfrm>
                    <a:off x="1347" y="2388"/>
                    <a:ext cx="39" cy="37"/>
                  </a:xfrm>
                  <a:custGeom>
                    <a:avLst/>
                    <a:gdLst>
                      <a:gd name="T0" fmla="*/ 0 w 946"/>
                      <a:gd name="T1" fmla="*/ 0 h 945"/>
                      <a:gd name="T2" fmla="*/ 0 w 946"/>
                      <a:gd name="T3" fmla="*/ 0 h 945"/>
                      <a:gd name="T4" fmla="*/ 0 w 946"/>
                      <a:gd name="T5" fmla="*/ 0 h 945"/>
                      <a:gd name="T6" fmla="*/ 0 w 946"/>
                      <a:gd name="T7" fmla="*/ 0 h 945"/>
                      <a:gd name="T8" fmla="*/ 0 w 946"/>
                      <a:gd name="T9" fmla="*/ 0 h 945"/>
                      <a:gd name="T10" fmla="*/ 0 w 946"/>
                      <a:gd name="T11" fmla="*/ 0 h 945"/>
                      <a:gd name="T12" fmla="*/ 0 w 946"/>
                      <a:gd name="T13" fmla="*/ 0 h 945"/>
                      <a:gd name="T14" fmla="*/ 0 w 946"/>
                      <a:gd name="T15" fmla="*/ 0 h 945"/>
                      <a:gd name="T16" fmla="*/ 0 w 946"/>
                      <a:gd name="T17" fmla="*/ 0 h 945"/>
                      <a:gd name="T18" fmla="*/ 0 w 946"/>
                      <a:gd name="T19" fmla="*/ 0 h 945"/>
                      <a:gd name="T20" fmla="*/ 0 w 946"/>
                      <a:gd name="T21" fmla="*/ 0 h 945"/>
                      <a:gd name="T22" fmla="*/ 0 w 946"/>
                      <a:gd name="T23" fmla="*/ 0 h 945"/>
                      <a:gd name="T24" fmla="*/ 0 w 946"/>
                      <a:gd name="T25" fmla="*/ 0 h 945"/>
                      <a:gd name="T26" fmla="*/ 0 w 946"/>
                      <a:gd name="T27" fmla="*/ 0 h 945"/>
                      <a:gd name="T28" fmla="*/ 0 w 946"/>
                      <a:gd name="T29" fmla="*/ 0 h 945"/>
                      <a:gd name="T30" fmla="*/ 0 w 946"/>
                      <a:gd name="T31" fmla="*/ 0 h 945"/>
                      <a:gd name="T32" fmla="*/ 0 w 946"/>
                      <a:gd name="T33" fmla="*/ 0 h 945"/>
                      <a:gd name="T34" fmla="*/ 0 w 946"/>
                      <a:gd name="T35" fmla="*/ 0 h 945"/>
                      <a:gd name="T36" fmla="*/ 0 w 946"/>
                      <a:gd name="T37" fmla="*/ 0 h 945"/>
                      <a:gd name="T38" fmla="*/ 0 w 946"/>
                      <a:gd name="T39" fmla="*/ 0 h 945"/>
                      <a:gd name="T40" fmla="*/ 0 w 946"/>
                      <a:gd name="T41" fmla="*/ 0 h 945"/>
                      <a:gd name="T42" fmla="*/ 0 w 946"/>
                      <a:gd name="T43" fmla="*/ 0 h 945"/>
                      <a:gd name="T44" fmla="*/ 0 w 946"/>
                      <a:gd name="T45" fmla="*/ 0 h 945"/>
                      <a:gd name="T46" fmla="*/ 0 w 946"/>
                      <a:gd name="T47" fmla="*/ 0 h 945"/>
                      <a:gd name="T48" fmla="*/ 0 w 946"/>
                      <a:gd name="T49" fmla="*/ 0 h 945"/>
                      <a:gd name="T50" fmla="*/ 0 w 946"/>
                      <a:gd name="T51" fmla="*/ 0 h 945"/>
                      <a:gd name="T52" fmla="*/ 0 w 946"/>
                      <a:gd name="T53" fmla="*/ 0 h 945"/>
                      <a:gd name="T54" fmla="*/ 0 w 946"/>
                      <a:gd name="T55" fmla="*/ 0 h 945"/>
                      <a:gd name="T56" fmla="*/ 0 w 946"/>
                      <a:gd name="T57" fmla="*/ 0 h 945"/>
                      <a:gd name="T58" fmla="*/ 0 w 946"/>
                      <a:gd name="T59" fmla="*/ 0 h 945"/>
                      <a:gd name="T60" fmla="*/ 0 w 946"/>
                      <a:gd name="T61" fmla="*/ 0 h 945"/>
                      <a:gd name="T62" fmla="*/ 0 w 946"/>
                      <a:gd name="T63" fmla="*/ 0 h 945"/>
                      <a:gd name="T64" fmla="*/ 0 w 946"/>
                      <a:gd name="T65" fmla="*/ 0 h 945"/>
                      <a:gd name="T66" fmla="*/ 0 w 946"/>
                      <a:gd name="T67" fmla="*/ 0 h 945"/>
                      <a:gd name="T68" fmla="*/ 0 w 946"/>
                      <a:gd name="T69" fmla="*/ 0 h 945"/>
                      <a:gd name="T70" fmla="*/ 0 w 946"/>
                      <a:gd name="T71" fmla="*/ 0 h 945"/>
                      <a:gd name="T72" fmla="*/ 0 w 946"/>
                      <a:gd name="T73" fmla="*/ 0 h 945"/>
                      <a:gd name="T74" fmla="*/ 0 w 946"/>
                      <a:gd name="T75" fmla="*/ 0 h 945"/>
                      <a:gd name="T76" fmla="*/ 0 w 946"/>
                      <a:gd name="T77" fmla="*/ 0 h 945"/>
                      <a:gd name="T78" fmla="*/ 0 w 946"/>
                      <a:gd name="T79" fmla="*/ 0 h 945"/>
                      <a:gd name="T80" fmla="*/ 0 w 946"/>
                      <a:gd name="T81" fmla="*/ 0 h 945"/>
                      <a:gd name="T82" fmla="*/ 0 w 946"/>
                      <a:gd name="T83" fmla="*/ 0 h 945"/>
                      <a:gd name="T84" fmla="*/ 0 w 946"/>
                      <a:gd name="T85" fmla="*/ 0 h 94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6"/>
                      <a:gd name="T130" fmla="*/ 0 h 945"/>
                      <a:gd name="T131" fmla="*/ 946 w 946"/>
                      <a:gd name="T132" fmla="*/ 945 h 94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6" h="945">
                        <a:moveTo>
                          <a:pt x="473" y="0"/>
                        </a:moveTo>
                        <a:lnTo>
                          <a:pt x="497" y="0"/>
                        </a:lnTo>
                        <a:lnTo>
                          <a:pt x="521" y="2"/>
                        </a:lnTo>
                        <a:lnTo>
                          <a:pt x="544" y="6"/>
                        </a:lnTo>
                        <a:lnTo>
                          <a:pt x="568" y="10"/>
                        </a:lnTo>
                        <a:lnTo>
                          <a:pt x="591" y="15"/>
                        </a:lnTo>
                        <a:lnTo>
                          <a:pt x="613" y="22"/>
                        </a:lnTo>
                        <a:lnTo>
                          <a:pt x="635" y="29"/>
                        </a:lnTo>
                        <a:lnTo>
                          <a:pt x="656" y="38"/>
                        </a:lnTo>
                        <a:lnTo>
                          <a:pt x="677" y="46"/>
                        </a:lnTo>
                        <a:lnTo>
                          <a:pt x="698" y="57"/>
                        </a:lnTo>
                        <a:lnTo>
                          <a:pt x="718" y="68"/>
                        </a:lnTo>
                        <a:lnTo>
                          <a:pt x="737" y="81"/>
                        </a:lnTo>
                        <a:lnTo>
                          <a:pt x="755" y="94"/>
                        </a:lnTo>
                        <a:lnTo>
                          <a:pt x="773" y="108"/>
                        </a:lnTo>
                        <a:lnTo>
                          <a:pt x="790" y="123"/>
                        </a:lnTo>
                        <a:lnTo>
                          <a:pt x="807" y="139"/>
                        </a:lnTo>
                        <a:lnTo>
                          <a:pt x="822" y="155"/>
                        </a:lnTo>
                        <a:lnTo>
                          <a:pt x="837" y="172"/>
                        </a:lnTo>
                        <a:lnTo>
                          <a:pt x="851" y="190"/>
                        </a:lnTo>
                        <a:lnTo>
                          <a:pt x="865" y="209"/>
                        </a:lnTo>
                        <a:lnTo>
                          <a:pt x="877" y="228"/>
                        </a:lnTo>
                        <a:lnTo>
                          <a:pt x="888" y="247"/>
                        </a:lnTo>
                        <a:lnTo>
                          <a:pt x="899" y="268"/>
                        </a:lnTo>
                        <a:lnTo>
                          <a:pt x="909" y="289"/>
                        </a:lnTo>
                        <a:lnTo>
                          <a:pt x="917" y="310"/>
                        </a:lnTo>
                        <a:lnTo>
                          <a:pt x="925" y="333"/>
                        </a:lnTo>
                        <a:lnTo>
                          <a:pt x="931" y="355"/>
                        </a:lnTo>
                        <a:lnTo>
                          <a:pt x="936" y="377"/>
                        </a:lnTo>
                        <a:lnTo>
                          <a:pt x="941" y="401"/>
                        </a:lnTo>
                        <a:lnTo>
                          <a:pt x="944" y="424"/>
                        </a:lnTo>
                        <a:lnTo>
                          <a:pt x="945" y="449"/>
                        </a:lnTo>
                        <a:lnTo>
                          <a:pt x="946" y="472"/>
                        </a:lnTo>
                        <a:lnTo>
                          <a:pt x="945" y="497"/>
                        </a:lnTo>
                        <a:lnTo>
                          <a:pt x="944" y="521"/>
                        </a:lnTo>
                        <a:lnTo>
                          <a:pt x="941" y="545"/>
                        </a:lnTo>
                        <a:lnTo>
                          <a:pt x="936" y="568"/>
                        </a:lnTo>
                        <a:lnTo>
                          <a:pt x="931" y="591"/>
                        </a:lnTo>
                        <a:lnTo>
                          <a:pt x="925" y="613"/>
                        </a:lnTo>
                        <a:lnTo>
                          <a:pt x="917" y="635"/>
                        </a:lnTo>
                        <a:lnTo>
                          <a:pt x="909" y="657"/>
                        </a:lnTo>
                        <a:lnTo>
                          <a:pt x="899" y="678"/>
                        </a:lnTo>
                        <a:lnTo>
                          <a:pt x="888" y="698"/>
                        </a:lnTo>
                        <a:lnTo>
                          <a:pt x="877" y="717"/>
                        </a:lnTo>
                        <a:lnTo>
                          <a:pt x="865" y="737"/>
                        </a:lnTo>
                        <a:lnTo>
                          <a:pt x="851" y="756"/>
                        </a:lnTo>
                        <a:lnTo>
                          <a:pt x="837" y="774"/>
                        </a:lnTo>
                        <a:lnTo>
                          <a:pt x="822" y="791"/>
                        </a:lnTo>
                        <a:lnTo>
                          <a:pt x="807" y="807"/>
                        </a:lnTo>
                        <a:lnTo>
                          <a:pt x="790" y="823"/>
                        </a:lnTo>
                        <a:lnTo>
                          <a:pt x="773" y="838"/>
                        </a:lnTo>
                        <a:lnTo>
                          <a:pt x="755" y="852"/>
                        </a:lnTo>
                        <a:lnTo>
                          <a:pt x="737" y="864"/>
                        </a:lnTo>
                        <a:lnTo>
                          <a:pt x="718" y="877"/>
                        </a:lnTo>
                        <a:lnTo>
                          <a:pt x="698" y="889"/>
                        </a:lnTo>
                        <a:lnTo>
                          <a:pt x="677" y="900"/>
                        </a:lnTo>
                        <a:lnTo>
                          <a:pt x="656" y="908"/>
                        </a:lnTo>
                        <a:lnTo>
                          <a:pt x="635" y="918"/>
                        </a:lnTo>
                        <a:lnTo>
                          <a:pt x="613" y="924"/>
                        </a:lnTo>
                        <a:lnTo>
                          <a:pt x="591" y="931"/>
                        </a:lnTo>
                        <a:lnTo>
                          <a:pt x="568" y="936"/>
                        </a:lnTo>
                        <a:lnTo>
                          <a:pt x="544" y="940"/>
                        </a:lnTo>
                        <a:lnTo>
                          <a:pt x="521" y="943"/>
                        </a:lnTo>
                        <a:lnTo>
                          <a:pt x="497" y="945"/>
                        </a:lnTo>
                        <a:lnTo>
                          <a:pt x="473" y="945"/>
                        </a:lnTo>
                        <a:lnTo>
                          <a:pt x="448" y="945"/>
                        </a:lnTo>
                        <a:lnTo>
                          <a:pt x="425" y="943"/>
                        </a:lnTo>
                        <a:lnTo>
                          <a:pt x="400" y="940"/>
                        </a:lnTo>
                        <a:lnTo>
                          <a:pt x="378" y="936"/>
                        </a:lnTo>
                        <a:lnTo>
                          <a:pt x="355" y="931"/>
                        </a:lnTo>
                        <a:lnTo>
                          <a:pt x="332" y="924"/>
                        </a:lnTo>
                        <a:lnTo>
                          <a:pt x="310" y="918"/>
                        </a:lnTo>
                        <a:lnTo>
                          <a:pt x="289" y="908"/>
                        </a:lnTo>
                        <a:lnTo>
                          <a:pt x="268" y="900"/>
                        </a:lnTo>
                        <a:lnTo>
                          <a:pt x="247" y="889"/>
                        </a:lnTo>
                        <a:lnTo>
                          <a:pt x="228" y="877"/>
                        </a:lnTo>
                        <a:lnTo>
                          <a:pt x="209" y="864"/>
                        </a:lnTo>
                        <a:lnTo>
                          <a:pt x="189" y="852"/>
                        </a:lnTo>
                        <a:lnTo>
                          <a:pt x="172" y="838"/>
                        </a:lnTo>
                        <a:lnTo>
                          <a:pt x="155" y="823"/>
                        </a:lnTo>
                        <a:lnTo>
                          <a:pt x="138" y="807"/>
                        </a:lnTo>
                        <a:lnTo>
                          <a:pt x="122" y="791"/>
                        </a:lnTo>
                        <a:lnTo>
                          <a:pt x="107" y="774"/>
                        </a:lnTo>
                        <a:lnTo>
                          <a:pt x="94" y="756"/>
                        </a:lnTo>
                        <a:lnTo>
                          <a:pt x="81" y="737"/>
                        </a:lnTo>
                        <a:lnTo>
                          <a:pt x="68" y="717"/>
                        </a:lnTo>
                        <a:lnTo>
                          <a:pt x="57" y="698"/>
                        </a:lnTo>
                        <a:lnTo>
                          <a:pt x="47" y="678"/>
                        </a:lnTo>
                        <a:lnTo>
                          <a:pt x="37" y="657"/>
                        </a:lnTo>
                        <a:lnTo>
                          <a:pt x="29" y="635"/>
                        </a:lnTo>
                        <a:lnTo>
                          <a:pt x="21" y="613"/>
                        </a:lnTo>
                        <a:lnTo>
                          <a:pt x="15" y="591"/>
                        </a:lnTo>
                        <a:lnTo>
                          <a:pt x="9" y="568"/>
                        </a:lnTo>
                        <a:lnTo>
                          <a:pt x="5" y="545"/>
                        </a:lnTo>
                        <a:lnTo>
                          <a:pt x="2" y="521"/>
                        </a:lnTo>
                        <a:lnTo>
                          <a:pt x="0" y="497"/>
                        </a:lnTo>
                        <a:lnTo>
                          <a:pt x="0" y="472"/>
                        </a:lnTo>
                        <a:lnTo>
                          <a:pt x="0" y="449"/>
                        </a:lnTo>
                        <a:lnTo>
                          <a:pt x="2" y="424"/>
                        </a:lnTo>
                        <a:lnTo>
                          <a:pt x="5" y="401"/>
                        </a:lnTo>
                        <a:lnTo>
                          <a:pt x="9" y="377"/>
                        </a:lnTo>
                        <a:lnTo>
                          <a:pt x="15" y="355"/>
                        </a:lnTo>
                        <a:lnTo>
                          <a:pt x="21" y="333"/>
                        </a:lnTo>
                        <a:lnTo>
                          <a:pt x="29" y="310"/>
                        </a:lnTo>
                        <a:lnTo>
                          <a:pt x="37" y="289"/>
                        </a:lnTo>
                        <a:lnTo>
                          <a:pt x="47" y="268"/>
                        </a:lnTo>
                        <a:lnTo>
                          <a:pt x="57" y="247"/>
                        </a:lnTo>
                        <a:lnTo>
                          <a:pt x="68" y="228"/>
                        </a:lnTo>
                        <a:lnTo>
                          <a:pt x="81" y="209"/>
                        </a:lnTo>
                        <a:lnTo>
                          <a:pt x="94" y="190"/>
                        </a:lnTo>
                        <a:lnTo>
                          <a:pt x="107" y="172"/>
                        </a:lnTo>
                        <a:lnTo>
                          <a:pt x="122" y="155"/>
                        </a:lnTo>
                        <a:lnTo>
                          <a:pt x="138" y="139"/>
                        </a:lnTo>
                        <a:lnTo>
                          <a:pt x="155" y="123"/>
                        </a:lnTo>
                        <a:lnTo>
                          <a:pt x="172" y="108"/>
                        </a:lnTo>
                        <a:lnTo>
                          <a:pt x="189" y="94"/>
                        </a:lnTo>
                        <a:lnTo>
                          <a:pt x="209" y="81"/>
                        </a:lnTo>
                        <a:lnTo>
                          <a:pt x="228" y="68"/>
                        </a:lnTo>
                        <a:lnTo>
                          <a:pt x="247" y="57"/>
                        </a:lnTo>
                        <a:lnTo>
                          <a:pt x="268" y="46"/>
                        </a:lnTo>
                        <a:lnTo>
                          <a:pt x="289" y="38"/>
                        </a:lnTo>
                        <a:lnTo>
                          <a:pt x="310" y="29"/>
                        </a:lnTo>
                        <a:lnTo>
                          <a:pt x="332" y="22"/>
                        </a:lnTo>
                        <a:lnTo>
                          <a:pt x="355" y="15"/>
                        </a:lnTo>
                        <a:lnTo>
                          <a:pt x="378" y="10"/>
                        </a:lnTo>
                        <a:lnTo>
                          <a:pt x="400" y="6"/>
                        </a:lnTo>
                        <a:lnTo>
                          <a:pt x="425" y="2"/>
                        </a:lnTo>
                        <a:lnTo>
                          <a:pt x="448" y="0"/>
                        </a:lnTo>
                        <a:lnTo>
                          <a:pt x="473" y="0"/>
                        </a:lnTo>
                        <a:close/>
                      </a:path>
                    </a:pathLst>
                  </a:custGeom>
                  <a:solidFill>
                    <a:srgbClr val="DC2B19"/>
                  </a:solidFill>
                  <a:ln>
                    <a:noFill/>
                  </a:ln>
                </p:spPr>
                <p:txBody>
                  <a:bodyPr/>
                  <a:lstStyle/>
                  <a:p>
                    <a:pPr>
                      <a:defRPr/>
                    </a:pPr>
                    <a:endParaRPr lang="en-US" sz="1050">
                      <a:latin typeface="+mj-lt"/>
                    </a:endParaRPr>
                  </a:p>
                </p:txBody>
              </p:sp>
              <p:sp>
                <p:nvSpPr>
                  <p:cNvPr id="41391" name="Freeform 528">
                    <a:extLst>
                      <a:ext uri="{FF2B5EF4-FFF2-40B4-BE49-F238E27FC236}">
                        <a16:creationId xmlns="" xmlns:a16="http://schemas.microsoft.com/office/drawing/2014/main" id="{E7346F3E-6E04-BDB9-AF81-46302C930693}"/>
                      </a:ext>
                    </a:extLst>
                  </p:cNvPr>
                  <p:cNvSpPr>
                    <a:spLocks/>
                  </p:cNvSpPr>
                  <p:nvPr/>
                </p:nvSpPr>
                <p:spPr bwMode="auto">
                  <a:xfrm>
                    <a:off x="1347" y="2388"/>
                    <a:ext cx="39" cy="37"/>
                  </a:xfrm>
                  <a:custGeom>
                    <a:avLst/>
                    <a:gdLst>
                      <a:gd name="T0" fmla="*/ 0 w 946"/>
                      <a:gd name="T1" fmla="*/ 0 h 945"/>
                      <a:gd name="T2" fmla="*/ 0 w 946"/>
                      <a:gd name="T3" fmla="*/ 0 h 945"/>
                      <a:gd name="T4" fmla="*/ 0 w 946"/>
                      <a:gd name="T5" fmla="*/ 0 h 945"/>
                      <a:gd name="T6" fmla="*/ 0 w 946"/>
                      <a:gd name="T7" fmla="*/ 0 h 945"/>
                      <a:gd name="T8" fmla="*/ 0 w 946"/>
                      <a:gd name="T9" fmla="*/ 0 h 945"/>
                      <a:gd name="T10" fmla="*/ 0 w 946"/>
                      <a:gd name="T11" fmla="*/ 0 h 945"/>
                      <a:gd name="T12" fmla="*/ 0 w 946"/>
                      <a:gd name="T13" fmla="*/ 0 h 945"/>
                      <a:gd name="T14" fmla="*/ 0 w 946"/>
                      <a:gd name="T15" fmla="*/ 0 h 945"/>
                      <a:gd name="T16" fmla="*/ 0 w 946"/>
                      <a:gd name="T17" fmla="*/ 0 h 945"/>
                      <a:gd name="T18" fmla="*/ 0 w 946"/>
                      <a:gd name="T19" fmla="*/ 0 h 945"/>
                      <a:gd name="T20" fmla="*/ 0 w 946"/>
                      <a:gd name="T21" fmla="*/ 0 h 945"/>
                      <a:gd name="T22" fmla="*/ 0 w 946"/>
                      <a:gd name="T23" fmla="*/ 0 h 945"/>
                      <a:gd name="T24" fmla="*/ 0 w 946"/>
                      <a:gd name="T25" fmla="*/ 0 h 945"/>
                      <a:gd name="T26" fmla="*/ 0 w 946"/>
                      <a:gd name="T27" fmla="*/ 0 h 945"/>
                      <a:gd name="T28" fmla="*/ 0 w 946"/>
                      <a:gd name="T29" fmla="*/ 0 h 945"/>
                      <a:gd name="T30" fmla="*/ 0 w 946"/>
                      <a:gd name="T31" fmla="*/ 0 h 945"/>
                      <a:gd name="T32" fmla="*/ 0 w 946"/>
                      <a:gd name="T33" fmla="*/ 0 h 945"/>
                      <a:gd name="T34" fmla="*/ 0 w 946"/>
                      <a:gd name="T35" fmla="*/ 0 h 945"/>
                      <a:gd name="T36" fmla="*/ 0 w 946"/>
                      <a:gd name="T37" fmla="*/ 0 h 945"/>
                      <a:gd name="T38" fmla="*/ 0 w 946"/>
                      <a:gd name="T39" fmla="*/ 0 h 945"/>
                      <a:gd name="T40" fmla="*/ 0 w 946"/>
                      <a:gd name="T41" fmla="*/ 0 h 945"/>
                      <a:gd name="T42" fmla="*/ 0 w 946"/>
                      <a:gd name="T43" fmla="*/ 0 h 945"/>
                      <a:gd name="T44" fmla="*/ 0 w 946"/>
                      <a:gd name="T45" fmla="*/ 0 h 945"/>
                      <a:gd name="T46" fmla="*/ 0 w 946"/>
                      <a:gd name="T47" fmla="*/ 0 h 945"/>
                      <a:gd name="T48" fmla="*/ 0 w 946"/>
                      <a:gd name="T49" fmla="*/ 0 h 945"/>
                      <a:gd name="T50" fmla="*/ 0 w 946"/>
                      <a:gd name="T51" fmla="*/ 0 h 945"/>
                      <a:gd name="T52" fmla="*/ 0 w 946"/>
                      <a:gd name="T53" fmla="*/ 0 h 945"/>
                      <a:gd name="T54" fmla="*/ 0 w 946"/>
                      <a:gd name="T55" fmla="*/ 0 h 945"/>
                      <a:gd name="T56" fmla="*/ 0 w 946"/>
                      <a:gd name="T57" fmla="*/ 0 h 945"/>
                      <a:gd name="T58" fmla="*/ 0 w 946"/>
                      <a:gd name="T59" fmla="*/ 0 h 945"/>
                      <a:gd name="T60" fmla="*/ 0 w 946"/>
                      <a:gd name="T61" fmla="*/ 0 h 945"/>
                      <a:gd name="T62" fmla="*/ 0 w 946"/>
                      <a:gd name="T63" fmla="*/ 0 h 945"/>
                      <a:gd name="T64" fmla="*/ 0 w 946"/>
                      <a:gd name="T65" fmla="*/ 0 h 945"/>
                      <a:gd name="T66" fmla="*/ 0 w 946"/>
                      <a:gd name="T67" fmla="*/ 0 h 945"/>
                      <a:gd name="T68" fmla="*/ 0 w 946"/>
                      <a:gd name="T69" fmla="*/ 0 h 945"/>
                      <a:gd name="T70" fmla="*/ 0 w 946"/>
                      <a:gd name="T71" fmla="*/ 0 h 945"/>
                      <a:gd name="T72" fmla="*/ 0 w 946"/>
                      <a:gd name="T73" fmla="*/ 0 h 945"/>
                      <a:gd name="T74" fmla="*/ 0 w 946"/>
                      <a:gd name="T75" fmla="*/ 0 h 945"/>
                      <a:gd name="T76" fmla="*/ 0 w 946"/>
                      <a:gd name="T77" fmla="*/ 0 h 945"/>
                      <a:gd name="T78" fmla="*/ 0 w 946"/>
                      <a:gd name="T79" fmla="*/ 0 h 945"/>
                      <a:gd name="T80" fmla="*/ 0 w 946"/>
                      <a:gd name="T81" fmla="*/ 0 h 945"/>
                      <a:gd name="T82" fmla="*/ 0 w 946"/>
                      <a:gd name="T83" fmla="*/ 0 h 945"/>
                      <a:gd name="T84" fmla="*/ 0 w 946"/>
                      <a:gd name="T85" fmla="*/ 0 h 94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6"/>
                      <a:gd name="T130" fmla="*/ 0 h 945"/>
                      <a:gd name="T131" fmla="*/ 946 w 946"/>
                      <a:gd name="T132" fmla="*/ 945 h 94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6" h="945">
                        <a:moveTo>
                          <a:pt x="473" y="0"/>
                        </a:moveTo>
                        <a:lnTo>
                          <a:pt x="497" y="0"/>
                        </a:lnTo>
                        <a:lnTo>
                          <a:pt x="521" y="2"/>
                        </a:lnTo>
                        <a:lnTo>
                          <a:pt x="544" y="6"/>
                        </a:lnTo>
                        <a:lnTo>
                          <a:pt x="568" y="10"/>
                        </a:lnTo>
                        <a:lnTo>
                          <a:pt x="591" y="15"/>
                        </a:lnTo>
                        <a:lnTo>
                          <a:pt x="613" y="22"/>
                        </a:lnTo>
                        <a:lnTo>
                          <a:pt x="635" y="29"/>
                        </a:lnTo>
                        <a:lnTo>
                          <a:pt x="656" y="38"/>
                        </a:lnTo>
                        <a:lnTo>
                          <a:pt x="677" y="46"/>
                        </a:lnTo>
                        <a:lnTo>
                          <a:pt x="698" y="57"/>
                        </a:lnTo>
                        <a:lnTo>
                          <a:pt x="718" y="68"/>
                        </a:lnTo>
                        <a:lnTo>
                          <a:pt x="737" y="81"/>
                        </a:lnTo>
                        <a:lnTo>
                          <a:pt x="755" y="94"/>
                        </a:lnTo>
                        <a:lnTo>
                          <a:pt x="773" y="108"/>
                        </a:lnTo>
                        <a:lnTo>
                          <a:pt x="790" y="123"/>
                        </a:lnTo>
                        <a:lnTo>
                          <a:pt x="807" y="139"/>
                        </a:lnTo>
                        <a:lnTo>
                          <a:pt x="822" y="155"/>
                        </a:lnTo>
                        <a:lnTo>
                          <a:pt x="837" y="172"/>
                        </a:lnTo>
                        <a:lnTo>
                          <a:pt x="851" y="190"/>
                        </a:lnTo>
                        <a:lnTo>
                          <a:pt x="865" y="209"/>
                        </a:lnTo>
                        <a:lnTo>
                          <a:pt x="877" y="228"/>
                        </a:lnTo>
                        <a:lnTo>
                          <a:pt x="888" y="247"/>
                        </a:lnTo>
                        <a:lnTo>
                          <a:pt x="899" y="268"/>
                        </a:lnTo>
                        <a:lnTo>
                          <a:pt x="909" y="289"/>
                        </a:lnTo>
                        <a:lnTo>
                          <a:pt x="917" y="310"/>
                        </a:lnTo>
                        <a:lnTo>
                          <a:pt x="925" y="333"/>
                        </a:lnTo>
                        <a:lnTo>
                          <a:pt x="931" y="355"/>
                        </a:lnTo>
                        <a:lnTo>
                          <a:pt x="936" y="377"/>
                        </a:lnTo>
                        <a:lnTo>
                          <a:pt x="941" y="401"/>
                        </a:lnTo>
                        <a:lnTo>
                          <a:pt x="944" y="424"/>
                        </a:lnTo>
                        <a:lnTo>
                          <a:pt x="945" y="449"/>
                        </a:lnTo>
                        <a:lnTo>
                          <a:pt x="946" y="472"/>
                        </a:lnTo>
                        <a:lnTo>
                          <a:pt x="945" y="497"/>
                        </a:lnTo>
                        <a:lnTo>
                          <a:pt x="944" y="521"/>
                        </a:lnTo>
                        <a:lnTo>
                          <a:pt x="941" y="545"/>
                        </a:lnTo>
                        <a:lnTo>
                          <a:pt x="936" y="568"/>
                        </a:lnTo>
                        <a:lnTo>
                          <a:pt x="931" y="591"/>
                        </a:lnTo>
                        <a:lnTo>
                          <a:pt x="925" y="613"/>
                        </a:lnTo>
                        <a:lnTo>
                          <a:pt x="917" y="635"/>
                        </a:lnTo>
                        <a:lnTo>
                          <a:pt x="909" y="657"/>
                        </a:lnTo>
                        <a:lnTo>
                          <a:pt x="899" y="678"/>
                        </a:lnTo>
                        <a:lnTo>
                          <a:pt x="888" y="698"/>
                        </a:lnTo>
                        <a:lnTo>
                          <a:pt x="877" y="717"/>
                        </a:lnTo>
                        <a:lnTo>
                          <a:pt x="865" y="737"/>
                        </a:lnTo>
                        <a:lnTo>
                          <a:pt x="851" y="756"/>
                        </a:lnTo>
                        <a:lnTo>
                          <a:pt x="837" y="774"/>
                        </a:lnTo>
                        <a:lnTo>
                          <a:pt x="822" y="791"/>
                        </a:lnTo>
                        <a:lnTo>
                          <a:pt x="807" y="807"/>
                        </a:lnTo>
                        <a:lnTo>
                          <a:pt x="790" y="823"/>
                        </a:lnTo>
                        <a:lnTo>
                          <a:pt x="773" y="838"/>
                        </a:lnTo>
                        <a:lnTo>
                          <a:pt x="755" y="852"/>
                        </a:lnTo>
                        <a:lnTo>
                          <a:pt x="737" y="864"/>
                        </a:lnTo>
                        <a:lnTo>
                          <a:pt x="718" y="877"/>
                        </a:lnTo>
                        <a:lnTo>
                          <a:pt x="698" y="889"/>
                        </a:lnTo>
                        <a:lnTo>
                          <a:pt x="677" y="900"/>
                        </a:lnTo>
                        <a:lnTo>
                          <a:pt x="656" y="908"/>
                        </a:lnTo>
                        <a:lnTo>
                          <a:pt x="635" y="918"/>
                        </a:lnTo>
                        <a:lnTo>
                          <a:pt x="613" y="924"/>
                        </a:lnTo>
                        <a:lnTo>
                          <a:pt x="591" y="931"/>
                        </a:lnTo>
                        <a:lnTo>
                          <a:pt x="568" y="936"/>
                        </a:lnTo>
                        <a:lnTo>
                          <a:pt x="544" y="940"/>
                        </a:lnTo>
                        <a:lnTo>
                          <a:pt x="521" y="943"/>
                        </a:lnTo>
                        <a:lnTo>
                          <a:pt x="497" y="945"/>
                        </a:lnTo>
                        <a:lnTo>
                          <a:pt x="473" y="945"/>
                        </a:lnTo>
                        <a:lnTo>
                          <a:pt x="448" y="945"/>
                        </a:lnTo>
                        <a:lnTo>
                          <a:pt x="425" y="943"/>
                        </a:lnTo>
                        <a:lnTo>
                          <a:pt x="400" y="940"/>
                        </a:lnTo>
                        <a:lnTo>
                          <a:pt x="378" y="936"/>
                        </a:lnTo>
                        <a:lnTo>
                          <a:pt x="355" y="931"/>
                        </a:lnTo>
                        <a:lnTo>
                          <a:pt x="332" y="924"/>
                        </a:lnTo>
                        <a:lnTo>
                          <a:pt x="310" y="918"/>
                        </a:lnTo>
                        <a:lnTo>
                          <a:pt x="289" y="908"/>
                        </a:lnTo>
                        <a:lnTo>
                          <a:pt x="268" y="900"/>
                        </a:lnTo>
                        <a:lnTo>
                          <a:pt x="247" y="889"/>
                        </a:lnTo>
                        <a:lnTo>
                          <a:pt x="228" y="877"/>
                        </a:lnTo>
                        <a:lnTo>
                          <a:pt x="209" y="864"/>
                        </a:lnTo>
                        <a:lnTo>
                          <a:pt x="189" y="852"/>
                        </a:lnTo>
                        <a:lnTo>
                          <a:pt x="172" y="838"/>
                        </a:lnTo>
                        <a:lnTo>
                          <a:pt x="155" y="823"/>
                        </a:lnTo>
                        <a:lnTo>
                          <a:pt x="138" y="807"/>
                        </a:lnTo>
                        <a:lnTo>
                          <a:pt x="122" y="791"/>
                        </a:lnTo>
                        <a:lnTo>
                          <a:pt x="107" y="774"/>
                        </a:lnTo>
                        <a:lnTo>
                          <a:pt x="94" y="756"/>
                        </a:lnTo>
                        <a:lnTo>
                          <a:pt x="81" y="737"/>
                        </a:lnTo>
                        <a:lnTo>
                          <a:pt x="68" y="717"/>
                        </a:lnTo>
                        <a:lnTo>
                          <a:pt x="57" y="698"/>
                        </a:lnTo>
                        <a:lnTo>
                          <a:pt x="47" y="678"/>
                        </a:lnTo>
                        <a:lnTo>
                          <a:pt x="37" y="657"/>
                        </a:lnTo>
                        <a:lnTo>
                          <a:pt x="29" y="635"/>
                        </a:lnTo>
                        <a:lnTo>
                          <a:pt x="21" y="613"/>
                        </a:lnTo>
                        <a:lnTo>
                          <a:pt x="15" y="591"/>
                        </a:lnTo>
                        <a:lnTo>
                          <a:pt x="9" y="568"/>
                        </a:lnTo>
                        <a:lnTo>
                          <a:pt x="5" y="545"/>
                        </a:lnTo>
                        <a:lnTo>
                          <a:pt x="2" y="521"/>
                        </a:lnTo>
                        <a:lnTo>
                          <a:pt x="0" y="497"/>
                        </a:lnTo>
                        <a:lnTo>
                          <a:pt x="0" y="472"/>
                        </a:lnTo>
                        <a:lnTo>
                          <a:pt x="0" y="449"/>
                        </a:lnTo>
                        <a:lnTo>
                          <a:pt x="2" y="424"/>
                        </a:lnTo>
                        <a:lnTo>
                          <a:pt x="5" y="401"/>
                        </a:lnTo>
                        <a:lnTo>
                          <a:pt x="9" y="377"/>
                        </a:lnTo>
                        <a:lnTo>
                          <a:pt x="15" y="355"/>
                        </a:lnTo>
                        <a:lnTo>
                          <a:pt x="21" y="333"/>
                        </a:lnTo>
                        <a:lnTo>
                          <a:pt x="29" y="310"/>
                        </a:lnTo>
                        <a:lnTo>
                          <a:pt x="37" y="289"/>
                        </a:lnTo>
                        <a:lnTo>
                          <a:pt x="47" y="268"/>
                        </a:lnTo>
                        <a:lnTo>
                          <a:pt x="57" y="247"/>
                        </a:lnTo>
                        <a:lnTo>
                          <a:pt x="68" y="228"/>
                        </a:lnTo>
                        <a:lnTo>
                          <a:pt x="81" y="209"/>
                        </a:lnTo>
                        <a:lnTo>
                          <a:pt x="94" y="190"/>
                        </a:lnTo>
                        <a:lnTo>
                          <a:pt x="107" y="172"/>
                        </a:lnTo>
                        <a:lnTo>
                          <a:pt x="122" y="155"/>
                        </a:lnTo>
                        <a:lnTo>
                          <a:pt x="138" y="139"/>
                        </a:lnTo>
                        <a:lnTo>
                          <a:pt x="155" y="123"/>
                        </a:lnTo>
                        <a:lnTo>
                          <a:pt x="172" y="108"/>
                        </a:lnTo>
                        <a:lnTo>
                          <a:pt x="189" y="94"/>
                        </a:lnTo>
                        <a:lnTo>
                          <a:pt x="209" y="81"/>
                        </a:lnTo>
                        <a:lnTo>
                          <a:pt x="228" y="68"/>
                        </a:lnTo>
                        <a:lnTo>
                          <a:pt x="247" y="57"/>
                        </a:lnTo>
                        <a:lnTo>
                          <a:pt x="268" y="46"/>
                        </a:lnTo>
                        <a:lnTo>
                          <a:pt x="289" y="38"/>
                        </a:lnTo>
                        <a:lnTo>
                          <a:pt x="310" y="29"/>
                        </a:lnTo>
                        <a:lnTo>
                          <a:pt x="332" y="22"/>
                        </a:lnTo>
                        <a:lnTo>
                          <a:pt x="355" y="15"/>
                        </a:lnTo>
                        <a:lnTo>
                          <a:pt x="378" y="10"/>
                        </a:lnTo>
                        <a:lnTo>
                          <a:pt x="400" y="6"/>
                        </a:lnTo>
                        <a:lnTo>
                          <a:pt x="425" y="2"/>
                        </a:lnTo>
                        <a:lnTo>
                          <a:pt x="448" y="0"/>
                        </a:lnTo>
                        <a:lnTo>
                          <a:pt x="473" y="0"/>
                        </a:lnTo>
                      </a:path>
                    </a:pathLst>
                  </a:custGeom>
                  <a:noFill/>
                  <a:ln w="6350">
                    <a:solidFill>
                      <a:srgbClr val="EF2B2F"/>
                    </a:solidFill>
                    <a:round/>
                    <a:headEnd/>
                    <a:tailEnd/>
                  </a:ln>
                </p:spPr>
                <p:txBody>
                  <a:bodyPr/>
                  <a:lstStyle/>
                  <a:p>
                    <a:pPr>
                      <a:defRPr/>
                    </a:pPr>
                    <a:endParaRPr lang="en-US" sz="1050">
                      <a:latin typeface="+mj-lt"/>
                    </a:endParaRPr>
                  </a:p>
                </p:txBody>
              </p:sp>
              <p:sp>
                <p:nvSpPr>
                  <p:cNvPr id="41392" name="Freeform 529">
                    <a:extLst>
                      <a:ext uri="{FF2B5EF4-FFF2-40B4-BE49-F238E27FC236}">
                        <a16:creationId xmlns="" xmlns:a16="http://schemas.microsoft.com/office/drawing/2014/main" id="{8CAC30F3-0F69-DC4A-CD67-9381E3889400}"/>
                      </a:ext>
                    </a:extLst>
                  </p:cNvPr>
                  <p:cNvSpPr>
                    <a:spLocks/>
                  </p:cNvSpPr>
                  <p:nvPr/>
                </p:nvSpPr>
                <p:spPr bwMode="auto">
                  <a:xfrm>
                    <a:off x="1364" y="2422"/>
                    <a:ext cx="36" cy="36"/>
                  </a:xfrm>
                  <a:custGeom>
                    <a:avLst/>
                    <a:gdLst>
                      <a:gd name="T0" fmla="*/ 0 w 946"/>
                      <a:gd name="T1" fmla="*/ 0 h 946"/>
                      <a:gd name="T2" fmla="*/ 0 w 946"/>
                      <a:gd name="T3" fmla="*/ 0 h 946"/>
                      <a:gd name="T4" fmla="*/ 0 w 946"/>
                      <a:gd name="T5" fmla="*/ 0 h 946"/>
                      <a:gd name="T6" fmla="*/ 0 w 946"/>
                      <a:gd name="T7" fmla="*/ 0 h 946"/>
                      <a:gd name="T8" fmla="*/ 0 w 946"/>
                      <a:gd name="T9" fmla="*/ 0 h 946"/>
                      <a:gd name="T10" fmla="*/ 0 w 946"/>
                      <a:gd name="T11" fmla="*/ 0 h 946"/>
                      <a:gd name="T12" fmla="*/ 0 w 946"/>
                      <a:gd name="T13" fmla="*/ 0 h 946"/>
                      <a:gd name="T14" fmla="*/ 0 w 946"/>
                      <a:gd name="T15" fmla="*/ 0 h 946"/>
                      <a:gd name="T16" fmla="*/ 0 w 946"/>
                      <a:gd name="T17" fmla="*/ 0 h 946"/>
                      <a:gd name="T18" fmla="*/ 0 w 946"/>
                      <a:gd name="T19" fmla="*/ 0 h 946"/>
                      <a:gd name="T20" fmla="*/ 0 w 946"/>
                      <a:gd name="T21" fmla="*/ 0 h 946"/>
                      <a:gd name="T22" fmla="*/ 0 w 946"/>
                      <a:gd name="T23" fmla="*/ 0 h 946"/>
                      <a:gd name="T24" fmla="*/ 0 w 946"/>
                      <a:gd name="T25" fmla="*/ 0 h 946"/>
                      <a:gd name="T26" fmla="*/ 0 w 946"/>
                      <a:gd name="T27" fmla="*/ 0 h 946"/>
                      <a:gd name="T28" fmla="*/ 0 w 946"/>
                      <a:gd name="T29" fmla="*/ 0 h 946"/>
                      <a:gd name="T30" fmla="*/ 0 w 946"/>
                      <a:gd name="T31" fmla="*/ 0 h 946"/>
                      <a:gd name="T32" fmla="*/ 0 w 946"/>
                      <a:gd name="T33" fmla="*/ 0 h 946"/>
                      <a:gd name="T34" fmla="*/ 0 w 946"/>
                      <a:gd name="T35" fmla="*/ 0 h 946"/>
                      <a:gd name="T36" fmla="*/ 0 w 946"/>
                      <a:gd name="T37" fmla="*/ 0 h 946"/>
                      <a:gd name="T38" fmla="*/ 0 w 946"/>
                      <a:gd name="T39" fmla="*/ 0 h 946"/>
                      <a:gd name="T40" fmla="*/ 0 w 946"/>
                      <a:gd name="T41" fmla="*/ 0 h 946"/>
                      <a:gd name="T42" fmla="*/ 0 w 946"/>
                      <a:gd name="T43" fmla="*/ 0 h 946"/>
                      <a:gd name="T44" fmla="*/ 0 w 946"/>
                      <a:gd name="T45" fmla="*/ 0 h 946"/>
                      <a:gd name="T46" fmla="*/ 0 w 946"/>
                      <a:gd name="T47" fmla="*/ 0 h 946"/>
                      <a:gd name="T48" fmla="*/ 0 w 946"/>
                      <a:gd name="T49" fmla="*/ 0 h 946"/>
                      <a:gd name="T50" fmla="*/ 0 w 946"/>
                      <a:gd name="T51" fmla="*/ 0 h 946"/>
                      <a:gd name="T52" fmla="*/ 0 w 946"/>
                      <a:gd name="T53" fmla="*/ 0 h 946"/>
                      <a:gd name="T54" fmla="*/ 0 w 946"/>
                      <a:gd name="T55" fmla="*/ 0 h 946"/>
                      <a:gd name="T56" fmla="*/ 0 w 946"/>
                      <a:gd name="T57" fmla="*/ 0 h 946"/>
                      <a:gd name="T58" fmla="*/ 0 w 946"/>
                      <a:gd name="T59" fmla="*/ 0 h 946"/>
                      <a:gd name="T60" fmla="*/ 0 w 946"/>
                      <a:gd name="T61" fmla="*/ 0 h 946"/>
                      <a:gd name="T62" fmla="*/ 0 w 946"/>
                      <a:gd name="T63" fmla="*/ 0 h 946"/>
                      <a:gd name="T64" fmla="*/ 0 w 946"/>
                      <a:gd name="T65" fmla="*/ 0 h 946"/>
                      <a:gd name="T66" fmla="*/ 0 w 946"/>
                      <a:gd name="T67" fmla="*/ 0 h 946"/>
                      <a:gd name="T68" fmla="*/ 0 w 946"/>
                      <a:gd name="T69" fmla="*/ 0 h 946"/>
                      <a:gd name="T70" fmla="*/ 0 w 946"/>
                      <a:gd name="T71" fmla="*/ 0 h 946"/>
                      <a:gd name="T72" fmla="*/ 0 w 946"/>
                      <a:gd name="T73" fmla="*/ 0 h 946"/>
                      <a:gd name="T74" fmla="*/ 0 w 946"/>
                      <a:gd name="T75" fmla="*/ 0 h 946"/>
                      <a:gd name="T76" fmla="*/ 0 w 946"/>
                      <a:gd name="T77" fmla="*/ 0 h 946"/>
                      <a:gd name="T78" fmla="*/ 0 w 946"/>
                      <a:gd name="T79" fmla="*/ 0 h 946"/>
                      <a:gd name="T80" fmla="*/ 0 w 946"/>
                      <a:gd name="T81" fmla="*/ 0 h 946"/>
                      <a:gd name="T82" fmla="*/ 0 w 946"/>
                      <a:gd name="T83" fmla="*/ 0 h 946"/>
                      <a:gd name="T84" fmla="*/ 0 w 946"/>
                      <a:gd name="T85" fmla="*/ 0 h 94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6"/>
                      <a:gd name="T130" fmla="*/ 0 h 946"/>
                      <a:gd name="T131" fmla="*/ 946 w 946"/>
                      <a:gd name="T132" fmla="*/ 946 h 94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6" h="946">
                        <a:moveTo>
                          <a:pt x="473" y="0"/>
                        </a:moveTo>
                        <a:lnTo>
                          <a:pt x="497" y="1"/>
                        </a:lnTo>
                        <a:lnTo>
                          <a:pt x="521" y="2"/>
                        </a:lnTo>
                        <a:lnTo>
                          <a:pt x="545" y="5"/>
                        </a:lnTo>
                        <a:lnTo>
                          <a:pt x="568" y="9"/>
                        </a:lnTo>
                        <a:lnTo>
                          <a:pt x="590" y="15"/>
                        </a:lnTo>
                        <a:lnTo>
                          <a:pt x="613" y="21"/>
                        </a:lnTo>
                        <a:lnTo>
                          <a:pt x="635" y="28"/>
                        </a:lnTo>
                        <a:lnTo>
                          <a:pt x="656" y="37"/>
                        </a:lnTo>
                        <a:lnTo>
                          <a:pt x="678" y="47"/>
                        </a:lnTo>
                        <a:lnTo>
                          <a:pt x="698" y="57"/>
                        </a:lnTo>
                        <a:lnTo>
                          <a:pt x="717" y="69"/>
                        </a:lnTo>
                        <a:lnTo>
                          <a:pt x="736" y="81"/>
                        </a:lnTo>
                        <a:lnTo>
                          <a:pt x="756" y="94"/>
                        </a:lnTo>
                        <a:lnTo>
                          <a:pt x="774" y="108"/>
                        </a:lnTo>
                        <a:lnTo>
                          <a:pt x="791" y="123"/>
                        </a:lnTo>
                        <a:lnTo>
                          <a:pt x="807" y="138"/>
                        </a:lnTo>
                        <a:lnTo>
                          <a:pt x="823" y="155"/>
                        </a:lnTo>
                        <a:lnTo>
                          <a:pt x="838" y="172"/>
                        </a:lnTo>
                        <a:lnTo>
                          <a:pt x="851" y="190"/>
                        </a:lnTo>
                        <a:lnTo>
                          <a:pt x="865" y="208"/>
                        </a:lnTo>
                        <a:lnTo>
                          <a:pt x="877" y="228"/>
                        </a:lnTo>
                        <a:lnTo>
                          <a:pt x="889" y="248"/>
                        </a:lnTo>
                        <a:lnTo>
                          <a:pt x="899" y="268"/>
                        </a:lnTo>
                        <a:lnTo>
                          <a:pt x="909" y="289"/>
                        </a:lnTo>
                        <a:lnTo>
                          <a:pt x="916" y="311"/>
                        </a:lnTo>
                        <a:lnTo>
                          <a:pt x="924" y="332"/>
                        </a:lnTo>
                        <a:lnTo>
                          <a:pt x="930" y="354"/>
                        </a:lnTo>
                        <a:lnTo>
                          <a:pt x="936" y="378"/>
                        </a:lnTo>
                        <a:lnTo>
                          <a:pt x="940" y="401"/>
                        </a:lnTo>
                        <a:lnTo>
                          <a:pt x="943" y="425"/>
                        </a:lnTo>
                        <a:lnTo>
                          <a:pt x="945" y="448"/>
                        </a:lnTo>
                        <a:lnTo>
                          <a:pt x="946" y="473"/>
                        </a:lnTo>
                        <a:lnTo>
                          <a:pt x="945" y="497"/>
                        </a:lnTo>
                        <a:lnTo>
                          <a:pt x="943" y="521"/>
                        </a:lnTo>
                        <a:lnTo>
                          <a:pt x="940" y="545"/>
                        </a:lnTo>
                        <a:lnTo>
                          <a:pt x="936" y="568"/>
                        </a:lnTo>
                        <a:lnTo>
                          <a:pt x="930" y="591"/>
                        </a:lnTo>
                        <a:lnTo>
                          <a:pt x="924" y="613"/>
                        </a:lnTo>
                        <a:lnTo>
                          <a:pt x="916" y="636"/>
                        </a:lnTo>
                        <a:lnTo>
                          <a:pt x="909" y="657"/>
                        </a:lnTo>
                        <a:lnTo>
                          <a:pt x="899" y="677"/>
                        </a:lnTo>
                        <a:lnTo>
                          <a:pt x="889" y="698"/>
                        </a:lnTo>
                        <a:lnTo>
                          <a:pt x="877" y="718"/>
                        </a:lnTo>
                        <a:lnTo>
                          <a:pt x="865" y="737"/>
                        </a:lnTo>
                        <a:lnTo>
                          <a:pt x="851" y="756"/>
                        </a:lnTo>
                        <a:lnTo>
                          <a:pt x="838" y="773"/>
                        </a:lnTo>
                        <a:lnTo>
                          <a:pt x="823" y="790"/>
                        </a:lnTo>
                        <a:lnTo>
                          <a:pt x="807" y="807"/>
                        </a:lnTo>
                        <a:lnTo>
                          <a:pt x="791" y="823"/>
                        </a:lnTo>
                        <a:lnTo>
                          <a:pt x="774" y="838"/>
                        </a:lnTo>
                        <a:lnTo>
                          <a:pt x="756" y="852"/>
                        </a:lnTo>
                        <a:lnTo>
                          <a:pt x="736" y="865"/>
                        </a:lnTo>
                        <a:lnTo>
                          <a:pt x="717" y="878"/>
                        </a:lnTo>
                        <a:lnTo>
                          <a:pt x="698" y="888"/>
                        </a:lnTo>
                        <a:lnTo>
                          <a:pt x="678" y="899"/>
                        </a:lnTo>
                        <a:lnTo>
                          <a:pt x="656" y="909"/>
                        </a:lnTo>
                        <a:lnTo>
                          <a:pt x="635" y="917"/>
                        </a:lnTo>
                        <a:lnTo>
                          <a:pt x="613" y="925"/>
                        </a:lnTo>
                        <a:lnTo>
                          <a:pt x="590" y="931"/>
                        </a:lnTo>
                        <a:lnTo>
                          <a:pt x="568" y="936"/>
                        </a:lnTo>
                        <a:lnTo>
                          <a:pt x="545" y="941"/>
                        </a:lnTo>
                        <a:lnTo>
                          <a:pt x="521" y="944"/>
                        </a:lnTo>
                        <a:lnTo>
                          <a:pt x="497" y="946"/>
                        </a:lnTo>
                        <a:lnTo>
                          <a:pt x="473" y="946"/>
                        </a:lnTo>
                        <a:lnTo>
                          <a:pt x="449" y="946"/>
                        </a:lnTo>
                        <a:lnTo>
                          <a:pt x="424" y="944"/>
                        </a:lnTo>
                        <a:lnTo>
                          <a:pt x="401" y="941"/>
                        </a:lnTo>
                        <a:lnTo>
                          <a:pt x="377" y="936"/>
                        </a:lnTo>
                        <a:lnTo>
                          <a:pt x="355" y="931"/>
                        </a:lnTo>
                        <a:lnTo>
                          <a:pt x="333" y="925"/>
                        </a:lnTo>
                        <a:lnTo>
                          <a:pt x="310" y="917"/>
                        </a:lnTo>
                        <a:lnTo>
                          <a:pt x="289" y="909"/>
                        </a:lnTo>
                        <a:lnTo>
                          <a:pt x="268" y="899"/>
                        </a:lnTo>
                        <a:lnTo>
                          <a:pt x="247" y="888"/>
                        </a:lnTo>
                        <a:lnTo>
                          <a:pt x="228" y="878"/>
                        </a:lnTo>
                        <a:lnTo>
                          <a:pt x="209" y="865"/>
                        </a:lnTo>
                        <a:lnTo>
                          <a:pt x="190" y="852"/>
                        </a:lnTo>
                        <a:lnTo>
                          <a:pt x="172" y="838"/>
                        </a:lnTo>
                        <a:lnTo>
                          <a:pt x="155" y="823"/>
                        </a:lnTo>
                        <a:lnTo>
                          <a:pt x="139" y="807"/>
                        </a:lnTo>
                        <a:lnTo>
                          <a:pt x="123" y="790"/>
                        </a:lnTo>
                        <a:lnTo>
                          <a:pt x="108" y="773"/>
                        </a:lnTo>
                        <a:lnTo>
                          <a:pt x="94" y="756"/>
                        </a:lnTo>
                        <a:lnTo>
                          <a:pt x="81" y="737"/>
                        </a:lnTo>
                        <a:lnTo>
                          <a:pt x="68" y="718"/>
                        </a:lnTo>
                        <a:lnTo>
                          <a:pt x="57" y="698"/>
                        </a:lnTo>
                        <a:lnTo>
                          <a:pt x="46" y="677"/>
                        </a:lnTo>
                        <a:lnTo>
                          <a:pt x="37" y="657"/>
                        </a:lnTo>
                        <a:lnTo>
                          <a:pt x="28" y="636"/>
                        </a:lnTo>
                        <a:lnTo>
                          <a:pt x="21" y="613"/>
                        </a:lnTo>
                        <a:lnTo>
                          <a:pt x="15" y="591"/>
                        </a:lnTo>
                        <a:lnTo>
                          <a:pt x="10" y="568"/>
                        </a:lnTo>
                        <a:lnTo>
                          <a:pt x="5" y="545"/>
                        </a:lnTo>
                        <a:lnTo>
                          <a:pt x="2" y="521"/>
                        </a:lnTo>
                        <a:lnTo>
                          <a:pt x="0" y="497"/>
                        </a:lnTo>
                        <a:lnTo>
                          <a:pt x="0" y="473"/>
                        </a:lnTo>
                        <a:lnTo>
                          <a:pt x="0" y="448"/>
                        </a:lnTo>
                        <a:lnTo>
                          <a:pt x="2" y="425"/>
                        </a:lnTo>
                        <a:lnTo>
                          <a:pt x="5" y="401"/>
                        </a:lnTo>
                        <a:lnTo>
                          <a:pt x="10" y="378"/>
                        </a:lnTo>
                        <a:lnTo>
                          <a:pt x="15" y="354"/>
                        </a:lnTo>
                        <a:lnTo>
                          <a:pt x="21" y="332"/>
                        </a:lnTo>
                        <a:lnTo>
                          <a:pt x="28" y="311"/>
                        </a:lnTo>
                        <a:lnTo>
                          <a:pt x="37" y="289"/>
                        </a:lnTo>
                        <a:lnTo>
                          <a:pt x="46" y="268"/>
                        </a:lnTo>
                        <a:lnTo>
                          <a:pt x="57" y="248"/>
                        </a:lnTo>
                        <a:lnTo>
                          <a:pt x="68" y="228"/>
                        </a:lnTo>
                        <a:lnTo>
                          <a:pt x="81" y="208"/>
                        </a:lnTo>
                        <a:lnTo>
                          <a:pt x="94" y="190"/>
                        </a:lnTo>
                        <a:lnTo>
                          <a:pt x="108" y="172"/>
                        </a:lnTo>
                        <a:lnTo>
                          <a:pt x="123" y="155"/>
                        </a:lnTo>
                        <a:lnTo>
                          <a:pt x="139" y="138"/>
                        </a:lnTo>
                        <a:lnTo>
                          <a:pt x="155" y="123"/>
                        </a:lnTo>
                        <a:lnTo>
                          <a:pt x="172" y="108"/>
                        </a:lnTo>
                        <a:lnTo>
                          <a:pt x="190" y="94"/>
                        </a:lnTo>
                        <a:lnTo>
                          <a:pt x="209" y="81"/>
                        </a:lnTo>
                        <a:lnTo>
                          <a:pt x="228" y="69"/>
                        </a:lnTo>
                        <a:lnTo>
                          <a:pt x="247" y="57"/>
                        </a:lnTo>
                        <a:lnTo>
                          <a:pt x="268" y="47"/>
                        </a:lnTo>
                        <a:lnTo>
                          <a:pt x="289" y="37"/>
                        </a:lnTo>
                        <a:lnTo>
                          <a:pt x="310" y="28"/>
                        </a:lnTo>
                        <a:lnTo>
                          <a:pt x="333" y="21"/>
                        </a:lnTo>
                        <a:lnTo>
                          <a:pt x="355" y="15"/>
                        </a:lnTo>
                        <a:lnTo>
                          <a:pt x="377" y="9"/>
                        </a:lnTo>
                        <a:lnTo>
                          <a:pt x="401" y="5"/>
                        </a:lnTo>
                        <a:lnTo>
                          <a:pt x="424" y="2"/>
                        </a:lnTo>
                        <a:lnTo>
                          <a:pt x="449" y="1"/>
                        </a:lnTo>
                        <a:lnTo>
                          <a:pt x="473" y="0"/>
                        </a:lnTo>
                        <a:close/>
                      </a:path>
                    </a:pathLst>
                  </a:custGeom>
                  <a:solidFill>
                    <a:srgbClr val="DC2B19"/>
                  </a:solidFill>
                  <a:ln>
                    <a:noFill/>
                  </a:ln>
                </p:spPr>
                <p:txBody>
                  <a:bodyPr/>
                  <a:lstStyle/>
                  <a:p>
                    <a:pPr>
                      <a:defRPr/>
                    </a:pPr>
                    <a:endParaRPr lang="en-US" sz="1050">
                      <a:latin typeface="+mj-lt"/>
                    </a:endParaRPr>
                  </a:p>
                </p:txBody>
              </p:sp>
              <p:sp>
                <p:nvSpPr>
                  <p:cNvPr id="41393" name="Freeform 530">
                    <a:extLst>
                      <a:ext uri="{FF2B5EF4-FFF2-40B4-BE49-F238E27FC236}">
                        <a16:creationId xmlns="" xmlns:a16="http://schemas.microsoft.com/office/drawing/2014/main" id="{2C4F6BA6-5E54-9A49-2EFA-64D9670B09BE}"/>
                      </a:ext>
                    </a:extLst>
                  </p:cNvPr>
                  <p:cNvSpPr>
                    <a:spLocks/>
                  </p:cNvSpPr>
                  <p:nvPr/>
                </p:nvSpPr>
                <p:spPr bwMode="auto">
                  <a:xfrm>
                    <a:off x="1364" y="2422"/>
                    <a:ext cx="36" cy="36"/>
                  </a:xfrm>
                  <a:custGeom>
                    <a:avLst/>
                    <a:gdLst>
                      <a:gd name="T0" fmla="*/ 0 w 946"/>
                      <a:gd name="T1" fmla="*/ 0 h 946"/>
                      <a:gd name="T2" fmla="*/ 0 w 946"/>
                      <a:gd name="T3" fmla="*/ 0 h 946"/>
                      <a:gd name="T4" fmla="*/ 0 w 946"/>
                      <a:gd name="T5" fmla="*/ 0 h 946"/>
                      <a:gd name="T6" fmla="*/ 0 w 946"/>
                      <a:gd name="T7" fmla="*/ 0 h 946"/>
                      <a:gd name="T8" fmla="*/ 0 w 946"/>
                      <a:gd name="T9" fmla="*/ 0 h 946"/>
                      <a:gd name="T10" fmla="*/ 0 w 946"/>
                      <a:gd name="T11" fmla="*/ 0 h 946"/>
                      <a:gd name="T12" fmla="*/ 0 w 946"/>
                      <a:gd name="T13" fmla="*/ 0 h 946"/>
                      <a:gd name="T14" fmla="*/ 0 w 946"/>
                      <a:gd name="T15" fmla="*/ 0 h 946"/>
                      <a:gd name="T16" fmla="*/ 0 w 946"/>
                      <a:gd name="T17" fmla="*/ 0 h 946"/>
                      <a:gd name="T18" fmla="*/ 0 w 946"/>
                      <a:gd name="T19" fmla="*/ 0 h 946"/>
                      <a:gd name="T20" fmla="*/ 0 w 946"/>
                      <a:gd name="T21" fmla="*/ 0 h 946"/>
                      <a:gd name="T22" fmla="*/ 0 w 946"/>
                      <a:gd name="T23" fmla="*/ 0 h 946"/>
                      <a:gd name="T24" fmla="*/ 0 w 946"/>
                      <a:gd name="T25" fmla="*/ 0 h 946"/>
                      <a:gd name="T26" fmla="*/ 0 w 946"/>
                      <a:gd name="T27" fmla="*/ 0 h 946"/>
                      <a:gd name="T28" fmla="*/ 0 w 946"/>
                      <a:gd name="T29" fmla="*/ 0 h 946"/>
                      <a:gd name="T30" fmla="*/ 0 w 946"/>
                      <a:gd name="T31" fmla="*/ 0 h 946"/>
                      <a:gd name="T32" fmla="*/ 0 w 946"/>
                      <a:gd name="T33" fmla="*/ 0 h 946"/>
                      <a:gd name="T34" fmla="*/ 0 w 946"/>
                      <a:gd name="T35" fmla="*/ 0 h 946"/>
                      <a:gd name="T36" fmla="*/ 0 w 946"/>
                      <a:gd name="T37" fmla="*/ 0 h 946"/>
                      <a:gd name="T38" fmla="*/ 0 w 946"/>
                      <a:gd name="T39" fmla="*/ 0 h 946"/>
                      <a:gd name="T40" fmla="*/ 0 w 946"/>
                      <a:gd name="T41" fmla="*/ 0 h 946"/>
                      <a:gd name="T42" fmla="*/ 0 w 946"/>
                      <a:gd name="T43" fmla="*/ 0 h 946"/>
                      <a:gd name="T44" fmla="*/ 0 w 946"/>
                      <a:gd name="T45" fmla="*/ 0 h 946"/>
                      <a:gd name="T46" fmla="*/ 0 w 946"/>
                      <a:gd name="T47" fmla="*/ 0 h 946"/>
                      <a:gd name="T48" fmla="*/ 0 w 946"/>
                      <a:gd name="T49" fmla="*/ 0 h 946"/>
                      <a:gd name="T50" fmla="*/ 0 w 946"/>
                      <a:gd name="T51" fmla="*/ 0 h 946"/>
                      <a:gd name="T52" fmla="*/ 0 w 946"/>
                      <a:gd name="T53" fmla="*/ 0 h 946"/>
                      <a:gd name="T54" fmla="*/ 0 w 946"/>
                      <a:gd name="T55" fmla="*/ 0 h 946"/>
                      <a:gd name="T56" fmla="*/ 0 w 946"/>
                      <a:gd name="T57" fmla="*/ 0 h 946"/>
                      <a:gd name="T58" fmla="*/ 0 w 946"/>
                      <a:gd name="T59" fmla="*/ 0 h 946"/>
                      <a:gd name="T60" fmla="*/ 0 w 946"/>
                      <a:gd name="T61" fmla="*/ 0 h 946"/>
                      <a:gd name="T62" fmla="*/ 0 w 946"/>
                      <a:gd name="T63" fmla="*/ 0 h 946"/>
                      <a:gd name="T64" fmla="*/ 0 w 946"/>
                      <a:gd name="T65" fmla="*/ 0 h 946"/>
                      <a:gd name="T66" fmla="*/ 0 w 946"/>
                      <a:gd name="T67" fmla="*/ 0 h 946"/>
                      <a:gd name="T68" fmla="*/ 0 w 946"/>
                      <a:gd name="T69" fmla="*/ 0 h 946"/>
                      <a:gd name="T70" fmla="*/ 0 w 946"/>
                      <a:gd name="T71" fmla="*/ 0 h 946"/>
                      <a:gd name="T72" fmla="*/ 0 w 946"/>
                      <a:gd name="T73" fmla="*/ 0 h 946"/>
                      <a:gd name="T74" fmla="*/ 0 w 946"/>
                      <a:gd name="T75" fmla="*/ 0 h 946"/>
                      <a:gd name="T76" fmla="*/ 0 w 946"/>
                      <a:gd name="T77" fmla="*/ 0 h 946"/>
                      <a:gd name="T78" fmla="*/ 0 w 946"/>
                      <a:gd name="T79" fmla="*/ 0 h 946"/>
                      <a:gd name="T80" fmla="*/ 0 w 946"/>
                      <a:gd name="T81" fmla="*/ 0 h 946"/>
                      <a:gd name="T82" fmla="*/ 0 w 946"/>
                      <a:gd name="T83" fmla="*/ 0 h 946"/>
                      <a:gd name="T84" fmla="*/ 0 w 946"/>
                      <a:gd name="T85" fmla="*/ 0 h 94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6"/>
                      <a:gd name="T130" fmla="*/ 0 h 946"/>
                      <a:gd name="T131" fmla="*/ 946 w 946"/>
                      <a:gd name="T132" fmla="*/ 946 h 94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6" h="946">
                        <a:moveTo>
                          <a:pt x="473" y="0"/>
                        </a:moveTo>
                        <a:lnTo>
                          <a:pt x="497" y="1"/>
                        </a:lnTo>
                        <a:lnTo>
                          <a:pt x="521" y="2"/>
                        </a:lnTo>
                        <a:lnTo>
                          <a:pt x="545" y="5"/>
                        </a:lnTo>
                        <a:lnTo>
                          <a:pt x="568" y="9"/>
                        </a:lnTo>
                        <a:lnTo>
                          <a:pt x="590" y="15"/>
                        </a:lnTo>
                        <a:lnTo>
                          <a:pt x="613" y="21"/>
                        </a:lnTo>
                        <a:lnTo>
                          <a:pt x="635" y="28"/>
                        </a:lnTo>
                        <a:lnTo>
                          <a:pt x="656" y="37"/>
                        </a:lnTo>
                        <a:lnTo>
                          <a:pt x="678" y="47"/>
                        </a:lnTo>
                        <a:lnTo>
                          <a:pt x="698" y="57"/>
                        </a:lnTo>
                        <a:lnTo>
                          <a:pt x="717" y="69"/>
                        </a:lnTo>
                        <a:lnTo>
                          <a:pt x="736" y="81"/>
                        </a:lnTo>
                        <a:lnTo>
                          <a:pt x="756" y="94"/>
                        </a:lnTo>
                        <a:lnTo>
                          <a:pt x="774" y="108"/>
                        </a:lnTo>
                        <a:lnTo>
                          <a:pt x="791" y="123"/>
                        </a:lnTo>
                        <a:lnTo>
                          <a:pt x="807" y="138"/>
                        </a:lnTo>
                        <a:lnTo>
                          <a:pt x="823" y="155"/>
                        </a:lnTo>
                        <a:lnTo>
                          <a:pt x="838" y="172"/>
                        </a:lnTo>
                        <a:lnTo>
                          <a:pt x="851" y="190"/>
                        </a:lnTo>
                        <a:lnTo>
                          <a:pt x="865" y="208"/>
                        </a:lnTo>
                        <a:lnTo>
                          <a:pt x="877" y="228"/>
                        </a:lnTo>
                        <a:lnTo>
                          <a:pt x="889" y="248"/>
                        </a:lnTo>
                        <a:lnTo>
                          <a:pt x="899" y="268"/>
                        </a:lnTo>
                        <a:lnTo>
                          <a:pt x="909" y="289"/>
                        </a:lnTo>
                        <a:lnTo>
                          <a:pt x="916" y="311"/>
                        </a:lnTo>
                        <a:lnTo>
                          <a:pt x="924" y="332"/>
                        </a:lnTo>
                        <a:lnTo>
                          <a:pt x="930" y="354"/>
                        </a:lnTo>
                        <a:lnTo>
                          <a:pt x="936" y="378"/>
                        </a:lnTo>
                        <a:lnTo>
                          <a:pt x="940" y="401"/>
                        </a:lnTo>
                        <a:lnTo>
                          <a:pt x="943" y="425"/>
                        </a:lnTo>
                        <a:lnTo>
                          <a:pt x="945" y="448"/>
                        </a:lnTo>
                        <a:lnTo>
                          <a:pt x="946" y="473"/>
                        </a:lnTo>
                        <a:lnTo>
                          <a:pt x="945" y="497"/>
                        </a:lnTo>
                        <a:lnTo>
                          <a:pt x="943" y="521"/>
                        </a:lnTo>
                        <a:lnTo>
                          <a:pt x="940" y="545"/>
                        </a:lnTo>
                        <a:lnTo>
                          <a:pt x="936" y="568"/>
                        </a:lnTo>
                        <a:lnTo>
                          <a:pt x="930" y="591"/>
                        </a:lnTo>
                        <a:lnTo>
                          <a:pt x="924" y="613"/>
                        </a:lnTo>
                        <a:lnTo>
                          <a:pt x="916" y="636"/>
                        </a:lnTo>
                        <a:lnTo>
                          <a:pt x="909" y="657"/>
                        </a:lnTo>
                        <a:lnTo>
                          <a:pt x="899" y="677"/>
                        </a:lnTo>
                        <a:lnTo>
                          <a:pt x="889" y="698"/>
                        </a:lnTo>
                        <a:lnTo>
                          <a:pt x="877" y="718"/>
                        </a:lnTo>
                        <a:lnTo>
                          <a:pt x="865" y="737"/>
                        </a:lnTo>
                        <a:lnTo>
                          <a:pt x="851" y="756"/>
                        </a:lnTo>
                        <a:lnTo>
                          <a:pt x="838" y="773"/>
                        </a:lnTo>
                        <a:lnTo>
                          <a:pt x="823" y="790"/>
                        </a:lnTo>
                        <a:lnTo>
                          <a:pt x="807" y="807"/>
                        </a:lnTo>
                        <a:lnTo>
                          <a:pt x="791" y="823"/>
                        </a:lnTo>
                        <a:lnTo>
                          <a:pt x="774" y="838"/>
                        </a:lnTo>
                        <a:lnTo>
                          <a:pt x="756" y="852"/>
                        </a:lnTo>
                        <a:lnTo>
                          <a:pt x="736" y="865"/>
                        </a:lnTo>
                        <a:lnTo>
                          <a:pt x="717" y="878"/>
                        </a:lnTo>
                        <a:lnTo>
                          <a:pt x="698" y="888"/>
                        </a:lnTo>
                        <a:lnTo>
                          <a:pt x="678" y="899"/>
                        </a:lnTo>
                        <a:lnTo>
                          <a:pt x="656" y="909"/>
                        </a:lnTo>
                        <a:lnTo>
                          <a:pt x="635" y="917"/>
                        </a:lnTo>
                        <a:lnTo>
                          <a:pt x="613" y="925"/>
                        </a:lnTo>
                        <a:lnTo>
                          <a:pt x="590" y="931"/>
                        </a:lnTo>
                        <a:lnTo>
                          <a:pt x="568" y="936"/>
                        </a:lnTo>
                        <a:lnTo>
                          <a:pt x="545" y="941"/>
                        </a:lnTo>
                        <a:lnTo>
                          <a:pt x="521" y="944"/>
                        </a:lnTo>
                        <a:lnTo>
                          <a:pt x="497" y="946"/>
                        </a:lnTo>
                        <a:lnTo>
                          <a:pt x="473" y="946"/>
                        </a:lnTo>
                        <a:lnTo>
                          <a:pt x="449" y="946"/>
                        </a:lnTo>
                        <a:lnTo>
                          <a:pt x="424" y="944"/>
                        </a:lnTo>
                        <a:lnTo>
                          <a:pt x="401" y="941"/>
                        </a:lnTo>
                        <a:lnTo>
                          <a:pt x="377" y="936"/>
                        </a:lnTo>
                        <a:lnTo>
                          <a:pt x="355" y="931"/>
                        </a:lnTo>
                        <a:lnTo>
                          <a:pt x="333" y="925"/>
                        </a:lnTo>
                        <a:lnTo>
                          <a:pt x="310" y="917"/>
                        </a:lnTo>
                        <a:lnTo>
                          <a:pt x="289" y="909"/>
                        </a:lnTo>
                        <a:lnTo>
                          <a:pt x="268" y="899"/>
                        </a:lnTo>
                        <a:lnTo>
                          <a:pt x="247" y="888"/>
                        </a:lnTo>
                        <a:lnTo>
                          <a:pt x="228" y="878"/>
                        </a:lnTo>
                        <a:lnTo>
                          <a:pt x="209" y="865"/>
                        </a:lnTo>
                        <a:lnTo>
                          <a:pt x="190" y="852"/>
                        </a:lnTo>
                        <a:lnTo>
                          <a:pt x="172" y="838"/>
                        </a:lnTo>
                        <a:lnTo>
                          <a:pt x="155" y="823"/>
                        </a:lnTo>
                        <a:lnTo>
                          <a:pt x="139" y="807"/>
                        </a:lnTo>
                        <a:lnTo>
                          <a:pt x="123" y="790"/>
                        </a:lnTo>
                        <a:lnTo>
                          <a:pt x="108" y="773"/>
                        </a:lnTo>
                        <a:lnTo>
                          <a:pt x="94" y="756"/>
                        </a:lnTo>
                        <a:lnTo>
                          <a:pt x="81" y="737"/>
                        </a:lnTo>
                        <a:lnTo>
                          <a:pt x="68" y="718"/>
                        </a:lnTo>
                        <a:lnTo>
                          <a:pt x="57" y="698"/>
                        </a:lnTo>
                        <a:lnTo>
                          <a:pt x="46" y="677"/>
                        </a:lnTo>
                        <a:lnTo>
                          <a:pt x="37" y="657"/>
                        </a:lnTo>
                        <a:lnTo>
                          <a:pt x="28" y="636"/>
                        </a:lnTo>
                        <a:lnTo>
                          <a:pt x="21" y="613"/>
                        </a:lnTo>
                        <a:lnTo>
                          <a:pt x="15" y="591"/>
                        </a:lnTo>
                        <a:lnTo>
                          <a:pt x="10" y="568"/>
                        </a:lnTo>
                        <a:lnTo>
                          <a:pt x="5" y="545"/>
                        </a:lnTo>
                        <a:lnTo>
                          <a:pt x="2" y="521"/>
                        </a:lnTo>
                        <a:lnTo>
                          <a:pt x="0" y="497"/>
                        </a:lnTo>
                        <a:lnTo>
                          <a:pt x="0" y="473"/>
                        </a:lnTo>
                        <a:lnTo>
                          <a:pt x="0" y="448"/>
                        </a:lnTo>
                        <a:lnTo>
                          <a:pt x="2" y="425"/>
                        </a:lnTo>
                        <a:lnTo>
                          <a:pt x="5" y="401"/>
                        </a:lnTo>
                        <a:lnTo>
                          <a:pt x="10" y="378"/>
                        </a:lnTo>
                        <a:lnTo>
                          <a:pt x="15" y="354"/>
                        </a:lnTo>
                        <a:lnTo>
                          <a:pt x="21" y="332"/>
                        </a:lnTo>
                        <a:lnTo>
                          <a:pt x="28" y="311"/>
                        </a:lnTo>
                        <a:lnTo>
                          <a:pt x="37" y="289"/>
                        </a:lnTo>
                        <a:lnTo>
                          <a:pt x="46" y="268"/>
                        </a:lnTo>
                        <a:lnTo>
                          <a:pt x="57" y="248"/>
                        </a:lnTo>
                        <a:lnTo>
                          <a:pt x="68" y="228"/>
                        </a:lnTo>
                        <a:lnTo>
                          <a:pt x="81" y="208"/>
                        </a:lnTo>
                        <a:lnTo>
                          <a:pt x="94" y="190"/>
                        </a:lnTo>
                        <a:lnTo>
                          <a:pt x="108" y="172"/>
                        </a:lnTo>
                        <a:lnTo>
                          <a:pt x="123" y="155"/>
                        </a:lnTo>
                        <a:lnTo>
                          <a:pt x="139" y="138"/>
                        </a:lnTo>
                        <a:lnTo>
                          <a:pt x="155" y="123"/>
                        </a:lnTo>
                        <a:lnTo>
                          <a:pt x="172" y="108"/>
                        </a:lnTo>
                        <a:lnTo>
                          <a:pt x="190" y="94"/>
                        </a:lnTo>
                        <a:lnTo>
                          <a:pt x="209" y="81"/>
                        </a:lnTo>
                        <a:lnTo>
                          <a:pt x="228" y="69"/>
                        </a:lnTo>
                        <a:lnTo>
                          <a:pt x="247" y="57"/>
                        </a:lnTo>
                        <a:lnTo>
                          <a:pt x="268" y="47"/>
                        </a:lnTo>
                        <a:lnTo>
                          <a:pt x="289" y="37"/>
                        </a:lnTo>
                        <a:lnTo>
                          <a:pt x="310" y="28"/>
                        </a:lnTo>
                        <a:lnTo>
                          <a:pt x="333" y="21"/>
                        </a:lnTo>
                        <a:lnTo>
                          <a:pt x="355" y="15"/>
                        </a:lnTo>
                        <a:lnTo>
                          <a:pt x="377" y="9"/>
                        </a:lnTo>
                        <a:lnTo>
                          <a:pt x="401" y="5"/>
                        </a:lnTo>
                        <a:lnTo>
                          <a:pt x="424" y="2"/>
                        </a:lnTo>
                        <a:lnTo>
                          <a:pt x="449" y="1"/>
                        </a:lnTo>
                        <a:lnTo>
                          <a:pt x="473" y="0"/>
                        </a:lnTo>
                      </a:path>
                    </a:pathLst>
                  </a:custGeom>
                  <a:noFill/>
                  <a:ln w="6350">
                    <a:solidFill>
                      <a:srgbClr val="EF2B2F"/>
                    </a:solidFill>
                    <a:round/>
                    <a:headEnd/>
                    <a:tailEnd/>
                  </a:ln>
                </p:spPr>
                <p:txBody>
                  <a:bodyPr/>
                  <a:lstStyle/>
                  <a:p>
                    <a:pPr>
                      <a:defRPr/>
                    </a:pPr>
                    <a:endParaRPr lang="en-US" sz="1050">
                      <a:latin typeface="+mj-lt"/>
                    </a:endParaRPr>
                  </a:p>
                </p:txBody>
              </p:sp>
              <p:sp>
                <p:nvSpPr>
                  <p:cNvPr id="41394" name="Freeform 531">
                    <a:extLst>
                      <a:ext uri="{FF2B5EF4-FFF2-40B4-BE49-F238E27FC236}">
                        <a16:creationId xmlns="" xmlns:a16="http://schemas.microsoft.com/office/drawing/2014/main" id="{92D914AB-3833-96AC-6CF7-A113043DE7B8}"/>
                      </a:ext>
                    </a:extLst>
                  </p:cNvPr>
                  <p:cNvSpPr>
                    <a:spLocks/>
                  </p:cNvSpPr>
                  <p:nvPr/>
                </p:nvSpPr>
                <p:spPr bwMode="auto">
                  <a:xfrm>
                    <a:off x="1405" y="2447"/>
                    <a:ext cx="24" cy="15"/>
                  </a:xfrm>
                  <a:custGeom>
                    <a:avLst/>
                    <a:gdLst>
                      <a:gd name="T0" fmla="*/ 0 w 578"/>
                      <a:gd name="T1" fmla="*/ 0 h 577"/>
                      <a:gd name="T2" fmla="*/ 0 w 578"/>
                      <a:gd name="T3" fmla="*/ 0 h 577"/>
                      <a:gd name="T4" fmla="*/ 0 w 578"/>
                      <a:gd name="T5" fmla="*/ 0 h 577"/>
                      <a:gd name="T6" fmla="*/ 0 w 578"/>
                      <a:gd name="T7" fmla="*/ 0 h 577"/>
                      <a:gd name="T8" fmla="*/ 0 w 578"/>
                      <a:gd name="T9" fmla="*/ 0 h 577"/>
                      <a:gd name="T10" fmla="*/ 0 w 578"/>
                      <a:gd name="T11" fmla="*/ 0 h 577"/>
                      <a:gd name="T12" fmla="*/ 0 w 578"/>
                      <a:gd name="T13" fmla="*/ 0 h 577"/>
                      <a:gd name="T14" fmla="*/ 0 w 578"/>
                      <a:gd name="T15" fmla="*/ 0 h 577"/>
                      <a:gd name="T16" fmla="*/ 0 w 578"/>
                      <a:gd name="T17" fmla="*/ 0 h 577"/>
                      <a:gd name="T18" fmla="*/ 0 w 578"/>
                      <a:gd name="T19" fmla="*/ 0 h 577"/>
                      <a:gd name="T20" fmla="*/ 0 w 578"/>
                      <a:gd name="T21" fmla="*/ 0 h 577"/>
                      <a:gd name="T22" fmla="*/ 0 w 578"/>
                      <a:gd name="T23" fmla="*/ 0 h 577"/>
                      <a:gd name="T24" fmla="*/ 0 w 578"/>
                      <a:gd name="T25" fmla="*/ 0 h 577"/>
                      <a:gd name="T26" fmla="*/ 0 w 578"/>
                      <a:gd name="T27" fmla="*/ 0 h 577"/>
                      <a:gd name="T28" fmla="*/ 0 w 578"/>
                      <a:gd name="T29" fmla="*/ 0 h 577"/>
                      <a:gd name="T30" fmla="*/ 0 w 578"/>
                      <a:gd name="T31" fmla="*/ 0 h 577"/>
                      <a:gd name="T32" fmla="*/ 0 w 578"/>
                      <a:gd name="T33" fmla="*/ 0 h 577"/>
                      <a:gd name="T34" fmla="*/ 0 w 578"/>
                      <a:gd name="T35" fmla="*/ 0 h 577"/>
                      <a:gd name="T36" fmla="*/ 0 w 578"/>
                      <a:gd name="T37" fmla="*/ 0 h 577"/>
                      <a:gd name="T38" fmla="*/ 0 w 578"/>
                      <a:gd name="T39" fmla="*/ 0 h 577"/>
                      <a:gd name="T40" fmla="*/ 0 w 578"/>
                      <a:gd name="T41" fmla="*/ 0 h 577"/>
                      <a:gd name="T42" fmla="*/ 0 w 578"/>
                      <a:gd name="T43" fmla="*/ 0 h 577"/>
                      <a:gd name="T44" fmla="*/ 0 w 578"/>
                      <a:gd name="T45" fmla="*/ 0 h 577"/>
                      <a:gd name="T46" fmla="*/ 0 w 578"/>
                      <a:gd name="T47" fmla="*/ 0 h 577"/>
                      <a:gd name="T48" fmla="*/ 0 w 578"/>
                      <a:gd name="T49" fmla="*/ 0 h 577"/>
                      <a:gd name="T50" fmla="*/ 0 w 578"/>
                      <a:gd name="T51" fmla="*/ 0 h 577"/>
                      <a:gd name="T52" fmla="*/ 0 w 578"/>
                      <a:gd name="T53" fmla="*/ 0 h 577"/>
                      <a:gd name="T54" fmla="*/ 0 w 578"/>
                      <a:gd name="T55" fmla="*/ 0 h 577"/>
                      <a:gd name="T56" fmla="*/ 0 w 578"/>
                      <a:gd name="T57" fmla="*/ 0 h 577"/>
                      <a:gd name="T58" fmla="*/ 0 w 578"/>
                      <a:gd name="T59" fmla="*/ 0 h 577"/>
                      <a:gd name="T60" fmla="*/ 0 w 578"/>
                      <a:gd name="T61" fmla="*/ 0 h 577"/>
                      <a:gd name="T62" fmla="*/ 0 w 578"/>
                      <a:gd name="T63" fmla="*/ 0 h 577"/>
                      <a:gd name="T64" fmla="*/ 0 w 578"/>
                      <a:gd name="T65" fmla="*/ 0 h 577"/>
                      <a:gd name="T66" fmla="*/ 0 w 578"/>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7"/>
                      <a:gd name="T104" fmla="*/ 578 w 578"/>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7">
                        <a:moveTo>
                          <a:pt x="578" y="577"/>
                        </a:moveTo>
                        <a:lnTo>
                          <a:pt x="578" y="577"/>
                        </a:lnTo>
                        <a:lnTo>
                          <a:pt x="577" y="547"/>
                        </a:lnTo>
                        <a:lnTo>
                          <a:pt x="574" y="518"/>
                        </a:lnTo>
                        <a:lnTo>
                          <a:pt x="570" y="490"/>
                        </a:lnTo>
                        <a:lnTo>
                          <a:pt x="565" y="462"/>
                        </a:lnTo>
                        <a:lnTo>
                          <a:pt x="559" y="433"/>
                        </a:lnTo>
                        <a:lnTo>
                          <a:pt x="551" y="406"/>
                        </a:lnTo>
                        <a:lnTo>
                          <a:pt x="542" y="379"/>
                        </a:lnTo>
                        <a:lnTo>
                          <a:pt x="532" y="353"/>
                        </a:lnTo>
                        <a:lnTo>
                          <a:pt x="520" y="328"/>
                        </a:lnTo>
                        <a:lnTo>
                          <a:pt x="508" y="302"/>
                        </a:lnTo>
                        <a:lnTo>
                          <a:pt x="494" y="279"/>
                        </a:lnTo>
                        <a:lnTo>
                          <a:pt x="479" y="255"/>
                        </a:lnTo>
                        <a:lnTo>
                          <a:pt x="462" y="233"/>
                        </a:lnTo>
                        <a:lnTo>
                          <a:pt x="445" y="210"/>
                        </a:lnTo>
                        <a:lnTo>
                          <a:pt x="427" y="189"/>
                        </a:lnTo>
                        <a:lnTo>
                          <a:pt x="409" y="170"/>
                        </a:lnTo>
                        <a:lnTo>
                          <a:pt x="388" y="151"/>
                        </a:lnTo>
                        <a:lnTo>
                          <a:pt x="367" y="133"/>
                        </a:lnTo>
                        <a:lnTo>
                          <a:pt x="346" y="116"/>
                        </a:lnTo>
                        <a:lnTo>
                          <a:pt x="322" y="98"/>
                        </a:lnTo>
                        <a:lnTo>
                          <a:pt x="299" y="85"/>
                        </a:lnTo>
                        <a:lnTo>
                          <a:pt x="275" y="71"/>
                        </a:lnTo>
                        <a:lnTo>
                          <a:pt x="250" y="57"/>
                        </a:lnTo>
                        <a:lnTo>
                          <a:pt x="225" y="46"/>
                        </a:lnTo>
                        <a:lnTo>
                          <a:pt x="199" y="36"/>
                        </a:lnTo>
                        <a:lnTo>
                          <a:pt x="172" y="26"/>
                        </a:lnTo>
                        <a:lnTo>
                          <a:pt x="144" y="19"/>
                        </a:lnTo>
                        <a:lnTo>
                          <a:pt x="117" y="12"/>
                        </a:lnTo>
                        <a:lnTo>
                          <a:pt x="88" y="7"/>
                        </a:lnTo>
                        <a:lnTo>
                          <a:pt x="59" y="4"/>
                        </a:lnTo>
                        <a:lnTo>
                          <a:pt x="30" y="1"/>
                        </a:lnTo>
                        <a:lnTo>
                          <a:pt x="0" y="0"/>
                        </a:lnTo>
                        <a:lnTo>
                          <a:pt x="0" y="208"/>
                        </a:lnTo>
                        <a:lnTo>
                          <a:pt x="20" y="208"/>
                        </a:lnTo>
                        <a:lnTo>
                          <a:pt x="38" y="210"/>
                        </a:lnTo>
                        <a:lnTo>
                          <a:pt x="57" y="212"/>
                        </a:lnTo>
                        <a:lnTo>
                          <a:pt x="75" y="216"/>
                        </a:lnTo>
                        <a:lnTo>
                          <a:pt x="92" y="220"/>
                        </a:lnTo>
                        <a:lnTo>
                          <a:pt x="110" y="224"/>
                        </a:lnTo>
                        <a:lnTo>
                          <a:pt x="127" y="231"/>
                        </a:lnTo>
                        <a:lnTo>
                          <a:pt x="143" y="237"/>
                        </a:lnTo>
                        <a:lnTo>
                          <a:pt x="160" y="244"/>
                        </a:lnTo>
                        <a:lnTo>
                          <a:pt x="176" y="253"/>
                        </a:lnTo>
                        <a:lnTo>
                          <a:pt x="191" y="262"/>
                        </a:lnTo>
                        <a:lnTo>
                          <a:pt x="206" y="271"/>
                        </a:lnTo>
                        <a:lnTo>
                          <a:pt x="221" y="282"/>
                        </a:lnTo>
                        <a:lnTo>
                          <a:pt x="235" y="292"/>
                        </a:lnTo>
                        <a:lnTo>
                          <a:pt x="248" y="304"/>
                        </a:lnTo>
                        <a:lnTo>
                          <a:pt x="261" y="317"/>
                        </a:lnTo>
                        <a:lnTo>
                          <a:pt x="273" y="330"/>
                        </a:lnTo>
                        <a:lnTo>
                          <a:pt x="285" y="342"/>
                        </a:lnTo>
                        <a:lnTo>
                          <a:pt x="297" y="356"/>
                        </a:lnTo>
                        <a:lnTo>
                          <a:pt x="306" y="371"/>
                        </a:lnTo>
                        <a:lnTo>
                          <a:pt x="316" y="386"/>
                        </a:lnTo>
                        <a:lnTo>
                          <a:pt x="325" y="402"/>
                        </a:lnTo>
                        <a:lnTo>
                          <a:pt x="333" y="417"/>
                        </a:lnTo>
                        <a:lnTo>
                          <a:pt x="340" y="434"/>
                        </a:lnTo>
                        <a:lnTo>
                          <a:pt x="347" y="451"/>
                        </a:lnTo>
                        <a:lnTo>
                          <a:pt x="353" y="468"/>
                        </a:lnTo>
                        <a:lnTo>
                          <a:pt x="358" y="485"/>
                        </a:lnTo>
                        <a:lnTo>
                          <a:pt x="362" y="502"/>
                        </a:lnTo>
                        <a:lnTo>
                          <a:pt x="365" y="520"/>
                        </a:lnTo>
                        <a:lnTo>
                          <a:pt x="368" y="540"/>
                        </a:lnTo>
                        <a:lnTo>
                          <a:pt x="369" y="558"/>
                        </a:lnTo>
                        <a:lnTo>
                          <a:pt x="369" y="577"/>
                        </a:lnTo>
                        <a:lnTo>
                          <a:pt x="578" y="577"/>
                        </a:lnTo>
                        <a:close/>
                      </a:path>
                    </a:pathLst>
                  </a:custGeom>
                  <a:solidFill>
                    <a:srgbClr val="EF2B2F"/>
                  </a:solidFill>
                  <a:ln>
                    <a:noFill/>
                  </a:ln>
                </p:spPr>
                <p:txBody>
                  <a:bodyPr/>
                  <a:lstStyle/>
                  <a:p>
                    <a:pPr>
                      <a:defRPr/>
                    </a:pPr>
                    <a:endParaRPr lang="en-US" sz="1050">
                      <a:latin typeface="+mj-lt"/>
                    </a:endParaRPr>
                  </a:p>
                </p:txBody>
              </p:sp>
              <p:sp>
                <p:nvSpPr>
                  <p:cNvPr id="41395" name="Freeform 532">
                    <a:extLst>
                      <a:ext uri="{FF2B5EF4-FFF2-40B4-BE49-F238E27FC236}">
                        <a16:creationId xmlns="" xmlns:a16="http://schemas.microsoft.com/office/drawing/2014/main" id="{0D7F5E68-536B-9B5F-D992-F861049601FD}"/>
                      </a:ext>
                    </a:extLst>
                  </p:cNvPr>
                  <p:cNvSpPr>
                    <a:spLocks/>
                  </p:cNvSpPr>
                  <p:nvPr/>
                </p:nvSpPr>
                <p:spPr bwMode="auto">
                  <a:xfrm>
                    <a:off x="1405" y="2469"/>
                    <a:ext cx="24" cy="22"/>
                  </a:xfrm>
                  <a:custGeom>
                    <a:avLst/>
                    <a:gdLst>
                      <a:gd name="T0" fmla="*/ 0 w 578"/>
                      <a:gd name="T1" fmla="*/ 0 h 578"/>
                      <a:gd name="T2" fmla="*/ 0 w 578"/>
                      <a:gd name="T3" fmla="*/ 0 h 578"/>
                      <a:gd name="T4" fmla="*/ 0 w 578"/>
                      <a:gd name="T5" fmla="*/ 0 h 578"/>
                      <a:gd name="T6" fmla="*/ 0 w 578"/>
                      <a:gd name="T7" fmla="*/ 0 h 578"/>
                      <a:gd name="T8" fmla="*/ 0 w 578"/>
                      <a:gd name="T9" fmla="*/ 0 h 578"/>
                      <a:gd name="T10" fmla="*/ 0 w 578"/>
                      <a:gd name="T11" fmla="*/ 0 h 578"/>
                      <a:gd name="T12" fmla="*/ 0 w 578"/>
                      <a:gd name="T13" fmla="*/ 0 h 578"/>
                      <a:gd name="T14" fmla="*/ 0 w 578"/>
                      <a:gd name="T15" fmla="*/ 0 h 578"/>
                      <a:gd name="T16" fmla="*/ 0 w 578"/>
                      <a:gd name="T17" fmla="*/ 0 h 578"/>
                      <a:gd name="T18" fmla="*/ 0 w 578"/>
                      <a:gd name="T19" fmla="*/ 0 h 578"/>
                      <a:gd name="T20" fmla="*/ 0 w 578"/>
                      <a:gd name="T21" fmla="*/ 0 h 578"/>
                      <a:gd name="T22" fmla="*/ 0 w 578"/>
                      <a:gd name="T23" fmla="*/ 0 h 578"/>
                      <a:gd name="T24" fmla="*/ 0 w 578"/>
                      <a:gd name="T25" fmla="*/ 0 h 578"/>
                      <a:gd name="T26" fmla="*/ 0 w 578"/>
                      <a:gd name="T27" fmla="*/ 0 h 578"/>
                      <a:gd name="T28" fmla="*/ 0 w 578"/>
                      <a:gd name="T29" fmla="*/ 0 h 578"/>
                      <a:gd name="T30" fmla="*/ 0 w 578"/>
                      <a:gd name="T31" fmla="*/ 0 h 578"/>
                      <a:gd name="T32" fmla="*/ 0 w 578"/>
                      <a:gd name="T33" fmla="*/ 0 h 578"/>
                      <a:gd name="T34" fmla="*/ 0 w 578"/>
                      <a:gd name="T35" fmla="*/ 0 h 578"/>
                      <a:gd name="T36" fmla="*/ 0 w 578"/>
                      <a:gd name="T37" fmla="*/ 0 h 578"/>
                      <a:gd name="T38" fmla="*/ 0 w 578"/>
                      <a:gd name="T39" fmla="*/ 0 h 578"/>
                      <a:gd name="T40" fmla="*/ 0 w 578"/>
                      <a:gd name="T41" fmla="*/ 0 h 578"/>
                      <a:gd name="T42" fmla="*/ 0 w 578"/>
                      <a:gd name="T43" fmla="*/ 0 h 578"/>
                      <a:gd name="T44" fmla="*/ 0 w 578"/>
                      <a:gd name="T45" fmla="*/ 0 h 578"/>
                      <a:gd name="T46" fmla="*/ 0 w 578"/>
                      <a:gd name="T47" fmla="*/ 0 h 578"/>
                      <a:gd name="T48" fmla="*/ 0 w 578"/>
                      <a:gd name="T49" fmla="*/ 0 h 578"/>
                      <a:gd name="T50" fmla="*/ 0 w 578"/>
                      <a:gd name="T51" fmla="*/ 0 h 578"/>
                      <a:gd name="T52" fmla="*/ 0 w 578"/>
                      <a:gd name="T53" fmla="*/ 0 h 578"/>
                      <a:gd name="T54" fmla="*/ 0 w 578"/>
                      <a:gd name="T55" fmla="*/ 0 h 578"/>
                      <a:gd name="T56" fmla="*/ 0 w 578"/>
                      <a:gd name="T57" fmla="*/ 0 h 578"/>
                      <a:gd name="T58" fmla="*/ 0 w 578"/>
                      <a:gd name="T59" fmla="*/ 0 h 578"/>
                      <a:gd name="T60" fmla="*/ 0 w 578"/>
                      <a:gd name="T61" fmla="*/ 0 h 578"/>
                      <a:gd name="T62" fmla="*/ 0 w 578"/>
                      <a:gd name="T63" fmla="*/ 0 h 578"/>
                      <a:gd name="T64" fmla="*/ 0 w 578"/>
                      <a:gd name="T65" fmla="*/ 0 h 578"/>
                      <a:gd name="T66" fmla="*/ 0 w 578"/>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8"/>
                      <a:gd name="T104" fmla="*/ 578 w 578"/>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8">
                        <a:moveTo>
                          <a:pt x="0" y="578"/>
                        </a:moveTo>
                        <a:lnTo>
                          <a:pt x="0" y="578"/>
                        </a:lnTo>
                        <a:lnTo>
                          <a:pt x="29" y="576"/>
                        </a:lnTo>
                        <a:lnTo>
                          <a:pt x="59" y="574"/>
                        </a:lnTo>
                        <a:lnTo>
                          <a:pt x="88" y="571"/>
                        </a:lnTo>
                        <a:lnTo>
                          <a:pt x="117" y="566"/>
                        </a:lnTo>
                        <a:lnTo>
                          <a:pt x="144" y="558"/>
                        </a:lnTo>
                        <a:lnTo>
                          <a:pt x="172" y="551"/>
                        </a:lnTo>
                        <a:lnTo>
                          <a:pt x="199" y="542"/>
                        </a:lnTo>
                        <a:lnTo>
                          <a:pt x="225" y="532"/>
                        </a:lnTo>
                        <a:lnTo>
                          <a:pt x="250" y="520"/>
                        </a:lnTo>
                        <a:lnTo>
                          <a:pt x="275" y="507"/>
                        </a:lnTo>
                        <a:lnTo>
                          <a:pt x="300" y="493"/>
                        </a:lnTo>
                        <a:lnTo>
                          <a:pt x="322" y="478"/>
                        </a:lnTo>
                        <a:lnTo>
                          <a:pt x="346" y="462"/>
                        </a:lnTo>
                        <a:lnTo>
                          <a:pt x="367" y="445"/>
                        </a:lnTo>
                        <a:lnTo>
                          <a:pt x="388" y="427"/>
                        </a:lnTo>
                        <a:lnTo>
                          <a:pt x="409" y="408"/>
                        </a:lnTo>
                        <a:lnTo>
                          <a:pt x="427" y="388"/>
                        </a:lnTo>
                        <a:lnTo>
                          <a:pt x="445" y="368"/>
                        </a:lnTo>
                        <a:lnTo>
                          <a:pt x="462" y="345"/>
                        </a:lnTo>
                        <a:lnTo>
                          <a:pt x="479" y="323"/>
                        </a:lnTo>
                        <a:lnTo>
                          <a:pt x="494" y="299"/>
                        </a:lnTo>
                        <a:lnTo>
                          <a:pt x="508" y="275"/>
                        </a:lnTo>
                        <a:lnTo>
                          <a:pt x="520" y="250"/>
                        </a:lnTo>
                        <a:lnTo>
                          <a:pt x="532" y="225"/>
                        </a:lnTo>
                        <a:lnTo>
                          <a:pt x="542" y="198"/>
                        </a:lnTo>
                        <a:lnTo>
                          <a:pt x="551" y="172"/>
                        </a:lnTo>
                        <a:lnTo>
                          <a:pt x="559" y="144"/>
                        </a:lnTo>
                        <a:lnTo>
                          <a:pt x="565" y="116"/>
                        </a:lnTo>
                        <a:lnTo>
                          <a:pt x="570" y="87"/>
                        </a:lnTo>
                        <a:lnTo>
                          <a:pt x="574" y="59"/>
                        </a:lnTo>
                        <a:lnTo>
                          <a:pt x="577" y="30"/>
                        </a:lnTo>
                        <a:lnTo>
                          <a:pt x="578" y="0"/>
                        </a:lnTo>
                        <a:lnTo>
                          <a:pt x="369" y="0"/>
                        </a:lnTo>
                        <a:lnTo>
                          <a:pt x="369" y="19"/>
                        </a:lnTo>
                        <a:lnTo>
                          <a:pt x="368" y="38"/>
                        </a:lnTo>
                        <a:lnTo>
                          <a:pt x="365" y="56"/>
                        </a:lnTo>
                        <a:lnTo>
                          <a:pt x="362" y="75"/>
                        </a:lnTo>
                        <a:lnTo>
                          <a:pt x="358" y="93"/>
                        </a:lnTo>
                        <a:lnTo>
                          <a:pt x="353" y="110"/>
                        </a:lnTo>
                        <a:lnTo>
                          <a:pt x="347" y="127"/>
                        </a:lnTo>
                        <a:lnTo>
                          <a:pt x="340" y="144"/>
                        </a:lnTo>
                        <a:lnTo>
                          <a:pt x="333" y="160"/>
                        </a:lnTo>
                        <a:lnTo>
                          <a:pt x="325" y="176"/>
                        </a:lnTo>
                        <a:lnTo>
                          <a:pt x="316" y="191"/>
                        </a:lnTo>
                        <a:lnTo>
                          <a:pt x="306" y="207"/>
                        </a:lnTo>
                        <a:lnTo>
                          <a:pt x="297" y="221"/>
                        </a:lnTo>
                        <a:lnTo>
                          <a:pt x="285" y="234"/>
                        </a:lnTo>
                        <a:lnTo>
                          <a:pt x="273" y="248"/>
                        </a:lnTo>
                        <a:lnTo>
                          <a:pt x="261" y="261"/>
                        </a:lnTo>
                        <a:lnTo>
                          <a:pt x="248" y="274"/>
                        </a:lnTo>
                        <a:lnTo>
                          <a:pt x="235" y="284"/>
                        </a:lnTo>
                        <a:lnTo>
                          <a:pt x="221" y="296"/>
                        </a:lnTo>
                        <a:lnTo>
                          <a:pt x="206" y="306"/>
                        </a:lnTo>
                        <a:lnTo>
                          <a:pt x="191" y="316"/>
                        </a:lnTo>
                        <a:lnTo>
                          <a:pt x="176" y="325"/>
                        </a:lnTo>
                        <a:lnTo>
                          <a:pt x="160" y="333"/>
                        </a:lnTo>
                        <a:lnTo>
                          <a:pt x="143" y="341"/>
                        </a:lnTo>
                        <a:lnTo>
                          <a:pt x="127" y="347"/>
                        </a:lnTo>
                        <a:lnTo>
                          <a:pt x="110" y="353"/>
                        </a:lnTo>
                        <a:lnTo>
                          <a:pt x="93" y="358"/>
                        </a:lnTo>
                        <a:lnTo>
                          <a:pt x="75" y="362"/>
                        </a:lnTo>
                        <a:lnTo>
                          <a:pt x="57" y="365"/>
                        </a:lnTo>
                        <a:lnTo>
                          <a:pt x="39" y="368"/>
                        </a:lnTo>
                        <a:lnTo>
                          <a:pt x="20" y="369"/>
                        </a:lnTo>
                        <a:lnTo>
                          <a:pt x="0" y="370"/>
                        </a:lnTo>
                        <a:lnTo>
                          <a:pt x="0" y="578"/>
                        </a:lnTo>
                        <a:close/>
                      </a:path>
                    </a:pathLst>
                  </a:custGeom>
                  <a:solidFill>
                    <a:srgbClr val="EF2B2F"/>
                  </a:solidFill>
                  <a:ln>
                    <a:noFill/>
                  </a:ln>
                </p:spPr>
                <p:txBody>
                  <a:bodyPr/>
                  <a:lstStyle/>
                  <a:p>
                    <a:pPr>
                      <a:defRPr/>
                    </a:pPr>
                    <a:endParaRPr lang="en-US" sz="1050">
                      <a:latin typeface="+mj-lt"/>
                    </a:endParaRPr>
                  </a:p>
                </p:txBody>
              </p:sp>
              <p:sp>
                <p:nvSpPr>
                  <p:cNvPr id="41396" name="Freeform 533">
                    <a:extLst>
                      <a:ext uri="{FF2B5EF4-FFF2-40B4-BE49-F238E27FC236}">
                        <a16:creationId xmlns="" xmlns:a16="http://schemas.microsoft.com/office/drawing/2014/main" id="{4E8207D0-8B76-53C9-3764-1342AA9D8113}"/>
                      </a:ext>
                    </a:extLst>
                  </p:cNvPr>
                  <p:cNvSpPr>
                    <a:spLocks/>
                  </p:cNvSpPr>
                  <p:nvPr/>
                </p:nvSpPr>
                <p:spPr bwMode="auto">
                  <a:xfrm>
                    <a:off x="1382" y="2469"/>
                    <a:ext cx="23" cy="22"/>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0" y="0"/>
                        </a:moveTo>
                        <a:lnTo>
                          <a:pt x="0" y="0"/>
                        </a:lnTo>
                        <a:lnTo>
                          <a:pt x="1" y="30"/>
                        </a:lnTo>
                        <a:lnTo>
                          <a:pt x="3" y="59"/>
                        </a:lnTo>
                        <a:lnTo>
                          <a:pt x="6" y="87"/>
                        </a:lnTo>
                        <a:lnTo>
                          <a:pt x="13" y="116"/>
                        </a:lnTo>
                        <a:lnTo>
                          <a:pt x="19" y="144"/>
                        </a:lnTo>
                        <a:lnTo>
                          <a:pt x="27" y="172"/>
                        </a:lnTo>
                        <a:lnTo>
                          <a:pt x="35" y="198"/>
                        </a:lnTo>
                        <a:lnTo>
                          <a:pt x="46" y="225"/>
                        </a:lnTo>
                        <a:lnTo>
                          <a:pt x="58" y="250"/>
                        </a:lnTo>
                        <a:lnTo>
                          <a:pt x="70" y="275"/>
                        </a:lnTo>
                        <a:lnTo>
                          <a:pt x="84" y="299"/>
                        </a:lnTo>
                        <a:lnTo>
                          <a:pt x="99" y="323"/>
                        </a:lnTo>
                        <a:lnTo>
                          <a:pt x="115" y="345"/>
                        </a:lnTo>
                        <a:lnTo>
                          <a:pt x="132" y="368"/>
                        </a:lnTo>
                        <a:lnTo>
                          <a:pt x="150" y="388"/>
                        </a:lnTo>
                        <a:lnTo>
                          <a:pt x="169" y="408"/>
                        </a:lnTo>
                        <a:lnTo>
                          <a:pt x="190" y="427"/>
                        </a:lnTo>
                        <a:lnTo>
                          <a:pt x="210" y="445"/>
                        </a:lnTo>
                        <a:lnTo>
                          <a:pt x="232" y="462"/>
                        </a:lnTo>
                        <a:lnTo>
                          <a:pt x="255" y="478"/>
                        </a:lnTo>
                        <a:lnTo>
                          <a:pt x="278" y="493"/>
                        </a:lnTo>
                        <a:lnTo>
                          <a:pt x="303" y="507"/>
                        </a:lnTo>
                        <a:lnTo>
                          <a:pt x="327" y="520"/>
                        </a:lnTo>
                        <a:lnTo>
                          <a:pt x="353" y="532"/>
                        </a:lnTo>
                        <a:lnTo>
                          <a:pt x="379" y="542"/>
                        </a:lnTo>
                        <a:lnTo>
                          <a:pt x="406" y="551"/>
                        </a:lnTo>
                        <a:lnTo>
                          <a:pt x="434" y="558"/>
                        </a:lnTo>
                        <a:lnTo>
                          <a:pt x="461" y="566"/>
                        </a:lnTo>
                        <a:lnTo>
                          <a:pt x="490" y="571"/>
                        </a:lnTo>
                        <a:lnTo>
                          <a:pt x="519" y="574"/>
                        </a:lnTo>
                        <a:lnTo>
                          <a:pt x="549" y="576"/>
                        </a:lnTo>
                        <a:lnTo>
                          <a:pt x="577" y="578"/>
                        </a:lnTo>
                        <a:lnTo>
                          <a:pt x="577" y="370"/>
                        </a:lnTo>
                        <a:lnTo>
                          <a:pt x="558" y="369"/>
                        </a:lnTo>
                        <a:lnTo>
                          <a:pt x="539" y="368"/>
                        </a:lnTo>
                        <a:lnTo>
                          <a:pt x="521" y="365"/>
                        </a:lnTo>
                        <a:lnTo>
                          <a:pt x="503" y="362"/>
                        </a:lnTo>
                        <a:lnTo>
                          <a:pt x="485" y="358"/>
                        </a:lnTo>
                        <a:lnTo>
                          <a:pt x="468" y="353"/>
                        </a:lnTo>
                        <a:lnTo>
                          <a:pt x="451" y="347"/>
                        </a:lnTo>
                        <a:lnTo>
                          <a:pt x="434" y="341"/>
                        </a:lnTo>
                        <a:lnTo>
                          <a:pt x="418" y="333"/>
                        </a:lnTo>
                        <a:lnTo>
                          <a:pt x="402" y="325"/>
                        </a:lnTo>
                        <a:lnTo>
                          <a:pt x="387" y="316"/>
                        </a:lnTo>
                        <a:lnTo>
                          <a:pt x="371" y="306"/>
                        </a:lnTo>
                        <a:lnTo>
                          <a:pt x="357" y="296"/>
                        </a:lnTo>
                        <a:lnTo>
                          <a:pt x="343" y="284"/>
                        </a:lnTo>
                        <a:lnTo>
                          <a:pt x="329" y="274"/>
                        </a:lnTo>
                        <a:lnTo>
                          <a:pt x="316" y="261"/>
                        </a:lnTo>
                        <a:lnTo>
                          <a:pt x="305" y="248"/>
                        </a:lnTo>
                        <a:lnTo>
                          <a:pt x="293" y="234"/>
                        </a:lnTo>
                        <a:lnTo>
                          <a:pt x="281" y="221"/>
                        </a:lnTo>
                        <a:lnTo>
                          <a:pt x="272" y="207"/>
                        </a:lnTo>
                        <a:lnTo>
                          <a:pt x="261" y="191"/>
                        </a:lnTo>
                        <a:lnTo>
                          <a:pt x="253" y="176"/>
                        </a:lnTo>
                        <a:lnTo>
                          <a:pt x="244" y="160"/>
                        </a:lnTo>
                        <a:lnTo>
                          <a:pt x="238" y="144"/>
                        </a:lnTo>
                        <a:lnTo>
                          <a:pt x="230" y="127"/>
                        </a:lnTo>
                        <a:lnTo>
                          <a:pt x="225" y="110"/>
                        </a:lnTo>
                        <a:lnTo>
                          <a:pt x="219" y="93"/>
                        </a:lnTo>
                        <a:lnTo>
                          <a:pt x="215" y="75"/>
                        </a:lnTo>
                        <a:lnTo>
                          <a:pt x="213" y="56"/>
                        </a:lnTo>
                        <a:lnTo>
                          <a:pt x="210" y="38"/>
                        </a:lnTo>
                        <a:lnTo>
                          <a:pt x="209" y="19"/>
                        </a:lnTo>
                        <a:lnTo>
                          <a:pt x="209" y="0"/>
                        </a:lnTo>
                        <a:lnTo>
                          <a:pt x="0" y="0"/>
                        </a:lnTo>
                        <a:close/>
                      </a:path>
                    </a:pathLst>
                  </a:custGeom>
                  <a:solidFill>
                    <a:srgbClr val="EF2B2F"/>
                  </a:solidFill>
                  <a:ln>
                    <a:noFill/>
                  </a:ln>
                </p:spPr>
                <p:txBody>
                  <a:bodyPr/>
                  <a:lstStyle/>
                  <a:p>
                    <a:pPr>
                      <a:defRPr/>
                    </a:pPr>
                    <a:endParaRPr lang="en-US" sz="1050">
                      <a:latin typeface="+mj-lt"/>
                    </a:endParaRPr>
                  </a:p>
                </p:txBody>
              </p:sp>
              <p:sp>
                <p:nvSpPr>
                  <p:cNvPr id="41397" name="Freeform 534">
                    <a:extLst>
                      <a:ext uri="{FF2B5EF4-FFF2-40B4-BE49-F238E27FC236}">
                        <a16:creationId xmlns="" xmlns:a16="http://schemas.microsoft.com/office/drawing/2014/main" id="{5E84C4CD-A5CC-0398-C9A0-90CCCE97E9B1}"/>
                      </a:ext>
                    </a:extLst>
                  </p:cNvPr>
                  <p:cNvSpPr>
                    <a:spLocks/>
                  </p:cNvSpPr>
                  <p:nvPr/>
                </p:nvSpPr>
                <p:spPr bwMode="auto">
                  <a:xfrm>
                    <a:off x="1382" y="2447"/>
                    <a:ext cx="23" cy="15"/>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577" y="0"/>
                        </a:moveTo>
                        <a:lnTo>
                          <a:pt x="577" y="0"/>
                        </a:lnTo>
                        <a:lnTo>
                          <a:pt x="548" y="1"/>
                        </a:lnTo>
                        <a:lnTo>
                          <a:pt x="519" y="4"/>
                        </a:lnTo>
                        <a:lnTo>
                          <a:pt x="490" y="7"/>
                        </a:lnTo>
                        <a:lnTo>
                          <a:pt x="461" y="12"/>
                        </a:lnTo>
                        <a:lnTo>
                          <a:pt x="434" y="19"/>
                        </a:lnTo>
                        <a:lnTo>
                          <a:pt x="406" y="26"/>
                        </a:lnTo>
                        <a:lnTo>
                          <a:pt x="379" y="36"/>
                        </a:lnTo>
                        <a:lnTo>
                          <a:pt x="353" y="46"/>
                        </a:lnTo>
                        <a:lnTo>
                          <a:pt x="327" y="57"/>
                        </a:lnTo>
                        <a:lnTo>
                          <a:pt x="303" y="71"/>
                        </a:lnTo>
                        <a:lnTo>
                          <a:pt x="278" y="85"/>
                        </a:lnTo>
                        <a:lnTo>
                          <a:pt x="255" y="98"/>
                        </a:lnTo>
                        <a:lnTo>
                          <a:pt x="232" y="116"/>
                        </a:lnTo>
                        <a:lnTo>
                          <a:pt x="210" y="133"/>
                        </a:lnTo>
                        <a:lnTo>
                          <a:pt x="190" y="151"/>
                        </a:lnTo>
                        <a:lnTo>
                          <a:pt x="169" y="170"/>
                        </a:lnTo>
                        <a:lnTo>
                          <a:pt x="150" y="189"/>
                        </a:lnTo>
                        <a:lnTo>
                          <a:pt x="132" y="210"/>
                        </a:lnTo>
                        <a:lnTo>
                          <a:pt x="115" y="233"/>
                        </a:lnTo>
                        <a:lnTo>
                          <a:pt x="99" y="255"/>
                        </a:lnTo>
                        <a:lnTo>
                          <a:pt x="84" y="279"/>
                        </a:lnTo>
                        <a:lnTo>
                          <a:pt x="70" y="302"/>
                        </a:lnTo>
                        <a:lnTo>
                          <a:pt x="58" y="328"/>
                        </a:lnTo>
                        <a:lnTo>
                          <a:pt x="46" y="353"/>
                        </a:lnTo>
                        <a:lnTo>
                          <a:pt x="35" y="379"/>
                        </a:lnTo>
                        <a:lnTo>
                          <a:pt x="27" y="406"/>
                        </a:lnTo>
                        <a:lnTo>
                          <a:pt x="19" y="434"/>
                        </a:lnTo>
                        <a:lnTo>
                          <a:pt x="13" y="462"/>
                        </a:lnTo>
                        <a:lnTo>
                          <a:pt x="6" y="490"/>
                        </a:lnTo>
                        <a:lnTo>
                          <a:pt x="3" y="518"/>
                        </a:lnTo>
                        <a:lnTo>
                          <a:pt x="1" y="548"/>
                        </a:lnTo>
                        <a:lnTo>
                          <a:pt x="0" y="577"/>
                        </a:lnTo>
                        <a:lnTo>
                          <a:pt x="209" y="577"/>
                        </a:lnTo>
                        <a:lnTo>
                          <a:pt x="209" y="558"/>
                        </a:lnTo>
                        <a:lnTo>
                          <a:pt x="210" y="540"/>
                        </a:lnTo>
                        <a:lnTo>
                          <a:pt x="213" y="520"/>
                        </a:lnTo>
                        <a:lnTo>
                          <a:pt x="215" y="502"/>
                        </a:lnTo>
                        <a:lnTo>
                          <a:pt x="219" y="485"/>
                        </a:lnTo>
                        <a:lnTo>
                          <a:pt x="225" y="468"/>
                        </a:lnTo>
                        <a:lnTo>
                          <a:pt x="230" y="451"/>
                        </a:lnTo>
                        <a:lnTo>
                          <a:pt x="238" y="434"/>
                        </a:lnTo>
                        <a:lnTo>
                          <a:pt x="244" y="417"/>
                        </a:lnTo>
                        <a:lnTo>
                          <a:pt x="253" y="402"/>
                        </a:lnTo>
                        <a:lnTo>
                          <a:pt x="261" y="386"/>
                        </a:lnTo>
                        <a:lnTo>
                          <a:pt x="272" y="371"/>
                        </a:lnTo>
                        <a:lnTo>
                          <a:pt x="281" y="356"/>
                        </a:lnTo>
                        <a:lnTo>
                          <a:pt x="293" y="342"/>
                        </a:lnTo>
                        <a:lnTo>
                          <a:pt x="305" y="330"/>
                        </a:lnTo>
                        <a:lnTo>
                          <a:pt x="316" y="317"/>
                        </a:lnTo>
                        <a:lnTo>
                          <a:pt x="329" y="304"/>
                        </a:lnTo>
                        <a:lnTo>
                          <a:pt x="343" y="292"/>
                        </a:lnTo>
                        <a:lnTo>
                          <a:pt x="357" y="282"/>
                        </a:lnTo>
                        <a:lnTo>
                          <a:pt x="371" y="271"/>
                        </a:lnTo>
                        <a:lnTo>
                          <a:pt x="387" y="262"/>
                        </a:lnTo>
                        <a:lnTo>
                          <a:pt x="402" y="253"/>
                        </a:lnTo>
                        <a:lnTo>
                          <a:pt x="418" y="244"/>
                        </a:lnTo>
                        <a:lnTo>
                          <a:pt x="434" y="237"/>
                        </a:lnTo>
                        <a:lnTo>
                          <a:pt x="451" y="231"/>
                        </a:lnTo>
                        <a:lnTo>
                          <a:pt x="468" y="224"/>
                        </a:lnTo>
                        <a:lnTo>
                          <a:pt x="486" y="220"/>
                        </a:lnTo>
                        <a:lnTo>
                          <a:pt x="503" y="216"/>
                        </a:lnTo>
                        <a:lnTo>
                          <a:pt x="521" y="212"/>
                        </a:lnTo>
                        <a:lnTo>
                          <a:pt x="539" y="210"/>
                        </a:lnTo>
                        <a:lnTo>
                          <a:pt x="558" y="208"/>
                        </a:lnTo>
                        <a:lnTo>
                          <a:pt x="577" y="208"/>
                        </a:lnTo>
                        <a:lnTo>
                          <a:pt x="577" y="0"/>
                        </a:lnTo>
                        <a:close/>
                      </a:path>
                    </a:pathLst>
                  </a:custGeom>
                  <a:solidFill>
                    <a:srgbClr val="EF2B2F"/>
                  </a:solidFill>
                  <a:ln>
                    <a:noFill/>
                  </a:ln>
                </p:spPr>
                <p:txBody>
                  <a:bodyPr/>
                  <a:lstStyle/>
                  <a:p>
                    <a:pPr>
                      <a:defRPr/>
                    </a:pPr>
                    <a:endParaRPr lang="en-US" sz="1050">
                      <a:latin typeface="+mj-lt"/>
                    </a:endParaRPr>
                  </a:p>
                </p:txBody>
              </p:sp>
              <p:sp>
                <p:nvSpPr>
                  <p:cNvPr id="41398" name="Freeform 535">
                    <a:extLst>
                      <a:ext uri="{FF2B5EF4-FFF2-40B4-BE49-F238E27FC236}">
                        <a16:creationId xmlns="" xmlns:a16="http://schemas.microsoft.com/office/drawing/2014/main" id="{105413B6-873A-2323-8C08-786D6BB5421F}"/>
                      </a:ext>
                    </a:extLst>
                  </p:cNvPr>
                  <p:cNvSpPr>
                    <a:spLocks/>
                  </p:cNvSpPr>
                  <p:nvPr/>
                </p:nvSpPr>
                <p:spPr bwMode="auto">
                  <a:xfrm>
                    <a:off x="1442" y="2461"/>
                    <a:ext cx="24" cy="22"/>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577" y="577"/>
                        </a:moveTo>
                        <a:lnTo>
                          <a:pt x="577" y="577"/>
                        </a:lnTo>
                        <a:lnTo>
                          <a:pt x="576" y="547"/>
                        </a:lnTo>
                        <a:lnTo>
                          <a:pt x="574" y="519"/>
                        </a:lnTo>
                        <a:lnTo>
                          <a:pt x="570" y="490"/>
                        </a:lnTo>
                        <a:lnTo>
                          <a:pt x="565" y="461"/>
                        </a:lnTo>
                        <a:lnTo>
                          <a:pt x="558" y="433"/>
                        </a:lnTo>
                        <a:lnTo>
                          <a:pt x="551" y="406"/>
                        </a:lnTo>
                        <a:lnTo>
                          <a:pt x="541" y="379"/>
                        </a:lnTo>
                        <a:lnTo>
                          <a:pt x="532" y="352"/>
                        </a:lnTo>
                        <a:lnTo>
                          <a:pt x="520" y="328"/>
                        </a:lnTo>
                        <a:lnTo>
                          <a:pt x="507" y="302"/>
                        </a:lnTo>
                        <a:lnTo>
                          <a:pt x="493" y="278"/>
                        </a:lnTo>
                        <a:lnTo>
                          <a:pt x="478" y="255"/>
                        </a:lnTo>
                        <a:lnTo>
                          <a:pt x="461" y="232"/>
                        </a:lnTo>
                        <a:lnTo>
                          <a:pt x="444" y="211"/>
                        </a:lnTo>
                        <a:lnTo>
                          <a:pt x="426" y="190"/>
                        </a:lnTo>
                        <a:lnTo>
                          <a:pt x="408" y="169"/>
                        </a:lnTo>
                        <a:lnTo>
                          <a:pt x="387" y="151"/>
                        </a:lnTo>
                        <a:lnTo>
                          <a:pt x="366" y="132"/>
                        </a:lnTo>
                        <a:lnTo>
                          <a:pt x="345" y="116"/>
                        </a:lnTo>
                        <a:lnTo>
                          <a:pt x="322" y="99"/>
                        </a:lnTo>
                        <a:lnTo>
                          <a:pt x="298" y="84"/>
                        </a:lnTo>
                        <a:lnTo>
                          <a:pt x="275" y="70"/>
                        </a:lnTo>
                        <a:lnTo>
                          <a:pt x="249" y="57"/>
                        </a:lnTo>
                        <a:lnTo>
                          <a:pt x="225" y="45"/>
                        </a:lnTo>
                        <a:lnTo>
                          <a:pt x="198" y="35"/>
                        </a:lnTo>
                        <a:lnTo>
                          <a:pt x="171" y="26"/>
                        </a:lnTo>
                        <a:lnTo>
                          <a:pt x="144" y="19"/>
                        </a:lnTo>
                        <a:lnTo>
                          <a:pt x="116" y="12"/>
                        </a:lnTo>
                        <a:lnTo>
                          <a:pt x="87" y="7"/>
                        </a:lnTo>
                        <a:lnTo>
                          <a:pt x="59" y="3"/>
                        </a:lnTo>
                        <a:lnTo>
                          <a:pt x="30" y="1"/>
                        </a:lnTo>
                        <a:lnTo>
                          <a:pt x="0" y="0"/>
                        </a:lnTo>
                        <a:lnTo>
                          <a:pt x="0" y="208"/>
                        </a:lnTo>
                        <a:lnTo>
                          <a:pt x="19" y="208"/>
                        </a:lnTo>
                        <a:lnTo>
                          <a:pt x="37" y="210"/>
                        </a:lnTo>
                        <a:lnTo>
                          <a:pt x="56" y="213"/>
                        </a:lnTo>
                        <a:lnTo>
                          <a:pt x="74" y="215"/>
                        </a:lnTo>
                        <a:lnTo>
                          <a:pt x="92" y="219"/>
                        </a:lnTo>
                        <a:lnTo>
                          <a:pt x="110" y="224"/>
                        </a:lnTo>
                        <a:lnTo>
                          <a:pt x="127" y="231"/>
                        </a:lnTo>
                        <a:lnTo>
                          <a:pt x="143" y="237"/>
                        </a:lnTo>
                        <a:lnTo>
                          <a:pt x="160" y="245"/>
                        </a:lnTo>
                        <a:lnTo>
                          <a:pt x="176" y="252"/>
                        </a:lnTo>
                        <a:lnTo>
                          <a:pt x="191" y="262"/>
                        </a:lnTo>
                        <a:lnTo>
                          <a:pt x="206" y="271"/>
                        </a:lnTo>
                        <a:lnTo>
                          <a:pt x="220" y="281"/>
                        </a:lnTo>
                        <a:lnTo>
                          <a:pt x="234" y="293"/>
                        </a:lnTo>
                        <a:lnTo>
                          <a:pt x="248" y="304"/>
                        </a:lnTo>
                        <a:lnTo>
                          <a:pt x="261" y="316"/>
                        </a:lnTo>
                        <a:lnTo>
                          <a:pt x="273" y="329"/>
                        </a:lnTo>
                        <a:lnTo>
                          <a:pt x="284" y="343"/>
                        </a:lnTo>
                        <a:lnTo>
                          <a:pt x="296" y="357"/>
                        </a:lnTo>
                        <a:lnTo>
                          <a:pt x="306" y="372"/>
                        </a:lnTo>
                        <a:lnTo>
                          <a:pt x="315" y="386"/>
                        </a:lnTo>
                        <a:lnTo>
                          <a:pt x="325" y="401"/>
                        </a:lnTo>
                        <a:lnTo>
                          <a:pt x="332" y="417"/>
                        </a:lnTo>
                        <a:lnTo>
                          <a:pt x="340" y="434"/>
                        </a:lnTo>
                        <a:lnTo>
                          <a:pt x="346" y="450"/>
                        </a:lnTo>
                        <a:lnTo>
                          <a:pt x="353" y="467"/>
                        </a:lnTo>
                        <a:lnTo>
                          <a:pt x="358" y="486"/>
                        </a:lnTo>
                        <a:lnTo>
                          <a:pt x="361" y="503"/>
                        </a:lnTo>
                        <a:lnTo>
                          <a:pt x="364" y="521"/>
                        </a:lnTo>
                        <a:lnTo>
                          <a:pt x="367" y="540"/>
                        </a:lnTo>
                        <a:lnTo>
                          <a:pt x="369" y="558"/>
                        </a:lnTo>
                        <a:lnTo>
                          <a:pt x="369" y="577"/>
                        </a:lnTo>
                        <a:lnTo>
                          <a:pt x="577" y="577"/>
                        </a:lnTo>
                        <a:close/>
                      </a:path>
                    </a:pathLst>
                  </a:custGeom>
                  <a:solidFill>
                    <a:srgbClr val="EF2B2F"/>
                  </a:solidFill>
                  <a:ln>
                    <a:noFill/>
                  </a:ln>
                </p:spPr>
                <p:txBody>
                  <a:bodyPr/>
                  <a:lstStyle/>
                  <a:p>
                    <a:pPr>
                      <a:defRPr/>
                    </a:pPr>
                    <a:endParaRPr lang="en-US" sz="1050">
                      <a:latin typeface="+mj-lt"/>
                    </a:endParaRPr>
                  </a:p>
                </p:txBody>
              </p:sp>
              <p:sp>
                <p:nvSpPr>
                  <p:cNvPr id="41399" name="Freeform 536">
                    <a:extLst>
                      <a:ext uri="{FF2B5EF4-FFF2-40B4-BE49-F238E27FC236}">
                        <a16:creationId xmlns="" xmlns:a16="http://schemas.microsoft.com/office/drawing/2014/main" id="{DCD41726-8671-A26B-A955-1F291CC39ABD}"/>
                      </a:ext>
                    </a:extLst>
                  </p:cNvPr>
                  <p:cNvSpPr>
                    <a:spLocks/>
                  </p:cNvSpPr>
                  <p:nvPr/>
                </p:nvSpPr>
                <p:spPr bwMode="auto">
                  <a:xfrm>
                    <a:off x="1442" y="2483"/>
                    <a:ext cx="24" cy="23"/>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0" y="578"/>
                        </a:moveTo>
                        <a:lnTo>
                          <a:pt x="0" y="578"/>
                        </a:lnTo>
                        <a:lnTo>
                          <a:pt x="29" y="577"/>
                        </a:lnTo>
                        <a:lnTo>
                          <a:pt x="59" y="575"/>
                        </a:lnTo>
                        <a:lnTo>
                          <a:pt x="87" y="570"/>
                        </a:lnTo>
                        <a:lnTo>
                          <a:pt x="116" y="565"/>
                        </a:lnTo>
                        <a:lnTo>
                          <a:pt x="144" y="559"/>
                        </a:lnTo>
                        <a:lnTo>
                          <a:pt x="171" y="551"/>
                        </a:lnTo>
                        <a:lnTo>
                          <a:pt x="198" y="543"/>
                        </a:lnTo>
                        <a:lnTo>
                          <a:pt x="225" y="532"/>
                        </a:lnTo>
                        <a:lnTo>
                          <a:pt x="249" y="520"/>
                        </a:lnTo>
                        <a:lnTo>
                          <a:pt x="275" y="507"/>
                        </a:lnTo>
                        <a:lnTo>
                          <a:pt x="298" y="494"/>
                        </a:lnTo>
                        <a:lnTo>
                          <a:pt x="322" y="479"/>
                        </a:lnTo>
                        <a:lnTo>
                          <a:pt x="345" y="463"/>
                        </a:lnTo>
                        <a:lnTo>
                          <a:pt x="366" y="446"/>
                        </a:lnTo>
                        <a:lnTo>
                          <a:pt x="388" y="428"/>
                        </a:lnTo>
                        <a:lnTo>
                          <a:pt x="408" y="408"/>
                        </a:lnTo>
                        <a:lnTo>
                          <a:pt x="426" y="388"/>
                        </a:lnTo>
                        <a:lnTo>
                          <a:pt x="444" y="367"/>
                        </a:lnTo>
                        <a:lnTo>
                          <a:pt x="461" y="345"/>
                        </a:lnTo>
                        <a:lnTo>
                          <a:pt x="478" y="323"/>
                        </a:lnTo>
                        <a:lnTo>
                          <a:pt x="493" y="300"/>
                        </a:lnTo>
                        <a:lnTo>
                          <a:pt x="507" y="275"/>
                        </a:lnTo>
                        <a:lnTo>
                          <a:pt x="520" y="251"/>
                        </a:lnTo>
                        <a:lnTo>
                          <a:pt x="532" y="225"/>
                        </a:lnTo>
                        <a:lnTo>
                          <a:pt x="541" y="198"/>
                        </a:lnTo>
                        <a:lnTo>
                          <a:pt x="551" y="172"/>
                        </a:lnTo>
                        <a:lnTo>
                          <a:pt x="558" y="144"/>
                        </a:lnTo>
                        <a:lnTo>
                          <a:pt x="565" y="116"/>
                        </a:lnTo>
                        <a:lnTo>
                          <a:pt x="570" y="88"/>
                        </a:lnTo>
                        <a:lnTo>
                          <a:pt x="574" y="59"/>
                        </a:lnTo>
                        <a:lnTo>
                          <a:pt x="576" y="30"/>
                        </a:lnTo>
                        <a:lnTo>
                          <a:pt x="577" y="0"/>
                        </a:lnTo>
                        <a:lnTo>
                          <a:pt x="369" y="0"/>
                        </a:lnTo>
                        <a:lnTo>
                          <a:pt x="369" y="19"/>
                        </a:lnTo>
                        <a:lnTo>
                          <a:pt x="367" y="37"/>
                        </a:lnTo>
                        <a:lnTo>
                          <a:pt x="364" y="57"/>
                        </a:lnTo>
                        <a:lnTo>
                          <a:pt x="361" y="75"/>
                        </a:lnTo>
                        <a:lnTo>
                          <a:pt x="358" y="92"/>
                        </a:lnTo>
                        <a:lnTo>
                          <a:pt x="353" y="110"/>
                        </a:lnTo>
                        <a:lnTo>
                          <a:pt x="346" y="127"/>
                        </a:lnTo>
                        <a:lnTo>
                          <a:pt x="340" y="143"/>
                        </a:lnTo>
                        <a:lnTo>
                          <a:pt x="332" y="160"/>
                        </a:lnTo>
                        <a:lnTo>
                          <a:pt x="325" y="176"/>
                        </a:lnTo>
                        <a:lnTo>
                          <a:pt x="315" y="191"/>
                        </a:lnTo>
                        <a:lnTo>
                          <a:pt x="306" y="206"/>
                        </a:lnTo>
                        <a:lnTo>
                          <a:pt x="296" y="221"/>
                        </a:lnTo>
                        <a:lnTo>
                          <a:pt x="284" y="235"/>
                        </a:lnTo>
                        <a:lnTo>
                          <a:pt x="273" y="248"/>
                        </a:lnTo>
                        <a:lnTo>
                          <a:pt x="261" y="261"/>
                        </a:lnTo>
                        <a:lnTo>
                          <a:pt x="247" y="273"/>
                        </a:lnTo>
                        <a:lnTo>
                          <a:pt x="234" y="285"/>
                        </a:lnTo>
                        <a:lnTo>
                          <a:pt x="220" y="295"/>
                        </a:lnTo>
                        <a:lnTo>
                          <a:pt x="206" y="306"/>
                        </a:lnTo>
                        <a:lnTo>
                          <a:pt x="191" y="316"/>
                        </a:lnTo>
                        <a:lnTo>
                          <a:pt x="176" y="325"/>
                        </a:lnTo>
                        <a:lnTo>
                          <a:pt x="160" y="333"/>
                        </a:lnTo>
                        <a:lnTo>
                          <a:pt x="143" y="340"/>
                        </a:lnTo>
                        <a:lnTo>
                          <a:pt x="127" y="347"/>
                        </a:lnTo>
                        <a:lnTo>
                          <a:pt x="110" y="353"/>
                        </a:lnTo>
                        <a:lnTo>
                          <a:pt x="93" y="358"/>
                        </a:lnTo>
                        <a:lnTo>
                          <a:pt x="74" y="362"/>
                        </a:lnTo>
                        <a:lnTo>
                          <a:pt x="56" y="365"/>
                        </a:lnTo>
                        <a:lnTo>
                          <a:pt x="38" y="368"/>
                        </a:lnTo>
                        <a:lnTo>
                          <a:pt x="19" y="369"/>
                        </a:lnTo>
                        <a:lnTo>
                          <a:pt x="0" y="369"/>
                        </a:lnTo>
                        <a:lnTo>
                          <a:pt x="0" y="578"/>
                        </a:lnTo>
                        <a:close/>
                      </a:path>
                    </a:pathLst>
                  </a:custGeom>
                  <a:solidFill>
                    <a:srgbClr val="EF2B2F"/>
                  </a:solidFill>
                  <a:ln>
                    <a:noFill/>
                  </a:ln>
                </p:spPr>
                <p:txBody>
                  <a:bodyPr/>
                  <a:lstStyle/>
                  <a:p>
                    <a:pPr>
                      <a:defRPr/>
                    </a:pPr>
                    <a:endParaRPr lang="en-US" sz="1050">
                      <a:latin typeface="+mj-lt"/>
                    </a:endParaRPr>
                  </a:p>
                </p:txBody>
              </p:sp>
              <p:sp>
                <p:nvSpPr>
                  <p:cNvPr id="41400" name="Freeform 537">
                    <a:extLst>
                      <a:ext uri="{FF2B5EF4-FFF2-40B4-BE49-F238E27FC236}">
                        <a16:creationId xmlns="" xmlns:a16="http://schemas.microsoft.com/office/drawing/2014/main" id="{BAD63A22-B2E8-EF9A-E6FE-3F4FDF9C6F13}"/>
                      </a:ext>
                    </a:extLst>
                  </p:cNvPr>
                  <p:cNvSpPr>
                    <a:spLocks/>
                  </p:cNvSpPr>
                  <p:nvPr/>
                </p:nvSpPr>
                <p:spPr bwMode="auto">
                  <a:xfrm>
                    <a:off x="1419" y="2483"/>
                    <a:ext cx="23" cy="23"/>
                  </a:xfrm>
                  <a:custGeom>
                    <a:avLst/>
                    <a:gdLst>
                      <a:gd name="T0" fmla="*/ 0 w 578"/>
                      <a:gd name="T1" fmla="*/ 0 h 578"/>
                      <a:gd name="T2" fmla="*/ 0 w 578"/>
                      <a:gd name="T3" fmla="*/ 0 h 578"/>
                      <a:gd name="T4" fmla="*/ 0 w 578"/>
                      <a:gd name="T5" fmla="*/ 0 h 578"/>
                      <a:gd name="T6" fmla="*/ 0 w 578"/>
                      <a:gd name="T7" fmla="*/ 0 h 578"/>
                      <a:gd name="T8" fmla="*/ 0 w 578"/>
                      <a:gd name="T9" fmla="*/ 0 h 578"/>
                      <a:gd name="T10" fmla="*/ 0 w 578"/>
                      <a:gd name="T11" fmla="*/ 0 h 578"/>
                      <a:gd name="T12" fmla="*/ 0 w 578"/>
                      <a:gd name="T13" fmla="*/ 0 h 578"/>
                      <a:gd name="T14" fmla="*/ 0 w 578"/>
                      <a:gd name="T15" fmla="*/ 0 h 578"/>
                      <a:gd name="T16" fmla="*/ 0 w 578"/>
                      <a:gd name="T17" fmla="*/ 0 h 578"/>
                      <a:gd name="T18" fmla="*/ 0 w 578"/>
                      <a:gd name="T19" fmla="*/ 0 h 578"/>
                      <a:gd name="T20" fmla="*/ 0 w 578"/>
                      <a:gd name="T21" fmla="*/ 0 h 578"/>
                      <a:gd name="T22" fmla="*/ 0 w 578"/>
                      <a:gd name="T23" fmla="*/ 0 h 578"/>
                      <a:gd name="T24" fmla="*/ 0 w 578"/>
                      <a:gd name="T25" fmla="*/ 0 h 578"/>
                      <a:gd name="T26" fmla="*/ 0 w 578"/>
                      <a:gd name="T27" fmla="*/ 0 h 578"/>
                      <a:gd name="T28" fmla="*/ 0 w 578"/>
                      <a:gd name="T29" fmla="*/ 0 h 578"/>
                      <a:gd name="T30" fmla="*/ 0 w 578"/>
                      <a:gd name="T31" fmla="*/ 0 h 578"/>
                      <a:gd name="T32" fmla="*/ 0 w 578"/>
                      <a:gd name="T33" fmla="*/ 0 h 578"/>
                      <a:gd name="T34" fmla="*/ 0 w 578"/>
                      <a:gd name="T35" fmla="*/ 0 h 578"/>
                      <a:gd name="T36" fmla="*/ 0 w 578"/>
                      <a:gd name="T37" fmla="*/ 0 h 578"/>
                      <a:gd name="T38" fmla="*/ 0 w 578"/>
                      <a:gd name="T39" fmla="*/ 0 h 578"/>
                      <a:gd name="T40" fmla="*/ 0 w 578"/>
                      <a:gd name="T41" fmla="*/ 0 h 578"/>
                      <a:gd name="T42" fmla="*/ 0 w 578"/>
                      <a:gd name="T43" fmla="*/ 0 h 578"/>
                      <a:gd name="T44" fmla="*/ 0 w 578"/>
                      <a:gd name="T45" fmla="*/ 0 h 578"/>
                      <a:gd name="T46" fmla="*/ 0 w 578"/>
                      <a:gd name="T47" fmla="*/ 0 h 578"/>
                      <a:gd name="T48" fmla="*/ 0 w 578"/>
                      <a:gd name="T49" fmla="*/ 0 h 578"/>
                      <a:gd name="T50" fmla="*/ 0 w 578"/>
                      <a:gd name="T51" fmla="*/ 0 h 578"/>
                      <a:gd name="T52" fmla="*/ 0 w 578"/>
                      <a:gd name="T53" fmla="*/ 0 h 578"/>
                      <a:gd name="T54" fmla="*/ 0 w 578"/>
                      <a:gd name="T55" fmla="*/ 0 h 578"/>
                      <a:gd name="T56" fmla="*/ 0 w 578"/>
                      <a:gd name="T57" fmla="*/ 0 h 578"/>
                      <a:gd name="T58" fmla="*/ 0 w 578"/>
                      <a:gd name="T59" fmla="*/ 0 h 578"/>
                      <a:gd name="T60" fmla="*/ 0 w 578"/>
                      <a:gd name="T61" fmla="*/ 0 h 578"/>
                      <a:gd name="T62" fmla="*/ 0 w 578"/>
                      <a:gd name="T63" fmla="*/ 0 h 578"/>
                      <a:gd name="T64" fmla="*/ 0 w 578"/>
                      <a:gd name="T65" fmla="*/ 0 h 578"/>
                      <a:gd name="T66" fmla="*/ 0 w 578"/>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8"/>
                      <a:gd name="T104" fmla="*/ 578 w 578"/>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8">
                        <a:moveTo>
                          <a:pt x="0" y="0"/>
                        </a:moveTo>
                        <a:lnTo>
                          <a:pt x="0" y="0"/>
                        </a:lnTo>
                        <a:lnTo>
                          <a:pt x="2" y="29"/>
                        </a:lnTo>
                        <a:lnTo>
                          <a:pt x="4" y="59"/>
                        </a:lnTo>
                        <a:lnTo>
                          <a:pt x="7" y="88"/>
                        </a:lnTo>
                        <a:lnTo>
                          <a:pt x="13" y="116"/>
                        </a:lnTo>
                        <a:lnTo>
                          <a:pt x="20" y="144"/>
                        </a:lnTo>
                        <a:lnTo>
                          <a:pt x="27" y="172"/>
                        </a:lnTo>
                        <a:lnTo>
                          <a:pt x="36" y="198"/>
                        </a:lnTo>
                        <a:lnTo>
                          <a:pt x="46" y="225"/>
                        </a:lnTo>
                        <a:lnTo>
                          <a:pt x="58" y="251"/>
                        </a:lnTo>
                        <a:lnTo>
                          <a:pt x="71" y="275"/>
                        </a:lnTo>
                        <a:lnTo>
                          <a:pt x="85" y="300"/>
                        </a:lnTo>
                        <a:lnTo>
                          <a:pt x="100" y="323"/>
                        </a:lnTo>
                        <a:lnTo>
                          <a:pt x="116" y="345"/>
                        </a:lnTo>
                        <a:lnTo>
                          <a:pt x="133" y="367"/>
                        </a:lnTo>
                        <a:lnTo>
                          <a:pt x="151" y="388"/>
                        </a:lnTo>
                        <a:lnTo>
                          <a:pt x="170" y="408"/>
                        </a:lnTo>
                        <a:lnTo>
                          <a:pt x="190" y="428"/>
                        </a:lnTo>
                        <a:lnTo>
                          <a:pt x="211" y="446"/>
                        </a:lnTo>
                        <a:lnTo>
                          <a:pt x="233" y="463"/>
                        </a:lnTo>
                        <a:lnTo>
                          <a:pt x="255" y="479"/>
                        </a:lnTo>
                        <a:lnTo>
                          <a:pt x="279" y="494"/>
                        </a:lnTo>
                        <a:lnTo>
                          <a:pt x="303" y="507"/>
                        </a:lnTo>
                        <a:lnTo>
                          <a:pt x="328" y="520"/>
                        </a:lnTo>
                        <a:lnTo>
                          <a:pt x="353" y="532"/>
                        </a:lnTo>
                        <a:lnTo>
                          <a:pt x="380" y="543"/>
                        </a:lnTo>
                        <a:lnTo>
                          <a:pt x="406" y="551"/>
                        </a:lnTo>
                        <a:lnTo>
                          <a:pt x="434" y="559"/>
                        </a:lnTo>
                        <a:lnTo>
                          <a:pt x="462" y="565"/>
                        </a:lnTo>
                        <a:lnTo>
                          <a:pt x="491" y="570"/>
                        </a:lnTo>
                        <a:lnTo>
                          <a:pt x="519" y="575"/>
                        </a:lnTo>
                        <a:lnTo>
                          <a:pt x="548" y="577"/>
                        </a:lnTo>
                        <a:lnTo>
                          <a:pt x="578" y="578"/>
                        </a:lnTo>
                        <a:lnTo>
                          <a:pt x="578" y="369"/>
                        </a:lnTo>
                        <a:lnTo>
                          <a:pt x="559" y="369"/>
                        </a:lnTo>
                        <a:lnTo>
                          <a:pt x="540" y="368"/>
                        </a:lnTo>
                        <a:lnTo>
                          <a:pt x="521" y="365"/>
                        </a:lnTo>
                        <a:lnTo>
                          <a:pt x="503" y="362"/>
                        </a:lnTo>
                        <a:lnTo>
                          <a:pt x="485" y="358"/>
                        </a:lnTo>
                        <a:lnTo>
                          <a:pt x="468" y="353"/>
                        </a:lnTo>
                        <a:lnTo>
                          <a:pt x="451" y="347"/>
                        </a:lnTo>
                        <a:lnTo>
                          <a:pt x="434" y="340"/>
                        </a:lnTo>
                        <a:lnTo>
                          <a:pt x="418" y="333"/>
                        </a:lnTo>
                        <a:lnTo>
                          <a:pt x="402" y="325"/>
                        </a:lnTo>
                        <a:lnTo>
                          <a:pt x="387" y="316"/>
                        </a:lnTo>
                        <a:lnTo>
                          <a:pt x="372" y="306"/>
                        </a:lnTo>
                        <a:lnTo>
                          <a:pt x="357" y="295"/>
                        </a:lnTo>
                        <a:lnTo>
                          <a:pt x="344" y="285"/>
                        </a:lnTo>
                        <a:lnTo>
                          <a:pt x="330" y="273"/>
                        </a:lnTo>
                        <a:lnTo>
                          <a:pt x="317" y="261"/>
                        </a:lnTo>
                        <a:lnTo>
                          <a:pt x="305" y="248"/>
                        </a:lnTo>
                        <a:lnTo>
                          <a:pt x="293" y="235"/>
                        </a:lnTo>
                        <a:lnTo>
                          <a:pt x="283" y="221"/>
                        </a:lnTo>
                        <a:lnTo>
                          <a:pt x="272" y="206"/>
                        </a:lnTo>
                        <a:lnTo>
                          <a:pt x="262" y="191"/>
                        </a:lnTo>
                        <a:lnTo>
                          <a:pt x="253" y="176"/>
                        </a:lnTo>
                        <a:lnTo>
                          <a:pt x="246" y="160"/>
                        </a:lnTo>
                        <a:lnTo>
                          <a:pt x="238" y="143"/>
                        </a:lnTo>
                        <a:lnTo>
                          <a:pt x="231" y="127"/>
                        </a:lnTo>
                        <a:lnTo>
                          <a:pt x="225" y="110"/>
                        </a:lnTo>
                        <a:lnTo>
                          <a:pt x="220" y="93"/>
                        </a:lnTo>
                        <a:lnTo>
                          <a:pt x="216" y="75"/>
                        </a:lnTo>
                        <a:lnTo>
                          <a:pt x="214" y="57"/>
                        </a:lnTo>
                        <a:lnTo>
                          <a:pt x="210" y="39"/>
                        </a:lnTo>
                        <a:lnTo>
                          <a:pt x="209" y="19"/>
                        </a:lnTo>
                        <a:lnTo>
                          <a:pt x="209" y="0"/>
                        </a:lnTo>
                        <a:lnTo>
                          <a:pt x="0" y="0"/>
                        </a:lnTo>
                        <a:close/>
                      </a:path>
                    </a:pathLst>
                  </a:custGeom>
                  <a:solidFill>
                    <a:srgbClr val="EF2B2F"/>
                  </a:solidFill>
                  <a:ln>
                    <a:noFill/>
                  </a:ln>
                </p:spPr>
                <p:txBody>
                  <a:bodyPr/>
                  <a:lstStyle/>
                  <a:p>
                    <a:pPr>
                      <a:defRPr/>
                    </a:pPr>
                    <a:endParaRPr lang="en-US" sz="1050">
                      <a:latin typeface="+mj-lt"/>
                    </a:endParaRPr>
                  </a:p>
                </p:txBody>
              </p:sp>
              <p:sp>
                <p:nvSpPr>
                  <p:cNvPr id="41401" name="Freeform 538">
                    <a:extLst>
                      <a:ext uri="{FF2B5EF4-FFF2-40B4-BE49-F238E27FC236}">
                        <a16:creationId xmlns="" xmlns:a16="http://schemas.microsoft.com/office/drawing/2014/main" id="{4F58817E-4C51-54AE-F6B3-9B3CEE12EE57}"/>
                      </a:ext>
                    </a:extLst>
                  </p:cNvPr>
                  <p:cNvSpPr>
                    <a:spLocks/>
                  </p:cNvSpPr>
                  <p:nvPr/>
                </p:nvSpPr>
                <p:spPr bwMode="auto">
                  <a:xfrm>
                    <a:off x="1419" y="2461"/>
                    <a:ext cx="23" cy="22"/>
                  </a:xfrm>
                  <a:custGeom>
                    <a:avLst/>
                    <a:gdLst>
                      <a:gd name="T0" fmla="*/ 0 w 578"/>
                      <a:gd name="T1" fmla="*/ 0 h 577"/>
                      <a:gd name="T2" fmla="*/ 0 w 578"/>
                      <a:gd name="T3" fmla="*/ 0 h 577"/>
                      <a:gd name="T4" fmla="*/ 0 w 578"/>
                      <a:gd name="T5" fmla="*/ 0 h 577"/>
                      <a:gd name="T6" fmla="*/ 0 w 578"/>
                      <a:gd name="T7" fmla="*/ 0 h 577"/>
                      <a:gd name="T8" fmla="*/ 0 w 578"/>
                      <a:gd name="T9" fmla="*/ 0 h 577"/>
                      <a:gd name="T10" fmla="*/ 0 w 578"/>
                      <a:gd name="T11" fmla="*/ 0 h 577"/>
                      <a:gd name="T12" fmla="*/ 0 w 578"/>
                      <a:gd name="T13" fmla="*/ 0 h 577"/>
                      <a:gd name="T14" fmla="*/ 0 w 578"/>
                      <a:gd name="T15" fmla="*/ 0 h 577"/>
                      <a:gd name="T16" fmla="*/ 0 w 578"/>
                      <a:gd name="T17" fmla="*/ 0 h 577"/>
                      <a:gd name="T18" fmla="*/ 0 w 578"/>
                      <a:gd name="T19" fmla="*/ 0 h 577"/>
                      <a:gd name="T20" fmla="*/ 0 w 578"/>
                      <a:gd name="T21" fmla="*/ 0 h 577"/>
                      <a:gd name="T22" fmla="*/ 0 w 578"/>
                      <a:gd name="T23" fmla="*/ 0 h 577"/>
                      <a:gd name="T24" fmla="*/ 0 w 578"/>
                      <a:gd name="T25" fmla="*/ 0 h 577"/>
                      <a:gd name="T26" fmla="*/ 0 w 578"/>
                      <a:gd name="T27" fmla="*/ 0 h 577"/>
                      <a:gd name="T28" fmla="*/ 0 w 578"/>
                      <a:gd name="T29" fmla="*/ 0 h 577"/>
                      <a:gd name="T30" fmla="*/ 0 w 578"/>
                      <a:gd name="T31" fmla="*/ 0 h 577"/>
                      <a:gd name="T32" fmla="*/ 0 w 578"/>
                      <a:gd name="T33" fmla="*/ 0 h 577"/>
                      <a:gd name="T34" fmla="*/ 0 w 578"/>
                      <a:gd name="T35" fmla="*/ 0 h 577"/>
                      <a:gd name="T36" fmla="*/ 0 w 578"/>
                      <a:gd name="T37" fmla="*/ 0 h 577"/>
                      <a:gd name="T38" fmla="*/ 0 w 578"/>
                      <a:gd name="T39" fmla="*/ 0 h 577"/>
                      <a:gd name="T40" fmla="*/ 0 w 578"/>
                      <a:gd name="T41" fmla="*/ 0 h 577"/>
                      <a:gd name="T42" fmla="*/ 0 w 578"/>
                      <a:gd name="T43" fmla="*/ 0 h 577"/>
                      <a:gd name="T44" fmla="*/ 0 w 578"/>
                      <a:gd name="T45" fmla="*/ 0 h 577"/>
                      <a:gd name="T46" fmla="*/ 0 w 578"/>
                      <a:gd name="T47" fmla="*/ 0 h 577"/>
                      <a:gd name="T48" fmla="*/ 0 w 578"/>
                      <a:gd name="T49" fmla="*/ 0 h 577"/>
                      <a:gd name="T50" fmla="*/ 0 w 578"/>
                      <a:gd name="T51" fmla="*/ 0 h 577"/>
                      <a:gd name="T52" fmla="*/ 0 w 578"/>
                      <a:gd name="T53" fmla="*/ 0 h 577"/>
                      <a:gd name="T54" fmla="*/ 0 w 578"/>
                      <a:gd name="T55" fmla="*/ 0 h 577"/>
                      <a:gd name="T56" fmla="*/ 0 w 578"/>
                      <a:gd name="T57" fmla="*/ 0 h 577"/>
                      <a:gd name="T58" fmla="*/ 0 w 578"/>
                      <a:gd name="T59" fmla="*/ 0 h 577"/>
                      <a:gd name="T60" fmla="*/ 0 w 578"/>
                      <a:gd name="T61" fmla="*/ 0 h 577"/>
                      <a:gd name="T62" fmla="*/ 0 w 578"/>
                      <a:gd name="T63" fmla="*/ 0 h 577"/>
                      <a:gd name="T64" fmla="*/ 0 w 578"/>
                      <a:gd name="T65" fmla="*/ 0 h 577"/>
                      <a:gd name="T66" fmla="*/ 0 w 578"/>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7"/>
                      <a:gd name="T104" fmla="*/ 578 w 578"/>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7">
                        <a:moveTo>
                          <a:pt x="578" y="0"/>
                        </a:moveTo>
                        <a:lnTo>
                          <a:pt x="578" y="0"/>
                        </a:lnTo>
                        <a:lnTo>
                          <a:pt x="548" y="1"/>
                        </a:lnTo>
                        <a:lnTo>
                          <a:pt x="519" y="3"/>
                        </a:lnTo>
                        <a:lnTo>
                          <a:pt x="491" y="7"/>
                        </a:lnTo>
                        <a:lnTo>
                          <a:pt x="462" y="12"/>
                        </a:lnTo>
                        <a:lnTo>
                          <a:pt x="434" y="19"/>
                        </a:lnTo>
                        <a:lnTo>
                          <a:pt x="406" y="26"/>
                        </a:lnTo>
                        <a:lnTo>
                          <a:pt x="380" y="35"/>
                        </a:lnTo>
                        <a:lnTo>
                          <a:pt x="353" y="45"/>
                        </a:lnTo>
                        <a:lnTo>
                          <a:pt x="328" y="57"/>
                        </a:lnTo>
                        <a:lnTo>
                          <a:pt x="303" y="70"/>
                        </a:lnTo>
                        <a:lnTo>
                          <a:pt x="279" y="84"/>
                        </a:lnTo>
                        <a:lnTo>
                          <a:pt x="255" y="99"/>
                        </a:lnTo>
                        <a:lnTo>
                          <a:pt x="233" y="116"/>
                        </a:lnTo>
                        <a:lnTo>
                          <a:pt x="211" y="132"/>
                        </a:lnTo>
                        <a:lnTo>
                          <a:pt x="190" y="151"/>
                        </a:lnTo>
                        <a:lnTo>
                          <a:pt x="170" y="169"/>
                        </a:lnTo>
                        <a:lnTo>
                          <a:pt x="151" y="189"/>
                        </a:lnTo>
                        <a:lnTo>
                          <a:pt x="133" y="211"/>
                        </a:lnTo>
                        <a:lnTo>
                          <a:pt x="116" y="232"/>
                        </a:lnTo>
                        <a:lnTo>
                          <a:pt x="100" y="255"/>
                        </a:lnTo>
                        <a:lnTo>
                          <a:pt x="85" y="278"/>
                        </a:lnTo>
                        <a:lnTo>
                          <a:pt x="71" y="302"/>
                        </a:lnTo>
                        <a:lnTo>
                          <a:pt x="58" y="328"/>
                        </a:lnTo>
                        <a:lnTo>
                          <a:pt x="46" y="352"/>
                        </a:lnTo>
                        <a:lnTo>
                          <a:pt x="36" y="379"/>
                        </a:lnTo>
                        <a:lnTo>
                          <a:pt x="27" y="406"/>
                        </a:lnTo>
                        <a:lnTo>
                          <a:pt x="20" y="433"/>
                        </a:lnTo>
                        <a:lnTo>
                          <a:pt x="13" y="461"/>
                        </a:lnTo>
                        <a:lnTo>
                          <a:pt x="7" y="490"/>
                        </a:lnTo>
                        <a:lnTo>
                          <a:pt x="4" y="519"/>
                        </a:lnTo>
                        <a:lnTo>
                          <a:pt x="2" y="548"/>
                        </a:lnTo>
                        <a:lnTo>
                          <a:pt x="0" y="577"/>
                        </a:lnTo>
                        <a:lnTo>
                          <a:pt x="209" y="577"/>
                        </a:lnTo>
                        <a:lnTo>
                          <a:pt x="209" y="558"/>
                        </a:lnTo>
                        <a:lnTo>
                          <a:pt x="210" y="539"/>
                        </a:lnTo>
                        <a:lnTo>
                          <a:pt x="214" y="521"/>
                        </a:lnTo>
                        <a:lnTo>
                          <a:pt x="216" y="503"/>
                        </a:lnTo>
                        <a:lnTo>
                          <a:pt x="220" y="484"/>
                        </a:lnTo>
                        <a:lnTo>
                          <a:pt x="225" y="467"/>
                        </a:lnTo>
                        <a:lnTo>
                          <a:pt x="231" y="450"/>
                        </a:lnTo>
                        <a:lnTo>
                          <a:pt x="238" y="434"/>
                        </a:lnTo>
                        <a:lnTo>
                          <a:pt x="246" y="417"/>
                        </a:lnTo>
                        <a:lnTo>
                          <a:pt x="253" y="401"/>
                        </a:lnTo>
                        <a:lnTo>
                          <a:pt x="262" y="386"/>
                        </a:lnTo>
                        <a:lnTo>
                          <a:pt x="272" y="372"/>
                        </a:lnTo>
                        <a:lnTo>
                          <a:pt x="283" y="357"/>
                        </a:lnTo>
                        <a:lnTo>
                          <a:pt x="293" y="343"/>
                        </a:lnTo>
                        <a:lnTo>
                          <a:pt x="305" y="329"/>
                        </a:lnTo>
                        <a:lnTo>
                          <a:pt x="317" y="316"/>
                        </a:lnTo>
                        <a:lnTo>
                          <a:pt x="330" y="304"/>
                        </a:lnTo>
                        <a:lnTo>
                          <a:pt x="344" y="293"/>
                        </a:lnTo>
                        <a:lnTo>
                          <a:pt x="357" y="281"/>
                        </a:lnTo>
                        <a:lnTo>
                          <a:pt x="372" y="271"/>
                        </a:lnTo>
                        <a:lnTo>
                          <a:pt x="387" y="262"/>
                        </a:lnTo>
                        <a:lnTo>
                          <a:pt x="402" y="252"/>
                        </a:lnTo>
                        <a:lnTo>
                          <a:pt x="418" y="245"/>
                        </a:lnTo>
                        <a:lnTo>
                          <a:pt x="434" y="237"/>
                        </a:lnTo>
                        <a:lnTo>
                          <a:pt x="451" y="231"/>
                        </a:lnTo>
                        <a:lnTo>
                          <a:pt x="468" y="224"/>
                        </a:lnTo>
                        <a:lnTo>
                          <a:pt x="486" y="219"/>
                        </a:lnTo>
                        <a:lnTo>
                          <a:pt x="503" y="215"/>
                        </a:lnTo>
                        <a:lnTo>
                          <a:pt x="521" y="213"/>
                        </a:lnTo>
                        <a:lnTo>
                          <a:pt x="540" y="210"/>
                        </a:lnTo>
                        <a:lnTo>
                          <a:pt x="559" y="208"/>
                        </a:lnTo>
                        <a:lnTo>
                          <a:pt x="578" y="208"/>
                        </a:lnTo>
                        <a:lnTo>
                          <a:pt x="578" y="0"/>
                        </a:lnTo>
                        <a:close/>
                      </a:path>
                    </a:pathLst>
                  </a:custGeom>
                  <a:solidFill>
                    <a:srgbClr val="EF2B2F"/>
                  </a:solidFill>
                  <a:ln>
                    <a:noFill/>
                  </a:ln>
                </p:spPr>
                <p:txBody>
                  <a:bodyPr/>
                  <a:lstStyle/>
                  <a:p>
                    <a:pPr>
                      <a:defRPr/>
                    </a:pPr>
                    <a:endParaRPr lang="en-US" sz="1050">
                      <a:latin typeface="+mj-lt"/>
                    </a:endParaRPr>
                  </a:p>
                </p:txBody>
              </p:sp>
              <p:sp>
                <p:nvSpPr>
                  <p:cNvPr id="41402" name="Freeform 539">
                    <a:extLst>
                      <a:ext uri="{FF2B5EF4-FFF2-40B4-BE49-F238E27FC236}">
                        <a16:creationId xmlns="" xmlns:a16="http://schemas.microsoft.com/office/drawing/2014/main" id="{BB58D382-820A-5D17-F790-B0AE42893648}"/>
                      </a:ext>
                    </a:extLst>
                  </p:cNvPr>
                  <p:cNvSpPr>
                    <a:spLocks/>
                  </p:cNvSpPr>
                  <p:nvPr/>
                </p:nvSpPr>
                <p:spPr bwMode="auto">
                  <a:xfrm>
                    <a:off x="1462" y="2457"/>
                    <a:ext cx="39" cy="36"/>
                  </a:xfrm>
                  <a:custGeom>
                    <a:avLst/>
                    <a:gdLst>
                      <a:gd name="T0" fmla="*/ 0 w 946"/>
                      <a:gd name="T1" fmla="*/ 0 h 946"/>
                      <a:gd name="T2" fmla="*/ 0 w 946"/>
                      <a:gd name="T3" fmla="*/ 0 h 946"/>
                      <a:gd name="T4" fmla="*/ 0 w 946"/>
                      <a:gd name="T5" fmla="*/ 0 h 946"/>
                      <a:gd name="T6" fmla="*/ 0 w 946"/>
                      <a:gd name="T7" fmla="*/ 0 h 946"/>
                      <a:gd name="T8" fmla="*/ 0 w 946"/>
                      <a:gd name="T9" fmla="*/ 0 h 946"/>
                      <a:gd name="T10" fmla="*/ 0 w 946"/>
                      <a:gd name="T11" fmla="*/ 0 h 946"/>
                      <a:gd name="T12" fmla="*/ 0 w 946"/>
                      <a:gd name="T13" fmla="*/ 0 h 946"/>
                      <a:gd name="T14" fmla="*/ 0 w 946"/>
                      <a:gd name="T15" fmla="*/ 0 h 946"/>
                      <a:gd name="T16" fmla="*/ 0 w 946"/>
                      <a:gd name="T17" fmla="*/ 0 h 946"/>
                      <a:gd name="T18" fmla="*/ 0 w 946"/>
                      <a:gd name="T19" fmla="*/ 0 h 946"/>
                      <a:gd name="T20" fmla="*/ 0 w 946"/>
                      <a:gd name="T21" fmla="*/ 0 h 946"/>
                      <a:gd name="T22" fmla="*/ 0 w 946"/>
                      <a:gd name="T23" fmla="*/ 0 h 946"/>
                      <a:gd name="T24" fmla="*/ 0 w 946"/>
                      <a:gd name="T25" fmla="*/ 0 h 946"/>
                      <a:gd name="T26" fmla="*/ 0 w 946"/>
                      <a:gd name="T27" fmla="*/ 0 h 946"/>
                      <a:gd name="T28" fmla="*/ 0 w 946"/>
                      <a:gd name="T29" fmla="*/ 0 h 946"/>
                      <a:gd name="T30" fmla="*/ 0 w 946"/>
                      <a:gd name="T31" fmla="*/ 0 h 946"/>
                      <a:gd name="T32" fmla="*/ 0 w 946"/>
                      <a:gd name="T33" fmla="*/ 0 h 946"/>
                      <a:gd name="T34" fmla="*/ 0 w 946"/>
                      <a:gd name="T35" fmla="*/ 0 h 946"/>
                      <a:gd name="T36" fmla="*/ 0 w 946"/>
                      <a:gd name="T37" fmla="*/ 0 h 946"/>
                      <a:gd name="T38" fmla="*/ 0 w 946"/>
                      <a:gd name="T39" fmla="*/ 0 h 946"/>
                      <a:gd name="T40" fmla="*/ 0 w 946"/>
                      <a:gd name="T41" fmla="*/ 0 h 946"/>
                      <a:gd name="T42" fmla="*/ 0 w 946"/>
                      <a:gd name="T43" fmla="*/ 0 h 946"/>
                      <a:gd name="T44" fmla="*/ 0 w 946"/>
                      <a:gd name="T45" fmla="*/ 0 h 946"/>
                      <a:gd name="T46" fmla="*/ 0 w 946"/>
                      <a:gd name="T47" fmla="*/ 0 h 946"/>
                      <a:gd name="T48" fmla="*/ 0 w 946"/>
                      <a:gd name="T49" fmla="*/ 0 h 946"/>
                      <a:gd name="T50" fmla="*/ 0 w 946"/>
                      <a:gd name="T51" fmla="*/ 0 h 946"/>
                      <a:gd name="T52" fmla="*/ 0 w 946"/>
                      <a:gd name="T53" fmla="*/ 0 h 946"/>
                      <a:gd name="T54" fmla="*/ 0 w 946"/>
                      <a:gd name="T55" fmla="*/ 0 h 946"/>
                      <a:gd name="T56" fmla="*/ 0 w 946"/>
                      <a:gd name="T57" fmla="*/ 0 h 946"/>
                      <a:gd name="T58" fmla="*/ 0 w 946"/>
                      <a:gd name="T59" fmla="*/ 0 h 946"/>
                      <a:gd name="T60" fmla="*/ 0 w 946"/>
                      <a:gd name="T61" fmla="*/ 0 h 946"/>
                      <a:gd name="T62" fmla="*/ 0 w 946"/>
                      <a:gd name="T63" fmla="*/ 0 h 946"/>
                      <a:gd name="T64" fmla="*/ 0 w 946"/>
                      <a:gd name="T65" fmla="*/ 0 h 946"/>
                      <a:gd name="T66" fmla="*/ 0 w 946"/>
                      <a:gd name="T67" fmla="*/ 0 h 946"/>
                      <a:gd name="T68" fmla="*/ 0 w 946"/>
                      <a:gd name="T69" fmla="*/ 0 h 946"/>
                      <a:gd name="T70" fmla="*/ 0 w 946"/>
                      <a:gd name="T71" fmla="*/ 0 h 946"/>
                      <a:gd name="T72" fmla="*/ 0 w 946"/>
                      <a:gd name="T73" fmla="*/ 0 h 946"/>
                      <a:gd name="T74" fmla="*/ 0 w 946"/>
                      <a:gd name="T75" fmla="*/ 0 h 946"/>
                      <a:gd name="T76" fmla="*/ 0 w 946"/>
                      <a:gd name="T77" fmla="*/ 0 h 946"/>
                      <a:gd name="T78" fmla="*/ 0 w 946"/>
                      <a:gd name="T79" fmla="*/ 0 h 946"/>
                      <a:gd name="T80" fmla="*/ 0 w 946"/>
                      <a:gd name="T81" fmla="*/ 0 h 946"/>
                      <a:gd name="T82" fmla="*/ 0 w 946"/>
                      <a:gd name="T83" fmla="*/ 0 h 946"/>
                      <a:gd name="T84" fmla="*/ 0 w 946"/>
                      <a:gd name="T85" fmla="*/ 0 h 94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6"/>
                      <a:gd name="T130" fmla="*/ 0 h 946"/>
                      <a:gd name="T131" fmla="*/ 946 w 946"/>
                      <a:gd name="T132" fmla="*/ 946 h 94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6" h="946">
                        <a:moveTo>
                          <a:pt x="473" y="0"/>
                        </a:moveTo>
                        <a:lnTo>
                          <a:pt x="497" y="0"/>
                        </a:lnTo>
                        <a:lnTo>
                          <a:pt x="521" y="2"/>
                        </a:lnTo>
                        <a:lnTo>
                          <a:pt x="544" y="5"/>
                        </a:lnTo>
                        <a:lnTo>
                          <a:pt x="568" y="10"/>
                        </a:lnTo>
                        <a:lnTo>
                          <a:pt x="590" y="15"/>
                        </a:lnTo>
                        <a:lnTo>
                          <a:pt x="613" y="21"/>
                        </a:lnTo>
                        <a:lnTo>
                          <a:pt x="635" y="29"/>
                        </a:lnTo>
                        <a:lnTo>
                          <a:pt x="656" y="37"/>
                        </a:lnTo>
                        <a:lnTo>
                          <a:pt x="677" y="46"/>
                        </a:lnTo>
                        <a:lnTo>
                          <a:pt x="698" y="57"/>
                        </a:lnTo>
                        <a:lnTo>
                          <a:pt x="718" y="68"/>
                        </a:lnTo>
                        <a:lnTo>
                          <a:pt x="737" y="81"/>
                        </a:lnTo>
                        <a:lnTo>
                          <a:pt x="755" y="94"/>
                        </a:lnTo>
                        <a:lnTo>
                          <a:pt x="773" y="108"/>
                        </a:lnTo>
                        <a:lnTo>
                          <a:pt x="790" y="123"/>
                        </a:lnTo>
                        <a:lnTo>
                          <a:pt x="806" y="139"/>
                        </a:lnTo>
                        <a:lnTo>
                          <a:pt x="822" y="155"/>
                        </a:lnTo>
                        <a:lnTo>
                          <a:pt x="837" y="172"/>
                        </a:lnTo>
                        <a:lnTo>
                          <a:pt x="851" y="190"/>
                        </a:lnTo>
                        <a:lnTo>
                          <a:pt x="865" y="209"/>
                        </a:lnTo>
                        <a:lnTo>
                          <a:pt x="877" y="228"/>
                        </a:lnTo>
                        <a:lnTo>
                          <a:pt x="888" y="247"/>
                        </a:lnTo>
                        <a:lnTo>
                          <a:pt x="899" y="268"/>
                        </a:lnTo>
                        <a:lnTo>
                          <a:pt x="908" y="289"/>
                        </a:lnTo>
                        <a:lnTo>
                          <a:pt x="917" y="310"/>
                        </a:lnTo>
                        <a:lnTo>
                          <a:pt x="924" y="333"/>
                        </a:lnTo>
                        <a:lnTo>
                          <a:pt x="931" y="355"/>
                        </a:lnTo>
                        <a:lnTo>
                          <a:pt x="936" y="377"/>
                        </a:lnTo>
                        <a:lnTo>
                          <a:pt x="940" y="401"/>
                        </a:lnTo>
                        <a:lnTo>
                          <a:pt x="943" y="424"/>
                        </a:lnTo>
                        <a:lnTo>
                          <a:pt x="945" y="449"/>
                        </a:lnTo>
                        <a:lnTo>
                          <a:pt x="946" y="472"/>
                        </a:lnTo>
                        <a:lnTo>
                          <a:pt x="945" y="497"/>
                        </a:lnTo>
                        <a:lnTo>
                          <a:pt x="943" y="521"/>
                        </a:lnTo>
                        <a:lnTo>
                          <a:pt x="940" y="545"/>
                        </a:lnTo>
                        <a:lnTo>
                          <a:pt x="936" y="568"/>
                        </a:lnTo>
                        <a:lnTo>
                          <a:pt x="931" y="590"/>
                        </a:lnTo>
                        <a:lnTo>
                          <a:pt x="924" y="613"/>
                        </a:lnTo>
                        <a:lnTo>
                          <a:pt x="917" y="635"/>
                        </a:lnTo>
                        <a:lnTo>
                          <a:pt x="908" y="657"/>
                        </a:lnTo>
                        <a:lnTo>
                          <a:pt x="899" y="678"/>
                        </a:lnTo>
                        <a:lnTo>
                          <a:pt x="888" y="698"/>
                        </a:lnTo>
                        <a:lnTo>
                          <a:pt x="877" y="718"/>
                        </a:lnTo>
                        <a:lnTo>
                          <a:pt x="865" y="736"/>
                        </a:lnTo>
                        <a:lnTo>
                          <a:pt x="851" y="756"/>
                        </a:lnTo>
                        <a:lnTo>
                          <a:pt x="837" y="774"/>
                        </a:lnTo>
                        <a:lnTo>
                          <a:pt x="822" y="791"/>
                        </a:lnTo>
                        <a:lnTo>
                          <a:pt x="806" y="807"/>
                        </a:lnTo>
                        <a:lnTo>
                          <a:pt x="790" y="823"/>
                        </a:lnTo>
                        <a:lnTo>
                          <a:pt x="773" y="838"/>
                        </a:lnTo>
                        <a:lnTo>
                          <a:pt x="755" y="852"/>
                        </a:lnTo>
                        <a:lnTo>
                          <a:pt x="737" y="865"/>
                        </a:lnTo>
                        <a:lnTo>
                          <a:pt x="718" y="877"/>
                        </a:lnTo>
                        <a:lnTo>
                          <a:pt x="698" y="889"/>
                        </a:lnTo>
                        <a:lnTo>
                          <a:pt x="677" y="900"/>
                        </a:lnTo>
                        <a:lnTo>
                          <a:pt x="656" y="909"/>
                        </a:lnTo>
                        <a:lnTo>
                          <a:pt x="635" y="918"/>
                        </a:lnTo>
                        <a:lnTo>
                          <a:pt x="613" y="925"/>
                        </a:lnTo>
                        <a:lnTo>
                          <a:pt x="590" y="931"/>
                        </a:lnTo>
                        <a:lnTo>
                          <a:pt x="568" y="936"/>
                        </a:lnTo>
                        <a:lnTo>
                          <a:pt x="544" y="940"/>
                        </a:lnTo>
                        <a:lnTo>
                          <a:pt x="521" y="943"/>
                        </a:lnTo>
                        <a:lnTo>
                          <a:pt x="497" y="945"/>
                        </a:lnTo>
                        <a:lnTo>
                          <a:pt x="473" y="946"/>
                        </a:lnTo>
                        <a:lnTo>
                          <a:pt x="448" y="945"/>
                        </a:lnTo>
                        <a:lnTo>
                          <a:pt x="424" y="943"/>
                        </a:lnTo>
                        <a:lnTo>
                          <a:pt x="400" y="940"/>
                        </a:lnTo>
                        <a:lnTo>
                          <a:pt x="377" y="936"/>
                        </a:lnTo>
                        <a:lnTo>
                          <a:pt x="354" y="931"/>
                        </a:lnTo>
                        <a:lnTo>
                          <a:pt x="332" y="925"/>
                        </a:lnTo>
                        <a:lnTo>
                          <a:pt x="310" y="918"/>
                        </a:lnTo>
                        <a:lnTo>
                          <a:pt x="288" y="909"/>
                        </a:lnTo>
                        <a:lnTo>
                          <a:pt x="268" y="900"/>
                        </a:lnTo>
                        <a:lnTo>
                          <a:pt x="247" y="889"/>
                        </a:lnTo>
                        <a:lnTo>
                          <a:pt x="228" y="877"/>
                        </a:lnTo>
                        <a:lnTo>
                          <a:pt x="209" y="865"/>
                        </a:lnTo>
                        <a:lnTo>
                          <a:pt x="189" y="852"/>
                        </a:lnTo>
                        <a:lnTo>
                          <a:pt x="172" y="838"/>
                        </a:lnTo>
                        <a:lnTo>
                          <a:pt x="154" y="823"/>
                        </a:lnTo>
                        <a:lnTo>
                          <a:pt x="138" y="807"/>
                        </a:lnTo>
                        <a:lnTo>
                          <a:pt x="122" y="791"/>
                        </a:lnTo>
                        <a:lnTo>
                          <a:pt x="107" y="774"/>
                        </a:lnTo>
                        <a:lnTo>
                          <a:pt x="93" y="756"/>
                        </a:lnTo>
                        <a:lnTo>
                          <a:pt x="81" y="736"/>
                        </a:lnTo>
                        <a:lnTo>
                          <a:pt x="68" y="718"/>
                        </a:lnTo>
                        <a:lnTo>
                          <a:pt x="56" y="698"/>
                        </a:lnTo>
                        <a:lnTo>
                          <a:pt x="47" y="678"/>
                        </a:lnTo>
                        <a:lnTo>
                          <a:pt x="37" y="657"/>
                        </a:lnTo>
                        <a:lnTo>
                          <a:pt x="28" y="635"/>
                        </a:lnTo>
                        <a:lnTo>
                          <a:pt x="21" y="613"/>
                        </a:lnTo>
                        <a:lnTo>
                          <a:pt x="15" y="590"/>
                        </a:lnTo>
                        <a:lnTo>
                          <a:pt x="9" y="568"/>
                        </a:lnTo>
                        <a:lnTo>
                          <a:pt x="5" y="545"/>
                        </a:lnTo>
                        <a:lnTo>
                          <a:pt x="2" y="521"/>
                        </a:lnTo>
                        <a:lnTo>
                          <a:pt x="0" y="497"/>
                        </a:lnTo>
                        <a:lnTo>
                          <a:pt x="0" y="472"/>
                        </a:lnTo>
                        <a:lnTo>
                          <a:pt x="0" y="449"/>
                        </a:lnTo>
                        <a:lnTo>
                          <a:pt x="2" y="424"/>
                        </a:lnTo>
                        <a:lnTo>
                          <a:pt x="5" y="401"/>
                        </a:lnTo>
                        <a:lnTo>
                          <a:pt x="9" y="377"/>
                        </a:lnTo>
                        <a:lnTo>
                          <a:pt x="15" y="355"/>
                        </a:lnTo>
                        <a:lnTo>
                          <a:pt x="21" y="333"/>
                        </a:lnTo>
                        <a:lnTo>
                          <a:pt x="28" y="310"/>
                        </a:lnTo>
                        <a:lnTo>
                          <a:pt x="37" y="289"/>
                        </a:lnTo>
                        <a:lnTo>
                          <a:pt x="47" y="268"/>
                        </a:lnTo>
                        <a:lnTo>
                          <a:pt x="56" y="247"/>
                        </a:lnTo>
                        <a:lnTo>
                          <a:pt x="68" y="228"/>
                        </a:lnTo>
                        <a:lnTo>
                          <a:pt x="81" y="209"/>
                        </a:lnTo>
                        <a:lnTo>
                          <a:pt x="93" y="190"/>
                        </a:lnTo>
                        <a:lnTo>
                          <a:pt x="107" y="172"/>
                        </a:lnTo>
                        <a:lnTo>
                          <a:pt x="122" y="155"/>
                        </a:lnTo>
                        <a:lnTo>
                          <a:pt x="138" y="139"/>
                        </a:lnTo>
                        <a:lnTo>
                          <a:pt x="154" y="123"/>
                        </a:lnTo>
                        <a:lnTo>
                          <a:pt x="172" y="108"/>
                        </a:lnTo>
                        <a:lnTo>
                          <a:pt x="189" y="94"/>
                        </a:lnTo>
                        <a:lnTo>
                          <a:pt x="209" y="81"/>
                        </a:lnTo>
                        <a:lnTo>
                          <a:pt x="228" y="68"/>
                        </a:lnTo>
                        <a:lnTo>
                          <a:pt x="247" y="57"/>
                        </a:lnTo>
                        <a:lnTo>
                          <a:pt x="268" y="46"/>
                        </a:lnTo>
                        <a:lnTo>
                          <a:pt x="288" y="37"/>
                        </a:lnTo>
                        <a:lnTo>
                          <a:pt x="310" y="29"/>
                        </a:lnTo>
                        <a:lnTo>
                          <a:pt x="332" y="21"/>
                        </a:lnTo>
                        <a:lnTo>
                          <a:pt x="354" y="15"/>
                        </a:lnTo>
                        <a:lnTo>
                          <a:pt x="377" y="10"/>
                        </a:lnTo>
                        <a:lnTo>
                          <a:pt x="400" y="5"/>
                        </a:lnTo>
                        <a:lnTo>
                          <a:pt x="424" y="2"/>
                        </a:lnTo>
                        <a:lnTo>
                          <a:pt x="448" y="0"/>
                        </a:lnTo>
                        <a:lnTo>
                          <a:pt x="473" y="0"/>
                        </a:lnTo>
                        <a:close/>
                      </a:path>
                    </a:pathLst>
                  </a:custGeom>
                  <a:solidFill>
                    <a:srgbClr val="DC2B19"/>
                  </a:solidFill>
                  <a:ln>
                    <a:noFill/>
                  </a:ln>
                </p:spPr>
                <p:txBody>
                  <a:bodyPr/>
                  <a:lstStyle/>
                  <a:p>
                    <a:pPr>
                      <a:defRPr/>
                    </a:pPr>
                    <a:endParaRPr lang="en-US" sz="1050">
                      <a:latin typeface="+mj-lt"/>
                    </a:endParaRPr>
                  </a:p>
                </p:txBody>
              </p:sp>
              <p:sp>
                <p:nvSpPr>
                  <p:cNvPr id="41403" name="Freeform 540">
                    <a:extLst>
                      <a:ext uri="{FF2B5EF4-FFF2-40B4-BE49-F238E27FC236}">
                        <a16:creationId xmlns="" xmlns:a16="http://schemas.microsoft.com/office/drawing/2014/main" id="{87B88343-EFAA-A057-C7E3-DC1606E67960}"/>
                      </a:ext>
                    </a:extLst>
                  </p:cNvPr>
                  <p:cNvSpPr>
                    <a:spLocks/>
                  </p:cNvSpPr>
                  <p:nvPr/>
                </p:nvSpPr>
                <p:spPr bwMode="auto">
                  <a:xfrm>
                    <a:off x="1482" y="2453"/>
                    <a:ext cx="23" cy="23"/>
                  </a:xfrm>
                  <a:custGeom>
                    <a:avLst/>
                    <a:gdLst>
                      <a:gd name="T0" fmla="*/ 0 w 576"/>
                      <a:gd name="T1" fmla="*/ 0 h 576"/>
                      <a:gd name="T2" fmla="*/ 0 w 576"/>
                      <a:gd name="T3" fmla="*/ 0 h 576"/>
                      <a:gd name="T4" fmla="*/ 0 w 576"/>
                      <a:gd name="T5" fmla="*/ 0 h 576"/>
                      <a:gd name="T6" fmla="*/ 0 w 576"/>
                      <a:gd name="T7" fmla="*/ 0 h 576"/>
                      <a:gd name="T8" fmla="*/ 0 w 576"/>
                      <a:gd name="T9" fmla="*/ 0 h 576"/>
                      <a:gd name="T10" fmla="*/ 0 w 576"/>
                      <a:gd name="T11" fmla="*/ 0 h 576"/>
                      <a:gd name="T12" fmla="*/ 0 w 576"/>
                      <a:gd name="T13" fmla="*/ 0 h 576"/>
                      <a:gd name="T14" fmla="*/ 0 w 576"/>
                      <a:gd name="T15" fmla="*/ 0 h 576"/>
                      <a:gd name="T16" fmla="*/ 0 w 576"/>
                      <a:gd name="T17" fmla="*/ 0 h 576"/>
                      <a:gd name="T18" fmla="*/ 0 w 576"/>
                      <a:gd name="T19" fmla="*/ 0 h 576"/>
                      <a:gd name="T20" fmla="*/ 0 w 576"/>
                      <a:gd name="T21" fmla="*/ 0 h 576"/>
                      <a:gd name="T22" fmla="*/ 0 w 576"/>
                      <a:gd name="T23" fmla="*/ 0 h 576"/>
                      <a:gd name="T24" fmla="*/ 0 w 576"/>
                      <a:gd name="T25" fmla="*/ 0 h 576"/>
                      <a:gd name="T26" fmla="*/ 0 w 576"/>
                      <a:gd name="T27" fmla="*/ 0 h 576"/>
                      <a:gd name="T28" fmla="*/ 0 w 576"/>
                      <a:gd name="T29" fmla="*/ 0 h 576"/>
                      <a:gd name="T30" fmla="*/ 0 w 576"/>
                      <a:gd name="T31" fmla="*/ 0 h 576"/>
                      <a:gd name="T32" fmla="*/ 0 w 576"/>
                      <a:gd name="T33" fmla="*/ 0 h 576"/>
                      <a:gd name="T34" fmla="*/ 0 w 576"/>
                      <a:gd name="T35" fmla="*/ 0 h 576"/>
                      <a:gd name="T36" fmla="*/ 0 w 576"/>
                      <a:gd name="T37" fmla="*/ 0 h 576"/>
                      <a:gd name="T38" fmla="*/ 0 w 576"/>
                      <a:gd name="T39" fmla="*/ 0 h 576"/>
                      <a:gd name="T40" fmla="*/ 0 w 576"/>
                      <a:gd name="T41" fmla="*/ 0 h 576"/>
                      <a:gd name="T42" fmla="*/ 0 w 576"/>
                      <a:gd name="T43" fmla="*/ 0 h 576"/>
                      <a:gd name="T44" fmla="*/ 0 w 576"/>
                      <a:gd name="T45" fmla="*/ 0 h 576"/>
                      <a:gd name="T46" fmla="*/ 0 w 576"/>
                      <a:gd name="T47" fmla="*/ 0 h 576"/>
                      <a:gd name="T48" fmla="*/ 0 w 576"/>
                      <a:gd name="T49" fmla="*/ 0 h 576"/>
                      <a:gd name="T50" fmla="*/ 0 w 576"/>
                      <a:gd name="T51" fmla="*/ 0 h 576"/>
                      <a:gd name="T52" fmla="*/ 0 w 576"/>
                      <a:gd name="T53" fmla="*/ 0 h 576"/>
                      <a:gd name="T54" fmla="*/ 0 w 576"/>
                      <a:gd name="T55" fmla="*/ 0 h 576"/>
                      <a:gd name="T56" fmla="*/ 0 w 576"/>
                      <a:gd name="T57" fmla="*/ 0 h 576"/>
                      <a:gd name="T58" fmla="*/ 0 w 576"/>
                      <a:gd name="T59" fmla="*/ 0 h 576"/>
                      <a:gd name="T60" fmla="*/ 0 w 576"/>
                      <a:gd name="T61" fmla="*/ 0 h 576"/>
                      <a:gd name="T62" fmla="*/ 0 w 576"/>
                      <a:gd name="T63" fmla="*/ 0 h 576"/>
                      <a:gd name="T64" fmla="*/ 0 w 576"/>
                      <a:gd name="T65" fmla="*/ 0 h 576"/>
                      <a:gd name="T66" fmla="*/ 0 w 576"/>
                      <a:gd name="T67" fmla="*/ 0 h 5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6"/>
                      <a:gd name="T104" fmla="*/ 576 w 576"/>
                      <a:gd name="T105" fmla="*/ 576 h 5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6">
                        <a:moveTo>
                          <a:pt x="576" y="576"/>
                        </a:moveTo>
                        <a:lnTo>
                          <a:pt x="576" y="576"/>
                        </a:lnTo>
                        <a:lnTo>
                          <a:pt x="575" y="547"/>
                        </a:lnTo>
                        <a:lnTo>
                          <a:pt x="573" y="518"/>
                        </a:lnTo>
                        <a:lnTo>
                          <a:pt x="570" y="490"/>
                        </a:lnTo>
                        <a:lnTo>
                          <a:pt x="564" y="461"/>
                        </a:lnTo>
                        <a:lnTo>
                          <a:pt x="558" y="432"/>
                        </a:lnTo>
                        <a:lnTo>
                          <a:pt x="551" y="406"/>
                        </a:lnTo>
                        <a:lnTo>
                          <a:pt x="541" y="379"/>
                        </a:lnTo>
                        <a:lnTo>
                          <a:pt x="530" y="352"/>
                        </a:lnTo>
                        <a:lnTo>
                          <a:pt x="520" y="327"/>
                        </a:lnTo>
                        <a:lnTo>
                          <a:pt x="506" y="302"/>
                        </a:lnTo>
                        <a:lnTo>
                          <a:pt x="492" y="278"/>
                        </a:lnTo>
                        <a:lnTo>
                          <a:pt x="478" y="254"/>
                        </a:lnTo>
                        <a:lnTo>
                          <a:pt x="461" y="232"/>
                        </a:lnTo>
                        <a:lnTo>
                          <a:pt x="444" y="210"/>
                        </a:lnTo>
                        <a:lnTo>
                          <a:pt x="426" y="189"/>
                        </a:lnTo>
                        <a:lnTo>
                          <a:pt x="408" y="169"/>
                        </a:lnTo>
                        <a:lnTo>
                          <a:pt x="388" y="150"/>
                        </a:lnTo>
                        <a:lnTo>
                          <a:pt x="366" y="132"/>
                        </a:lnTo>
                        <a:lnTo>
                          <a:pt x="345" y="115"/>
                        </a:lnTo>
                        <a:lnTo>
                          <a:pt x="321" y="99"/>
                        </a:lnTo>
                        <a:lnTo>
                          <a:pt x="298" y="84"/>
                        </a:lnTo>
                        <a:lnTo>
                          <a:pt x="275" y="70"/>
                        </a:lnTo>
                        <a:lnTo>
                          <a:pt x="249" y="57"/>
                        </a:lnTo>
                        <a:lnTo>
                          <a:pt x="223" y="45"/>
                        </a:lnTo>
                        <a:lnTo>
                          <a:pt x="198" y="35"/>
                        </a:lnTo>
                        <a:lnTo>
                          <a:pt x="171" y="25"/>
                        </a:lnTo>
                        <a:lnTo>
                          <a:pt x="144" y="18"/>
                        </a:lnTo>
                        <a:lnTo>
                          <a:pt x="116" y="11"/>
                        </a:lnTo>
                        <a:lnTo>
                          <a:pt x="87" y="6"/>
                        </a:lnTo>
                        <a:lnTo>
                          <a:pt x="58" y="3"/>
                        </a:lnTo>
                        <a:lnTo>
                          <a:pt x="29" y="1"/>
                        </a:lnTo>
                        <a:lnTo>
                          <a:pt x="0" y="0"/>
                        </a:lnTo>
                        <a:lnTo>
                          <a:pt x="0" y="207"/>
                        </a:lnTo>
                        <a:lnTo>
                          <a:pt x="19" y="207"/>
                        </a:lnTo>
                        <a:lnTo>
                          <a:pt x="37" y="210"/>
                        </a:lnTo>
                        <a:lnTo>
                          <a:pt x="56" y="212"/>
                        </a:lnTo>
                        <a:lnTo>
                          <a:pt x="74" y="215"/>
                        </a:lnTo>
                        <a:lnTo>
                          <a:pt x="91" y="219"/>
                        </a:lnTo>
                        <a:lnTo>
                          <a:pt x="109" y="225"/>
                        </a:lnTo>
                        <a:lnTo>
                          <a:pt x="127" y="230"/>
                        </a:lnTo>
                        <a:lnTo>
                          <a:pt x="143" y="236"/>
                        </a:lnTo>
                        <a:lnTo>
                          <a:pt x="160" y="244"/>
                        </a:lnTo>
                        <a:lnTo>
                          <a:pt x="176" y="252"/>
                        </a:lnTo>
                        <a:lnTo>
                          <a:pt x="190" y="261"/>
                        </a:lnTo>
                        <a:lnTo>
                          <a:pt x="205" y="270"/>
                        </a:lnTo>
                        <a:lnTo>
                          <a:pt x="220" y="281"/>
                        </a:lnTo>
                        <a:lnTo>
                          <a:pt x="234" y="292"/>
                        </a:lnTo>
                        <a:lnTo>
                          <a:pt x="247" y="303"/>
                        </a:lnTo>
                        <a:lnTo>
                          <a:pt x="260" y="316"/>
                        </a:lnTo>
                        <a:lnTo>
                          <a:pt x="272" y="329"/>
                        </a:lnTo>
                        <a:lnTo>
                          <a:pt x="284" y="343"/>
                        </a:lnTo>
                        <a:lnTo>
                          <a:pt x="295" y="357"/>
                        </a:lnTo>
                        <a:lnTo>
                          <a:pt x="306" y="371"/>
                        </a:lnTo>
                        <a:lnTo>
                          <a:pt x="315" y="385"/>
                        </a:lnTo>
                        <a:lnTo>
                          <a:pt x="325" y="401"/>
                        </a:lnTo>
                        <a:lnTo>
                          <a:pt x="332" y="417"/>
                        </a:lnTo>
                        <a:lnTo>
                          <a:pt x="340" y="433"/>
                        </a:lnTo>
                        <a:lnTo>
                          <a:pt x="346" y="450"/>
                        </a:lnTo>
                        <a:lnTo>
                          <a:pt x="352" y="467"/>
                        </a:lnTo>
                        <a:lnTo>
                          <a:pt x="357" y="485"/>
                        </a:lnTo>
                        <a:lnTo>
                          <a:pt x="361" y="503"/>
                        </a:lnTo>
                        <a:lnTo>
                          <a:pt x="364" y="521"/>
                        </a:lnTo>
                        <a:lnTo>
                          <a:pt x="367" y="539"/>
                        </a:lnTo>
                        <a:lnTo>
                          <a:pt x="368" y="558"/>
                        </a:lnTo>
                        <a:lnTo>
                          <a:pt x="368" y="576"/>
                        </a:lnTo>
                        <a:lnTo>
                          <a:pt x="576" y="576"/>
                        </a:lnTo>
                        <a:close/>
                      </a:path>
                    </a:pathLst>
                  </a:custGeom>
                  <a:solidFill>
                    <a:srgbClr val="EF2B2F"/>
                  </a:solidFill>
                  <a:ln>
                    <a:noFill/>
                  </a:ln>
                </p:spPr>
                <p:txBody>
                  <a:bodyPr/>
                  <a:lstStyle/>
                  <a:p>
                    <a:pPr>
                      <a:defRPr/>
                    </a:pPr>
                    <a:endParaRPr lang="en-US" sz="1050">
                      <a:latin typeface="+mj-lt"/>
                    </a:endParaRPr>
                  </a:p>
                </p:txBody>
              </p:sp>
              <p:sp>
                <p:nvSpPr>
                  <p:cNvPr id="41404" name="Freeform 541">
                    <a:extLst>
                      <a:ext uri="{FF2B5EF4-FFF2-40B4-BE49-F238E27FC236}">
                        <a16:creationId xmlns="" xmlns:a16="http://schemas.microsoft.com/office/drawing/2014/main" id="{13320112-6244-F1BE-BB77-2D3AC70C9917}"/>
                      </a:ext>
                    </a:extLst>
                  </p:cNvPr>
                  <p:cNvSpPr>
                    <a:spLocks/>
                  </p:cNvSpPr>
                  <p:nvPr/>
                </p:nvSpPr>
                <p:spPr bwMode="auto">
                  <a:xfrm>
                    <a:off x="1482" y="2476"/>
                    <a:ext cx="23" cy="21"/>
                  </a:xfrm>
                  <a:custGeom>
                    <a:avLst/>
                    <a:gdLst>
                      <a:gd name="T0" fmla="*/ 0 w 576"/>
                      <a:gd name="T1" fmla="*/ 0 h 578"/>
                      <a:gd name="T2" fmla="*/ 0 w 576"/>
                      <a:gd name="T3" fmla="*/ 0 h 578"/>
                      <a:gd name="T4" fmla="*/ 0 w 576"/>
                      <a:gd name="T5" fmla="*/ 0 h 578"/>
                      <a:gd name="T6" fmla="*/ 0 w 576"/>
                      <a:gd name="T7" fmla="*/ 0 h 578"/>
                      <a:gd name="T8" fmla="*/ 0 w 576"/>
                      <a:gd name="T9" fmla="*/ 0 h 578"/>
                      <a:gd name="T10" fmla="*/ 0 w 576"/>
                      <a:gd name="T11" fmla="*/ 0 h 578"/>
                      <a:gd name="T12" fmla="*/ 0 w 576"/>
                      <a:gd name="T13" fmla="*/ 0 h 578"/>
                      <a:gd name="T14" fmla="*/ 0 w 576"/>
                      <a:gd name="T15" fmla="*/ 0 h 578"/>
                      <a:gd name="T16" fmla="*/ 0 w 576"/>
                      <a:gd name="T17" fmla="*/ 0 h 578"/>
                      <a:gd name="T18" fmla="*/ 0 w 576"/>
                      <a:gd name="T19" fmla="*/ 0 h 578"/>
                      <a:gd name="T20" fmla="*/ 0 w 576"/>
                      <a:gd name="T21" fmla="*/ 0 h 578"/>
                      <a:gd name="T22" fmla="*/ 0 w 576"/>
                      <a:gd name="T23" fmla="*/ 0 h 578"/>
                      <a:gd name="T24" fmla="*/ 0 w 576"/>
                      <a:gd name="T25" fmla="*/ 0 h 578"/>
                      <a:gd name="T26" fmla="*/ 0 w 576"/>
                      <a:gd name="T27" fmla="*/ 0 h 578"/>
                      <a:gd name="T28" fmla="*/ 0 w 576"/>
                      <a:gd name="T29" fmla="*/ 0 h 578"/>
                      <a:gd name="T30" fmla="*/ 0 w 576"/>
                      <a:gd name="T31" fmla="*/ 0 h 578"/>
                      <a:gd name="T32" fmla="*/ 0 w 576"/>
                      <a:gd name="T33" fmla="*/ 0 h 578"/>
                      <a:gd name="T34" fmla="*/ 0 w 576"/>
                      <a:gd name="T35" fmla="*/ 0 h 578"/>
                      <a:gd name="T36" fmla="*/ 0 w 576"/>
                      <a:gd name="T37" fmla="*/ 0 h 578"/>
                      <a:gd name="T38" fmla="*/ 0 w 576"/>
                      <a:gd name="T39" fmla="*/ 0 h 578"/>
                      <a:gd name="T40" fmla="*/ 0 w 576"/>
                      <a:gd name="T41" fmla="*/ 0 h 578"/>
                      <a:gd name="T42" fmla="*/ 0 w 576"/>
                      <a:gd name="T43" fmla="*/ 0 h 578"/>
                      <a:gd name="T44" fmla="*/ 0 w 576"/>
                      <a:gd name="T45" fmla="*/ 0 h 578"/>
                      <a:gd name="T46" fmla="*/ 0 w 576"/>
                      <a:gd name="T47" fmla="*/ 0 h 578"/>
                      <a:gd name="T48" fmla="*/ 0 w 576"/>
                      <a:gd name="T49" fmla="*/ 0 h 578"/>
                      <a:gd name="T50" fmla="*/ 0 w 576"/>
                      <a:gd name="T51" fmla="*/ 0 h 578"/>
                      <a:gd name="T52" fmla="*/ 0 w 576"/>
                      <a:gd name="T53" fmla="*/ 0 h 578"/>
                      <a:gd name="T54" fmla="*/ 0 w 576"/>
                      <a:gd name="T55" fmla="*/ 0 h 578"/>
                      <a:gd name="T56" fmla="*/ 0 w 576"/>
                      <a:gd name="T57" fmla="*/ 0 h 578"/>
                      <a:gd name="T58" fmla="*/ 0 w 576"/>
                      <a:gd name="T59" fmla="*/ 0 h 578"/>
                      <a:gd name="T60" fmla="*/ 0 w 576"/>
                      <a:gd name="T61" fmla="*/ 0 h 578"/>
                      <a:gd name="T62" fmla="*/ 0 w 576"/>
                      <a:gd name="T63" fmla="*/ 0 h 578"/>
                      <a:gd name="T64" fmla="*/ 0 w 576"/>
                      <a:gd name="T65" fmla="*/ 0 h 578"/>
                      <a:gd name="T66" fmla="*/ 0 w 576"/>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8"/>
                      <a:gd name="T104" fmla="*/ 576 w 576"/>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8">
                        <a:moveTo>
                          <a:pt x="0" y="578"/>
                        </a:moveTo>
                        <a:lnTo>
                          <a:pt x="0" y="578"/>
                        </a:lnTo>
                        <a:lnTo>
                          <a:pt x="29" y="577"/>
                        </a:lnTo>
                        <a:lnTo>
                          <a:pt x="58" y="575"/>
                        </a:lnTo>
                        <a:lnTo>
                          <a:pt x="87" y="571"/>
                        </a:lnTo>
                        <a:lnTo>
                          <a:pt x="116" y="566"/>
                        </a:lnTo>
                        <a:lnTo>
                          <a:pt x="144" y="560"/>
                        </a:lnTo>
                        <a:lnTo>
                          <a:pt x="171" y="552"/>
                        </a:lnTo>
                        <a:lnTo>
                          <a:pt x="198" y="543"/>
                        </a:lnTo>
                        <a:lnTo>
                          <a:pt x="223" y="532"/>
                        </a:lnTo>
                        <a:lnTo>
                          <a:pt x="249" y="520"/>
                        </a:lnTo>
                        <a:lnTo>
                          <a:pt x="275" y="507"/>
                        </a:lnTo>
                        <a:lnTo>
                          <a:pt x="298" y="494"/>
                        </a:lnTo>
                        <a:lnTo>
                          <a:pt x="321" y="479"/>
                        </a:lnTo>
                        <a:lnTo>
                          <a:pt x="345" y="463"/>
                        </a:lnTo>
                        <a:lnTo>
                          <a:pt x="366" y="446"/>
                        </a:lnTo>
                        <a:lnTo>
                          <a:pt x="388" y="428"/>
                        </a:lnTo>
                        <a:lnTo>
                          <a:pt x="408" y="408"/>
                        </a:lnTo>
                        <a:lnTo>
                          <a:pt x="426" y="388"/>
                        </a:lnTo>
                        <a:lnTo>
                          <a:pt x="444" y="368"/>
                        </a:lnTo>
                        <a:lnTo>
                          <a:pt x="461" y="345"/>
                        </a:lnTo>
                        <a:lnTo>
                          <a:pt x="478" y="323"/>
                        </a:lnTo>
                        <a:lnTo>
                          <a:pt x="492" y="300"/>
                        </a:lnTo>
                        <a:lnTo>
                          <a:pt x="506" y="275"/>
                        </a:lnTo>
                        <a:lnTo>
                          <a:pt x="520" y="251"/>
                        </a:lnTo>
                        <a:lnTo>
                          <a:pt x="530" y="225"/>
                        </a:lnTo>
                        <a:lnTo>
                          <a:pt x="541" y="199"/>
                        </a:lnTo>
                        <a:lnTo>
                          <a:pt x="551" y="172"/>
                        </a:lnTo>
                        <a:lnTo>
                          <a:pt x="558" y="145"/>
                        </a:lnTo>
                        <a:lnTo>
                          <a:pt x="564" y="116"/>
                        </a:lnTo>
                        <a:lnTo>
                          <a:pt x="570" y="89"/>
                        </a:lnTo>
                        <a:lnTo>
                          <a:pt x="573" y="60"/>
                        </a:lnTo>
                        <a:lnTo>
                          <a:pt x="575" y="30"/>
                        </a:lnTo>
                        <a:lnTo>
                          <a:pt x="576" y="0"/>
                        </a:lnTo>
                        <a:lnTo>
                          <a:pt x="368" y="0"/>
                        </a:lnTo>
                        <a:lnTo>
                          <a:pt x="368" y="19"/>
                        </a:lnTo>
                        <a:lnTo>
                          <a:pt x="367" y="39"/>
                        </a:lnTo>
                        <a:lnTo>
                          <a:pt x="364" y="57"/>
                        </a:lnTo>
                        <a:lnTo>
                          <a:pt x="361" y="75"/>
                        </a:lnTo>
                        <a:lnTo>
                          <a:pt x="357" y="93"/>
                        </a:lnTo>
                        <a:lnTo>
                          <a:pt x="352" y="111"/>
                        </a:lnTo>
                        <a:lnTo>
                          <a:pt x="346" y="127"/>
                        </a:lnTo>
                        <a:lnTo>
                          <a:pt x="340" y="144"/>
                        </a:lnTo>
                        <a:lnTo>
                          <a:pt x="332" y="160"/>
                        </a:lnTo>
                        <a:lnTo>
                          <a:pt x="325" y="176"/>
                        </a:lnTo>
                        <a:lnTo>
                          <a:pt x="315" y="192"/>
                        </a:lnTo>
                        <a:lnTo>
                          <a:pt x="306" y="207"/>
                        </a:lnTo>
                        <a:lnTo>
                          <a:pt x="295" y="222"/>
                        </a:lnTo>
                        <a:lnTo>
                          <a:pt x="284" y="235"/>
                        </a:lnTo>
                        <a:lnTo>
                          <a:pt x="272" y="248"/>
                        </a:lnTo>
                        <a:lnTo>
                          <a:pt x="260" y="262"/>
                        </a:lnTo>
                        <a:lnTo>
                          <a:pt x="247" y="274"/>
                        </a:lnTo>
                        <a:lnTo>
                          <a:pt x="234" y="286"/>
                        </a:lnTo>
                        <a:lnTo>
                          <a:pt x="220" y="296"/>
                        </a:lnTo>
                        <a:lnTo>
                          <a:pt x="205" y="307"/>
                        </a:lnTo>
                        <a:lnTo>
                          <a:pt x="190" y="317"/>
                        </a:lnTo>
                        <a:lnTo>
                          <a:pt x="176" y="325"/>
                        </a:lnTo>
                        <a:lnTo>
                          <a:pt x="160" y="334"/>
                        </a:lnTo>
                        <a:lnTo>
                          <a:pt x="143" y="341"/>
                        </a:lnTo>
                        <a:lnTo>
                          <a:pt x="127" y="348"/>
                        </a:lnTo>
                        <a:lnTo>
                          <a:pt x="109" y="353"/>
                        </a:lnTo>
                        <a:lnTo>
                          <a:pt x="91" y="358"/>
                        </a:lnTo>
                        <a:lnTo>
                          <a:pt x="74" y="363"/>
                        </a:lnTo>
                        <a:lnTo>
                          <a:pt x="56" y="366"/>
                        </a:lnTo>
                        <a:lnTo>
                          <a:pt x="37" y="368"/>
                        </a:lnTo>
                        <a:lnTo>
                          <a:pt x="19" y="370"/>
                        </a:lnTo>
                        <a:lnTo>
                          <a:pt x="0" y="370"/>
                        </a:lnTo>
                        <a:lnTo>
                          <a:pt x="0" y="578"/>
                        </a:lnTo>
                        <a:close/>
                      </a:path>
                    </a:pathLst>
                  </a:custGeom>
                  <a:solidFill>
                    <a:srgbClr val="EF2B2F"/>
                  </a:solidFill>
                  <a:ln>
                    <a:noFill/>
                  </a:ln>
                </p:spPr>
                <p:txBody>
                  <a:bodyPr/>
                  <a:lstStyle/>
                  <a:p>
                    <a:pPr>
                      <a:defRPr/>
                    </a:pPr>
                    <a:endParaRPr lang="en-US" sz="1050">
                      <a:latin typeface="+mj-lt"/>
                    </a:endParaRPr>
                  </a:p>
                </p:txBody>
              </p:sp>
              <p:sp>
                <p:nvSpPr>
                  <p:cNvPr id="41405" name="Freeform 542">
                    <a:extLst>
                      <a:ext uri="{FF2B5EF4-FFF2-40B4-BE49-F238E27FC236}">
                        <a16:creationId xmlns="" xmlns:a16="http://schemas.microsoft.com/office/drawing/2014/main" id="{47C42D84-CCD3-A6B2-275B-D184856955DA}"/>
                      </a:ext>
                    </a:extLst>
                  </p:cNvPr>
                  <p:cNvSpPr>
                    <a:spLocks/>
                  </p:cNvSpPr>
                  <p:nvPr/>
                </p:nvSpPr>
                <p:spPr bwMode="auto">
                  <a:xfrm>
                    <a:off x="1458" y="2476"/>
                    <a:ext cx="24" cy="21"/>
                  </a:xfrm>
                  <a:custGeom>
                    <a:avLst/>
                    <a:gdLst>
                      <a:gd name="T0" fmla="*/ 0 w 578"/>
                      <a:gd name="T1" fmla="*/ 0 h 578"/>
                      <a:gd name="T2" fmla="*/ 0 w 578"/>
                      <a:gd name="T3" fmla="*/ 0 h 578"/>
                      <a:gd name="T4" fmla="*/ 0 w 578"/>
                      <a:gd name="T5" fmla="*/ 0 h 578"/>
                      <a:gd name="T6" fmla="*/ 0 w 578"/>
                      <a:gd name="T7" fmla="*/ 0 h 578"/>
                      <a:gd name="T8" fmla="*/ 0 w 578"/>
                      <a:gd name="T9" fmla="*/ 0 h 578"/>
                      <a:gd name="T10" fmla="*/ 0 w 578"/>
                      <a:gd name="T11" fmla="*/ 0 h 578"/>
                      <a:gd name="T12" fmla="*/ 0 w 578"/>
                      <a:gd name="T13" fmla="*/ 0 h 578"/>
                      <a:gd name="T14" fmla="*/ 0 w 578"/>
                      <a:gd name="T15" fmla="*/ 0 h 578"/>
                      <a:gd name="T16" fmla="*/ 0 w 578"/>
                      <a:gd name="T17" fmla="*/ 0 h 578"/>
                      <a:gd name="T18" fmla="*/ 0 w 578"/>
                      <a:gd name="T19" fmla="*/ 0 h 578"/>
                      <a:gd name="T20" fmla="*/ 0 w 578"/>
                      <a:gd name="T21" fmla="*/ 0 h 578"/>
                      <a:gd name="T22" fmla="*/ 0 w 578"/>
                      <a:gd name="T23" fmla="*/ 0 h 578"/>
                      <a:gd name="T24" fmla="*/ 0 w 578"/>
                      <a:gd name="T25" fmla="*/ 0 h 578"/>
                      <a:gd name="T26" fmla="*/ 0 w 578"/>
                      <a:gd name="T27" fmla="*/ 0 h 578"/>
                      <a:gd name="T28" fmla="*/ 0 w 578"/>
                      <a:gd name="T29" fmla="*/ 0 h 578"/>
                      <a:gd name="T30" fmla="*/ 0 w 578"/>
                      <a:gd name="T31" fmla="*/ 0 h 578"/>
                      <a:gd name="T32" fmla="*/ 0 w 578"/>
                      <a:gd name="T33" fmla="*/ 0 h 578"/>
                      <a:gd name="T34" fmla="*/ 0 w 578"/>
                      <a:gd name="T35" fmla="*/ 0 h 578"/>
                      <a:gd name="T36" fmla="*/ 0 w 578"/>
                      <a:gd name="T37" fmla="*/ 0 h 578"/>
                      <a:gd name="T38" fmla="*/ 0 w 578"/>
                      <a:gd name="T39" fmla="*/ 0 h 578"/>
                      <a:gd name="T40" fmla="*/ 0 w 578"/>
                      <a:gd name="T41" fmla="*/ 0 h 578"/>
                      <a:gd name="T42" fmla="*/ 0 w 578"/>
                      <a:gd name="T43" fmla="*/ 0 h 578"/>
                      <a:gd name="T44" fmla="*/ 0 w 578"/>
                      <a:gd name="T45" fmla="*/ 0 h 578"/>
                      <a:gd name="T46" fmla="*/ 0 w 578"/>
                      <a:gd name="T47" fmla="*/ 0 h 578"/>
                      <a:gd name="T48" fmla="*/ 0 w 578"/>
                      <a:gd name="T49" fmla="*/ 0 h 578"/>
                      <a:gd name="T50" fmla="*/ 0 w 578"/>
                      <a:gd name="T51" fmla="*/ 0 h 578"/>
                      <a:gd name="T52" fmla="*/ 0 w 578"/>
                      <a:gd name="T53" fmla="*/ 0 h 578"/>
                      <a:gd name="T54" fmla="*/ 0 w 578"/>
                      <a:gd name="T55" fmla="*/ 0 h 578"/>
                      <a:gd name="T56" fmla="*/ 0 w 578"/>
                      <a:gd name="T57" fmla="*/ 0 h 578"/>
                      <a:gd name="T58" fmla="*/ 0 w 578"/>
                      <a:gd name="T59" fmla="*/ 0 h 578"/>
                      <a:gd name="T60" fmla="*/ 0 w 578"/>
                      <a:gd name="T61" fmla="*/ 0 h 578"/>
                      <a:gd name="T62" fmla="*/ 0 w 578"/>
                      <a:gd name="T63" fmla="*/ 0 h 578"/>
                      <a:gd name="T64" fmla="*/ 0 w 578"/>
                      <a:gd name="T65" fmla="*/ 0 h 578"/>
                      <a:gd name="T66" fmla="*/ 0 w 578"/>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8"/>
                      <a:gd name="T104" fmla="*/ 578 w 578"/>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8">
                        <a:moveTo>
                          <a:pt x="0" y="0"/>
                        </a:moveTo>
                        <a:lnTo>
                          <a:pt x="0" y="0"/>
                        </a:lnTo>
                        <a:lnTo>
                          <a:pt x="1" y="30"/>
                        </a:lnTo>
                        <a:lnTo>
                          <a:pt x="4" y="59"/>
                        </a:lnTo>
                        <a:lnTo>
                          <a:pt x="7" y="89"/>
                        </a:lnTo>
                        <a:lnTo>
                          <a:pt x="12" y="116"/>
                        </a:lnTo>
                        <a:lnTo>
                          <a:pt x="18" y="144"/>
                        </a:lnTo>
                        <a:lnTo>
                          <a:pt x="27" y="172"/>
                        </a:lnTo>
                        <a:lnTo>
                          <a:pt x="35" y="199"/>
                        </a:lnTo>
                        <a:lnTo>
                          <a:pt x="46" y="225"/>
                        </a:lnTo>
                        <a:lnTo>
                          <a:pt x="58" y="251"/>
                        </a:lnTo>
                        <a:lnTo>
                          <a:pt x="71" y="275"/>
                        </a:lnTo>
                        <a:lnTo>
                          <a:pt x="84" y="300"/>
                        </a:lnTo>
                        <a:lnTo>
                          <a:pt x="99" y="323"/>
                        </a:lnTo>
                        <a:lnTo>
                          <a:pt x="115" y="345"/>
                        </a:lnTo>
                        <a:lnTo>
                          <a:pt x="132" y="368"/>
                        </a:lnTo>
                        <a:lnTo>
                          <a:pt x="151" y="388"/>
                        </a:lnTo>
                        <a:lnTo>
                          <a:pt x="170" y="408"/>
                        </a:lnTo>
                        <a:lnTo>
                          <a:pt x="190" y="428"/>
                        </a:lnTo>
                        <a:lnTo>
                          <a:pt x="210" y="446"/>
                        </a:lnTo>
                        <a:lnTo>
                          <a:pt x="233" y="463"/>
                        </a:lnTo>
                        <a:lnTo>
                          <a:pt x="255" y="479"/>
                        </a:lnTo>
                        <a:lnTo>
                          <a:pt x="278" y="494"/>
                        </a:lnTo>
                        <a:lnTo>
                          <a:pt x="303" y="507"/>
                        </a:lnTo>
                        <a:lnTo>
                          <a:pt x="327" y="520"/>
                        </a:lnTo>
                        <a:lnTo>
                          <a:pt x="353" y="532"/>
                        </a:lnTo>
                        <a:lnTo>
                          <a:pt x="380" y="543"/>
                        </a:lnTo>
                        <a:lnTo>
                          <a:pt x="406" y="552"/>
                        </a:lnTo>
                        <a:lnTo>
                          <a:pt x="434" y="560"/>
                        </a:lnTo>
                        <a:lnTo>
                          <a:pt x="462" y="566"/>
                        </a:lnTo>
                        <a:lnTo>
                          <a:pt x="490" y="571"/>
                        </a:lnTo>
                        <a:lnTo>
                          <a:pt x="519" y="575"/>
                        </a:lnTo>
                        <a:lnTo>
                          <a:pt x="548" y="577"/>
                        </a:lnTo>
                        <a:lnTo>
                          <a:pt x="578" y="578"/>
                        </a:lnTo>
                        <a:lnTo>
                          <a:pt x="578" y="370"/>
                        </a:lnTo>
                        <a:lnTo>
                          <a:pt x="559" y="370"/>
                        </a:lnTo>
                        <a:lnTo>
                          <a:pt x="539" y="368"/>
                        </a:lnTo>
                        <a:lnTo>
                          <a:pt x="521" y="366"/>
                        </a:lnTo>
                        <a:lnTo>
                          <a:pt x="503" y="363"/>
                        </a:lnTo>
                        <a:lnTo>
                          <a:pt x="485" y="358"/>
                        </a:lnTo>
                        <a:lnTo>
                          <a:pt x="468" y="353"/>
                        </a:lnTo>
                        <a:lnTo>
                          <a:pt x="451" y="348"/>
                        </a:lnTo>
                        <a:lnTo>
                          <a:pt x="434" y="341"/>
                        </a:lnTo>
                        <a:lnTo>
                          <a:pt x="418" y="334"/>
                        </a:lnTo>
                        <a:lnTo>
                          <a:pt x="402" y="325"/>
                        </a:lnTo>
                        <a:lnTo>
                          <a:pt x="387" y="317"/>
                        </a:lnTo>
                        <a:lnTo>
                          <a:pt x="371" y="307"/>
                        </a:lnTo>
                        <a:lnTo>
                          <a:pt x="357" y="296"/>
                        </a:lnTo>
                        <a:lnTo>
                          <a:pt x="343" y="286"/>
                        </a:lnTo>
                        <a:lnTo>
                          <a:pt x="330" y="274"/>
                        </a:lnTo>
                        <a:lnTo>
                          <a:pt x="317" y="261"/>
                        </a:lnTo>
                        <a:lnTo>
                          <a:pt x="304" y="248"/>
                        </a:lnTo>
                        <a:lnTo>
                          <a:pt x="293" y="235"/>
                        </a:lnTo>
                        <a:lnTo>
                          <a:pt x="282" y="222"/>
                        </a:lnTo>
                        <a:lnTo>
                          <a:pt x="272" y="207"/>
                        </a:lnTo>
                        <a:lnTo>
                          <a:pt x="261" y="192"/>
                        </a:lnTo>
                        <a:lnTo>
                          <a:pt x="253" y="176"/>
                        </a:lnTo>
                        <a:lnTo>
                          <a:pt x="244" y="160"/>
                        </a:lnTo>
                        <a:lnTo>
                          <a:pt x="237" y="144"/>
                        </a:lnTo>
                        <a:lnTo>
                          <a:pt x="230" y="127"/>
                        </a:lnTo>
                        <a:lnTo>
                          <a:pt x="225" y="111"/>
                        </a:lnTo>
                        <a:lnTo>
                          <a:pt x="220" y="93"/>
                        </a:lnTo>
                        <a:lnTo>
                          <a:pt x="216" y="75"/>
                        </a:lnTo>
                        <a:lnTo>
                          <a:pt x="212" y="57"/>
                        </a:lnTo>
                        <a:lnTo>
                          <a:pt x="210" y="39"/>
                        </a:lnTo>
                        <a:lnTo>
                          <a:pt x="209" y="20"/>
                        </a:lnTo>
                        <a:lnTo>
                          <a:pt x="208" y="0"/>
                        </a:lnTo>
                        <a:lnTo>
                          <a:pt x="0" y="0"/>
                        </a:lnTo>
                        <a:close/>
                      </a:path>
                    </a:pathLst>
                  </a:custGeom>
                  <a:solidFill>
                    <a:srgbClr val="EF2B2F"/>
                  </a:solidFill>
                  <a:ln>
                    <a:noFill/>
                  </a:ln>
                </p:spPr>
                <p:txBody>
                  <a:bodyPr/>
                  <a:lstStyle/>
                  <a:p>
                    <a:pPr>
                      <a:defRPr/>
                    </a:pPr>
                    <a:endParaRPr lang="en-US" sz="1050">
                      <a:latin typeface="+mj-lt"/>
                    </a:endParaRPr>
                  </a:p>
                </p:txBody>
              </p:sp>
              <p:sp>
                <p:nvSpPr>
                  <p:cNvPr id="41406" name="Freeform 543">
                    <a:extLst>
                      <a:ext uri="{FF2B5EF4-FFF2-40B4-BE49-F238E27FC236}">
                        <a16:creationId xmlns="" xmlns:a16="http://schemas.microsoft.com/office/drawing/2014/main" id="{2BE7501F-7247-1BA8-772F-E7A227D01C19}"/>
                      </a:ext>
                    </a:extLst>
                  </p:cNvPr>
                  <p:cNvSpPr>
                    <a:spLocks/>
                  </p:cNvSpPr>
                  <p:nvPr/>
                </p:nvSpPr>
                <p:spPr bwMode="auto">
                  <a:xfrm>
                    <a:off x="1458" y="2453"/>
                    <a:ext cx="24" cy="23"/>
                  </a:xfrm>
                  <a:custGeom>
                    <a:avLst/>
                    <a:gdLst>
                      <a:gd name="T0" fmla="*/ 0 w 578"/>
                      <a:gd name="T1" fmla="*/ 0 h 576"/>
                      <a:gd name="T2" fmla="*/ 0 w 578"/>
                      <a:gd name="T3" fmla="*/ 0 h 576"/>
                      <a:gd name="T4" fmla="*/ 0 w 578"/>
                      <a:gd name="T5" fmla="*/ 0 h 576"/>
                      <a:gd name="T6" fmla="*/ 0 w 578"/>
                      <a:gd name="T7" fmla="*/ 0 h 576"/>
                      <a:gd name="T8" fmla="*/ 0 w 578"/>
                      <a:gd name="T9" fmla="*/ 0 h 576"/>
                      <a:gd name="T10" fmla="*/ 0 w 578"/>
                      <a:gd name="T11" fmla="*/ 0 h 576"/>
                      <a:gd name="T12" fmla="*/ 0 w 578"/>
                      <a:gd name="T13" fmla="*/ 0 h 576"/>
                      <a:gd name="T14" fmla="*/ 0 w 578"/>
                      <a:gd name="T15" fmla="*/ 0 h 576"/>
                      <a:gd name="T16" fmla="*/ 0 w 578"/>
                      <a:gd name="T17" fmla="*/ 0 h 576"/>
                      <a:gd name="T18" fmla="*/ 0 w 578"/>
                      <a:gd name="T19" fmla="*/ 0 h 576"/>
                      <a:gd name="T20" fmla="*/ 0 w 578"/>
                      <a:gd name="T21" fmla="*/ 0 h 576"/>
                      <a:gd name="T22" fmla="*/ 0 w 578"/>
                      <a:gd name="T23" fmla="*/ 0 h 576"/>
                      <a:gd name="T24" fmla="*/ 0 w 578"/>
                      <a:gd name="T25" fmla="*/ 0 h 576"/>
                      <a:gd name="T26" fmla="*/ 0 w 578"/>
                      <a:gd name="T27" fmla="*/ 0 h 576"/>
                      <a:gd name="T28" fmla="*/ 0 w 578"/>
                      <a:gd name="T29" fmla="*/ 0 h 576"/>
                      <a:gd name="T30" fmla="*/ 0 w 578"/>
                      <a:gd name="T31" fmla="*/ 0 h 576"/>
                      <a:gd name="T32" fmla="*/ 0 w 578"/>
                      <a:gd name="T33" fmla="*/ 0 h 576"/>
                      <a:gd name="T34" fmla="*/ 0 w 578"/>
                      <a:gd name="T35" fmla="*/ 0 h 576"/>
                      <a:gd name="T36" fmla="*/ 0 w 578"/>
                      <a:gd name="T37" fmla="*/ 0 h 576"/>
                      <a:gd name="T38" fmla="*/ 0 w 578"/>
                      <a:gd name="T39" fmla="*/ 0 h 576"/>
                      <a:gd name="T40" fmla="*/ 0 w 578"/>
                      <a:gd name="T41" fmla="*/ 0 h 576"/>
                      <a:gd name="T42" fmla="*/ 0 w 578"/>
                      <a:gd name="T43" fmla="*/ 0 h 576"/>
                      <a:gd name="T44" fmla="*/ 0 w 578"/>
                      <a:gd name="T45" fmla="*/ 0 h 576"/>
                      <a:gd name="T46" fmla="*/ 0 w 578"/>
                      <a:gd name="T47" fmla="*/ 0 h 576"/>
                      <a:gd name="T48" fmla="*/ 0 w 578"/>
                      <a:gd name="T49" fmla="*/ 0 h 576"/>
                      <a:gd name="T50" fmla="*/ 0 w 578"/>
                      <a:gd name="T51" fmla="*/ 0 h 576"/>
                      <a:gd name="T52" fmla="*/ 0 w 578"/>
                      <a:gd name="T53" fmla="*/ 0 h 576"/>
                      <a:gd name="T54" fmla="*/ 0 w 578"/>
                      <a:gd name="T55" fmla="*/ 0 h 576"/>
                      <a:gd name="T56" fmla="*/ 0 w 578"/>
                      <a:gd name="T57" fmla="*/ 0 h 576"/>
                      <a:gd name="T58" fmla="*/ 0 w 578"/>
                      <a:gd name="T59" fmla="*/ 0 h 576"/>
                      <a:gd name="T60" fmla="*/ 0 w 578"/>
                      <a:gd name="T61" fmla="*/ 0 h 576"/>
                      <a:gd name="T62" fmla="*/ 0 w 578"/>
                      <a:gd name="T63" fmla="*/ 0 h 576"/>
                      <a:gd name="T64" fmla="*/ 0 w 578"/>
                      <a:gd name="T65" fmla="*/ 0 h 576"/>
                      <a:gd name="T66" fmla="*/ 0 w 578"/>
                      <a:gd name="T67" fmla="*/ 0 h 5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6"/>
                      <a:gd name="T104" fmla="*/ 578 w 578"/>
                      <a:gd name="T105" fmla="*/ 576 h 5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6">
                        <a:moveTo>
                          <a:pt x="578" y="0"/>
                        </a:moveTo>
                        <a:lnTo>
                          <a:pt x="578" y="0"/>
                        </a:lnTo>
                        <a:lnTo>
                          <a:pt x="548" y="1"/>
                        </a:lnTo>
                        <a:lnTo>
                          <a:pt x="519" y="3"/>
                        </a:lnTo>
                        <a:lnTo>
                          <a:pt x="490" y="6"/>
                        </a:lnTo>
                        <a:lnTo>
                          <a:pt x="462" y="11"/>
                        </a:lnTo>
                        <a:lnTo>
                          <a:pt x="434" y="18"/>
                        </a:lnTo>
                        <a:lnTo>
                          <a:pt x="406" y="25"/>
                        </a:lnTo>
                        <a:lnTo>
                          <a:pt x="380" y="35"/>
                        </a:lnTo>
                        <a:lnTo>
                          <a:pt x="353" y="45"/>
                        </a:lnTo>
                        <a:lnTo>
                          <a:pt x="327" y="57"/>
                        </a:lnTo>
                        <a:lnTo>
                          <a:pt x="303" y="70"/>
                        </a:lnTo>
                        <a:lnTo>
                          <a:pt x="278" y="84"/>
                        </a:lnTo>
                        <a:lnTo>
                          <a:pt x="255" y="99"/>
                        </a:lnTo>
                        <a:lnTo>
                          <a:pt x="233" y="115"/>
                        </a:lnTo>
                        <a:lnTo>
                          <a:pt x="210" y="132"/>
                        </a:lnTo>
                        <a:lnTo>
                          <a:pt x="190" y="150"/>
                        </a:lnTo>
                        <a:lnTo>
                          <a:pt x="170" y="169"/>
                        </a:lnTo>
                        <a:lnTo>
                          <a:pt x="151" y="189"/>
                        </a:lnTo>
                        <a:lnTo>
                          <a:pt x="132" y="210"/>
                        </a:lnTo>
                        <a:lnTo>
                          <a:pt x="115" y="232"/>
                        </a:lnTo>
                        <a:lnTo>
                          <a:pt x="99" y="254"/>
                        </a:lnTo>
                        <a:lnTo>
                          <a:pt x="84" y="278"/>
                        </a:lnTo>
                        <a:lnTo>
                          <a:pt x="71" y="302"/>
                        </a:lnTo>
                        <a:lnTo>
                          <a:pt x="58" y="327"/>
                        </a:lnTo>
                        <a:lnTo>
                          <a:pt x="46" y="352"/>
                        </a:lnTo>
                        <a:lnTo>
                          <a:pt x="35" y="379"/>
                        </a:lnTo>
                        <a:lnTo>
                          <a:pt x="27" y="406"/>
                        </a:lnTo>
                        <a:lnTo>
                          <a:pt x="18" y="433"/>
                        </a:lnTo>
                        <a:lnTo>
                          <a:pt x="12" y="461"/>
                        </a:lnTo>
                        <a:lnTo>
                          <a:pt x="7" y="490"/>
                        </a:lnTo>
                        <a:lnTo>
                          <a:pt x="4" y="519"/>
                        </a:lnTo>
                        <a:lnTo>
                          <a:pt x="1" y="547"/>
                        </a:lnTo>
                        <a:lnTo>
                          <a:pt x="0" y="576"/>
                        </a:lnTo>
                        <a:lnTo>
                          <a:pt x="208" y="576"/>
                        </a:lnTo>
                        <a:lnTo>
                          <a:pt x="209" y="557"/>
                        </a:lnTo>
                        <a:lnTo>
                          <a:pt x="210" y="539"/>
                        </a:lnTo>
                        <a:lnTo>
                          <a:pt x="212" y="521"/>
                        </a:lnTo>
                        <a:lnTo>
                          <a:pt x="216" y="503"/>
                        </a:lnTo>
                        <a:lnTo>
                          <a:pt x="220" y="485"/>
                        </a:lnTo>
                        <a:lnTo>
                          <a:pt x="225" y="467"/>
                        </a:lnTo>
                        <a:lnTo>
                          <a:pt x="230" y="450"/>
                        </a:lnTo>
                        <a:lnTo>
                          <a:pt x="237" y="433"/>
                        </a:lnTo>
                        <a:lnTo>
                          <a:pt x="244" y="417"/>
                        </a:lnTo>
                        <a:lnTo>
                          <a:pt x="253" y="401"/>
                        </a:lnTo>
                        <a:lnTo>
                          <a:pt x="261" y="385"/>
                        </a:lnTo>
                        <a:lnTo>
                          <a:pt x="272" y="371"/>
                        </a:lnTo>
                        <a:lnTo>
                          <a:pt x="282" y="357"/>
                        </a:lnTo>
                        <a:lnTo>
                          <a:pt x="293" y="343"/>
                        </a:lnTo>
                        <a:lnTo>
                          <a:pt x="304" y="329"/>
                        </a:lnTo>
                        <a:lnTo>
                          <a:pt x="317" y="316"/>
                        </a:lnTo>
                        <a:lnTo>
                          <a:pt x="330" y="303"/>
                        </a:lnTo>
                        <a:lnTo>
                          <a:pt x="343" y="292"/>
                        </a:lnTo>
                        <a:lnTo>
                          <a:pt x="357" y="281"/>
                        </a:lnTo>
                        <a:lnTo>
                          <a:pt x="371" y="270"/>
                        </a:lnTo>
                        <a:lnTo>
                          <a:pt x="387" y="261"/>
                        </a:lnTo>
                        <a:lnTo>
                          <a:pt x="402" y="252"/>
                        </a:lnTo>
                        <a:lnTo>
                          <a:pt x="418" y="244"/>
                        </a:lnTo>
                        <a:lnTo>
                          <a:pt x="434" y="236"/>
                        </a:lnTo>
                        <a:lnTo>
                          <a:pt x="451" y="230"/>
                        </a:lnTo>
                        <a:lnTo>
                          <a:pt x="468" y="225"/>
                        </a:lnTo>
                        <a:lnTo>
                          <a:pt x="485" y="219"/>
                        </a:lnTo>
                        <a:lnTo>
                          <a:pt x="503" y="215"/>
                        </a:lnTo>
                        <a:lnTo>
                          <a:pt x="521" y="212"/>
                        </a:lnTo>
                        <a:lnTo>
                          <a:pt x="539" y="210"/>
                        </a:lnTo>
                        <a:lnTo>
                          <a:pt x="559" y="207"/>
                        </a:lnTo>
                        <a:lnTo>
                          <a:pt x="578" y="207"/>
                        </a:lnTo>
                        <a:lnTo>
                          <a:pt x="578" y="0"/>
                        </a:lnTo>
                        <a:close/>
                      </a:path>
                    </a:pathLst>
                  </a:custGeom>
                  <a:solidFill>
                    <a:srgbClr val="EF2B2F"/>
                  </a:solidFill>
                  <a:ln>
                    <a:noFill/>
                  </a:ln>
                </p:spPr>
                <p:txBody>
                  <a:bodyPr/>
                  <a:lstStyle/>
                  <a:p>
                    <a:pPr>
                      <a:defRPr/>
                    </a:pPr>
                    <a:endParaRPr lang="en-US" sz="1050">
                      <a:latin typeface="+mj-lt"/>
                    </a:endParaRPr>
                  </a:p>
                </p:txBody>
              </p:sp>
              <p:sp>
                <p:nvSpPr>
                  <p:cNvPr id="41407" name="Freeform 544">
                    <a:extLst>
                      <a:ext uri="{FF2B5EF4-FFF2-40B4-BE49-F238E27FC236}">
                        <a16:creationId xmlns="" xmlns:a16="http://schemas.microsoft.com/office/drawing/2014/main" id="{3E960EE7-6B32-31DD-2BFB-190FFCA65E8F}"/>
                      </a:ext>
                    </a:extLst>
                  </p:cNvPr>
                  <p:cNvSpPr>
                    <a:spLocks/>
                  </p:cNvSpPr>
                  <p:nvPr/>
                </p:nvSpPr>
                <p:spPr bwMode="auto">
                  <a:xfrm>
                    <a:off x="1516" y="2435"/>
                    <a:ext cx="24" cy="22"/>
                  </a:xfrm>
                  <a:custGeom>
                    <a:avLst/>
                    <a:gdLst>
                      <a:gd name="T0" fmla="*/ 0 w 577"/>
                      <a:gd name="T1" fmla="*/ 0 h 576"/>
                      <a:gd name="T2" fmla="*/ 0 w 577"/>
                      <a:gd name="T3" fmla="*/ 0 h 576"/>
                      <a:gd name="T4" fmla="*/ 0 w 577"/>
                      <a:gd name="T5" fmla="*/ 0 h 576"/>
                      <a:gd name="T6" fmla="*/ 0 w 577"/>
                      <a:gd name="T7" fmla="*/ 0 h 576"/>
                      <a:gd name="T8" fmla="*/ 0 w 577"/>
                      <a:gd name="T9" fmla="*/ 0 h 576"/>
                      <a:gd name="T10" fmla="*/ 0 w 577"/>
                      <a:gd name="T11" fmla="*/ 0 h 576"/>
                      <a:gd name="T12" fmla="*/ 0 w 577"/>
                      <a:gd name="T13" fmla="*/ 0 h 576"/>
                      <a:gd name="T14" fmla="*/ 0 w 577"/>
                      <a:gd name="T15" fmla="*/ 0 h 576"/>
                      <a:gd name="T16" fmla="*/ 0 w 577"/>
                      <a:gd name="T17" fmla="*/ 0 h 576"/>
                      <a:gd name="T18" fmla="*/ 0 w 577"/>
                      <a:gd name="T19" fmla="*/ 0 h 576"/>
                      <a:gd name="T20" fmla="*/ 0 w 577"/>
                      <a:gd name="T21" fmla="*/ 0 h 576"/>
                      <a:gd name="T22" fmla="*/ 0 w 577"/>
                      <a:gd name="T23" fmla="*/ 0 h 576"/>
                      <a:gd name="T24" fmla="*/ 0 w 577"/>
                      <a:gd name="T25" fmla="*/ 0 h 576"/>
                      <a:gd name="T26" fmla="*/ 0 w 577"/>
                      <a:gd name="T27" fmla="*/ 0 h 576"/>
                      <a:gd name="T28" fmla="*/ 0 w 577"/>
                      <a:gd name="T29" fmla="*/ 0 h 576"/>
                      <a:gd name="T30" fmla="*/ 0 w 577"/>
                      <a:gd name="T31" fmla="*/ 0 h 576"/>
                      <a:gd name="T32" fmla="*/ 0 w 577"/>
                      <a:gd name="T33" fmla="*/ 0 h 576"/>
                      <a:gd name="T34" fmla="*/ 0 w 577"/>
                      <a:gd name="T35" fmla="*/ 0 h 576"/>
                      <a:gd name="T36" fmla="*/ 0 w 577"/>
                      <a:gd name="T37" fmla="*/ 0 h 576"/>
                      <a:gd name="T38" fmla="*/ 0 w 577"/>
                      <a:gd name="T39" fmla="*/ 0 h 576"/>
                      <a:gd name="T40" fmla="*/ 0 w 577"/>
                      <a:gd name="T41" fmla="*/ 0 h 576"/>
                      <a:gd name="T42" fmla="*/ 0 w 577"/>
                      <a:gd name="T43" fmla="*/ 0 h 576"/>
                      <a:gd name="T44" fmla="*/ 0 w 577"/>
                      <a:gd name="T45" fmla="*/ 0 h 576"/>
                      <a:gd name="T46" fmla="*/ 0 w 577"/>
                      <a:gd name="T47" fmla="*/ 0 h 576"/>
                      <a:gd name="T48" fmla="*/ 0 w 577"/>
                      <a:gd name="T49" fmla="*/ 0 h 576"/>
                      <a:gd name="T50" fmla="*/ 0 w 577"/>
                      <a:gd name="T51" fmla="*/ 0 h 576"/>
                      <a:gd name="T52" fmla="*/ 0 w 577"/>
                      <a:gd name="T53" fmla="*/ 0 h 576"/>
                      <a:gd name="T54" fmla="*/ 0 w 577"/>
                      <a:gd name="T55" fmla="*/ 0 h 576"/>
                      <a:gd name="T56" fmla="*/ 0 w 577"/>
                      <a:gd name="T57" fmla="*/ 0 h 576"/>
                      <a:gd name="T58" fmla="*/ 0 w 577"/>
                      <a:gd name="T59" fmla="*/ 0 h 576"/>
                      <a:gd name="T60" fmla="*/ 0 w 577"/>
                      <a:gd name="T61" fmla="*/ 0 h 576"/>
                      <a:gd name="T62" fmla="*/ 0 w 577"/>
                      <a:gd name="T63" fmla="*/ 0 h 576"/>
                      <a:gd name="T64" fmla="*/ 0 w 577"/>
                      <a:gd name="T65" fmla="*/ 0 h 576"/>
                      <a:gd name="T66" fmla="*/ 0 w 577"/>
                      <a:gd name="T67" fmla="*/ 0 h 5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6"/>
                      <a:gd name="T104" fmla="*/ 577 w 577"/>
                      <a:gd name="T105" fmla="*/ 576 h 5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6">
                        <a:moveTo>
                          <a:pt x="577" y="576"/>
                        </a:moveTo>
                        <a:lnTo>
                          <a:pt x="577" y="576"/>
                        </a:lnTo>
                        <a:lnTo>
                          <a:pt x="575" y="547"/>
                        </a:lnTo>
                        <a:lnTo>
                          <a:pt x="573" y="517"/>
                        </a:lnTo>
                        <a:lnTo>
                          <a:pt x="570" y="489"/>
                        </a:lnTo>
                        <a:lnTo>
                          <a:pt x="565" y="461"/>
                        </a:lnTo>
                        <a:lnTo>
                          <a:pt x="558" y="432"/>
                        </a:lnTo>
                        <a:lnTo>
                          <a:pt x="551" y="406"/>
                        </a:lnTo>
                        <a:lnTo>
                          <a:pt x="541" y="378"/>
                        </a:lnTo>
                        <a:lnTo>
                          <a:pt x="531" y="352"/>
                        </a:lnTo>
                        <a:lnTo>
                          <a:pt x="520" y="327"/>
                        </a:lnTo>
                        <a:lnTo>
                          <a:pt x="506" y="301"/>
                        </a:lnTo>
                        <a:lnTo>
                          <a:pt x="492" y="278"/>
                        </a:lnTo>
                        <a:lnTo>
                          <a:pt x="478" y="254"/>
                        </a:lnTo>
                        <a:lnTo>
                          <a:pt x="461" y="232"/>
                        </a:lnTo>
                        <a:lnTo>
                          <a:pt x="444" y="209"/>
                        </a:lnTo>
                        <a:lnTo>
                          <a:pt x="426" y="188"/>
                        </a:lnTo>
                        <a:lnTo>
                          <a:pt x="407" y="169"/>
                        </a:lnTo>
                        <a:lnTo>
                          <a:pt x="388" y="150"/>
                        </a:lnTo>
                        <a:lnTo>
                          <a:pt x="367" y="132"/>
                        </a:lnTo>
                        <a:lnTo>
                          <a:pt x="344" y="115"/>
                        </a:lnTo>
                        <a:lnTo>
                          <a:pt x="322" y="98"/>
                        </a:lnTo>
                        <a:lnTo>
                          <a:pt x="298" y="84"/>
                        </a:lnTo>
                        <a:lnTo>
                          <a:pt x="275" y="70"/>
                        </a:lnTo>
                        <a:lnTo>
                          <a:pt x="249" y="56"/>
                        </a:lnTo>
                        <a:lnTo>
                          <a:pt x="224" y="45"/>
                        </a:lnTo>
                        <a:lnTo>
                          <a:pt x="198" y="35"/>
                        </a:lnTo>
                        <a:lnTo>
                          <a:pt x="171" y="25"/>
                        </a:lnTo>
                        <a:lnTo>
                          <a:pt x="144" y="18"/>
                        </a:lnTo>
                        <a:lnTo>
                          <a:pt x="115" y="11"/>
                        </a:lnTo>
                        <a:lnTo>
                          <a:pt x="88" y="6"/>
                        </a:lnTo>
                        <a:lnTo>
                          <a:pt x="59" y="3"/>
                        </a:lnTo>
                        <a:lnTo>
                          <a:pt x="29" y="1"/>
                        </a:lnTo>
                        <a:lnTo>
                          <a:pt x="0" y="0"/>
                        </a:lnTo>
                        <a:lnTo>
                          <a:pt x="0" y="207"/>
                        </a:lnTo>
                        <a:lnTo>
                          <a:pt x="19" y="207"/>
                        </a:lnTo>
                        <a:lnTo>
                          <a:pt x="37" y="209"/>
                        </a:lnTo>
                        <a:lnTo>
                          <a:pt x="57" y="212"/>
                        </a:lnTo>
                        <a:lnTo>
                          <a:pt x="74" y="215"/>
                        </a:lnTo>
                        <a:lnTo>
                          <a:pt x="92" y="219"/>
                        </a:lnTo>
                        <a:lnTo>
                          <a:pt x="109" y="223"/>
                        </a:lnTo>
                        <a:lnTo>
                          <a:pt x="126" y="230"/>
                        </a:lnTo>
                        <a:lnTo>
                          <a:pt x="143" y="236"/>
                        </a:lnTo>
                        <a:lnTo>
                          <a:pt x="159" y="244"/>
                        </a:lnTo>
                        <a:lnTo>
                          <a:pt x="175" y="252"/>
                        </a:lnTo>
                        <a:lnTo>
                          <a:pt x="191" y="261"/>
                        </a:lnTo>
                        <a:lnTo>
                          <a:pt x="206" y="270"/>
                        </a:lnTo>
                        <a:lnTo>
                          <a:pt x="221" y="281"/>
                        </a:lnTo>
                        <a:lnTo>
                          <a:pt x="235" y="292"/>
                        </a:lnTo>
                        <a:lnTo>
                          <a:pt x="247" y="303"/>
                        </a:lnTo>
                        <a:lnTo>
                          <a:pt x="260" y="316"/>
                        </a:lnTo>
                        <a:lnTo>
                          <a:pt x="273" y="329"/>
                        </a:lnTo>
                        <a:lnTo>
                          <a:pt x="285" y="342"/>
                        </a:lnTo>
                        <a:lnTo>
                          <a:pt x="295" y="355"/>
                        </a:lnTo>
                        <a:lnTo>
                          <a:pt x="306" y="370"/>
                        </a:lnTo>
                        <a:lnTo>
                          <a:pt x="315" y="385"/>
                        </a:lnTo>
                        <a:lnTo>
                          <a:pt x="324" y="401"/>
                        </a:lnTo>
                        <a:lnTo>
                          <a:pt x="333" y="417"/>
                        </a:lnTo>
                        <a:lnTo>
                          <a:pt x="340" y="433"/>
                        </a:lnTo>
                        <a:lnTo>
                          <a:pt x="346" y="450"/>
                        </a:lnTo>
                        <a:lnTo>
                          <a:pt x="353" y="467"/>
                        </a:lnTo>
                        <a:lnTo>
                          <a:pt x="357" y="484"/>
                        </a:lnTo>
                        <a:lnTo>
                          <a:pt x="361" y="503"/>
                        </a:lnTo>
                        <a:lnTo>
                          <a:pt x="364" y="520"/>
                        </a:lnTo>
                        <a:lnTo>
                          <a:pt x="368" y="539"/>
                        </a:lnTo>
                        <a:lnTo>
                          <a:pt x="369" y="558"/>
                        </a:lnTo>
                        <a:lnTo>
                          <a:pt x="369" y="576"/>
                        </a:lnTo>
                        <a:lnTo>
                          <a:pt x="577" y="576"/>
                        </a:lnTo>
                        <a:close/>
                      </a:path>
                    </a:pathLst>
                  </a:custGeom>
                  <a:solidFill>
                    <a:srgbClr val="EF2B2F"/>
                  </a:solidFill>
                  <a:ln>
                    <a:noFill/>
                  </a:ln>
                </p:spPr>
                <p:txBody>
                  <a:bodyPr/>
                  <a:lstStyle/>
                  <a:p>
                    <a:pPr>
                      <a:defRPr/>
                    </a:pPr>
                    <a:endParaRPr lang="en-US" sz="1050">
                      <a:latin typeface="+mj-lt"/>
                    </a:endParaRPr>
                  </a:p>
                </p:txBody>
              </p:sp>
              <p:sp>
                <p:nvSpPr>
                  <p:cNvPr id="41408" name="Freeform 545">
                    <a:extLst>
                      <a:ext uri="{FF2B5EF4-FFF2-40B4-BE49-F238E27FC236}">
                        <a16:creationId xmlns="" xmlns:a16="http://schemas.microsoft.com/office/drawing/2014/main" id="{0BF6690F-3369-BFDF-DCD9-D449C2F16B9A}"/>
                      </a:ext>
                    </a:extLst>
                  </p:cNvPr>
                  <p:cNvSpPr>
                    <a:spLocks/>
                  </p:cNvSpPr>
                  <p:nvPr/>
                </p:nvSpPr>
                <p:spPr bwMode="auto">
                  <a:xfrm>
                    <a:off x="1516" y="2457"/>
                    <a:ext cx="24" cy="23"/>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0" y="578"/>
                        </a:moveTo>
                        <a:lnTo>
                          <a:pt x="0" y="578"/>
                        </a:lnTo>
                        <a:lnTo>
                          <a:pt x="29" y="577"/>
                        </a:lnTo>
                        <a:lnTo>
                          <a:pt x="59" y="574"/>
                        </a:lnTo>
                        <a:lnTo>
                          <a:pt x="88" y="571"/>
                        </a:lnTo>
                        <a:lnTo>
                          <a:pt x="115" y="566"/>
                        </a:lnTo>
                        <a:lnTo>
                          <a:pt x="143" y="559"/>
                        </a:lnTo>
                        <a:lnTo>
                          <a:pt x="171" y="551"/>
                        </a:lnTo>
                        <a:lnTo>
                          <a:pt x="198" y="542"/>
                        </a:lnTo>
                        <a:lnTo>
                          <a:pt x="224" y="532"/>
                        </a:lnTo>
                        <a:lnTo>
                          <a:pt x="249" y="520"/>
                        </a:lnTo>
                        <a:lnTo>
                          <a:pt x="275" y="507"/>
                        </a:lnTo>
                        <a:lnTo>
                          <a:pt x="298" y="493"/>
                        </a:lnTo>
                        <a:lnTo>
                          <a:pt x="322" y="479"/>
                        </a:lnTo>
                        <a:lnTo>
                          <a:pt x="344" y="463"/>
                        </a:lnTo>
                        <a:lnTo>
                          <a:pt x="367" y="445"/>
                        </a:lnTo>
                        <a:lnTo>
                          <a:pt x="388" y="427"/>
                        </a:lnTo>
                        <a:lnTo>
                          <a:pt x="407" y="408"/>
                        </a:lnTo>
                        <a:lnTo>
                          <a:pt x="426" y="388"/>
                        </a:lnTo>
                        <a:lnTo>
                          <a:pt x="444" y="368"/>
                        </a:lnTo>
                        <a:lnTo>
                          <a:pt x="461" y="345"/>
                        </a:lnTo>
                        <a:lnTo>
                          <a:pt x="478" y="323"/>
                        </a:lnTo>
                        <a:lnTo>
                          <a:pt x="492" y="299"/>
                        </a:lnTo>
                        <a:lnTo>
                          <a:pt x="506" y="275"/>
                        </a:lnTo>
                        <a:lnTo>
                          <a:pt x="520" y="250"/>
                        </a:lnTo>
                        <a:lnTo>
                          <a:pt x="531" y="225"/>
                        </a:lnTo>
                        <a:lnTo>
                          <a:pt x="541" y="198"/>
                        </a:lnTo>
                        <a:lnTo>
                          <a:pt x="551" y="172"/>
                        </a:lnTo>
                        <a:lnTo>
                          <a:pt x="558" y="144"/>
                        </a:lnTo>
                        <a:lnTo>
                          <a:pt x="565" y="116"/>
                        </a:lnTo>
                        <a:lnTo>
                          <a:pt x="570" y="87"/>
                        </a:lnTo>
                        <a:lnTo>
                          <a:pt x="573" y="60"/>
                        </a:lnTo>
                        <a:lnTo>
                          <a:pt x="575" y="30"/>
                        </a:lnTo>
                        <a:lnTo>
                          <a:pt x="577" y="0"/>
                        </a:lnTo>
                        <a:lnTo>
                          <a:pt x="369" y="0"/>
                        </a:lnTo>
                        <a:lnTo>
                          <a:pt x="369" y="19"/>
                        </a:lnTo>
                        <a:lnTo>
                          <a:pt x="368" y="38"/>
                        </a:lnTo>
                        <a:lnTo>
                          <a:pt x="364" y="57"/>
                        </a:lnTo>
                        <a:lnTo>
                          <a:pt x="361" y="75"/>
                        </a:lnTo>
                        <a:lnTo>
                          <a:pt x="357" y="93"/>
                        </a:lnTo>
                        <a:lnTo>
                          <a:pt x="353" y="110"/>
                        </a:lnTo>
                        <a:lnTo>
                          <a:pt x="346" y="127"/>
                        </a:lnTo>
                        <a:lnTo>
                          <a:pt x="340" y="144"/>
                        </a:lnTo>
                        <a:lnTo>
                          <a:pt x="333" y="160"/>
                        </a:lnTo>
                        <a:lnTo>
                          <a:pt x="324" y="176"/>
                        </a:lnTo>
                        <a:lnTo>
                          <a:pt x="315" y="192"/>
                        </a:lnTo>
                        <a:lnTo>
                          <a:pt x="306" y="207"/>
                        </a:lnTo>
                        <a:lnTo>
                          <a:pt x="295" y="221"/>
                        </a:lnTo>
                        <a:lnTo>
                          <a:pt x="285" y="234"/>
                        </a:lnTo>
                        <a:lnTo>
                          <a:pt x="273" y="248"/>
                        </a:lnTo>
                        <a:lnTo>
                          <a:pt x="260" y="261"/>
                        </a:lnTo>
                        <a:lnTo>
                          <a:pt x="247" y="274"/>
                        </a:lnTo>
                        <a:lnTo>
                          <a:pt x="235" y="286"/>
                        </a:lnTo>
                        <a:lnTo>
                          <a:pt x="221" y="296"/>
                        </a:lnTo>
                        <a:lnTo>
                          <a:pt x="206" y="306"/>
                        </a:lnTo>
                        <a:lnTo>
                          <a:pt x="191" y="317"/>
                        </a:lnTo>
                        <a:lnTo>
                          <a:pt x="175" y="325"/>
                        </a:lnTo>
                        <a:lnTo>
                          <a:pt x="159" y="334"/>
                        </a:lnTo>
                        <a:lnTo>
                          <a:pt x="143" y="341"/>
                        </a:lnTo>
                        <a:lnTo>
                          <a:pt x="126" y="347"/>
                        </a:lnTo>
                        <a:lnTo>
                          <a:pt x="109" y="353"/>
                        </a:lnTo>
                        <a:lnTo>
                          <a:pt x="92" y="358"/>
                        </a:lnTo>
                        <a:lnTo>
                          <a:pt x="74" y="362"/>
                        </a:lnTo>
                        <a:lnTo>
                          <a:pt x="57" y="366"/>
                        </a:lnTo>
                        <a:lnTo>
                          <a:pt x="37" y="368"/>
                        </a:lnTo>
                        <a:lnTo>
                          <a:pt x="19" y="369"/>
                        </a:lnTo>
                        <a:lnTo>
                          <a:pt x="0" y="370"/>
                        </a:lnTo>
                        <a:lnTo>
                          <a:pt x="0" y="578"/>
                        </a:lnTo>
                        <a:close/>
                      </a:path>
                    </a:pathLst>
                  </a:custGeom>
                  <a:solidFill>
                    <a:srgbClr val="EF2B2F"/>
                  </a:solidFill>
                  <a:ln>
                    <a:noFill/>
                  </a:ln>
                </p:spPr>
                <p:txBody>
                  <a:bodyPr/>
                  <a:lstStyle/>
                  <a:p>
                    <a:pPr>
                      <a:defRPr/>
                    </a:pPr>
                    <a:endParaRPr lang="en-US" sz="1050">
                      <a:latin typeface="+mj-lt"/>
                    </a:endParaRPr>
                  </a:p>
                </p:txBody>
              </p:sp>
              <p:sp>
                <p:nvSpPr>
                  <p:cNvPr id="41409" name="Freeform 546">
                    <a:extLst>
                      <a:ext uri="{FF2B5EF4-FFF2-40B4-BE49-F238E27FC236}">
                        <a16:creationId xmlns="" xmlns:a16="http://schemas.microsoft.com/office/drawing/2014/main" id="{6869CC7E-7C05-1D92-91D6-2BF80EBCA8F5}"/>
                      </a:ext>
                    </a:extLst>
                  </p:cNvPr>
                  <p:cNvSpPr>
                    <a:spLocks/>
                  </p:cNvSpPr>
                  <p:nvPr/>
                </p:nvSpPr>
                <p:spPr bwMode="auto">
                  <a:xfrm>
                    <a:off x="1493" y="2457"/>
                    <a:ext cx="23" cy="23"/>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0" y="0"/>
                        </a:moveTo>
                        <a:lnTo>
                          <a:pt x="0" y="0"/>
                        </a:lnTo>
                        <a:lnTo>
                          <a:pt x="1" y="30"/>
                        </a:lnTo>
                        <a:lnTo>
                          <a:pt x="3" y="59"/>
                        </a:lnTo>
                        <a:lnTo>
                          <a:pt x="6" y="87"/>
                        </a:lnTo>
                        <a:lnTo>
                          <a:pt x="11" y="116"/>
                        </a:lnTo>
                        <a:lnTo>
                          <a:pt x="18" y="144"/>
                        </a:lnTo>
                        <a:lnTo>
                          <a:pt x="26" y="172"/>
                        </a:lnTo>
                        <a:lnTo>
                          <a:pt x="35" y="198"/>
                        </a:lnTo>
                        <a:lnTo>
                          <a:pt x="46" y="225"/>
                        </a:lnTo>
                        <a:lnTo>
                          <a:pt x="57" y="250"/>
                        </a:lnTo>
                        <a:lnTo>
                          <a:pt x="70" y="275"/>
                        </a:lnTo>
                        <a:lnTo>
                          <a:pt x="84" y="299"/>
                        </a:lnTo>
                        <a:lnTo>
                          <a:pt x="99" y="323"/>
                        </a:lnTo>
                        <a:lnTo>
                          <a:pt x="115" y="345"/>
                        </a:lnTo>
                        <a:lnTo>
                          <a:pt x="132" y="368"/>
                        </a:lnTo>
                        <a:lnTo>
                          <a:pt x="150" y="388"/>
                        </a:lnTo>
                        <a:lnTo>
                          <a:pt x="169" y="408"/>
                        </a:lnTo>
                        <a:lnTo>
                          <a:pt x="189" y="427"/>
                        </a:lnTo>
                        <a:lnTo>
                          <a:pt x="210" y="445"/>
                        </a:lnTo>
                        <a:lnTo>
                          <a:pt x="232" y="463"/>
                        </a:lnTo>
                        <a:lnTo>
                          <a:pt x="254" y="479"/>
                        </a:lnTo>
                        <a:lnTo>
                          <a:pt x="278" y="493"/>
                        </a:lnTo>
                        <a:lnTo>
                          <a:pt x="302" y="507"/>
                        </a:lnTo>
                        <a:lnTo>
                          <a:pt x="327" y="520"/>
                        </a:lnTo>
                        <a:lnTo>
                          <a:pt x="352" y="532"/>
                        </a:lnTo>
                        <a:lnTo>
                          <a:pt x="379" y="542"/>
                        </a:lnTo>
                        <a:lnTo>
                          <a:pt x="406" y="551"/>
                        </a:lnTo>
                        <a:lnTo>
                          <a:pt x="433" y="559"/>
                        </a:lnTo>
                        <a:lnTo>
                          <a:pt x="461" y="566"/>
                        </a:lnTo>
                        <a:lnTo>
                          <a:pt x="490" y="571"/>
                        </a:lnTo>
                        <a:lnTo>
                          <a:pt x="519" y="574"/>
                        </a:lnTo>
                        <a:lnTo>
                          <a:pt x="547" y="577"/>
                        </a:lnTo>
                        <a:lnTo>
                          <a:pt x="577" y="578"/>
                        </a:lnTo>
                        <a:lnTo>
                          <a:pt x="577" y="370"/>
                        </a:lnTo>
                        <a:lnTo>
                          <a:pt x="557" y="369"/>
                        </a:lnTo>
                        <a:lnTo>
                          <a:pt x="539" y="368"/>
                        </a:lnTo>
                        <a:lnTo>
                          <a:pt x="521" y="366"/>
                        </a:lnTo>
                        <a:lnTo>
                          <a:pt x="503" y="362"/>
                        </a:lnTo>
                        <a:lnTo>
                          <a:pt x="484" y="358"/>
                        </a:lnTo>
                        <a:lnTo>
                          <a:pt x="467" y="353"/>
                        </a:lnTo>
                        <a:lnTo>
                          <a:pt x="450" y="347"/>
                        </a:lnTo>
                        <a:lnTo>
                          <a:pt x="433" y="341"/>
                        </a:lnTo>
                        <a:lnTo>
                          <a:pt x="417" y="334"/>
                        </a:lnTo>
                        <a:lnTo>
                          <a:pt x="401" y="325"/>
                        </a:lnTo>
                        <a:lnTo>
                          <a:pt x="385" y="317"/>
                        </a:lnTo>
                        <a:lnTo>
                          <a:pt x="370" y="306"/>
                        </a:lnTo>
                        <a:lnTo>
                          <a:pt x="357" y="296"/>
                        </a:lnTo>
                        <a:lnTo>
                          <a:pt x="343" y="286"/>
                        </a:lnTo>
                        <a:lnTo>
                          <a:pt x="329" y="274"/>
                        </a:lnTo>
                        <a:lnTo>
                          <a:pt x="316" y="261"/>
                        </a:lnTo>
                        <a:lnTo>
                          <a:pt x="303" y="248"/>
                        </a:lnTo>
                        <a:lnTo>
                          <a:pt x="292" y="234"/>
                        </a:lnTo>
                        <a:lnTo>
                          <a:pt x="281" y="221"/>
                        </a:lnTo>
                        <a:lnTo>
                          <a:pt x="271" y="207"/>
                        </a:lnTo>
                        <a:lnTo>
                          <a:pt x="261" y="192"/>
                        </a:lnTo>
                        <a:lnTo>
                          <a:pt x="252" y="176"/>
                        </a:lnTo>
                        <a:lnTo>
                          <a:pt x="244" y="160"/>
                        </a:lnTo>
                        <a:lnTo>
                          <a:pt x="236" y="144"/>
                        </a:lnTo>
                        <a:lnTo>
                          <a:pt x="230" y="127"/>
                        </a:lnTo>
                        <a:lnTo>
                          <a:pt x="225" y="110"/>
                        </a:lnTo>
                        <a:lnTo>
                          <a:pt x="219" y="93"/>
                        </a:lnTo>
                        <a:lnTo>
                          <a:pt x="215" y="75"/>
                        </a:lnTo>
                        <a:lnTo>
                          <a:pt x="212" y="57"/>
                        </a:lnTo>
                        <a:lnTo>
                          <a:pt x="210" y="38"/>
                        </a:lnTo>
                        <a:lnTo>
                          <a:pt x="209" y="20"/>
                        </a:lnTo>
                        <a:lnTo>
                          <a:pt x="207" y="0"/>
                        </a:lnTo>
                        <a:lnTo>
                          <a:pt x="0" y="0"/>
                        </a:lnTo>
                        <a:close/>
                      </a:path>
                    </a:pathLst>
                  </a:custGeom>
                  <a:solidFill>
                    <a:srgbClr val="EF2B2F"/>
                  </a:solidFill>
                  <a:ln>
                    <a:noFill/>
                  </a:ln>
                </p:spPr>
                <p:txBody>
                  <a:bodyPr/>
                  <a:lstStyle/>
                  <a:p>
                    <a:pPr>
                      <a:defRPr/>
                    </a:pPr>
                    <a:endParaRPr lang="en-US" sz="1050">
                      <a:latin typeface="+mj-lt"/>
                    </a:endParaRPr>
                  </a:p>
                </p:txBody>
              </p:sp>
              <p:sp>
                <p:nvSpPr>
                  <p:cNvPr id="41410" name="Freeform 547">
                    <a:extLst>
                      <a:ext uri="{FF2B5EF4-FFF2-40B4-BE49-F238E27FC236}">
                        <a16:creationId xmlns="" xmlns:a16="http://schemas.microsoft.com/office/drawing/2014/main" id="{0B98C3C1-F4F3-77FE-0BF7-D4ADD06DB796}"/>
                      </a:ext>
                    </a:extLst>
                  </p:cNvPr>
                  <p:cNvSpPr>
                    <a:spLocks/>
                  </p:cNvSpPr>
                  <p:nvPr/>
                </p:nvSpPr>
                <p:spPr bwMode="auto">
                  <a:xfrm>
                    <a:off x="1493" y="2435"/>
                    <a:ext cx="23" cy="22"/>
                  </a:xfrm>
                  <a:custGeom>
                    <a:avLst/>
                    <a:gdLst>
                      <a:gd name="T0" fmla="*/ 0 w 577"/>
                      <a:gd name="T1" fmla="*/ 0 h 576"/>
                      <a:gd name="T2" fmla="*/ 0 w 577"/>
                      <a:gd name="T3" fmla="*/ 0 h 576"/>
                      <a:gd name="T4" fmla="*/ 0 w 577"/>
                      <a:gd name="T5" fmla="*/ 0 h 576"/>
                      <a:gd name="T6" fmla="*/ 0 w 577"/>
                      <a:gd name="T7" fmla="*/ 0 h 576"/>
                      <a:gd name="T8" fmla="*/ 0 w 577"/>
                      <a:gd name="T9" fmla="*/ 0 h 576"/>
                      <a:gd name="T10" fmla="*/ 0 w 577"/>
                      <a:gd name="T11" fmla="*/ 0 h 576"/>
                      <a:gd name="T12" fmla="*/ 0 w 577"/>
                      <a:gd name="T13" fmla="*/ 0 h 576"/>
                      <a:gd name="T14" fmla="*/ 0 w 577"/>
                      <a:gd name="T15" fmla="*/ 0 h 576"/>
                      <a:gd name="T16" fmla="*/ 0 w 577"/>
                      <a:gd name="T17" fmla="*/ 0 h 576"/>
                      <a:gd name="T18" fmla="*/ 0 w 577"/>
                      <a:gd name="T19" fmla="*/ 0 h 576"/>
                      <a:gd name="T20" fmla="*/ 0 w 577"/>
                      <a:gd name="T21" fmla="*/ 0 h 576"/>
                      <a:gd name="T22" fmla="*/ 0 w 577"/>
                      <a:gd name="T23" fmla="*/ 0 h 576"/>
                      <a:gd name="T24" fmla="*/ 0 w 577"/>
                      <a:gd name="T25" fmla="*/ 0 h 576"/>
                      <a:gd name="T26" fmla="*/ 0 w 577"/>
                      <a:gd name="T27" fmla="*/ 0 h 576"/>
                      <a:gd name="T28" fmla="*/ 0 w 577"/>
                      <a:gd name="T29" fmla="*/ 0 h 576"/>
                      <a:gd name="T30" fmla="*/ 0 w 577"/>
                      <a:gd name="T31" fmla="*/ 0 h 576"/>
                      <a:gd name="T32" fmla="*/ 0 w 577"/>
                      <a:gd name="T33" fmla="*/ 0 h 576"/>
                      <a:gd name="T34" fmla="*/ 0 w 577"/>
                      <a:gd name="T35" fmla="*/ 0 h 576"/>
                      <a:gd name="T36" fmla="*/ 0 w 577"/>
                      <a:gd name="T37" fmla="*/ 0 h 576"/>
                      <a:gd name="T38" fmla="*/ 0 w 577"/>
                      <a:gd name="T39" fmla="*/ 0 h 576"/>
                      <a:gd name="T40" fmla="*/ 0 w 577"/>
                      <a:gd name="T41" fmla="*/ 0 h 576"/>
                      <a:gd name="T42" fmla="*/ 0 w 577"/>
                      <a:gd name="T43" fmla="*/ 0 h 576"/>
                      <a:gd name="T44" fmla="*/ 0 w 577"/>
                      <a:gd name="T45" fmla="*/ 0 h 576"/>
                      <a:gd name="T46" fmla="*/ 0 w 577"/>
                      <a:gd name="T47" fmla="*/ 0 h 576"/>
                      <a:gd name="T48" fmla="*/ 0 w 577"/>
                      <a:gd name="T49" fmla="*/ 0 h 576"/>
                      <a:gd name="T50" fmla="*/ 0 w 577"/>
                      <a:gd name="T51" fmla="*/ 0 h 576"/>
                      <a:gd name="T52" fmla="*/ 0 w 577"/>
                      <a:gd name="T53" fmla="*/ 0 h 576"/>
                      <a:gd name="T54" fmla="*/ 0 w 577"/>
                      <a:gd name="T55" fmla="*/ 0 h 576"/>
                      <a:gd name="T56" fmla="*/ 0 w 577"/>
                      <a:gd name="T57" fmla="*/ 0 h 576"/>
                      <a:gd name="T58" fmla="*/ 0 w 577"/>
                      <a:gd name="T59" fmla="*/ 0 h 576"/>
                      <a:gd name="T60" fmla="*/ 0 w 577"/>
                      <a:gd name="T61" fmla="*/ 0 h 576"/>
                      <a:gd name="T62" fmla="*/ 0 w 577"/>
                      <a:gd name="T63" fmla="*/ 0 h 576"/>
                      <a:gd name="T64" fmla="*/ 0 w 577"/>
                      <a:gd name="T65" fmla="*/ 0 h 576"/>
                      <a:gd name="T66" fmla="*/ 0 w 577"/>
                      <a:gd name="T67" fmla="*/ 0 h 5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6"/>
                      <a:gd name="T104" fmla="*/ 577 w 577"/>
                      <a:gd name="T105" fmla="*/ 576 h 5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6">
                        <a:moveTo>
                          <a:pt x="577" y="0"/>
                        </a:moveTo>
                        <a:lnTo>
                          <a:pt x="577" y="0"/>
                        </a:lnTo>
                        <a:lnTo>
                          <a:pt x="547" y="1"/>
                        </a:lnTo>
                        <a:lnTo>
                          <a:pt x="517" y="3"/>
                        </a:lnTo>
                        <a:lnTo>
                          <a:pt x="490" y="6"/>
                        </a:lnTo>
                        <a:lnTo>
                          <a:pt x="461" y="11"/>
                        </a:lnTo>
                        <a:lnTo>
                          <a:pt x="432" y="18"/>
                        </a:lnTo>
                        <a:lnTo>
                          <a:pt x="406" y="25"/>
                        </a:lnTo>
                        <a:lnTo>
                          <a:pt x="379" y="35"/>
                        </a:lnTo>
                        <a:lnTo>
                          <a:pt x="352" y="45"/>
                        </a:lnTo>
                        <a:lnTo>
                          <a:pt x="327" y="56"/>
                        </a:lnTo>
                        <a:lnTo>
                          <a:pt x="302" y="70"/>
                        </a:lnTo>
                        <a:lnTo>
                          <a:pt x="278" y="84"/>
                        </a:lnTo>
                        <a:lnTo>
                          <a:pt x="254" y="98"/>
                        </a:lnTo>
                        <a:lnTo>
                          <a:pt x="232" y="115"/>
                        </a:lnTo>
                        <a:lnTo>
                          <a:pt x="210" y="132"/>
                        </a:lnTo>
                        <a:lnTo>
                          <a:pt x="189" y="150"/>
                        </a:lnTo>
                        <a:lnTo>
                          <a:pt x="169" y="169"/>
                        </a:lnTo>
                        <a:lnTo>
                          <a:pt x="150" y="188"/>
                        </a:lnTo>
                        <a:lnTo>
                          <a:pt x="132" y="209"/>
                        </a:lnTo>
                        <a:lnTo>
                          <a:pt x="115" y="232"/>
                        </a:lnTo>
                        <a:lnTo>
                          <a:pt x="99" y="254"/>
                        </a:lnTo>
                        <a:lnTo>
                          <a:pt x="84" y="278"/>
                        </a:lnTo>
                        <a:lnTo>
                          <a:pt x="70" y="301"/>
                        </a:lnTo>
                        <a:lnTo>
                          <a:pt x="57" y="327"/>
                        </a:lnTo>
                        <a:lnTo>
                          <a:pt x="46" y="352"/>
                        </a:lnTo>
                        <a:lnTo>
                          <a:pt x="35" y="378"/>
                        </a:lnTo>
                        <a:lnTo>
                          <a:pt x="26" y="406"/>
                        </a:lnTo>
                        <a:lnTo>
                          <a:pt x="18" y="433"/>
                        </a:lnTo>
                        <a:lnTo>
                          <a:pt x="11" y="461"/>
                        </a:lnTo>
                        <a:lnTo>
                          <a:pt x="6" y="489"/>
                        </a:lnTo>
                        <a:lnTo>
                          <a:pt x="3" y="517"/>
                        </a:lnTo>
                        <a:lnTo>
                          <a:pt x="1" y="547"/>
                        </a:lnTo>
                        <a:lnTo>
                          <a:pt x="0" y="576"/>
                        </a:lnTo>
                        <a:lnTo>
                          <a:pt x="207" y="576"/>
                        </a:lnTo>
                        <a:lnTo>
                          <a:pt x="209" y="557"/>
                        </a:lnTo>
                        <a:lnTo>
                          <a:pt x="210" y="539"/>
                        </a:lnTo>
                        <a:lnTo>
                          <a:pt x="212" y="520"/>
                        </a:lnTo>
                        <a:lnTo>
                          <a:pt x="215" y="503"/>
                        </a:lnTo>
                        <a:lnTo>
                          <a:pt x="219" y="484"/>
                        </a:lnTo>
                        <a:lnTo>
                          <a:pt x="225" y="467"/>
                        </a:lnTo>
                        <a:lnTo>
                          <a:pt x="230" y="450"/>
                        </a:lnTo>
                        <a:lnTo>
                          <a:pt x="236" y="433"/>
                        </a:lnTo>
                        <a:lnTo>
                          <a:pt x="244" y="417"/>
                        </a:lnTo>
                        <a:lnTo>
                          <a:pt x="252" y="401"/>
                        </a:lnTo>
                        <a:lnTo>
                          <a:pt x="261" y="385"/>
                        </a:lnTo>
                        <a:lnTo>
                          <a:pt x="271" y="370"/>
                        </a:lnTo>
                        <a:lnTo>
                          <a:pt x="281" y="355"/>
                        </a:lnTo>
                        <a:lnTo>
                          <a:pt x="292" y="342"/>
                        </a:lnTo>
                        <a:lnTo>
                          <a:pt x="303" y="329"/>
                        </a:lnTo>
                        <a:lnTo>
                          <a:pt x="316" y="316"/>
                        </a:lnTo>
                        <a:lnTo>
                          <a:pt x="329" y="303"/>
                        </a:lnTo>
                        <a:lnTo>
                          <a:pt x="343" y="292"/>
                        </a:lnTo>
                        <a:lnTo>
                          <a:pt x="357" y="281"/>
                        </a:lnTo>
                        <a:lnTo>
                          <a:pt x="370" y="270"/>
                        </a:lnTo>
                        <a:lnTo>
                          <a:pt x="385" y="261"/>
                        </a:lnTo>
                        <a:lnTo>
                          <a:pt x="401" y="252"/>
                        </a:lnTo>
                        <a:lnTo>
                          <a:pt x="417" y="244"/>
                        </a:lnTo>
                        <a:lnTo>
                          <a:pt x="433" y="236"/>
                        </a:lnTo>
                        <a:lnTo>
                          <a:pt x="450" y="230"/>
                        </a:lnTo>
                        <a:lnTo>
                          <a:pt x="467" y="223"/>
                        </a:lnTo>
                        <a:lnTo>
                          <a:pt x="484" y="219"/>
                        </a:lnTo>
                        <a:lnTo>
                          <a:pt x="503" y="215"/>
                        </a:lnTo>
                        <a:lnTo>
                          <a:pt x="521" y="212"/>
                        </a:lnTo>
                        <a:lnTo>
                          <a:pt x="539" y="209"/>
                        </a:lnTo>
                        <a:lnTo>
                          <a:pt x="558" y="207"/>
                        </a:lnTo>
                        <a:lnTo>
                          <a:pt x="577" y="207"/>
                        </a:lnTo>
                        <a:lnTo>
                          <a:pt x="577" y="0"/>
                        </a:lnTo>
                        <a:close/>
                      </a:path>
                    </a:pathLst>
                  </a:custGeom>
                  <a:solidFill>
                    <a:srgbClr val="EF2B2F"/>
                  </a:solidFill>
                  <a:ln>
                    <a:noFill/>
                  </a:ln>
                </p:spPr>
                <p:txBody>
                  <a:bodyPr/>
                  <a:lstStyle/>
                  <a:p>
                    <a:pPr>
                      <a:defRPr/>
                    </a:pPr>
                    <a:endParaRPr lang="en-US" sz="1050">
                      <a:latin typeface="+mj-lt"/>
                    </a:endParaRPr>
                  </a:p>
                </p:txBody>
              </p:sp>
              <p:sp>
                <p:nvSpPr>
                  <p:cNvPr id="41411" name="Freeform 548">
                    <a:extLst>
                      <a:ext uri="{FF2B5EF4-FFF2-40B4-BE49-F238E27FC236}">
                        <a16:creationId xmlns="" xmlns:a16="http://schemas.microsoft.com/office/drawing/2014/main" id="{D2AE8DCB-A80D-1DB1-FAA0-B113D2615900}"/>
                      </a:ext>
                    </a:extLst>
                  </p:cNvPr>
                  <p:cNvSpPr>
                    <a:spLocks/>
                  </p:cNvSpPr>
                  <p:nvPr/>
                </p:nvSpPr>
                <p:spPr bwMode="auto">
                  <a:xfrm>
                    <a:off x="1530" y="2416"/>
                    <a:ext cx="39" cy="37"/>
                  </a:xfrm>
                  <a:custGeom>
                    <a:avLst/>
                    <a:gdLst>
                      <a:gd name="T0" fmla="*/ 0 w 946"/>
                      <a:gd name="T1" fmla="*/ 0 h 946"/>
                      <a:gd name="T2" fmla="*/ 0 w 946"/>
                      <a:gd name="T3" fmla="*/ 0 h 946"/>
                      <a:gd name="T4" fmla="*/ 0 w 946"/>
                      <a:gd name="T5" fmla="*/ 0 h 946"/>
                      <a:gd name="T6" fmla="*/ 0 w 946"/>
                      <a:gd name="T7" fmla="*/ 0 h 946"/>
                      <a:gd name="T8" fmla="*/ 0 w 946"/>
                      <a:gd name="T9" fmla="*/ 0 h 946"/>
                      <a:gd name="T10" fmla="*/ 0 w 946"/>
                      <a:gd name="T11" fmla="*/ 0 h 946"/>
                      <a:gd name="T12" fmla="*/ 0 w 946"/>
                      <a:gd name="T13" fmla="*/ 0 h 946"/>
                      <a:gd name="T14" fmla="*/ 0 w 946"/>
                      <a:gd name="T15" fmla="*/ 0 h 946"/>
                      <a:gd name="T16" fmla="*/ 0 w 946"/>
                      <a:gd name="T17" fmla="*/ 0 h 946"/>
                      <a:gd name="T18" fmla="*/ 0 w 946"/>
                      <a:gd name="T19" fmla="*/ 0 h 946"/>
                      <a:gd name="T20" fmla="*/ 0 w 946"/>
                      <a:gd name="T21" fmla="*/ 0 h 946"/>
                      <a:gd name="T22" fmla="*/ 0 w 946"/>
                      <a:gd name="T23" fmla="*/ 0 h 946"/>
                      <a:gd name="T24" fmla="*/ 0 w 946"/>
                      <a:gd name="T25" fmla="*/ 0 h 946"/>
                      <a:gd name="T26" fmla="*/ 0 w 946"/>
                      <a:gd name="T27" fmla="*/ 0 h 946"/>
                      <a:gd name="T28" fmla="*/ 0 w 946"/>
                      <a:gd name="T29" fmla="*/ 0 h 946"/>
                      <a:gd name="T30" fmla="*/ 0 w 946"/>
                      <a:gd name="T31" fmla="*/ 0 h 946"/>
                      <a:gd name="T32" fmla="*/ 0 w 946"/>
                      <a:gd name="T33" fmla="*/ 0 h 946"/>
                      <a:gd name="T34" fmla="*/ 0 w 946"/>
                      <a:gd name="T35" fmla="*/ 0 h 946"/>
                      <a:gd name="T36" fmla="*/ 0 w 946"/>
                      <a:gd name="T37" fmla="*/ 0 h 946"/>
                      <a:gd name="T38" fmla="*/ 0 w 946"/>
                      <a:gd name="T39" fmla="*/ 0 h 946"/>
                      <a:gd name="T40" fmla="*/ 0 w 946"/>
                      <a:gd name="T41" fmla="*/ 0 h 946"/>
                      <a:gd name="T42" fmla="*/ 0 w 946"/>
                      <a:gd name="T43" fmla="*/ 0 h 946"/>
                      <a:gd name="T44" fmla="*/ 0 w 946"/>
                      <a:gd name="T45" fmla="*/ 0 h 946"/>
                      <a:gd name="T46" fmla="*/ 0 w 946"/>
                      <a:gd name="T47" fmla="*/ 0 h 946"/>
                      <a:gd name="T48" fmla="*/ 0 w 946"/>
                      <a:gd name="T49" fmla="*/ 0 h 946"/>
                      <a:gd name="T50" fmla="*/ 0 w 946"/>
                      <a:gd name="T51" fmla="*/ 0 h 946"/>
                      <a:gd name="T52" fmla="*/ 0 w 946"/>
                      <a:gd name="T53" fmla="*/ 0 h 946"/>
                      <a:gd name="T54" fmla="*/ 0 w 946"/>
                      <a:gd name="T55" fmla="*/ 0 h 946"/>
                      <a:gd name="T56" fmla="*/ 0 w 946"/>
                      <a:gd name="T57" fmla="*/ 0 h 946"/>
                      <a:gd name="T58" fmla="*/ 0 w 946"/>
                      <a:gd name="T59" fmla="*/ 0 h 946"/>
                      <a:gd name="T60" fmla="*/ 0 w 946"/>
                      <a:gd name="T61" fmla="*/ 0 h 946"/>
                      <a:gd name="T62" fmla="*/ 0 w 946"/>
                      <a:gd name="T63" fmla="*/ 0 h 946"/>
                      <a:gd name="T64" fmla="*/ 0 w 946"/>
                      <a:gd name="T65" fmla="*/ 0 h 946"/>
                      <a:gd name="T66" fmla="*/ 0 w 946"/>
                      <a:gd name="T67" fmla="*/ 0 h 946"/>
                      <a:gd name="T68" fmla="*/ 0 w 946"/>
                      <a:gd name="T69" fmla="*/ 0 h 946"/>
                      <a:gd name="T70" fmla="*/ 0 w 946"/>
                      <a:gd name="T71" fmla="*/ 0 h 946"/>
                      <a:gd name="T72" fmla="*/ 0 w 946"/>
                      <a:gd name="T73" fmla="*/ 0 h 946"/>
                      <a:gd name="T74" fmla="*/ 0 w 946"/>
                      <a:gd name="T75" fmla="*/ 0 h 946"/>
                      <a:gd name="T76" fmla="*/ 0 w 946"/>
                      <a:gd name="T77" fmla="*/ 0 h 946"/>
                      <a:gd name="T78" fmla="*/ 0 w 946"/>
                      <a:gd name="T79" fmla="*/ 0 h 946"/>
                      <a:gd name="T80" fmla="*/ 0 w 946"/>
                      <a:gd name="T81" fmla="*/ 0 h 946"/>
                      <a:gd name="T82" fmla="*/ 0 w 946"/>
                      <a:gd name="T83" fmla="*/ 0 h 946"/>
                      <a:gd name="T84" fmla="*/ 0 w 946"/>
                      <a:gd name="T85" fmla="*/ 0 h 94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6"/>
                      <a:gd name="T130" fmla="*/ 0 h 946"/>
                      <a:gd name="T131" fmla="*/ 946 w 946"/>
                      <a:gd name="T132" fmla="*/ 946 h 94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6" h="946">
                        <a:moveTo>
                          <a:pt x="473" y="0"/>
                        </a:moveTo>
                        <a:lnTo>
                          <a:pt x="496" y="1"/>
                        </a:lnTo>
                        <a:lnTo>
                          <a:pt x="521" y="2"/>
                        </a:lnTo>
                        <a:lnTo>
                          <a:pt x="544" y="5"/>
                        </a:lnTo>
                        <a:lnTo>
                          <a:pt x="568" y="9"/>
                        </a:lnTo>
                        <a:lnTo>
                          <a:pt x="590" y="14"/>
                        </a:lnTo>
                        <a:lnTo>
                          <a:pt x="613" y="21"/>
                        </a:lnTo>
                        <a:lnTo>
                          <a:pt x="635" y="28"/>
                        </a:lnTo>
                        <a:lnTo>
                          <a:pt x="656" y="37"/>
                        </a:lnTo>
                        <a:lnTo>
                          <a:pt x="678" y="46"/>
                        </a:lnTo>
                        <a:lnTo>
                          <a:pt x="698" y="57"/>
                        </a:lnTo>
                        <a:lnTo>
                          <a:pt x="718" y="69"/>
                        </a:lnTo>
                        <a:lnTo>
                          <a:pt x="737" y="80"/>
                        </a:lnTo>
                        <a:lnTo>
                          <a:pt x="755" y="94"/>
                        </a:lnTo>
                        <a:lnTo>
                          <a:pt x="773" y="108"/>
                        </a:lnTo>
                        <a:lnTo>
                          <a:pt x="791" y="123"/>
                        </a:lnTo>
                        <a:lnTo>
                          <a:pt x="807" y="138"/>
                        </a:lnTo>
                        <a:lnTo>
                          <a:pt x="822" y="155"/>
                        </a:lnTo>
                        <a:lnTo>
                          <a:pt x="837" y="172"/>
                        </a:lnTo>
                        <a:lnTo>
                          <a:pt x="851" y="190"/>
                        </a:lnTo>
                        <a:lnTo>
                          <a:pt x="865" y="208"/>
                        </a:lnTo>
                        <a:lnTo>
                          <a:pt x="877" y="228"/>
                        </a:lnTo>
                        <a:lnTo>
                          <a:pt x="889" y="248"/>
                        </a:lnTo>
                        <a:lnTo>
                          <a:pt x="899" y="268"/>
                        </a:lnTo>
                        <a:lnTo>
                          <a:pt x="909" y="289"/>
                        </a:lnTo>
                        <a:lnTo>
                          <a:pt x="917" y="311"/>
                        </a:lnTo>
                        <a:lnTo>
                          <a:pt x="925" y="332"/>
                        </a:lnTo>
                        <a:lnTo>
                          <a:pt x="931" y="354"/>
                        </a:lnTo>
                        <a:lnTo>
                          <a:pt x="936" y="378"/>
                        </a:lnTo>
                        <a:lnTo>
                          <a:pt x="940" y="401"/>
                        </a:lnTo>
                        <a:lnTo>
                          <a:pt x="943" y="425"/>
                        </a:lnTo>
                        <a:lnTo>
                          <a:pt x="945" y="448"/>
                        </a:lnTo>
                        <a:lnTo>
                          <a:pt x="946" y="473"/>
                        </a:lnTo>
                        <a:lnTo>
                          <a:pt x="945" y="497"/>
                        </a:lnTo>
                        <a:lnTo>
                          <a:pt x="943" y="521"/>
                        </a:lnTo>
                        <a:lnTo>
                          <a:pt x="940" y="545"/>
                        </a:lnTo>
                        <a:lnTo>
                          <a:pt x="936" y="567"/>
                        </a:lnTo>
                        <a:lnTo>
                          <a:pt x="931" y="591"/>
                        </a:lnTo>
                        <a:lnTo>
                          <a:pt x="925" y="613"/>
                        </a:lnTo>
                        <a:lnTo>
                          <a:pt x="917" y="636"/>
                        </a:lnTo>
                        <a:lnTo>
                          <a:pt x="909" y="657"/>
                        </a:lnTo>
                        <a:lnTo>
                          <a:pt x="899" y="677"/>
                        </a:lnTo>
                        <a:lnTo>
                          <a:pt x="889" y="699"/>
                        </a:lnTo>
                        <a:lnTo>
                          <a:pt x="877" y="718"/>
                        </a:lnTo>
                        <a:lnTo>
                          <a:pt x="865" y="737"/>
                        </a:lnTo>
                        <a:lnTo>
                          <a:pt x="851" y="756"/>
                        </a:lnTo>
                        <a:lnTo>
                          <a:pt x="837" y="773"/>
                        </a:lnTo>
                        <a:lnTo>
                          <a:pt x="822" y="790"/>
                        </a:lnTo>
                        <a:lnTo>
                          <a:pt x="807" y="807"/>
                        </a:lnTo>
                        <a:lnTo>
                          <a:pt x="791" y="823"/>
                        </a:lnTo>
                        <a:lnTo>
                          <a:pt x="773" y="838"/>
                        </a:lnTo>
                        <a:lnTo>
                          <a:pt x="755" y="852"/>
                        </a:lnTo>
                        <a:lnTo>
                          <a:pt x="737" y="865"/>
                        </a:lnTo>
                        <a:lnTo>
                          <a:pt x="718" y="878"/>
                        </a:lnTo>
                        <a:lnTo>
                          <a:pt x="698" y="888"/>
                        </a:lnTo>
                        <a:lnTo>
                          <a:pt x="678" y="899"/>
                        </a:lnTo>
                        <a:lnTo>
                          <a:pt x="656" y="909"/>
                        </a:lnTo>
                        <a:lnTo>
                          <a:pt x="635" y="917"/>
                        </a:lnTo>
                        <a:lnTo>
                          <a:pt x="613" y="924"/>
                        </a:lnTo>
                        <a:lnTo>
                          <a:pt x="590" y="931"/>
                        </a:lnTo>
                        <a:lnTo>
                          <a:pt x="568" y="936"/>
                        </a:lnTo>
                        <a:lnTo>
                          <a:pt x="544" y="940"/>
                        </a:lnTo>
                        <a:lnTo>
                          <a:pt x="521" y="944"/>
                        </a:lnTo>
                        <a:lnTo>
                          <a:pt x="496" y="946"/>
                        </a:lnTo>
                        <a:lnTo>
                          <a:pt x="473" y="946"/>
                        </a:lnTo>
                        <a:lnTo>
                          <a:pt x="449" y="946"/>
                        </a:lnTo>
                        <a:lnTo>
                          <a:pt x="424" y="944"/>
                        </a:lnTo>
                        <a:lnTo>
                          <a:pt x="401" y="940"/>
                        </a:lnTo>
                        <a:lnTo>
                          <a:pt x="377" y="936"/>
                        </a:lnTo>
                        <a:lnTo>
                          <a:pt x="355" y="931"/>
                        </a:lnTo>
                        <a:lnTo>
                          <a:pt x="332" y="924"/>
                        </a:lnTo>
                        <a:lnTo>
                          <a:pt x="310" y="917"/>
                        </a:lnTo>
                        <a:lnTo>
                          <a:pt x="289" y="909"/>
                        </a:lnTo>
                        <a:lnTo>
                          <a:pt x="267" y="899"/>
                        </a:lnTo>
                        <a:lnTo>
                          <a:pt x="247" y="888"/>
                        </a:lnTo>
                        <a:lnTo>
                          <a:pt x="228" y="878"/>
                        </a:lnTo>
                        <a:lnTo>
                          <a:pt x="209" y="865"/>
                        </a:lnTo>
                        <a:lnTo>
                          <a:pt x="190" y="852"/>
                        </a:lnTo>
                        <a:lnTo>
                          <a:pt x="172" y="838"/>
                        </a:lnTo>
                        <a:lnTo>
                          <a:pt x="154" y="823"/>
                        </a:lnTo>
                        <a:lnTo>
                          <a:pt x="139" y="807"/>
                        </a:lnTo>
                        <a:lnTo>
                          <a:pt x="123" y="790"/>
                        </a:lnTo>
                        <a:lnTo>
                          <a:pt x="108" y="773"/>
                        </a:lnTo>
                        <a:lnTo>
                          <a:pt x="94" y="756"/>
                        </a:lnTo>
                        <a:lnTo>
                          <a:pt x="81" y="737"/>
                        </a:lnTo>
                        <a:lnTo>
                          <a:pt x="68" y="718"/>
                        </a:lnTo>
                        <a:lnTo>
                          <a:pt x="56" y="699"/>
                        </a:lnTo>
                        <a:lnTo>
                          <a:pt x="47" y="677"/>
                        </a:lnTo>
                        <a:lnTo>
                          <a:pt x="37" y="657"/>
                        </a:lnTo>
                        <a:lnTo>
                          <a:pt x="29" y="636"/>
                        </a:lnTo>
                        <a:lnTo>
                          <a:pt x="21" y="613"/>
                        </a:lnTo>
                        <a:lnTo>
                          <a:pt x="15" y="591"/>
                        </a:lnTo>
                        <a:lnTo>
                          <a:pt x="10" y="567"/>
                        </a:lnTo>
                        <a:lnTo>
                          <a:pt x="5" y="545"/>
                        </a:lnTo>
                        <a:lnTo>
                          <a:pt x="2" y="521"/>
                        </a:lnTo>
                        <a:lnTo>
                          <a:pt x="0" y="497"/>
                        </a:lnTo>
                        <a:lnTo>
                          <a:pt x="0" y="473"/>
                        </a:lnTo>
                        <a:lnTo>
                          <a:pt x="0" y="448"/>
                        </a:lnTo>
                        <a:lnTo>
                          <a:pt x="2" y="425"/>
                        </a:lnTo>
                        <a:lnTo>
                          <a:pt x="5" y="401"/>
                        </a:lnTo>
                        <a:lnTo>
                          <a:pt x="10" y="378"/>
                        </a:lnTo>
                        <a:lnTo>
                          <a:pt x="15" y="354"/>
                        </a:lnTo>
                        <a:lnTo>
                          <a:pt x="21" y="332"/>
                        </a:lnTo>
                        <a:lnTo>
                          <a:pt x="29" y="311"/>
                        </a:lnTo>
                        <a:lnTo>
                          <a:pt x="37" y="289"/>
                        </a:lnTo>
                        <a:lnTo>
                          <a:pt x="47" y="268"/>
                        </a:lnTo>
                        <a:lnTo>
                          <a:pt x="56" y="248"/>
                        </a:lnTo>
                        <a:lnTo>
                          <a:pt x="68" y="228"/>
                        </a:lnTo>
                        <a:lnTo>
                          <a:pt x="81" y="208"/>
                        </a:lnTo>
                        <a:lnTo>
                          <a:pt x="94" y="190"/>
                        </a:lnTo>
                        <a:lnTo>
                          <a:pt x="108" y="172"/>
                        </a:lnTo>
                        <a:lnTo>
                          <a:pt x="123" y="155"/>
                        </a:lnTo>
                        <a:lnTo>
                          <a:pt x="139" y="138"/>
                        </a:lnTo>
                        <a:lnTo>
                          <a:pt x="154" y="123"/>
                        </a:lnTo>
                        <a:lnTo>
                          <a:pt x="172" y="108"/>
                        </a:lnTo>
                        <a:lnTo>
                          <a:pt x="190" y="94"/>
                        </a:lnTo>
                        <a:lnTo>
                          <a:pt x="209" y="80"/>
                        </a:lnTo>
                        <a:lnTo>
                          <a:pt x="228" y="69"/>
                        </a:lnTo>
                        <a:lnTo>
                          <a:pt x="247" y="57"/>
                        </a:lnTo>
                        <a:lnTo>
                          <a:pt x="267" y="46"/>
                        </a:lnTo>
                        <a:lnTo>
                          <a:pt x="289" y="37"/>
                        </a:lnTo>
                        <a:lnTo>
                          <a:pt x="310" y="28"/>
                        </a:lnTo>
                        <a:lnTo>
                          <a:pt x="332" y="21"/>
                        </a:lnTo>
                        <a:lnTo>
                          <a:pt x="355" y="14"/>
                        </a:lnTo>
                        <a:lnTo>
                          <a:pt x="377" y="9"/>
                        </a:lnTo>
                        <a:lnTo>
                          <a:pt x="401" y="5"/>
                        </a:lnTo>
                        <a:lnTo>
                          <a:pt x="424" y="2"/>
                        </a:lnTo>
                        <a:lnTo>
                          <a:pt x="449" y="1"/>
                        </a:lnTo>
                        <a:lnTo>
                          <a:pt x="473" y="0"/>
                        </a:lnTo>
                        <a:close/>
                      </a:path>
                    </a:pathLst>
                  </a:custGeom>
                  <a:solidFill>
                    <a:srgbClr val="DC2B19"/>
                  </a:solidFill>
                  <a:ln>
                    <a:noFill/>
                  </a:ln>
                </p:spPr>
                <p:txBody>
                  <a:bodyPr/>
                  <a:lstStyle/>
                  <a:p>
                    <a:pPr>
                      <a:defRPr/>
                    </a:pPr>
                    <a:endParaRPr lang="en-US" sz="1050">
                      <a:latin typeface="+mj-lt"/>
                    </a:endParaRPr>
                  </a:p>
                </p:txBody>
              </p:sp>
              <p:sp>
                <p:nvSpPr>
                  <p:cNvPr id="41412" name="Freeform 549">
                    <a:extLst>
                      <a:ext uri="{FF2B5EF4-FFF2-40B4-BE49-F238E27FC236}">
                        <a16:creationId xmlns="" xmlns:a16="http://schemas.microsoft.com/office/drawing/2014/main" id="{3F8AAE8E-4A97-A545-6917-00B68EC4E42C}"/>
                      </a:ext>
                    </a:extLst>
                  </p:cNvPr>
                  <p:cNvSpPr>
                    <a:spLocks/>
                  </p:cNvSpPr>
                  <p:nvPr/>
                </p:nvSpPr>
                <p:spPr bwMode="auto">
                  <a:xfrm>
                    <a:off x="1549" y="2412"/>
                    <a:ext cx="24" cy="23"/>
                  </a:xfrm>
                  <a:custGeom>
                    <a:avLst/>
                    <a:gdLst>
                      <a:gd name="T0" fmla="*/ 0 w 576"/>
                      <a:gd name="T1" fmla="*/ 0 h 578"/>
                      <a:gd name="T2" fmla="*/ 0 w 576"/>
                      <a:gd name="T3" fmla="*/ 0 h 578"/>
                      <a:gd name="T4" fmla="*/ 0 w 576"/>
                      <a:gd name="T5" fmla="*/ 0 h 578"/>
                      <a:gd name="T6" fmla="*/ 0 w 576"/>
                      <a:gd name="T7" fmla="*/ 0 h 578"/>
                      <a:gd name="T8" fmla="*/ 0 w 576"/>
                      <a:gd name="T9" fmla="*/ 0 h 578"/>
                      <a:gd name="T10" fmla="*/ 0 w 576"/>
                      <a:gd name="T11" fmla="*/ 0 h 578"/>
                      <a:gd name="T12" fmla="*/ 0 w 576"/>
                      <a:gd name="T13" fmla="*/ 0 h 578"/>
                      <a:gd name="T14" fmla="*/ 0 w 576"/>
                      <a:gd name="T15" fmla="*/ 0 h 578"/>
                      <a:gd name="T16" fmla="*/ 0 w 576"/>
                      <a:gd name="T17" fmla="*/ 0 h 578"/>
                      <a:gd name="T18" fmla="*/ 0 w 576"/>
                      <a:gd name="T19" fmla="*/ 0 h 578"/>
                      <a:gd name="T20" fmla="*/ 0 w 576"/>
                      <a:gd name="T21" fmla="*/ 0 h 578"/>
                      <a:gd name="T22" fmla="*/ 0 w 576"/>
                      <a:gd name="T23" fmla="*/ 0 h 578"/>
                      <a:gd name="T24" fmla="*/ 0 w 576"/>
                      <a:gd name="T25" fmla="*/ 0 h 578"/>
                      <a:gd name="T26" fmla="*/ 0 w 576"/>
                      <a:gd name="T27" fmla="*/ 0 h 578"/>
                      <a:gd name="T28" fmla="*/ 0 w 576"/>
                      <a:gd name="T29" fmla="*/ 0 h 578"/>
                      <a:gd name="T30" fmla="*/ 0 w 576"/>
                      <a:gd name="T31" fmla="*/ 0 h 578"/>
                      <a:gd name="T32" fmla="*/ 0 w 576"/>
                      <a:gd name="T33" fmla="*/ 0 h 578"/>
                      <a:gd name="T34" fmla="*/ 0 w 576"/>
                      <a:gd name="T35" fmla="*/ 0 h 578"/>
                      <a:gd name="T36" fmla="*/ 0 w 576"/>
                      <a:gd name="T37" fmla="*/ 0 h 578"/>
                      <a:gd name="T38" fmla="*/ 0 w 576"/>
                      <a:gd name="T39" fmla="*/ 0 h 578"/>
                      <a:gd name="T40" fmla="*/ 0 w 576"/>
                      <a:gd name="T41" fmla="*/ 0 h 578"/>
                      <a:gd name="T42" fmla="*/ 0 w 576"/>
                      <a:gd name="T43" fmla="*/ 0 h 578"/>
                      <a:gd name="T44" fmla="*/ 0 w 576"/>
                      <a:gd name="T45" fmla="*/ 0 h 578"/>
                      <a:gd name="T46" fmla="*/ 0 w 576"/>
                      <a:gd name="T47" fmla="*/ 0 h 578"/>
                      <a:gd name="T48" fmla="*/ 0 w 576"/>
                      <a:gd name="T49" fmla="*/ 0 h 578"/>
                      <a:gd name="T50" fmla="*/ 0 w 576"/>
                      <a:gd name="T51" fmla="*/ 0 h 578"/>
                      <a:gd name="T52" fmla="*/ 0 w 576"/>
                      <a:gd name="T53" fmla="*/ 0 h 578"/>
                      <a:gd name="T54" fmla="*/ 0 w 576"/>
                      <a:gd name="T55" fmla="*/ 0 h 578"/>
                      <a:gd name="T56" fmla="*/ 0 w 576"/>
                      <a:gd name="T57" fmla="*/ 0 h 578"/>
                      <a:gd name="T58" fmla="*/ 0 w 576"/>
                      <a:gd name="T59" fmla="*/ 0 h 578"/>
                      <a:gd name="T60" fmla="*/ 0 w 576"/>
                      <a:gd name="T61" fmla="*/ 0 h 578"/>
                      <a:gd name="T62" fmla="*/ 0 w 576"/>
                      <a:gd name="T63" fmla="*/ 0 h 578"/>
                      <a:gd name="T64" fmla="*/ 0 w 576"/>
                      <a:gd name="T65" fmla="*/ 0 h 578"/>
                      <a:gd name="T66" fmla="*/ 0 w 576"/>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8"/>
                      <a:gd name="T104" fmla="*/ 576 w 576"/>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8">
                        <a:moveTo>
                          <a:pt x="576" y="578"/>
                        </a:moveTo>
                        <a:lnTo>
                          <a:pt x="576" y="578"/>
                        </a:lnTo>
                        <a:lnTo>
                          <a:pt x="575" y="548"/>
                        </a:lnTo>
                        <a:lnTo>
                          <a:pt x="573" y="519"/>
                        </a:lnTo>
                        <a:lnTo>
                          <a:pt x="570" y="490"/>
                        </a:lnTo>
                        <a:lnTo>
                          <a:pt x="565" y="461"/>
                        </a:lnTo>
                        <a:lnTo>
                          <a:pt x="558" y="434"/>
                        </a:lnTo>
                        <a:lnTo>
                          <a:pt x="551" y="406"/>
                        </a:lnTo>
                        <a:lnTo>
                          <a:pt x="541" y="379"/>
                        </a:lnTo>
                        <a:lnTo>
                          <a:pt x="531" y="353"/>
                        </a:lnTo>
                        <a:lnTo>
                          <a:pt x="519" y="328"/>
                        </a:lnTo>
                        <a:lnTo>
                          <a:pt x="506" y="303"/>
                        </a:lnTo>
                        <a:lnTo>
                          <a:pt x="492" y="279"/>
                        </a:lnTo>
                        <a:lnTo>
                          <a:pt x="478" y="256"/>
                        </a:lnTo>
                        <a:lnTo>
                          <a:pt x="461" y="232"/>
                        </a:lnTo>
                        <a:lnTo>
                          <a:pt x="444" y="211"/>
                        </a:lnTo>
                        <a:lnTo>
                          <a:pt x="426" y="190"/>
                        </a:lnTo>
                        <a:lnTo>
                          <a:pt x="407" y="171"/>
                        </a:lnTo>
                        <a:lnTo>
                          <a:pt x="388" y="151"/>
                        </a:lnTo>
                        <a:lnTo>
                          <a:pt x="367" y="133"/>
                        </a:lnTo>
                        <a:lnTo>
                          <a:pt x="344" y="116"/>
                        </a:lnTo>
                        <a:lnTo>
                          <a:pt x="322" y="99"/>
                        </a:lnTo>
                        <a:lnTo>
                          <a:pt x="298" y="84"/>
                        </a:lnTo>
                        <a:lnTo>
                          <a:pt x="274" y="70"/>
                        </a:lnTo>
                        <a:lnTo>
                          <a:pt x="249" y="58"/>
                        </a:lnTo>
                        <a:lnTo>
                          <a:pt x="224" y="46"/>
                        </a:lnTo>
                        <a:lnTo>
                          <a:pt x="198" y="36"/>
                        </a:lnTo>
                        <a:lnTo>
                          <a:pt x="171" y="27"/>
                        </a:lnTo>
                        <a:lnTo>
                          <a:pt x="144" y="19"/>
                        </a:lnTo>
                        <a:lnTo>
                          <a:pt x="115" y="13"/>
                        </a:lnTo>
                        <a:lnTo>
                          <a:pt x="87" y="8"/>
                        </a:lnTo>
                        <a:lnTo>
                          <a:pt x="59" y="3"/>
                        </a:lnTo>
                        <a:lnTo>
                          <a:pt x="29" y="1"/>
                        </a:lnTo>
                        <a:lnTo>
                          <a:pt x="0" y="0"/>
                        </a:lnTo>
                        <a:lnTo>
                          <a:pt x="0" y="209"/>
                        </a:lnTo>
                        <a:lnTo>
                          <a:pt x="18" y="209"/>
                        </a:lnTo>
                        <a:lnTo>
                          <a:pt x="37" y="210"/>
                        </a:lnTo>
                        <a:lnTo>
                          <a:pt x="57" y="213"/>
                        </a:lnTo>
                        <a:lnTo>
                          <a:pt x="74" y="216"/>
                        </a:lnTo>
                        <a:lnTo>
                          <a:pt x="92" y="220"/>
                        </a:lnTo>
                        <a:lnTo>
                          <a:pt x="109" y="225"/>
                        </a:lnTo>
                        <a:lnTo>
                          <a:pt x="126" y="231"/>
                        </a:lnTo>
                        <a:lnTo>
                          <a:pt x="143" y="238"/>
                        </a:lnTo>
                        <a:lnTo>
                          <a:pt x="159" y="245"/>
                        </a:lnTo>
                        <a:lnTo>
                          <a:pt x="175" y="253"/>
                        </a:lnTo>
                        <a:lnTo>
                          <a:pt x="191" y="262"/>
                        </a:lnTo>
                        <a:lnTo>
                          <a:pt x="206" y="272"/>
                        </a:lnTo>
                        <a:lnTo>
                          <a:pt x="221" y="281"/>
                        </a:lnTo>
                        <a:lnTo>
                          <a:pt x="234" y="293"/>
                        </a:lnTo>
                        <a:lnTo>
                          <a:pt x="247" y="305"/>
                        </a:lnTo>
                        <a:lnTo>
                          <a:pt x="260" y="317"/>
                        </a:lnTo>
                        <a:lnTo>
                          <a:pt x="273" y="330"/>
                        </a:lnTo>
                        <a:lnTo>
                          <a:pt x="284" y="343"/>
                        </a:lnTo>
                        <a:lnTo>
                          <a:pt x="295" y="357"/>
                        </a:lnTo>
                        <a:lnTo>
                          <a:pt x="306" y="372"/>
                        </a:lnTo>
                        <a:lnTo>
                          <a:pt x="315" y="387"/>
                        </a:lnTo>
                        <a:lnTo>
                          <a:pt x="324" y="402"/>
                        </a:lnTo>
                        <a:lnTo>
                          <a:pt x="332" y="418"/>
                        </a:lnTo>
                        <a:lnTo>
                          <a:pt x="340" y="435"/>
                        </a:lnTo>
                        <a:lnTo>
                          <a:pt x="346" y="451"/>
                        </a:lnTo>
                        <a:lnTo>
                          <a:pt x="352" y="468"/>
                        </a:lnTo>
                        <a:lnTo>
                          <a:pt x="357" y="486"/>
                        </a:lnTo>
                        <a:lnTo>
                          <a:pt x="361" y="503"/>
                        </a:lnTo>
                        <a:lnTo>
                          <a:pt x="364" y="521"/>
                        </a:lnTo>
                        <a:lnTo>
                          <a:pt x="367" y="540"/>
                        </a:lnTo>
                        <a:lnTo>
                          <a:pt x="369" y="558"/>
                        </a:lnTo>
                        <a:lnTo>
                          <a:pt x="369" y="578"/>
                        </a:lnTo>
                        <a:lnTo>
                          <a:pt x="576" y="578"/>
                        </a:lnTo>
                        <a:close/>
                      </a:path>
                    </a:pathLst>
                  </a:custGeom>
                  <a:solidFill>
                    <a:srgbClr val="EF2B2F"/>
                  </a:solidFill>
                  <a:ln>
                    <a:noFill/>
                  </a:ln>
                </p:spPr>
                <p:txBody>
                  <a:bodyPr/>
                  <a:lstStyle/>
                  <a:p>
                    <a:pPr>
                      <a:defRPr/>
                    </a:pPr>
                    <a:endParaRPr lang="en-US" sz="1050">
                      <a:latin typeface="+mj-lt"/>
                    </a:endParaRPr>
                  </a:p>
                </p:txBody>
              </p:sp>
              <p:sp>
                <p:nvSpPr>
                  <p:cNvPr id="41413" name="Freeform 550">
                    <a:extLst>
                      <a:ext uri="{FF2B5EF4-FFF2-40B4-BE49-F238E27FC236}">
                        <a16:creationId xmlns="" xmlns:a16="http://schemas.microsoft.com/office/drawing/2014/main" id="{B8A24A86-51D4-8658-D225-B6807CB073E5}"/>
                      </a:ext>
                    </a:extLst>
                  </p:cNvPr>
                  <p:cNvSpPr>
                    <a:spLocks/>
                  </p:cNvSpPr>
                  <p:nvPr/>
                </p:nvSpPr>
                <p:spPr bwMode="auto">
                  <a:xfrm>
                    <a:off x="1549" y="2435"/>
                    <a:ext cx="24" cy="22"/>
                  </a:xfrm>
                  <a:custGeom>
                    <a:avLst/>
                    <a:gdLst>
                      <a:gd name="T0" fmla="*/ 0 w 576"/>
                      <a:gd name="T1" fmla="*/ 0 h 577"/>
                      <a:gd name="T2" fmla="*/ 0 w 576"/>
                      <a:gd name="T3" fmla="*/ 0 h 577"/>
                      <a:gd name="T4" fmla="*/ 0 w 576"/>
                      <a:gd name="T5" fmla="*/ 0 h 577"/>
                      <a:gd name="T6" fmla="*/ 0 w 576"/>
                      <a:gd name="T7" fmla="*/ 0 h 577"/>
                      <a:gd name="T8" fmla="*/ 0 w 576"/>
                      <a:gd name="T9" fmla="*/ 0 h 577"/>
                      <a:gd name="T10" fmla="*/ 0 w 576"/>
                      <a:gd name="T11" fmla="*/ 0 h 577"/>
                      <a:gd name="T12" fmla="*/ 0 w 576"/>
                      <a:gd name="T13" fmla="*/ 0 h 577"/>
                      <a:gd name="T14" fmla="*/ 0 w 576"/>
                      <a:gd name="T15" fmla="*/ 0 h 577"/>
                      <a:gd name="T16" fmla="*/ 0 w 576"/>
                      <a:gd name="T17" fmla="*/ 0 h 577"/>
                      <a:gd name="T18" fmla="*/ 0 w 576"/>
                      <a:gd name="T19" fmla="*/ 0 h 577"/>
                      <a:gd name="T20" fmla="*/ 0 w 576"/>
                      <a:gd name="T21" fmla="*/ 0 h 577"/>
                      <a:gd name="T22" fmla="*/ 0 w 576"/>
                      <a:gd name="T23" fmla="*/ 0 h 577"/>
                      <a:gd name="T24" fmla="*/ 0 w 576"/>
                      <a:gd name="T25" fmla="*/ 0 h 577"/>
                      <a:gd name="T26" fmla="*/ 0 w 576"/>
                      <a:gd name="T27" fmla="*/ 0 h 577"/>
                      <a:gd name="T28" fmla="*/ 0 w 576"/>
                      <a:gd name="T29" fmla="*/ 0 h 577"/>
                      <a:gd name="T30" fmla="*/ 0 w 576"/>
                      <a:gd name="T31" fmla="*/ 0 h 577"/>
                      <a:gd name="T32" fmla="*/ 0 w 576"/>
                      <a:gd name="T33" fmla="*/ 0 h 577"/>
                      <a:gd name="T34" fmla="*/ 0 w 576"/>
                      <a:gd name="T35" fmla="*/ 0 h 577"/>
                      <a:gd name="T36" fmla="*/ 0 w 576"/>
                      <a:gd name="T37" fmla="*/ 0 h 577"/>
                      <a:gd name="T38" fmla="*/ 0 w 576"/>
                      <a:gd name="T39" fmla="*/ 0 h 577"/>
                      <a:gd name="T40" fmla="*/ 0 w 576"/>
                      <a:gd name="T41" fmla="*/ 0 h 577"/>
                      <a:gd name="T42" fmla="*/ 0 w 576"/>
                      <a:gd name="T43" fmla="*/ 0 h 577"/>
                      <a:gd name="T44" fmla="*/ 0 w 576"/>
                      <a:gd name="T45" fmla="*/ 0 h 577"/>
                      <a:gd name="T46" fmla="*/ 0 w 576"/>
                      <a:gd name="T47" fmla="*/ 0 h 577"/>
                      <a:gd name="T48" fmla="*/ 0 w 576"/>
                      <a:gd name="T49" fmla="*/ 0 h 577"/>
                      <a:gd name="T50" fmla="*/ 0 w 576"/>
                      <a:gd name="T51" fmla="*/ 0 h 577"/>
                      <a:gd name="T52" fmla="*/ 0 w 576"/>
                      <a:gd name="T53" fmla="*/ 0 h 577"/>
                      <a:gd name="T54" fmla="*/ 0 w 576"/>
                      <a:gd name="T55" fmla="*/ 0 h 577"/>
                      <a:gd name="T56" fmla="*/ 0 w 576"/>
                      <a:gd name="T57" fmla="*/ 0 h 577"/>
                      <a:gd name="T58" fmla="*/ 0 w 576"/>
                      <a:gd name="T59" fmla="*/ 0 h 577"/>
                      <a:gd name="T60" fmla="*/ 0 w 576"/>
                      <a:gd name="T61" fmla="*/ 0 h 577"/>
                      <a:gd name="T62" fmla="*/ 0 w 576"/>
                      <a:gd name="T63" fmla="*/ 0 h 577"/>
                      <a:gd name="T64" fmla="*/ 0 w 576"/>
                      <a:gd name="T65" fmla="*/ 0 h 577"/>
                      <a:gd name="T66" fmla="*/ 0 w 576"/>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7"/>
                      <a:gd name="T104" fmla="*/ 576 w 576"/>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7">
                        <a:moveTo>
                          <a:pt x="0" y="577"/>
                        </a:moveTo>
                        <a:lnTo>
                          <a:pt x="0" y="577"/>
                        </a:lnTo>
                        <a:lnTo>
                          <a:pt x="29" y="576"/>
                        </a:lnTo>
                        <a:lnTo>
                          <a:pt x="58" y="574"/>
                        </a:lnTo>
                        <a:lnTo>
                          <a:pt x="87" y="571"/>
                        </a:lnTo>
                        <a:lnTo>
                          <a:pt x="115" y="564"/>
                        </a:lnTo>
                        <a:lnTo>
                          <a:pt x="143" y="558"/>
                        </a:lnTo>
                        <a:lnTo>
                          <a:pt x="171" y="551"/>
                        </a:lnTo>
                        <a:lnTo>
                          <a:pt x="198" y="542"/>
                        </a:lnTo>
                        <a:lnTo>
                          <a:pt x="224" y="531"/>
                        </a:lnTo>
                        <a:lnTo>
                          <a:pt x="249" y="520"/>
                        </a:lnTo>
                        <a:lnTo>
                          <a:pt x="274" y="507"/>
                        </a:lnTo>
                        <a:lnTo>
                          <a:pt x="298" y="493"/>
                        </a:lnTo>
                        <a:lnTo>
                          <a:pt x="322" y="478"/>
                        </a:lnTo>
                        <a:lnTo>
                          <a:pt x="344" y="462"/>
                        </a:lnTo>
                        <a:lnTo>
                          <a:pt x="367" y="445"/>
                        </a:lnTo>
                        <a:lnTo>
                          <a:pt x="388" y="427"/>
                        </a:lnTo>
                        <a:lnTo>
                          <a:pt x="407" y="408"/>
                        </a:lnTo>
                        <a:lnTo>
                          <a:pt x="426" y="388"/>
                        </a:lnTo>
                        <a:lnTo>
                          <a:pt x="444" y="367"/>
                        </a:lnTo>
                        <a:lnTo>
                          <a:pt x="461" y="345"/>
                        </a:lnTo>
                        <a:lnTo>
                          <a:pt x="478" y="323"/>
                        </a:lnTo>
                        <a:lnTo>
                          <a:pt x="492" y="299"/>
                        </a:lnTo>
                        <a:lnTo>
                          <a:pt x="506" y="275"/>
                        </a:lnTo>
                        <a:lnTo>
                          <a:pt x="519" y="250"/>
                        </a:lnTo>
                        <a:lnTo>
                          <a:pt x="531" y="225"/>
                        </a:lnTo>
                        <a:lnTo>
                          <a:pt x="541" y="198"/>
                        </a:lnTo>
                        <a:lnTo>
                          <a:pt x="551" y="171"/>
                        </a:lnTo>
                        <a:lnTo>
                          <a:pt x="558" y="144"/>
                        </a:lnTo>
                        <a:lnTo>
                          <a:pt x="565" y="116"/>
                        </a:lnTo>
                        <a:lnTo>
                          <a:pt x="570" y="87"/>
                        </a:lnTo>
                        <a:lnTo>
                          <a:pt x="573" y="58"/>
                        </a:lnTo>
                        <a:lnTo>
                          <a:pt x="575" y="29"/>
                        </a:lnTo>
                        <a:lnTo>
                          <a:pt x="576" y="0"/>
                        </a:lnTo>
                        <a:lnTo>
                          <a:pt x="369" y="0"/>
                        </a:lnTo>
                        <a:lnTo>
                          <a:pt x="369" y="19"/>
                        </a:lnTo>
                        <a:lnTo>
                          <a:pt x="367" y="38"/>
                        </a:lnTo>
                        <a:lnTo>
                          <a:pt x="364" y="56"/>
                        </a:lnTo>
                        <a:lnTo>
                          <a:pt x="361" y="74"/>
                        </a:lnTo>
                        <a:lnTo>
                          <a:pt x="357" y="91"/>
                        </a:lnTo>
                        <a:lnTo>
                          <a:pt x="352" y="109"/>
                        </a:lnTo>
                        <a:lnTo>
                          <a:pt x="346" y="126"/>
                        </a:lnTo>
                        <a:lnTo>
                          <a:pt x="340" y="144"/>
                        </a:lnTo>
                        <a:lnTo>
                          <a:pt x="332" y="160"/>
                        </a:lnTo>
                        <a:lnTo>
                          <a:pt x="324" y="175"/>
                        </a:lnTo>
                        <a:lnTo>
                          <a:pt x="315" y="190"/>
                        </a:lnTo>
                        <a:lnTo>
                          <a:pt x="306" y="206"/>
                        </a:lnTo>
                        <a:lnTo>
                          <a:pt x="295" y="220"/>
                        </a:lnTo>
                        <a:lnTo>
                          <a:pt x="284" y="234"/>
                        </a:lnTo>
                        <a:lnTo>
                          <a:pt x="273" y="248"/>
                        </a:lnTo>
                        <a:lnTo>
                          <a:pt x="260" y="261"/>
                        </a:lnTo>
                        <a:lnTo>
                          <a:pt x="247" y="272"/>
                        </a:lnTo>
                        <a:lnTo>
                          <a:pt x="234" y="284"/>
                        </a:lnTo>
                        <a:lnTo>
                          <a:pt x="221" y="296"/>
                        </a:lnTo>
                        <a:lnTo>
                          <a:pt x="206" y="305"/>
                        </a:lnTo>
                        <a:lnTo>
                          <a:pt x="191" y="316"/>
                        </a:lnTo>
                        <a:lnTo>
                          <a:pt x="175" y="325"/>
                        </a:lnTo>
                        <a:lnTo>
                          <a:pt x="159" y="333"/>
                        </a:lnTo>
                        <a:lnTo>
                          <a:pt x="143" y="340"/>
                        </a:lnTo>
                        <a:lnTo>
                          <a:pt x="126" y="347"/>
                        </a:lnTo>
                        <a:lnTo>
                          <a:pt x="109" y="352"/>
                        </a:lnTo>
                        <a:lnTo>
                          <a:pt x="92" y="358"/>
                        </a:lnTo>
                        <a:lnTo>
                          <a:pt x="74" y="362"/>
                        </a:lnTo>
                        <a:lnTo>
                          <a:pt x="57" y="364"/>
                        </a:lnTo>
                        <a:lnTo>
                          <a:pt x="37" y="367"/>
                        </a:lnTo>
                        <a:lnTo>
                          <a:pt x="19" y="368"/>
                        </a:lnTo>
                        <a:lnTo>
                          <a:pt x="0" y="368"/>
                        </a:lnTo>
                        <a:lnTo>
                          <a:pt x="0" y="577"/>
                        </a:lnTo>
                        <a:close/>
                      </a:path>
                    </a:pathLst>
                  </a:custGeom>
                  <a:solidFill>
                    <a:srgbClr val="EF2B2F"/>
                  </a:solidFill>
                  <a:ln>
                    <a:noFill/>
                  </a:ln>
                </p:spPr>
                <p:txBody>
                  <a:bodyPr/>
                  <a:lstStyle/>
                  <a:p>
                    <a:pPr>
                      <a:defRPr/>
                    </a:pPr>
                    <a:endParaRPr lang="en-US" sz="1050">
                      <a:latin typeface="+mj-lt"/>
                    </a:endParaRPr>
                  </a:p>
                </p:txBody>
              </p:sp>
              <p:sp>
                <p:nvSpPr>
                  <p:cNvPr id="41414" name="Freeform 551">
                    <a:extLst>
                      <a:ext uri="{FF2B5EF4-FFF2-40B4-BE49-F238E27FC236}">
                        <a16:creationId xmlns="" xmlns:a16="http://schemas.microsoft.com/office/drawing/2014/main" id="{D91BD37A-1174-9A95-765A-C67BB3AFC637}"/>
                      </a:ext>
                    </a:extLst>
                  </p:cNvPr>
                  <p:cNvSpPr>
                    <a:spLocks/>
                  </p:cNvSpPr>
                  <p:nvPr/>
                </p:nvSpPr>
                <p:spPr bwMode="auto">
                  <a:xfrm>
                    <a:off x="1529" y="2435"/>
                    <a:ext cx="20" cy="22"/>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0" y="0"/>
                        </a:moveTo>
                        <a:lnTo>
                          <a:pt x="0" y="0"/>
                        </a:lnTo>
                        <a:lnTo>
                          <a:pt x="1" y="28"/>
                        </a:lnTo>
                        <a:lnTo>
                          <a:pt x="3" y="58"/>
                        </a:lnTo>
                        <a:lnTo>
                          <a:pt x="6" y="87"/>
                        </a:lnTo>
                        <a:lnTo>
                          <a:pt x="11" y="116"/>
                        </a:lnTo>
                        <a:lnTo>
                          <a:pt x="18" y="144"/>
                        </a:lnTo>
                        <a:lnTo>
                          <a:pt x="26" y="171"/>
                        </a:lnTo>
                        <a:lnTo>
                          <a:pt x="35" y="198"/>
                        </a:lnTo>
                        <a:lnTo>
                          <a:pt x="45" y="225"/>
                        </a:lnTo>
                        <a:lnTo>
                          <a:pt x="57" y="250"/>
                        </a:lnTo>
                        <a:lnTo>
                          <a:pt x="70" y="275"/>
                        </a:lnTo>
                        <a:lnTo>
                          <a:pt x="84" y="299"/>
                        </a:lnTo>
                        <a:lnTo>
                          <a:pt x="99" y="323"/>
                        </a:lnTo>
                        <a:lnTo>
                          <a:pt x="115" y="345"/>
                        </a:lnTo>
                        <a:lnTo>
                          <a:pt x="132" y="367"/>
                        </a:lnTo>
                        <a:lnTo>
                          <a:pt x="150" y="388"/>
                        </a:lnTo>
                        <a:lnTo>
                          <a:pt x="169" y="408"/>
                        </a:lnTo>
                        <a:lnTo>
                          <a:pt x="189" y="427"/>
                        </a:lnTo>
                        <a:lnTo>
                          <a:pt x="209" y="445"/>
                        </a:lnTo>
                        <a:lnTo>
                          <a:pt x="232" y="462"/>
                        </a:lnTo>
                        <a:lnTo>
                          <a:pt x="254" y="478"/>
                        </a:lnTo>
                        <a:lnTo>
                          <a:pt x="278" y="493"/>
                        </a:lnTo>
                        <a:lnTo>
                          <a:pt x="302" y="507"/>
                        </a:lnTo>
                        <a:lnTo>
                          <a:pt x="327" y="520"/>
                        </a:lnTo>
                        <a:lnTo>
                          <a:pt x="352" y="531"/>
                        </a:lnTo>
                        <a:lnTo>
                          <a:pt x="379" y="542"/>
                        </a:lnTo>
                        <a:lnTo>
                          <a:pt x="406" y="551"/>
                        </a:lnTo>
                        <a:lnTo>
                          <a:pt x="433" y="558"/>
                        </a:lnTo>
                        <a:lnTo>
                          <a:pt x="461" y="564"/>
                        </a:lnTo>
                        <a:lnTo>
                          <a:pt x="490" y="571"/>
                        </a:lnTo>
                        <a:lnTo>
                          <a:pt x="518" y="574"/>
                        </a:lnTo>
                        <a:lnTo>
                          <a:pt x="547" y="576"/>
                        </a:lnTo>
                        <a:lnTo>
                          <a:pt x="577" y="577"/>
                        </a:lnTo>
                        <a:lnTo>
                          <a:pt x="577" y="368"/>
                        </a:lnTo>
                        <a:lnTo>
                          <a:pt x="557" y="368"/>
                        </a:lnTo>
                        <a:lnTo>
                          <a:pt x="539" y="367"/>
                        </a:lnTo>
                        <a:lnTo>
                          <a:pt x="521" y="364"/>
                        </a:lnTo>
                        <a:lnTo>
                          <a:pt x="502" y="362"/>
                        </a:lnTo>
                        <a:lnTo>
                          <a:pt x="484" y="358"/>
                        </a:lnTo>
                        <a:lnTo>
                          <a:pt x="467" y="352"/>
                        </a:lnTo>
                        <a:lnTo>
                          <a:pt x="450" y="347"/>
                        </a:lnTo>
                        <a:lnTo>
                          <a:pt x="433" y="340"/>
                        </a:lnTo>
                        <a:lnTo>
                          <a:pt x="417" y="333"/>
                        </a:lnTo>
                        <a:lnTo>
                          <a:pt x="401" y="325"/>
                        </a:lnTo>
                        <a:lnTo>
                          <a:pt x="385" y="316"/>
                        </a:lnTo>
                        <a:lnTo>
                          <a:pt x="370" y="305"/>
                        </a:lnTo>
                        <a:lnTo>
                          <a:pt x="357" y="296"/>
                        </a:lnTo>
                        <a:lnTo>
                          <a:pt x="343" y="284"/>
                        </a:lnTo>
                        <a:lnTo>
                          <a:pt x="329" y="272"/>
                        </a:lnTo>
                        <a:lnTo>
                          <a:pt x="316" y="261"/>
                        </a:lnTo>
                        <a:lnTo>
                          <a:pt x="303" y="248"/>
                        </a:lnTo>
                        <a:lnTo>
                          <a:pt x="292" y="234"/>
                        </a:lnTo>
                        <a:lnTo>
                          <a:pt x="281" y="220"/>
                        </a:lnTo>
                        <a:lnTo>
                          <a:pt x="271" y="206"/>
                        </a:lnTo>
                        <a:lnTo>
                          <a:pt x="261" y="190"/>
                        </a:lnTo>
                        <a:lnTo>
                          <a:pt x="252" y="175"/>
                        </a:lnTo>
                        <a:lnTo>
                          <a:pt x="244" y="160"/>
                        </a:lnTo>
                        <a:lnTo>
                          <a:pt x="236" y="144"/>
                        </a:lnTo>
                        <a:lnTo>
                          <a:pt x="230" y="126"/>
                        </a:lnTo>
                        <a:lnTo>
                          <a:pt x="224" y="109"/>
                        </a:lnTo>
                        <a:lnTo>
                          <a:pt x="219" y="92"/>
                        </a:lnTo>
                        <a:lnTo>
                          <a:pt x="215" y="74"/>
                        </a:lnTo>
                        <a:lnTo>
                          <a:pt x="212" y="56"/>
                        </a:lnTo>
                        <a:lnTo>
                          <a:pt x="209" y="38"/>
                        </a:lnTo>
                        <a:lnTo>
                          <a:pt x="208" y="19"/>
                        </a:lnTo>
                        <a:lnTo>
                          <a:pt x="207" y="0"/>
                        </a:lnTo>
                        <a:lnTo>
                          <a:pt x="0" y="0"/>
                        </a:lnTo>
                        <a:close/>
                      </a:path>
                    </a:pathLst>
                  </a:custGeom>
                  <a:solidFill>
                    <a:srgbClr val="EF2B2F"/>
                  </a:solidFill>
                  <a:ln>
                    <a:noFill/>
                  </a:ln>
                </p:spPr>
                <p:txBody>
                  <a:bodyPr/>
                  <a:lstStyle/>
                  <a:p>
                    <a:pPr>
                      <a:defRPr/>
                    </a:pPr>
                    <a:endParaRPr lang="en-US" sz="1050">
                      <a:latin typeface="+mj-lt"/>
                    </a:endParaRPr>
                  </a:p>
                </p:txBody>
              </p:sp>
              <p:sp>
                <p:nvSpPr>
                  <p:cNvPr id="41415" name="Freeform 552">
                    <a:extLst>
                      <a:ext uri="{FF2B5EF4-FFF2-40B4-BE49-F238E27FC236}">
                        <a16:creationId xmlns="" xmlns:a16="http://schemas.microsoft.com/office/drawing/2014/main" id="{832C4C74-0A6D-E803-A087-734821AFDD4B}"/>
                      </a:ext>
                    </a:extLst>
                  </p:cNvPr>
                  <p:cNvSpPr>
                    <a:spLocks/>
                  </p:cNvSpPr>
                  <p:nvPr/>
                </p:nvSpPr>
                <p:spPr bwMode="auto">
                  <a:xfrm>
                    <a:off x="1529" y="2412"/>
                    <a:ext cx="20" cy="23"/>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577" y="0"/>
                        </a:moveTo>
                        <a:lnTo>
                          <a:pt x="577" y="0"/>
                        </a:lnTo>
                        <a:lnTo>
                          <a:pt x="547" y="1"/>
                        </a:lnTo>
                        <a:lnTo>
                          <a:pt x="517" y="3"/>
                        </a:lnTo>
                        <a:lnTo>
                          <a:pt x="490" y="8"/>
                        </a:lnTo>
                        <a:lnTo>
                          <a:pt x="461" y="13"/>
                        </a:lnTo>
                        <a:lnTo>
                          <a:pt x="432" y="19"/>
                        </a:lnTo>
                        <a:lnTo>
                          <a:pt x="406" y="27"/>
                        </a:lnTo>
                        <a:lnTo>
                          <a:pt x="379" y="36"/>
                        </a:lnTo>
                        <a:lnTo>
                          <a:pt x="352" y="46"/>
                        </a:lnTo>
                        <a:lnTo>
                          <a:pt x="327" y="58"/>
                        </a:lnTo>
                        <a:lnTo>
                          <a:pt x="302" y="70"/>
                        </a:lnTo>
                        <a:lnTo>
                          <a:pt x="278" y="84"/>
                        </a:lnTo>
                        <a:lnTo>
                          <a:pt x="254" y="99"/>
                        </a:lnTo>
                        <a:lnTo>
                          <a:pt x="232" y="116"/>
                        </a:lnTo>
                        <a:lnTo>
                          <a:pt x="209" y="133"/>
                        </a:lnTo>
                        <a:lnTo>
                          <a:pt x="189" y="151"/>
                        </a:lnTo>
                        <a:lnTo>
                          <a:pt x="169" y="170"/>
                        </a:lnTo>
                        <a:lnTo>
                          <a:pt x="150" y="190"/>
                        </a:lnTo>
                        <a:lnTo>
                          <a:pt x="132" y="211"/>
                        </a:lnTo>
                        <a:lnTo>
                          <a:pt x="115" y="232"/>
                        </a:lnTo>
                        <a:lnTo>
                          <a:pt x="99" y="256"/>
                        </a:lnTo>
                        <a:lnTo>
                          <a:pt x="84" y="279"/>
                        </a:lnTo>
                        <a:lnTo>
                          <a:pt x="70" y="303"/>
                        </a:lnTo>
                        <a:lnTo>
                          <a:pt x="57" y="328"/>
                        </a:lnTo>
                        <a:lnTo>
                          <a:pt x="45" y="353"/>
                        </a:lnTo>
                        <a:lnTo>
                          <a:pt x="35" y="379"/>
                        </a:lnTo>
                        <a:lnTo>
                          <a:pt x="26" y="406"/>
                        </a:lnTo>
                        <a:lnTo>
                          <a:pt x="18" y="434"/>
                        </a:lnTo>
                        <a:lnTo>
                          <a:pt x="11" y="461"/>
                        </a:lnTo>
                        <a:lnTo>
                          <a:pt x="6" y="490"/>
                        </a:lnTo>
                        <a:lnTo>
                          <a:pt x="3" y="519"/>
                        </a:lnTo>
                        <a:lnTo>
                          <a:pt x="1" y="549"/>
                        </a:lnTo>
                        <a:lnTo>
                          <a:pt x="0" y="578"/>
                        </a:lnTo>
                        <a:lnTo>
                          <a:pt x="207" y="578"/>
                        </a:lnTo>
                        <a:lnTo>
                          <a:pt x="208" y="558"/>
                        </a:lnTo>
                        <a:lnTo>
                          <a:pt x="209" y="539"/>
                        </a:lnTo>
                        <a:lnTo>
                          <a:pt x="212" y="521"/>
                        </a:lnTo>
                        <a:lnTo>
                          <a:pt x="215" y="503"/>
                        </a:lnTo>
                        <a:lnTo>
                          <a:pt x="219" y="485"/>
                        </a:lnTo>
                        <a:lnTo>
                          <a:pt x="224" y="468"/>
                        </a:lnTo>
                        <a:lnTo>
                          <a:pt x="230" y="451"/>
                        </a:lnTo>
                        <a:lnTo>
                          <a:pt x="236" y="435"/>
                        </a:lnTo>
                        <a:lnTo>
                          <a:pt x="244" y="418"/>
                        </a:lnTo>
                        <a:lnTo>
                          <a:pt x="252" y="402"/>
                        </a:lnTo>
                        <a:lnTo>
                          <a:pt x="261" y="387"/>
                        </a:lnTo>
                        <a:lnTo>
                          <a:pt x="271" y="372"/>
                        </a:lnTo>
                        <a:lnTo>
                          <a:pt x="281" y="357"/>
                        </a:lnTo>
                        <a:lnTo>
                          <a:pt x="292" y="343"/>
                        </a:lnTo>
                        <a:lnTo>
                          <a:pt x="303" y="330"/>
                        </a:lnTo>
                        <a:lnTo>
                          <a:pt x="316" y="317"/>
                        </a:lnTo>
                        <a:lnTo>
                          <a:pt x="329" y="305"/>
                        </a:lnTo>
                        <a:lnTo>
                          <a:pt x="343" y="293"/>
                        </a:lnTo>
                        <a:lnTo>
                          <a:pt x="357" y="281"/>
                        </a:lnTo>
                        <a:lnTo>
                          <a:pt x="370" y="272"/>
                        </a:lnTo>
                        <a:lnTo>
                          <a:pt x="385" y="262"/>
                        </a:lnTo>
                        <a:lnTo>
                          <a:pt x="401" y="253"/>
                        </a:lnTo>
                        <a:lnTo>
                          <a:pt x="417" y="245"/>
                        </a:lnTo>
                        <a:lnTo>
                          <a:pt x="433" y="238"/>
                        </a:lnTo>
                        <a:lnTo>
                          <a:pt x="450" y="231"/>
                        </a:lnTo>
                        <a:lnTo>
                          <a:pt x="467" y="225"/>
                        </a:lnTo>
                        <a:lnTo>
                          <a:pt x="484" y="220"/>
                        </a:lnTo>
                        <a:lnTo>
                          <a:pt x="502" y="216"/>
                        </a:lnTo>
                        <a:lnTo>
                          <a:pt x="521" y="213"/>
                        </a:lnTo>
                        <a:lnTo>
                          <a:pt x="539" y="210"/>
                        </a:lnTo>
                        <a:lnTo>
                          <a:pt x="558" y="209"/>
                        </a:lnTo>
                        <a:lnTo>
                          <a:pt x="577" y="209"/>
                        </a:lnTo>
                        <a:lnTo>
                          <a:pt x="577" y="0"/>
                        </a:lnTo>
                        <a:close/>
                      </a:path>
                    </a:pathLst>
                  </a:custGeom>
                  <a:solidFill>
                    <a:srgbClr val="EF2B2F"/>
                  </a:solidFill>
                  <a:ln>
                    <a:noFill/>
                  </a:ln>
                </p:spPr>
                <p:txBody>
                  <a:bodyPr/>
                  <a:lstStyle/>
                  <a:p>
                    <a:pPr>
                      <a:defRPr/>
                    </a:pPr>
                    <a:endParaRPr lang="en-US" sz="1050">
                      <a:latin typeface="+mj-lt"/>
                    </a:endParaRPr>
                  </a:p>
                </p:txBody>
              </p:sp>
              <p:sp>
                <p:nvSpPr>
                  <p:cNvPr id="41416" name="Freeform 553">
                    <a:extLst>
                      <a:ext uri="{FF2B5EF4-FFF2-40B4-BE49-F238E27FC236}">
                        <a16:creationId xmlns="" xmlns:a16="http://schemas.microsoft.com/office/drawing/2014/main" id="{B01307E1-B607-35CD-599F-BFF5694C766B}"/>
                      </a:ext>
                    </a:extLst>
                  </p:cNvPr>
                  <p:cNvSpPr>
                    <a:spLocks/>
                  </p:cNvSpPr>
                  <p:nvPr/>
                </p:nvSpPr>
                <p:spPr bwMode="auto">
                  <a:xfrm>
                    <a:off x="1574" y="2383"/>
                    <a:ext cx="24" cy="23"/>
                  </a:xfrm>
                  <a:custGeom>
                    <a:avLst/>
                    <a:gdLst>
                      <a:gd name="T0" fmla="*/ 0 w 576"/>
                      <a:gd name="T1" fmla="*/ 0 h 578"/>
                      <a:gd name="T2" fmla="*/ 0 w 576"/>
                      <a:gd name="T3" fmla="*/ 0 h 578"/>
                      <a:gd name="T4" fmla="*/ 0 w 576"/>
                      <a:gd name="T5" fmla="*/ 0 h 578"/>
                      <a:gd name="T6" fmla="*/ 0 w 576"/>
                      <a:gd name="T7" fmla="*/ 0 h 578"/>
                      <a:gd name="T8" fmla="*/ 0 w 576"/>
                      <a:gd name="T9" fmla="*/ 0 h 578"/>
                      <a:gd name="T10" fmla="*/ 0 w 576"/>
                      <a:gd name="T11" fmla="*/ 0 h 578"/>
                      <a:gd name="T12" fmla="*/ 0 w 576"/>
                      <a:gd name="T13" fmla="*/ 0 h 578"/>
                      <a:gd name="T14" fmla="*/ 0 w 576"/>
                      <a:gd name="T15" fmla="*/ 0 h 578"/>
                      <a:gd name="T16" fmla="*/ 0 w 576"/>
                      <a:gd name="T17" fmla="*/ 0 h 578"/>
                      <a:gd name="T18" fmla="*/ 0 w 576"/>
                      <a:gd name="T19" fmla="*/ 0 h 578"/>
                      <a:gd name="T20" fmla="*/ 0 w 576"/>
                      <a:gd name="T21" fmla="*/ 0 h 578"/>
                      <a:gd name="T22" fmla="*/ 0 w 576"/>
                      <a:gd name="T23" fmla="*/ 0 h 578"/>
                      <a:gd name="T24" fmla="*/ 0 w 576"/>
                      <a:gd name="T25" fmla="*/ 0 h 578"/>
                      <a:gd name="T26" fmla="*/ 0 w 576"/>
                      <a:gd name="T27" fmla="*/ 0 h 578"/>
                      <a:gd name="T28" fmla="*/ 0 w 576"/>
                      <a:gd name="T29" fmla="*/ 0 h 578"/>
                      <a:gd name="T30" fmla="*/ 0 w 576"/>
                      <a:gd name="T31" fmla="*/ 0 h 578"/>
                      <a:gd name="T32" fmla="*/ 0 w 576"/>
                      <a:gd name="T33" fmla="*/ 0 h 578"/>
                      <a:gd name="T34" fmla="*/ 0 w 576"/>
                      <a:gd name="T35" fmla="*/ 0 h 578"/>
                      <a:gd name="T36" fmla="*/ 0 w 576"/>
                      <a:gd name="T37" fmla="*/ 0 h 578"/>
                      <a:gd name="T38" fmla="*/ 0 w 576"/>
                      <a:gd name="T39" fmla="*/ 0 h 578"/>
                      <a:gd name="T40" fmla="*/ 0 w 576"/>
                      <a:gd name="T41" fmla="*/ 0 h 578"/>
                      <a:gd name="T42" fmla="*/ 0 w 576"/>
                      <a:gd name="T43" fmla="*/ 0 h 578"/>
                      <a:gd name="T44" fmla="*/ 0 w 576"/>
                      <a:gd name="T45" fmla="*/ 0 h 578"/>
                      <a:gd name="T46" fmla="*/ 0 w 576"/>
                      <a:gd name="T47" fmla="*/ 0 h 578"/>
                      <a:gd name="T48" fmla="*/ 0 w 576"/>
                      <a:gd name="T49" fmla="*/ 0 h 578"/>
                      <a:gd name="T50" fmla="*/ 0 w 576"/>
                      <a:gd name="T51" fmla="*/ 0 h 578"/>
                      <a:gd name="T52" fmla="*/ 0 w 576"/>
                      <a:gd name="T53" fmla="*/ 0 h 578"/>
                      <a:gd name="T54" fmla="*/ 0 w 576"/>
                      <a:gd name="T55" fmla="*/ 0 h 578"/>
                      <a:gd name="T56" fmla="*/ 0 w 576"/>
                      <a:gd name="T57" fmla="*/ 0 h 578"/>
                      <a:gd name="T58" fmla="*/ 0 w 576"/>
                      <a:gd name="T59" fmla="*/ 0 h 578"/>
                      <a:gd name="T60" fmla="*/ 0 w 576"/>
                      <a:gd name="T61" fmla="*/ 0 h 578"/>
                      <a:gd name="T62" fmla="*/ 0 w 576"/>
                      <a:gd name="T63" fmla="*/ 0 h 578"/>
                      <a:gd name="T64" fmla="*/ 0 w 576"/>
                      <a:gd name="T65" fmla="*/ 0 h 578"/>
                      <a:gd name="T66" fmla="*/ 0 w 576"/>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8"/>
                      <a:gd name="T104" fmla="*/ 576 w 576"/>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8">
                        <a:moveTo>
                          <a:pt x="576" y="578"/>
                        </a:moveTo>
                        <a:lnTo>
                          <a:pt x="576" y="578"/>
                        </a:lnTo>
                        <a:lnTo>
                          <a:pt x="575" y="548"/>
                        </a:lnTo>
                        <a:lnTo>
                          <a:pt x="573" y="519"/>
                        </a:lnTo>
                        <a:lnTo>
                          <a:pt x="569" y="491"/>
                        </a:lnTo>
                        <a:lnTo>
                          <a:pt x="564" y="462"/>
                        </a:lnTo>
                        <a:lnTo>
                          <a:pt x="558" y="434"/>
                        </a:lnTo>
                        <a:lnTo>
                          <a:pt x="550" y="406"/>
                        </a:lnTo>
                        <a:lnTo>
                          <a:pt x="541" y="380"/>
                        </a:lnTo>
                        <a:lnTo>
                          <a:pt x="530" y="353"/>
                        </a:lnTo>
                        <a:lnTo>
                          <a:pt x="519" y="329"/>
                        </a:lnTo>
                        <a:lnTo>
                          <a:pt x="506" y="303"/>
                        </a:lnTo>
                        <a:lnTo>
                          <a:pt x="492" y="280"/>
                        </a:lnTo>
                        <a:lnTo>
                          <a:pt x="478" y="256"/>
                        </a:lnTo>
                        <a:lnTo>
                          <a:pt x="461" y="233"/>
                        </a:lnTo>
                        <a:lnTo>
                          <a:pt x="444" y="211"/>
                        </a:lnTo>
                        <a:lnTo>
                          <a:pt x="426" y="190"/>
                        </a:lnTo>
                        <a:lnTo>
                          <a:pt x="406" y="170"/>
                        </a:lnTo>
                        <a:lnTo>
                          <a:pt x="387" y="152"/>
                        </a:lnTo>
                        <a:lnTo>
                          <a:pt x="366" y="134"/>
                        </a:lnTo>
                        <a:lnTo>
                          <a:pt x="344" y="117"/>
                        </a:lnTo>
                        <a:lnTo>
                          <a:pt x="321" y="100"/>
                        </a:lnTo>
                        <a:lnTo>
                          <a:pt x="298" y="85"/>
                        </a:lnTo>
                        <a:lnTo>
                          <a:pt x="274" y="71"/>
                        </a:lnTo>
                        <a:lnTo>
                          <a:pt x="249" y="58"/>
                        </a:lnTo>
                        <a:lnTo>
                          <a:pt x="223" y="46"/>
                        </a:lnTo>
                        <a:lnTo>
                          <a:pt x="198" y="37"/>
                        </a:lnTo>
                        <a:lnTo>
                          <a:pt x="170" y="27"/>
                        </a:lnTo>
                        <a:lnTo>
                          <a:pt x="143" y="20"/>
                        </a:lnTo>
                        <a:lnTo>
                          <a:pt x="115" y="13"/>
                        </a:lnTo>
                        <a:lnTo>
                          <a:pt x="87" y="8"/>
                        </a:lnTo>
                        <a:lnTo>
                          <a:pt x="58" y="5"/>
                        </a:lnTo>
                        <a:lnTo>
                          <a:pt x="28" y="2"/>
                        </a:lnTo>
                        <a:lnTo>
                          <a:pt x="0" y="0"/>
                        </a:lnTo>
                        <a:lnTo>
                          <a:pt x="0" y="209"/>
                        </a:lnTo>
                        <a:lnTo>
                          <a:pt x="19" y="209"/>
                        </a:lnTo>
                        <a:lnTo>
                          <a:pt x="37" y="210"/>
                        </a:lnTo>
                        <a:lnTo>
                          <a:pt x="56" y="214"/>
                        </a:lnTo>
                        <a:lnTo>
                          <a:pt x="74" y="217"/>
                        </a:lnTo>
                        <a:lnTo>
                          <a:pt x="91" y="220"/>
                        </a:lnTo>
                        <a:lnTo>
                          <a:pt x="109" y="225"/>
                        </a:lnTo>
                        <a:lnTo>
                          <a:pt x="126" y="232"/>
                        </a:lnTo>
                        <a:lnTo>
                          <a:pt x="142" y="238"/>
                        </a:lnTo>
                        <a:lnTo>
                          <a:pt x="159" y="246"/>
                        </a:lnTo>
                        <a:lnTo>
                          <a:pt x="175" y="253"/>
                        </a:lnTo>
                        <a:lnTo>
                          <a:pt x="190" y="263"/>
                        </a:lnTo>
                        <a:lnTo>
                          <a:pt x="205" y="272"/>
                        </a:lnTo>
                        <a:lnTo>
                          <a:pt x="220" y="282"/>
                        </a:lnTo>
                        <a:lnTo>
                          <a:pt x="234" y="294"/>
                        </a:lnTo>
                        <a:lnTo>
                          <a:pt x="247" y="305"/>
                        </a:lnTo>
                        <a:lnTo>
                          <a:pt x="261" y="317"/>
                        </a:lnTo>
                        <a:lnTo>
                          <a:pt x="272" y="331"/>
                        </a:lnTo>
                        <a:lnTo>
                          <a:pt x="284" y="344"/>
                        </a:lnTo>
                        <a:lnTo>
                          <a:pt x="295" y="357"/>
                        </a:lnTo>
                        <a:lnTo>
                          <a:pt x="305" y="372"/>
                        </a:lnTo>
                        <a:lnTo>
                          <a:pt x="315" y="387"/>
                        </a:lnTo>
                        <a:lnTo>
                          <a:pt x="323" y="402"/>
                        </a:lnTo>
                        <a:lnTo>
                          <a:pt x="332" y="418"/>
                        </a:lnTo>
                        <a:lnTo>
                          <a:pt x="339" y="435"/>
                        </a:lnTo>
                        <a:lnTo>
                          <a:pt x="346" y="451"/>
                        </a:lnTo>
                        <a:lnTo>
                          <a:pt x="352" y="468"/>
                        </a:lnTo>
                        <a:lnTo>
                          <a:pt x="356" y="486"/>
                        </a:lnTo>
                        <a:lnTo>
                          <a:pt x="361" y="503"/>
                        </a:lnTo>
                        <a:lnTo>
                          <a:pt x="364" y="522"/>
                        </a:lnTo>
                        <a:lnTo>
                          <a:pt x="367" y="541"/>
                        </a:lnTo>
                        <a:lnTo>
                          <a:pt x="368" y="559"/>
                        </a:lnTo>
                        <a:lnTo>
                          <a:pt x="368" y="578"/>
                        </a:lnTo>
                        <a:lnTo>
                          <a:pt x="576" y="578"/>
                        </a:lnTo>
                        <a:close/>
                      </a:path>
                    </a:pathLst>
                  </a:custGeom>
                  <a:solidFill>
                    <a:srgbClr val="EF2B2F"/>
                  </a:solidFill>
                  <a:ln>
                    <a:noFill/>
                  </a:ln>
                </p:spPr>
                <p:txBody>
                  <a:bodyPr/>
                  <a:lstStyle/>
                  <a:p>
                    <a:pPr>
                      <a:defRPr/>
                    </a:pPr>
                    <a:endParaRPr lang="en-US" sz="1050">
                      <a:latin typeface="+mj-lt"/>
                    </a:endParaRPr>
                  </a:p>
                </p:txBody>
              </p:sp>
              <p:sp>
                <p:nvSpPr>
                  <p:cNvPr id="41417" name="Freeform 554">
                    <a:extLst>
                      <a:ext uri="{FF2B5EF4-FFF2-40B4-BE49-F238E27FC236}">
                        <a16:creationId xmlns="" xmlns:a16="http://schemas.microsoft.com/office/drawing/2014/main" id="{6310EAFD-B12B-DED4-ACF9-3F40603097EE}"/>
                      </a:ext>
                    </a:extLst>
                  </p:cNvPr>
                  <p:cNvSpPr>
                    <a:spLocks/>
                  </p:cNvSpPr>
                  <p:nvPr/>
                </p:nvSpPr>
                <p:spPr bwMode="auto">
                  <a:xfrm>
                    <a:off x="1574" y="2406"/>
                    <a:ext cx="24" cy="22"/>
                  </a:xfrm>
                  <a:custGeom>
                    <a:avLst/>
                    <a:gdLst>
                      <a:gd name="T0" fmla="*/ 0 w 576"/>
                      <a:gd name="T1" fmla="*/ 0 h 578"/>
                      <a:gd name="T2" fmla="*/ 0 w 576"/>
                      <a:gd name="T3" fmla="*/ 0 h 578"/>
                      <a:gd name="T4" fmla="*/ 0 w 576"/>
                      <a:gd name="T5" fmla="*/ 0 h 578"/>
                      <a:gd name="T6" fmla="*/ 0 w 576"/>
                      <a:gd name="T7" fmla="*/ 0 h 578"/>
                      <a:gd name="T8" fmla="*/ 0 w 576"/>
                      <a:gd name="T9" fmla="*/ 0 h 578"/>
                      <a:gd name="T10" fmla="*/ 0 w 576"/>
                      <a:gd name="T11" fmla="*/ 0 h 578"/>
                      <a:gd name="T12" fmla="*/ 0 w 576"/>
                      <a:gd name="T13" fmla="*/ 0 h 578"/>
                      <a:gd name="T14" fmla="*/ 0 w 576"/>
                      <a:gd name="T15" fmla="*/ 0 h 578"/>
                      <a:gd name="T16" fmla="*/ 0 w 576"/>
                      <a:gd name="T17" fmla="*/ 0 h 578"/>
                      <a:gd name="T18" fmla="*/ 0 w 576"/>
                      <a:gd name="T19" fmla="*/ 0 h 578"/>
                      <a:gd name="T20" fmla="*/ 0 w 576"/>
                      <a:gd name="T21" fmla="*/ 0 h 578"/>
                      <a:gd name="T22" fmla="*/ 0 w 576"/>
                      <a:gd name="T23" fmla="*/ 0 h 578"/>
                      <a:gd name="T24" fmla="*/ 0 w 576"/>
                      <a:gd name="T25" fmla="*/ 0 h 578"/>
                      <a:gd name="T26" fmla="*/ 0 w 576"/>
                      <a:gd name="T27" fmla="*/ 0 h 578"/>
                      <a:gd name="T28" fmla="*/ 0 w 576"/>
                      <a:gd name="T29" fmla="*/ 0 h 578"/>
                      <a:gd name="T30" fmla="*/ 0 w 576"/>
                      <a:gd name="T31" fmla="*/ 0 h 578"/>
                      <a:gd name="T32" fmla="*/ 0 w 576"/>
                      <a:gd name="T33" fmla="*/ 0 h 578"/>
                      <a:gd name="T34" fmla="*/ 0 w 576"/>
                      <a:gd name="T35" fmla="*/ 0 h 578"/>
                      <a:gd name="T36" fmla="*/ 0 w 576"/>
                      <a:gd name="T37" fmla="*/ 0 h 578"/>
                      <a:gd name="T38" fmla="*/ 0 w 576"/>
                      <a:gd name="T39" fmla="*/ 0 h 578"/>
                      <a:gd name="T40" fmla="*/ 0 w 576"/>
                      <a:gd name="T41" fmla="*/ 0 h 578"/>
                      <a:gd name="T42" fmla="*/ 0 w 576"/>
                      <a:gd name="T43" fmla="*/ 0 h 578"/>
                      <a:gd name="T44" fmla="*/ 0 w 576"/>
                      <a:gd name="T45" fmla="*/ 0 h 578"/>
                      <a:gd name="T46" fmla="*/ 0 w 576"/>
                      <a:gd name="T47" fmla="*/ 0 h 578"/>
                      <a:gd name="T48" fmla="*/ 0 w 576"/>
                      <a:gd name="T49" fmla="*/ 0 h 578"/>
                      <a:gd name="T50" fmla="*/ 0 w 576"/>
                      <a:gd name="T51" fmla="*/ 0 h 578"/>
                      <a:gd name="T52" fmla="*/ 0 w 576"/>
                      <a:gd name="T53" fmla="*/ 0 h 578"/>
                      <a:gd name="T54" fmla="*/ 0 w 576"/>
                      <a:gd name="T55" fmla="*/ 0 h 578"/>
                      <a:gd name="T56" fmla="*/ 0 w 576"/>
                      <a:gd name="T57" fmla="*/ 0 h 578"/>
                      <a:gd name="T58" fmla="*/ 0 w 576"/>
                      <a:gd name="T59" fmla="*/ 0 h 578"/>
                      <a:gd name="T60" fmla="*/ 0 w 576"/>
                      <a:gd name="T61" fmla="*/ 0 h 578"/>
                      <a:gd name="T62" fmla="*/ 0 w 576"/>
                      <a:gd name="T63" fmla="*/ 0 h 578"/>
                      <a:gd name="T64" fmla="*/ 0 w 576"/>
                      <a:gd name="T65" fmla="*/ 0 h 578"/>
                      <a:gd name="T66" fmla="*/ 0 w 576"/>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8"/>
                      <a:gd name="T104" fmla="*/ 576 w 576"/>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8">
                        <a:moveTo>
                          <a:pt x="0" y="578"/>
                        </a:moveTo>
                        <a:lnTo>
                          <a:pt x="0" y="578"/>
                        </a:lnTo>
                        <a:lnTo>
                          <a:pt x="28" y="577"/>
                        </a:lnTo>
                        <a:lnTo>
                          <a:pt x="58" y="574"/>
                        </a:lnTo>
                        <a:lnTo>
                          <a:pt x="87" y="571"/>
                        </a:lnTo>
                        <a:lnTo>
                          <a:pt x="115" y="565"/>
                        </a:lnTo>
                        <a:lnTo>
                          <a:pt x="142" y="558"/>
                        </a:lnTo>
                        <a:lnTo>
                          <a:pt x="170" y="551"/>
                        </a:lnTo>
                        <a:lnTo>
                          <a:pt x="198" y="542"/>
                        </a:lnTo>
                        <a:lnTo>
                          <a:pt x="223" y="532"/>
                        </a:lnTo>
                        <a:lnTo>
                          <a:pt x="249" y="520"/>
                        </a:lnTo>
                        <a:lnTo>
                          <a:pt x="274" y="507"/>
                        </a:lnTo>
                        <a:lnTo>
                          <a:pt x="298" y="493"/>
                        </a:lnTo>
                        <a:lnTo>
                          <a:pt x="321" y="479"/>
                        </a:lnTo>
                        <a:lnTo>
                          <a:pt x="344" y="463"/>
                        </a:lnTo>
                        <a:lnTo>
                          <a:pt x="366" y="445"/>
                        </a:lnTo>
                        <a:lnTo>
                          <a:pt x="387" y="427"/>
                        </a:lnTo>
                        <a:lnTo>
                          <a:pt x="408" y="408"/>
                        </a:lnTo>
                        <a:lnTo>
                          <a:pt x="426" y="388"/>
                        </a:lnTo>
                        <a:lnTo>
                          <a:pt x="444" y="367"/>
                        </a:lnTo>
                        <a:lnTo>
                          <a:pt x="461" y="345"/>
                        </a:lnTo>
                        <a:lnTo>
                          <a:pt x="478" y="323"/>
                        </a:lnTo>
                        <a:lnTo>
                          <a:pt x="492" y="299"/>
                        </a:lnTo>
                        <a:lnTo>
                          <a:pt x="506" y="275"/>
                        </a:lnTo>
                        <a:lnTo>
                          <a:pt x="519" y="250"/>
                        </a:lnTo>
                        <a:lnTo>
                          <a:pt x="530" y="225"/>
                        </a:lnTo>
                        <a:lnTo>
                          <a:pt x="541" y="198"/>
                        </a:lnTo>
                        <a:lnTo>
                          <a:pt x="550" y="172"/>
                        </a:lnTo>
                        <a:lnTo>
                          <a:pt x="558" y="144"/>
                        </a:lnTo>
                        <a:lnTo>
                          <a:pt x="564" y="116"/>
                        </a:lnTo>
                        <a:lnTo>
                          <a:pt x="569" y="87"/>
                        </a:lnTo>
                        <a:lnTo>
                          <a:pt x="573" y="59"/>
                        </a:lnTo>
                        <a:lnTo>
                          <a:pt x="575" y="30"/>
                        </a:lnTo>
                        <a:lnTo>
                          <a:pt x="576" y="0"/>
                        </a:lnTo>
                        <a:lnTo>
                          <a:pt x="368" y="0"/>
                        </a:lnTo>
                        <a:lnTo>
                          <a:pt x="368" y="19"/>
                        </a:lnTo>
                        <a:lnTo>
                          <a:pt x="367" y="38"/>
                        </a:lnTo>
                        <a:lnTo>
                          <a:pt x="364" y="57"/>
                        </a:lnTo>
                        <a:lnTo>
                          <a:pt x="361" y="75"/>
                        </a:lnTo>
                        <a:lnTo>
                          <a:pt x="356" y="92"/>
                        </a:lnTo>
                        <a:lnTo>
                          <a:pt x="352" y="110"/>
                        </a:lnTo>
                        <a:lnTo>
                          <a:pt x="346" y="127"/>
                        </a:lnTo>
                        <a:lnTo>
                          <a:pt x="339" y="144"/>
                        </a:lnTo>
                        <a:lnTo>
                          <a:pt x="332" y="160"/>
                        </a:lnTo>
                        <a:lnTo>
                          <a:pt x="323" y="176"/>
                        </a:lnTo>
                        <a:lnTo>
                          <a:pt x="315" y="191"/>
                        </a:lnTo>
                        <a:lnTo>
                          <a:pt x="305" y="207"/>
                        </a:lnTo>
                        <a:lnTo>
                          <a:pt x="295" y="221"/>
                        </a:lnTo>
                        <a:lnTo>
                          <a:pt x="284" y="234"/>
                        </a:lnTo>
                        <a:lnTo>
                          <a:pt x="272" y="248"/>
                        </a:lnTo>
                        <a:lnTo>
                          <a:pt x="259" y="261"/>
                        </a:lnTo>
                        <a:lnTo>
                          <a:pt x="247" y="273"/>
                        </a:lnTo>
                        <a:lnTo>
                          <a:pt x="234" y="285"/>
                        </a:lnTo>
                        <a:lnTo>
                          <a:pt x="220" y="296"/>
                        </a:lnTo>
                        <a:lnTo>
                          <a:pt x="205" y="306"/>
                        </a:lnTo>
                        <a:lnTo>
                          <a:pt x="190" y="317"/>
                        </a:lnTo>
                        <a:lnTo>
                          <a:pt x="175" y="325"/>
                        </a:lnTo>
                        <a:lnTo>
                          <a:pt x="159" y="333"/>
                        </a:lnTo>
                        <a:lnTo>
                          <a:pt x="142" y="340"/>
                        </a:lnTo>
                        <a:lnTo>
                          <a:pt x="126" y="347"/>
                        </a:lnTo>
                        <a:lnTo>
                          <a:pt x="109" y="353"/>
                        </a:lnTo>
                        <a:lnTo>
                          <a:pt x="91" y="358"/>
                        </a:lnTo>
                        <a:lnTo>
                          <a:pt x="74" y="362"/>
                        </a:lnTo>
                        <a:lnTo>
                          <a:pt x="56" y="364"/>
                        </a:lnTo>
                        <a:lnTo>
                          <a:pt x="37" y="368"/>
                        </a:lnTo>
                        <a:lnTo>
                          <a:pt x="19" y="369"/>
                        </a:lnTo>
                        <a:lnTo>
                          <a:pt x="0" y="369"/>
                        </a:lnTo>
                        <a:lnTo>
                          <a:pt x="0" y="578"/>
                        </a:lnTo>
                        <a:close/>
                      </a:path>
                    </a:pathLst>
                  </a:custGeom>
                  <a:solidFill>
                    <a:srgbClr val="EF2B2F"/>
                  </a:solidFill>
                  <a:ln>
                    <a:noFill/>
                  </a:ln>
                </p:spPr>
                <p:txBody>
                  <a:bodyPr/>
                  <a:lstStyle/>
                  <a:p>
                    <a:pPr>
                      <a:defRPr/>
                    </a:pPr>
                    <a:endParaRPr lang="en-US" sz="1050">
                      <a:latin typeface="+mj-lt"/>
                    </a:endParaRPr>
                  </a:p>
                </p:txBody>
              </p:sp>
              <p:sp>
                <p:nvSpPr>
                  <p:cNvPr id="41418" name="Freeform 555">
                    <a:extLst>
                      <a:ext uri="{FF2B5EF4-FFF2-40B4-BE49-F238E27FC236}">
                        <a16:creationId xmlns="" xmlns:a16="http://schemas.microsoft.com/office/drawing/2014/main" id="{F2FDC003-042D-5CBE-3CA8-8ACC334A5A4F}"/>
                      </a:ext>
                    </a:extLst>
                  </p:cNvPr>
                  <p:cNvSpPr>
                    <a:spLocks/>
                  </p:cNvSpPr>
                  <p:nvPr/>
                </p:nvSpPr>
                <p:spPr bwMode="auto">
                  <a:xfrm>
                    <a:off x="1550" y="2406"/>
                    <a:ext cx="24" cy="22"/>
                  </a:xfrm>
                  <a:custGeom>
                    <a:avLst/>
                    <a:gdLst>
                      <a:gd name="T0" fmla="*/ 0 w 578"/>
                      <a:gd name="T1" fmla="*/ 0 h 578"/>
                      <a:gd name="T2" fmla="*/ 0 w 578"/>
                      <a:gd name="T3" fmla="*/ 0 h 578"/>
                      <a:gd name="T4" fmla="*/ 0 w 578"/>
                      <a:gd name="T5" fmla="*/ 0 h 578"/>
                      <a:gd name="T6" fmla="*/ 0 w 578"/>
                      <a:gd name="T7" fmla="*/ 0 h 578"/>
                      <a:gd name="T8" fmla="*/ 0 w 578"/>
                      <a:gd name="T9" fmla="*/ 0 h 578"/>
                      <a:gd name="T10" fmla="*/ 0 w 578"/>
                      <a:gd name="T11" fmla="*/ 0 h 578"/>
                      <a:gd name="T12" fmla="*/ 0 w 578"/>
                      <a:gd name="T13" fmla="*/ 0 h 578"/>
                      <a:gd name="T14" fmla="*/ 0 w 578"/>
                      <a:gd name="T15" fmla="*/ 0 h 578"/>
                      <a:gd name="T16" fmla="*/ 0 w 578"/>
                      <a:gd name="T17" fmla="*/ 0 h 578"/>
                      <a:gd name="T18" fmla="*/ 0 w 578"/>
                      <a:gd name="T19" fmla="*/ 0 h 578"/>
                      <a:gd name="T20" fmla="*/ 0 w 578"/>
                      <a:gd name="T21" fmla="*/ 0 h 578"/>
                      <a:gd name="T22" fmla="*/ 0 w 578"/>
                      <a:gd name="T23" fmla="*/ 0 h 578"/>
                      <a:gd name="T24" fmla="*/ 0 w 578"/>
                      <a:gd name="T25" fmla="*/ 0 h 578"/>
                      <a:gd name="T26" fmla="*/ 0 w 578"/>
                      <a:gd name="T27" fmla="*/ 0 h 578"/>
                      <a:gd name="T28" fmla="*/ 0 w 578"/>
                      <a:gd name="T29" fmla="*/ 0 h 578"/>
                      <a:gd name="T30" fmla="*/ 0 w 578"/>
                      <a:gd name="T31" fmla="*/ 0 h 578"/>
                      <a:gd name="T32" fmla="*/ 0 w 578"/>
                      <a:gd name="T33" fmla="*/ 0 h 578"/>
                      <a:gd name="T34" fmla="*/ 0 w 578"/>
                      <a:gd name="T35" fmla="*/ 0 h 578"/>
                      <a:gd name="T36" fmla="*/ 0 w 578"/>
                      <a:gd name="T37" fmla="*/ 0 h 578"/>
                      <a:gd name="T38" fmla="*/ 0 w 578"/>
                      <a:gd name="T39" fmla="*/ 0 h 578"/>
                      <a:gd name="T40" fmla="*/ 0 w 578"/>
                      <a:gd name="T41" fmla="*/ 0 h 578"/>
                      <a:gd name="T42" fmla="*/ 0 w 578"/>
                      <a:gd name="T43" fmla="*/ 0 h 578"/>
                      <a:gd name="T44" fmla="*/ 0 w 578"/>
                      <a:gd name="T45" fmla="*/ 0 h 578"/>
                      <a:gd name="T46" fmla="*/ 0 w 578"/>
                      <a:gd name="T47" fmla="*/ 0 h 578"/>
                      <a:gd name="T48" fmla="*/ 0 w 578"/>
                      <a:gd name="T49" fmla="*/ 0 h 578"/>
                      <a:gd name="T50" fmla="*/ 0 w 578"/>
                      <a:gd name="T51" fmla="*/ 0 h 578"/>
                      <a:gd name="T52" fmla="*/ 0 w 578"/>
                      <a:gd name="T53" fmla="*/ 0 h 578"/>
                      <a:gd name="T54" fmla="*/ 0 w 578"/>
                      <a:gd name="T55" fmla="*/ 0 h 578"/>
                      <a:gd name="T56" fmla="*/ 0 w 578"/>
                      <a:gd name="T57" fmla="*/ 0 h 578"/>
                      <a:gd name="T58" fmla="*/ 0 w 578"/>
                      <a:gd name="T59" fmla="*/ 0 h 578"/>
                      <a:gd name="T60" fmla="*/ 0 w 578"/>
                      <a:gd name="T61" fmla="*/ 0 h 578"/>
                      <a:gd name="T62" fmla="*/ 0 w 578"/>
                      <a:gd name="T63" fmla="*/ 0 h 578"/>
                      <a:gd name="T64" fmla="*/ 0 w 578"/>
                      <a:gd name="T65" fmla="*/ 0 h 578"/>
                      <a:gd name="T66" fmla="*/ 0 w 578"/>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8"/>
                      <a:gd name="T104" fmla="*/ 578 w 578"/>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8">
                        <a:moveTo>
                          <a:pt x="0" y="0"/>
                        </a:moveTo>
                        <a:lnTo>
                          <a:pt x="0" y="0"/>
                        </a:lnTo>
                        <a:lnTo>
                          <a:pt x="1" y="30"/>
                        </a:lnTo>
                        <a:lnTo>
                          <a:pt x="3" y="59"/>
                        </a:lnTo>
                        <a:lnTo>
                          <a:pt x="6" y="87"/>
                        </a:lnTo>
                        <a:lnTo>
                          <a:pt x="12" y="116"/>
                        </a:lnTo>
                        <a:lnTo>
                          <a:pt x="19" y="144"/>
                        </a:lnTo>
                        <a:lnTo>
                          <a:pt x="27" y="172"/>
                        </a:lnTo>
                        <a:lnTo>
                          <a:pt x="35" y="198"/>
                        </a:lnTo>
                        <a:lnTo>
                          <a:pt x="46" y="225"/>
                        </a:lnTo>
                        <a:lnTo>
                          <a:pt x="58" y="250"/>
                        </a:lnTo>
                        <a:lnTo>
                          <a:pt x="70" y="275"/>
                        </a:lnTo>
                        <a:lnTo>
                          <a:pt x="84" y="299"/>
                        </a:lnTo>
                        <a:lnTo>
                          <a:pt x="99" y="323"/>
                        </a:lnTo>
                        <a:lnTo>
                          <a:pt x="115" y="345"/>
                        </a:lnTo>
                        <a:lnTo>
                          <a:pt x="132" y="367"/>
                        </a:lnTo>
                        <a:lnTo>
                          <a:pt x="150" y="388"/>
                        </a:lnTo>
                        <a:lnTo>
                          <a:pt x="169" y="408"/>
                        </a:lnTo>
                        <a:lnTo>
                          <a:pt x="190" y="427"/>
                        </a:lnTo>
                        <a:lnTo>
                          <a:pt x="210" y="445"/>
                        </a:lnTo>
                        <a:lnTo>
                          <a:pt x="232" y="463"/>
                        </a:lnTo>
                        <a:lnTo>
                          <a:pt x="255" y="479"/>
                        </a:lnTo>
                        <a:lnTo>
                          <a:pt x="278" y="493"/>
                        </a:lnTo>
                        <a:lnTo>
                          <a:pt x="303" y="507"/>
                        </a:lnTo>
                        <a:lnTo>
                          <a:pt x="327" y="520"/>
                        </a:lnTo>
                        <a:lnTo>
                          <a:pt x="353" y="532"/>
                        </a:lnTo>
                        <a:lnTo>
                          <a:pt x="379" y="542"/>
                        </a:lnTo>
                        <a:lnTo>
                          <a:pt x="406" y="551"/>
                        </a:lnTo>
                        <a:lnTo>
                          <a:pt x="434" y="558"/>
                        </a:lnTo>
                        <a:lnTo>
                          <a:pt x="461" y="565"/>
                        </a:lnTo>
                        <a:lnTo>
                          <a:pt x="490" y="571"/>
                        </a:lnTo>
                        <a:lnTo>
                          <a:pt x="519" y="574"/>
                        </a:lnTo>
                        <a:lnTo>
                          <a:pt x="548" y="577"/>
                        </a:lnTo>
                        <a:lnTo>
                          <a:pt x="578" y="578"/>
                        </a:lnTo>
                        <a:lnTo>
                          <a:pt x="578" y="369"/>
                        </a:lnTo>
                        <a:lnTo>
                          <a:pt x="558" y="369"/>
                        </a:lnTo>
                        <a:lnTo>
                          <a:pt x="539" y="368"/>
                        </a:lnTo>
                        <a:lnTo>
                          <a:pt x="521" y="364"/>
                        </a:lnTo>
                        <a:lnTo>
                          <a:pt x="503" y="362"/>
                        </a:lnTo>
                        <a:lnTo>
                          <a:pt x="485" y="358"/>
                        </a:lnTo>
                        <a:lnTo>
                          <a:pt x="468" y="353"/>
                        </a:lnTo>
                        <a:lnTo>
                          <a:pt x="451" y="347"/>
                        </a:lnTo>
                        <a:lnTo>
                          <a:pt x="434" y="340"/>
                        </a:lnTo>
                        <a:lnTo>
                          <a:pt x="418" y="333"/>
                        </a:lnTo>
                        <a:lnTo>
                          <a:pt x="402" y="325"/>
                        </a:lnTo>
                        <a:lnTo>
                          <a:pt x="387" y="317"/>
                        </a:lnTo>
                        <a:lnTo>
                          <a:pt x="371" y="306"/>
                        </a:lnTo>
                        <a:lnTo>
                          <a:pt x="357" y="296"/>
                        </a:lnTo>
                        <a:lnTo>
                          <a:pt x="343" y="285"/>
                        </a:lnTo>
                        <a:lnTo>
                          <a:pt x="329" y="273"/>
                        </a:lnTo>
                        <a:lnTo>
                          <a:pt x="317" y="261"/>
                        </a:lnTo>
                        <a:lnTo>
                          <a:pt x="305" y="248"/>
                        </a:lnTo>
                        <a:lnTo>
                          <a:pt x="293" y="234"/>
                        </a:lnTo>
                        <a:lnTo>
                          <a:pt x="281" y="221"/>
                        </a:lnTo>
                        <a:lnTo>
                          <a:pt x="272" y="207"/>
                        </a:lnTo>
                        <a:lnTo>
                          <a:pt x="261" y="191"/>
                        </a:lnTo>
                        <a:lnTo>
                          <a:pt x="253" y="176"/>
                        </a:lnTo>
                        <a:lnTo>
                          <a:pt x="244" y="160"/>
                        </a:lnTo>
                        <a:lnTo>
                          <a:pt x="238" y="144"/>
                        </a:lnTo>
                        <a:lnTo>
                          <a:pt x="230" y="127"/>
                        </a:lnTo>
                        <a:lnTo>
                          <a:pt x="225" y="110"/>
                        </a:lnTo>
                        <a:lnTo>
                          <a:pt x="220" y="93"/>
                        </a:lnTo>
                        <a:lnTo>
                          <a:pt x="215" y="75"/>
                        </a:lnTo>
                        <a:lnTo>
                          <a:pt x="212" y="57"/>
                        </a:lnTo>
                        <a:lnTo>
                          <a:pt x="210" y="38"/>
                        </a:lnTo>
                        <a:lnTo>
                          <a:pt x="209" y="19"/>
                        </a:lnTo>
                        <a:lnTo>
                          <a:pt x="209" y="0"/>
                        </a:lnTo>
                        <a:lnTo>
                          <a:pt x="0" y="0"/>
                        </a:lnTo>
                        <a:close/>
                      </a:path>
                    </a:pathLst>
                  </a:custGeom>
                  <a:solidFill>
                    <a:srgbClr val="EF2B2F"/>
                  </a:solidFill>
                  <a:ln>
                    <a:noFill/>
                  </a:ln>
                </p:spPr>
                <p:txBody>
                  <a:bodyPr/>
                  <a:lstStyle/>
                  <a:p>
                    <a:pPr>
                      <a:defRPr/>
                    </a:pPr>
                    <a:endParaRPr lang="en-US" sz="1050">
                      <a:latin typeface="+mj-lt"/>
                    </a:endParaRPr>
                  </a:p>
                </p:txBody>
              </p:sp>
              <p:sp>
                <p:nvSpPr>
                  <p:cNvPr id="41419" name="Freeform 556">
                    <a:extLst>
                      <a:ext uri="{FF2B5EF4-FFF2-40B4-BE49-F238E27FC236}">
                        <a16:creationId xmlns="" xmlns:a16="http://schemas.microsoft.com/office/drawing/2014/main" id="{9ABA58B4-FB1D-061E-F9C0-E969B6157E07}"/>
                      </a:ext>
                    </a:extLst>
                  </p:cNvPr>
                  <p:cNvSpPr>
                    <a:spLocks/>
                  </p:cNvSpPr>
                  <p:nvPr/>
                </p:nvSpPr>
                <p:spPr bwMode="auto">
                  <a:xfrm>
                    <a:off x="1550" y="2383"/>
                    <a:ext cx="24" cy="23"/>
                  </a:xfrm>
                  <a:custGeom>
                    <a:avLst/>
                    <a:gdLst>
                      <a:gd name="T0" fmla="*/ 0 w 578"/>
                      <a:gd name="T1" fmla="*/ 0 h 578"/>
                      <a:gd name="T2" fmla="*/ 0 w 578"/>
                      <a:gd name="T3" fmla="*/ 0 h 578"/>
                      <a:gd name="T4" fmla="*/ 0 w 578"/>
                      <a:gd name="T5" fmla="*/ 0 h 578"/>
                      <a:gd name="T6" fmla="*/ 0 w 578"/>
                      <a:gd name="T7" fmla="*/ 0 h 578"/>
                      <a:gd name="T8" fmla="*/ 0 w 578"/>
                      <a:gd name="T9" fmla="*/ 0 h 578"/>
                      <a:gd name="T10" fmla="*/ 0 w 578"/>
                      <a:gd name="T11" fmla="*/ 0 h 578"/>
                      <a:gd name="T12" fmla="*/ 0 w 578"/>
                      <a:gd name="T13" fmla="*/ 0 h 578"/>
                      <a:gd name="T14" fmla="*/ 0 w 578"/>
                      <a:gd name="T15" fmla="*/ 0 h 578"/>
                      <a:gd name="T16" fmla="*/ 0 w 578"/>
                      <a:gd name="T17" fmla="*/ 0 h 578"/>
                      <a:gd name="T18" fmla="*/ 0 w 578"/>
                      <a:gd name="T19" fmla="*/ 0 h 578"/>
                      <a:gd name="T20" fmla="*/ 0 w 578"/>
                      <a:gd name="T21" fmla="*/ 0 h 578"/>
                      <a:gd name="T22" fmla="*/ 0 w 578"/>
                      <a:gd name="T23" fmla="*/ 0 h 578"/>
                      <a:gd name="T24" fmla="*/ 0 w 578"/>
                      <a:gd name="T25" fmla="*/ 0 h 578"/>
                      <a:gd name="T26" fmla="*/ 0 w 578"/>
                      <a:gd name="T27" fmla="*/ 0 h 578"/>
                      <a:gd name="T28" fmla="*/ 0 w 578"/>
                      <a:gd name="T29" fmla="*/ 0 h 578"/>
                      <a:gd name="T30" fmla="*/ 0 w 578"/>
                      <a:gd name="T31" fmla="*/ 0 h 578"/>
                      <a:gd name="T32" fmla="*/ 0 w 578"/>
                      <a:gd name="T33" fmla="*/ 0 h 578"/>
                      <a:gd name="T34" fmla="*/ 0 w 578"/>
                      <a:gd name="T35" fmla="*/ 0 h 578"/>
                      <a:gd name="T36" fmla="*/ 0 w 578"/>
                      <a:gd name="T37" fmla="*/ 0 h 578"/>
                      <a:gd name="T38" fmla="*/ 0 w 578"/>
                      <a:gd name="T39" fmla="*/ 0 h 578"/>
                      <a:gd name="T40" fmla="*/ 0 w 578"/>
                      <a:gd name="T41" fmla="*/ 0 h 578"/>
                      <a:gd name="T42" fmla="*/ 0 w 578"/>
                      <a:gd name="T43" fmla="*/ 0 h 578"/>
                      <a:gd name="T44" fmla="*/ 0 w 578"/>
                      <a:gd name="T45" fmla="*/ 0 h 578"/>
                      <a:gd name="T46" fmla="*/ 0 w 578"/>
                      <a:gd name="T47" fmla="*/ 0 h 578"/>
                      <a:gd name="T48" fmla="*/ 0 w 578"/>
                      <a:gd name="T49" fmla="*/ 0 h 578"/>
                      <a:gd name="T50" fmla="*/ 0 w 578"/>
                      <a:gd name="T51" fmla="*/ 0 h 578"/>
                      <a:gd name="T52" fmla="*/ 0 w 578"/>
                      <a:gd name="T53" fmla="*/ 0 h 578"/>
                      <a:gd name="T54" fmla="*/ 0 w 578"/>
                      <a:gd name="T55" fmla="*/ 0 h 578"/>
                      <a:gd name="T56" fmla="*/ 0 w 578"/>
                      <a:gd name="T57" fmla="*/ 0 h 578"/>
                      <a:gd name="T58" fmla="*/ 0 w 578"/>
                      <a:gd name="T59" fmla="*/ 0 h 578"/>
                      <a:gd name="T60" fmla="*/ 0 w 578"/>
                      <a:gd name="T61" fmla="*/ 0 h 578"/>
                      <a:gd name="T62" fmla="*/ 0 w 578"/>
                      <a:gd name="T63" fmla="*/ 0 h 578"/>
                      <a:gd name="T64" fmla="*/ 0 w 578"/>
                      <a:gd name="T65" fmla="*/ 0 h 578"/>
                      <a:gd name="T66" fmla="*/ 0 w 578"/>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8"/>
                      <a:gd name="T104" fmla="*/ 578 w 578"/>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8">
                        <a:moveTo>
                          <a:pt x="578" y="0"/>
                        </a:moveTo>
                        <a:lnTo>
                          <a:pt x="578" y="0"/>
                        </a:lnTo>
                        <a:lnTo>
                          <a:pt x="548" y="2"/>
                        </a:lnTo>
                        <a:lnTo>
                          <a:pt x="519" y="5"/>
                        </a:lnTo>
                        <a:lnTo>
                          <a:pt x="490" y="8"/>
                        </a:lnTo>
                        <a:lnTo>
                          <a:pt x="461" y="13"/>
                        </a:lnTo>
                        <a:lnTo>
                          <a:pt x="434" y="20"/>
                        </a:lnTo>
                        <a:lnTo>
                          <a:pt x="406" y="27"/>
                        </a:lnTo>
                        <a:lnTo>
                          <a:pt x="379" y="37"/>
                        </a:lnTo>
                        <a:lnTo>
                          <a:pt x="353" y="46"/>
                        </a:lnTo>
                        <a:lnTo>
                          <a:pt x="327" y="58"/>
                        </a:lnTo>
                        <a:lnTo>
                          <a:pt x="303" y="71"/>
                        </a:lnTo>
                        <a:lnTo>
                          <a:pt x="278" y="85"/>
                        </a:lnTo>
                        <a:lnTo>
                          <a:pt x="255" y="100"/>
                        </a:lnTo>
                        <a:lnTo>
                          <a:pt x="232" y="117"/>
                        </a:lnTo>
                        <a:lnTo>
                          <a:pt x="210" y="134"/>
                        </a:lnTo>
                        <a:lnTo>
                          <a:pt x="190" y="152"/>
                        </a:lnTo>
                        <a:lnTo>
                          <a:pt x="169" y="170"/>
                        </a:lnTo>
                        <a:lnTo>
                          <a:pt x="150" y="190"/>
                        </a:lnTo>
                        <a:lnTo>
                          <a:pt x="132" y="211"/>
                        </a:lnTo>
                        <a:lnTo>
                          <a:pt x="115" y="233"/>
                        </a:lnTo>
                        <a:lnTo>
                          <a:pt x="99" y="256"/>
                        </a:lnTo>
                        <a:lnTo>
                          <a:pt x="84" y="279"/>
                        </a:lnTo>
                        <a:lnTo>
                          <a:pt x="70" y="303"/>
                        </a:lnTo>
                        <a:lnTo>
                          <a:pt x="58" y="329"/>
                        </a:lnTo>
                        <a:lnTo>
                          <a:pt x="46" y="353"/>
                        </a:lnTo>
                        <a:lnTo>
                          <a:pt x="35" y="380"/>
                        </a:lnTo>
                        <a:lnTo>
                          <a:pt x="27" y="406"/>
                        </a:lnTo>
                        <a:lnTo>
                          <a:pt x="19" y="434"/>
                        </a:lnTo>
                        <a:lnTo>
                          <a:pt x="12" y="462"/>
                        </a:lnTo>
                        <a:lnTo>
                          <a:pt x="6" y="491"/>
                        </a:lnTo>
                        <a:lnTo>
                          <a:pt x="3" y="519"/>
                        </a:lnTo>
                        <a:lnTo>
                          <a:pt x="1" y="549"/>
                        </a:lnTo>
                        <a:lnTo>
                          <a:pt x="0" y="578"/>
                        </a:lnTo>
                        <a:lnTo>
                          <a:pt x="209" y="578"/>
                        </a:lnTo>
                        <a:lnTo>
                          <a:pt x="209" y="559"/>
                        </a:lnTo>
                        <a:lnTo>
                          <a:pt x="210" y="540"/>
                        </a:lnTo>
                        <a:lnTo>
                          <a:pt x="212" y="522"/>
                        </a:lnTo>
                        <a:lnTo>
                          <a:pt x="215" y="503"/>
                        </a:lnTo>
                        <a:lnTo>
                          <a:pt x="220" y="485"/>
                        </a:lnTo>
                        <a:lnTo>
                          <a:pt x="225" y="468"/>
                        </a:lnTo>
                        <a:lnTo>
                          <a:pt x="230" y="451"/>
                        </a:lnTo>
                        <a:lnTo>
                          <a:pt x="238" y="435"/>
                        </a:lnTo>
                        <a:lnTo>
                          <a:pt x="244" y="418"/>
                        </a:lnTo>
                        <a:lnTo>
                          <a:pt x="253" y="402"/>
                        </a:lnTo>
                        <a:lnTo>
                          <a:pt x="261" y="387"/>
                        </a:lnTo>
                        <a:lnTo>
                          <a:pt x="272" y="372"/>
                        </a:lnTo>
                        <a:lnTo>
                          <a:pt x="281" y="357"/>
                        </a:lnTo>
                        <a:lnTo>
                          <a:pt x="293" y="344"/>
                        </a:lnTo>
                        <a:lnTo>
                          <a:pt x="305" y="331"/>
                        </a:lnTo>
                        <a:lnTo>
                          <a:pt x="317" y="317"/>
                        </a:lnTo>
                        <a:lnTo>
                          <a:pt x="329" y="305"/>
                        </a:lnTo>
                        <a:lnTo>
                          <a:pt x="343" y="294"/>
                        </a:lnTo>
                        <a:lnTo>
                          <a:pt x="357" y="282"/>
                        </a:lnTo>
                        <a:lnTo>
                          <a:pt x="371" y="272"/>
                        </a:lnTo>
                        <a:lnTo>
                          <a:pt x="387" y="263"/>
                        </a:lnTo>
                        <a:lnTo>
                          <a:pt x="402" y="253"/>
                        </a:lnTo>
                        <a:lnTo>
                          <a:pt x="418" y="246"/>
                        </a:lnTo>
                        <a:lnTo>
                          <a:pt x="434" y="238"/>
                        </a:lnTo>
                        <a:lnTo>
                          <a:pt x="451" y="232"/>
                        </a:lnTo>
                        <a:lnTo>
                          <a:pt x="468" y="225"/>
                        </a:lnTo>
                        <a:lnTo>
                          <a:pt x="485" y="220"/>
                        </a:lnTo>
                        <a:lnTo>
                          <a:pt x="503" y="217"/>
                        </a:lnTo>
                        <a:lnTo>
                          <a:pt x="521" y="214"/>
                        </a:lnTo>
                        <a:lnTo>
                          <a:pt x="539" y="210"/>
                        </a:lnTo>
                        <a:lnTo>
                          <a:pt x="558" y="209"/>
                        </a:lnTo>
                        <a:lnTo>
                          <a:pt x="578" y="209"/>
                        </a:lnTo>
                        <a:lnTo>
                          <a:pt x="578" y="0"/>
                        </a:lnTo>
                        <a:close/>
                      </a:path>
                    </a:pathLst>
                  </a:custGeom>
                  <a:solidFill>
                    <a:srgbClr val="EF2B2F"/>
                  </a:solidFill>
                  <a:ln>
                    <a:noFill/>
                  </a:ln>
                </p:spPr>
                <p:txBody>
                  <a:bodyPr/>
                  <a:lstStyle/>
                  <a:p>
                    <a:pPr>
                      <a:defRPr/>
                    </a:pPr>
                    <a:endParaRPr lang="en-US" sz="1050">
                      <a:latin typeface="+mj-lt"/>
                    </a:endParaRPr>
                  </a:p>
                </p:txBody>
              </p:sp>
              <p:sp>
                <p:nvSpPr>
                  <p:cNvPr id="41420" name="Freeform 557">
                    <a:extLst>
                      <a:ext uri="{FF2B5EF4-FFF2-40B4-BE49-F238E27FC236}">
                        <a16:creationId xmlns="" xmlns:a16="http://schemas.microsoft.com/office/drawing/2014/main" id="{324C939A-2052-2DCD-8FF7-340C71690FEC}"/>
                      </a:ext>
                    </a:extLst>
                  </p:cNvPr>
                  <p:cNvSpPr>
                    <a:spLocks/>
                  </p:cNvSpPr>
                  <p:nvPr/>
                </p:nvSpPr>
                <p:spPr bwMode="auto">
                  <a:xfrm>
                    <a:off x="1602" y="2356"/>
                    <a:ext cx="22" cy="23"/>
                  </a:xfrm>
                  <a:custGeom>
                    <a:avLst/>
                    <a:gdLst>
                      <a:gd name="T0" fmla="*/ 0 w 578"/>
                      <a:gd name="T1" fmla="*/ 0 h 577"/>
                      <a:gd name="T2" fmla="*/ 0 w 578"/>
                      <a:gd name="T3" fmla="*/ 0 h 577"/>
                      <a:gd name="T4" fmla="*/ 0 w 578"/>
                      <a:gd name="T5" fmla="*/ 0 h 577"/>
                      <a:gd name="T6" fmla="*/ 0 w 578"/>
                      <a:gd name="T7" fmla="*/ 0 h 577"/>
                      <a:gd name="T8" fmla="*/ 0 w 578"/>
                      <a:gd name="T9" fmla="*/ 0 h 577"/>
                      <a:gd name="T10" fmla="*/ 0 w 578"/>
                      <a:gd name="T11" fmla="*/ 0 h 577"/>
                      <a:gd name="T12" fmla="*/ 0 w 578"/>
                      <a:gd name="T13" fmla="*/ 0 h 577"/>
                      <a:gd name="T14" fmla="*/ 0 w 578"/>
                      <a:gd name="T15" fmla="*/ 0 h 577"/>
                      <a:gd name="T16" fmla="*/ 0 w 578"/>
                      <a:gd name="T17" fmla="*/ 0 h 577"/>
                      <a:gd name="T18" fmla="*/ 0 w 578"/>
                      <a:gd name="T19" fmla="*/ 0 h 577"/>
                      <a:gd name="T20" fmla="*/ 0 w 578"/>
                      <a:gd name="T21" fmla="*/ 0 h 577"/>
                      <a:gd name="T22" fmla="*/ 0 w 578"/>
                      <a:gd name="T23" fmla="*/ 0 h 577"/>
                      <a:gd name="T24" fmla="*/ 0 w 578"/>
                      <a:gd name="T25" fmla="*/ 0 h 577"/>
                      <a:gd name="T26" fmla="*/ 0 w 578"/>
                      <a:gd name="T27" fmla="*/ 0 h 577"/>
                      <a:gd name="T28" fmla="*/ 0 w 578"/>
                      <a:gd name="T29" fmla="*/ 0 h 577"/>
                      <a:gd name="T30" fmla="*/ 0 w 578"/>
                      <a:gd name="T31" fmla="*/ 0 h 577"/>
                      <a:gd name="T32" fmla="*/ 0 w 578"/>
                      <a:gd name="T33" fmla="*/ 0 h 577"/>
                      <a:gd name="T34" fmla="*/ 0 w 578"/>
                      <a:gd name="T35" fmla="*/ 0 h 577"/>
                      <a:gd name="T36" fmla="*/ 0 w 578"/>
                      <a:gd name="T37" fmla="*/ 0 h 577"/>
                      <a:gd name="T38" fmla="*/ 0 w 578"/>
                      <a:gd name="T39" fmla="*/ 0 h 577"/>
                      <a:gd name="T40" fmla="*/ 0 w 578"/>
                      <a:gd name="T41" fmla="*/ 0 h 577"/>
                      <a:gd name="T42" fmla="*/ 0 w 578"/>
                      <a:gd name="T43" fmla="*/ 0 h 577"/>
                      <a:gd name="T44" fmla="*/ 0 w 578"/>
                      <a:gd name="T45" fmla="*/ 0 h 577"/>
                      <a:gd name="T46" fmla="*/ 0 w 578"/>
                      <a:gd name="T47" fmla="*/ 0 h 577"/>
                      <a:gd name="T48" fmla="*/ 0 w 578"/>
                      <a:gd name="T49" fmla="*/ 0 h 577"/>
                      <a:gd name="T50" fmla="*/ 0 w 578"/>
                      <a:gd name="T51" fmla="*/ 0 h 577"/>
                      <a:gd name="T52" fmla="*/ 0 w 578"/>
                      <a:gd name="T53" fmla="*/ 0 h 577"/>
                      <a:gd name="T54" fmla="*/ 0 w 578"/>
                      <a:gd name="T55" fmla="*/ 0 h 577"/>
                      <a:gd name="T56" fmla="*/ 0 w 578"/>
                      <a:gd name="T57" fmla="*/ 0 h 577"/>
                      <a:gd name="T58" fmla="*/ 0 w 578"/>
                      <a:gd name="T59" fmla="*/ 0 h 577"/>
                      <a:gd name="T60" fmla="*/ 0 w 578"/>
                      <a:gd name="T61" fmla="*/ 0 h 577"/>
                      <a:gd name="T62" fmla="*/ 0 w 578"/>
                      <a:gd name="T63" fmla="*/ 0 h 577"/>
                      <a:gd name="T64" fmla="*/ 0 w 578"/>
                      <a:gd name="T65" fmla="*/ 0 h 577"/>
                      <a:gd name="T66" fmla="*/ 0 w 578"/>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7"/>
                      <a:gd name="T104" fmla="*/ 578 w 578"/>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7">
                        <a:moveTo>
                          <a:pt x="578" y="577"/>
                        </a:moveTo>
                        <a:lnTo>
                          <a:pt x="578" y="577"/>
                        </a:lnTo>
                        <a:lnTo>
                          <a:pt x="577" y="547"/>
                        </a:lnTo>
                        <a:lnTo>
                          <a:pt x="575" y="519"/>
                        </a:lnTo>
                        <a:lnTo>
                          <a:pt x="570" y="490"/>
                        </a:lnTo>
                        <a:lnTo>
                          <a:pt x="565" y="461"/>
                        </a:lnTo>
                        <a:lnTo>
                          <a:pt x="559" y="433"/>
                        </a:lnTo>
                        <a:lnTo>
                          <a:pt x="551" y="406"/>
                        </a:lnTo>
                        <a:lnTo>
                          <a:pt x="542" y="379"/>
                        </a:lnTo>
                        <a:lnTo>
                          <a:pt x="532" y="352"/>
                        </a:lnTo>
                        <a:lnTo>
                          <a:pt x="520" y="328"/>
                        </a:lnTo>
                        <a:lnTo>
                          <a:pt x="508" y="302"/>
                        </a:lnTo>
                        <a:lnTo>
                          <a:pt x="494" y="279"/>
                        </a:lnTo>
                        <a:lnTo>
                          <a:pt x="479" y="255"/>
                        </a:lnTo>
                        <a:lnTo>
                          <a:pt x="462" y="232"/>
                        </a:lnTo>
                        <a:lnTo>
                          <a:pt x="445" y="211"/>
                        </a:lnTo>
                        <a:lnTo>
                          <a:pt x="427" y="189"/>
                        </a:lnTo>
                        <a:lnTo>
                          <a:pt x="409" y="169"/>
                        </a:lnTo>
                        <a:lnTo>
                          <a:pt x="388" y="151"/>
                        </a:lnTo>
                        <a:lnTo>
                          <a:pt x="367" y="133"/>
                        </a:lnTo>
                        <a:lnTo>
                          <a:pt x="346" y="116"/>
                        </a:lnTo>
                        <a:lnTo>
                          <a:pt x="322" y="99"/>
                        </a:lnTo>
                        <a:lnTo>
                          <a:pt x="299" y="84"/>
                        </a:lnTo>
                        <a:lnTo>
                          <a:pt x="275" y="70"/>
                        </a:lnTo>
                        <a:lnTo>
                          <a:pt x="250" y="57"/>
                        </a:lnTo>
                        <a:lnTo>
                          <a:pt x="225" y="45"/>
                        </a:lnTo>
                        <a:lnTo>
                          <a:pt x="199" y="36"/>
                        </a:lnTo>
                        <a:lnTo>
                          <a:pt x="172" y="26"/>
                        </a:lnTo>
                        <a:lnTo>
                          <a:pt x="144" y="19"/>
                        </a:lnTo>
                        <a:lnTo>
                          <a:pt x="117" y="12"/>
                        </a:lnTo>
                        <a:lnTo>
                          <a:pt x="88" y="7"/>
                        </a:lnTo>
                        <a:lnTo>
                          <a:pt x="59" y="4"/>
                        </a:lnTo>
                        <a:lnTo>
                          <a:pt x="30" y="1"/>
                        </a:lnTo>
                        <a:lnTo>
                          <a:pt x="0" y="0"/>
                        </a:lnTo>
                        <a:lnTo>
                          <a:pt x="0" y="208"/>
                        </a:lnTo>
                        <a:lnTo>
                          <a:pt x="20" y="208"/>
                        </a:lnTo>
                        <a:lnTo>
                          <a:pt x="38" y="210"/>
                        </a:lnTo>
                        <a:lnTo>
                          <a:pt x="57" y="213"/>
                        </a:lnTo>
                        <a:lnTo>
                          <a:pt x="75" y="216"/>
                        </a:lnTo>
                        <a:lnTo>
                          <a:pt x="92" y="219"/>
                        </a:lnTo>
                        <a:lnTo>
                          <a:pt x="110" y="224"/>
                        </a:lnTo>
                        <a:lnTo>
                          <a:pt x="127" y="231"/>
                        </a:lnTo>
                        <a:lnTo>
                          <a:pt x="143" y="237"/>
                        </a:lnTo>
                        <a:lnTo>
                          <a:pt x="160" y="245"/>
                        </a:lnTo>
                        <a:lnTo>
                          <a:pt x="176" y="252"/>
                        </a:lnTo>
                        <a:lnTo>
                          <a:pt x="191" y="262"/>
                        </a:lnTo>
                        <a:lnTo>
                          <a:pt x="206" y="271"/>
                        </a:lnTo>
                        <a:lnTo>
                          <a:pt x="221" y="281"/>
                        </a:lnTo>
                        <a:lnTo>
                          <a:pt x="235" y="293"/>
                        </a:lnTo>
                        <a:lnTo>
                          <a:pt x="249" y="304"/>
                        </a:lnTo>
                        <a:lnTo>
                          <a:pt x="262" y="316"/>
                        </a:lnTo>
                        <a:lnTo>
                          <a:pt x="273" y="330"/>
                        </a:lnTo>
                        <a:lnTo>
                          <a:pt x="285" y="343"/>
                        </a:lnTo>
                        <a:lnTo>
                          <a:pt x="297" y="357"/>
                        </a:lnTo>
                        <a:lnTo>
                          <a:pt x="306" y="372"/>
                        </a:lnTo>
                        <a:lnTo>
                          <a:pt x="316" y="386"/>
                        </a:lnTo>
                        <a:lnTo>
                          <a:pt x="325" y="401"/>
                        </a:lnTo>
                        <a:lnTo>
                          <a:pt x="333" y="417"/>
                        </a:lnTo>
                        <a:lnTo>
                          <a:pt x="340" y="434"/>
                        </a:lnTo>
                        <a:lnTo>
                          <a:pt x="347" y="450"/>
                        </a:lnTo>
                        <a:lnTo>
                          <a:pt x="353" y="467"/>
                        </a:lnTo>
                        <a:lnTo>
                          <a:pt x="358" y="486"/>
                        </a:lnTo>
                        <a:lnTo>
                          <a:pt x="362" y="503"/>
                        </a:lnTo>
                        <a:lnTo>
                          <a:pt x="365" y="521"/>
                        </a:lnTo>
                        <a:lnTo>
                          <a:pt x="368" y="540"/>
                        </a:lnTo>
                        <a:lnTo>
                          <a:pt x="369" y="558"/>
                        </a:lnTo>
                        <a:lnTo>
                          <a:pt x="369" y="577"/>
                        </a:lnTo>
                        <a:lnTo>
                          <a:pt x="578" y="577"/>
                        </a:lnTo>
                        <a:close/>
                      </a:path>
                    </a:pathLst>
                  </a:custGeom>
                  <a:solidFill>
                    <a:srgbClr val="EF2B2F"/>
                  </a:solidFill>
                  <a:ln>
                    <a:noFill/>
                  </a:ln>
                </p:spPr>
                <p:txBody>
                  <a:bodyPr/>
                  <a:lstStyle/>
                  <a:p>
                    <a:pPr>
                      <a:defRPr/>
                    </a:pPr>
                    <a:endParaRPr lang="en-US" sz="1050">
                      <a:latin typeface="+mj-lt"/>
                    </a:endParaRPr>
                  </a:p>
                </p:txBody>
              </p:sp>
              <p:sp>
                <p:nvSpPr>
                  <p:cNvPr id="41421" name="Freeform 558">
                    <a:extLst>
                      <a:ext uri="{FF2B5EF4-FFF2-40B4-BE49-F238E27FC236}">
                        <a16:creationId xmlns="" xmlns:a16="http://schemas.microsoft.com/office/drawing/2014/main" id="{0BB657EE-12C3-8577-A801-643D7385DE30}"/>
                      </a:ext>
                    </a:extLst>
                  </p:cNvPr>
                  <p:cNvSpPr>
                    <a:spLocks/>
                  </p:cNvSpPr>
                  <p:nvPr/>
                </p:nvSpPr>
                <p:spPr bwMode="auto">
                  <a:xfrm>
                    <a:off x="1602" y="2379"/>
                    <a:ext cx="22" cy="22"/>
                  </a:xfrm>
                  <a:custGeom>
                    <a:avLst/>
                    <a:gdLst>
                      <a:gd name="T0" fmla="*/ 0 w 578"/>
                      <a:gd name="T1" fmla="*/ 0 h 578"/>
                      <a:gd name="T2" fmla="*/ 0 w 578"/>
                      <a:gd name="T3" fmla="*/ 0 h 578"/>
                      <a:gd name="T4" fmla="*/ 0 w 578"/>
                      <a:gd name="T5" fmla="*/ 0 h 578"/>
                      <a:gd name="T6" fmla="*/ 0 w 578"/>
                      <a:gd name="T7" fmla="*/ 0 h 578"/>
                      <a:gd name="T8" fmla="*/ 0 w 578"/>
                      <a:gd name="T9" fmla="*/ 0 h 578"/>
                      <a:gd name="T10" fmla="*/ 0 w 578"/>
                      <a:gd name="T11" fmla="*/ 0 h 578"/>
                      <a:gd name="T12" fmla="*/ 0 w 578"/>
                      <a:gd name="T13" fmla="*/ 0 h 578"/>
                      <a:gd name="T14" fmla="*/ 0 w 578"/>
                      <a:gd name="T15" fmla="*/ 0 h 578"/>
                      <a:gd name="T16" fmla="*/ 0 w 578"/>
                      <a:gd name="T17" fmla="*/ 0 h 578"/>
                      <a:gd name="T18" fmla="*/ 0 w 578"/>
                      <a:gd name="T19" fmla="*/ 0 h 578"/>
                      <a:gd name="T20" fmla="*/ 0 w 578"/>
                      <a:gd name="T21" fmla="*/ 0 h 578"/>
                      <a:gd name="T22" fmla="*/ 0 w 578"/>
                      <a:gd name="T23" fmla="*/ 0 h 578"/>
                      <a:gd name="T24" fmla="*/ 0 w 578"/>
                      <a:gd name="T25" fmla="*/ 0 h 578"/>
                      <a:gd name="T26" fmla="*/ 0 w 578"/>
                      <a:gd name="T27" fmla="*/ 0 h 578"/>
                      <a:gd name="T28" fmla="*/ 0 w 578"/>
                      <a:gd name="T29" fmla="*/ 0 h 578"/>
                      <a:gd name="T30" fmla="*/ 0 w 578"/>
                      <a:gd name="T31" fmla="*/ 0 h 578"/>
                      <a:gd name="T32" fmla="*/ 0 w 578"/>
                      <a:gd name="T33" fmla="*/ 0 h 578"/>
                      <a:gd name="T34" fmla="*/ 0 w 578"/>
                      <a:gd name="T35" fmla="*/ 0 h 578"/>
                      <a:gd name="T36" fmla="*/ 0 w 578"/>
                      <a:gd name="T37" fmla="*/ 0 h 578"/>
                      <a:gd name="T38" fmla="*/ 0 w 578"/>
                      <a:gd name="T39" fmla="*/ 0 h 578"/>
                      <a:gd name="T40" fmla="*/ 0 w 578"/>
                      <a:gd name="T41" fmla="*/ 0 h 578"/>
                      <a:gd name="T42" fmla="*/ 0 w 578"/>
                      <a:gd name="T43" fmla="*/ 0 h 578"/>
                      <a:gd name="T44" fmla="*/ 0 w 578"/>
                      <a:gd name="T45" fmla="*/ 0 h 578"/>
                      <a:gd name="T46" fmla="*/ 0 w 578"/>
                      <a:gd name="T47" fmla="*/ 0 h 578"/>
                      <a:gd name="T48" fmla="*/ 0 w 578"/>
                      <a:gd name="T49" fmla="*/ 0 h 578"/>
                      <a:gd name="T50" fmla="*/ 0 w 578"/>
                      <a:gd name="T51" fmla="*/ 0 h 578"/>
                      <a:gd name="T52" fmla="*/ 0 w 578"/>
                      <a:gd name="T53" fmla="*/ 0 h 578"/>
                      <a:gd name="T54" fmla="*/ 0 w 578"/>
                      <a:gd name="T55" fmla="*/ 0 h 578"/>
                      <a:gd name="T56" fmla="*/ 0 w 578"/>
                      <a:gd name="T57" fmla="*/ 0 h 578"/>
                      <a:gd name="T58" fmla="*/ 0 w 578"/>
                      <a:gd name="T59" fmla="*/ 0 h 578"/>
                      <a:gd name="T60" fmla="*/ 0 w 578"/>
                      <a:gd name="T61" fmla="*/ 0 h 578"/>
                      <a:gd name="T62" fmla="*/ 0 w 578"/>
                      <a:gd name="T63" fmla="*/ 0 h 578"/>
                      <a:gd name="T64" fmla="*/ 0 w 578"/>
                      <a:gd name="T65" fmla="*/ 0 h 578"/>
                      <a:gd name="T66" fmla="*/ 0 w 578"/>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8"/>
                      <a:gd name="T104" fmla="*/ 578 w 578"/>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8">
                        <a:moveTo>
                          <a:pt x="0" y="578"/>
                        </a:moveTo>
                        <a:lnTo>
                          <a:pt x="0" y="578"/>
                        </a:lnTo>
                        <a:lnTo>
                          <a:pt x="29" y="577"/>
                        </a:lnTo>
                        <a:lnTo>
                          <a:pt x="59" y="575"/>
                        </a:lnTo>
                        <a:lnTo>
                          <a:pt x="88" y="571"/>
                        </a:lnTo>
                        <a:lnTo>
                          <a:pt x="117" y="565"/>
                        </a:lnTo>
                        <a:lnTo>
                          <a:pt x="144" y="559"/>
                        </a:lnTo>
                        <a:lnTo>
                          <a:pt x="172" y="551"/>
                        </a:lnTo>
                        <a:lnTo>
                          <a:pt x="199" y="543"/>
                        </a:lnTo>
                        <a:lnTo>
                          <a:pt x="225" y="532"/>
                        </a:lnTo>
                        <a:lnTo>
                          <a:pt x="250" y="520"/>
                        </a:lnTo>
                        <a:lnTo>
                          <a:pt x="275" y="507"/>
                        </a:lnTo>
                        <a:lnTo>
                          <a:pt x="300" y="494"/>
                        </a:lnTo>
                        <a:lnTo>
                          <a:pt x="322" y="479"/>
                        </a:lnTo>
                        <a:lnTo>
                          <a:pt x="346" y="463"/>
                        </a:lnTo>
                        <a:lnTo>
                          <a:pt x="367" y="446"/>
                        </a:lnTo>
                        <a:lnTo>
                          <a:pt x="388" y="428"/>
                        </a:lnTo>
                        <a:lnTo>
                          <a:pt x="409" y="407"/>
                        </a:lnTo>
                        <a:lnTo>
                          <a:pt x="427" y="388"/>
                        </a:lnTo>
                        <a:lnTo>
                          <a:pt x="445" y="367"/>
                        </a:lnTo>
                        <a:lnTo>
                          <a:pt x="462" y="345"/>
                        </a:lnTo>
                        <a:lnTo>
                          <a:pt x="479" y="323"/>
                        </a:lnTo>
                        <a:lnTo>
                          <a:pt x="494" y="300"/>
                        </a:lnTo>
                        <a:lnTo>
                          <a:pt x="508" y="275"/>
                        </a:lnTo>
                        <a:lnTo>
                          <a:pt x="520" y="251"/>
                        </a:lnTo>
                        <a:lnTo>
                          <a:pt x="532" y="225"/>
                        </a:lnTo>
                        <a:lnTo>
                          <a:pt x="542" y="198"/>
                        </a:lnTo>
                        <a:lnTo>
                          <a:pt x="551" y="172"/>
                        </a:lnTo>
                        <a:lnTo>
                          <a:pt x="559" y="144"/>
                        </a:lnTo>
                        <a:lnTo>
                          <a:pt x="565" y="116"/>
                        </a:lnTo>
                        <a:lnTo>
                          <a:pt x="570" y="88"/>
                        </a:lnTo>
                        <a:lnTo>
                          <a:pt x="575" y="59"/>
                        </a:lnTo>
                        <a:lnTo>
                          <a:pt x="577" y="30"/>
                        </a:lnTo>
                        <a:lnTo>
                          <a:pt x="578" y="0"/>
                        </a:lnTo>
                        <a:lnTo>
                          <a:pt x="369" y="0"/>
                        </a:lnTo>
                        <a:lnTo>
                          <a:pt x="369" y="19"/>
                        </a:lnTo>
                        <a:lnTo>
                          <a:pt x="368" y="37"/>
                        </a:lnTo>
                        <a:lnTo>
                          <a:pt x="365" y="57"/>
                        </a:lnTo>
                        <a:lnTo>
                          <a:pt x="362" y="75"/>
                        </a:lnTo>
                        <a:lnTo>
                          <a:pt x="358" y="92"/>
                        </a:lnTo>
                        <a:lnTo>
                          <a:pt x="353" y="110"/>
                        </a:lnTo>
                        <a:lnTo>
                          <a:pt x="347" y="127"/>
                        </a:lnTo>
                        <a:lnTo>
                          <a:pt x="340" y="143"/>
                        </a:lnTo>
                        <a:lnTo>
                          <a:pt x="333" y="160"/>
                        </a:lnTo>
                        <a:lnTo>
                          <a:pt x="325" y="176"/>
                        </a:lnTo>
                        <a:lnTo>
                          <a:pt x="316" y="191"/>
                        </a:lnTo>
                        <a:lnTo>
                          <a:pt x="306" y="206"/>
                        </a:lnTo>
                        <a:lnTo>
                          <a:pt x="297" y="221"/>
                        </a:lnTo>
                        <a:lnTo>
                          <a:pt x="285" y="235"/>
                        </a:lnTo>
                        <a:lnTo>
                          <a:pt x="273" y="248"/>
                        </a:lnTo>
                        <a:lnTo>
                          <a:pt x="262" y="261"/>
                        </a:lnTo>
                        <a:lnTo>
                          <a:pt x="249" y="273"/>
                        </a:lnTo>
                        <a:lnTo>
                          <a:pt x="235" y="285"/>
                        </a:lnTo>
                        <a:lnTo>
                          <a:pt x="221" y="296"/>
                        </a:lnTo>
                        <a:lnTo>
                          <a:pt x="206" y="306"/>
                        </a:lnTo>
                        <a:lnTo>
                          <a:pt x="191" y="317"/>
                        </a:lnTo>
                        <a:lnTo>
                          <a:pt x="176" y="325"/>
                        </a:lnTo>
                        <a:lnTo>
                          <a:pt x="160" y="333"/>
                        </a:lnTo>
                        <a:lnTo>
                          <a:pt x="143" y="340"/>
                        </a:lnTo>
                        <a:lnTo>
                          <a:pt x="127" y="348"/>
                        </a:lnTo>
                        <a:lnTo>
                          <a:pt x="110" y="353"/>
                        </a:lnTo>
                        <a:lnTo>
                          <a:pt x="93" y="358"/>
                        </a:lnTo>
                        <a:lnTo>
                          <a:pt x="75" y="363"/>
                        </a:lnTo>
                        <a:lnTo>
                          <a:pt x="57" y="365"/>
                        </a:lnTo>
                        <a:lnTo>
                          <a:pt x="39" y="368"/>
                        </a:lnTo>
                        <a:lnTo>
                          <a:pt x="20" y="369"/>
                        </a:lnTo>
                        <a:lnTo>
                          <a:pt x="0" y="369"/>
                        </a:lnTo>
                        <a:lnTo>
                          <a:pt x="0" y="578"/>
                        </a:lnTo>
                        <a:close/>
                      </a:path>
                    </a:pathLst>
                  </a:custGeom>
                  <a:solidFill>
                    <a:srgbClr val="EF2B2F"/>
                  </a:solidFill>
                  <a:ln>
                    <a:noFill/>
                  </a:ln>
                </p:spPr>
                <p:txBody>
                  <a:bodyPr/>
                  <a:lstStyle/>
                  <a:p>
                    <a:pPr>
                      <a:defRPr/>
                    </a:pPr>
                    <a:endParaRPr lang="en-US" sz="1050">
                      <a:latin typeface="+mj-lt"/>
                    </a:endParaRPr>
                  </a:p>
                </p:txBody>
              </p:sp>
              <p:sp>
                <p:nvSpPr>
                  <p:cNvPr id="41422" name="Freeform 559">
                    <a:extLst>
                      <a:ext uri="{FF2B5EF4-FFF2-40B4-BE49-F238E27FC236}">
                        <a16:creationId xmlns="" xmlns:a16="http://schemas.microsoft.com/office/drawing/2014/main" id="{52E64A78-8B88-9C9E-9652-37108207ED90}"/>
                      </a:ext>
                    </a:extLst>
                  </p:cNvPr>
                  <p:cNvSpPr>
                    <a:spLocks/>
                  </p:cNvSpPr>
                  <p:nvPr/>
                </p:nvSpPr>
                <p:spPr bwMode="auto">
                  <a:xfrm>
                    <a:off x="1576" y="2379"/>
                    <a:ext cx="24" cy="22"/>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0" y="0"/>
                        </a:moveTo>
                        <a:lnTo>
                          <a:pt x="0" y="0"/>
                        </a:lnTo>
                        <a:lnTo>
                          <a:pt x="1" y="29"/>
                        </a:lnTo>
                        <a:lnTo>
                          <a:pt x="3" y="59"/>
                        </a:lnTo>
                        <a:lnTo>
                          <a:pt x="6" y="88"/>
                        </a:lnTo>
                        <a:lnTo>
                          <a:pt x="13" y="116"/>
                        </a:lnTo>
                        <a:lnTo>
                          <a:pt x="19" y="144"/>
                        </a:lnTo>
                        <a:lnTo>
                          <a:pt x="27" y="172"/>
                        </a:lnTo>
                        <a:lnTo>
                          <a:pt x="35" y="198"/>
                        </a:lnTo>
                        <a:lnTo>
                          <a:pt x="46" y="225"/>
                        </a:lnTo>
                        <a:lnTo>
                          <a:pt x="58" y="251"/>
                        </a:lnTo>
                        <a:lnTo>
                          <a:pt x="70" y="275"/>
                        </a:lnTo>
                        <a:lnTo>
                          <a:pt x="84" y="300"/>
                        </a:lnTo>
                        <a:lnTo>
                          <a:pt x="99" y="323"/>
                        </a:lnTo>
                        <a:lnTo>
                          <a:pt x="115" y="345"/>
                        </a:lnTo>
                        <a:lnTo>
                          <a:pt x="132" y="367"/>
                        </a:lnTo>
                        <a:lnTo>
                          <a:pt x="150" y="388"/>
                        </a:lnTo>
                        <a:lnTo>
                          <a:pt x="169" y="408"/>
                        </a:lnTo>
                        <a:lnTo>
                          <a:pt x="190" y="428"/>
                        </a:lnTo>
                        <a:lnTo>
                          <a:pt x="211" y="446"/>
                        </a:lnTo>
                        <a:lnTo>
                          <a:pt x="232" y="463"/>
                        </a:lnTo>
                        <a:lnTo>
                          <a:pt x="255" y="479"/>
                        </a:lnTo>
                        <a:lnTo>
                          <a:pt x="278" y="494"/>
                        </a:lnTo>
                        <a:lnTo>
                          <a:pt x="303" y="507"/>
                        </a:lnTo>
                        <a:lnTo>
                          <a:pt x="327" y="520"/>
                        </a:lnTo>
                        <a:lnTo>
                          <a:pt x="353" y="532"/>
                        </a:lnTo>
                        <a:lnTo>
                          <a:pt x="379" y="543"/>
                        </a:lnTo>
                        <a:lnTo>
                          <a:pt x="406" y="551"/>
                        </a:lnTo>
                        <a:lnTo>
                          <a:pt x="434" y="559"/>
                        </a:lnTo>
                        <a:lnTo>
                          <a:pt x="461" y="565"/>
                        </a:lnTo>
                        <a:lnTo>
                          <a:pt x="490" y="571"/>
                        </a:lnTo>
                        <a:lnTo>
                          <a:pt x="519" y="575"/>
                        </a:lnTo>
                        <a:lnTo>
                          <a:pt x="548" y="577"/>
                        </a:lnTo>
                        <a:lnTo>
                          <a:pt x="577" y="578"/>
                        </a:lnTo>
                        <a:lnTo>
                          <a:pt x="577" y="369"/>
                        </a:lnTo>
                        <a:lnTo>
                          <a:pt x="558" y="369"/>
                        </a:lnTo>
                        <a:lnTo>
                          <a:pt x="539" y="368"/>
                        </a:lnTo>
                        <a:lnTo>
                          <a:pt x="521" y="365"/>
                        </a:lnTo>
                        <a:lnTo>
                          <a:pt x="503" y="363"/>
                        </a:lnTo>
                        <a:lnTo>
                          <a:pt x="485" y="358"/>
                        </a:lnTo>
                        <a:lnTo>
                          <a:pt x="468" y="353"/>
                        </a:lnTo>
                        <a:lnTo>
                          <a:pt x="451" y="348"/>
                        </a:lnTo>
                        <a:lnTo>
                          <a:pt x="434" y="340"/>
                        </a:lnTo>
                        <a:lnTo>
                          <a:pt x="418" y="333"/>
                        </a:lnTo>
                        <a:lnTo>
                          <a:pt x="402" y="325"/>
                        </a:lnTo>
                        <a:lnTo>
                          <a:pt x="387" y="317"/>
                        </a:lnTo>
                        <a:lnTo>
                          <a:pt x="371" y="306"/>
                        </a:lnTo>
                        <a:lnTo>
                          <a:pt x="357" y="296"/>
                        </a:lnTo>
                        <a:lnTo>
                          <a:pt x="343" y="285"/>
                        </a:lnTo>
                        <a:lnTo>
                          <a:pt x="329" y="273"/>
                        </a:lnTo>
                        <a:lnTo>
                          <a:pt x="316" y="261"/>
                        </a:lnTo>
                        <a:lnTo>
                          <a:pt x="305" y="248"/>
                        </a:lnTo>
                        <a:lnTo>
                          <a:pt x="293" y="235"/>
                        </a:lnTo>
                        <a:lnTo>
                          <a:pt x="281" y="221"/>
                        </a:lnTo>
                        <a:lnTo>
                          <a:pt x="272" y="206"/>
                        </a:lnTo>
                        <a:lnTo>
                          <a:pt x="261" y="191"/>
                        </a:lnTo>
                        <a:lnTo>
                          <a:pt x="253" y="176"/>
                        </a:lnTo>
                        <a:lnTo>
                          <a:pt x="245" y="160"/>
                        </a:lnTo>
                        <a:lnTo>
                          <a:pt x="238" y="143"/>
                        </a:lnTo>
                        <a:lnTo>
                          <a:pt x="230" y="127"/>
                        </a:lnTo>
                        <a:lnTo>
                          <a:pt x="225" y="110"/>
                        </a:lnTo>
                        <a:lnTo>
                          <a:pt x="220" y="93"/>
                        </a:lnTo>
                        <a:lnTo>
                          <a:pt x="215" y="75"/>
                        </a:lnTo>
                        <a:lnTo>
                          <a:pt x="213" y="57"/>
                        </a:lnTo>
                        <a:lnTo>
                          <a:pt x="210" y="39"/>
                        </a:lnTo>
                        <a:lnTo>
                          <a:pt x="209" y="19"/>
                        </a:lnTo>
                        <a:lnTo>
                          <a:pt x="209" y="0"/>
                        </a:lnTo>
                        <a:lnTo>
                          <a:pt x="0" y="0"/>
                        </a:lnTo>
                        <a:close/>
                      </a:path>
                    </a:pathLst>
                  </a:custGeom>
                  <a:solidFill>
                    <a:srgbClr val="EF2B2F"/>
                  </a:solidFill>
                  <a:ln>
                    <a:noFill/>
                  </a:ln>
                </p:spPr>
                <p:txBody>
                  <a:bodyPr/>
                  <a:lstStyle/>
                  <a:p>
                    <a:pPr>
                      <a:defRPr/>
                    </a:pPr>
                    <a:endParaRPr lang="en-US" sz="1050">
                      <a:latin typeface="+mj-lt"/>
                    </a:endParaRPr>
                  </a:p>
                </p:txBody>
              </p:sp>
              <p:sp>
                <p:nvSpPr>
                  <p:cNvPr id="41423" name="Freeform 560">
                    <a:extLst>
                      <a:ext uri="{FF2B5EF4-FFF2-40B4-BE49-F238E27FC236}">
                        <a16:creationId xmlns="" xmlns:a16="http://schemas.microsoft.com/office/drawing/2014/main" id="{5BFA84F1-2E1F-9483-5CE4-13E9E9BBC911}"/>
                      </a:ext>
                    </a:extLst>
                  </p:cNvPr>
                  <p:cNvSpPr>
                    <a:spLocks/>
                  </p:cNvSpPr>
                  <p:nvPr/>
                </p:nvSpPr>
                <p:spPr bwMode="auto">
                  <a:xfrm>
                    <a:off x="1576" y="2356"/>
                    <a:ext cx="24" cy="23"/>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577" y="0"/>
                        </a:moveTo>
                        <a:lnTo>
                          <a:pt x="577" y="0"/>
                        </a:lnTo>
                        <a:lnTo>
                          <a:pt x="548" y="1"/>
                        </a:lnTo>
                        <a:lnTo>
                          <a:pt x="519" y="4"/>
                        </a:lnTo>
                        <a:lnTo>
                          <a:pt x="490" y="7"/>
                        </a:lnTo>
                        <a:lnTo>
                          <a:pt x="461" y="12"/>
                        </a:lnTo>
                        <a:lnTo>
                          <a:pt x="434" y="19"/>
                        </a:lnTo>
                        <a:lnTo>
                          <a:pt x="406" y="26"/>
                        </a:lnTo>
                        <a:lnTo>
                          <a:pt x="379" y="36"/>
                        </a:lnTo>
                        <a:lnTo>
                          <a:pt x="353" y="45"/>
                        </a:lnTo>
                        <a:lnTo>
                          <a:pt x="327" y="57"/>
                        </a:lnTo>
                        <a:lnTo>
                          <a:pt x="303" y="70"/>
                        </a:lnTo>
                        <a:lnTo>
                          <a:pt x="278" y="84"/>
                        </a:lnTo>
                        <a:lnTo>
                          <a:pt x="255" y="99"/>
                        </a:lnTo>
                        <a:lnTo>
                          <a:pt x="232" y="116"/>
                        </a:lnTo>
                        <a:lnTo>
                          <a:pt x="211" y="133"/>
                        </a:lnTo>
                        <a:lnTo>
                          <a:pt x="190" y="151"/>
                        </a:lnTo>
                        <a:lnTo>
                          <a:pt x="169" y="169"/>
                        </a:lnTo>
                        <a:lnTo>
                          <a:pt x="150" y="189"/>
                        </a:lnTo>
                        <a:lnTo>
                          <a:pt x="132" y="211"/>
                        </a:lnTo>
                        <a:lnTo>
                          <a:pt x="115" y="232"/>
                        </a:lnTo>
                        <a:lnTo>
                          <a:pt x="99" y="255"/>
                        </a:lnTo>
                        <a:lnTo>
                          <a:pt x="84" y="278"/>
                        </a:lnTo>
                        <a:lnTo>
                          <a:pt x="70" y="302"/>
                        </a:lnTo>
                        <a:lnTo>
                          <a:pt x="58" y="328"/>
                        </a:lnTo>
                        <a:lnTo>
                          <a:pt x="46" y="352"/>
                        </a:lnTo>
                        <a:lnTo>
                          <a:pt x="35" y="379"/>
                        </a:lnTo>
                        <a:lnTo>
                          <a:pt x="27" y="406"/>
                        </a:lnTo>
                        <a:lnTo>
                          <a:pt x="19" y="433"/>
                        </a:lnTo>
                        <a:lnTo>
                          <a:pt x="13" y="461"/>
                        </a:lnTo>
                        <a:lnTo>
                          <a:pt x="6" y="490"/>
                        </a:lnTo>
                        <a:lnTo>
                          <a:pt x="3" y="519"/>
                        </a:lnTo>
                        <a:lnTo>
                          <a:pt x="1" y="548"/>
                        </a:lnTo>
                        <a:lnTo>
                          <a:pt x="0" y="577"/>
                        </a:lnTo>
                        <a:lnTo>
                          <a:pt x="209" y="577"/>
                        </a:lnTo>
                        <a:lnTo>
                          <a:pt x="209" y="558"/>
                        </a:lnTo>
                        <a:lnTo>
                          <a:pt x="210" y="539"/>
                        </a:lnTo>
                        <a:lnTo>
                          <a:pt x="213" y="521"/>
                        </a:lnTo>
                        <a:lnTo>
                          <a:pt x="215" y="503"/>
                        </a:lnTo>
                        <a:lnTo>
                          <a:pt x="220" y="484"/>
                        </a:lnTo>
                        <a:lnTo>
                          <a:pt x="225" y="467"/>
                        </a:lnTo>
                        <a:lnTo>
                          <a:pt x="230" y="450"/>
                        </a:lnTo>
                        <a:lnTo>
                          <a:pt x="238" y="434"/>
                        </a:lnTo>
                        <a:lnTo>
                          <a:pt x="245" y="417"/>
                        </a:lnTo>
                        <a:lnTo>
                          <a:pt x="253" y="401"/>
                        </a:lnTo>
                        <a:lnTo>
                          <a:pt x="261" y="386"/>
                        </a:lnTo>
                        <a:lnTo>
                          <a:pt x="272" y="372"/>
                        </a:lnTo>
                        <a:lnTo>
                          <a:pt x="281" y="357"/>
                        </a:lnTo>
                        <a:lnTo>
                          <a:pt x="293" y="343"/>
                        </a:lnTo>
                        <a:lnTo>
                          <a:pt x="305" y="330"/>
                        </a:lnTo>
                        <a:lnTo>
                          <a:pt x="316" y="316"/>
                        </a:lnTo>
                        <a:lnTo>
                          <a:pt x="329" y="304"/>
                        </a:lnTo>
                        <a:lnTo>
                          <a:pt x="343" y="293"/>
                        </a:lnTo>
                        <a:lnTo>
                          <a:pt x="357" y="281"/>
                        </a:lnTo>
                        <a:lnTo>
                          <a:pt x="371" y="271"/>
                        </a:lnTo>
                        <a:lnTo>
                          <a:pt x="387" y="262"/>
                        </a:lnTo>
                        <a:lnTo>
                          <a:pt x="402" y="252"/>
                        </a:lnTo>
                        <a:lnTo>
                          <a:pt x="418" y="245"/>
                        </a:lnTo>
                        <a:lnTo>
                          <a:pt x="434" y="237"/>
                        </a:lnTo>
                        <a:lnTo>
                          <a:pt x="451" y="231"/>
                        </a:lnTo>
                        <a:lnTo>
                          <a:pt x="468" y="224"/>
                        </a:lnTo>
                        <a:lnTo>
                          <a:pt x="486" y="219"/>
                        </a:lnTo>
                        <a:lnTo>
                          <a:pt x="503" y="216"/>
                        </a:lnTo>
                        <a:lnTo>
                          <a:pt x="521" y="213"/>
                        </a:lnTo>
                        <a:lnTo>
                          <a:pt x="539" y="210"/>
                        </a:lnTo>
                        <a:lnTo>
                          <a:pt x="558" y="208"/>
                        </a:lnTo>
                        <a:lnTo>
                          <a:pt x="577" y="208"/>
                        </a:lnTo>
                        <a:lnTo>
                          <a:pt x="577" y="0"/>
                        </a:lnTo>
                        <a:close/>
                      </a:path>
                    </a:pathLst>
                  </a:custGeom>
                  <a:solidFill>
                    <a:srgbClr val="EF2B2F"/>
                  </a:solidFill>
                  <a:ln>
                    <a:noFill/>
                  </a:ln>
                </p:spPr>
                <p:txBody>
                  <a:bodyPr/>
                  <a:lstStyle/>
                  <a:p>
                    <a:pPr>
                      <a:defRPr/>
                    </a:pPr>
                    <a:endParaRPr lang="en-US" sz="1050">
                      <a:latin typeface="+mj-lt"/>
                    </a:endParaRPr>
                  </a:p>
                </p:txBody>
              </p:sp>
              <p:sp>
                <p:nvSpPr>
                  <p:cNvPr id="41424" name="Freeform 561">
                    <a:extLst>
                      <a:ext uri="{FF2B5EF4-FFF2-40B4-BE49-F238E27FC236}">
                        <a16:creationId xmlns="" xmlns:a16="http://schemas.microsoft.com/office/drawing/2014/main" id="{DBA25CC1-A2DB-7A2B-E4CA-715D6AB1FCCF}"/>
                      </a:ext>
                    </a:extLst>
                  </p:cNvPr>
                  <p:cNvSpPr>
                    <a:spLocks/>
                  </p:cNvSpPr>
                  <p:nvPr/>
                </p:nvSpPr>
                <p:spPr bwMode="auto">
                  <a:xfrm>
                    <a:off x="1611" y="2337"/>
                    <a:ext cx="39" cy="36"/>
                  </a:xfrm>
                  <a:custGeom>
                    <a:avLst/>
                    <a:gdLst>
                      <a:gd name="T0" fmla="*/ 0 w 946"/>
                      <a:gd name="T1" fmla="*/ 0 h 946"/>
                      <a:gd name="T2" fmla="*/ 0 w 946"/>
                      <a:gd name="T3" fmla="*/ 0 h 946"/>
                      <a:gd name="T4" fmla="*/ 0 w 946"/>
                      <a:gd name="T5" fmla="*/ 0 h 946"/>
                      <a:gd name="T6" fmla="*/ 0 w 946"/>
                      <a:gd name="T7" fmla="*/ 0 h 946"/>
                      <a:gd name="T8" fmla="*/ 0 w 946"/>
                      <a:gd name="T9" fmla="*/ 0 h 946"/>
                      <a:gd name="T10" fmla="*/ 0 w 946"/>
                      <a:gd name="T11" fmla="*/ 0 h 946"/>
                      <a:gd name="T12" fmla="*/ 0 w 946"/>
                      <a:gd name="T13" fmla="*/ 0 h 946"/>
                      <a:gd name="T14" fmla="*/ 0 w 946"/>
                      <a:gd name="T15" fmla="*/ 0 h 946"/>
                      <a:gd name="T16" fmla="*/ 0 w 946"/>
                      <a:gd name="T17" fmla="*/ 0 h 946"/>
                      <a:gd name="T18" fmla="*/ 0 w 946"/>
                      <a:gd name="T19" fmla="*/ 0 h 946"/>
                      <a:gd name="T20" fmla="*/ 0 w 946"/>
                      <a:gd name="T21" fmla="*/ 0 h 946"/>
                      <a:gd name="T22" fmla="*/ 0 w 946"/>
                      <a:gd name="T23" fmla="*/ 0 h 946"/>
                      <a:gd name="T24" fmla="*/ 0 w 946"/>
                      <a:gd name="T25" fmla="*/ 0 h 946"/>
                      <a:gd name="T26" fmla="*/ 0 w 946"/>
                      <a:gd name="T27" fmla="*/ 0 h 946"/>
                      <a:gd name="T28" fmla="*/ 0 w 946"/>
                      <a:gd name="T29" fmla="*/ 0 h 946"/>
                      <a:gd name="T30" fmla="*/ 0 w 946"/>
                      <a:gd name="T31" fmla="*/ 0 h 946"/>
                      <a:gd name="T32" fmla="*/ 0 w 946"/>
                      <a:gd name="T33" fmla="*/ 0 h 946"/>
                      <a:gd name="T34" fmla="*/ 0 w 946"/>
                      <a:gd name="T35" fmla="*/ 0 h 946"/>
                      <a:gd name="T36" fmla="*/ 0 w 946"/>
                      <a:gd name="T37" fmla="*/ 0 h 946"/>
                      <a:gd name="T38" fmla="*/ 0 w 946"/>
                      <a:gd name="T39" fmla="*/ 0 h 946"/>
                      <a:gd name="T40" fmla="*/ 0 w 946"/>
                      <a:gd name="T41" fmla="*/ 0 h 946"/>
                      <a:gd name="T42" fmla="*/ 0 w 946"/>
                      <a:gd name="T43" fmla="*/ 0 h 946"/>
                      <a:gd name="T44" fmla="*/ 0 w 946"/>
                      <a:gd name="T45" fmla="*/ 0 h 946"/>
                      <a:gd name="T46" fmla="*/ 0 w 946"/>
                      <a:gd name="T47" fmla="*/ 0 h 946"/>
                      <a:gd name="T48" fmla="*/ 0 w 946"/>
                      <a:gd name="T49" fmla="*/ 0 h 946"/>
                      <a:gd name="T50" fmla="*/ 0 w 946"/>
                      <a:gd name="T51" fmla="*/ 0 h 946"/>
                      <a:gd name="T52" fmla="*/ 0 w 946"/>
                      <a:gd name="T53" fmla="*/ 0 h 946"/>
                      <a:gd name="T54" fmla="*/ 0 w 946"/>
                      <a:gd name="T55" fmla="*/ 0 h 946"/>
                      <a:gd name="T56" fmla="*/ 0 w 946"/>
                      <a:gd name="T57" fmla="*/ 0 h 946"/>
                      <a:gd name="T58" fmla="*/ 0 w 946"/>
                      <a:gd name="T59" fmla="*/ 0 h 946"/>
                      <a:gd name="T60" fmla="*/ 0 w 946"/>
                      <a:gd name="T61" fmla="*/ 0 h 946"/>
                      <a:gd name="T62" fmla="*/ 0 w 946"/>
                      <a:gd name="T63" fmla="*/ 0 h 946"/>
                      <a:gd name="T64" fmla="*/ 0 w 946"/>
                      <a:gd name="T65" fmla="*/ 0 h 946"/>
                      <a:gd name="T66" fmla="*/ 0 w 946"/>
                      <a:gd name="T67" fmla="*/ 0 h 946"/>
                      <a:gd name="T68" fmla="*/ 0 w 946"/>
                      <a:gd name="T69" fmla="*/ 0 h 946"/>
                      <a:gd name="T70" fmla="*/ 0 w 946"/>
                      <a:gd name="T71" fmla="*/ 0 h 946"/>
                      <a:gd name="T72" fmla="*/ 0 w 946"/>
                      <a:gd name="T73" fmla="*/ 0 h 946"/>
                      <a:gd name="T74" fmla="*/ 0 w 946"/>
                      <a:gd name="T75" fmla="*/ 0 h 946"/>
                      <a:gd name="T76" fmla="*/ 0 w 946"/>
                      <a:gd name="T77" fmla="*/ 0 h 946"/>
                      <a:gd name="T78" fmla="*/ 0 w 946"/>
                      <a:gd name="T79" fmla="*/ 0 h 946"/>
                      <a:gd name="T80" fmla="*/ 0 w 946"/>
                      <a:gd name="T81" fmla="*/ 0 h 946"/>
                      <a:gd name="T82" fmla="*/ 0 w 946"/>
                      <a:gd name="T83" fmla="*/ 0 h 946"/>
                      <a:gd name="T84" fmla="*/ 0 w 946"/>
                      <a:gd name="T85" fmla="*/ 0 h 94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6"/>
                      <a:gd name="T130" fmla="*/ 0 h 946"/>
                      <a:gd name="T131" fmla="*/ 946 w 946"/>
                      <a:gd name="T132" fmla="*/ 946 h 94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6" h="946">
                        <a:moveTo>
                          <a:pt x="473" y="0"/>
                        </a:moveTo>
                        <a:lnTo>
                          <a:pt x="497" y="1"/>
                        </a:lnTo>
                        <a:lnTo>
                          <a:pt x="521" y="2"/>
                        </a:lnTo>
                        <a:lnTo>
                          <a:pt x="544" y="5"/>
                        </a:lnTo>
                        <a:lnTo>
                          <a:pt x="567" y="10"/>
                        </a:lnTo>
                        <a:lnTo>
                          <a:pt x="591" y="15"/>
                        </a:lnTo>
                        <a:lnTo>
                          <a:pt x="613" y="21"/>
                        </a:lnTo>
                        <a:lnTo>
                          <a:pt x="635" y="29"/>
                        </a:lnTo>
                        <a:lnTo>
                          <a:pt x="656" y="37"/>
                        </a:lnTo>
                        <a:lnTo>
                          <a:pt x="677" y="47"/>
                        </a:lnTo>
                        <a:lnTo>
                          <a:pt x="697" y="58"/>
                        </a:lnTo>
                        <a:lnTo>
                          <a:pt x="718" y="68"/>
                        </a:lnTo>
                        <a:lnTo>
                          <a:pt x="737" y="81"/>
                        </a:lnTo>
                        <a:lnTo>
                          <a:pt x="755" y="94"/>
                        </a:lnTo>
                        <a:lnTo>
                          <a:pt x="773" y="109"/>
                        </a:lnTo>
                        <a:lnTo>
                          <a:pt x="790" y="124"/>
                        </a:lnTo>
                        <a:lnTo>
                          <a:pt x="807" y="139"/>
                        </a:lnTo>
                        <a:lnTo>
                          <a:pt x="822" y="156"/>
                        </a:lnTo>
                        <a:lnTo>
                          <a:pt x="837" y="173"/>
                        </a:lnTo>
                        <a:lnTo>
                          <a:pt x="851" y="191"/>
                        </a:lnTo>
                        <a:lnTo>
                          <a:pt x="865" y="209"/>
                        </a:lnTo>
                        <a:lnTo>
                          <a:pt x="876" y="228"/>
                        </a:lnTo>
                        <a:lnTo>
                          <a:pt x="888" y="248"/>
                        </a:lnTo>
                        <a:lnTo>
                          <a:pt x="899" y="269"/>
                        </a:lnTo>
                        <a:lnTo>
                          <a:pt x="908" y="289"/>
                        </a:lnTo>
                        <a:lnTo>
                          <a:pt x="917" y="311"/>
                        </a:lnTo>
                        <a:lnTo>
                          <a:pt x="924" y="333"/>
                        </a:lnTo>
                        <a:lnTo>
                          <a:pt x="931" y="355"/>
                        </a:lnTo>
                        <a:lnTo>
                          <a:pt x="936" y="378"/>
                        </a:lnTo>
                        <a:lnTo>
                          <a:pt x="940" y="402"/>
                        </a:lnTo>
                        <a:lnTo>
                          <a:pt x="944" y="425"/>
                        </a:lnTo>
                        <a:lnTo>
                          <a:pt x="945" y="449"/>
                        </a:lnTo>
                        <a:lnTo>
                          <a:pt x="946" y="473"/>
                        </a:lnTo>
                        <a:lnTo>
                          <a:pt x="945" y="498"/>
                        </a:lnTo>
                        <a:lnTo>
                          <a:pt x="944" y="521"/>
                        </a:lnTo>
                        <a:lnTo>
                          <a:pt x="940" y="546"/>
                        </a:lnTo>
                        <a:lnTo>
                          <a:pt x="936" y="568"/>
                        </a:lnTo>
                        <a:lnTo>
                          <a:pt x="931" y="592"/>
                        </a:lnTo>
                        <a:lnTo>
                          <a:pt x="924" y="614"/>
                        </a:lnTo>
                        <a:lnTo>
                          <a:pt x="917" y="635"/>
                        </a:lnTo>
                        <a:lnTo>
                          <a:pt x="908" y="658"/>
                        </a:lnTo>
                        <a:lnTo>
                          <a:pt x="899" y="678"/>
                        </a:lnTo>
                        <a:lnTo>
                          <a:pt x="888" y="698"/>
                        </a:lnTo>
                        <a:lnTo>
                          <a:pt x="876" y="718"/>
                        </a:lnTo>
                        <a:lnTo>
                          <a:pt x="865" y="738"/>
                        </a:lnTo>
                        <a:lnTo>
                          <a:pt x="851" y="756"/>
                        </a:lnTo>
                        <a:lnTo>
                          <a:pt x="837" y="774"/>
                        </a:lnTo>
                        <a:lnTo>
                          <a:pt x="822" y="791"/>
                        </a:lnTo>
                        <a:lnTo>
                          <a:pt x="807" y="808"/>
                        </a:lnTo>
                        <a:lnTo>
                          <a:pt x="790" y="824"/>
                        </a:lnTo>
                        <a:lnTo>
                          <a:pt x="773" y="838"/>
                        </a:lnTo>
                        <a:lnTo>
                          <a:pt x="755" y="853"/>
                        </a:lnTo>
                        <a:lnTo>
                          <a:pt x="737" y="865"/>
                        </a:lnTo>
                        <a:lnTo>
                          <a:pt x="718" y="878"/>
                        </a:lnTo>
                        <a:lnTo>
                          <a:pt x="697" y="889"/>
                        </a:lnTo>
                        <a:lnTo>
                          <a:pt x="677" y="900"/>
                        </a:lnTo>
                        <a:lnTo>
                          <a:pt x="656" y="909"/>
                        </a:lnTo>
                        <a:lnTo>
                          <a:pt x="635" y="918"/>
                        </a:lnTo>
                        <a:lnTo>
                          <a:pt x="613" y="925"/>
                        </a:lnTo>
                        <a:lnTo>
                          <a:pt x="591" y="932"/>
                        </a:lnTo>
                        <a:lnTo>
                          <a:pt x="567" y="937"/>
                        </a:lnTo>
                        <a:lnTo>
                          <a:pt x="544" y="941"/>
                        </a:lnTo>
                        <a:lnTo>
                          <a:pt x="521" y="944"/>
                        </a:lnTo>
                        <a:lnTo>
                          <a:pt x="497" y="946"/>
                        </a:lnTo>
                        <a:lnTo>
                          <a:pt x="473" y="946"/>
                        </a:lnTo>
                        <a:lnTo>
                          <a:pt x="448" y="946"/>
                        </a:lnTo>
                        <a:lnTo>
                          <a:pt x="425" y="944"/>
                        </a:lnTo>
                        <a:lnTo>
                          <a:pt x="400" y="941"/>
                        </a:lnTo>
                        <a:lnTo>
                          <a:pt x="378" y="937"/>
                        </a:lnTo>
                        <a:lnTo>
                          <a:pt x="354" y="932"/>
                        </a:lnTo>
                        <a:lnTo>
                          <a:pt x="332" y="925"/>
                        </a:lnTo>
                        <a:lnTo>
                          <a:pt x="310" y="918"/>
                        </a:lnTo>
                        <a:lnTo>
                          <a:pt x="288" y="909"/>
                        </a:lnTo>
                        <a:lnTo>
                          <a:pt x="268" y="900"/>
                        </a:lnTo>
                        <a:lnTo>
                          <a:pt x="248" y="889"/>
                        </a:lnTo>
                        <a:lnTo>
                          <a:pt x="228" y="878"/>
                        </a:lnTo>
                        <a:lnTo>
                          <a:pt x="208" y="865"/>
                        </a:lnTo>
                        <a:lnTo>
                          <a:pt x="190" y="853"/>
                        </a:lnTo>
                        <a:lnTo>
                          <a:pt x="172" y="838"/>
                        </a:lnTo>
                        <a:lnTo>
                          <a:pt x="155" y="824"/>
                        </a:lnTo>
                        <a:lnTo>
                          <a:pt x="138" y="808"/>
                        </a:lnTo>
                        <a:lnTo>
                          <a:pt x="123" y="791"/>
                        </a:lnTo>
                        <a:lnTo>
                          <a:pt x="108" y="774"/>
                        </a:lnTo>
                        <a:lnTo>
                          <a:pt x="93" y="756"/>
                        </a:lnTo>
                        <a:lnTo>
                          <a:pt x="81" y="738"/>
                        </a:lnTo>
                        <a:lnTo>
                          <a:pt x="68" y="718"/>
                        </a:lnTo>
                        <a:lnTo>
                          <a:pt x="57" y="698"/>
                        </a:lnTo>
                        <a:lnTo>
                          <a:pt x="47" y="678"/>
                        </a:lnTo>
                        <a:lnTo>
                          <a:pt x="37" y="658"/>
                        </a:lnTo>
                        <a:lnTo>
                          <a:pt x="28" y="635"/>
                        </a:lnTo>
                        <a:lnTo>
                          <a:pt x="21" y="614"/>
                        </a:lnTo>
                        <a:lnTo>
                          <a:pt x="15" y="592"/>
                        </a:lnTo>
                        <a:lnTo>
                          <a:pt x="9" y="568"/>
                        </a:lnTo>
                        <a:lnTo>
                          <a:pt x="5" y="546"/>
                        </a:lnTo>
                        <a:lnTo>
                          <a:pt x="2" y="521"/>
                        </a:lnTo>
                        <a:lnTo>
                          <a:pt x="1" y="498"/>
                        </a:lnTo>
                        <a:lnTo>
                          <a:pt x="0" y="473"/>
                        </a:lnTo>
                        <a:lnTo>
                          <a:pt x="1" y="449"/>
                        </a:lnTo>
                        <a:lnTo>
                          <a:pt x="2" y="425"/>
                        </a:lnTo>
                        <a:lnTo>
                          <a:pt x="5" y="402"/>
                        </a:lnTo>
                        <a:lnTo>
                          <a:pt x="9" y="378"/>
                        </a:lnTo>
                        <a:lnTo>
                          <a:pt x="15" y="355"/>
                        </a:lnTo>
                        <a:lnTo>
                          <a:pt x="21" y="333"/>
                        </a:lnTo>
                        <a:lnTo>
                          <a:pt x="28" y="311"/>
                        </a:lnTo>
                        <a:lnTo>
                          <a:pt x="37" y="289"/>
                        </a:lnTo>
                        <a:lnTo>
                          <a:pt x="47" y="269"/>
                        </a:lnTo>
                        <a:lnTo>
                          <a:pt x="57" y="248"/>
                        </a:lnTo>
                        <a:lnTo>
                          <a:pt x="68" y="228"/>
                        </a:lnTo>
                        <a:lnTo>
                          <a:pt x="81" y="209"/>
                        </a:lnTo>
                        <a:lnTo>
                          <a:pt x="93" y="191"/>
                        </a:lnTo>
                        <a:lnTo>
                          <a:pt x="108" y="173"/>
                        </a:lnTo>
                        <a:lnTo>
                          <a:pt x="123" y="156"/>
                        </a:lnTo>
                        <a:lnTo>
                          <a:pt x="138" y="139"/>
                        </a:lnTo>
                        <a:lnTo>
                          <a:pt x="155" y="124"/>
                        </a:lnTo>
                        <a:lnTo>
                          <a:pt x="172" y="109"/>
                        </a:lnTo>
                        <a:lnTo>
                          <a:pt x="190" y="94"/>
                        </a:lnTo>
                        <a:lnTo>
                          <a:pt x="208" y="81"/>
                        </a:lnTo>
                        <a:lnTo>
                          <a:pt x="228" y="68"/>
                        </a:lnTo>
                        <a:lnTo>
                          <a:pt x="248" y="58"/>
                        </a:lnTo>
                        <a:lnTo>
                          <a:pt x="268" y="47"/>
                        </a:lnTo>
                        <a:lnTo>
                          <a:pt x="288" y="37"/>
                        </a:lnTo>
                        <a:lnTo>
                          <a:pt x="310" y="29"/>
                        </a:lnTo>
                        <a:lnTo>
                          <a:pt x="332" y="21"/>
                        </a:lnTo>
                        <a:lnTo>
                          <a:pt x="354" y="15"/>
                        </a:lnTo>
                        <a:lnTo>
                          <a:pt x="378" y="10"/>
                        </a:lnTo>
                        <a:lnTo>
                          <a:pt x="400" y="5"/>
                        </a:lnTo>
                        <a:lnTo>
                          <a:pt x="425" y="2"/>
                        </a:lnTo>
                        <a:lnTo>
                          <a:pt x="448" y="1"/>
                        </a:lnTo>
                        <a:lnTo>
                          <a:pt x="473" y="0"/>
                        </a:lnTo>
                        <a:close/>
                      </a:path>
                    </a:pathLst>
                  </a:custGeom>
                  <a:solidFill>
                    <a:srgbClr val="DC2B19"/>
                  </a:solidFill>
                  <a:ln>
                    <a:noFill/>
                  </a:ln>
                </p:spPr>
                <p:txBody>
                  <a:bodyPr/>
                  <a:lstStyle/>
                  <a:p>
                    <a:pPr>
                      <a:defRPr/>
                    </a:pPr>
                    <a:endParaRPr lang="en-US" sz="1050">
                      <a:latin typeface="+mj-lt"/>
                    </a:endParaRPr>
                  </a:p>
                </p:txBody>
              </p:sp>
              <p:sp>
                <p:nvSpPr>
                  <p:cNvPr id="41425" name="Freeform 562">
                    <a:extLst>
                      <a:ext uri="{FF2B5EF4-FFF2-40B4-BE49-F238E27FC236}">
                        <a16:creationId xmlns="" xmlns:a16="http://schemas.microsoft.com/office/drawing/2014/main" id="{2BDEF7E8-14A0-48F5-40EB-D8802F58B231}"/>
                      </a:ext>
                    </a:extLst>
                  </p:cNvPr>
                  <p:cNvSpPr>
                    <a:spLocks/>
                  </p:cNvSpPr>
                  <p:nvPr/>
                </p:nvSpPr>
                <p:spPr bwMode="auto">
                  <a:xfrm>
                    <a:off x="1630" y="2333"/>
                    <a:ext cx="24" cy="22"/>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577" y="577"/>
                        </a:moveTo>
                        <a:lnTo>
                          <a:pt x="577" y="577"/>
                        </a:lnTo>
                        <a:lnTo>
                          <a:pt x="576" y="547"/>
                        </a:lnTo>
                        <a:lnTo>
                          <a:pt x="574" y="519"/>
                        </a:lnTo>
                        <a:lnTo>
                          <a:pt x="570" y="490"/>
                        </a:lnTo>
                        <a:lnTo>
                          <a:pt x="564" y="461"/>
                        </a:lnTo>
                        <a:lnTo>
                          <a:pt x="558" y="433"/>
                        </a:lnTo>
                        <a:lnTo>
                          <a:pt x="550" y="406"/>
                        </a:lnTo>
                        <a:lnTo>
                          <a:pt x="541" y="379"/>
                        </a:lnTo>
                        <a:lnTo>
                          <a:pt x="531" y="352"/>
                        </a:lnTo>
                        <a:lnTo>
                          <a:pt x="520" y="327"/>
                        </a:lnTo>
                        <a:lnTo>
                          <a:pt x="507" y="302"/>
                        </a:lnTo>
                        <a:lnTo>
                          <a:pt x="493" y="279"/>
                        </a:lnTo>
                        <a:lnTo>
                          <a:pt x="478" y="254"/>
                        </a:lnTo>
                        <a:lnTo>
                          <a:pt x="461" y="232"/>
                        </a:lnTo>
                        <a:lnTo>
                          <a:pt x="444" y="211"/>
                        </a:lnTo>
                        <a:lnTo>
                          <a:pt x="426" y="189"/>
                        </a:lnTo>
                        <a:lnTo>
                          <a:pt x="408" y="170"/>
                        </a:lnTo>
                        <a:lnTo>
                          <a:pt x="387" y="150"/>
                        </a:lnTo>
                        <a:lnTo>
                          <a:pt x="366" y="132"/>
                        </a:lnTo>
                        <a:lnTo>
                          <a:pt x="345" y="116"/>
                        </a:lnTo>
                        <a:lnTo>
                          <a:pt x="321" y="99"/>
                        </a:lnTo>
                        <a:lnTo>
                          <a:pt x="298" y="84"/>
                        </a:lnTo>
                        <a:lnTo>
                          <a:pt x="275" y="70"/>
                        </a:lnTo>
                        <a:lnTo>
                          <a:pt x="249" y="57"/>
                        </a:lnTo>
                        <a:lnTo>
                          <a:pt x="224" y="46"/>
                        </a:lnTo>
                        <a:lnTo>
                          <a:pt x="198" y="35"/>
                        </a:lnTo>
                        <a:lnTo>
                          <a:pt x="171" y="26"/>
                        </a:lnTo>
                        <a:lnTo>
                          <a:pt x="143" y="19"/>
                        </a:lnTo>
                        <a:lnTo>
                          <a:pt x="116" y="13"/>
                        </a:lnTo>
                        <a:lnTo>
                          <a:pt x="87" y="7"/>
                        </a:lnTo>
                        <a:lnTo>
                          <a:pt x="58" y="3"/>
                        </a:lnTo>
                        <a:lnTo>
                          <a:pt x="29" y="1"/>
                        </a:lnTo>
                        <a:lnTo>
                          <a:pt x="0" y="0"/>
                        </a:lnTo>
                        <a:lnTo>
                          <a:pt x="0" y="209"/>
                        </a:lnTo>
                        <a:lnTo>
                          <a:pt x="19" y="209"/>
                        </a:lnTo>
                        <a:lnTo>
                          <a:pt x="37" y="210"/>
                        </a:lnTo>
                        <a:lnTo>
                          <a:pt x="56" y="213"/>
                        </a:lnTo>
                        <a:lnTo>
                          <a:pt x="74" y="215"/>
                        </a:lnTo>
                        <a:lnTo>
                          <a:pt x="91" y="219"/>
                        </a:lnTo>
                        <a:lnTo>
                          <a:pt x="109" y="225"/>
                        </a:lnTo>
                        <a:lnTo>
                          <a:pt x="126" y="231"/>
                        </a:lnTo>
                        <a:lnTo>
                          <a:pt x="142" y="237"/>
                        </a:lnTo>
                        <a:lnTo>
                          <a:pt x="159" y="245"/>
                        </a:lnTo>
                        <a:lnTo>
                          <a:pt x="175" y="252"/>
                        </a:lnTo>
                        <a:lnTo>
                          <a:pt x="190" y="262"/>
                        </a:lnTo>
                        <a:lnTo>
                          <a:pt x="205" y="271"/>
                        </a:lnTo>
                        <a:lnTo>
                          <a:pt x="220" y="281"/>
                        </a:lnTo>
                        <a:lnTo>
                          <a:pt x="234" y="293"/>
                        </a:lnTo>
                        <a:lnTo>
                          <a:pt x="248" y="305"/>
                        </a:lnTo>
                        <a:lnTo>
                          <a:pt x="261" y="316"/>
                        </a:lnTo>
                        <a:lnTo>
                          <a:pt x="272" y="329"/>
                        </a:lnTo>
                        <a:lnTo>
                          <a:pt x="284" y="343"/>
                        </a:lnTo>
                        <a:lnTo>
                          <a:pt x="296" y="357"/>
                        </a:lnTo>
                        <a:lnTo>
                          <a:pt x="305" y="372"/>
                        </a:lnTo>
                        <a:lnTo>
                          <a:pt x="315" y="385"/>
                        </a:lnTo>
                        <a:lnTo>
                          <a:pt x="325" y="401"/>
                        </a:lnTo>
                        <a:lnTo>
                          <a:pt x="332" y="417"/>
                        </a:lnTo>
                        <a:lnTo>
                          <a:pt x="340" y="435"/>
                        </a:lnTo>
                        <a:lnTo>
                          <a:pt x="346" y="450"/>
                        </a:lnTo>
                        <a:lnTo>
                          <a:pt x="352" y="468"/>
                        </a:lnTo>
                        <a:lnTo>
                          <a:pt x="358" y="486"/>
                        </a:lnTo>
                        <a:lnTo>
                          <a:pt x="361" y="503"/>
                        </a:lnTo>
                        <a:lnTo>
                          <a:pt x="364" y="521"/>
                        </a:lnTo>
                        <a:lnTo>
                          <a:pt x="367" y="540"/>
                        </a:lnTo>
                        <a:lnTo>
                          <a:pt x="368" y="558"/>
                        </a:lnTo>
                        <a:lnTo>
                          <a:pt x="368" y="577"/>
                        </a:lnTo>
                        <a:lnTo>
                          <a:pt x="577" y="577"/>
                        </a:lnTo>
                        <a:close/>
                      </a:path>
                    </a:pathLst>
                  </a:custGeom>
                  <a:solidFill>
                    <a:srgbClr val="EF2B2F"/>
                  </a:solidFill>
                  <a:ln>
                    <a:noFill/>
                  </a:ln>
                </p:spPr>
                <p:txBody>
                  <a:bodyPr/>
                  <a:lstStyle/>
                  <a:p>
                    <a:pPr>
                      <a:defRPr/>
                    </a:pPr>
                    <a:endParaRPr lang="en-US" sz="1050">
                      <a:latin typeface="+mj-lt"/>
                    </a:endParaRPr>
                  </a:p>
                </p:txBody>
              </p:sp>
              <p:sp>
                <p:nvSpPr>
                  <p:cNvPr id="41426" name="Freeform 563">
                    <a:extLst>
                      <a:ext uri="{FF2B5EF4-FFF2-40B4-BE49-F238E27FC236}">
                        <a16:creationId xmlns="" xmlns:a16="http://schemas.microsoft.com/office/drawing/2014/main" id="{3760832F-D96A-E145-B91F-E760E0CA899B}"/>
                      </a:ext>
                    </a:extLst>
                  </p:cNvPr>
                  <p:cNvSpPr>
                    <a:spLocks/>
                  </p:cNvSpPr>
                  <p:nvPr/>
                </p:nvSpPr>
                <p:spPr bwMode="auto">
                  <a:xfrm>
                    <a:off x="1630" y="2355"/>
                    <a:ext cx="24" cy="22"/>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0" y="578"/>
                        </a:moveTo>
                        <a:lnTo>
                          <a:pt x="0" y="578"/>
                        </a:lnTo>
                        <a:lnTo>
                          <a:pt x="28" y="577"/>
                        </a:lnTo>
                        <a:lnTo>
                          <a:pt x="58" y="575"/>
                        </a:lnTo>
                        <a:lnTo>
                          <a:pt x="87" y="571"/>
                        </a:lnTo>
                        <a:lnTo>
                          <a:pt x="116" y="565"/>
                        </a:lnTo>
                        <a:lnTo>
                          <a:pt x="143" y="559"/>
                        </a:lnTo>
                        <a:lnTo>
                          <a:pt x="171" y="551"/>
                        </a:lnTo>
                        <a:lnTo>
                          <a:pt x="198" y="543"/>
                        </a:lnTo>
                        <a:lnTo>
                          <a:pt x="224" y="532"/>
                        </a:lnTo>
                        <a:lnTo>
                          <a:pt x="249" y="520"/>
                        </a:lnTo>
                        <a:lnTo>
                          <a:pt x="275" y="508"/>
                        </a:lnTo>
                        <a:lnTo>
                          <a:pt x="299" y="494"/>
                        </a:lnTo>
                        <a:lnTo>
                          <a:pt x="321" y="479"/>
                        </a:lnTo>
                        <a:lnTo>
                          <a:pt x="345" y="463"/>
                        </a:lnTo>
                        <a:lnTo>
                          <a:pt x="366" y="446"/>
                        </a:lnTo>
                        <a:lnTo>
                          <a:pt x="387" y="428"/>
                        </a:lnTo>
                        <a:lnTo>
                          <a:pt x="408" y="407"/>
                        </a:lnTo>
                        <a:lnTo>
                          <a:pt x="426" y="388"/>
                        </a:lnTo>
                        <a:lnTo>
                          <a:pt x="444" y="367"/>
                        </a:lnTo>
                        <a:lnTo>
                          <a:pt x="461" y="346"/>
                        </a:lnTo>
                        <a:lnTo>
                          <a:pt x="478" y="323"/>
                        </a:lnTo>
                        <a:lnTo>
                          <a:pt x="493" y="300"/>
                        </a:lnTo>
                        <a:lnTo>
                          <a:pt x="507" y="275"/>
                        </a:lnTo>
                        <a:lnTo>
                          <a:pt x="520" y="251"/>
                        </a:lnTo>
                        <a:lnTo>
                          <a:pt x="531" y="225"/>
                        </a:lnTo>
                        <a:lnTo>
                          <a:pt x="541" y="199"/>
                        </a:lnTo>
                        <a:lnTo>
                          <a:pt x="550" y="171"/>
                        </a:lnTo>
                        <a:lnTo>
                          <a:pt x="558" y="144"/>
                        </a:lnTo>
                        <a:lnTo>
                          <a:pt x="564" y="116"/>
                        </a:lnTo>
                        <a:lnTo>
                          <a:pt x="570" y="88"/>
                        </a:lnTo>
                        <a:lnTo>
                          <a:pt x="574" y="59"/>
                        </a:lnTo>
                        <a:lnTo>
                          <a:pt x="576" y="30"/>
                        </a:lnTo>
                        <a:lnTo>
                          <a:pt x="577" y="0"/>
                        </a:lnTo>
                        <a:lnTo>
                          <a:pt x="368" y="0"/>
                        </a:lnTo>
                        <a:lnTo>
                          <a:pt x="368" y="19"/>
                        </a:lnTo>
                        <a:lnTo>
                          <a:pt x="367" y="38"/>
                        </a:lnTo>
                        <a:lnTo>
                          <a:pt x="364" y="57"/>
                        </a:lnTo>
                        <a:lnTo>
                          <a:pt x="361" y="75"/>
                        </a:lnTo>
                        <a:lnTo>
                          <a:pt x="358" y="92"/>
                        </a:lnTo>
                        <a:lnTo>
                          <a:pt x="352" y="110"/>
                        </a:lnTo>
                        <a:lnTo>
                          <a:pt x="346" y="127"/>
                        </a:lnTo>
                        <a:lnTo>
                          <a:pt x="340" y="143"/>
                        </a:lnTo>
                        <a:lnTo>
                          <a:pt x="332" y="160"/>
                        </a:lnTo>
                        <a:lnTo>
                          <a:pt x="325" y="176"/>
                        </a:lnTo>
                        <a:lnTo>
                          <a:pt x="315" y="191"/>
                        </a:lnTo>
                        <a:lnTo>
                          <a:pt x="305" y="206"/>
                        </a:lnTo>
                        <a:lnTo>
                          <a:pt x="296" y="221"/>
                        </a:lnTo>
                        <a:lnTo>
                          <a:pt x="284" y="235"/>
                        </a:lnTo>
                        <a:lnTo>
                          <a:pt x="272" y="249"/>
                        </a:lnTo>
                        <a:lnTo>
                          <a:pt x="261" y="261"/>
                        </a:lnTo>
                        <a:lnTo>
                          <a:pt x="248" y="273"/>
                        </a:lnTo>
                        <a:lnTo>
                          <a:pt x="234" y="285"/>
                        </a:lnTo>
                        <a:lnTo>
                          <a:pt x="220" y="297"/>
                        </a:lnTo>
                        <a:lnTo>
                          <a:pt x="205" y="306"/>
                        </a:lnTo>
                        <a:lnTo>
                          <a:pt x="190" y="317"/>
                        </a:lnTo>
                        <a:lnTo>
                          <a:pt x="175" y="325"/>
                        </a:lnTo>
                        <a:lnTo>
                          <a:pt x="159" y="333"/>
                        </a:lnTo>
                        <a:lnTo>
                          <a:pt x="142" y="340"/>
                        </a:lnTo>
                        <a:lnTo>
                          <a:pt x="126" y="348"/>
                        </a:lnTo>
                        <a:lnTo>
                          <a:pt x="109" y="353"/>
                        </a:lnTo>
                        <a:lnTo>
                          <a:pt x="92" y="358"/>
                        </a:lnTo>
                        <a:lnTo>
                          <a:pt x="74" y="363"/>
                        </a:lnTo>
                        <a:lnTo>
                          <a:pt x="56" y="365"/>
                        </a:lnTo>
                        <a:lnTo>
                          <a:pt x="38" y="368"/>
                        </a:lnTo>
                        <a:lnTo>
                          <a:pt x="19" y="369"/>
                        </a:lnTo>
                        <a:lnTo>
                          <a:pt x="0" y="369"/>
                        </a:lnTo>
                        <a:lnTo>
                          <a:pt x="0" y="578"/>
                        </a:lnTo>
                        <a:close/>
                      </a:path>
                    </a:pathLst>
                  </a:custGeom>
                  <a:solidFill>
                    <a:srgbClr val="EF2B2F"/>
                  </a:solidFill>
                  <a:ln>
                    <a:noFill/>
                  </a:ln>
                </p:spPr>
                <p:txBody>
                  <a:bodyPr/>
                  <a:lstStyle/>
                  <a:p>
                    <a:pPr>
                      <a:defRPr/>
                    </a:pPr>
                    <a:endParaRPr lang="en-US" sz="1050">
                      <a:latin typeface="+mj-lt"/>
                    </a:endParaRPr>
                  </a:p>
                </p:txBody>
              </p:sp>
              <p:sp>
                <p:nvSpPr>
                  <p:cNvPr id="41427" name="Freeform 564">
                    <a:extLst>
                      <a:ext uri="{FF2B5EF4-FFF2-40B4-BE49-F238E27FC236}">
                        <a16:creationId xmlns="" xmlns:a16="http://schemas.microsoft.com/office/drawing/2014/main" id="{99117AD3-F24B-8EDE-89AE-C286A2793B4D}"/>
                      </a:ext>
                    </a:extLst>
                  </p:cNvPr>
                  <p:cNvSpPr>
                    <a:spLocks/>
                  </p:cNvSpPr>
                  <p:nvPr/>
                </p:nvSpPr>
                <p:spPr bwMode="auto">
                  <a:xfrm>
                    <a:off x="1607" y="2355"/>
                    <a:ext cx="23" cy="22"/>
                  </a:xfrm>
                  <a:custGeom>
                    <a:avLst/>
                    <a:gdLst>
                      <a:gd name="T0" fmla="*/ 0 w 578"/>
                      <a:gd name="T1" fmla="*/ 0 h 578"/>
                      <a:gd name="T2" fmla="*/ 0 w 578"/>
                      <a:gd name="T3" fmla="*/ 0 h 578"/>
                      <a:gd name="T4" fmla="*/ 0 w 578"/>
                      <a:gd name="T5" fmla="*/ 0 h 578"/>
                      <a:gd name="T6" fmla="*/ 0 w 578"/>
                      <a:gd name="T7" fmla="*/ 0 h 578"/>
                      <a:gd name="T8" fmla="*/ 0 w 578"/>
                      <a:gd name="T9" fmla="*/ 0 h 578"/>
                      <a:gd name="T10" fmla="*/ 0 w 578"/>
                      <a:gd name="T11" fmla="*/ 0 h 578"/>
                      <a:gd name="T12" fmla="*/ 0 w 578"/>
                      <a:gd name="T13" fmla="*/ 0 h 578"/>
                      <a:gd name="T14" fmla="*/ 0 w 578"/>
                      <a:gd name="T15" fmla="*/ 0 h 578"/>
                      <a:gd name="T16" fmla="*/ 0 w 578"/>
                      <a:gd name="T17" fmla="*/ 0 h 578"/>
                      <a:gd name="T18" fmla="*/ 0 w 578"/>
                      <a:gd name="T19" fmla="*/ 0 h 578"/>
                      <a:gd name="T20" fmla="*/ 0 w 578"/>
                      <a:gd name="T21" fmla="*/ 0 h 578"/>
                      <a:gd name="T22" fmla="*/ 0 w 578"/>
                      <a:gd name="T23" fmla="*/ 0 h 578"/>
                      <a:gd name="T24" fmla="*/ 0 w 578"/>
                      <a:gd name="T25" fmla="*/ 0 h 578"/>
                      <a:gd name="T26" fmla="*/ 0 w 578"/>
                      <a:gd name="T27" fmla="*/ 0 h 578"/>
                      <a:gd name="T28" fmla="*/ 0 w 578"/>
                      <a:gd name="T29" fmla="*/ 0 h 578"/>
                      <a:gd name="T30" fmla="*/ 0 w 578"/>
                      <a:gd name="T31" fmla="*/ 0 h 578"/>
                      <a:gd name="T32" fmla="*/ 0 w 578"/>
                      <a:gd name="T33" fmla="*/ 0 h 578"/>
                      <a:gd name="T34" fmla="*/ 0 w 578"/>
                      <a:gd name="T35" fmla="*/ 0 h 578"/>
                      <a:gd name="T36" fmla="*/ 0 w 578"/>
                      <a:gd name="T37" fmla="*/ 0 h 578"/>
                      <a:gd name="T38" fmla="*/ 0 w 578"/>
                      <a:gd name="T39" fmla="*/ 0 h 578"/>
                      <a:gd name="T40" fmla="*/ 0 w 578"/>
                      <a:gd name="T41" fmla="*/ 0 h 578"/>
                      <a:gd name="T42" fmla="*/ 0 w 578"/>
                      <a:gd name="T43" fmla="*/ 0 h 578"/>
                      <a:gd name="T44" fmla="*/ 0 w 578"/>
                      <a:gd name="T45" fmla="*/ 0 h 578"/>
                      <a:gd name="T46" fmla="*/ 0 w 578"/>
                      <a:gd name="T47" fmla="*/ 0 h 578"/>
                      <a:gd name="T48" fmla="*/ 0 w 578"/>
                      <a:gd name="T49" fmla="*/ 0 h 578"/>
                      <a:gd name="T50" fmla="*/ 0 w 578"/>
                      <a:gd name="T51" fmla="*/ 0 h 578"/>
                      <a:gd name="T52" fmla="*/ 0 w 578"/>
                      <a:gd name="T53" fmla="*/ 0 h 578"/>
                      <a:gd name="T54" fmla="*/ 0 w 578"/>
                      <a:gd name="T55" fmla="*/ 0 h 578"/>
                      <a:gd name="T56" fmla="*/ 0 w 578"/>
                      <a:gd name="T57" fmla="*/ 0 h 578"/>
                      <a:gd name="T58" fmla="*/ 0 w 578"/>
                      <a:gd name="T59" fmla="*/ 0 h 578"/>
                      <a:gd name="T60" fmla="*/ 0 w 578"/>
                      <a:gd name="T61" fmla="*/ 0 h 578"/>
                      <a:gd name="T62" fmla="*/ 0 w 578"/>
                      <a:gd name="T63" fmla="*/ 0 h 578"/>
                      <a:gd name="T64" fmla="*/ 0 w 578"/>
                      <a:gd name="T65" fmla="*/ 0 h 578"/>
                      <a:gd name="T66" fmla="*/ 0 w 578"/>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8"/>
                      <a:gd name="T104" fmla="*/ 578 w 578"/>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8">
                        <a:moveTo>
                          <a:pt x="0" y="0"/>
                        </a:moveTo>
                        <a:lnTo>
                          <a:pt x="0" y="0"/>
                        </a:lnTo>
                        <a:lnTo>
                          <a:pt x="1" y="29"/>
                        </a:lnTo>
                        <a:lnTo>
                          <a:pt x="3" y="59"/>
                        </a:lnTo>
                        <a:lnTo>
                          <a:pt x="8" y="88"/>
                        </a:lnTo>
                        <a:lnTo>
                          <a:pt x="13" y="116"/>
                        </a:lnTo>
                        <a:lnTo>
                          <a:pt x="19" y="144"/>
                        </a:lnTo>
                        <a:lnTo>
                          <a:pt x="27" y="171"/>
                        </a:lnTo>
                        <a:lnTo>
                          <a:pt x="35" y="199"/>
                        </a:lnTo>
                        <a:lnTo>
                          <a:pt x="46" y="225"/>
                        </a:lnTo>
                        <a:lnTo>
                          <a:pt x="58" y="251"/>
                        </a:lnTo>
                        <a:lnTo>
                          <a:pt x="71" y="275"/>
                        </a:lnTo>
                        <a:lnTo>
                          <a:pt x="84" y="300"/>
                        </a:lnTo>
                        <a:lnTo>
                          <a:pt x="99" y="323"/>
                        </a:lnTo>
                        <a:lnTo>
                          <a:pt x="115" y="346"/>
                        </a:lnTo>
                        <a:lnTo>
                          <a:pt x="132" y="367"/>
                        </a:lnTo>
                        <a:lnTo>
                          <a:pt x="150" y="388"/>
                        </a:lnTo>
                        <a:lnTo>
                          <a:pt x="170" y="408"/>
                        </a:lnTo>
                        <a:lnTo>
                          <a:pt x="190" y="428"/>
                        </a:lnTo>
                        <a:lnTo>
                          <a:pt x="211" y="446"/>
                        </a:lnTo>
                        <a:lnTo>
                          <a:pt x="232" y="463"/>
                        </a:lnTo>
                        <a:lnTo>
                          <a:pt x="255" y="479"/>
                        </a:lnTo>
                        <a:lnTo>
                          <a:pt x="278" y="494"/>
                        </a:lnTo>
                        <a:lnTo>
                          <a:pt x="303" y="508"/>
                        </a:lnTo>
                        <a:lnTo>
                          <a:pt x="327" y="520"/>
                        </a:lnTo>
                        <a:lnTo>
                          <a:pt x="353" y="532"/>
                        </a:lnTo>
                        <a:lnTo>
                          <a:pt x="379" y="543"/>
                        </a:lnTo>
                        <a:lnTo>
                          <a:pt x="407" y="551"/>
                        </a:lnTo>
                        <a:lnTo>
                          <a:pt x="434" y="559"/>
                        </a:lnTo>
                        <a:lnTo>
                          <a:pt x="462" y="565"/>
                        </a:lnTo>
                        <a:lnTo>
                          <a:pt x="490" y="571"/>
                        </a:lnTo>
                        <a:lnTo>
                          <a:pt x="519" y="575"/>
                        </a:lnTo>
                        <a:lnTo>
                          <a:pt x="549" y="577"/>
                        </a:lnTo>
                        <a:lnTo>
                          <a:pt x="578" y="578"/>
                        </a:lnTo>
                        <a:lnTo>
                          <a:pt x="578" y="369"/>
                        </a:lnTo>
                        <a:lnTo>
                          <a:pt x="558" y="369"/>
                        </a:lnTo>
                        <a:lnTo>
                          <a:pt x="539" y="368"/>
                        </a:lnTo>
                        <a:lnTo>
                          <a:pt x="521" y="365"/>
                        </a:lnTo>
                        <a:lnTo>
                          <a:pt x="503" y="363"/>
                        </a:lnTo>
                        <a:lnTo>
                          <a:pt x="485" y="358"/>
                        </a:lnTo>
                        <a:lnTo>
                          <a:pt x="468" y="353"/>
                        </a:lnTo>
                        <a:lnTo>
                          <a:pt x="451" y="348"/>
                        </a:lnTo>
                        <a:lnTo>
                          <a:pt x="435" y="340"/>
                        </a:lnTo>
                        <a:lnTo>
                          <a:pt x="418" y="333"/>
                        </a:lnTo>
                        <a:lnTo>
                          <a:pt x="402" y="325"/>
                        </a:lnTo>
                        <a:lnTo>
                          <a:pt x="387" y="317"/>
                        </a:lnTo>
                        <a:lnTo>
                          <a:pt x="372" y="306"/>
                        </a:lnTo>
                        <a:lnTo>
                          <a:pt x="357" y="297"/>
                        </a:lnTo>
                        <a:lnTo>
                          <a:pt x="343" y="285"/>
                        </a:lnTo>
                        <a:lnTo>
                          <a:pt x="329" y="273"/>
                        </a:lnTo>
                        <a:lnTo>
                          <a:pt x="317" y="261"/>
                        </a:lnTo>
                        <a:lnTo>
                          <a:pt x="305" y="249"/>
                        </a:lnTo>
                        <a:lnTo>
                          <a:pt x="293" y="235"/>
                        </a:lnTo>
                        <a:lnTo>
                          <a:pt x="283" y="221"/>
                        </a:lnTo>
                        <a:lnTo>
                          <a:pt x="272" y="206"/>
                        </a:lnTo>
                        <a:lnTo>
                          <a:pt x="262" y="191"/>
                        </a:lnTo>
                        <a:lnTo>
                          <a:pt x="253" y="176"/>
                        </a:lnTo>
                        <a:lnTo>
                          <a:pt x="245" y="160"/>
                        </a:lnTo>
                        <a:lnTo>
                          <a:pt x="238" y="143"/>
                        </a:lnTo>
                        <a:lnTo>
                          <a:pt x="231" y="127"/>
                        </a:lnTo>
                        <a:lnTo>
                          <a:pt x="225" y="110"/>
                        </a:lnTo>
                        <a:lnTo>
                          <a:pt x="220" y="93"/>
                        </a:lnTo>
                        <a:lnTo>
                          <a:pt x="215" y="75"/>
                        </a:lnTo>
                        <a:lnTo>
                          <a:pt x="213" y="57"/>
                        </a:lnTo>
                        <a:lnTo>
                          <a:pt x="210" y="39"/>
                        </a:lnTo>
                        <a:lnTo>
                          <a:pt x="209" y="19"/>
                        </a:lnTo>
                        <a:lnTo>
                          <a:pt x="209" y="0"/>
                        </a:lnTo>
                        <a:lnTo>
                          <a:pt x="0" y="0"/>
                        </a:lnTo>
                        <a:close/>
                      </a:path>
                    </a:pathLst>
                  </a:custGeom>
                  <a:solidFill>
                    <a:srgbClr val="EF2B2F"/>
                  </a:solidFill>
                  <a:ln>
                    <a:noFill/>
                  </a:ln>
                </p:spPr>
                <p:txBody>
                  <a:bodyPr/>
                  <a:lstStyle/>
                  <a:p>
                    <a:pPr>
                      <a:defRPr/>
                    </a:pPr>
                    <a:endParaRPr lang="en-US" sz="1050">
                      <a:latin typeface="+mj-lt"/>
                    </a:endParaRPr>
                  </a:p>
                </p:txBody>
              </p:sp>
              <p:sp>
                <p:nvSpPr>
                  <p:cNvPr id="41428" name="Freeform 565">
                    <a:extLst>
                      <a:ext uri="{FF2B5EF4-FFF2-40B4-BE49-F238E27FC236}">
                        <a16:creationId xmlns="" xmlns:a16="http://schemas.microsoft.com/office/drawing/2014/main" id="{983CA282-6C41-EB20-8700-286AF48152A7}"/>
                      </a:ext>
                    </a:extLst>
                  </p:cNvPr>
                  <p:cNvSpPr>
                    <a:spLocks/>
                  </p:cNvSpPr>
                  <p:nvPr/>
                </p:nvSpPr>
                <p:spPr bwMode="auto">
                  <a:xfrm>
                    <a:off x="1607" y="2333"/>
                    <a:ext cx="23" cy="22"/>
                  </a:xfrm>
                  <a:custGeom>
                    <a:avLst/>
                    <a:gdLst>
                      <a:gd name="T0" fmla="*/ 0 w 578"/>
                      <a:gd name="T1" fmla="*/ 0 h 577"/>
                      <a:gd name="T2" fmla="*/ 0 w 578"/>
                      <a:gd name="T3" fmla="*/ 0 h 577"/>
                      <a:gd name="T4" fmla="*/ 0 w 578"/>
                      <a:gd name="T5" fmla="*/ 0 h 577"/>
                      <a:gd name="T6" fmla="*/ 0 w 578"/>
                      <a:gd name="T7" fmla="*/ 0 h 577"/>
                      <a:gd name="T8" fmla="*/ 0 w 578"/>
                      <a:gd name="T9" fmla="*/ 0 h 577"/>
                      <a:gd name="T10" fmla="*/ 0 w 578"/>
                      <a:gd name="T11" fmla="*/ 0 h 577"/>
                      <a:gd name="T12" fmla="*/ 0 w 578"/>
                      <a:gd name="T13" fmla="*/ 0 h 577"/>
                      <a:gd name="T14" fmla="*/ 0 w 578"/>
                      <a:gd name="T15" fmla="*/ 0 h 577"/>
                      <a:gd name="T16" fmla="*/ 0 w 578"/>
                      <a:gd name="T17" fmla="*/ 0 h 577"/>
                      <a:gd name="T18" fmla="*/ 0 w 578"/>
                      <a:gd name="T19" fmla="*/ 0 h 577"/>
                      <a:gd name="T20" fmla="*/ 0 w 578"/>
                      <a:gd name="T21" fmla="*/ 0 h 577"/>
                      <a:gd name="T22" fmla="*/ 0 w 578"/>
                      <a:gd name="T23" fmla="*/ 0 h 577"/>
                      <a:gd name="T24" fmla="*/ 0 w 578"/>
                      <a:gd name="T25" fmla="*/ 0 h 577"/>
                      <a:gd name="T26" fmla="*/ 0 w 578"/>
                      <a:gd name="T27" fmla="*/ 0 h 577"/>
                      <a:gd name="T28" fmla="*/ 0 w 578"/>
                      <a:gd name="T29" fmla="*/ 0 h 577"/>
                      <a:gd name="T30" fmla="*/ 0 w 578"/>
                      <a:gd name="T31" fmla="*/ 0 h 577"/>
                      <a:gd name="T32" fmla="*/ 0 w 578"/>
                      <a:gd name="T33" fmla="*/ 0 h 577"/>
                      <a:gd name="T34" fmla="*/ 0 w 578"/>
                      <a:gd name="T35" fmla="*/ 0 h 577"/>
                      <a:gd name="T36" fmla="*/ 0 w 578"/>
                      <a:gd name="T37" fmla="*/ 0 h 577"/>
                      <a:gd name="T38" fmla="*/ 0 w 578"/>
                      <a:gd name="T39" fmla="*/ 0 h 577"/>
                      <a:gd name="T40" fmla="*/ 0 w 578"/>
                      <a:gd name="T41" fmla="*/ 0 h 577"/>
                      <a:gd name="T42" fmla="*/ 0 w 578"/>
                      <a:gd name="T43" fmla="*/ 0 h 577"/>
                      <a:gd name="T44" fmla="*/ 0 w 578"/>
                      <a:gd name="T45" fmla="*/ 0 h 577"/>
                      <a:gd name="T46" fmla="*/ 0 w 578"/>
                      <a:gd name="T47" fmla="*/ 0 h 577"/>
                      <a:gd name="T48" fmla="*/ 0 w 578"/>
                      <a:gd name="T49" fmla="*/ 0 h 577"/>
                      <a:gd name="T50" fmla="*/ 0 w 578"/>
                      <a:gd name="T51" fmla="*/ 0 h 577"/>
                      <a:gd name="T52" fmla="*/ 0 w 578"/>
                      <a:gd name="T53" fmla="*/ 0 h 577"/>
                      <a:gd name="T54" fmla="*/ 0 w 578"/>
                      <a:gd name="T55" fmla="*/ 0 h 577"/>
                      <a:gd name="T56" fmla="*/ 0 w 578"/>
                      <a:gd name="T57" fmla="*/ 0 h 577"/>
                      <a:gd name="T58" fmla="*/ 0 w 578"/>
                      <a:gd name="T59" fmla="*/ 0 h 577"/>
                      <a:gd name="T60" fmla="*/ 0 w 578"/>
                      <a:gd name="T61" fmla="*/ 0 h 577"/>
                      <a:gd name="T62" fmla="*/ 0 w 578"/>
                      <a:gd name="T63" fmla="*/ 0 h 577"/>
                      <a:gd name="T64" fmla="*/ 0 w 578"/>
                      <a:gd name="T65" fmla="*/ 0 h 577"/>
                      <a:gd name="T66" fmla="*/ 0 w 578"/>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7"/>
                      <a:gd name="T104" fmla="*/ 578 w 578"/>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7">
                        <a:moveTo>
                          <a:pt x="578" y="0"/>
                        </a:moveTo>
                        <a:lnTo>
                          <a:pt x="578" y="0"/>
                        </a:lnTo>
                        <a:lnTo>
                          <a:pt x="548" y="1"/>
                        </a:lnTo>
                        <a:lnTo>
                          <a:pt x="519" y="3"/>
                        </a:lnTo>
                        <a:lnTo>
                          <a:pt x="490" y="7"/>
                        </a:lnTo>
                        <a:lnTo>
                          <a:pt x="462" y="13"/>
                        </a:lnTo>
                        <a:lnTo>
                          <a:pt x="434" y="19"/>
                        </a:lnTo>
                        <a:lnTo>
                          <a:pt x="406" y="26"/>
                        </a:lnTo>
                        <a:lnTo>
                          <a:pt x="379" y="35"/>
                        </a:lnTo>
                        <a:lnTo>
                          <a:pt x="353" y="46"/>
                        </a:lnTo>
                        <a:lnTo>
                          <a:pt x="327" y="57"/>
                        </a:lnTo>
                        <a:lnTo>
                          <a:pt x="303" y="70"/>
                        </a:lnTo>
                        <a:lnTo>
                          <a:pt x="278" y="84"/>
                        </a:lnTo>
                        <a:lnTo>
                          <a:pt x="255" y="99"/>
                        </a:lnTo>
                        <a:lnTo>
                          <a:pt x="232" y="116"/>
                        </a:lnTo>
                        <a:lnTo>
                          <a:pt x="211" y="132"/>
                        </a:lnTo>
                        <a:lnTo>
                          <a:pt x="190" y="150"/>
                        </a:lnTo>
                        <a:lnTo>
                          <a:pt x="170" y="169"/>
                        </a:lnTo>
                        <a:lnTo>
                          <a:pt x="150" y="189"/>
                        </a:lnTo>
                        <a:lnTo>
                          <a:pt x="132" y="211"/>
                        </a:lnTo>
                        <a:lnTo>
                          <a:pt x="115" y="232"/>
                        </a:lnTo>
                        <a:lnTo>
                          <a:pt x="99" y="254"/>
                        </a:lnTo>
                        <a:lnTo>
                          <a:pt x="84" y="278"/>
                        </a:lnTo>
                        <a:lnTo>
                          <a:pt x="71" y="302"/>
                        </a:lnTo>
                        <a:lnTo>
                          <a:pt x="58" y="327"/>
                        </a:lnTo>
                        <a:lnTo>
                          <a:pt x="46" y="352"/>
                        </a:lnTo>
                        <a:lnTo>
                          <a:pt x="35" y="379"/>
                        </a:lnTo>
                        <a:lnTo>
                          <a:pt x="27" y="406"/>
                        </a:lnTo>
                        <a:lnTo>
                          <a:pt x="19" y="433"/>
                        </a:lnTo>
                        <a:lnTo>
                          <a:pt x="13" y="461"/>
                        </a:lnTo>
                        <a:lnTo>
                          <a:pt x="8" y="490"/>
                        </a:lnTo>
                        <a:lnTo>
                          <a:pt x="3" y="519"/>
                        </a:lnTo>
                        <a:lnTo>
                          <a:pt x="1" y="549"/>
                        </a:lnTo>
                        <a:lnTo>
                          <a:pt x="0" y="577"/>
                        </a:lnTo>
                        <a:lnTo>
                          <a:pt x="209" y="577"/>
                        </a:lnTo>
                        <a:lnTo>
                          <a:pt x="209" y="558"/>
                        </a:lnTo>
                        <a:lnTo>
                          <a:pt x="210" y="539"/>
                        </a:lnTo>
                        <a:lnTo>
                          <a:pt x="213" y="521"/>
                        </a:lnTo>
                        <a:lnTo>
                          <a:pt x="215" y="503"/>
                        </a:lnTo>
                        <a:lnTo>
                          <a:pt x="220" y="485"/>
                        </a:lnTo>
                        <a:lnTo>
                          <a:pt x="225" y="468"/>
                        </a:lnTo>
                        <a:lnTo>
                          <a:pt x="231" y="450"/>
                        </a:lnTo>
                        <a:lnTo>
                          <a:pt x="238" y="435"/>
                        </a:lnTo>
                        <a:lnTo>
                          <a:pt x="245" y="417"/>
                        </a:lnTo>
                        <a:lnTo>
                          <a:pt x="253" y="401"/>
                        </a:lnTo>
                        <a:lnTo>
                          <a:pt x="262" y="387"/>
                        </a:lnTo>
                        <a:lnTo>
                          <a:pt x="272" y="372"/>
                        </a:lnTo>
                        <a:lnTo>
                          <a:pt x="283" y="357"/>
                        </a:lnTo>
                        <a:lnTo>
                          <a:pt x="293" y="343"/>
                        </a:lnTo>
                        <a:lnTo>
                          <a:pt x="305" y="329"/>
                        </a:lnTo>
                        <a:lnTo>
                          <a:pt x="317" y="316"/>
                        </a:lnTo>
                        <a:lnTo>
                          <a:pt x="329" y="305"/>
                        </a:lnTo>
                        <a:lnTo>
                          <a:pt x="343" y="293"/>
                        </a:lnTo>
                        <a:lnTo>
                          <a:pt x="357" y="281"/>
                        </a:lnTo>
                        <a:lnTo>
                          <a:pt x="372" y="271"/>
                        </a:lnTo>
                        <a:lnTo>
                          <a:pt x="387" y="262"/>
                        </a:lnTo>
                        <a:lnTo>
                          <a:pt x="402" y="252"/>
                        </a:lnTo>
                        <a:lnTo>
                          <a:pt x="418" y="245"/>
                        </a:lnTo>
                        <a:lnTo>
                          <a:pt x="435" y="237"/>
                        </a:lnTo>
                        <a:lnTo>
                          <a:pt x="451" y="231"/>
                        </a:lnTo>
                        <a:lnTo>
                          <a:pt x="468" y="225"/>
                        </a:lnTo>
                        <a:lnTo>
                          <a:pt x="486" y="219"/>
                        </a:lnTo>
                        <a:lnTo>
                          <a:pt x="503" y="215"/>
                        </a:lnTo>
                        <a:lnTo>
                          <a:pt x="521" y="213"/>
                        </a:lnTo>
                        <a:lnTo>
                          <a:pt x="540" y="210"/>
                        </a:lnTo>
                        <a:lnTo>
                          <a:pt x="558" y="209"/>
                        </a:lnTo>
                        <a:lnTo>
                          <a:pt x="578" y="209"/>
                        </a:lnTo>
                        <a:lnTo>
                          <a:pt x="578" y="0"/>
                        </a:lnTo>
                        <a:close/>
                      </a:path>
                    </a:pathLst>
                  </a:custGeom>
                  <a:solidFill>
                    <a:srgbClr val="EF2B2F"/>
                  </a:solidFill>
                  <a:ln>
                    <a:noFill/>
                  </a:ln>
                </p:spPr>
                <p:txBody>
                  <a:bodyPr/>
                  <a:lstStyle/>
                  <a:p>
                    <a:pPr>
                      <a:defRPr/>
                    </a:pPr>
                    <a:endParaRPr lang="en-US" sz="1050">
                      <a:latin typeface="+mj-lt"/>
                    </a:endParaRPr>
                  </a:p>
                </p:txBody>
              </p:sp>
              <p:sp>
                <p:nvSpPr>
                  <p:cNvPr id="41429" name="Freeform 566">
                    <a:extLst>
                      <a:ext uri="{FF2B5EF4-FFF2-40B4-BE49-F238E27FC236}">
                        <a16:creationId xmlns="" xmlns:a16="http://schemas.microsoft.com/office/drawing/2014/main" id="{2ACDB987-E113-B0DF-B2F6-37E4F6EF1F81}"/>
                      </a:ext>
                    </a:extLst>
                  </p:cNvPr>
                  <p:cNvSpPr>
                    <a:spLocks/>
                  </p:cNvSpPr>
                  <p:nvPr/>
                </p:nvSpPr>
                <p:spPr bwMode="auto">
                  <a:xfrm>
                    <a:off x="1668" y="2321"/>
                    <a:ext cx="24" cy="22"/>
                  </a:xfrm>
                  <a:custGeom>
                    <a:avLst/>
                    <a:gdLst>
                      <a:gd name="T0" fmla="*/ 0 w 576"/>
                      <a:gd name="T1" fmla="*/ 0 h 577"/>
                      <a:gd name="T2" fmla="*/ 0 w 576"/>
                      <a:gd name="T3" fmla="*/ 0 h 577"/>
                      <a:gd name="T4" fmla="*/ 0 w 576"/>
                      <a:gd name="T5" fmla="*/ 0 h 577"/>
                      <a:gd name="T6" fmla="*/ 0 w 576"/>
                      <a:gd name="T7" fmla="*/ 0 h 577"/>
                      <a:gd name="T8" fmla="*/ 0 w 576"/>
                      <a:gd name="T9" fmla="*/ 0 h 577"/>
                      <a:gd name="T10" fmla="*/ 0 w 576"/>
                      <a:gd name="T11" fmla="*/ 0 h 577"/>
                      <a:gd name="T12" fmla="*/ 0 w 576"/>
                      <a:gd name="T13" fmla="*/ 0 h 577"/>
                      <a:gd name="T14" fmla="*/ 0 w 576"/>
                      <a:gd name="T15" fmla="*/ 0 h 577"/>
                      <a:gd name="T16" fmla="*/ 0 w 576"/>
                      <a:gd name="T17" fmla="*/ 0 h 577"/>
                      <a:gd name="T18" fmla="*/ 0 w 576"/>
                      <a:gd name="T19" fmla="*/ 0 h 577"/>
                      <a:gd name="T20" fmla="*/ 0 w 576"/>
                      <a:gd name="T21" fmla="*/ 0 h 577"/>
                      <a:gd name="T22" fmla="*/ 0 w 576"/>
                      <a:gd name="T23" fmla="*/ 0 h 577"/>
                      <a:gd name="T24" fmla="*/ 0 w 576"/>
                      <a:gd name="T25" fmla="*/ 0 h 577"/>
                      <a:gd name="T26" fmla="*/ 0 w 576"/>
                      <a:gd name="T27" fmla="*/ 0 h 577"/>
                      <a:gd name="T28" fmla="*/ 0 w 576"/>
                      <a:gd name="T29" fmla="*/ 0 h 577"/>
                      <a:gd name="T30" fmla="*/ 0 w 576"/>
                      <a:gd name="T31" fmla="*/ 0 h 577"/>
                      <a:gd name="T32" fmla="*/ 0 w 576"/>
                      <a:gd name="T33" fmla="*/ 0 h 577"/>
                      <a:gd name="T34" fmla="*/ 0 w 576"/>
                      <a:gd name="T35" fmla="*/ 0 h 577"/>
                      <a:gd name="T36" fmla="*/ 0 w 576"/>
                      <a:gd name="T37" fmla="*/ 0 h 577"/>
                      <a:gd name="T38" fmla="*/ 0 w 576"/>
                      <a:gd name="T39" fmla="*/ 0 h 577"/>
                      <a:gd name="T40" fmla="*/ 0 w 576"/>
                      <a:gd name="T41" fmla="*/ 0 h 577"/>
                      <a:gd name="T42" fmla="*/ 0 w 576"/>
                      <a:gd name="T43" fmla="*/ 0 h 577"/>
                      <a:gd name="T44" fmla="*/ 0 w 576"/>
                      <a:gd name="T45" fmla="*/ 0 h 577"/>
                      <a:gd name="T46" fmla="*/ 0 w 576"/>
                      <a:gd name="T47" fmla="*/ 0 h 577"/>
                      <a:gd name="T48" fmla="*/ 0 w 576"/>
                      <a:gd name="T49" fmla="*/ 0 h 577"/>
                      <a:gd name="T50" fmla="*/ 0 w 576"/>
                      <a:gd name="T51" fmla="*/ 0 h 577"/>
                      <a:gd name="T52" fmla="*/ 0 w 576"/>
                      <a:gd name="T53" fmla="*/ 0 h 577"/>
                      <a:gd name="T54" fmla="*/ 0 w 576"/>
                      <a:gd name="T55" fmla="*/ 0 h 577"/>
                      <a:gd name="T56" fmla="*/ 0 w 576"/>
                      <a:gd name="T57" fmla="*/ 0 h 577"/>
                      <a:gd name="T58" fmla="*/ 0 w 576"/>
                      <a:gd name="T59" fmla="*/ 0 h 577"/>
                      <a:gd name="T60" fmla="*/ 0 w 576"/>
                      <a:gd name="T61" fmla="*/ 0 h 577"/>
                      <a:gd name="T62" fmla="*/ 0 w 576"/>
                      <a:gd name="T63" fmla="*/ 0 h 577"/>
                      <a:gd name="T64" fmla="*/ 0 w 576"/>
                      <a:gd name="T65" fmla="*/ 0 h 577"/>
                      <a:gd name="T66" fmla="*/ 0 w 576"/>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7"/>
                      <a:gd name="T104" fmla="*/ 576 w 576"/>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7">
                        <a:moveTo>
                          <a:pt x="576" y="577"/>
                        </a:moveTo>
                        <a:lnTo>
                          <a:pt x="576" y="577"/>
                        </a:lnTo>
                        <a:lnTo>
                          <a:pt x="575" y="547"/>
                        </a:lnTo>
                        <a:lnTo>
                          <a:pt x="573" y="517"/>
                        </a:lnTo>
                        <a:lnTo>
                          <a:pt x="570" y="490"/>
                        </a:lnTo>
                        <a:lnTo>
                          <a:pt x="565" y="461"/>
                        </a:lnTo>
                        <a:lnTo>
                          <a:pt x="558" y="432"/>
                        </a:lnTo>
                        <a:lnTo>
                          <a:pt x="551" y="406"/>
                        </a:lnTo>
                        <a:lnTo>
                          <a:pt x="541" y="379"/>
                        </a:lnTo>
                        <a:lnTo>
                          <a:pt x="531" y="352"/>
                        </a:lnTo>
                        <a:lnTo>
                          <a:pt x="520" y="327"/>
                        </a:lnTo>
                        <a:lnTo>
                          <a:pt x="506" y="302"/>
                        </a:lnTo>
                        <a:lnTo>
                          <a:pt x="492" y="278"/>
                        </a:lnTo>
                        <a:lnTo>
                          <a:pt x="478" y="254"/>
                        </a:lnTo>
                        <a:lnTo>
                          <a:pt x="461" y="232"/>
                        </a:lnTo>
                        <a:lnTo>
                          <a:pt x="444" y="209"/>
                        </a:lnTo>
                        <a:lnTo>
                          <a:pt x="426" y="189"/>
                        </a:lnTo>
                        <a:lnTo>
                          <a:pt x="408" y="169"/>
                        </a:lnTo>
                        <a:lnTo>
                          <a:pt x="388" y="150"/>
                        </a:lnTo>
                        <a:lnTo>
                          <a:pt x="367" y="132"/>
                        </a:lnTo>
                        <a:lnTo>
                          <a:pt x="345" y="115"/>
                        </a:lnTo>
                        <a:lnTo>
                          <a:pt x="322" y="99"/>
                        </a:lnTo>
                        <a:lnTo>
                          <a:pt x="298" y="84"/>
                        </a:lnTo>
                        <a:lnTo>
                          <a:pt x="275" y="70"/>
                        </a:lnTo>
                        <a:lnTo>
                          <a:pt x="249" y="57"/>
                        </a:lnTo>
                        <a:lnTo>
                          <a:pt x="224" y="45"/>
                        </a:lnTo>
                        <a:lnTo>
                          <a:pt x="198" y="35"/>
                        </a:lnTo>
                        <a:lnTo>
                          <a:pt x="172" y="26"/>
                        </a:lnTo>
                        <a:lnTo>
                          <a:pt x="144" y="18"/>
                        </a:lnTo>
                        <a:lnTo>
                          <a:pt x="116" y="11"/>
                        </a:lnTo>
                        <a:lnTo>
                          <a:pt x="87" y="6"/>
                        </a:lnTo>
                        <a:lnTo>
                          <a:pt x="59" y="3"/>
                        </a:lnTo>
                        <a:lnTo>
                          <a:pt x="30" y="1"/>
                        </a:lnTo>
                        <a:lnTo>
                          <a:pt x="0" y="0"/>
                        </a:lnTo>
                        <a:lnTo>
                          <a:pt x="0" y="207"/>
                        </a:lnTo>
                        <a:lnTo>
                          <a:pt x="19" y="207"/>
                        </a:lnTo>
                        <a:lnTo>
                          <a:pt x="37" y="209"/>
                        </a:lnTo>
                        <a:lnTo>
                          <a:pt x="56" y="212"/>
                        </a:lnTo>
                        <a:lnTo>
                          <a:pt x="75" y="215"/>
                        </a:lnTo>
                        <a:lnTo>
                          <a:pt x="92" y="219"/>
                        </a:lnTo>
                        <a:lnTo>
                          <a:pt x="110" y="224"/>
                        </a:lnTo>
                        <a:lnTo>
                          <a:pt x="127" y="230"/>
                        </a:lnTo>
                        <a:lnTo>
                          <a:pt x="143" y="236"/>
                        </a:lnTo>
                        <a:lnTo>
                          <a:pt x="160" y="244"/>
                        </a:lnTo>
                        <a:lnTo>
                          <a:pt x="176" y="252"/>
                        </a:lnTo>
                        <a:lnTo>
                          <a:pt x="191" y="261"/>
                        </a:lnTo>
                        <a:lnTo>
                          <a:pt x="206" y="271"/>
                        </a:lnTo>
                        <a:lnTo>
                          <a:pt x="221" y="281"/>
                        </a:lnTo>
                        <a:lnTo>
                          <a:pt x="234" y="292"/>
                        </a:lnTo>
                        <a:lnTo>
                          <a:pt x="247" y="303"/>
                        </a:lnTo>
                        <a:lnTo>
                          <a:pt x="260" y="316"/>
                        </a:lnTo>
                        <a:lnTo>
                          <a:pt x="273" y="329"/>
                        </a:lnTo>
                        <a:lnTo>
                          <a:pt x="284" y="343"/>
                        </a:lnTo>
                        <a:lnTo>
                          <a:pt x="295" y="357"/>
                        </a:lnTo>
                        <a:lnTo>
                          <a:pt x="306" y="370"/>
                        </a:lnTo>
                        <a:lnTo>
                          <a:pt x="315" y="385"/>
                        </a:lnTo>
                        <a:lnTo>
                          <a:pt x="325" y="401"/>
                        </a:lnTo>
                        <a:lnTo>
                          <a:pt x="332" y="417"/>
                        </a:lnTo>
                        <a:lnTo>
                          <a:pt x="340" y="433"/>
                        </a:lnTo>
                        <a:lnTo>
                          <a:pt x="346" y="450"/>
                        </a:lnTo>
                        <a:lnTo>
                          <a:pt x="353" y="467"/>
                        </a:lnTo>
                        <a:lnTo>
                          <a:pt x="357" y="484"/>
                        </a:lnTo>
                        <a:lnTo>
                          <a:pt x="361" y="503"/>
                        </a:lnTo>
                        <a:lnTo>
                          <a:pt x="364" y="521"/>
                        </a:lnTo>
                        <a:lnTo>
                          <a:pt x="368" y="539"/>
                        </a:lnTo>
                        <a:lnTo>
                          <a:pt x="369" y="558"/>
                        </a:lnTo>
                        <a:lnTo>
                          <a:pt x="369" y="577"/>
                        </a:lnTo>
                        <a:lnTo>
                          <a:pt x="576" y="577"/>
                        </a:lnTo>
                        <a:close/>
                      </a:path>
                    </a:pathLst>
                  </a:custGeom>
                  <a:solidFill>
                    <a:srgbClr val="EF2B2F"/>
                  </a:solidFill>
                  <a:ln>
                    <a:noFill/>
                  </a:ln>
                </p:spPr>
                <p:txBody>
                  <a:bodyPr/>
                  <a:lstStyle/>
                  <a:p>
                    <a:pPr>
                      <a:defRPr/>
                    </a:pPr>
                    <a:endParaRPr lang="en-US" sz="1050">
                      <a:latin typeface="+mj-lt"/>
                    </a:endParaRPr>
                  </a:p>
                </p:txBody>
              </p:sp>
              <p:sp>
                <p:nvSpPr>
                  <p:cNvPr id="41430" name="Freeform 567">
                    <a:extLst>
                      <a:ext uri="{FF2B5EF4-FFF2-40B4-BE49-F238E27FC236}">
                        <a16:creationId xmlns="" xmlns:a16="http://schemas.microsoft.com/office/drawing/2014/main" id="{E67296E5-4DCB-1AC9-67B3-DCF598286484}"/>
                      </a:ext>
                    </a:extLst>
                  </p:cNvPr>
                  <p:cNvSpPr>
                    <a:spLocks/>
                  </p:cNvSpPr>
                  <p:nvPr/>
                </p:nvSpPr>
                <p:spPr bwMode="auto">
                  <a:xfrm>
                    <a:off x="1668" y="2343"/>
                    <a:ext cx="24" cy="23"/>
                  </a:xfrm>
                  <a:custGeom>
                    <a:avLst/>
                    <a:gdLst>
                      <a:gd name="T0" fmla="*/ 0 w 576"/>
                      <a:gd name="T1" fmla="*/ 0 h 577"/>
                      <a:gd name="T2" fmla="*/ 0 w 576"/>
                      <a:gd name="T3" fmla="*/ 0 h 577"/>
                      <a:gd name="T4" fmla="*/ 0 w 576"/>
                      <a:gd name="T5" fmla="*/ 0 h 577"/>
                      <a:gd name="T6" fmla="*/ 0 w 576"/>
                      <a:gd name="T7" fmla="*/ 0 h 577"/>
                      <a:gd name="T8" fmla="*/ 0 w 576"/>
                      <a:gd name="T9" fmla="*/ 0 h 577"/>
                      <a:gd name="T10" fmla="*/ 0 w 576"/>
                      <a:gd name="T11" fmla="*/ 0 h 577"/>
                      <a:gd name="T12" fmla="*/ 0 w 576"/>
                      <a:gd name="T13" fmla="*/ 0 h 577"/>
                      <a:gd name="T14" fmla="*/ 0 w 576"/>
                      <a:gd name="T15" fmla="*/ 0 h 577"/>
                      <a:gd name="T16" fmla="*/ 0 w 576"/>
                      <a:gd name="T17" fmla="*/ 0 h 577"/>
                      <a:gd name="T18" fmla="*/ 0 w 576"/>
                      <a:gd name="T19" fmla="*/ 0 h 577"/>
                      <a:gd name="T20" fmla="*/ 0 w 576"/>
                      <a:gd name="T21" fmla="*/ 0 h 577"/>
                      <a:gd name="T22" fmla="*/ 0 w 576"/>
                      <a:gd name="T23" fmla="*/ 0 h 577"/>
                      <a:gd name="T24" fmla="*/ 0 w 576"/>
                      <a:gd name="T25" fmla="*/ 0 h 577"/>
                      <a:gd name="T26" fmla="*/ 0 w 576"/>
                      <a:gd name="T27" fmla="*/ 0 h 577"/>
                      <a:gd name="T28" fmla="*/ 0 w 576"/>
                      <a:gd name="T29" fmla="*/ 0 h 577"/>
                      <a:gd name="T30" fmla="*/ 0 w 576"/>
                      <a:gd name="T31" fmla="*/ 0 h 577"/>
                      <a:gd name="T32" fmla="*/ 0 w 576"/>
                      <a:gd name="T33" fmla="*/ 0 h 577"/>
                      <a:gd name="T34" fmla="*/ 0 w 576"/>
                      <a:gd name="T35" fmla="*/ 0 h 577"/>
                      <a:gd name="T36" fmla="*/ 0 w 576"/>
                      <a:gd name="T37" fmla="*/ 0 h 577"/>
                      <a:gd name="T38" fmla="*/ 0 w 576"/>
                      <a:gd name="T39" fmla="*/ 0 h 577"/>
                      <a:gd name="T40" fmla="*/ 0 w 576"/>
                      <a:gd name="T41" fmla="*/ 0 h 577"/>
                      <a:gd name="T42" fmla="*/ 0 w 576"/>
                      <a:gd name="T43" fmla="*/ 0 h 577"/>
                      <a:gd name="T44" fmla="*/ 0 w 576"/>
                      <a:gd name="T45" fmla="*/ 0 h 577"/>
                      <a:gd name="T46" fmla="*/ 0 w 576"/>
                      <a:gd name="T47" fmla="*/ 0 h 577"/>
                      <a:gd name="T48" fmla="*/ 0 w 576"/>
                      <a:gd name="T49" fmla="*/ 0 h 577"/>
                      <a:gd name="T50" fmla="*/ 0 w 576"/>
                      <a:gd name="T51" fmla="*/ 0 h 577"/>
                      <a:gd name="T52" fmla="*/ 0 w 576"/>
                      <a:gd name="T53" fmla="*/ 0 h 577"/>
                      <a:gd name="T54" fmla="*/ 0 w 576"/>
                      <a:gd name="T55" fmla="*/ 0 h 577"/>
                      <a:gd name="T56" fmla="*/ 0 w 576"/>
                      <a:gd name="T57" fmla="*/ 0 h 577"/>
                      <a:gd name="T58" fmla="*/ 0 w 576"/>
                      <a:gd name="T59" fmla="*/ 0 h 577"/>
                      <a:gd name="T60" fmla="*/ 0 w 576"/>
                      <a:gd name="T61" fmla="*/ 0 h 577"/>
                      <a:gd name="T62" fmla="*/ 0 w 576"/>
                      <a:gd name="T63" fmla="*/ 0 h 577"/>
                      <a:gd name="T64" fmla="*/ 0 w 576"/>
                      <a:gd name="T65" fmla="*/ 0 h 577"/>
                      <a:gd name="T66" fmla="*/ 0 w 576"/>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7"/>
                      <a:gd name="T104" fmla="*/ 576 w 576"/>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7">
                        <a:moveTo>
                          <a:pt x="0" y="577"/>
                        </a:moveTo>
                        <a:lnTo>
                          <a:pt x="0" y="577"/>
                        </a:lnTo>
                        <a:lnTo>
                          <a:pt x="29" y="576"/>
                        </a:lnTo>
                        <a:lnTo>
                          <a:pt x="59" y="573"/>
                        </a:lnTo>
                        <a:lnTo>
                          <a:pt x="87" y="570"/>
                        </a:lnTo>
                        <a:lnTo>
                          <a:pt x="116" y="565"/>
                        </a:lnTo>
                        <a:lnTo>
                          <a:pt x="144" y="559"/>
                        </a:lnTo>
                        <a:lnTo>
                          <a:pt x="172" y="551"/>
                        </a:lnTo>
                        <a:lnTo>
                          <a:pt x="198" y="541"/>
                        </a:lnTo>
                        <a:lnTo>
                          <a:pt x="224" y="531"/>
                        </a:lnTo>
                        <a:lnTo>
                          <a:pt x="249" y="519"/>
                        </a:lnTo>
                        <a:lnTo>
                          <a:pt x="275" y="506"/>
                        </a:lnTo>
                        <a:lnTo>
                          <a:pt x="298" y="492"/>
                        </a:lnTo>
                        <a:lnTo>
                          <a:pt x="322" y="478"/>
                        </a:lnTo>
                        <a:lnTo>
                          <a:pt x="345" y="462"/>
                        </a:lnTo>
                        <a:lnTo>
                          <a:pt x="367" y="445"/>
                        </a:lnTo>
                        <a:lnTo>
                          <a:pt x="388" y="426"/>
                        </a:lnTo>
                        <a:lnTo>
                          <a:pt x="408" y="407"/>
                        </a:lnTo>
                        <a:lnTo>
                          <a:pt x="426" y="387"/>
                        </a:lnTo>
                        <a:lnTo>
                          <a:pt x="444" y="367"/>
                        </a:lnTo>
                        <a:lnTo>
                          <a:pt x="461" y="344"/>
                        </a:lnTo>
                        <a:lnTo>
                          <a:pt x="478" y="322"/>
                        </a:lnTo>
                        <a:lnTo>
                          <a:pt x="492" y="299"/>
                        </a:lnTo>
                        <a:lnTo>
                          <a:pt x="506" y="274"/>
                        </a:lnTo>
                        <a:lnTo>
                          <a:pt x="520" y="249"/>
                        </a:lnTo>
                        <a:lnTo>
                          <a:pt x="531" y="224"/>
                        </a:lnTo>
                        <a:lnTo>
                          <a:pt x="541" y="198"/>
                        </a:lnTo>
                        <a:lnTo>
                          <a:pt x="551" y="171"/>
                        </a:lnTo>
                        <a:lnTo>
                          <a:pt x="558" y="144"/>
                        </a:lnTo>
                        <a:lnTo>
                          <a:pt x="565" y="115"/>
                        </a:lnTo>
                        <a:lnTo>
                          <a:pt x="570" y="88"/>
                        </a:lnTo>
                        <a:lnTo>
                          <a:pt x="573" y="59"/>
                        </a:lnTo>
                        <a:lnTo>
                          <a:pt x="575" y="29"/>
                        </a:lnTo>
                        <a:lnTo>
                          <a:pt x="576" y="0"/>
                        </a:lnTo>
                        <a:lnTo>
                          <a:pt x="369" y="0"/>
                        </a:lnTo>
                        <a:lnTo>
                          <a:pt x="369" y="18"/>
                        </a:lnTo>
                        <a:lnTo>
                          <a:pt x="368" y="37"/>
                        </a:lnTo>
                        <a:lnTo>
                          <a:pt x="364" y="57"/>
                        </a:lnTo>
                        <a:lnTo>
                          <a:pt x="361" y="74"/>
                        </a:lnTo>
                        <a:lnTo>
                          <a:pt x="357" y="92"/>
                        </a:lnTo>
                        <a:lnTo>
                          <a:pt x="353" y="109"/>
                        </a:lnTo>
                        <a:lnTo>
                          <a:pt x="346" y="126"/>
                        </a:lnTo>
                        <a:lnTo>
                          <a:pt x="340" y="143"/>
                        </a:lnTo>
                        <a:lnTo>
                          <a:pt x="332" y="159"/>
                        </a:lnTo>
                        <a:lnTo>
                          <a:pt x="325" y="175"/>
                        </a:lnTo>
                        <a:lnTo>
                          <a:pt x="315" y="191"/>
                        </a:lnTo>
                        <a:lnTo>
                          <a:pt x="306" y="206"/>
                        </a:lnTo>
                        <a:lnTo>
                          <a:pt x="295" y="221"/>
                        </a:lnTo>
                        <a:lnTo>
                          <a:pt x="284" y="234"/>
                        </a:lnTo>
                        <a:lnTo>
                          <a:pt x="273" y="247"/>
                        </a:lnTo>
                        <a:lnTo>
                          <a:pt x="260" y="261"/>
                        </a:lnTo>
                        <a:lnTo>
                          <a:pt x="247" y="273"/>
                        </a:lnTo>
                        <a:lnTo>
                          <a:pt x="234" y="285"/>
                        </a:lnTo>
                        <a:lnTo>
                          <a:pt x="221" y="295"/>
                        </a:lnTo>
                        <a:lnTo>
                          <a:pt x="206" y="306"/>
                        </a:lnTo>
                        <a:lnTo>
                          <a:pt x="191" y="316"/>
                        </a:lnTo>
                        <a:lnTo>
                          <a:pt x="176" y="324"/>
                        </a:lnTo>
                        <a:lnTo>
                          <a:pt x="160" y="333"/>
                        </a:lnTo>
                        <a:lnTo>
                          <a:pt x="143" y="340"/>
                        </a:lnTo>
                        <a:lnTo>
                          <a:pt x="127" y="346"/>
                        </a:lnTo>
                        <a:lnTo>
                          <a:pt x="110" y="352"/>
                        </a:lnTo>
                        <a:lnTo>
                          <a:pt x="92" y="357"/>
                        </a:lnTo>
                        <a:lnTo>
                          <a:pt x="75" y="361"/>
                        </a:lnTo>
                        <a:lnTo>
                          <a:pt x="56" y="365"/>
                        </a:lnTo>
                        <a:lnTo>
                          <a:pt x="38" y="367"/>
                        </a:lnTo>
                        <a:lnTo>
                          <a:pt x="19" y="369"/>
                        </a:lnTo>
                        <a:lnTo>
                          <a:pt x="0" y="369"/>
                        </a:lnTo>
                        <a:lnTo>
                          <a:pt x="0" y="577"/>
                        </a:lnTo>
                        <a:close/>
                      </a:path>
                    </a:pathLst>
                  </a:custGeom>
                  <a:solidFill>
                    <a:srgbClr val="EF2B2F"/>
                  </a:solidFill>
                  <a:ln>
                    <a:noFill/>
                  </a:ln>
                </p:spPr>
                <p:txBody>
                  <a:bodyPr/>
                  <a:lstStyle/>
                  <a:p>
                    <a:pPr>
                      <a:defRPr/>
                    </a:pPr>
                    <a:endParaRPr lang="en-US" sz="1050">
                      <a:latin typeface="+mj-lt"/>
                    </a:endParaRPr>
                  </a:p>
                </p:txBody>
              </p:sp>
              <p:sp>
                <p:nvSpPr>
                  <p:cNvPr id="41431" name="Freeform 568">
                    <a:extLst>
                      <a:ext uri="{FF2B5EF4-FFF2-40B4-BE49-F238E27FC236}">
                        <a16:creationId xmlns="" xmlns:a16="http://schemas.microsoft.com/office/drawing/2014/main" id="{2AD27891-5A84-8BC2-CA39-3676DD76912E}"/>
                      </a:ext>
                    </a:extLst>
                  </p:cNvPr>
                  <p:cNvSpPr>
                    <a:spLocks/>
                  </p:cNvSpPr>
                  <p:nvPr/>
                </p:nvSpPr>
                <p:spPr bwMode="auto">
                  <a:xfrm>
                    <a:off x="1644" y="2343"/>
                    <a:ext cx="24" cy="23"/>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0" y="0"/>
                        </a:moveTo>
                        <a:lnTo>
                          <a:pt x="0" y="0"/>
                        </a:lnTo>
                        <a:lnTo>
                          <a:pt x="1" y="29"/>
                        </a:lnTo>
                        <a:lnTo>
                          <a:pt x="3" y="58"/>
                        </a:lnTo>
                        <a:lnTo>
                          <a:pt x="6" y="88"/>
                        </a:lnTo>
                        <a:lnTo>
                          <a:pt x="11" y="115"/>
                        </a:lnTo>
                        <a:lnTo>
                          <a:pt x="18" y="143"/>
                        </a:lnTo>
                        <a:lnTo>
                          <a:pt x="26" y="171"/>
                        </a:lnTo>
                        <a:lnTo>
                          <a:pt x="35" y="198"/>
                        </a:lnTo>
                        <a:lnTo>
                          <a:pt x="45" y="224"/>
                        </a:lnTo>
                        <a:lnTo>
                          <a:pt x="57" y="249"/>
                        </a:lnTo>
                        <a:lnTo>
                          <a:pt x="70" y="274"/>
                        </a:lnTo>
                        <a:lnTo>
                          <a:pt x="84" y="299"/>
                        </a:lnTo>
                        <a:lnTo>
                          <a:pt x="99" y="322"/>
                        </a:lnTo>
                        <a:lnTo>
                          <a:pt x="115" y="344"/>
                        </a:lnTo>
                        <a:lnTo>
                          <a:pt x="132" y="367"/>
                        </a:lnTo>
                        <a:lnTo>
                          <a:pt x="150" y="387"/>
                        </a:lnTo>
                        <a:lnTo>
                          <a:pt x="169" y="407"/>
                        </a:lnTo>
                        <a:lnTo>
                          <a:pt x="189" y="426"/>
                        </a:lnTo>
                        <a:lnTo>
                          <a:pt x="209" y="445"/>
                        </a:lnTo>
                        <a:lnTo>
                          <a:pt x="232" y="462"/>
                        </a:lnTo>
                        <a:lnTo>
                          <a:pt x="254" y="478"/>
                        </a:lnTo>
                        <a:lnTo>
                          <a:pt x="278" y="492"/>
                        </a:lnTo>
                        <a:lnTo>
                          <a:pt x="302" y="506"/>
                        </a:lnTo>
                        <a:lnTo>
                          <a:pt x="327" y="519"/>
                        </a:lnTo>
                        <a:lnTo>
                          <a:pt x="352" y="531"/>
                        </a:lnTo>
                        <a:lnTo>
                          <a:pt x="379" y="541"/>
                        </a:lnTo>
                        <a:lnTo>
                          <a:pt x="405" y="551"/>
                        </a:lnTo>
                        <a:lnTo>
                          <a:pt x="433" y="559"/>
                        </a:lnTo>
                        <a:lnTo>
                          <a:pt x="461" y="565"/>
                        </a:lnTo>
                        <a:lnTo>
                          <a:pt x="490" y="570"/>
                        </a:lnTo>
                        <a:lnTo>
                          <a:pt x="518" y="573"/>
                        </a:lnTo>
                        <a:lnTo>
                          <a:pt x="547" y="576"/>
                        </a:lnTo>
                        <a:lnTo>
                          <a:pt x="577" y="577"/>
                        </a:lnTo>
                        <a:lnTo>
                          <a:pt x="577" y="369"/>
                        </a:lnTo>
                        <a:lnTo>
                          <a:pt x="558" y="369"/>
                        </a:lnTo>
                        <a:lnTo>
                          <a:pt x="539" y="367"/>
                        </a:lnTo>
                        <a:lnTo>
                          <a:pt x="521" y="365"/>
                        </a:lnTo>
                        <a:lnTo>
                          <a:pt x="502" y="361"/>
                        </a:lnTo>
                        <a:lnTo>
                          <a:pt x="484" y="357"/>
                        </a:lnTo>
                        <a:lnTo>
                          <a:pt x="467" y="352"/>
                        </a:lnTo>
                        <a:lnTo>
                          <a:pt x="450" y="346"/>
                        </a:lnTo>
                        <a:lnTo>
                          <a:pt x="433" y="340"/>
                        </a:lnTo>
                        <a:lnTo>
                          <a:pt x="417" y="333"/>
                        </a:lnTo>
                        <a:lnTo>
                          <a:pt x="401" y="324"/>
                        </a:lnTo>
                        <a:lnTo>
                          <a:pt x="386" y="316"/>
                        </a:lnTo>
                        <a:lnTo>
                          <a:pt x="370" y="306"/>
                        </a:lnTo>
                        <a:lnTo>
                          <a:pt x="356" y="295"/>
                        </a:lnTo>
                        <a:lnTo>
                          <a:pt x="343" y="285"/>
                        </a:lnTo>
                        <a:lnTo>
                          <a:pt x="329" y="273"/>
                        </a:lnTo>
                        <a:lnTo>
                          <a:pt x="316" y="260"/>
                        </a:lnTo>
                        <a:lnTo>
                          <a:pt x="303" y="247"/>
                        </a:lnTo>
                        <a:lnTo>
                          <a:pt x="291" y="234"/>
                        </a:lnTo>
                        <a:lnTo>
                          <a:pt x="281" y="221"/>
                        </a:lnTo>
                        <a:lnTo>
                          <a:pt x="271" y="206"/>
                        </a:lnTo>
                        <a:lnTo>
                          <a:pt x="261" y="191"/>
                        </a:lnTo>
                        <a:lnTo>
                          <a:pt x="252" y="175"/>
                        </a:lnTo>
                        <a:lnTo>
                          <a:pt x="244" y="159"/>
                        </a:lnTo>
                        <a:lnTo>
                          <a:pt x="236" y="143"/>
                        </a:lnTo>
                        <a:lnTo>
                          <a:pt x="230" y="126"/>
                        </a:lnTo>
                        <a:lnTo>
                          <a:pt x="224" y="109"/>
                        </a:lnTo>
                        <a:lnTo>
                          <a:pt x="219" y="92"/>
                        </a:lnTo>
                        <a:lnTo>
                          <a:pt x="215" y="74"/>
                        </a:lnTo>
                        <a:lnTo>
                          <a:pt x="212" y="57"/>
                        </a:lnTo>
                        <a:lnTo>
                          <a:pt x="209" y="37"/>
                        </a:lnTo>
                        <a:lnTo>
                          <a:pt x="208" y="19"/>
                        </a:lnTo>
                        <a:lnTo>
                          <a:pt x="207" y="0"/>
                        </a:lnTo>
                        <a:lnTo>
                          <a:pt x="0" y="0"/>
                        </a:lnTo>
                        <a:close/>
                      </a:path>
                    </a:pathLst>
                  </a:custGeom>
                  <a:solidFill>
                    <a:srgbClr val="EF2B2F"/>
                  </a:solidFill>
                  <a:ln>
                    <a:noFill/>
                  </a:ln>
                </p:spPr>
                <p:txBody>
                  <a:bodyPr/>
                  <a:lstStyle/>
                  <a:p>
                    <a:pPr>
                      <a:defRPr/>
                    </a:pPr>
                    <a:endParaRPr lang="en-US" sz="1050">
                      <a:latin typeface="+mj-lt"/>
                    </a:endParaRPr>
                  </a:p>
                </p:txBody>
              </p:sp>
              <p:sp>
                <p:nvSpPr>
                  <p:cNvPr id="41432" name="Freeform 569">
                    <a:extLst>
                      <a:ext uri="{FF2B5EF4-FFF2-40B4-BE49-F238E27FC236}">
                        <a16:creationId xmlns="" xmlns:a16="http://schemas.microsoft.com/office/drawing/2014/main" id="{00B34EE1-421B-BFD1-005B-C369008EDB0A}"/>
                      </a:ext>
                    </a:extLst>
                  </p:cNvPr>
                  <p:cNvSpPr>
                    <a:spLocks/>
                  </p:cNvSpPr>
                  <p:nvPr/>
                </p:nvSpPr>
                <p:spPr bwMode="auto">
                  <a:xfrm>
                    <a:off x="1644" y="2321"/>
                    <a:ext cx="24" cy="22"/>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577" y="0"/>
                        </a:moveTo>
                        <a:lnTo>
                          <a:pt x="577" y="0"/>
                        </a:lnTo>
                        <a:lnTo>
                          <a:pt x="547" y="1"/>
                        </a:lnTo>
                        <a:lnTo>
                          <a:pt x="518" y="3"/>
                        </a:lnTo>
                        <a:lnTo>
                          <a:pt x="490" y="6"/>
                        </a:lnTo>
                        <a:lnTo>
                          <a:pt x="461" y="11"/>
                        </a:lnTo>
                        <a:lnTo>
                          <a:pt x="433" y="18"/>
                        </a:lnTo>
                        <a:lnTo>
                          <a:pt x="405" y="26"/>
                        </a:lnTo>
                        <a:lnTo>
                          <a:pt x="379" y="35"/>
                        </a:lnTo>
                        <a:lnTo>
                          <a:pt x="352" y="45"/>
                        </a:lnTo>
                        <a:lnTo>
                          <a:pt x="327" y="57"/>
                        </a:lnTo>
                        <a:lnTo>
                          <a:pt x="302" y="70"/>
                        </a:lnTo>
                        <a:lnTo>
                          <a:pt x="278" y="84"/>
                        </a:lnTo>
                        <a:lnTo>
                          <a:pt x="254" y="99"/>
                        </a:lnTo>
                        <a:lnTo>
                          <a:pt x="232" y="115"/>
                        </a:lnTo>
                        <a:lnTo>
                          <a:pt x="209" y="132"/>
                        </a:lnTo>
                        <a:lnTo>
                          <a:pt x="189" y="150"/>
                        </a:lnTo>
                        <a:lnTo>
                          <a:pt x="169" y="169"/>
                        </a:lnTo>
                        <a:lnTo>
                          <a:pt x="150" y="189"/>
                        </a:lnTo>
                        <a:lnTo>
                          <a:pt x="132" y="209"/>
                        </a:lnTo>
                        <a:lnTo>
                          <a:pt x="115" y="232"/>
                        </a:lnTo>
                        <a:lnTo>
                          <a:pt x="99" y="254"/>
                        </a:lnTo>
                        <a:lnTo>
                          <a:pt x="84" y="278"/>
                        </a:lnTo>
                        <a:lnTo>
                          <a:pt x="70" y="302"/>
                        </a:lnTo>
                        <a:lnTo>
                          <a:pt x="57" y="327"/>
                        </a:lnTo>
                        <a:lnTo>
                          <a:pt x="45" y="352"/>
                        </a:lnTo>
                        <a:lnTo>
                          <a:pt x="35" y="379"/>
                        </a:lnTo>
                        <a:lnTo>
                          <a:pt x="26" y="406"/>
                        </a:lnTo>
                        <a:lnTo>
                          <a:pt x="18" y="433"/>
                        </a:lnTo>
                        <a:lnTo>
                          <a:pt x="11" y="461"/>
                        </a:lnTo>
                        <a:lnTo>
                          <a:pt x="6" y="490"/>
                        </a:lnTo>
                        <a:lnTo>
                          <a:pt x="3" y="519"/>
                        </a:lnTo>
                        <a:lnTo>
                          <a:pt x="1" y="547"/>
                        </a:lnTo>
                        <a:lnTo>
                          <a:pt x="0" y="577"/>
                        </a:lnTo>
                        <a:lnTo>
                          <a:pt x="207" y="577"/>
                        </a:lnTo>
                        <a:lnTo>
                          <a:pt x="208" y="557"/>
                        </a:lnTo>
                        <a:lnTo>
                          <a:pt x="209" y="539"/>
                        </a:lnTo>
                        <a:lnTo>
                          <a:pt x="212" y="521"/>
                        </a:lnTo>
                        <a:lnTo>
                          <a:pt x="215" y="503"/>
                        </a:lnTo>
                        <a:lnTo>
                          <a:pt x="219" y="484"/>
                        </a:lnTo>
                        <a:lnTo>
                          <a:pt x="224" y="467"/>
                        </a:lnTo>
                        <a:lnTo>
                          <a:pt x="230" y="450"/>
                        </a:lnTo>
                        <a:lnTo>
                          <a:pt x="236" y="433"/>
                        </a:lnTo>
                        <a:lnTo>
                          <a:pt x="244" y="417"/>
                        </a:lnTo>
                        <a:lnTo>
                          <a:pt x="252" y="401"/>
                        </a:lnTo>
                        <a:lnTo>
                          <a:pt x="261" y="385"/>
                        </a:lnTo>
                        <a:lnTo>
                          <a:pt x="271" y="370"/>
                        </a:lnTo>
                        <a:lnTo>
                          <a:pt x="281" y="357"/>
                        </a:lnTo>
                        <a:lnTo>
                          <a:pt x="291" y="343"/>
                        </a:lnTo>
                        <a:lnTo>
                          <a:pt x="303" y="329"/>
                        </a:lnTo>
                        <a:lnTo>
                          <a:pt x="316" y="316"/>
                        </a:lnTo>
                        <a:lnTo>
                          <a:pt x="329" y="303"/>
                        </a:lnTo>
                        <a:lnTo>
                          <a:pt x="343" y="292"/>
                        </a:lnTo>
                        <a:lnTo>
                          <a:pt x="356" y="281"/>
                        </a:lnTo>
                        <a:lnTo>
                          <a:pt x="370" y="271"/>
                        </a:lnTo>
                        <a:lnTo>
                          <a:pt x="386" y="261"/>
                        </a:lnTo>
                        <a:lnTo>
                          <a:pt x="401" y="252"/>
                        </a:lnTo>
                        <a:lnTo>
                          <a:pt x="417" y="244"/>
                        </a:lnTo>
                        <a:lnTo>
                          <a:pt x="433" y="236"/>
                        </a:lnTo>
                        <a:lnTo>
                          <a:pt x="450" y="230"/>
                        </a:lnTo>
                        <a:lnTo>
                          <a:pt x="467" y="224"/>
                        </a:lnTo>
                        <a:lnTo>
                          <a:pt x="484" y="219"/>
                        </a:lnTo>
                        <a:lnTo>
                          <a:pt x="502" y="215"/>
                        </a:lnTo>
                        <a:lnTo>
                          <a:pt x="521" y="212"/>
                        </a:lnTo>
                        <a:lnTo>
                          <a:pt x="539" y="209"/>
                        </a:lnTo>
                        <a:lnTo>
                          <a:pt x="558" y="207"/>
                        </a:lnTo>
                        <a:lnTo>
                          <a:pt x="577" y="207"/>
                        </a:lnTo>
                        <a:lnTo>
                          <a:pt x="577" y="0"/>
                        </a:lnTo>
                        <a:close/>
                      </a:path>
                    </a:pathLst>
                  </a:custGeom>
                  <a:solidFill>
                    <a:srgbClr val="EF2B2F"/>
                  </a:solidFill>
                  <a:ln>
                    <a:noFill/>
                  </a:ln>
                </p:spPr>
                <p:txBody>
                  <a:bodyPr/>
                  <a:lstStyle/>
                  <a:p>
                    <a:pPr>
                      <a:defRPr/>
                    </a:pPr>
                    <a:endParaRPr lang="en-US" sz="1050">
                      <a:latin typeface="+mj-lt"/>
                    </a:endParaRPr>
                  </a:p>
                </p:txBody>
              </p:sp>
              <p:sp>
                <p:nvSpPr>
                  <p:cNvPr id="41433" name="Freeform 570">
                    <a:extLst>
                      <a:ext uri="{FF2B5EF4-FFF2-40B4-BE49-F238E27FC236}">
                        <a16:creationId xmlns="" xmlns:a16="http://schemas.microsoft.com/office/drawing/2014/main" id="{A58EB1DD-D489-1B26-E0A9-0D7E2C8612D1}"/>
                      </a:ext>
                    </a:extLst>
                  </p:cNvPr>
                  <p:cNvSpPr>
                    <a:spLocks/>
                  </p:cNvSpPr>
                  <p:nvPr/>
                </p:nvSpPr>
                <p:spPr bwMode="auto">
                  <a:xfrm>
                    <a:off x="1688" y="2331"/>
                    <a:ext cx="40" cy="36"/>
                  </a:xfrm>
                  <a:custGeom>
                    <a:avLst/>
                    <a:gdLst>
                      <a:gd name="T0" fmla="*/ 0 w 946"/>
                      <a:gd name="T1" fmla="*/ 0 h 947"/>
                      <a:gd name="T2" fmla="*/ 0 w 946"/>
                      <a:gd name="T3" fmla="*/ 0 h 947"/>
                      <a:gd name="T4" fmla="*/ 0 w 946"/>
                      <a:gd name="T5" fmla="*/ 0 h 947"/>
                      <a:gd name="T6" fmla="*/ 0 w 946"/>
                      <a:gd name="T7" fmla="*/ 0 h 947"/>
                      <a:gd name="T8" fmla="*/ 0 w 946"/>
                      <a:gd name="T9" fmla="*/ 0 h 947"/>
                      <a:gd name="T10" fmla="*/ 0 w 946"/>
                      <a:gd name="T11" fmla="*/ 0 h 947"/>
                      <a:gd name="T12" fmla="*/ 0 w 946"/>
                      <a:gd name="T13" fmla="*/ 0 h 947"/>
                      <a:gd name="T14" fmla="*/ 0 w 946"/>
                      <a:gd name="T15" fmla="*/ 0 h 947"/>
                      <a:gd name="T16" fmla="*/ 0 w 946"/>
                      <a:gd name="T17" fmla="*/ 0 h 947"/>
                      <a:gd name="T18" fmla="*/ 0 w 946"/>
                      <a:gd name="T19" fmla="*/ 0 h 947"/>
                      <a:gd name="T20" fmla="*/ 0 w 946"/>
                      <a:gd name="T21" fmla="*/ 0 h 947"/>
                      <a:gd name="T22" fmla="*/ 0 w 946"/>
                      <a:gd name="T23" fmla="*/ 0 h 947"/>
                      <a:gd name="T24" fmla="*/ 0 w 946"/>
                      <a:gd name="T25" fmla="*/ 0 h 947"/>
                      <a:gd name="T26" fmla="*/ 0 w 946"/>
                      <a:gd name="T27" fmla="*/ 0 h 947"/>
                      <a:gd name="T28" fmla="*/ 0 w 946"/>
                      <a:gd name="T29" fmla="*/ 0 h 947"/>
                      <a:gd name="T30" fmla="*/ 0 w 946"/>
                      <a:gd name="T31" fmla="*/ 0 h 947"/>
                      <a:gd name="T32" fmla="*/ 0 w 946"/>
                      <a:gd name="T33" fmla="*/ 0 h 947"/>
                      <a:gd name="T34" fmla="*/ 0 w 946"/>
                      <a:gd name="T35" fmla="*/ 0 h 947"/>
                      <a:gd name="T36" fmla="*/ 0 w 946"/>
                      <a:gd name="T37" fmla="*/ 0 h 947"/>
                      <a:gd name="T38" fmla="*/ 0 w 946"/>
                      <a:gd name="T39" fmla="*/ 0 h 947"/>
                      <a:gd name="T40" fmla="*/ 0 w 946"/>
                      <a:gd name="T41" fmla="*/ 0 h 947"/>
                      <a:gd name="T42" fmla="*/ 0 w 946"/>
                      <a:gd name="T43" fmla="*/ 0 h 947"/>
                      <a:gd name="T44" fmla="*/ 0 w 946"/>
                      <a:gd name="T45" fmla="*/ 0 h 947"/>
                      <a:gd name="T46" fmla="*/ 0 w 946"/>
                      <a:gd name="T47" fmla="*/ 0 h 947"/>
                      <a:gd name="T48" fmla="*/ 0 w 946"/>
                      <a:gd name="T49" fmla="*/ 0 h 947"/>
                      <a:gd name="T50" fmla="*/ 0 w 946"/>
                      <a:gd name="T51" fmla="*/ 0 h 947"/>
                      <a:gd name="T52" fmla="*/ 0 w 946"/>
                      <a:gd name="T53" fmla="*/ 0 h 947"/>
                      <a:gd name="T54" fmla="*/ 0 w 946"/>
                      <a:gd name="T55" fmla="*/ 0 h 947"/>
                      <a:gd name="T56" fmla="*/ 0 w 946"/>
                      <a:gd name="T57" fmla="*/ 0 h 947"/>
                      <a:gd name="T58" fmla="*/ 0 w 946"/>
                      <a:gd name="T59" fmla="*/ 0 h 947"/>
                      <a:gd name="T60" fmla="*/ 0 w 946"/>
                      <a:gd name="T61" fmla="*/ 0 h 947"/>
                      <a:gd name="T62" fmla="*/ 0 w 946"/>
                      <a:gd name="T63" fmla="*/ 0 h 947"/>
                      <a:gd name="T64" fmla="*/ 0 w 946"/>
                      <a:gd name="T65" fmla="*/ 0 h 947"/>
                      <a:gd name="T66" fmla="*/ 0 w 946"/>
                      <a:gd name="T67" fmla="*/ 0 h 947"/>
                      <a:gd name="T68" fmla="*/ 0 w 946"/>
                      <a:gd name="T69" fmla="*/ 0 h 947"/>
                      <a:gd name="T70" fmla="*/ 0 w 946"/>
                      <a:gd name="T71" fmla="*/ 0 h 947"/>
                      <a:gd name="T72" fmla="*/ 0 w 946"/>
                      <a:gd name="T73" fmla="*/ 0 h 947"/>
                      <a:gd name="T74" fmla="*/ 0 w 946"/>
                      <a:gd name="T75" fmla="*/ 0 h 947"/>
                      <a:gd name="T76" fmla="*/ 0 w 946"/>
                      <a:gd name="T77" fmla="*/ 0 h 947"/>
                      <a:gd name="T78" fmla="*/ 0 w 946"/>
                      <a:gd name="T79" fmla="*/ 0 h 947"/>
                      <a:gd name="T80" fmla="*/ 0 w 946"/>
                      <a:gd name="T81" fmla="*/ 0 h 947"/>
                      <a:gd name="T82" fmla="*/ 0 w 946"/>
                      <a:gd name="T83" fmla="*/ 0 h 947"/>
                      <a:gd name="T84" fmla="*/ 0 w 946"/>
                      <a:gd name="T85" fmla="*/ 0 h 94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6"/>
                      <a:gd name="T130" fmla="*/ 0 h 947"/>
                      <a:gd name="T131" fmla="*/ 946 w 946"/>
                      <a:gd name="T132" fmla="*/ 947 h 94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6" h="947">
                        <a:moveTo>
                          <a:pt x="473" y="0"/>
                        </a:moveTo>
                        <a:lnTo>
                          <a:pt x="496" y="0"/>
                        </a:lnTo>
                        <a:lnTo>
                          <a:pt x="521" y="3"/>
                        </a:lnTo>
                        <a:lnTo>
                          <a:pt x="544" y="6"/>
                        </a:lnTo>
                        <a:lnTo>
                          <a:pt x="568" y="10"/>
                        </a:lnTo>
                        <a:lnTo>
                          <a:pt x="590" y="15"/>
                        </a:lnTo>
                        <a:lnTo>
                          <a:pt x="612" y="22"/>
                        </a:lnTo>
                        <a:lnTo>
                          <a:pt x="635" y="29"/>
                        </a:lnTo>
                        <a:lnTo>
                          <a:pt x="656" y="38"/>
                        </a:lnTo>
                        <a:lnTo>
                          <a:pt x="677" y="47"/>
                        </a:lnTo>
                        <a:lnTo>
                          <a:pt x="698" y="58"/>
                        </a:lnTo>
                        <a:lnTo>
                          <a:pt x="717" y="69"/>
                        </a:lnTo>
                        <a:lnTo>
                          <a:pt x="737" y="81"/>
                        </a:lnTo>
                        <a:lnTo>
                          <a:pt x="755" y="94"/>
                        </a:lnTo>
                        <a:lnTo>
                          <a:pt x="773" y="108"/>
                        </a:lnTo>
                        <a:lnTo>
                          <a:pt x="790" y="123"/>
                        </a:lnTo>
                        <a:lnTo>
                          <a:pt x="806" y="139"/>
                        </a:lnTo>
                        <a:lnTo>
                          <a:pt x="822" y="156"/>
                        </a:lnTo>
                        <a:lnTo>
                          <a:pt x="837" y="173"/>
                        </a:lnTo>
                        <a:lnTo>
                          <a:pt x="851" y="190"/>
                        </a:lnTo>
                        <a:lnTo>
                          <a:pt x="865" y="209"/>
                        </a:lnTo>
                        <a:lnTo>
                          <a:pt x="877" y="228"/>
                        </a:lnTo>
                        <a:lnTo>
                          <a:pt x="888" y="248"/>
                        </a:lnTo>
                        <a:lnTo>
                          <a:pt x="899" y="269"/>
                        </a:lnTo>
                        <a:lnTo>
                          <a:pt x="909" y="289"/>
                        </a:lnTo>
                        <a:lnTo>
                          <a:pt x="917" y="311"/>
                        </a:lnTo>
                        <a:lnTo>
                          <a:pt x="925" y="333"/>
                        </a:lnTo>
                        <a:lnTo>
                          <a:pt x="931" y="355"/>
                        </a:lnTo>
                        <a:lnTo>
                          <a:pt x="936" y="378"/>
                        </a:lnTo>
                        <a:lnTo>
                          <a:pt x="939" y="401"/>
                        </a:lnTo>
                        <a:lnTo>
                          <a:pt x="943" y="426"/>
                        </a:lnTo>
                        <a:lnTo>
                          <a:pt x="945" y="449"/>
                        </a:lnTo>
                        <a:lnTo>
                          <a:pt x="946" y="474"/>
                        </a:lnTo>
                        <a:lnTo>
                          <a:pt x="945" y="498"/>
                        </a:lnTo>
                        <a:lnTo>
                          <a:pt x="943" y="522"/>
                        </a:lnTo>
                        <a:lnTo>
                          <a:pt x="939" y="545"/>
                        </a:lnTo>
                        <a:lnTo>
                          <a:pt x="936" y="568"/>
                        </a:lnTo>
                        <a:lnTo>
                          <a:pt x="931" y="592"/>
                        </a:lnTo>
                        <a:lnTo>
                          <a:pt x="925" y="614"/>
                        </a:lnTo>
                        <a:lnTo>
                          <a:pt x="917" y="636"/>
                        </a:lnTo>
                        <a:lnTo>
                          <a:pt x="909" y="657"/>
                        </a:lnTo>
                        <a:lnTo>
                          <a:pt x="899" y="678"/>
                        </a:lnTo>
                        <a:lnTo>
                          <a:pt x="888" y="698"/>
                        </a:lnTo>
                        <a:lnTo>
                          <a:pt x="877" y="719"/>
                        </a:lnTo>
                        <a:lnTo>
                          <a:pt x="865" y="738"/>
                        </a:lnTo>
                        <a:lnTo>
                          <a:pt x="851" y="756"/>
                        </a:lnTo>
                        <a:lnTo>
                          <a:pt x="837" y="774"/>
                        </a:lnTo>
                        <a:lnTo>
                          <a:pt x="822" y="791"/>
                        </a:lnTo>
                        <a:lnTo>
                          <a:pt x="806" y="807"/>
                        </a:lnTo>
                        <a:lnTo>
                          <a:pt x="790" y="823"/>
                        </a:lnTo>
                        <a:lnTo>
                          <a:pt x="773" y="838"/>
                        </a:lnTo>
                        <a:lnTo>
                          <a:pt x="755" y="852"/>
                        </a:lnTo>
                        <a:lnTo>
                          <a:pt x="737" y="866"/>
                        </a:lnTo>
                        <a:lnTo>
                          <a:pt x="717" y="877"/>
                        </a:lnTo>
                        <a:lnTo>
                          <a:pt x="698" y="889"/>
                        </a:lnTo>
                        <a:lnTo>
                          <a:pt x="677" y="900"/>
                        </a:lnTo>
                        <a:lnTo>
                          <a:pt x="656" y="909"/>
                        </a:lnTo>
                        <a:lnTo>
                          <a:pt x="635" y="918"/>
                        </a:lnTo>
                        <a:lnTo>
                          <a:pt x="612" y="925"/>
                        </a:lnTo>
                        <a:lnTo>
                          <a:pt x="590" y="932"/>
                        </a:lnTo>
                        <a:lnTo>
                          <a:pt x="568" y="937"/>
                        </a:lnTo>
                        <a:lnTo>
                          <a:pt x="544" y="941"/>
                        </a:lnTo>
                        <a:lnTo>
                          <a:pt x="521" y="944"/>
                        </a:lnTo>
                        <a:lnTo>
                          <a:pt x="496" y="946"/>
                        </a:lnTo>
                        <a:lnTo>
                          <a:pt x="473" y="947"/>
                        </a:lnTo>
                        <a:lnTo>
                          <a:pt x="448" y="946"/>
                        </a:lnTo>
                        <a:lnTo>
                          <a:pt x="424" y="944"/>
                        </a:lnTo>
                        <a:lnTo>
                          <a:pt x="400" y="941"/>
                        </a:lnTo>
                        <a:lnTo>
                          <a:pt x="377" y="937"/>
                        </a:lnTo>
                        <a:lnTo>
                          <a:pt x="355" y="932"/>
                        </a:lnTo>
                        <a:lnTo>
                          <a:pt x="332" y="925"/>
                        </a:lnTo>
                        <a:lnTo>
                          <a:pt x="310" y="918"/>
                        </a:lnTo>
                        <a:lnTo>
                          <a:pt x="289" y="909"/>
                        </a:lnTo>
                        <a:lnTo>
                          <a:pt x="267" y="900"/>
                        </a:lnTo>
                        <a:lnTo>
                          <a:pt x="247" y="889"/>
                        </a:lnTo>
                        <a:lnTo>
                          <a:pt x="228" y="877"/>
                        </a:lnTo>
                        <a:lnTo>
                          <a:pt x="209" y="866"/>
                        </a:lnTo>
                        <a:lnTo>
                          <a:pt x="189" y="852"/>
                        </a:lnTo>
                        <a:lnTo>
                          <a:pt x="171" y="838"/>
                        </a:lnTo>
                        <a:lnTo>
                          <a:pt x="154" y="823"/>
                        </a:lnTo>
                        <a:lnTo>
                          <a:pt x="138" y="807"/>
                        </a:lnTo>
                        <a:lnTo>
                          <a:pt x="122" y="791"/>
                        </a:lnTo>
                        <a:lnTo>
                          <a:pt x="107" y="774"/>
                        </a:lnTo>
                        <a:lnTo>
                          <a:pt x="94" y="756"/>
                        </a:lnTo>
                        <a:lnTo>
                          <a:pt x="81" y="738"/>
                        </a:lnTo>
                        <a:lnTo>
                          <a:pt x="68" y="719"/>
                        </a:lnTo>
                        <a:lnTo>
                          <a:pt x="56" y="698"/>
                        </a:lnTo>
                        <a:lnTo>
                          <a:pt x="46" y="678"/>
                        </a:lnTo>
                        <a:lnTo>
                          <a:pt x="37" y="657"/>
                        </a:lnTo>
                        <a:lnTo>
                          <a:pt x="29" y="636"/>
                        </a:lnTo>
                        <a:lnTo>
                          <a:pt x="21" y="614"/>
                        </a:lnTo>
                        <a:lnTo>
                          <a:pt x="15" y="592"/>
                        </a:lnTo>
                        <a:lnTo>
                          <a:pt x="9" y="568"/>
                        </a:lnTo>
                        <a:lnTo>
                          <a:pt x="5" y="545"/>
                        </a:lnTo>
                        <a:lnTo>
                          <a:pt x="2" y="522"/>
                        </a:lnTo>
                        <a:lnTo>
                          <a:pt x="0" y="498"/>
                        </a:lnTo>
                        <a:lnTo>
                          <a:pt x="0" y="474"/>
                        </a:lnTo>
                        <a:lnTo>
                          <a:pt x="0" y="449"/>
                        </a:lnTo>
                        <a:lnTo>
                          <a:pt x="2" y="426"/>
                        </a:lnTo>
                        <a:lnTo>
                          <a:pt x="5" y="401"/>
                        </a:lnTo>
                        <a:lnTo>
                          <a:pt x="9" y="378"/>
                        </a:lnTo>
                        <a:lnTo>
                          <a:pt x="15" y="355"/>
                        </a:lnTo>
                        <a:lnTo>
                          <a:pt x="21" y="333"/>
                        </a:lnTo>
                        <a:lnTo>
                          <a:pt x="29" y="311"/>
                        </a:lnTo>
                        <a:lnTo>
                          <a:pt x="37" y="289"/>
                        </a:lnTo>
                        <a:lnTo>
                          <a:pt x="46" y="269"/>
                        </a:lnTo>
                        <a:lnTo>
                          <a:pt x="56" y="248"/>
                        </a:lnTo>
                        <a:lnTo>
                          <a:pt x="68" y="228"/>
                        </a:lnTo>
                        <a:lnTo>
                          <a:pt x="81" y="209"/>
                        </a:lnTo>
                        <a:lnTo>
                          <a:pt x="94" y="190"/>
                        </a:lnTo>
                        <a:lnTo>
                          <a:pt x="107" y="173"/>
                        </a:lnTo>
                        <a:lnTo>
                          <a:pt x="122" y="156"/>
                        </a:lnTo>
                        <a:lnTo>
                          <a:pt x="138" y="139"/>
                        </a:lnTo>
                        <a:lnTo>
                          <a:pt x="154" y="123"/>
                        </a:lnTo>
                        <a:lnTo>
                          <a:pt x="171" y="108"/>
                        </a:lnTo>
                        <a:lnTo>
                          <a:pt x="189" y="94"/>
                        </a:lnTo>
                        <a:lnTo>
                          <a:pt x="209" y="81"/>
                        </a:lnTo>
                        <a:lnTo>
                          <a:pt x="228" y="69"/>
                        </a:lnTo>
                        <a:lnTo>
                          <a:pt x="247" y="58"/>
                        </a:lnTo>
                        <a:lnTo>
                          <a:pt x="267" y="47"/>
                        </a:lnTo>
                        <a:lnTo>
                          <a:pt x="289" y="38"/>
                        </a:lnTo>
                        <a:lnTo>
                          <a:pt x="310" y="29"/>
                        </a:lnTo>
                        <a:lnTo>
                          <a:pt x="332" y="22"/>
                        </a:lnTo>
                        <a:lnTo>
                          <a:pt x="355" y="15"/>
                        </a:lnTo>
                        <a:lnTo>
                          <a:pt x="377" y="10"/>
                        </a:lnTo>
                        <a:lnTo>
                          <a:pt x="400" y="6"/>
                        </a:lnTo>
                        <a:lnTo>
                          <a:pt x="424" y="3"/>
                        </a:lnTo>
                        <a:lnTo>
                          <a:pt x="448" y="0"/>
                        </a:lnTo>
                        <a:lnTo>
                          <a:pt x="473" y="0"/>
                        </a:lnTo>
                        <a:close/>
                      </a:path>
                    </a:pathLst>
                  </a:custGeom>
                  <a:solidFill>
                    <a:srgbClr val="DC2B19"/>
                  </a:solidFill>
                  <a:ln>
                    <a:noFill/>
                  </a:ln>
                </p:spPr>
                <p:txBody>
                  <a:bodyPr/>
                  <a:lstStyle/>
                  <a:p>
                    <a:pPr>
                      <a:defRPr/>
                    </a:pPr>
                    <a:endParaRPr lang="en-US" sz="1050">
                      <a:latin typeface="+mj-lt"/>
                    </a:endParaRPr>
                  </a:p>
                </p:txBody>
              </p:sp>
              <p:sp>
                <p:nvSpPr>
                  <p:cNvPr id="41434" name="Freeform 571">
                    <a:extLst>
                      <a:ext uri="{FF2B5EF4-FFF2-40B4-BE49-F238E27FC236}">
                        <a16:creationId xmlns="" xmlns:a16="http://schemas.microsoft.com/office/drawing/2014/main" id="{0C7941CA-835D-4989-FC53-A6B6D852B3CD}"/>
                      </a:ext>
                    </a:extLst>
                  </p:cNvPr>
                  <p:cNvSpPr>
                    <a:spLocks/>
                  </p:cNvSpPr>
                  <p:nvPr/>
                </p:nvSpPr>
                <p:spPr bwMode="auto">
                  <a:xfrm>
                    <a:off x="1708" y="2327"/>
                    <a:ext cx="21" cy="22"/>
                  </a:xfrm>
                  <a:custGeom>
                    <a:avLst/>
                    <a:gdLst>
                      <a:gd name="T0" fmla="*/ 0 w 576"/>
                      <a:gd name="T1" fmla="*/ 0 h 578"/>
                      <a:gd name="T2" fmla="*/ 0 w 576"/>
                      <a:gd name="T3" fmla="*/ 0 h 578"/>
                      <a:gd name="T4" fmla="*/ 0 w 576"/>
                      <a:gd name="T5" fmla="*/ 0 h 578"/>
                      <a:gd name="T6" fmla="*/ 0 w 576"/>
                      <a:gd name="T7" fmla="*/ 0 h 578"/>
                      <a:gd name="T8" fmla="*/ 0 w 576"/>
                      <a:gd name="T9" fmla="*/ 0 h 578"/>
                      <a:gd name="T10" fmla="*/ 0 w 576"/>
                      <a:gd name="T11" fmla="*/ 0 h 578"/>
                      <a:gd name="T12" fmla="*/ 0 w 576"/>
                      <a:gd name="T13" fmla="*/ 0 h 578"/>
                      <a:gd name="T14" fmla="*/ 0 w 576"/>
                      <a:gd name="T15" fmla="*/ 0 h 578"/>
                      <a:gd name="T16" fmla="*/ 0 w 576"/>
                      <a:gd name="T17" fmla="*/ 0 h 578"/>
                      <a:gd name="T18" fmla="*/ 0 w 576"/>
                      <a:gd name="T19" fmla="*/ 0 h 578"/>
                      <a:gd name="T20" fmla="*/ 0 w 576"/>
                      <a:gd name="T21" fmla="*/ 0 h 578"/>
                      <a:gd name="T22" fmla="*/ 0 w 576"/>
                      <a:gd name="T23" fmla="*/ 0 h 578"/>
                      <a:gd name="T24" fmla="*/ 0 w 576"/>
                      <a:gd name="T25" fmla="*/ 0 h 578"/>
                      <a:gd name="T26" fmla="*/ 0 w 576"/>
                      <a:gd name="T27" fmla="*/ 0 h 578"/>
                      <a:gd name="T28" fmla="*/ 0 w 576"/>
                      <a:gd name="T29" fmla="*/ 0 h 578"/>
                      <a:gd name="T30" fmla="*/ 0 w 576"/>
                      <a:gd name="T31" fmla="*/ 0 h 578"/>
                      <a:gd name="T32" fmla="*/ 0 w 576"/>
                      <a:gd name="T33" fmla="*/ 0 h 578"/>
                      <a:gd name="T34" fmla="*/ 0 w 576"/>
                      <a:gd name="T35" fmla="*/ 0 h 578"/>
                      <a:gd name="T36" fmla="*/ 0 w 576"/>
                      <a:gd name="T37" fmla="*/ 0 h 578"/>
                      <a:gd name="T38" fmla="*/ 0 w 576"/>
                      <a:gd name="T39" fmla="*/ 0 h 578"/>
                      <a:gd name="T40" fmla="*/ 0 w 576"/>
                      <a:gd name="T41" fmla="*/ 0 h 578"/>
                      <a:gd name="T42" fmla="*/ 0 w 576"/>
                      <a:gd name="T43" fmla="*/ 0 h 578"/>
                      <a:gd name="T44" fmla="*/ 0 w 576"/>
                      <a:gd name="T45" fmla="*/ 0 h 578"/>
                      <a:gd name="T46" fmla="*/ 0 w 576"/>
                      <a:gd name="T47" fmla="*/ 0 h 578"/>
                      <a:gd name="T48" fmla="*/ 0 w 576"/>
                      <a:gd name="T49" fmla="*/ 0 h 578"/>
                      <a:gd name="T50" fmla="*/ 0 w 576"/>
                      <a:gd name="T51" fmla="*/ 0 h 578"/>
                      <a:gd name="T52" fmla="*/ 0 w 576"/>
                      <a:gd name="T53" fmla="*/ 0 h 578"/>
                      <a:gd name="T54" fmla="*/ 0 w 576"/>
                      <a:gd name="T55" fmla="*/ 0 h 578"/>
                      <a:gd name="T56" fmla="*/ 0 w 576"/>
                      <a:gd name="T57" fmla="*/ 0 h 578"/>
                      <a:gd name="T58" fmla="*/ 0 w 576"/>
                      <a:gd name="T59" fmla="*/ 0 h 578"/>
                      <a:gd name="T60" fmla="*/ 0 w 576"/>
                      <a:gd name="T61" fmla="*/ 0 h 578"/>
                      <a:gd name="T62" fmla="*/ 0 w 576"/>
                      <a:gd name="T63" fmla="*/ 0 h 578"/>
                      <a:gd name="T64" fmla="*/ 0 w 576"/>
                      <a:gd name="T65" fmla="*/ 0 h 578"/>
                      <a:gd name="T66" fmla="*/ 0 w 576"/>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8"/>
                      <a:gd name="T104" fmla="*/ 576 w 576"/>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8">
                        <a:moveTo>
                          <a:pt x="576" y="578"/>
                        </a:moveTo>
                        <a:lnTo>
                          <a:pt x="576" y="578"/>
                        </a:lnTo>
                        <a:lnTo>
                          <a:pt x="575" y="548"/>
                        </a:lnTo>
                        <a:lnTo>
                          <a:pt x="573" y="519"/>
                        </a:lnTo>
                        <a:lnTo>
                          <a:pt x="570" y="490"/>
                        </a:lnTo>
                        <a:lnTo>
                          <a:pt x="564" y="461"/>
                        </a:lnTo>
                        <a:lnTo>
                          <a:pt x="558" y="434"/>
                        </a:lnTo>
                        <a:lnTo>
                          <a:pt x="551" y="406"/>
                        </a:lnTo>
                        <a:lnTo>
                          <a:pt x="541" y="379"/>
                        </a:lnTo>
                        <a:lnTo>
                          <a:pt x="530" y="353"/>
                        </a:lnTo>
                        <a:lnTo>
                          <a:pt x="519" y="327"/>
                        </a:lnTo>
                        <a:lnTo>
                          <a:pt x="506" y="303"/>
                        </a:lnTo>
                        <a:lnTo>
                          <a:pt x="492" y="279"/>
                        </a:lnTo>
                        <a:lnTo>
                          <a:pt x="478" y="255"/>
                        </a:lnTo>
                        <a:lnTo>
                          <a:pt x="461" y="232"/>
                        </a:lnTo>
                        <a:lnTo>
                          <a:pt x="444" y="210"/>
                        </a:lnTo>
                        <a:lnTo>
                          <a:pt x="426" y="190"/>
                        </a:lnTo>
                        <a:lnTo>
                          <a:pt x="407" y="169"/>
                        </a:lnTo>
                        <a:lnTo>
                          <a:pt x="387" y="150"/>
                        </a:lnTo>
                        <a:lnTo>
                          <a:pt x="366" y="132"/>
                        </a:lnTo>
                        <a:lnTo>
                          <a:pt x="344" y="115"/>
                        </a:lnTo>
                        <a:lnTo>
                          <a:pt x="322" y="99"/>
                        </a:lnTo>
                        <a:lnTo>
                          <a:pt x="298" y="84"/>
                        </a:lnTo>
                        <a:lnTo>
                          <a:pt x="274" y="70"/>
                        </a:lnTo>
                        <a:lnTo>
                          <a:pt x="249" y="58"/>
                        </a:lnTo>
                        <a:lnTo>
                          <a:pt x="224" y="46"/>
                        </a:lnTo>
                        <a:lnTo>
                          <a:pt x="198" y="35"/>
                        </a:lnTo>
                        <a:lnTo>
                          <a:pt x="170" y="27"/>
                        </a:lnTo>
                        <a:lnTo>
                          <a:pt x="144" y="19"/>
                        </a:lnTo>
                        <a:lnTo>
                          <a:pt x="115" y="12"/>
                        </a:lnTo>
                        <a:lnTo>
                          <a:pt x="87" y="6"/>
                        </a:lnTo>
                        <a:lnTo>
                          <a:pt x="58" y="3"/>
                        </a:lnTo>
                        <a:lnTo>
                          <a:pt x="29" y="1"/>
                        </a:lnTo>
                        <a:lnTo>
                          <a:pt x="0" y="0"/>
                        </a:lnTo>
                        <a:lnTo>
                          <a:pt x="0" y="208"/>
                        </a:lnTo>
                        <a:lnTo>
                          <a:pt x="18" y="209"/>
                        </a:lnTo>
                        <a:lnTo>
                          <a:pt x="37" y="210"/>
                        </a:lnTo>
                        <a:lnTo>
                          <a:pt x="56" y="212"/>
                        </a:lnTo>
                        <a:lnTo>
                          <a:pt x="73" y="215"/>
                        </a:lnTo>
                        <a:lnTo>
                          <a:pt x="91" y="220"/>
                        </a:lnTo>
                        <a:lnTo>
                          <a:pt x="109" y="225"/>
                        </a:lnTo>
                        <a:lnTo>
                          <a:pt x="126" y="230"/>
                        </a:lnTo>
                        <a:lnTo>
                          <a:pt x="143" y="237"/>
                        </a:lnTo>
                        <a:lnTo>
                          <a:pt x="159" y="244"/>
                        </a:lnTo>
                        <a:lnTo>
                          <a:pt x="175" y="253"/>
                        </a:lnTo>
                        <a:lnTo>
                          <a:pt x="191" y="261"/>
                        </a:lnTo>
                        <a:lnTo>
                          <a:pt x="205" y="272"/>
                        </a:lnTo>
                        <a:lnTo>
                          <a:pt x="220" y="281"/>
                        </a:lnTo>
                        <a:lnTo>
                          <a:pt x="234" y="293"/>
                        </a:lnTo>
                        <a:lnTo>
                          <a:pt x="247" y="305"/>
                        </a:lnTo>
                        <a:lnTo>
                          <a:pt x="260" y="317"/>
                        </a:lnTo>
                        <a:lnTo>
                          <a:pt x="273" y="329"/>
                        </a:lnTo>
                        <a:lnTo>
                          <a:pt x="284" y="343"/>
                        </a:lnTo>
                        <a:lnTo>
                          <a:pt x="295" y="357"/>
                        </a:lnTo>
                        <a:lnTo>
                          <a:pt x="306" y="371"/>
                        </a:lnTo>
                        <a:lnTo>
                          <a:pt x="315" y="386"/>
                        </a:lnTo>
                        <a:lnTo>
                          <a:pt x="324" y="402"/>
                        </a:lnTo>
                        <a:lnTo>
                          <a:pt x="332" y="418"/>
                        </a:lnTo>
                        <a:lnTo>
                          <a:pt x="340" y="434"/>
                        </a:lnTo>
                        <a:lnTo>
                          <a:pt x="346" y="451"/>
                        </a:lnTo>
                        <a:lnTo>
                          <a:pt x="351" y="468"/>
                        </a:lnTo>
                        <a:lnTo>
                          <a:pt x="357" y="485"/>
                        </a:lnTo>
                        <a:lnTo>
                          <a:pt x="361" y="503"/>
                        </a:lnTo>
                        <a:lnTo>
                          <a:pt x="364" y="521"/>
                        </a:lnTo>
                        <a:lnTo>
                          <a:pt x="366" y="539"/>
                        </a:lnTo>
                        <a:lnTo>
                          <a:pt x="368" y="558"/>
                        </a:lnTo>
                        <a:lnTo>
                          <a:pt x="368" y="578"/>
                        </a:lnTo>
                        <a:lnTo>
                          <a:pt x="576" y="578"/>
                        </a:lnTo>
                        <a:close/>
                      </a:path>
                    </a:pathLst>
                  </a:custGeom>
                  <a:solidFill>
                    <a:srgbClr val="EF2B2F"/>
                  </a:solidFill>
                  <a:ln>
                    <a:noFill/>
                  </a:ln>
                </p:spPr>
                <p:txBody>
                  <a:bodyPr/>
                  <a:lstStyle/>
                  <a:p>
                    <a:pPr>
                      <a:defRPr/>
                    </a:pPr>
                    <a:endParaRPr lang="en-US" sz="1050">
                      <a:latin typeface="+mj-lt"/>
                    </a:endParaRPr>
                  </a:p>
                </p:txBody>
              </p:sp>
              <p:sp>
                <p:nvSpPr>
                  <p:cNvPr id="41435" name="Freeform 572">
                    <a:extLst>
                      <a:ext uri="{FF2B5EF4-FFF2-40B4-BE49-F238E27FC236}">
                        <a16:creationId xmlns="" xmlns:a16="http://schemas.microsoft.com/office/drawing/2014/main" id="{85651EB3-21AB-79C1-02D0-532DF98AC847}"/>
                      </a:ext>
                    </a:extLst>
                  </p:cNvPr>
                  <p:cNvSpPr>
                    <a:spLocks/>
                  </p:cNvSpPr>
                  <p:nvPr/>
                </p:nvSpPr>
                <p:spPr bwMode="auto">
                  <a:xfrm>
                    <a:off x="1708" y="2350"/>
                    <a:ext cx="21" cy="15"/>
                  </a:xfrm>
                  <a:custGeom>
                    <a:avLst/>
                    <a:gdLst>
                      <a:gd name="T0" fmla="*/ 0 w 576"/>
                      <a:gd name="T1" fmla="*/ 0 h 576"/>
                      <a:gd name="T2" fmla="*/ 0 w 576"/>
                      <a:gd name="T3" fmla="*/ 0 h 576"/>
                      <a:gd name="T4" fmla="*/ 0 w 576"/>
                      <a:gd name="T5" fmla="*/ 0 h 576"/>
                      <a:gd name="T6" fmla="*/ 0 w 576"/>
                      <a:gd name="T7" fmla="*/ 0 h 576"/>
                      <a:gd name="T8" fmla="*/ 0 w 576"/>
                      <a:gd name="T9" fmla="*/ 0 h 576"/>
                      <a:gd name="T10" fmla="*/ 0 w 576"/>
                      <a:gd name="T11" fmla="*/ 0 h 576"/>
                      <a:gd name="T12" fmla="*/ 0 w 576"/>
                      <a:gd name="T13" fmla="*/ 0 h 576"/>
                      <a:gd name="T14" fmla="*/ 0 w 576"/>
                      <a:gd name="T15" fmla="*/ 0 h 576"/>
                      <a:gd name="T16" fmla="*/ 0 w 576"/>
                      <a:gd name="T17" fmla="*/ 0 h 576"/>
                      <a:gd name="T18" fmla="*/ 0 w 576"/>
                      <a:gd name="T19" fmla="*/ 0 h 576"/>
                      <a:gd name="T20" fmla="*/ 0 w 576"/>
                      <a:gd name="T21" fmla="*/ 0 h 576"/>
                      <a:gd name="T22" fmla="*/ 0 w 576"/>
                      <a:gd name="T23" fmla="*/ 0 h 576"/>
                      <a:gd name="T24" fmla="*/ 0 w 576"/>
                      <a:gd name="T25" fmla="*/ 0 h 576"/>
                      <a:gd name="T26" fmla="*/ 0 w 576"/>
                      <a:gd name="T27" fmla="*/ 0 h 576"/>
                      <a:gd name="T28" fmla="*/ 0 w 576"/>
                      <a:gd name="T29" fmla="*/ 0 h 576"/>
                      <a:gd name="T30" fmla="*/ 0 w 576"/>
                      <a:gd name="T31" fmla="*/ 0 h 576"/>
                      <a:gd name="T32" fmla="*/ 0 w 576"/>
                      <a:gd name="T33" fmla="*/ 0 h 576"/>
                      <a:gd name="T34" fmla="*/ 0 w 576"/>
                      <a:gd name="T35" fmla="*/ 0 h 576"/>
                      <a:gd name="T36" fmla="*/ 0 w 576"/>
                      <a:gd name="T37" fmla="*/ 0 h 576"/>
                      <a:gd name="T38" fmla="*/ 0 w 576"/>
                      <a:gd name="T39" fmla="*/ 0 h 576"/>
                      <a:gd name="T40" fmla="*/ 0 w 576"/>
                      <a:gd name="T41" fmla="*/ 0 h 576"/>
                      <a:gd name="T42" fmla="*/ 0 w 576"/>
                      <a:gd name="T43" fmla="*/ 0 h 576"/>
                      <a:gd name="T44" fmla="*/ 0 w 576"/>
                      <a:gd name="T45" fmla="*/ 0 h 576"/>
                      <a:gd name="T46" fmla="*/ 0 w 576"/>
                      <a:gd name="T47" fmla="*/ 0 h 576"/>
                      <a:gd name="T48" fmla="*/ 0 w 576"/>
                      <a:gd name="T49" fmla="*/ 0 h 576"/>
                      <a:gd name="T50" fmla="*/ 0 w 576"/>
                      <a:gd name="T51" fmla="*/ 0 h 576"/>
                      <a:gd name="T52" fmla="*/ 0 w 576"/>
                      <a:gd name="T53" fmla="*/ 0 h 576"/>
                      <a:gd name="T54" fmla="*/ 0 w 576"/>
                      <a:gd name="T55" fmla="*/ 0 h 576"/>
                      <a:gd name="T56" fmla="*/ 0 w 576"/>
                      <a:gd name="T57" fmla="*/ 0 h 576"/>
                      <a:gd name="T58" fmla="*/ 0 w 576"/>
                      <a:gd name="T59" fmla="*/ 0 h 576"/>
                      <a:gd name="T60" fmla="*/ 0 w 576"/>
                      <a:gd name="T61" fmla="*/ 0 h 576"/>
                      <a:gd name="T62" fmla="*/ 0 w 576"/>
                      <a:gd name="T63" fmla="*/ 0 h 576"/>
                      <a:gd name="T64" fmla="*/ 0 w 576"/>
                      <a:gd name="T65" fmla="*/ 0 h 576"/>
                      <a:gd name="T66" fmla="*/ 0 w 576"/>
                      <a:gd name="T67" fmla="*/ 0 h 5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6"/>
                      <a:gd name="T104" fmla="*/ 576 w 576"/>
                      <a:gd name="T105" fmla="*/ 576 h 5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6">
                        <a:moveTo>
                          <a:pt x="0" y="576"/>
                        </a:moveTo>
                        <a:lnTo>
                          <a:pt x="0" y="576"/>
                        </a:lnTo>
                        <a:lnTo>
                          <a:pt x="29" y="575"/>
                        </a:lnTo>
                        <a:lnTo>
                          <a:pt x="57" y="573"/>
                        </a:lnTo>
                        <a:lnTo>
                          <a:pt x="87" y="570"/>
                        </a:lnTo>
                        <a:lnTo>
                          <a:pt x="115" y="564"/>
                        </a:lnTo>
                        <a:lnTo>
                          <a:pt x="143" y="558"/>
                        </a:lnTo>
                        <a:lnTo>
                          <a:pt x="170" y="551"/>
                        </a:lnTo>
                        <a:lnTo>
                          <a:pt x="198" y="541"/>
                        </a:lnTo>
                        <a:lnTo>
                          <a:pt x="224" y="530"/>
                        </a:lnTo>
                        <a:lnTo>
                          <a:pt x="249" y="520"/>
                        </a:lnTo>
                        <a:lnTo>
                          <a:pt x="274" y="507"/>
                        </a:lnTo>
                        <a:lnTo>
                          <a:pt x="298" y="493"/>
                        </a:lnTo>
                        <a:lnTo>
                          <a:pt x="322" y="478"/>
                        </a:lnTo>
                        <a:lnTo>
                          <a:pt x="344" y="461"/>
                        </a:lnTo>
                        <a:lnTo>
                          <a:pt x="366" y="444"/>
                        </a:lnTo>
                        <a:lnTo>
                          <a:pt x="387" y="426"/>
                        </a:lnTo>
                        <a:lnTo>
                          <a:pt x="407" y="407"/>
                        </a:lnTo>
                        <a:lnTo>
                          <a:pt x="426" y="387"/>
                        </a:lnTo>
                        <a:lnTo>
                          <a:pt x="444" y="366"/>
                        </a:lnTo>
                        <a:lnTo>
                          <a:pt x="461" y="345"/>
                        </a:lnTo>
                        <a:lnTo>
                          <a:pt x="478" y="321"/>
                        </a:lnTo>
                        <a:lnTo>
                          <a:pt x="492" y="298"/>
                        </a:lnTo>
                        <a:lnTo>
                          <a:pt x="506" y="275"/>
                        </a:lnTo>
                        <a:lnTo>
                          <a:pt x="519" y="249"/>
                        </a:lnTo>
                        <a:lnTo>
                          <a:pt x="530" y="223"/>
                        </a:lnTo>
                        <a:lnTo>
                          <a:pt x="541" y="198"/>
                        </a:lnTo>
                        <a:lnTo>
                          <a:pt x="551" y="171"/>
                        </a:lnTo>
                        <a:lnTo>
                          <a:pt x="558" y="143"/>
                        </a:lnTo>
                        <a:lnTo>
                          <a:pt x="564" y="116"/>
                        </a:lnTo>
                        <a:lnTo>
                          <a:pt x="570" y="87"/>
                        </a:lnTo>
                        <a:lnTo>
                          <a:pt x="573" y="58"/>
                        </a:lnTo>
                        <a:lnTo>
                          <a:pt x="575" y="29"/>
                        </a:lnTo>
                        <a:lnTo>
                          <a:pt x="576" y="0"/>
                        </a:lnTo>
                        <a:lnTo>
                          <a:pt x="368" y="0"/>
                        </a:lnTo>
                        <a:lnTo>
                          <a:pt x="368" y="19"/>
                        </a:lnTo>
                        <a:lnTo>
                          <a:pt x="366" y="37"/>
                        </a:lnTo>
                        <a:lnTo>
                          <a:pt x="364" y="56"/>
                        </a:lnTo>
                        <a:lnTo>
                          <a:pt x="361" y="74"/>
                        </a:lnTo>
                        <a:lnTo>
                          <a:pt x="357" y="91"/>
                        </a:lnTo>
                        <a:lnTo>
                          <a:pt x="351" y="109"/>
                        </a:lnTo>
                        <a:lnTo>
                          <a:pt x="346" y="126"/>
                        </a:lnTo>
                        <a:lnTo>
                          <a:pt x="340" y="142"/>
                        </a:lnTo>
                        <a:lnTo>
                          <a:pt x="332" y="159"/>
                        </a:lnTo>
                        <a:lnTo>
                          <a:pt x="324" y="175"/>
                        </a:lnTo>
                        <a:lnTo>
                          <a:pt x="315" y="190"/>
                        </a:lnTo>
                        <a:lnTo>
                          <a:pt x="306" y="205"/>
                        </a:lnTo>
                        <a:lnTo>
                          <a:pt x="295" y="220"/>
                        </a:lnTo>
                        <a:lnTo>
                          <a:pt x="284" y="234"/>
                        </a:lnTo>
                        <a:lnTo>
                          <a:pt x="273" y="247"/>
                        </a:lnTo>
                        <a:lnTo>
                          <a:pt x="260" y="261"/>
                        </a:lnTo>
                        <a:lnTo>
                          <a:pt x="247" y="272"/>
                        </a:lnTo>
                        <a:lnTo>
                          <a:pt x="234" y="284"/>
                        </a:lnTo>
                        <a:lnTo>
                          <a:pt x="220" y="296"/>
                        </a:lnTo>
                        <a:lnTo>
                          <a:pt x="205" y="305"/>
                        </a:lnTo>
                        <a:lnTo>
                          <a:pt x="191" y="315"/>
                        </a:lnTo>
                        <a:lnTo>
                          <a:pt x="175" y="325"/>
                        </a:lnTo>
                        <a:lnTo>
                          <a:pt x="159" y="332"/>
                        </a:lnTo>
                        <a:lnTo>
                          <a:pt x="143" y="340"/>
                        </a:lnTo>
                        <a:lnTo>
                          <a:pt x="126" y="346"/>
                        </a:lnTo>
                        <a:lnTo>
                          <a:pt x="109" y="352"/>
                        </a:lnTo>
                        <a:lnTo>
                          <a:pt x="91" y="357"/>
                        </a:lnTo>
                        <a:lnTo>
                          <a:pt x="73" y="361"/>
                        </a:lnTo>
                        <a:lnTo>
                          <a:pt x="56" y="364"/>
                        </a:lnTo>
                        <a:lnTo>
                          <a:pt x="37" y="367"/>
                        </a:lnTo>
                        <a:lnTo>
                          <a:pt x="19" y="368"/>
                        </a:lnTo>
                        <a:lnTo>
                          <a:pt x="0" y="368"/>
                        </a:lnTo>
                        <a:lnTo>
                          <a:pt x="0" y="576"/>
                        </a:lnTo>
                        <a:close/>
                      </a:path>
                    </a:pathLst>
                  </a:custGeom>
                  <a:solidFill>
                    <a:srgbClr val="EF2B2F"/>
                  </a:solidFill>
                  <a:ln>
                    <a:noFill/>
                  </a:ln>
                </p:spPr>
                <p:txBody>
                  <a:bodyPr/>
                  <a:lstStyle/>
                  <a:p>
                    <a:pPr>
                      <a:defRPr/>
                    </a:pPr>
                    <a:endParaRPr lang="en-US" sz="1050">
                      <a:latin typeface="+mj-lt"/>
                    </a:endParaRPr>
                  </a:p>
                </p:txBody>
              </p:sp>
              <p:sp>
                <p:nvSpPr>
                  <p:cNvPr id="41436" name="Freeform 573">
                    <a:extLst>
                      <a:ext uri="{FF2B5EF4-FFF2-40B4-BE49-F238E27FC236}">
                        <a16:creationId xmlns="" xmlns:a16="http://schemas.microsoft.com/office/drawing/2014/main" id="{6A61B4B1-F480-0A92-AEA4-94656589ECE6}"/>
                      </a:ext>
                    </a:extLst>
                  </p:cNvPr>
                  <p:cNvSpPr>
                    <a:spLocks/>
                  </p:cNvSpPr>
                  <p:nvPr/>
                </p:nvSpPr>
                <p:spPr bwMode="auto">
                  <a:xfrm>
                    <a:off x="1684" y="2350"/>
                    <a:ext cx="24" cy="15"/>
                  </a:xfrm>
                  <a:custGeom>
                    <a:avLst/>
                    <a:gdLst>
                      <a:gd name="T0" fmla="*/ 0 w 578"/>
                      <a:gd name="T1" fmla="*/ 0 h 576"/>
                      <a:gd name="T2" fmla="*/ 0 w 578"/>
                      <a:gd name="T3" fmla="*/ 0 h 576"/>
                      <a:gd name="T4" fmla="*/ 0 w 578"/>
                      <a:gd name="T5" fmla="*/ 0 h 576"/>
                      <a:gd name="T6" fmla="*/ 0 w 578"/>
                      <a:gd name="T7" fmla="*/ 0 h 576"/>
                      <a:gd name="T8" fmla="*/ 0 w 578"/>
                      <a:gd name="T9" fmla="*/ 0 h 576"/>
                      <a:gd name="T10" fmla="*/ 0 w 578"/>
                      <a:gd name="T11" fmla="*/ 0 h 576"/>
                      <a:gd name="T12" fmla="*/ 0 w 578"/>
                      <a:gd name="T13" fmla="*/ 0 h 576"/>
                      <a:gd name="T14" fmla="*/ 0 w 578"/>
                      <a:gd name="T15" fmla="*/ 0 h 576"/>
                      <a:gd name="T16" fmla="*/ 0 w 578"/>
                      <a:gd name="T17" fmla="*/ 0 h 576"/>
                      <a:gd name="T18" fmla="*/ 0 w 578"/>
                      <a:gd name="T19" fmla="*/ 0 h 576"/>
                      <a:gd name="T20" fmla="*/ 0 w 578"/>
                      <a:gd name="T21" fmla="*/ 0 h 576"/>
                      <a:gd name="T22" fmla="*/ 0 w 578"/>
                      <a:gd name="T23" fmla="*/ 0 h 576"/>
                      <a:gd name="T24" fmla="*/ 0 w 578"/>
                      <a:gd name="T25" fmla="*/ 0 h 576"/>
                      <a:gd name="T26" fmla="*/ 0 w 578"/>
                      <a:gd name="T27" fmla="*/ 0 h 576"/>
                      <a:gd name="T28" fmla="*/ 0 w 578"/>
                      <a:gd name="T29" fmla="*/ 0 h 576"/>
                      <a:gd name="T30" fmla="*/ 0 w 578"/>
                      <a:gd name="T31" fmla="*/ 0 h 576"/>
                      <a:gd name="T32" fmla="*/ 0 w 578"/>
                      <a:gd name="T33" fmla="*/ 0 h 576"/>
                      <a:gd name="T34" fmla="*/ 0 w 578"/>
                      <a:gd name="T35" fmla="*/ 0 h 576"/>
                      <a:gd name="T36" fmla="*/ 0 w 578"/>
                      <a:gd name="T37" fmla="*/ 0 h 576"/>
                      <a:gd name="T38" fmla="*/ 0 w 578"/>
                      <a:gd name="T39" fmla="*/ 0 h 576"/>
                      <a:gd name="T40" fmla="*/ 0 w 578"/>
                      <a:gd name="T41" fmla="*/ 0 h 576"/>
                      <a:gd name="T42" fmla="*/ 0 w 578"/>
                      <a:gd name="T43" fmla="*/ 0 h 576"/>
                      <a:gd name="T44" fmla="*/ 0 w 578"/>
                      <a:gd name="T45" fmla="*/ 0 h 576"/>
                      <a:gd name="T46" fmla="*/ 0 w 578"/>
                      <a:gd name="T47" fmla="*/ 0 h 576"/>
                      <a:gd name="T48" fmla="*/ 0 w 578"/>
                      <a:gd name="T49" fmla="*/ 0 h 576"/>
                      <a:gd name="T50" fmla="*/ 0 w 578"/>
                      <a:gd name="T51" fmla="*/ 0 h 576"/>
                      <a:gd name="T52" fmla="*/ 0 w 578"/>
                      <a:gd name="T53" fmla="*/ 0 h 576"/>
                      <a:gd name="T54" fmla="*/ 0 w 578"/>
                      <a:gd name="T55" fmla="*/ 0 h 576"/>
                      <a:gd name="T56" fmla="*/ 0 w 578"/>
                      <a:gd name="T57" fmla="*/ 0 h 576"/>
                      <a:gd name="T58" fmla="*/ 0 w 578"/>
                      <a:gd name="T59" fmla="*/ 0 h 576"/>
                      <a:gd name="T60" fmla="*/ 0 w 578"/>
                      <a:gd name="T61" fmla="*/ 0 h 576"/>
                      <a:gd name="T62" fmla="*/ 0 w 578"/>
                      <a:gd name="T63" fmla="*/ 0 h 576"/>
                      <a:gd name="T64" fmla="*/ 0 w 578"/>
                      <a:gd name="T65" fmla="*/ 0 h 576"/>
                      <a:gd name="T66" fmla="*/ 0 w 578"/>
                      <a:gd name="T67" fmla="*/ 0 h 5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6"/>
                      <a:gd name="T104" fmla="*/ 578 w 578"/>
                      <a:gd name="T105" fmla="*/ 576 h 5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6">
                        <a:moveTo>
                          <a:pt x="0" y="0"/>
                        </a:moveTo>
                        <a:lnTo>
                          <a:pt x="0" y="0"/>
                        </a:lnTo>
                        <a:lnTo>
                          <a:pt x="1" y="28"/>
                        </a:lnTo>
                        <a:lnTo>
                          <a:pt x="4" y="58"/>
                        </a:lnTo>
                        <a:lnTo>
                          <a:pt x="7" y="87"/>
                        </a:lnTo>
                        <a:lnTo>
                          <a:pt x="12" y="116"/>
                        </a:lnTo>
                        <a:lnTo>
                          <a:pt x="19" y="143"/>
                        </a:lnTo>
                        <a:lnTo>
                          <a:pt x="26" y="171"/>
                        </a:lnTo>
                        <a:lnTo>
                          <a:pt x="36" y="198"/>
                        </a:lnTo>
                        <a:lnTo>
                          <a:pt x="46" y="223"/>
                        </a:lnTo>
                        <a:lnTo>
                          <a:pt x="58" y="249"/>
                        </a:lnTo>
                        <a:lnTo>
                          <a:pt x="71" y="275"/>
                        </a:lnTo>
                        <a:lnTo>
                          <a:pt x="85" y="298"/>
                        </a:lnTo>
                        <a:lnTo>
                          <a:pt x="99" y="321"/>
                        </a:lnTo>
                        <a:lnTo>
                          <a:pt x="115" y="345"/>
                        </a:lnTo>
                        <a:lnTo>
                          <a:pt x="133" y="366"/>
                        </a:lnTo>
                        <a:lnTo>
                          <a:pt x="151" y="387"/>
                        </a:lnTo>
                        <a:lnTo>
                          <a:pt x="170" y="408"/>
                        </a:lnTo>
                        <a:lnTo>
                          <a:pt x="190" y="426"/>
                        </a:lnTo>
                        <a:lnTo>
                          <a:pt x="210" y="444"/>
                        </a:lnTo>
                        <a:lnTo>
                          <a:pt x="233" y="461"/>
                        </a:lnTo>
                        <a:lnTo>
                          <a:pt x="255" y="478"/>
                        </a:lnTo>
                        <a:lnTo>
                          <a:pt x="278" y="493"/>
                        </a:lnTo>
                        <a:lnTo>
                          <a:pt x="303" y="507"/>
                        </a:lnTo>
                        <a:lnTo>
                          <a:pt x="327" y="520"/>
                        </a:lnTo>
                        <a:lnTo>
                          <a:pt x="353" y="530"/>
                        </a:lnTo>
                        <a:lnTo>
                          <a:pt x="380" y="541"/>
                        </a:lnTo>
                        <a:lnTo>
                          <a:pt x="406" y="551"/>
                        </a:lnTo>
                        <a:lnTo>
                          <a:pt x="434" y="558"/>
                        </a:lnTo>
                        <a:lnTo>
                          <a:pt x="462" y="564"/>
                        </a:lnTo>
                        <a:lnTo>
                          <a:pt x="490" y="570"/>
                        </a:lnTo>
                        <a:lnTo>
                          <a:pt x="519" y="573"/>
                        </a:lnTo>
                        <a:lnTo>
                          <a:pt x="548" y="575"/>
                        </a:lnTo>
                        <a:lnTo>
                          <a:pt x="578" y="576"/>
                        </a:lnTo>
                        <a:lnTo>
                          <a:pt x="578" y="368"/>
                        </a:lnTo>
                        <a:lnTo>
                          <a:pt x="558" y="368"/>
                        </a:lnTo>
                        <a:lnTo>
                          <a:pt x="539" y="367"/>
                        </a:lnTo>
                        <a:lnTo>
                          <a:pt x="521" y="364"/>
                        </a:lnTo>
                        <a:lnTo>
                          <a:pt x="503" y="361"/>
                        </a:lnTo>
                        <a:lnTo>
                          <a:pt x="485" y="357"/>
                        </a:lnTo>
                        <a:lnTo>
                          <a:pt x="468" y="352"/>
                        </a:lnTo>
                        <a:lnTo>
                          <a:pt x="451" y="346"/>
                        </a:lnTo>
                        <a:lnTo>
                          <a:pt x="434" y="340"/>
                        </a:lnTo>
                        <a:lnTo>
                          <a:pt x="418" y="332"/>
                        </a:lnTo>
                        <a:lnTo>
                          <a:pt x="402" y="325"/>
                        </a:lnTo>
                        <a:lnTo>
                          <a:pt x="386" y="315"/>
                        </a:lnTo>
                        <a:lnTo>
                          <a:pt x="371" y="305"/>
                        </a:lnTo>
                        <a:lnTo>
                          <a:pt x="357" y="296"/>
                        </a:lnTo>
                        <a:lnTo>
                          <a:pt x="343" y="284"/>
                        </a:lnTo>
                        <a:lnTo>
                          <a:pt x="330" y="272"/>
                        </a:lnTo>
                        <a:lnTo>
                          <a:pt x="317" y="260"/>
                        </a:lnTo>
                        <a:lnTo>
                          <a:pt x="304" y="247"/>
                        </a:lnTo>
                        <a:lnTo>
                          <a:pt x="292" y="234"/>
                        </a:lnTo>
                        <a:lnTo>
                          <a:pt x="282" y="220"/>
                        </a:lnTo>
                        <a:lnTo>
                          <a:pt x="272" y="205"/>
                        </a:lnTo>
                        <a:lnTo>
                          <a:pt x="261" y="190"/>
                        </a:lnTo>
                        <a:lnTo>
                          <a:pt x="253" y="175"/>
                        </a:lnTo>
                        <a:lnTo>
                          <a:pt x="244" y="159"/>
                        </a:lnTo>
                        <a:lnTo>
                          <a:pt x="237" y="142"/>
                        </a:lnTo>
                        <a:lnTo>
                          <a:pt x="231" y="126"/>
                        </a:lnTo>
                        <a:lnTo>
                          <a:pt x="225" y="109"/>
                        </a:lnTo>
                        <a:lnTo>
                          <a:pt x="220" y="91"/>
                        </a:lnTo>
                        <a:lnTo>
                          <a:pt x="216" y="74"/>
                        </a:lnTo>
                        <a:lnTo>
                          <a:pt x="212" y="56"/>
                        </a:lnTo>
                        <a:lnTo>
                          <a:pt x="210" y="38"/>
                        </a:lnTo>
                        <a:lnTo>
                          <a:pt x="208" y="19"/>
                        </a:lnTo>
                        <a:lnTo>
                          <a:pt x="208" y="0"/>
                        </a:lnTo>
                        <a:lnTo>
                          <a:pt x="0" y="0"/>
                        </a:lnTo>
                        <a:close/>
                      </a:path>
                    </a:pathLst>
                  </a:custGeom>
                  <a:solidFill>
                    <a:srgbClr val="EF2B2F"/>
                  </a:solidFill>
                  <a:ln>
                    <a:noFill/>
                  </a:ln>
                </p:spPr>
                <p:txBody>
                  <a:bodyPr/>
                  <a:lstStyle/>
                  <a:p>
                    <a:pPr>
                      <a:defRPr/>
                    </a:pPr>
                    <a:endParaRPr lang="en-US" sz="1050">
                      <a:latin typeface="+mj-lt"/>
                    </a:endParaRPr>
                  </a:p>
                </p:txBody>
              </p:sp>
              <p:sp>
                <p:nvSpPr>
                  <p:cNvPr id="41437" name="Freeform 574">
                    <a:extLst>
                      <a:ext uri="{FF2B5EF4-FFF2-40B4-BE49-F238E27FC236}">
                        <a16:creationId xmlns="" xmlns:a16="http://schemas.microsoft.com/office/drawing/2014/main" id="{5109F690-E7B3-C9A5-8E86-A900F518D2A7}"/>
                      </a:ext>
                    </a:extLst>
                  </p:cNvPr>
                  <p:cNvSpPr>
                    <a:spLocks/>
                  </p:cNvSpPr>
                  <p:nvPr/>
                </p:nvSpPr>
                <p:spPr bwMode="auto">
                  <a:xfrm>
                    <a:off x="1684" y="2327"/>
                    <a:ext cx="24" cy="22"/>
                  </a:xfrm>
                  <a:custGeom>
                    <a:avLst/>
                    <a:gdLst>
                      <a:gd name="T0" fmla="*/ 0 w 578"/>
                      <a:gd name="T1" fmla="*/ 0 h 578"/>
                      <a:gd name="T2" fmla="*/ 0 w 578"/>
                      <a:gd name="T3" fmla="*/ 0 h 578"/>
                      <a:gd name="T4" fmla="*/ 0 w 578"/>
                      <a:gd name="T5" fmla="*/ 0 h 578"/>
                      <a:gd name="T6" fmla="*/ 0 w 578"/>
                      <a:gd name="T7" fmla="*/ 0 h 578"/>
                      <a:gd name="T8" fmla="*/ 0 w 578"/>
                      <a:gd name="T9" fmla="*/ 0 h 578"/>
                      <a:gd name="T10" fmla="*/ 0 w 578"/>
                      <a:gd name="T11" fmla="*/ 0 h 578"/>
                      <a:gd name="T12" fmla="*/ 0 w 578"/>
                      <a:gd name="T13" fmla="*/ 0 h 578"/>
                      <a:gd name="T14" fmla="*/ 0 w 578"/>
                      <a:gd name="T15" fmla="*/ 0 h 578"/>
                      <a:gd name="T16" fmla="*/ 0 w 578"/>
                      <a:gd name="T17" fmla="*/ 0 h 578"/>
                      <a:gd name="T18" fmla="*/ 0 w 578"/>
                      <a:gd name="T19" fmla="*/ 0 h 578"/>
                      <a:gd name="T20" fmla="*/ 0 w 578"/>
                      <a:gd name="T21" fmla="*/ 0 h 578"/>
                      <a:gd name="T22" fmla="*/ 0 w 578"/>
                      <a:gd name="T23" fmla="*/ 0 h 578"/>
                      <a:gd name="T24" fmla="*/ 0 w 578"/>
                      <a:gd name="T25" fmla="*/ 0 h 578"/>
                      <a:gd name="T26" fmla="*/ 0 w 578"/>
                      <a:gd name="T27" fmla="*/ 0 h 578"/>
                      <a:gd name="T28" fmla="*/ 0 w 578"/>
                      <a:gd name="T29" fmla="*/ 0 h 578"/>
                      <a:gd name="T30" fmla="*/ 0 w 578"/>
                      <a:gd name="T31" fmla="*/ 0 h 578"/>
                      <a:gd name="T32" fmla="*/ 0 w 578"/>
                      <a:gd name="T33" fmla="*/ 0 h 578"/>
                      <a:gd name="T34" fmla="*/ 0 w 578"/>
                      <a:gd name="T35" fmla="*/ 0 h 578"/>
                      <a:gd name="T36" fmla="*/ 0 w 578"/>
                      <a:gd name="T37" fmla="*/ 0 h 578"/>
                      <a:gd name="T38" fmla="*/ 0 w 578"/>
                      <a:gd name="T39" fmla="*/ 0 h 578"/>
                      <a:gd name="T40" fmla="*/ 0 w 578"/>
                      <a:gd name="T41" fmla="*/ 0 h 578"/>
                      <a:gd name="T42" fmla="*/ 0 w 578"/>
                      <a:gd name="T43" fmla="*/ 0 h 578"/>
                      <a:gd name="T44" fmla="*/ 0 w 578"/>
                      <a:gd name="T45" fmla="*/ 0 h 578"/>
                      <a:gd name="T46" fmla="*/ 0 w 578"/>
                      <a:gd name="T47" fmla="*/ 0 h 578"/>
                      <a:gd name="T48" fmla="*/ 0 w 578"/>
                      <a:gd name="T49" fmla="*/ 0 h 578"/>
                      <a:gd name="T50" fmla="*/ 0 w 578"/>
                      <a:gd name="T51" fmla="*/ 0 h 578"/>
                      <a:gd name="T52" fmla="*/ 0 w 578"/>
                      <a:gd name="T53" fmla="*/ 0 h 578"/>
                      <a:gd name="T54" fmla="*/ 0 w 578"/>
                      <a:gd name="T55" fmla="*/ 0 h 578"/>
                      <a:gd name="T56" fmla="*/ 0 w 578"/>
                      <a:gd name="T57" fmla="*/ 0 h 578"/>
                      <a:gd name="T58" fmla="*/ 0 w 578"/>
                      <a:gd name="T59" fmla="*/ 0 h 578"/>
                      <a:gd name="T60" fmla="*/ 0 w 578"/>
                      <a:gd name="T61" fmla="*/ 0 h 578"/>
                      <a:gd name="T62" fmla="*/ 0 w 578"/>
                      <a:gd name="T63" fmla="*/ 0 h 578"/>
                      <a:gd name="T64" fmla="*/ 0 w 578"/>
                      <a:gd name="T65" fmla="*/ 0 h 578"/>
                      <a:gd name="T66" fmla="*/ 0 w 578"/>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8"/>
                      <a:gd name="T104" fmla="*/ 578 w 578"/>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8">
                        <a:moveTo>
                          <a:pt x="578" y="0"/>
                        </a:moveTo>
                        <a:lnTo>
                          <a:pt x="578" y="0"/>
                        </a:lnTo>
                        <a:lnTo>
                          <a:pt x="548" y="1"/>
                        </a:lnTo>
                        <a:lnTo>
                          <a:pt x="518" y="3"/>
                        </a:lnTo>
                        <a:lnTo>
                          <a:pt x="490" y="6"/>
                        </a:lnTo>
                        <a:lnTo>
                          <a:pt x="462" y="12"/>
                        </a:lnTo>
                        <a:lnTo>
                          <a:pt x="433" y="19"/>
                        </a:lnTo>
                        <a:lnTo>
                          <a:pt x="406" y="27"/>
                        </a:lnTo>
                        <a:lnTo>
                          <a:pt x="380" y="35"/>
                        </a:lnTo>
                        <a:lnTo>
                          <a:pt x="353" y="46"/>
                        </a:lnTo>
                        <a:lnTo>
                          <a:pt x="327" y="58"/>
                        </a:lnTo>
                        <a:lnTo>
                          <a:pt x="303" y="70"/>
                        </a:lnTo>
                        <a:lnTo>
                          <a:pt x="278" y="84"/>
                        </a:lnTo>
                        <a:lnTo>
                          <a:pt x="255" y="99"/>
                        </a:lnTo>
                        <a:lnTo>
                          <a:pt x="233" y="115"/>
                        </a:lnTo>
                        <a:lnTo>
                          <a:pt x="210" y="132"/>
                        </a:lnTo>
                        <a:lnTo>
                          <a:pt x="190" y="150"/>
                        </a:lnTo>
                        <a:lnTo>
                          <a:pt x="170" y="169"/>
                        </a:lnTo>
                        <a:lnTo>
                          <a:pt x="151" y="190"/>
                        </a:lnTo>
                        <a:lnTo>
                          <a:pt x="133" y="210"/>
                        </a:lnTo>
                        <a:lnTo>
                          <a:pt x="115" y="232"/>
                        </a:lnTo>
                        <a:lnTo>
                          <a:pt x="99" y="255"/>
                        </a:lnTo>
                        <a:lnTo>
                          <a:pt x="85" y="278"/>
                        </a:lnTo>
                        <a:lnTo>
                          <a:pt x="71" y="303"/>
                        </a:lnTo>
                        <a:lnTo>
                          <a:pt x="58" y="327"/>
                        </a:lnTo>
                        <a:lnTo>
                          <a:pt x="46" y="353"/>
                        </a:lnTo>
                        <a:lnTo>
                          <a:pt x="36" y="379"/>
                        </a:lnTo>
                        <a:lnTo>
                          <a:pt x="26" y="406"/>
                        </a:lnTo>
                        <a:lnTo>
                          <a:pt x="19" y="434"/>
                        </a:lnTo>
                        <a:lnTo>
                          <a:pt x="12" y="461"/>
                        </a:lnTo>
                        <a:lnTo>
                          <a:pt x="7" y="490"/>
                        </a:lnTo>
                        <a:lnTo>
                          <a:pt x="4" y="519"/>
                        </a:lnTo>
                        <a:lnTo>
                          <a:pt x="1" y="548"/>
                        </a:lnTo>
                        <a:lnTo>
                          <a:pt x="0" y="578"/>
                        </a:lnTo>
                        <a:lnTo>
                          <a:pt x="208" y="578"/>
                        </a:lnTo>
                        <a:lnTo>
                          <a:pt x="208" y="558"/>
                        </a:lnTo>
                        <a:lnTo>
                          <a:pt x="210" y="539"/>
                        </a:lnTo>
                        <a:lnTo>
                          <a:pt x="212" y="521"/>
                        </a:lnTo>
                        <a:lnTo>
                          <a:pt x="216" y="503"/>
                        </a:lnTo>
                        <a:lnTo>
                          <a:pt x="220" y="485"/>
                        </a:lnTo>
                        <a:lnTo>
                          <a:pt x="225" y="468"/>
                        </a:lnTo>
                        <a:lnTo>
                          <a:pt x="231" y="451"/>
                        </a:lnTo>
                        <a:lnTo>
                          <a:pt x="237" y="434"/>
                        </a:lnTo>
                        <a:lnTo>
                          <a:pt x="244" y="418"/>
                        </a:lnTo>
                        <a:lnTo>
                          <a:pt x="253" y="402"/>
                        </a:lnTo>
                        <a:lnTo>
                          <a:pt x="261" y="387"/>
                        </a:lnTo>
                        <a:lnTo>
                          <a:pt x="272" y="371"/>
                        </a:lnTo>
                        <a:lnTo>
                          <a:pt x="282" y="357"/>
                        </a:lnTo>
                        <a:lnTo>
                          <a:pt x="292" y="343"/>
                        </a:lnTo>
                        <a:lnTo>
                          <a:pt x="304" y="329"/>
                        </a:lnTo>
                        <a:lnTo>
                          <a:pt x="317" y="317"/>
                        </a:lnTo>
                        <a:lnTo>
                          <a:pt x="330" y="305"/>
                        </a:lnTo>
                        <a:lnTo>
                          <a:pt x="343" y="293"/>
                        </a:lnTo>
                        <a:lnTo>
                          <a:pt x="357" y="281"/>
                        </a:lnTo>
                        <a:lnTo>
                          <a:pt x="371" y="272"/>
                        </a:lnTo>
                        <a:lnTo>
                          <a:pt x="386" y="261"/>
                        </a:lnTo>
                        <a:lnTo>
                          <a:pt x="402" y="253"/>
                        </a:lnTo>
                        <a:lnTo>
                          <a:pt x="418" y="244"/>
                        </a:lnTo>
                        <a:lnTo>
                          <a:pt x="434" y="237"/>
                        </a:lnTo>
                        <a:lnTo>
                          <a:pt x="451" y="230"/>
                        </a:lnTo>
                        <a:lnTo>
                          <a:pt x="468" y="225"/>
                        </a:lnTo>
                        <a:lnTo>
                          <a:pt x="485" y="220"/>
                        </a:lnTo>
                        <a:lnTo>
                          <a:pt x="503" y="215"/>
                        </a:lnTo>
                        <a:lnTo>
                          <a:pt x="521" y="212"/>
                        </a:lnTo>
                        <a:lnTo>
                          <a:pt x="539" y="210"/>
                        </a:lnTo>
                        <a:lnTo>
                          <a:pt x="559" y="209"/>
                        </a:lnTo>
                        <a:lnTo>
                          <a:pt x="578" y="208"/>
                        </a:lnTo>
                        <a:lnTo>
                          <a:pt x="578" y="0"/>
                        </a:lnTo>
                        <a:close/>
                      </a:path>
                    </a:pathLst>
                  </a:custGeom>
                  <a:solidFill>
                    <a:srgbClr val="EF2B2F"/>
                  </a:solidFill>
                  <a:ln>
                    <a:noFill/>
                  </a:ln>
                </p:spPr>
                <p:txBody>
                  <a:bodyPr/>
                  <a:lstStyle/>
                  <a:p>
                    <a:pPr>
                      <a:defRPr/>
                    </a:pPr>
                    <a:endParaRPr lang="en-US" sz="1050">
                      <a:latin typeface="+mj-lt"/>
                    </a:endParaRPr>
                  </a:p>
                </p:txBody>
              </p:sp>
              <p:sp>
                <p:nvSpPr>
                  <p:cNvPr id="41438" name="Freeform 575">
                    <a:extLst>
                      <a:ext uri="{FF2B5EF4-FFF2-40B4-BE49-F238E27FC236}">
                        <a16:creationId xmlns="" xmlns:a16="http://schemas.microsoft.com/office/drawing/2014/main" id="{9A3D898F-3941-F2D7-92F9-88EEF1D2D3C6}"/>
                      </a:ext>
                    </a:extLst>
                  </p:cNvPr>
                  <p:cNvSpPr>
                    <a:spLocks/>
                  </p:cNvSpPr>
                  <p:nvPr/>
                </p:nvSpPr>
                <p:spPr bwMode="auto">
                  <a:xfrm>
                    <a:off x="1739" y="2347"/>
                    <a:ext cx="24" cy="23"/>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577" y="578"/>
                        </a:moveTo>
                        <a:lnTo>
                          <a:pt x="577" y="578"/>
                        </a:lnTo>
                        <a:lnTo>
                          <a:pt x="576" y="548"/>
                        </a:lnTo>
                        <a:lnTo>
                          <a:pt x="573" y="518"/>
                        </a:lnTo>
                        <a:lnTo>
                          <a:pt x="570" y="490"/>
                        </a:lnTo>
                        <a:lnTo>
                          <a:pt x="565" y="462"/>
                        </a:lnTo>
                        <a:lnTo>
                          <a:pt x="559" y="433"/>
                        </a:lnTo>
                        <a:lnTo>
                          <a:pt x="551" y="406"/>
                        </a:lnTo>
                        <a:lnTo>
                          <a:pt x="541" y="380"/>
                        </a:lnTo>
                        <a:lnTo>
                          <a:pt x="531" y="353"/>
                        </a:lnTo>
                        <a:lnTo>
                          <a:pt x="519" y="327"/>
                        </a:lnTo>
                        <a:lnTo>
                          <a:pt x="506" y="303"/>
                        </a:lnTo>
                        <a:lnTo>
                          <a:pt x="492" y="278"/>
                        </a:lnTo>
                        <a:lnTo>
                          <a:pt x="479" y="255"/>
                        </a:lnTo>
                        <a:lnTo>
                          <a:pt x="462" y="232"/>
                        </a:lnTo>
                        <a:lnTo>
                          <a:pt x="445" y="210"/>
                        </a:lnTo>
                        <a:lnTo>
                          <a:pt x="426" y="190"/>
                        </a:lnTo>
                        <a:lnTo>
                          <a:pt x="407" y="170"/>
                        </a:lnTo>
                        <a:lnTo>
                          <a:pt x="387" y="150"/>
                        </a:lnTo>
                        <a:lnTo>
                          <a:pt x="367" y="132"/>
                        </a:lnTo>
                        <a:lnTo>
                          <a:pt x="344" y="115"/>
                        </a:lnTo>
                        <a:lnTo>
                          <a:pt x="322" y="99"/>
                        </a:lnTo>
                        <a:lnTo>
                          <a:pt x="299" y="84"/>
                        </a:lnTo>
                        <a:lnTo>
                          <a:pt x="274" y="70"/>
                        </a:lnTo>
                        <a:lnTo>
                          <a:pt x="250" y="58"/>
                        </a:lnTo>
                        <a:lnTo>
                          <a:pt x="224" y="46"/>
                        </a:lnTo>
                        <a:lnTo>
                          <a:pt x="198" y="35"/>
                        </a:lnTo>
                        <a:lnTo>
                          <a:pt x="171" y="27"/>
                        </a:lnTo>
                        <a:lnTo>
                          <a:pt x="144" y="18"/>
                        </a:lnTo>
                        <a:lnTo>
                          <a:pt x="115" y="12"/>
                        </a:lnTo>
                        <a:lnTo>
                          <a:pt x="88" y="7"/>
                        </a:lnTo>
                        <a:lnTo>
                          <a:pt x="59" y="3"/>
                        </a:lnTo>
                        <a:lnTo>
                          <a:pt x="29" y="1"/>
                        </a:lnTo>
                        <a:lnTo>
                          <a:pt x="0" y="0"/>
                        </a:lnTo>
                        <a:lnTo>
                          <a:pt x="0" y="208"/>
                        </a:lnTo>
                        <a:lnTo>
                          <a:pt x="18" y="209"/>
                        </a:lnTo>
                        <a:lnTo>
                          <a:pt x="38" y="210"/>
                        </a:lnTo>
                        <a:lnTo>
                          <a:pt x="56" y="212"/>
                        </a:lnTo>
                        <a:lnTo>
                          <a:pt x="74" y="215"/>
                        </a:lnTo>
                        <a:lnTo>
                          <a:pt x="92" y="220"/>
                        </a:lnTo>
                        <a:lnTo>
                          <a:pt x="109" y="225"/>
                        </a:lnTo>
                        <a:lnTo>
                          <a:pt x="126" y="230"/>
                        </a:lnTo>
                        <a:lnTo>
                          <a:pt x="143" y="237"/>
                        </a:lnTo>
                        <a:lnTo>
                          <a:pt x="159" y="244"/>
                        </a:lnTo>
                        <a:lnTo>
                          <a:pt x="175" y="253"/>
                        </a:lnTo>
                        <a:lnTo>
                          <a:pt x="191" y="261"/>
                        </a:lnTo>
                        <a:lnTo>
                          <a:pt x="206" y="272"/>
                        </a:lnTo>
                        <a:lnTo>
                          <a:pt x="221" y="281"/>
                        </a:lnTo>
                        <a:lnTo>
                          <a:pt x="235" y="292"/>
                        </a:lnTo>
                        <a:lnTo>
                          <a:pt x="248" y="304"/>
                        </a:lnTo>
                        <a:lnTo>
                          <a:pt x="261" y="317"/>
                        </a:lnTo>
                        <a:lnTo>
                          <a:pt x="273" y="329"/>
                        </a:lnTo>
                        <a:lnTo>
                          <a:pt x="285" y="343"/>
                        </a:lnTo>
                        <a:lnTo>
                          <a:pt x="295" y="357"/>
                        </a:lnTo>
                        <a:lnTo>
                          <a:pt x="306" y="371"/>
                        </a:lnTo>
                        <a:lnTo>
                          <a:pt x="316" y="386"/>
                        </a:lnTo>
                        <a:lnTo>
                          <a:pt x="324" y="402"/>
                        </a:lnTo>
                        <a:lnTo>
                          <a:pt x="333" y="418"/>
                        </a:lnTo>
                        <a:lnTo>
                          <a:pt x="340" y="434"/>
                        </a:lnTo>
                        <a:lnTo>
                          <a:pt x="347" y="451"/>
                        </a:lnTo>
                        <a:lnTo>
                          <a:pt x="352" y="468"/>
                        </a:lnTo>
                        <a:lnTo>
                          <a:pt x="357" y="485"/>
                        </a:lnTo>
                        <a:lnTo>
                          <a:pt x="361" y="503"/>
                        </a:lnTo>
                        <a:lnTo>
                          <a:pt x="365" y="521"/>
                        </a:lnTo>
                        <a:lnTo>
                          <a:pt x="367" y="539"/>
                        </a:lnTo>
                        <a:lnTo>
                          <a:pt x="369" y="559"/>
                        </a:lnTo>
                        <a:lnTo>
                          <a:pt x="369" y="578"/>
                        </a:lnTo>
                        <a:lnTo>
                          <a:pt x="577" y="578"/>
                        </a:lnTo>
                        <a:close/>
                      </a:path>
                    </a:pathLst>
                  </a:custGeom>
                  <a:solidFill>
                    <a:srgbClr val="EF2B2F"/>
                  </a:solidFill>
                  <a:ln>
                    <a:noFill/>
                  </a:ln>
                </p:spPr>
                <p:txBody>
                  <a:bodyPr/>
                  <a:lstStyle/>
                  <a:p>
                    <a:pPr>
                      <a:defRPr/>
                    </a:pPr>
                    <a:endParaRPr lang="en-US" sz="1050">
                      <a:latin typeface="+mj-lt"/>
                    </a:endParaRPr>
                  </a:p>
                </p:txBody>
              </p:sp>
              <p:sp>
                <p:nvSpPr>
                  <p:cNvPr id="41439" name="Freeform 576">
                    <a:extLst>
                      <a:ext uri="{FF2B5EF4-FFF2-40B4-BE49-F238E27FC236}">
                        <a16:creationId xmlns="" xmlns:a16="http://schemas.microsoft.com/office/drawing/2014/main" id="{55A13923-4073-5E64-7D0C-A79FEBAAF0CA}"/>
                      </a:ext>
                    </a:extLst>
                  </p:cNvPr>
                  <p:cNvSpPr>
                    <a:spLocks/>
                  </p:cNvSpPr>
                  <p:nvPr/>
                </p:nvSpPr>
                <p:spPr bwMode="auto">
                  <a:xfrm>
                    <a:off x="1739" y="2370"/>
                    <a:ext cx="24" cy="22"/>
                  </a:xfrm>
                  <a:custGeom>
                    <a:avLst/>
                    <a:gdLst>
                      <a:gd name="T0" fmla="*/ 0 w 577"/>
                      <a:gd name="T1" fmla="*/ 0 h 576"/>
                      <a:gd name="T2" fmla="*/ 0 w 577"/>
                      <a:gd name="T3" fmla="*/ 0 h 576"/>
                      <a:gd name="T4" fmla="*/ 0 w 577"/>
                      <a:gd name="T5" fmla="*/ 0 h 576"/>
                      <a:gd name="T6" fmla="*/ 0 w 577"/>
                      <a:gd name="T7" fmla="*/ 0 h 576"/>
                      <a:gd name="T8" fmla="*/ 0 w 577"/>
                      <a:gd name="T9" fmla="*/ 0 h 576"/>
                      <a:gd name="T10" fmla="*/ 0 w 577"/>
                      <a:gd name="T11" fmla="*/ 0 h 576"/>
                      <a:gd name="T12" fmla="*/ 0 w 577"/>
                      <a:gd name="T13" fmla="*/ 0 h 576"/>
                      <a:gd name="T14" fmla="*/ 0 w 577"/>
                      <a:gd name="T15" fmla="*/ 0 h 576"/>
                      <a:gd name="T16" fmla="*/ 0 w 577"/>
                      <a:gd name="T17" fmla="*/ 0 h 576"/>
                      <a:gd name="T18" fmla="*/ 0 w 577"/>
                      <a:gd name="T19" fmla="*/ 0 h 576"/>
                      <a:gd name="T20" fmla="*/ 0 w 577"/>
                      <a:gd name="T21" fmla="*/ 0 h 576"/>
                      <a:gd name="T22" fmla="*/ 0 w 577"/>
                      <a:gd name="T23" fmla="*/ 0 h 576"/>
                      <a:gd name="T24" fmla="*/ 0 w 577"/>
                      <a:gd name="T25" fmla="*/ 0 h 576"/>
                      <a:gd name="T26" fmla="*/ 0 w 577"/>
                      <a:gd name="T27" fmla="*/ 0 h 576"/>
                      <a:gd name="T28" fmla="*/ 0 w 577"/>
                      <a:gd name="T29" fmla="*/ 0 h 576"/>
                      <a:gd name="T30" fmla="*/ 0 w 577"/>
                      <a:gd name="T31" fmla="*/ 0 h 576"/>
                      <a:gd name="T32" fmla="*/ 0 w 577"/>
                      <a:gd name="T33" fmla="*/ 0 h 576"/>
                      <a:gd name="T34" fmla="*/ 0 w 577"/>
                      <a:gd name="T35" fmla="*/ 0 h 576"/>
                      <a:gd name="T36" fmla="*/ 0 w 577"/>
                      <a:gd name="T37" fmla="*/ 0 h 576"/>
                      <a:gd name="T38" fmla="*/ 0 w 577"/>
                      <a:gd name="T39" fmla="*/ 0 h 576"/>
                      <a:gd name="T40" fmla="*/ 0 w 577"/>
                      <a:gd name="T41" fmla="*/ 0 h 576"/>
                      <a:gd name="T42" fmla="*/ 0 w 577"/>
                      <a:gd name="T43" fmla="*/ 0 h 576"/>
                      <a:gd name="T44" fmla="*/ 0 w 577"/>
                      <a:gd name="T45" fmla="*/ 0 h 576"/>
                      <a:gd name="T46" fmla="*/ 0 w 577"/>
                      <a:gd name="T47" fmla="*/ 0 h 576"/>
                      <a:gd name="T48" fmla="*/ 0 w 577"/>
                      <a:gd name="T49" fmla="*/ 0 h 576"/>
                      <a:gd name="T50" fmla="*/ 0 w 577"/>
                      <a:gd name="T51" fmla="*/ 0 h 576"/>
                      <a:gd name="T52" fmla="*/ 0 w 577"/>
                      <a:gd name="T53" fmla="*/ 0 h 576"/>
                      <a:gd name="T54" fmla="*/ 0 w 577"/>
                      <a:gd name="T55" fmla="*/ 0 h 576"/>
                      <a:gd name="T56" fmla="*/ 0 w 577"/>
                      <a:gd name="T57" fmla="*/ 0 h 576"/>
                      <a:gd name="T58" fmla="*/ 0 w 577"/>
                      <a:gd name="T59" fmla="*/ 0 h 576"/>
                      <a:gd name="T60" fmla="*/ 0 w 577"/>
                      <a:gd name="T61" fmla="*/ 0 h 576"/>
                      <a:gd name="T62" fmla="*/ 0 w 577"/>
                      <a:gd name="T63" fmla="*/ 0 h 576"/>
                      <a:gd name="T64" fmla="*/ 0 w 577"/>
                      <a:gd name="T65" fmla="*/ 0 h 576"/>
                      <a:gd name="T66" fmla="*/ 0 w 577"/>
                      <a:gd name="T67" fmla="*/ 0 h 5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6"/>
                      <a:gd name="T104" fmla="*/ 577 w 577"/>
                      <a:gd name="T105" fmla="*/ 576 h 5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6">
                        <a:moveTo>
                          <a:pt x="0" y="576"/>
                        </a:moveTo>
                        <a:lnTo>
                          <a:pt x="0" y="576"/>
                        </a:lnTo>
                        <a:lnTo>
                          <a:pt x="29" y="575"/>
                        </a:lnTo>
                        <a:lnTo>
                          <a:pt x="58" y="573"/>
                        </a:lnTo>
                        <a:lnTo>
                          <a:pt x="88" y="570"/>
                        </a:lnTo>
                        <a:lnTo>
                          <a:pt x="115" y="565"/>
                        </a:lnTo>
                        <a:lnTo>
                          <a:pt x="143" y="558"/>
                        </a:lnTo>
                        <a:lnTo>
                          <a:pt x="171" y="551"/>
                        </a:lnTo>
                        <a:lnTo>
                          <a:pt x="198" y="541"/>
                        </a:lnTo>
                        <a:lnTo>
                          <a:pt x="224" y="530"/>
                        </a:lnTo>
                        <a:lnTo>
                          <a:pt x="250" y="519"/>
                        </a:lnTo>
                        <a:lnTo>
                          <a:pt x="274" y="506"/>
                        </a:lnTo>
                        <a:lnTo>
                          <a:pt x="299" y="492"/>
                        </a:lnTo>
                        <a:lnTo>
                          <a:pt x="322" y="477"/>
                        </a:lnTo>
                        <a:lnTo>
                          <a:pt x="344" y="461"/>
                        </a:lnTo>
                        <a:lnTo>
                          <a:pt x="367" y="444"/>
                        </a:lnTo>
                        <a:lnTo>
                          <a:pt x="387" y="426"/>
                        </a:lnTo>
                        <a:lnTo>
                          <a:pt x="407" y="407"/>
                        </a:lnTo>
                        <a:lnTo>
                          <a:pt x="426" y="387"/>
                        </a:lnTo>
                        <a:lnTo>
                          <a:pt x="445" y="366"/>
                        </a:lnTo>
                        <a:lnTo>
                          <a:pt x="462" y="344"/>
                        </a:lnTo>
                        <a:lnTo>
                          <a:pt x="479" y="322"/>
                        </a:lnTo>
                        <a:lnTo>
                          <a:pt x="492" y="298"/>
                        </a:lnTo>
                        <a:lnTo>
                          <a:pt x="506" y="274"/>
                        </a:lnTo>
                        <a:lnTo>
                          <a:pt x="519" y="249"/>
                        </a:lnTo>
                        <a:lnTo>
                          <a:pt x="531" y="224"/>
                        </a:lnTo>
                        <a:lnTo>
                          <a:pt x="541" y="198"/>
                        </a:lnTo>
                        <a:lnTo>
                          <a:pt x="551" y="170"/>
                        </a:lnTo>
                        <a:lnTo>
                          <a:pt x="559" y="144"/>
                        </a:lnTo>
                        <a:lnTo>
                          <a:pt x="565" y="115"/>
                        </a:lnTo>
                        <a:lnTo>
                          <a:pt x="570" y="87"/>
                        </a:lnTo>
                        <a:lnTo>
                          <a:pt x="573" y="58"/>
                        </a:lnTo>
                        <a:lnTo>
                          <a:pt x="576" y="29"/>
                        </a:lnTo>
                        <a:lnTo>
                          <a:pt x="577" y="0"/>
                        </a:lnTo>
                        <a:lnTo>
                          <a:pt x="369" y="0"/>
                        </a:lnTo>
                        <a:lnTo>
                          <a:pt x="369" y="18"/>
                        </a:lnTo>
                        <a:lnTo>
                          <a:pt x="367" y="37"/>
                        </a:lnTo>
                        <a:lnTo>
                          <a:pt x="365" y="56"/>
                        </a:lnTo>
                        <a:lnTo>
                          <a:pt x="361" y="73"/>
                        </a:lnTo>
                        <a:lnTo>
                          <a:pt x="357" y="91"/>
                        </a:lnTo>
                        <a:lnTo>
                          <a:pt x="352" y="108"/>
                        </a:lnTo>
                        <a:lnTo>
                          <a:pt x="347" y="125"/>
                        </a:lnTo>
                        <a:lnTo>
                          <a:pt x="340" y="143"/>
                        </a:lnTo>
                        <a:lnTo>
                          <a:pt x="333" y="159"/>
                        </a:lnTo>
                        <a:lnTo>
                          <a:pt x="324" y="175"/>
                        </a:lnTo>
                        <a:lnTo>
                          <a:pt x="316" y="190"/>
                        </a:lnTo>
                        <a:lnTo>
                          <a:pt x="306" y="205"/>
                        </a:lnTo>
                        <a:lnTo>
                          <a:pt x="295" y="220"/>
                        </a:lnTo>
                        <a:lnTo>
                          <a:pt x="285" y="234"/>
                        </a:lnTo>
                        <a:lnTo>
                          <a:pt x="273" y="247"/>
                        </a:lnTo>
                        <a:lnTo>
                          <a:pt x="260" y="260"/>
                        </a:lnTo>
                        <a:lnTo>
                          <a:pt x="247" y="273"/>
                        </a:lnTo>
                        <a:lnTo>
                          <a:pt x="235" y="284"/>
                        </a:lnTo>
                        <a:lnTo>
                          <a:pt x="221" y="295"/>
                        </a:lnTo>
                        <a:lnTo>
                          <a:pt x="206" y="306"/>
                        </a:lnTo>
                        <a:lnTo>
                          <a:pt x="191" y="315"/>
                        </a:lnTo>
                        <a:lnTo>
                          <a:pt x="175" y="324"/>
                        </a:lnTo>
                        <a:lnTo>
                          <a:pt x="159" y="332"/>
                        </a:lnTo>
                        <a:lnTo>
                          <a:pt x="143" y="340"/>
                        </a:lnTo>
                        <a:lnTo>
                          <a:pt x="126" y="346"/>
                        </a:lnTo>
                        <a:lnTo>
                          <a:pt x="109" y="351"/>
                        </a:lnTo>
                        <a:lnTo>
                          <a:pt x="92" y="357"/>
                        </a:lnTo>
                        <a:lnTo>
                          <a:pt x="74" y="361"/>
                        </a:lnTo>
                        <a:lnTo>
                          <a:pt x="56" y="364"/>
                        </a:lnTo>
                        <a:lnTo>
                          <a:pt x="38" y="366"/>
                        </a:lnTo>
                        <a:lnTo>
                          <a:pt x="19" y="368"/>
                        </a:lnTo>
                        <a:lnTo>
                          <a:pt x="0" y="368"/>
                        </a:lnTo>
                        <a:lnTo>
                          <a:pt x="0" y="576"/>
                        </a:lnTo>
                        <a:close/>
                      </a:path>
                    </a:pathLst>
                  </a:custGeom>
                  <a:solidFill>
                    <a:srgbClr val="EF2B2F"/>
                  </a:solidFill>
                  <a:ln>
                    <a:noFill/>
                  </a:ln>
                </p:spPr>
                <p:txBody>
                  <a:bodyPr/>
                  <a:lstStyle/>
                  <a:p>
                    <a:pPr>
                      <a:defRPr/>
                    </a:pPr>
                    <a:endParaRPr lang="en-US" sz="1050">
                      <a:latin typeface="+mj-lt"/>
                    </a:endParaRPr>
                  </a:p>
                </p:txBody>
              </p:sp>
              <p:sp>
                <p:nvSpPr>
                  <p:cNvPr id="41440" name="Freeform 577">
                    <a:extLst>
                      <a:ext uri="{FF2B5EF4-FFF2-40B4-BE49-F238E27FC236}">
                        <a16:creationId xmlns="" xmlns:a16="http://schemas.microsoft.com/office/drawing/2014/main" id="{15954B3E-A9E6-FE53-EE27-9C329DF260C7}"/>
                      </a:ext>
                    </a:extLst>
                  </p:cNvPr>
                  <p:cNvSpPr>
                    <a:spLocks/>
                  </p:cNvSpPr>
                  <p:nvPr/>
                </p:nvSpPr>
                <p:spPr bwMode="auto">
                  <a:xfrm>
                    <a:off x="1715" y="2370"/>
                    <a:ext cx="24" cy="22"/>
                  </a:xfrm>
                  <a:custGeom>
                    <a:avLst/>
                    <a:gdLst>
                      <a:gd name="T0" fmla="*/ 0 w 577"/>
                      <a:gd name="T1" fmla="*/ 0 h 576"/>
                      <a:gd name="T2" fmla="*/ 0 w 577"/>
                      <a:gd name="T3" fmla="*/ 0 h 576"/>
                      <a:gd name="T4" fmla="*/ 0 w 577"/>
                      <a:gd name="T5" fmla="*/ 0 h 576"/>
                      <a:gd name="T6" fmla="*/ 0 w 577"/>
                      <a:gd name="T7" fmla="*/ 0 h 576"/>
                      <a:gd name="T8" fmla="*/ 0 w 577"/>
                      <a:gd name="T9" fmla="*/ 0 h 576"/>
                      <a:gd name="T10" fmla="*/ 0 w 577"/>
                      <a:gd name="T11" fmla="*/ 0 h 576"/>
                      <a:gd name="T12" fmla="*/ 0 w 577"/>
                      <a:gd name="T13" fmla="*/ 0 h 576"/>
                      <a:gd name="T14" fmla="*/ 0 w 577"/>
                      <a:gd name="T15" fmla="*/ 0 h 576"/>
                      <a:gd name="T16" fmla="*/ 0 w 577"/>
                      <a:gd name="T17" fmla="*/ 0 h 576"/>
                      <a:gd name="T18" fmla="*/ 0 w 577"/>
                      <a:gd name="T19" fmla="*/ 0 h 576"/>
                      <a:gd name="T20" fmla="*/ 0 w 577"/>
                      <a:gd name="T21" fmla="*/ 0 h 576"/>
                      <a:gd name="T22" fmla="*/ 0 w 577"/>
                      <a:gd name="T23" fmla="*/ 0 h 576"/>
                      <a:gd name="T24" fmla="*/ 0 w 577"/>
                      <a:gd name="T25" fmla="*/ 0 h 576"/>
                      <a:gd name="T26" fmla="*/ 0 w 577"/>
                      <a:gd name="T27" fmla="*/ 0 h 576"/>
                      <a:gd name="T28" fmla="*/ 0 w 577"/>
                      <a:gd name="T29" fmla="*/ 0 h 576"/>
                      <a:gd name="T30" fmla="*/ 0 w 577"/>
                      <a:gd name="T31" fmla="*/ 0 h 576"/>
                      <a:gd name="T32" fmla="*/ 0 w 577"/>
                      <a:gd name="T33" fmla="*/ 0 h 576"/>
                      <a:gd name="T34" fmla="*/ 0 w 577"/>
                      <a:gd name="T35" fmla="*/ 0 h 576"/>
                      <a:gd name="T36" fmla="*/ 0 w 577"/>
                      <a:gd name="T37" fmla="*/ 0 h 576"/>
                      <a:gd name="T38" fmla="*/ 0 w 577"/>
                      <a:gd name="T39" fmla="*/ 0 h 576"/>
                      <a:gd name="T40" fmla="*/ 0 w 577"/>
                      <a:gd name="T41" fmla="*/ 0 h 576"/>
                      <a:gd name="T42" fmla="*/ 0 w 577"/>
                      <a:gd name="T43" fmla="*/ 0 h 576"/>
                      <a:gd name="T44" fmla="*/ 0 w 577"/>
                      <a:gd name="T45" fmla="*/ 0 h 576"/>
                      <a:gd name="T46" fmla="*/ 0 w 577"/>
                      <a:gd name="T47" fmla="*/ 0 h 576"/>
                      <a:gd name="T48" fmla="*/ 0 w 577"/>
                      <a:gd name="T49" fmla="*/ 0 h 576"/>
                      <a:gd name="T50" fmla="*/ 0 w 577"/>
                      <a:gd name="T51" fmla="*/ 0 h 576"/>
                      <a:gd name="T52" fmla="*/ 0 w 577"/>
                      <a:gd name="T53" fmla="*/ 0 h 576"/>
                      <a:gd name="T54" fmla="*/ 0 w 577"/>
                      <a:gd name="T55" fmla="*/ 0 h 576"/>
                      <a:gd name="T56" fmla="*/ 0 w 577"/>
                      <a:gd name="T57" fmla="*/ 0 h 576"/>
                      <a:gd name="T58" fmla="*/ 0 w 577"/>
                      <a:gd name="T59" fmla="*/ 0 h 576"/>
                      <a:gd name="T60" fmla="*/ 0 w 577"/>
                      <a:gd name="T61" fmla="*/ 0 h 576"/>
                      <a:gd name="T62" fmla="*/ 0 w 577"/>
                      <a:gd name="T63" fmla="*/ 0 h 576"/>
                      <a:gd name="T64" fmla="*/ 0 w 577"/>
                      <a:gd name="T65" fmla="*/ 0 h 576"/>
                      <a:gd name="T66" fmla="*/ 0 w 577"/>
                      <a:gd name="T67" fmla="*/ 0 h 5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6"/>
                      <a:gd name="T104" fmla="*/ 577 w 577"/>
                      <a:gd name="T105" fmla="*/ 576 h 5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6">
                        <a:moveTo>
                          <a:pt x="0" y="0"/>
                        </a:moveTo>
                        <a:lnTo>
                          <a:pt x="0" y="0"/>
                        </a:lnTo>
                        <a:lnTo>
                          <a:pt x="1" y="29"/>
                        </a:lnTo>
                        <a:lnTo>
                          <a:pt x="3" y="57"/>
                        </a:lnTo>
                        <a:lnTo>
                          <a:pt x="6" y="87"/>
                        </a:lnTo>
                        <a:lnTo>
                          <a:pt x="12" y="115"/>
                        </a:lnTo>
                        <a:lnTo>
                          <a:pt x="18" y="143"/>
                        </a:lnTo>
                        <a:lnTo>
                          <a:pt x="25" y="170"/>
                        </a:lnTo>
                        <a:lnTo>
                          <a:pt x="35" y="198"/>
                        </a:lnTo>
                        <a:lnTo>
                          <a:pt x="46" y="224"/>
                        </a:lnTo>
                        <a:lnTo>
                          <a:pt x="57" y="249"/>
                        </a:lnTo>
                        <a:lnTo>
                          <a:pt x="70" y="274"/>
                        </a:lnTo>
                        <a:lnTo>
                          <a:pt x="84" y="298"/>
                        </a:lnTo>
                        <a:lnTo>
                          <a:pt x="99" y="322"/>
                        </a:lnTo>
                        <a:lnTo>
                          <a:pt x="115" y="344"/>
                        </a:lnTo>
                        <a:lnTo>
                          <a:pt x="132" y="366"/>
                        </a:lnTo>
                        <a:lnTo>
                          <a:pt x="150" y="387"/>
                        </a:lnTo>
                        <a:lnTo>
                          <a:pt x="169" y="407"/>
                        </a:lnTo>
                        <a:lnTo>
                          <a:pt x="189" y="426"/>
                        </a:lnTo>
                        <a:lnTo>
                          <a:pt x="210" y="444"/>
                        </a:lnTo>
                        <a:lnTo>
                          <a:pt x="232" y="461"/>
                        </a:lnTo>
                        <a:lnTo>
                          <a:pt x="254" y="477"/>
                        </a:lnTo>
                        <a:lnTo>
                          <a:pt x="278" y="492"/>
                        </a:lnTo>
                        <a:lnTo>
                          <a:pt x="302" y="506"/>
                        </a:lnTo>
                        <a:lnTo>
                          <a:pt x="327" y="519"/>
                        </a:lnTo>
                        <a:lnTo>
                          <a:pt x="352" y="530"/>
                        </a:lnTo>
                        <a:lnTo>
                          <a:pt x="379" y="541"/>
                        </a:lnTo>
                        <a:lnTo>
                          <a:pt x="406" y="551"/>
                        </a:lnTo>
                        <a:lnTo>
                          <a:pt x="433" y="558"/>
                        </a:lnTo>
                        <a:lnTo>
                          <a:pt x="461" y="565"/>
                        </a:lnTo>
                        <a:lnTo>
                          <a:pt x="490" y="570"/>
                        </a:lnTo>
                        <a:lnTo>
                          <a:pt x="519" y="573"/>
                        </a:lnTo>
                        <a:lnTo>
                          <a:pt x="547" y="575"/>
                        </a:lnTo>
                        <a:lnTo>
                          <a:pt x="577" y="576"/>
                        </a:lnTo>
                        <a:lnTo>
                          <a:pt x="577" y="368"/>
                        </a:lnTo>
                        <a:lnTo>
                          <a:pt x="557" y="368"/>
                        </a:lnTo>
                        <a:lnTo>
                          <a:pt x="539" y="366"/>
                        </a:lnTo>
                        <a:lnTo>
                          <a:pt x="521" y="364"/>
                        </a:lnTo>
                        <a:lnTo>
                          <a:pt x="503" y="361"/>
                        </a:lnTo>
                        <a:lnTo>
                          <a:pt x="485" y="357"/>
                        </a:lnTo>
                        <a:lnTo>
                          <a:pt x="468" y="351"/>
                        </a:lnTo>
                        <a:lnTo>
                          <a:pt x="450" y="346"/>
                        </a:lnTo>
                        <a:lnTo>
                          <a:pt x="433" y="340"/>
                        </a:lnTo>
                        <a:lnTo>
                          <a:pt x="417" y="332"/>
                        </a:lnTo>
                        <a:lnTo>
                          <a:pt x="401" y="324"/>
                        </a:lnTo>
                        <a:lnTo>
                          <a:pt x="385" y="315"/>
                        </a:lnTo>
                        <a:lnTo>
                          <a:pt x="371" y="306"/>
                        </a:lnTo>
                        <a:lnTo>
                          <a:pt x="357" y="295"/>
                        </a:lnTo>
                        <a:lnTo>
                          <a:pt x="343" y="284"/>
                        </a:lnTo>
                        <a:lnTo>
                          <a:pt x="329" y="273"/>
                        </a:lnTo>
                        <a:lnTo>
                          <a:pt x="316" y="260"/>
                        </a:lnTo>
                        <a:lnTo>
                          <a:pt x="303" y="247"/>
                        </a:lnTo>
                        <a:lnTo>
                          <a:pt x="292" y="234"/>
                        </a:lnTo>
                        <a:lnTo>
                          <a:pt x="281" y="220"/>
                        </a:lnTo>
                        <a:lnTo>
                          <a:pt x="272" y="205"/>
                        </a:lnTo>
                        <a:lnTo>
                          <a:pt x="261" y="190"/>
                        </a:lnTo>
                        <a:lnTo>
                          <a:pt x="252" y="175"/>
                        </a:lnTo>
                        <a:lnTo>
                          <a:pt x="244" y="159"/>
                        </a:lnTo>
                        <a:lnTo>
                          <a:pt x="236" y="143"/>
                        </a:lnTo>
                        <a:lnTo>
                          <a:pt x="230" y="125"/>
                        </a:lnTo>
                        <a:lnTo>
                          <a:pt x="225" y="108"/>
                        </a:lnTo>
                        <a:lnTo>
                          <a:pt x="219" y="91"/>
                        </a:lnTo>
                        <a:lnTo>
                          <a:pt x="215" y="73"/>
                        </a:lnTo>
                        <a:lnTo>
                          <a:pt x="212" y="56"/>
                        </a:lnTo>
                        <a:lnTo>
                          <a:pt x="210" y="37"/>
                        </a:lnTo>
                        <a:lnTo>
                          <a:pt x="209" y="19"/>
                        </a:lnTo>
                        <a:lnTo>
                          <a:pt x="208" y="0"/>
                        </a:lnTo>
                        <a:lnTo>
                          <a:pt x="0" y="0"/>
                        </a:lnTo>
                        <a:close/>
                      </a:path>
                    </a:pathLst>
                  </a:custGeom>
                  <a:solidFill>
                    <a:srgbClr val="EF2B2F"/>
                  </a:solidFill>
                  <a:ln>
                    <a:noFill/>
                  </a:ln>
                </p:spPr>
                <p:txBody>
                  <a:bodyPr/>
                  <a:lstStyle/>
                  <a:p>
                    <a:pPr>
                      <a:defRPr/>
                    </a:pPr>
                    <a:endParaRPr lang="en-US" sz="1050">
                      <a:latin typeface="+mj-lt"/>
                    </a:endParaRPr>
                  </a:p>
                </p:txBody>
              </p:sp>
              <p:sp>
                <p:nvSpPr>
                  <p:cNvPr id="41441" name="Freeform 578">
                    <a:extLst>
                      <a:ext uri="{FF2B5EF4-FFF2-40B4-BE49-F238E27FC236}">
                        <a16:creationId xmlns="" xmlns:a16="http://schemas.microsoft.com/office/drawing/2014/main" id="{9BD6EC01-E64C-970C-5CE1-CBA28B4DEBE8}"/>
                      </a:ext>
                    </a:extLst>
                  </p:cNvPr>
                  <p:cNvSpPr>
                    <a:spLocks/>
                  </p:cNvSpPr>
                  <p:nvPr/>
                </p:nvSpPr>
                <p:spPr bwMode="auto">
                  <a:xfrm>
                    <a:off x="1715" y="2347"/>
                    <a:ext cx="24" cy="23"/>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577" y="0"/>
                        </a:moveTo>
                        <a:lnTo>
                          <a:pt x="577" y="0"/>
                        </a:lnTo>
                        <a:lnTo>
                          <a:pt x="547" y="1"/>
                        </a:lnTo>
                        <a:lnTo>
                          <a:pt x="518" y="3"/>
                        </a:lnTo>
                        <a:lnTo>
                          <a:pt x="490" y="7"/>
                        </a:lnTo>
                        <a:lnTo>
                          <a:pt x="461" y="12"/>
                        </a:lnTo>
                        <a:lnTo>
                          <a:pt x="432" y="18"/>
                        </a:lnTo>
                        <a:lnTo>
                          <a:pt x="406" y="27"/>
                        </a:lnTo>
                        <a:lnTo>
                          <a:pt x="379" y="35"/>
                        </a:lnTo>
                        <a:lnTo>
                          <a:pt x="352" y="46"/>
                        </a:lnTo>
                        <a:lnTo>
                          <a:pt x="327" y="58"/>
                        </a:lnTo>
                        <a:lnTo>
                          <a:pt x="302" y="70"/>
                        </a:lnTo>
                        <a:lnTo>
                          <a:pt x="278" y="84"/>
                        </a:lnTo>
                        <a:lnTo>
                          <a:pt x="254" y="99"/>
                        </a:lnTo>
                        <a:lnTo>
                          <a:pt x="232" y="115"/>
                        </a:lnTo>
                        <a:lnTo>
                          <a:pt x="210" y="132"/>
                        </a:lnTo>
                        <a:lnTo>
                          <a:pt x="189" y="150"/>
                        </a:lnTo>
                        <a:lnTo>
                          <a:pt x="169" y="170"/>
                        </a:lnTo>
                        <a:lnTo>
                          <a:pt x="150" y="190"/>
                        </a:lnTo>
                        <a:lnTo>
                          <a:pt x="132" y="210"/>
                        </a:lnTo>
                        <a:lnTo>
                          <a:pt x="115" y="232"/>
                        </a:lnTo>
                        <a:lnTo>
                          <a:pt x="99" y="255"/>
                        </a:lnTo>
                        <a:lnTo>
                          <a:pt x="84" y="278"/>
                        </a:lnTo>
                        <a:lnTo>
                          <a:pt x="70" y="303"/>
                        </a:lnTo>
                        <a:lnTo>
                          <a:pt x="57" y="327"/>
                        </a:lnTo>
                        <a:lnTo>
                          <a:pt x="46" y="353"/>
                        </a:lnTo>
                        <a:lnTo>
                          <a:pt x="35" y="380"/>
                        </a:lnTo>
                        <a:lnTo>
                          <a:pt x="25" y="406"/>
                        </a:lnTo>
                        <a:lnTo>
                          <a:pt x="18" y="434"/>
                        </a:lnTo>
                        <a:lnTo>
                          <a:pt x="12" y="462"/>
                        </a:lnTo>
                        <a:lnTo>
                          <a:pt x="6" y="490"/>
                        </a:lnTo>
                        <a:lnTo>
                          <a:pt x="3" y="519"/>
                        </a:lnTo>
                        <a:lnTo>
                          <a:pt x="1" y="548"/>
                        </a:lnTo>
                        <a:lnTo>
                          <a:pt x="0" y="578"/>
                        </a:lnTo>
                        <a:lnTo>
                          <a:pt x="208" y="578"/>
                        </a:lnTo>
                        <a:lnTo>
                          <a:pt x="209" y="557"/>
                        </a:lnTo>
                        <a:lnTo>
                          <a:pt x="210" y="539"/>
                        </a:lnTo>
                        <a:lnTo>
                          <a:pt x="212" y="521"/>
                        </a:lnTo>
                        <a:lnTo>
                          <a:pt x="215" y="503"/>
                        </a:lnTo>
                        <a:lnTo>
                          <a:pt x="219" y="485"/>
                        </a:lnTo>
                        <a:lnTo>
                          <a:pt x="225" y="468"/>
                        </a:lnTo>
                        <a:lnTo>
                          <a:pt x="230" y="451"/>
                        </a:lnTo>
                        <a:lnTo>
                          <a:pt x="236" y="434"/>
                        </a:lnTo>
                        <a:lnTo>
                          <a:pt x="244" y="418"/>
                        </a:lnTo>
                        <a:lnTo>
                          <a:pt x="252" y="402"/>
                        </a:lnTo>
                        <a:lnTo>
                          <a:pt x="261" y="387"/>
                        </a:lnTo>
                        <a:lnTo>
                          <a:pt x="272" y="371"/>
                        </a:lnTo>
                        <a:lnTo>
                          <a:pt x="281" y="357"/>
                        </a:lnTo>
                        <a:lnTo>
                          <a:pt x="292" y="343"/>
                        </a:lnTo>
                        <a:lnTo>
                          <a:pt x="303" y="329"/>
                        </a:lnTo>
                        <a:lnTo>
                          <a:pt x="316" y="317"/>
                        </a:lnTo>
                        <a:lnTo>
                          <a:pt x="329" y="304"/>
                        </a:lnTo>
                        <a:lnTo>
                          <a:pt x="343" y="292"/>
                        </a:lnTo>
                        <a:lnTo>
                          <a:pt x="357" y="281"/>
                        </a:lnTo>
                        <a:lnTo>
                          <a:pt x="371" y="272"/>
                        </a:lnTo>
                        <a:lnTo>
                          <a:pt x="385" y="261"/>
                        </a:lnTo>
                        <a:lnTo>
                          <a:pt x="401" y="253"/>
                        </a:lnTo>
                        <a:lnTo>
                          <a:pt x="417" y="244"/>
                        </a:lnTo>
                        <a:lnTo>
                          <a:pt x="433" y="237"/>
                        </a:lnTo>
                        <a:lnTo>
                          <a:pt x="450" y="230"/>
                        </a:lnTo>
                        <a:lnTo>
                          <a:pt x="468" y="225"/>
                        </a:lnTo>
                        <a:lnTo>
                          <a:pt x="485" y="220"/>
                        </a:lnTo>
                        <a:lnTo>
                          <a:pt x="503" y="215"/>
                        </a:lnTo>
                        <a:lnTo>
                          <a:pt x="521" y="212"/>
                        </a:lnTo>
                        <a:lnTo>
                          <a:pt x="539" y="210"/>
                        </a:lnTo>
                        <a:lnTo>
                          <a:pt x="558" y="209"/>
                        </a:lnTo>
                        <a:lnTo>
                          <a:pt x="577" y="208"/>
                        </a:lnTo>
                        <a:lnTo>
                          <a:pt x="577" y="0"/>
                        </a:lnTo>
                        <a:close/>
                      </a:path>
                    </a:pathLst>
                  </a:custGeom>
                  <a:solidFill>
                    <a:srgbClr val="EF2B2F"/>
                  </a:solidFill>
                  <a:ln>
                    <a:noFill/>
                  </a:ln>
                </p:spPr>
                <p:txBody>
                  <a:bodyPr/>
                  <a:lstStyle/>
                  <a:p>
                    <a:pPr>
                      <a:defRPr/>
                    </a:pPr>
                    <a:endParaRPr lang="en-US" sz="1050">
                      <a:latin typeface="+mj-lt"/>
                    </a:endParaRPr>
                  </a:p>
                </p:txBody>
              </p:sp>
              <p:sp>
                <p:nvSpPr>
                  <p:cNvPr id="41442" name="Freeform 579">
                    <a:extLst>
                      <a:ext uri="{FF2B5EF4-FFF2-40B4-BE49-F238E27FC236}">
                        <a16:creationId xmlns="" xmlns:a16="http://schemas.microsoft.com/office/drawing/2014/main" id="{7D970C5E-95D0-9BE2-B8DD-C601A91A828F}"/>
                      </a:ext>
                    </a:extLst>
                  </p:cNvPr>
                  <p:cNvSpPr>
                    <a:spLocks/>
                  </p:cNvSpPr>
                  <p:nvPr/>
                </p:nvSpPr>
                <p:spPr bwMode="auto">
                  <a:xfrm>
                    <a:off x="1756" y="2381"/>
                    <a:ext cx="24" cy="22"/>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577" y="578"/>
                        </a:moveTo>
                        <a:lnTo>
                          <a:pt x="577" y="578"/>
                        </a:lnTo>
                        <a:lnTo>
                          <a:pt x="576" y="548"/>
                        </a:lnTo>
                        <a:lnTo>
                          <a:pt x="574" y="519"/>
                        </a:lnTo>
                        <a:lnTo>
                          <a:pt x="570" y="490"/>
                        </a:lnTo>
                        <a:lnTo>
                          <a:pt x="564" y="462"/>
                        </a:lnTo>
                        <a:lnTo>
                          <a:pt x="558" y="434"/>
                        </a:lnTo>
                        <a:lnTo>
                          <a:pt x="550" y="406"/>
                        </a:lnTo>
                        <a:lnTo>
                          <a:pt x="541" y="380"/>
                        </a:lnTo>
                        <a:lnTo>
                          <a:pt x="531" y="353"/>
                        </a:lnTo>
                        <a:lnTo>
                          <a:pt x="519" y="328"/>
                        </a:lnTo>
                        <a:lnTo>
                          <a:pt x="507" y="303"/>
                        </a:lnTo>
                        <a:lnTo>
                          <a:pt x="493" y="279"/>
                        </a:lnTo>
                        <a:lnTo>
                          <a:pt x="478" y="256"/>
                        </a:lnTo>
                        <a:lnTo>
                          <a:pt x="461" y="233"/>
                        </a:lnTo>
                        <a:lnTo>
                          <a:pt x="444" y="211"/>
                        </a:lnTo>
                        <a:lnTo>
                          <a:pt x="426" y="191"/>
                        </a:lnTo>
                        <a:lnTo>
                          <a:pt x="408" y="171"/>
                        </a:lnTo>
                        <a:lnTo>
                          <a:pt x="387" y="152"/>
                        </a:lnTo>
                        <a:lnTo>
                          <a:pt x="366" y="133"/>
                        </a:lnTo>
                        <a:lnTo>
                          <a:pt x="345" y="116"/>
                        </a:lnTo>
                        <a:lnTo>
                          <a:pt x="321" y="99"/>
                        </a:lnTo>
                        <a:lnTo>
                          <a:pt x="298" y="84"/>
                        </a:lnTo>
                        <a:lnTo>
                          <a:pt x="274" y="71"/>
                        </a:lnTo>
                        <a:lnTo>
                          <a:pt x="249" y="58"/>
                        </a:lnTo>
                        <a:lnTo>
                          <a:pt x="224" y="46"/>
                        </a:lnTo>
                        <a:lnTo>
                          <a:pt x="198" y="36"/>
                        </a:lnTo>
                        <a:lnTo>
                          <a:pt x="171" y="27"/>
                        </a:lnTo>
                        <a:lnTo>
                          <a:pt x="143" y="19"/>
                        </a:lnTo>
                        <a:lnTo>
                          <a:pt x="116" y="13"/>
                        </a:lnTo>
                        <a:lnTo>
                          <a:pt x="87" y="8"/>
                        </a:lnTo>
                        <a:lnTo>
                          <a:pt x="58" y="4"/>
                        </a:lnTo>
                        <a:lnTo>
                          <a:pt x="29" y="1"/>
                        </a:lnTo>
                        <a:lnTo>
                          <a:pt x="0" y="0"/>
                        </a:lnTo>
                        <a:lnTo>
                          <a:pt x="0" y="209"/>
                        </a:lnTo>
                        <a:lnTo>
                          <a:pt x="19" y="209"/>
                        </a:lnTo>
                        <a:lnTo>
                          <a:pt x="37" y="210"/>
                        </a:lnTo>
                        <a:lnTo>
                          <a:pt x="56" y="213"/>
                        </a:lnTo>
                        <a:lnTo>
                          <a:pt x="74" y="217"/>
                        </a:lnTo>
                        <a:lnTo>
                          <a:pt x="91" y="220"/>
                        </a:lnTo>
                        <a:lnTo>
                          <a:pt x="109" y="225"/>
                        </a:lnTo>
                        <a:lnTo>
                          <a:pt x="126" y="231"/>
                        </a:lnTo>
                        <a:lnTo>
                          <a:pt x="142" y="238"/>
                        </a:lnTo>
                        <a:lnTo>
                          <a:pt x="159" y="245"/>
                        </a:lnTo>
                        <a:lnTo>
                          <a:pt x="175" y="253"/>
                        </a:lnTo>
                        <a:lnTo>
                          <a:pt x="190" y="262"/>
                        </a:lnTo>
                        <a:lnTo>
                          <a:pt x="205" y="272"/>
                        </a:lnTo>
                        <a:lnTo>
                          <a:pt x="220" y="282"/>
                        </a:lnTo>
                        <a:lnTo>
                          <a:pt x="234" y="293"/>
                        </a:lnTo>
                        <a:lnTo>
                          <a:pt x="248" y="305"/>
                        </a:lnTo>
                        <a:lnTo>
                          <a:pt x="261" y="317"/>
                        </a:lnTo>
                        <a:lnTo>
                          <a:pt x="272" y="329"/>
                        </a:lnTo>
                        <a:lnTo>
                          <a:pt x="284" y="343"/>
                        </a:lnTo>
                        <a:lnTo>
                          <a:pt x="296" y="357"/>
                        </a:lnTo>
                        <a:lnTo>
                          <a:pt x="305" y="372"/>
                        </a:lnTo>
                        <a:lnTo>
                          <a:pt x="315" y="387"/>
                        </a:lnTo>
                        <a:lnTo>
                          <a:pt x="325" y="402"/>
                        </a:lnTo>
                        <a:lnTo>
                          <a:pt x="332" y="418"/>
                        </a:lnTo>
                        <a:lnTo>
                          <a:pt x="339" y="435"/>
                        </a:lnTo>
                        <a:lnTo>
                          <a:pt x="346" y="451"/>
                        </a:lnTo>
                        <a:lnTo>
                          <a:pt x="352" y="468"/>
                        </a:lnTo>
                        <a:lnTo>
                          <a:pt x="358" y="486"/>
                        </a:lnTo>
                        <a:lnTo>
                          <a:pt x="361" y="503"/>
                        </a:lnTo>
                        <a:lnTo>
                          <a:pt x="364" y="521"/>
                        </a:lnTo>
                        <a:lnTo>
                          <a:pt x="367" y="540"/>
                        </a:lnTo>
                        <a:lnTo>
                          <a:pt x="368" y="559"/>
                        </a:lnTo>
                        <a:lnTo>
                          <a:pt x="368" y="578"/>
                        </a:lnTo>
                        <a:lnTo>
                          <a:pt x="577" y="578"/>
                        </a:lnTo>
                        <a:close/>
                      </a:path>
                    </a:pathLst>
                  </a:custGeom>
                  <a:solidFill>
                    <a:srgbClr val="EF2B2F"/>
                  </a:solidFill>
                  <a:ln>
                    <a:noFill/>
                  </a:ln>
                </p:spPr>
                <p:txBody>
                  <a:bodyPr/>
                  <a:lstStyle/>
                  <a:p>
                    <a:pPr>
                      <a:defRPr/>
                    </a:pPr>
                    <a:endParaRPr lang="en-US" sz="1050">
                      <a:latin typeface="+mj-lt"/>
                    </a:endParaRPr>
                  </a:p>
                </p:txBody>
              </p:sp>
              <p:sp>
                <p:nvSpPr>
                  <p:cNvPr id="41443" name="Freeform 580">
                    <a:extLst>
                      <a:ext uri="{FF2B5EF4-FFF2-40B4-BE49-F238E27FC236}">
                        <a16:creationId xmlns="" xmlns:a16="http://schemas.microsoft.com/office/drawing/2014/main" id="{93DC9C00-EF27-9DD8-52AF-80646945F606}"/>
                      </a:ext>
                    </a:extLst>
                  </p:cNvPr>
                  <p:cNvSpPr>
                    <a:spLocks/>
                  </p:cNvSpPr>
                  <p:nvPr/>
                </p:nvSpPr>
                <p:spPr bwMode="auto">
                  <a:xfrm>
                    <a:off x="1756" y="2403"/>
                    <a:ext cx="24" cy="23"/>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0" y="577"/>
                        </a:moveTo>
                        <a:lnTo>
                          <a:pt x="0" y="577"/>
                        </a:lnTo>
                        <a:lnTo>
                          <a:pt x="28" y="576"/>
                        </a:lnTo>
                        <a:lnTo>
                          <a:pt x="58" y="574"/>
                        </a:lnTo>
                        <a:lnTo>
                          <a:pt x="87" y="571"/>
                        </a:lnTo>
                        <a:lnTo>
                          <a:pt x="116" y="566"/>
                        </a:lnTo>
                        <a:lnTo>
                          <a:pt x="143" y="558"/>
                        </a:lnTo>
                        <a:lnTo>
                          <a:pt x="171" y="551"/>
                        </a:lnTo>
                        <a:lnTo>
                          <a:pt x="198" y="542"/>
                        </a:lnTo>
                        <a:lnTo>
                          <a:pt x="224" y="532"/>
                        </a:lnTo>
                        <a:lnTo>
                          <a:pt x="249" y="520"/>
                        </a:lnTo>
                        <a:lnTo>
                          <a:pt x="274" y="507"/>
                        </a:lnTo>
                        <a:lnTo>
                          <a:pt x="299" y="493"/>
                        </a:lnTo>
                        <a:lnTo>
                          <a:pt x="321" y="478"/>
                        </a:lnTo>
                        <a:lnTo>
                          <a:pt x="345" y="462"/>
                        </a:lnTo>
                        <a:lnTo>
                          <a:pt x="366" y="445"/>
                        </a:lnTo>
                        <a:lnTo>
                          <a:pt x="387" y="427"/>
                        </a:lnTo>
                        <a:lnTo>
                          <a:pt x="408" y="408"/>
                        </a:lnTo>
                        <a:lnTo>
                          <a:pt x="426" y="388"/>
                        </a:lnTo>
                        <a:lnTo>
                          <a:pt x="444" y="367"/>
                        </a:lnTo>
                        <a:lnTo>
                          <a:pt x="461" y="345"/>
                        </a:lnTo>
                        <a:lnTo>
                          <a:pt x="478" y="323"/>
                        </a:lnTo>
                        <a:lnTo>
                          <a:pt x="493" y="299"/>
                        </a:lnTo>
                        <a:lnTo>
                          <a:pt x="507" y="275"/>
                        </a:lnTo>
                        <a:lnTo>
                          <a:pt x="519" y="250"/>
                        </a:lnTo>
                        <a:lnTo>
                          <a:pt x="531" y="225"/>
                        </a:lnTo>
                        <a:lnTo>
                          <a:pt x="541" y="198"/>
                        </a:lnTo>
                        <a:lnTo>
                          <a:pt x="550" y="171"/>
                        </a:lnTo>
                        <a:lnTo>
                          <a:pt x="558" y="144"/>
                        </a:lnTo>
                        <a:lnTo>
                          <a:pt x="564" y="116"/>
                        </a:lnTo>
                        <a:lnTo>
                          <a:pt x="570" y="87"/>
                        </a:lnTo>
                        <a:lnTo>
                          <a:pt x="574" y="58"/>
                        </a:lnTo>
                        <a:lnTo>
                          <a:pt x="576" y="30"/>
                        </a:lnTo>
                        <a:lnTo>
                          <a:pt x="577" y="0"/>
                        </a:lnTo>
                        <a:lnTo>
                          <a:pt x="368" y="0"/>
                        </a:lnTo>
                        <a:lnTo>
                          <a:pt x="368" y="19"/>
                        </a:lnTo>
                        <a:lnTo>
                          <a:pt x="367" y="38"/>
                        </a:lnTo>
                        <a:lnTo>
                          <a:pt x="364" y="56"/>
                        </a:lnTo>
                        <a:lnTo>
                          <a:pt x="361" y="74"/>
                        </a:lnTo>
                        <a:lnTo>
                          <a:pt x="358" y="91"/>
                        </a:lnTo>
                        <a:lnTo>
                          <a:pt x="352" y="110"/>
                        </a:lnTo>
                        <a:lnTo>
                          <a:pt x="346" y="127"/>
                        </a:lnTo>
                        <a:lnTo>
                          <a:pt x="339" y="144"/>
                        </a:lnTo>
                        <a:lnTo>
                          <a:pt x="332" y="160"/>
                        </a:lnTo>
                        <a:lnTo>
                          <a:pt x="325" y="176"/>
                        </a:lnTo>
                        <a:lnTo>
                          <a:pt x="315" y="191"/>
                        </a:lnTo>
                        <a:lnTo>
                          <a:pt x="305" y="207"/>
                        </a:lnTo>
                        <a:lnTo>
                          <a:pt x="296" y="220"/>
                        </a:lnTo>
                        <a:lnTo>
                          <a:pt x="284" y="234"/>
                        </a:lnTo>
                        <a:lnTo>
                          <a:pt x="272" y="248"/>
                        </a:lnTo>
                        <a:lnTo>
                          <a:pt x="261" y="261"/>
                        </a:lnTo>
                        <a:lnTo>
                          <a:pt x="248" y="273"/>
                        </a:lnTo>
                        <a:lnTo>
                          <a:pt x="234" y="284"/>
                        </a:lnTo>
                        <a:lnTo>
                          <a:pt x="220" y="296"/>
                        </a:lnTo>
                        <a:lnTo>
                          <a:pt x="205" y="306"/>
                        </a:lnTo>
                        <a:lnTo>
                          <a:pt x="190" y="316"/>
                        </a:lnTo>
                        <a:lnTo>
                          <a:pt x="175" y="325"/>
                        </a:lnTo>
                        <a:lnTo>
                          <a:pt x="159" y="333"/>
                        </a:lnTo>
                        <a:lnTo>
                          <a:pt x="142" y="341"/>
                        </a:lnTo>
                        <a:lnTo>
                          <a:pt x="126" y="347"/>
                        </a:lnTo>
                        <a:lnTo>
                          <a:pt x="109" y="353"/>
                        </a:lnTo>
                        <a:lnTo>
                          <a:pt x="92" y="358"/>
                        </a:lnTo>
                        <a:lnTo>
                          <a:pt x="74" y="362"/>
                        </a:lnTo>
                        <a:lnTo>
                          <a:pt x="56" y="365"/>
                        </a:lnTo>
                        <a:lnTo>
                          <a:pt x="38" y="367"/>
                        </a:lnTo>
                        <a:lnTo>
                          <a:pt x="19" y="368"/>
                        </a:lnTo>
                        <a:lnTo>
                          <a:pt x="0" y="368"/>
                        </a:lnTo>
                        <a:lnTo>
                          <a:pt x="0" y="577"/>
                        </a:lnTo>
                        <a:close/>
                      </a:path>
                    </a:pathLst>
                  </a:custGeom>
                  <a:solidFill>
                    <a:srgbClr val="EF2B2F"/>
                  </a:solidFill>
                  <a:ln>
                    <a:noFill/>
                  </a:ln>
                </p:spPr>
                <p:txBody>
                  <a:bodyPr/>
                  <a:lstStyle/>
                  <a:p>
                    <a:pPr>
                      <a:defRPr/>
                    </a:pPr>
                    <a:endParaRPr lang="en-US" sz="1050">
                      <a:latin typeface="+mj-lt"/>
                    </a:endParaRPr>
                  </a:p>
                </p:txBody>
              </p:sp>
              <p:sp>
                <p:nvSpPr>
                  <p:cNvPr id="41444" name="Freeform 581">
                    <a:extLst>
                      <a:ext uri="{FF2B5EF4-FFF2-40B4-BE49-F238E27FC236}">
                        <a16:creationId xmlns="" xmlns:a16="http://schemas.microsoft.com/office/drawing/2014/main" id="{D1DEA538-8EC7-A712-2205-4BD54D589B81}"/>
                      </a:ext>
                    </a:extLst>
                  </p:cNvPr>
                  <p:cNvSpPr>
                    <a:spLocks/>
                  </p:cNvSpPr>
                  <p:nvPr/>
                </p:nvSpPr>
                <p:spPr bwMode="auto">
                  <a:xfrm>
                    <a:off x="1732" y="2403"/>
                    <a:ext cx="24" cy="23"/>
                  </a:xfrm>
                  <a:custGeom>
                    <a:avLst/>
                    <a:gdLst>
                      <a:gd name="T0" fmla="*/ 0 w 578"/>
                      <a:gd name="T1" fmla="*/ 0 h 577"/>
                      <a:gd name="T2" fmla="*/ 0 w 578"/>
                      <a:gd name="T3" fmla="*/ 0 h 577"/>
                      <a:gd name="T4" fmla="*/ 0 w 578"/>
                      <a:gd name="T5" fmla="*/ 0 h 577"/>
                      <a:gd name="T6" fmla="*/ 0 w 578"/>
                      <a:gd name="T7" fmla="*/ 0 h 577"/>
                      <a:gd name="T8" fmla="*/ 0 w 578"/>
                      <a:gd name="T9" fmla="*/ 0 h 577"/>
                      <a:gd name="T10" fmla="*/ 0 w 578"/>
                      <a:gd name="T11" fmla="*/ 0 h 577"/>
                      <a:gd name="T12" fmla="*/ 0 w 578"/>
                      <a:gd name="T13" fmla="*/ 0 h 577"/>
                      <a:gd name="T14" fmla="*/ 0 w 578"/>
                      <a:gd name="T15" fmla="*/ 0 h 577"/>
                      <a:gd name="T16" fmla="*/ 0 w 578"/>
                      <a:gd name="T17" fmla="*/ 0 h 577"/>
                      <a:gd name="T18" fmla="*/ 0 w 578"/>
                      <a:gd name="T19" fmla="*/ 0 h 577"/>
                      <a:gd name="T20" fmla="*/ 0 w 578"/>
                      <a:gd name="T21" fmla="*/ 0 h 577"/>
                      <a:gd name="T22" fmla="*/ 0 w 578"/>
                      <a:gd name="T23" fmla="*/ 0 h 577"/>
                      <a:gd name="T24" fmla="*/ 0 w 578"/>
                      <a:gd name="T25" fmla="*/ 0 h 577"/>
                      <a:gd name="T26" fmla="*/ 0 w 578"/>
                      <a:gd name="T27" fmla="*/ 0 h 577"/>
                      <a:gd name="T28" fmla="*/ 0 w 578"/>
                      <a:gd name="T29" fmla="*/ 0 h 577"/>
                      <a:gd name="T30" fmla="*/ 0 w 578"/>
                      <a:gd name="T31" fmla="*/ 0 h 577"/>
                      <a:gd name="T32" fmla="*/ 0 w 578"/>
                      <a:gd name="T33" fmla="*/ 0 h 577"/>
                      <a:gd name="T34" fmla="*/ 0 w 578"/>
                      <a:gd name="T35" fmla="*/ 0 h 577"/>
                      <a:gd name="T36" fmla="*/ 0 w 578"/>
                      <a:gd name="T37" fmla="*/ 0 h 577"/>
                      <a:gd name="T38" fmla="*/ 0 w 578"/>
                      <a:gd name="T39" fmla="*/ 0 h 577"/>
                      <a:gd name="T40" fmla="*/ 0 w 578"/>
                      <a:gd name="T41" fmla="*/ 0 h 577"/>
                      <a:gd name="T42" fmla="*/ 0 w 578"/>
                      <a:gd name="T43" fmla="*/ 0 h 577"/>
                      <a:gd name="T44" fmla="*/ 0 w 578"/>
                      <a:gd name="T45" fmla="*/ 0 h 577"/>
                      <a:gd name="T46" fmla="*/ 0 w 578"/>
                      <a:gd name="T47" fmla="*/ 0 h 577"/>
                      <a:gd name="T48" fmla="*/ 0 w 578"/>
                      <a:gd name="T49" fmla="*/ 0 h 577"/>
                      <a:gd name="T50" fmla="*/ 0 w 578"/>
                      <a:gd name="T51" fmla="*/ 0 h 577"/>
                      <a:gd name="T52" fmla="*/ 0 w 578"/>
                      <a:gd name="T53" fmla="*/ 0 h 577"/>
                      <a:gd name="T54" fmla="*/ 0 w 578"/>
                      <a:gd name="T55" fmla="*/ 0 h 577"/>
                      <a:gd name="T56" fmla="*/ 0 w 578"/>
                      <a:gd name="T57" fmla="*/ 0 h 577"/>
                      <a:gd name="T58" fmla="*/ 0 w 578"/>
                      <a:gd name="T59" fmla="*/ 0 h 577"/>
                      <a:gd name="T60" fmla="*/ 0 w 578"/>
                      <a:gd name="T61" fmla="*/ 0 h 577"/>
                      <a:gd name="T62" fmla="*/ 0 w 578"/>
                      <a:gd name="T63" fmla="*/ 0 h 577"/>
                      <a:gd name="T64" fmla="*/ 0 w 578"/>
                      <a:gd name="T65" fmla="*/ 0 h 577"/>
                      <a:gd name="T66" fmla="*/ 0 w 578"/>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7"/>
                      <a:gd name="T104" fmla="*/ 578 w 578"/>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7">
                        <a:moveTo>
                          <a:pt x="0" y="0"/>
                        </a:moveTo>
                        <a:lnTo>
                          <a:pt x="0" y="0"/>
                        </a:lnTo>
                        <a:lnTo>
                          <a:pt x="1" y="30"/>
                        </a:lnTo>
                        <a:lnTo>
                          <a:pt x="3" y="58"/>
                        </a:lnTo>
                        <a:lnTo>
                          <a:pt x="7" y="87"/>
                        </a:lnTo>
                        <a:lnTo>
                          <a:pt x="13" y="116"/>
                        </a:lnTo>
                        <a:lnTo>
                          <a:pt x="19" y="144"/>
                        </a:lnTo>
                        <a:lnTo>
                          <a:pt x="27" y="171"/>
                        </a:lnTo>
                        <a:lnTo>
                          <a:pt x="35" y="198"/>
                        </a:lnTo>
                        <a:lnTo>
                          <a:pt x="46" y="225"/>
                        </a:lnTo>
                        <a:lnTo>
                          <a:pt x="58" y="250"/>
                        </a:lnTo>
                        <a:lnTo>
                          <a:pt x="70" y="275"/>
                        </a:lnTo>
                        <a:lnTo>
                          <a:pt x="84" y="299"/>
                        </a:lnTo>
                        <a:lnTo>
                          <a:pt x="99" y="323"/>
                        </a:lnTo>
                        <a:lnTo>
                          <a:pt x="115" y="345"/>
                        </a:lnTo>
                        <a:lnTo>
                          <a:pt x="132" y="367"/>
                        </a:lnTo>
                        <a:lnTo>
                          <a:pt x="150" y="388"/>
                        </a:lnTo>
                        <a:lnTo>
                          <a:pt x="170" y="408"/>
                        </a:lnTo>
                        <a:lnTo>
                          <a:pt x="190" y="427"/>
                        </a:lnTo>
                        <a:lnTo>
                          <a:pt x="211" y="445"/>
                        </a:lnTo>
                        <a:lnTo>
                          <a:pt x="232" y="462"/>
                        </a:lnTo>
                        <a:lnTo>
                          <a:pt x="255" y="478"/>
                        </a:lnTo>
                        <a:lnTo>
                          <a:pt x="278" y="493"/>
                        </a:lnTo>
                        <a:lnTo>
                          <a:pt x="303" y="507"/>
                        </a:lnTo>
                        <a:lnTo>
                          <a:pt x="327" y="520"/>
                        </a:lnTo>
                        <a:lnTo>
                          <a:pt x="353" y="532"/>
                        </a:lnTo>
                        <a:lnTo>
                          <a:pt x="379" y="542"/>
                        </a:lnTo>
                        <a:lnTo>
                          <a:pt x="407" y="551"/>
                        </a:lnTo>
                        <a:lnTo>
                          <a:pt x="434" y="558"/>
                        </a:lnTo>
                        <a:lnTo>
                          <a:pt x="461" y="566"/>
                        </a:lnTo>
                        <a:lnTo>
                          <a:pt x="490" y="571"/>
                        </a:lnTo>
                        <a:lnTo>
                          <a:pt x="519" y="574"/>
                        </a:lnTo>
                        <a:lnTo>
                          <a:pt x="549" y="576"/>
                        </a:lnTo>
                        <a:lnTo>
                          <a:pt x="578" y="577"/>
                        </a:lnTo>
                        <a:lnTo>
                          <a:pt x="578" y="368"/>
                        </a:lnTo>
                        <a:lnTo>
                          <a:pt x="558" y="368"/>
                        </a:lnTo>
                        <a:lnTo>
                          <a:pt x="539" y="367"/>
                        </a:lnTo>
                        <a:lnTo>
                          <a:pt x="521" y="365"/>
                        </a:lnTo>
                        <a:lnTo>
                          <a:pt x="503" y="362"/>
                        </a:lnTo>
                        <a:lnTo>
                          <a:pt x="485" y="358"/>
                        </a:lnTo>
                        <a:lnTo>
                          <a:pt x="468" y="353"/>
                        </a:lnTo>
                        <a:lnTo>
                          <a:pt x="451" y="347"/>
                        </a:lnTo>
                        <a:lnTo>
                          <a:pt x="435" y="341"/>
                        </a:lnTo>
                        <a:lnTo>
                          <a:pt x="418" y="333"/>
                        </a:lnTo>
                        <a:lnTo>
                          <a:pt x="402" y="325"/>
                        </a:lnTo>
                        <a:lnTo>
                          <a:pt x="387" y="316"/>
                        </a:lnTo>
                        <a:lnTo>
                          <a:pt x="372" y="306"/>
                        </a:lnTo>
                        <a:lnTo>
                          <a:pt x="357" y="296"/>
                        </a:lnTo>
                        <a:lnTo>
                          <a:pt x="343" y="284"/>
                        </a:lnTo>
                        <a:lnTo>
                          <a:pt x="329" y="273"/>
                        </a:lnTo>
                        <a:lnTo>
                          <a:pt x="317" y="261"/>
                        </a:lnTo>
                        <a:lnTo>
                          <a:pt x="305" y="248"/>
                        </a:lnTo>
                        <a:lnTo>
                          <a:pt x="293" y="234"/>
                        </a:lnTo>
                        <a:lnTo>
                          <a:pt x="282" y="220"/>
                        </a:lnTo>
                        <a:lnTo>
                          <a:pt x="272" y="207"/>
                        </a:lnTo>
                        <a:lnTo>
                          <a:pt x="261" y="191"/>
                        </a:lnTo>
                        <a:lnTo>
                          <a:pt x="253" y="176"/>
                        </a:lnTo>
                        <a:lnTo>
                          <a:pt x="245" y="160"/>
                        </a:lnTo>
                        <a:lnTo>
                          <a:pt x="238" y="144"/>
                        </a:lnTo>
                        <a:lnTo>
                          <a:pt x="230" y="127"/>
                        </a:lnTo>
                        <a:lnTo>
                          <a:pt x="225" y="110"/>
                        </a:lnTo>
                        <a:lnTo>
                          <a:pt x="220" y="92"/>
                        </a:lnTo>
                        <a:lnTo>
                          <a:pt x="215" y="74"/>
                        </a:lnTo>
                        <a:lnTo>
                          <a:pt x="213" y="56"/>
                        </a:lnTo>
                        <a:lnTo>
                          <a:pt x="210" y="38"/>
                        </a:lnTo>
                        <a:lnTo>
                          <a:pt x="209" y="19"/>
                        </a:lnTo>
                        <a:lnTo>
                          <a:pt x="209" y="0"/>
                        </a:lnTo>
                        <a:lnTo>
                          <a:pt x="0" y="0"/>
                        </a:lnTo>
                        <a:close/>
                      </a:path>
                    </a:pathLst>
                  </a:custGeom>
                  <a:solidFill>
                    <a:srgbClr val="EF2B2F"/>
                  </a:solidFill>
                  <a:ln>
                    <a:noFill/>
                  </a:ln>
                </p:spPr>
                <p:txBody>
                  <a:bodyPr/>
                  <a:lstStyle/>
                  <a:p>
                    <a:pPr>
                      <a:defRPr/>
                    </a:pPr>
                    <a:endParaRPr lang="en-US" sz="1050">
                      <a:latin typeface="+mj-lt"/>
                    </a:endParaRPr>
                  </a:p>
                </p:txBody>
              </p:sp>
              <p:sp>
                <p:nvSpPr>
                  <p:cNvPr id="41445" name="Freeform 582">
                    <a:extLst>
                      <a:ext uri="{FF2B5EF4-FFF2-40B4-BE49-F238E27FC236}">
                        <a16:creationId xmlns="" xmlns:a16="http://schemas.microsoft.com/office/drawing/2014/main" id="{77D774D6-D66C-5762-B01A-2F7B4E1E9D03}"/>
                      </a:ext>
                    </a:extLst>
                  </p:cNvPr>
                  <p:cNvSpPr>
                    <a:spLocks/>
                  </p:cNvSpPr>
                  <p:nvPr/>
                </p:nvSpPr>
                <p:spPr bwMode="auto">
                  <a:xfrm>
                    <a:off x="1732" y="2381"/>
                    <a:ext cx="24" cy="22"/>
                  </a:xfrm>
                  <a:custGeom>
                    <a:avLst/>
                    <a:gdLst>
                      <a:gd name="T0" fmla="*/ 0 w 578"/>
                      <a:gd name="T1" fmla="*/ 0 h 578"/>
                      <a:gd name="T2" fmla="*/ 0 w 578"/>
                      <a:gd name="T3" fmla="*/ 0 h 578"/>
                      <a:gd name="T4" fmla="*/ 0 w 578"/>
                      <a:gd name="T5" fmla="*/ 0 h 578"/>
                      <a:gd name="T6" fmla="*/ 0 w 578"/>
                      <a:gd name="T7" fmla="*/ 0 h 578"/>
                      <a:gd name="T8" fmla="*/ 0 w 578"/>
                      <a:gd name="T9" fmla="*/ 0 h 578"/>
                      <a:gd name="T10" fmla="*/ 0 w 578"/>
                      <a:gd name="T11" fmla="*/ 0 h 578"/>
                      <a:gd name="T12" fmla="*/ 0 w 578"/>
                      <a:gd name="T13" fmla="*/ 0 h 578"/>
                      <a:gd name="T14" fmla="*/ 0 w 578"/>
                      <a:gd name="T15" fmla="*/ 0 h 578"/>
                      <a:gd name="T16" fmla="*/ 0 w 578"/>
                      <a:gd name="T17" fmla="*/ 0 h 578"/>
                      <a:gd name="T18" fmla="*/ 0 w 578"/>
                      <a:gd name="T19" fmla="*/ 0 h 578"/>
                      <a:gd name="T20" fmla="*/ 0 w 578"/>
                      <a:gd name="T21" fmla="*/ 0 h 578"/>
                      <a:gd name="T22" fmla="*/ 0 w 578"/>
                      <a:gd name="T23" fmla="*/ 0 h 578"/>
                      <a:gd name="T24" fmla="*/ 0 w 578"/>
                      <a:gd name="T25" fmla="*/ 0 h 578"/>
                      <a:gd name="T26" fmla="*/ 0 w 578"/>
                      <a:gd name="T27" fmla="*/ 0 h 578"/>
                      <a:gd name="T28" fmla="*/ 0 w 578"/>
                      <a:gd name="T29" fmla="*/ 0 h 578"/>
                      <a:gd name="T30" fmla="*/ 0 w 578"/>
                      <a:gd name="T31" fmla="*/ 0 h 578"/>
                      <a:gd name="T32" fmla="*/ 0 w 578"/>
                      <a:gd name="T33" fmla="*/ 0 h 578"/>
                      <a:gd name="T34" fmla="*/ 0 w 578"/>
                      <a:gd name="T35" fmla="*/ 0 h 578"/>
                      <a:gd name="T36" fmla="*/ 0 w 578"/>
                      <a:gd name="T37" fmla="*/ 0 h 578"/>
                      <a:gd name="T38" fmla="*/ 0 w 578"/>
                      <a:gd name="T39" fmla="*/ 0 h 578"/>
                      <a:gd name="T40" fmla="*/ 0 w 578"/>
                      <a:gd name="T41" fmla="*/ 0 h 578"/>
                      <a:gd name="T42" fmla="*/ 0 w 578"/>
                      <a:gd name="T43" fmla="*/ 0 h 578"/>
                      <a:gd name="T44" fmla="*/ 0 w 578"/>
                      <a:gd name="T45" fmla="*/ 0 h 578"/>
                      <a:gd name="T46" fmla="*/ 0 w 578"/>
                      <a:gd name="T47" fmla="*/ 0 h 578"/>
                      <a:gd name="T48" fmla="*/ 0 w 578"/>
                      <a:gd name="T49" fmla="*/ 0 h 578"/>
                      <a:gd name="T50" fmla="*/ 0 w 578"/>
                      <a:gd name="T51" fmla="*/ 0 h 578"/>
                      <a:gd name="T52" fmla="*/ 0 w 578"/>
                      <a:gd name="T53" fmla="*/ 0 h 578"/>
                      <a:gd name="T54" fmla="*/ 0 w 578"/>
                      <a:gd name="T55" fmla="*/ 0 h 578"/>
                      <a:gd name="T56" fmla="*/ 0 w 578"/>
                      <a:gd name="T57" fmla="*/ 0 h 578"/>
                      <a:gd name="T58" fmla="*/ 0 w 578"/>
                      <a:gd name="T59" fmla="*/ 0 h 578"/>
                      <a:gd name="T60" fmla="*/ 0 w 578"/>
                      <a:gd name="T61" fmla="*/ 0 h 578"/>
                      <a:gd name="T62" fmla="*/ 0 w 578"/>
                      <a:gd name="T63" fmla="*/ 0 h 578"/>
                      <a:gd name="T64" fmla="*/ 0 w 578"/>
                      <a:gd name="T65" fmla="*/ 0 h 578"/>
                      <a:gd name="T66" fmla="*/ 0 w 578"/>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8"/>
                      <a:gd name="T104" fmla="*/ 578 w 578"/>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8">
                        <a:moveTo>
                          <a:pt x="578" y="0"/>
                        </a:moveTo>
                        <a:lnTo>
                          <a:pt x="578" y="0"/>
                        </a:lnTo>
                        <a:lnTo>
                          <a:pt x="548" y="1"/>
                        </a:lnTo>
                        <a:lnTo>
                          <a:pt x="519" y="4"/>
                        </a:lnTo>
                        <a:lnTo>
                          <a:pt x="490" y="8"/>
                        </a:lnTo>
                        <a:lnTo>
                          <a:pt x="461" y="13"/>
                        </a:lnTo>
                        <a:lnTo>
                          <a:pt x="434" y="19"/>
                        </a:lnTo>
                        <a:lnTo>
                          <a:pt x="406" y="27"/>
                        </a:lnTo>
                        <a:lnTo>
                          <a:pt x="379" y="36"/>
                        </a:lnTo>
                        <a:lnTo>
                          <a:pt x="353" y="46"/>
                        </a:lnTo>
                        <a:lnTo>
                          <a:pt x="327" y="58"/>
                        </a:lnTo>
                        <a:lnTo>
                          <a:pt x="303" y="71"/>
                        </a:lnTo>
                        <a:lnTo>
                          <a:pt x="278" y="84"/>
                        </a:lnTo>
                        <a:lnTo>
                          <a:pt x="255" y="99"/>
                        </a:lnTo>
                        <a:lnTo>
                          <a:pt x="232" y="116"/>
                        </a:lnTo>
                        <a:lnTo>
                          <a:pt x="211" y="133"/>
                        </a:lnTo>
                        <a:lnTo>
                          <a:pt x="190" y="152"/>
                        </a:lnTo>
                        <a:lnTo>
                          <a:pt x="170" y="170"/>
                        </a:lnTo>
                        <a:lnTo>
                          <a:pt x="150" y="190"/>
                        </a:lnTo>
                        <a:lnTo>
                          <a:pt x="132" y="211"/>
                        </a:lnTo>
                        <a:lnTo>
                          <a:pt x="115" y="233"/>
                        </a:lnTo>
                        <a:lnTo>
                          <a:pt x="99" y="256"/>
                        </a:lnTo>
                        <a:lnTo>
                          <a:pt x="84" y="279"/>
                        </a:lnTo>
                        <a:lnTo>
                          <a:pt x="70" y="303"/>
                        </a:lnTo>
                        <a:lnTo>
                          <a:pt x="58" y="328"/>
                        </a:lnTo>
                        <a:lnTo>
                          <a:pt x="46" y="353"/>
                        </a:lnTo>
                        <a:lnTo>
                          <a:pt x="35" y="380"/>
                        </a:lnTo>
                        <a:lnTo>
                          <a:pt x="27" y="406"/>
                        </a:lnTo>
                        <a:lnTo>
                          <a:pt x="19" y="434"/>
                        </a:lnTo>
                        <a:lnTo>
                          <a:pt x="13" y="462"/>
                        </a:lnTo>
                        <a:lnTo>
                          <a:pt x="7" y="490"/>
                        </a:lnTo>
                        <a:lnTo>
                          <a:pt x="3" y="519"/>
                        </a:lnTo>
                        <a:lnTo>
                          <a:pt x="1" y="549"/>
                        </a:lnTo>
                        <a:lnTo>
                          <a:pt x="0" y="578"/>
                        </a:lnTo>
                        <a:lnTo>
                          <a:pt x="209" y="578"/>
                        </a:lnTo>
                        <a:lnTo>
                          <a:pt x="209" y="559"/>
                        </a:lnTo>
                        <a:lnTo>
                          <a:pt x="210" y="539"/>
                        </a:lnTo>
                        <a:lnTo>
                          <a:pt x="213" y="521"/>
                        </a:lnTo>
                        <a:lnTo>
                          <a:pt x="215" y="503"/>
                        </a:lnTo>
                        <a:lnTo>
                          <a:pt x="220" y="486"/>
                        </a:lnTo>
                        <a:lnTo>
                          <a:pt x="225" y="468"/>
                        </a:lnTo>
                        <a:lnTo>
                          <a:pt x="230" y="451"/>
                        </a:lnTo>
                        <a:lnTo>
                          <a:pt x="238" y="435"/>
                        </a:lnTo>
                        <a:lnTo>
                          <a:pt x="245" y="418"/>
                        </a:lnTo>
                        <a:lnTo>
                          <a:pt x="253" y="402"/>
                        </a:lnTo>
                        <a:lnTo>
                          <a:pt x="261" y="387"/>
                        </a:lnTo>
                        <a:lnTo>
                          <a:pt x="272" y="372"/>
                        </a:lnTo>
                        <a:lnTo>
                          <a:pt x="282" y="357"/>
                        </a:lnTo>
                        <a:lnTo>
                          <a:pt x="293" y="343"/>
                        </a:lnTo>
                        <a:lnTo>
                          <a:pt x="305" y="331"/>
                        </a:lnTo>
                        <a:lnTo>
                          <a:pt x="317" y="318"/>
                        </a:lnTo>
                        <a:lnTo>
                          <a:pt x="329" y="305"/>
                        </a:lnTo>
                        <a:lnTo>
                          <a:pt x="343" y="293"/>
                        </a:lnTo>
                        <a:lnTo>
                          <a:pt x="357" y="282"/>
                        </a:lnTo>
                        <a:lnTo>
                          <a:pt x="372" y="272"/>
                        </a:lnTo>
                        <a:lnTo>
                          <a:pt x="387" y="262"/>
                        </a:lnTo>
                        <a:lnTo>
                          <a:pt x="402" y="253"/>
                        </a:lnTo>
                        <a:lnTo>
                          <a:pt x="418" y="245"/>
                        </a:lnTo>
                        <a:lnTo>
                          <a:pt x="435" y="238"/>
                        </a:lnTo>
                        <a:lnTo>
                          <a:pt x="451" y="231"/>
                        </a:lnTo>
                        <a:lnTo>
                          <a:pt x="468" y="225"/>
                        </a:lnTo>
                        <a:lnTo>
                          <a:pt x="486" y="220"/>
                        </a:lnTo>
                        <a:lnTo>
                          <a:pt x="503" y="217"/>
                        </a:lnTo>
                        <a:lnTo>
                          <a:pt x="521" y="213"/>
                        </a:lnTo>
                        <a:lnTo>
                          <a:pt x="540" y="210"/>
                        </a:lnTo>
                        <a:lnTo>
                          <a:pt x="558" y="209"/>
                        </a:lnTo>
                        <a:lnTo>
                          <a:pt x="578" y="209"/>
                        </a:lnTo>
                        <a:lnTo>
                          <a:pt x="578" y="0"/>
                        </a:lnTo>
                        <a:close/>
                      </a:path>
                    </a:pathLst>
                  </a:custGeom>
                  <a:solidFill>
                    <a:srgbClr val="EF2B2F"/>
                  </a:solidFill>
                  <a:ln>
                    <a:noFill/>
                  </a:ln>
                </p:spPr>
                <p:txBody>
                  <a:bodyPr/>
                  <a:lstStyle/>
                  <a:p>
                    <a:pPr>
                      <a:defRPr/>
                    </a:pPr>
                    <a:endParaRPr lang="en-US" sz="1050">
                      <a:latin typeface="+mj-lt"/>
                    </a:endParaRPr>
                  </a:p>
                </p:txBody>
              </p:sp>
              <p:sp>
                <p:nvSpPr>
                  <p:cNvPr id="41446" name="Freeform 583">
                    <a:extLst>
                      <a:ext uri="{FF2B5EF4-FFF2-40B4-BE49-F238E27FC236}">
                        <a16:creationId xmlns="" xmlns:a16="http://schemas.microsoft.com/office/drawing/2014/main" id="{5592F73C-065E-4F4D-F42D-C4D47ADE5505}"/>
                      </a:ext>
                    </a:extLst>
                  </p:cNvPr>
                  <p:cNvSpPr>
                    <a:spLocks/>
                  </p:cNvSpPr>
                  <p:nvPr/>
                </p:nvSpPr>
                <p:spPr bwMode="auto">
                  <a:xfrm>
                    <a:off x="1756" y="2416"/>
                    <a:ext cx="24" cy="23"/>
                  </a:xfrm>
                  <a:custGeom>
                    <a:avLst/>
                    <a:gdLst>
                      <a:gd name="T0" fmla="*/ 0 w 576"/>
                      <a:gd name="T1" fmla="*/ 0 h 578"/>
                      <a:gd name="T2" fmla="*/ 0 w 576"/>
                      <a:gd name="T3" fmla="*/ 0 h 578"/>
                      <a:gd name="T4" fmla="*/ 0 w 576"/>
                      <a:gd name="T5" fmla="*/ 0 h 578"/>
                      <a:gd name="T6" fmla="*/ 0 w 576"/>
                      <a:gd name="T7" fmla="*/ 0 h 578"/>
                      <a:gd name="T8" fmla="*/ 0 w 576"/>
                      <a:gd name="T9" fmla="*/ 0 h 578"/>
                      <a:gd name="T10" fmla="*/ 0 w 576"/>
                      <a:gd name="T11" fmla="*/ 0 h 578"/>
                      <a:gd name="T12" fmla="*/ 0 w 576"/>
                      <a:gd name="T13" fmla="*/ 0 h 578"/>
                      <a:gd name="T14" fmla="*/ 0 w 576"/>
                      <a:gd name="T15" fmla="*/ 0 h 578"/>
                      <a:gd name="T16" fmla="*/ 0 w 576"/>
                      <a:gd name="T17" fmla="*/ 0 h 578"/>
                      <a:gd name="T18" fmla="*/ 0 w 576"/>
                      <a:gd name="T19" fmla="*/ 0 h 578"/>
                      <a:gd name="T20" fmla="*/ 0 w 576"/>
                      <a:gd name="T21" fmla="*/ 0 h 578"/>
                      <a:gd name="T22" fmla="*/ 0 w 576"/>
                      <a:gd name="T23" fmla="*/ 0 h 578"/>
                      <a:gd name="T24" fmla="*/ 0 w 576"/>
                      <a:gd name="T25" fmla="*/ 0 h 578"/>
                      <a:gd name="T26" fmla="*/ 0 w 576"/>
                      <a:gd name="T27" fmla="*/ 0 h 578"/>
                      <a:gd name="T28" fmla="*/ 0 w 576"/>
                      <a:gd name="T29" fmla="*/ 0 h 578"/>
                      <a:gd name="T30" fmla="*/ 0 w 576"/>
                      <a:gd name="T31" fmla="*/ 0 h 578"/>
                      <a:gd name="T32" fmla="*/ 0 w 576"/>
                      <a:gd name="T33" fmla="*/ 0 h 578"/>
                      <a:gd name="T34" fmla="*/ 0 w 576"/>
                      <a:gd name="T35" fmla="*/ 0 h 578"/>
                      <a:gd name="T36" fmla="*/ 0 w 576"/>
                      <a:gd name="T37" fmla="*/ 0 h 578"/>
                      <a:gd name="T38" fmla="*/ 0 w 576"/>
                      <a:gd name="T39" fmla="*/ 0 h 578"/>
                      <a:gd name="T40" fmla="*/ 0 w 576"/>
                      <a:gd name="T41" fmla="*/ 0 h 578"/>
                      <a:gd name="T42" fmla="*/ 0 w 576"/>
                      <a:gd name="T43" fmla="*/ 0 h 578"/>
                      <a:gd name="T44" fmla="*/ 0 w 576"/>
                      <a:gd name="T45" fmla="*/ 0 h 578"/>
                      <a:gd name="T46" fmla="*/ 0 w 576"/>
                      <a:gd name="T47" fmla="*/ 0 h 578"/>
                      <a:gd name="T48" fmla="*/ 0 w 576"/>
                      <a:gd name="T49" fmla="*/ 0 h 578"/>
                      <a:gd name="T50" fmla="*/ 0 w 576"/>
                      <a:gd name="T51" fmla="*/ 0 h 578"/>
                      <a:gd name="T52" fmla="*/ 0 w 576"/>
                      <a:gd name="T53" fmla="*/ 0 h 578"/>
                      <a:gd name="T54" fmla="*/ 0 w 576"/>
                      <a:gd name="T55" fmla="*/ 0 h 578"/>
                      <a:gd name="T56" fmla="*/ 0 w 576"/>
                      <a:gd name="T57" fmla="*/ 0 h 578"/>
                      <a:gd name="T58" fmla="*/ 0 w 576"/>
                      <a:gd name="T59" fmla="*/ 0 h 578"/>
                      <a:gd name="T60" fmla="*/ 0 w 576"/>
                      <a:gd name="T61" fmla="*/ 0 h 578"/>
                      <a:gd name="T62" fmla="*/ 0 w 576"/>
                      <a:gd name="T63" fmla="*/ 0 h 578"/>
                      <a:gd name="T64" fmla="*/ 0 w 576"/>
                      <a:gd name="T65" fmla="*/ 0 h 578"/>
                      <a:gd name="T66" fmla="*/ 0 w 576"/>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8"/>
                      <a:gd name="T104" fmla="*/ 576 w 576"/>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8">
                        <a:moveTo>
                          <a:pt x="576" y="578"/>
                        </a:moveTo>
                        <a:lnTo>
                          <a:pt x="576" y="578"/>
                        </a:lnTo>
                        <a:lnTo>
                          <a:pt x="575" y="548"/>
                        </a:lnTo>
                        <a:lnTo>
                          <a:pt x="573" y="518"/>
                        </a:lnTo>
                        <a:lnTo>
                          <a:pt x="570" y="490"/>
                        </a:lnTo>
                        <a:lnTo>
                          <a:pt x="565" y="461"/>
                        </a:lnTo>
                        <a:lnTo>
                          <a:pt x="558" y="433"/>
                        </a:lnTo>
                        <a:lnTo>
                          <a:pt x="551" y="406"/>
                        </a:lnTo>
                        <a:lnTo>
                          <a:pt x="541" y="379"/>
                        </a:lnTo>
                        <a:lnTo>
                          <a:pt x="531" y="353"/>
                        </a:lnTo>
                        <a:lnTo>
                          <a:pt x="519" y="327"/>
                        </a:lnTo>
                        <a:lnTo>
                          <a:pt x="506" y="303"/>
                        </a:lnTo>
                        <a:lnTo>
                          <a:pt x="492" y="278"/>
                        </a:lnTo>
                        <a:lnTo>
                          <a:pt x="477" y="255"/>
                        </a:lnTo>
                        <a:lnTo>
                          <a:pt x="461" y="232"/>
                        </a:lnTo>
                        <a:lnTo>
                          <a:pt x="444" y="210"/>
                        </a:lnTo>
                        <a:lnTo>
                          <a:pt x="426" y="190"/>
                        </a:lnTo>
                        <a:lnTo>
                          <a:pt x="407" y="169"/>
                        </a:lnTo>
                        <a:lnTo>
                          <a:pt x="387" y="150"/>
                        </a:lnTo>
                        <a:lnTo>
                          <a:pt x="367" y="132"/>
                        </a:lnTo>
                        <a:lnTo>
                          <a:pt x="344" y="115"/>
                        </a:lnTo>
                        <a:lnTo>
                          <a:pt x="322" y="99"/>
                        </a:lnTo>
                        <a:lnTo>
                          <a:pt x="298" y="84"/>
                        </a:lnTo>
                        <a:lnTo>
                          <a:pt x="274" y="70"/>
                        </a:lnTo>
                        <a:lnTo>
                          <a:pt x="249" y="58"/>
                        </a:lnTo>
                        <a:lnTo>
                          <a:pt x="224" y="46"/>
                        </a:lnTo>
                        <a:lnTo>
                          <a:pt x="197" y="35"/>
                        </a:lnTo>
                        <a:lnTo>
                          <a:pt x="171" y="27"/>
                        </a:lnTo>
                        <a:lnTo>
                          <a:pt x="144" y="18"/>
                        </a:lnTo>
                        <a:lnTo>
                          <a:pt x="115" y="12"/>
                        </a:lnTo>
                        <a:lnTo>
                          <a:pt x="86" y="6"/>
                        </a:lnTo>
                        <a:lnTo>
                          <a:pt x="59" y="3"/>
                        </a:lnTo>
                        <a:lnTo>
                          <a:pt x="29" y="1"/>
                        </a:lnTo>
                        <a:lnTo>
                          <a:pt x="0" y="0"/>
                        </a:lnTo>
                        <a:lnTo>
                          <a:pt x="0" y="208"/>
                        </a:lnTo>
                        <a:lnTo>
                          <a:pt x="18" y="209"/>
                        </a:lnTo>
                        <a:lnTo>
                          <a:pt x="37" y="210"/>
                        </a:lnTo>
                        <a:lnTo>
                          <a:pt x="55" y="212"/>
                        </a:lnTo>
                        <a:lnTo>
                          <a:pt x="74" y="215"/>
                        </a:lnTo>
                        <a:lnTo>
                          <a:pt x="92" y="220"/>
                        </a:lnTo>
                        <a:lnTo>
                          <a:pt x="109" y="225"/>
                        </a:lnTo>
                        <a:lnTo>
                          <a:pt x="126" y="230"/>
                        </a:lnTo>
                        <a:lnTo>
                          <a:pt x="143" y="237"/>
                        </a:lnTo>
                        <a:lnTo>
                          <a:pt x="159" y="244"/>
                        </a:lnTo>
                        <a:lnTo>
                          <a:pt x="175" y="253"/>
                        </a:lnTo>
                        <a:lnTo>
                          <a:pt x="191" y="261"/>
                        </a:lnTo>
                        <a:lnTo>
                          <a:pt x="206" y="272"/>
                        </a:lnTo>
                        <a:lnTo>
                          <a:pt x="220" y="281"/>
                        </a:lnTo>
                        <a:lnTo>
                          <a:pt x="233" y="292"/>
                        </a:lnTo>
                        <a:lnTo>
                          <a:pt x="248" y="304"/>
                        </a:lnTo>
                        <a:lnTo>
                          <a:pt x="261" y="317"/>
                        </a:lnTo>
                        <a:lnTo>
                          <a:pt x="273" y="329"/>
                        </a:lnTo>
                        <a:lnTo>
                          <a:pt x="285" y="343"/>
                        </a:lnTo>
                        <a:lnTo>
                          <a:pt x="295" y="357"/>
                        </a:lnTo>
                        <a:lnTo>
                          <a:pt x="306" y="371"/>
                        </a:lnTo>
                        <a:lnTo>
                          <a:pt x="315" y="386"/>
                        </a:lnTo>
                        <a:lnTo>
                          <a:pt x="324" y="402"/>
                        </a:lnTo>
                        <a:lnTo>
                          <a:pt x="332" y="418"/>
                        </a:lnTo>
                        <a:lnTo>
                          <a:pt x="340" y="434"/>
                        </a:lnTo>
                        <a:lnTo>
                          <a:pt x="346" y="451"/>
                        </a:lnTo>
                        <a:lnTo>
                          <a:pt x="352" y="468"/>
                        </a:lnTo>
                        <a:lnTo>
                          <a:pt x="357" y="485"/>
                        </a:lnTo>
                        <a:lnTo>
                          <a:pt x="361" y="503"/>
                        </a:lnTo>
                        <a:lnTo>
                          <a:pt x="364" y="521"/>
                        </a:lnTo>
                        <a:lnTo>
                          <a:pt x="367" y="539"/>
                        </a:lnTo>
                        <a:lnTo>
                          <a:pt x="369" y="558"/>
                        </a:lnTo>
                        <a:lnTo>
                          <a:pt x="369" y="578"/>
                        </a:lnTo>
                        <a:lnTo>
                          <a:pt x="576" y="578"/>
                        </a:lnTo>
                        <a:close/>
                      </a:path>
                    </a:pathLst>
                  </a:custGeom>
                  <a:solidFill>
                    <a:srgbClr val="EF2B2F"/>
                  </a:solidFill>
                  <a:ln>
                    <a:noFill/>
                  </a:ln>
                </p:spPr>
                <p:txBody>
                  <a:bodyPr/>
                  <a:lstStyle/>
                  <a:p>
                    <a:pPr>
                      <a:defRPr/>
                    </a:pPr>
                    <a:endParaRPr lang="en-US" sz="1050">
                      <a:latin typeface="+mj-lt"/>
                    </a:endParaRPr>
                  </a:p>
                </p:txBody>
              </p:sp>
              <p:sp>
                <p:nvSpPr>
                  <p:cNvPr id="41447" name="Freeform 584">
                    <a:extLst>
                      <a:ext uri="{FF2B5EF4-FFF2-40B4-BE49-F238E27FC236}">
                        <a16:creationId xmlns="" xmlns:a16="http://schemas.microsoft.com/office/drawing/2014/main" id="{A8115499-C3EF-4C0A-E8F4-9B1285E39534}"/>
                      </a:ext>
                    </a:extLst>
                  </p:cNvPr>
                  <p:cNvSpPr>
                    <a:spLocks/>
                  </p:cNvSpPr>
                  <p:nvPr/>
                </p:nvSpPr>
                <p:spPr bwMode="auto">
                  <a:xfrm>
                    <a:off x="1756" y="2439"/>
                    <a:ext cx="24" cy="22"/>
                  </a:xfrm>
                  <a:custGeom>
                    <a:avLst/>
                    <a:gdLst>
                      <a:gd name="T0" fmla="*/ 0 w 576"/>
                      <a:gd name="T1" fmla="*/ 0 h 576"/>
                      <a:gd name="T2" fmla="*/ 0 w 576"/>
                      <a:gd name="T3" fmla="*/ 0 h 576"/>
                      <a:gd name="T4" fmla="*/ 0 w 576"/>
                      <a:gd name="T5" fmla="*/ 0 h 576"/>
                      <a:gd name="T6" fmla="*/ 0 w 576"/>
                      <a:gd name="T7" fmla="*/ 0 h 576"/>
                      <a:gd name="T8" fmla="*/ 0 w 576"/>
                      <a:gd name="T9" fmla="*/ 0 h 576"/>
                      <a:gd name="T10" fmla="*/ 0 w 576"/>
                      <a:gd name="T11" fmla="*/ 0 h 576"/>
                      <a:gd name="T12" fmla="*/ 0 w 576"/>
                      <a:gd name="T13" fmla="*/ 0 h 576"/>
                      <a:gd name="T14" fmla="*/ 0 w 576"/>
                      <a:gd name="T15" fmla="*/ 0 h 576"/>
                      <a:gd name="T16" fmla="*/ 0 w 576"/>
                      <a:gd name="T17" fmla="*/ 0 h 576"/>
                      <a:gd name="T18" fmla="*/ 0 w 576"/>
                      <a:gd name="T19" fmla="*/ 0 h 576"/>
                      <a:gd name="T20" fmla="*/ 0 w 576"/>
                      <a:gd name="T21" fmla="*/ 0 h 576"/>
                      <a:gd name="T22" fmla="*/ 0 w 576"/>
                      <a:gd name="T23" fmla="*/ 0 h 576"/>
                      <a:gd name="T24" fmla="*/ 0 w 576"/>
                      <a:gd name="T25" fmla="*/ 0 h 576"/>
                      <a:gd name="T26" fmla="*/ 0 w 576"/>
                      <a:gd name="T27" fmla="*/ 0 h 576"/>
                      <a:gd name="T28" fmla="*/ 0 w 576"/>
                      <a:gd name="T29" fmla="*/ 0 h 576"/>
                      <a:gd name="T30" fmla="*/ 0 w 576"/>
                      <a:gd name="T31" fmla="*/ 0 h 576"/>
                      <a:gd name="T32" fmla="*/ 0 w 576"/>
                      <a:gd name="T33" fmla="*/ 0 h 576"/>
                      <a:gd name="T34" fmla="*/ 0 w 576"/>
                      <a:gd name="T35" fmla="*/ 0 h 576"/>
                      <a:gd name="T36" fmla="*/ 0 w 576"/>
                      <a:gd name="T37" fmla="*/ 0 h 576"/>
                      <a:gd name="T38" fmla="*/ 0 w 576"/>
                      <a:gd name="T39" fmla="*/ 0 h 576"/>
                      <a:gd name="T40" fmla="*/ 0 w 576"/>
                      <a:gd name="T41" fmla="*/ 0 h 576"/>
                      <a:gd name="T42" fmla="*/ 0 w 576"/>
                      <a:gd name="T43" fmla="*/ 0 h 576"/>
                      <a:gd name="T44" fmla="*/ 0 w 576"/>
                      <a:gd name="T45" fmla="*/ 0 h 576"/>
                      <a:gd name="T46" fmla="*/ 0 w 576"/>
                      <a:gd name="T47" fmla="*/ 0 h 576"/>
                      <a:gd name="T48" fmla="*/ 0 w 576"/>
                      <a:gd name="T49" fmla="*/ 0 h 576"/>
                      <a:gd name="T50" fmla="*/ 0 w 576"/>
                      <a:gd name="T51" fmla="*/ 0 h 576"/>
                      <a:gd name="T52" fmla="*/ 0 w 576"/>
                      <a:gd name="T53" fmla="*/ 0 h 576"/>
                      <a:gd name="T54" fmla="*/ 0 w 576"/>
                      <a:gd name="T55" fmla="*/ 0 h 576"/>
                      <a:gd name="T56" fmla="*/ 0 w 576"/>
                      <a:gd name="T57" fmla="*/ 0 h 576"/>
                      <a:gd name="T58" fmla="*/ 0 w 576"/>
                      <a:gd name="T59" fmla="*/ 0 h 576"/>
                      <a:gd name="T60" fmla="*/ 0 w 576"/>
                      <a:gd name="T61" fmla="*/ 0 h 576"/>
                      <a:gd name="T62" fmla="*/ 0 w 576"/>
                      <a:gd name="T63" fmla="*/ 0 h 576"/>
                      <a:gd name="T64" fmla="*/ 0 w 576"/>
                      <a:gd name="T65" fmla="*/ 0 h 576"/>
                      <a:gd name="T66" fmla="*/ 0 w 576"/>
                      <a:gd name="T67" fmla="*/ 0 h 5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6"/>
                      <a:gd name="T104" fmla="*/ 576 w 576"/>
                      <a:gd name="T105" fmla="*/ 576 h 5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6">
                        <a:moveTo>
                          <a:pt x="0" y="576"/>
                        </a:moveTo>
                        <a:lnTo>
                          <a:pt x="0" y="576"/>
                        </a:lnTo>
                        <a:lnTo>
                          <a:pt x="29" y="575"/>
                        </a:lnTo>
                        <a:lnTo>
                          <a:pt x="58" y="573"/>
                        </a:lnTo>
                        <a:lnTo>
                          <a:pt x="86" y="570"/>
                        </a:lnTo>
                        <a:lnTo>
                          <a:pt x="115" y="564"/>
                        </a:lnTo>
                        <a:lnTo>
                          <a:pt x="143" y="558"/>
                        </a:lnTo>
                        <a:lnTo>
                          <a:pt x="171" y="551"/>
                        </a:lnTo>
                        <a:lnTo>
                          <a:pt x="197" y="541"/>
                        </a:lnTo>
                        <a:lnTo>
                          <a:pt x="224" y="530"/>
                        </a:lnTo>
                        <a:lnTo>
                          <a:pt x="249" y="520"/>
                        </a:lnTo>
                        <a:lnTo>
                          <a:pt x="274" y="506"/>
                        </a:lnTo>
                        <a:lnTo>
                          <a:pt x="298" y="492"/>
                        </a:lnTo>
                        <a:lnTo>
                          <a:pt x="322" y="478"/>
                        </a:lnTo>
                        <a:lnTo>
                          <a:pt x="344" y="461"/>
                        </a:lnTo>
                        <a:lnTo>
                          <a:pt x="367" y="444"/>
                        </a:lnTo>
                        <a:lnTo>
                          <a:pt x="387" y="426"/>
                        </a:lnTo>
                        <a:lnTo>
                          <a:pt x="407" y="407"/>
                        </a:lnTo>
                        <a:lnTo>
                          <a:pt x="426" y="388"/>
                        </a:lnTo>
                        <a:lnTo>
                          <a:pt x="444" y="366"/>
                        </a:lnTo>
                        <a:lnTo>
                          <a:pt x="461" y="344"/>
                        </a:lnTo>
                        <a:lnTo>
                          <a:pt x="477" y="321"/>
                        </a:lnTo>
                        <a:lnTo>
                          <a:pt x="492" y="298"/>
                        </a:lnTo>
                        <a:lnTo>
                          <a:pt x="506" y="275"/>
                        </a:lnTo>
                        <a:lnTo>
                          <a:pt x="519" y="249"/>
                        </a:lnTo>
                        <a:lnTo>
                          <a:pt x="531" y="223"/>
                        </a:lnTo>
                        <a:lnTo>
                          <a:pt x="541" y="198"/>
                        </a:lnTo>
                        <a:lnTo>
                          <a:pt x="551" y="170"/>
                        </a:lnTo>
                        <a:lnTo>
                          <a:pt x="558" y="143"/>
                        </a:lnTo>
                        <a:lnTo>
                          <a:pt x="565" y="115"/>
                        </a:lnTo>
                        <a:lnTo>
                          <a:pt x="570" y="87"/>
                        </a:lnTo>
                        <a:lnTo>
                          <a:pt x="573" y="58"/>
                        </a:lnTo>
                        <a:lnTo>
                          <a:pt x="575" y="28"/>
                        </a:lnTo>
                        <a:lnTo>
                          <a:pt x="576" y="0"/>
                        </a:lnTo>
                        <a:lnTo>
                          <a:pt x="369" y="0"/>
                        </a:lnTo>
                        <a:lnTo>
                          <a:pt x="369" y="18"/>
                        </a:lnTo>
                        <a:lnTo>
                          <a:pt x="367" y="37"/>
                        </a:lnTo>
                        <a:lnTo>
                          <a:pt x="364" y="56"/>
                        </a:lnTo>
                        <a:lnTo>
                          <a:pt x="361" y="73"/>
                        </a:lnTo>
                        <a:lnTo>
                          <a:pt x="357" y="91"/>
                        </a:lnTo>
                        <a:lnTo>
                          <a:pt x="352" y="108"/>
                        </a:lnTo>
                        <a:lnTo>
                          <a:pt x="346" y="125"/>
                        </a:lnTo>
                        <a:lnTo>
                          <a:pt x="340" y="142"/>
                        </a:lnTo>
                        <a:lnTo>
                          <a:pt x="332" y="159"/>
                        </a:lnTo>
                        <a:lnTo>
                          <a:pt x="324" y="174"/>
                        </a:lnTo>
                        <a:lnTo>
                          <a:pt x="315" y="190"/>
                        </a:lnTo>
                        <a:lnTo>
                          <a:pt x="306" y="205"/>
                        </a:lnTo>
                        <a:lnTo>
                          <a:pt x="295" y="220"/>
                        </a:lnTo>
                        <a:lnTo>
                          <a:pt x="285" y="234"/>
                        </a:lnTo>
                        <a:lnTo>
                          <a:pt x="273" y="247"/>
                        </a:lnTo>
                        <a:lnTo>
                          <a:pt x="260" y="260"/>
                        </a:lnTo>
                        <a:lnTo>
                          <a:pt x="247" y="272"/>
                        </a:lnTo>
                        <a:lnTo>
                          <a:pt x="233" y="284"/>
                        </a:lnTo>
                        <a:lnTo>
                          <a:pt x="220" y="295"/>
                        </a:lnTo>
                        <a:lnTo>
                          <a:pt x="206" y="305"/>
                        </a:lnTo>
                        <a:lnTo>
                          <a:pt x="191" y="315"/>
                        </a:lnTo>
                        <a:lnTo>
                          <a:pt x="175" y="324"/>
                        </a:lnTo>
                        <a:lnTo>
                          <a:pt x="159" y="332"/>
                        </a:lnTo>
                        <a:lnTo>
                          <a:pt x="143" y="340"/>
                        </a:lnTo>
                        <a:lnTo>
                          <a:pt x="126" y="346"/>
                        </a:lnTo>
                        <a:lnTo>
                          <a:pt x="109" y="351"/>
                        </a:lnTo>
                        <a:lnTo>
                          <a:pt x="92" y="357"/>
                        </a:lnTo>
                        <a:lnTo>
                          <a:pt x="74" y="361"/>
                        </a:lnTo>
                        <a:lnTo>
                          <a:pt x="55" y="364"/>
                        </a:lnTo>
                        <a:lnTo>
                          <a:pt x="37" y="366"/>
                        </a:lnTo>
                        <a:lnTo>
                          <a:pt x="19" y="368"/>
                        </a:lnTo>
                        <a:lnTo>
                          <a:pt x="0" y="368"/>
                        </a:lnTo>
                        <a:lnTo>
                          <a:pt x="0" y="576"/>
                        </a:lnTo>
                        <a:close/>
                      </a:path>
                    </a:pathLst>
                  </a:custGeom>
                  <a:solidFill>
                    <a:srgbClr val="EF2B2F"/>
                  </a:solidFill>
                  <a:ln>
                    <a:noFill/>
                  </a:ln>
                </p:spPr>
                <p:txBody>
                  <a:bodyPr/>
                  <a:lstStyle/>
                  <a:p>
                    <a:pPr>
                      <a:defRPr/>
                    </a:pPr>
                    <a:endParaRPr lang="en-US" sz="1050">
                      <a:latin typeface="+mj-lt"/>
                    </a:endParaRPr>
                  </a:p>
                </p:txBody>
              </p:sp>
              <p:sp>
                <p:nvSpPr>
                  <p:cNvPr id="41448" name="Freeform 585">
                    <a:extLst>
                      <a:ext uri="{FF2B5EF4-FFF2-40B4-BE49-F238E27FC236}">
                        <a16:creationId xmlns="" xmlns:a16="http://schemas.microsoft.com/office/drawing/2014/main" id="{B8F59C3F-12BE-1F4E-2BD0-63564F6FC747}"/>
                      </a:ext>
                    </a:extLst>
                  </p:cNvPr>
                  <p:cNvSpPr>
                    <a:spLocks/>
                  </p:cNvSpPr>
                  <p:nvPr/>
                </p:nvSpPr>
                <p:spPr bwMode="auto">
                  <a:xfrm>
                    <a:off x="1732" y="2439"/>
                    <a:ext cx="24" cy="22"/>
                  </a:xfrm>
                  <a:custGeom>
                    <a:avLst/>
                    <a:gdLst>
                      <a:gd name="T0" fmla="*/ 0 w 577"/>
                      <a:gd name="T1" fmla="*/ 0 h 576"/>
                      <a:gd name="T2" fmla="*/ 0 w 577"/>
                      <a:gd name="T3" fmla="*/ 0 h 576"/>
                      <a:gd name="T4" fmla="*/ 0 w 577"/>
                      <a:gd name="T5" fmla="*/ 0 h 576"/>
                      <a:gd name="T6" fmla="*/ 0 w 577"/>
                      <a:gd name="T7" fmla="*/ 0 h 576"/>
                      <a:gd name="T8" fmla="*/ 0 w 577"/>
                      <a:gd name="T9" fmla="*/ 0 h 576"/>
                      <a:gd name="T10" fmla="*/ 0 w 577"/>
                      <a:gd name="T11" fmla="*/ 0 h 576"/>
                      <a:gd name="T12" fmla="*/ 0 w 577"/>
                      <a:gd name="T13" fmla="*/ 0 h 576"/>
                      <a:gd name="T14" fmla="*/ 0 w 577"/>
                      <a:gd name="T15" fmla="*/ 0 h 576"/>
                      <a:gd name="T16" fmla="*/ 0 w 577"/>
                      <a:gd name="T17" fmla="*/ 0 h 576"/>
                      <a:gd name="T18" fmla="*/ 0 w 577"/>
                      <a:gd name="T19" fmla="*/ 0 h 576"/>
                      <a:gd name="T20" fmla="*/ 0 w 577"/>
                      <a:gd name="T21" fmla="*/ 0 h 576"/>
                      <a:gd name="T22" fmla="*/ 0 w 577"/>
                      <a:gd name="T23" fmla="*/ 0 h 576"/>
                      <a:gd name="T24" fmla="*/ 0 w 577"/>
                      <a:gd name="T25" fmla="*/ 0 h 576"/>
                      <a:gd name="T26" fmla="*/ 0 w 577"/>
                      <a:gd name="T27" fmla="*/ 0 h 576"/>
                      <a:gd name="T28" fmla="*/ 0 w 577"/>
                      <a:gd name="T29" fmla="*/ 0 h 576"/>
                      <a:gd name="T30" fmla="*/ 0 w 577"/>
                      <a:gd name="T31" fmla="*/ 0 h 576"/>
                      <a:gd name="T32" fmla="*/ 0 w 577"/>
                      <a:gd name="T33" fmla="*/ 0 h 576"/>
                      <a:gd name="T34" fmla="*/ 0 w 577"/>
                      <a:gd name="T35" fmla="*/ 0 h 576"/>
                      <a:gd name="T36" fmla="*/ 0 w 577"/>
                      <a:gd name="T37" fmla="*/ 0 h 576"/>
                      <a:gd name="T38" fmla="*/ 0 w 577"/>
                      <a:gd name="T39" fmla="*/ 0 h 576"/>
                      <a:gd name="T40" fmla="*/ 0 w 577"/>
                      <a:gd name="T41" fmla="*/ 0 h 576"/>
                      <a:gd name="T42" fmla="*/ 0 w 577"/>
                      <a:gd name="T43" fmla="*/ 0 h 576"/>
                      <a:gd name="T44" fmla="*/ 0 w 577"/>
                      <a:gd name="T45" fmla="*/ 0 h 576"/>
                      <a:gd name="T46" fmla="*/ 0 w 577"/>
                      <a:gd name="T47" fmla="*/ 0 h 576"/>
                      <a:gd name="T48" fmla="*/ 0 w 577"/>
                      <a:gd name="T49" fmla="*/ 0 h 576"/>
                      <a:gd name="T50" fmla="*/ 0 w 577"/>
                      <a:gd name="T51" fmla="*/ 0 h 576"/>
                      <a:gd name="T52" fmla="*/ 0 w 577"/>
                      <a:gd name="T53" fmla="*/ 0 h 576"/>
                      <a:gd name="T54" fmla="*/ 0 w 577"/>
                      <a:gd name="T55" fmla="*/ 0 h 576"/>
                      <a:gd name="T56" fmla="*/ 0 w 577"/>
                      <a:gd name="T57" fmla="*/ 0 h 576"/>
                      <a:gd name="T58" fmla="*/ 0 w 577"/>
                      <a:gd name="T59" fmla="*/ 0 h 576"/>
                      <a:gd name="T60" fmla="*/ 0 w 577"/>
                      <a:gd name="T61" fmla="*/ 0 h 576"/>
                      <a:gd name="T62" fmla="*/ 0 w 577"/>
                      <a:gd name="T63" fmla="*/ 0 h 576"/>
                      <a:gd name="T64" fmla="*/ 0 w 577"/>
                      <a:gd name="T65" fmla="*/ 0 h 576"/>
                      <a:gd name="T66" fmla="*/ 0 w 577"/>
                      <a:gd name="T67" fmla="*/ 0 h 5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6"/>
                      <a:gd name="T104" fmla="*/ 577 w 577"/>
                      <a:gd name="T105" fmla="*/ 576 h 5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6">
                        <a:moveTo>
                          <a:pt x="0" y="0"/>
                        </a:moveTo>
                        <a:lnTo>
                          <a:pt x="0" y="0"/>
                        </a:lnTo>
                        <a:lnTo>
                          <a:pt x="1" y="28"/>
                        </a:lnTo>
                        <a:lnTo>
                          <a:pt x="3" y="57"/>
                        </a:lnTo>
                        <a:lnTo>
                          <a:pt x="6" y="87"/>
                        </a:lnTo>
                        <a:lnTo>
                          <a:pt x="11" y="115"/>
                        </a:lnTo>
                        <a:lnTo>
                          <a:pt x="18" y="142"/>
                        </a:lnTo>
                        <a:lnTo>
                          <a:pt x="25" y="170"/>
                        </a:lnTo>
                        <a:lnTo>
                          <a:pt x="35" y="198"/>
                        </a:lnTo>
                        <a:lnTo>
                          <a:pt x="45" y="223"/>
                        </a:lnTo>
                        <a:lnTo>
                          <a:pt x="57" y="249"/>
                        </a:lnTo>
                        <a:lnTo>
                          <a:pt x="70" y="275"/>
                        </a:lnTo>
                        <a:lnTo>
                          <a:pt x="84" y="298"/>
                        </a:lnTo>
                        <a:lnTo>
                          <a:pt x="99" y="321"/>
                        </a:lnTo>
                        <a:lnTo>
                          <a:pt x="115" y="344"/>
                        </a:lnTo>
                        <a:lnTo>
                          <a:pt x="132" y="366"/>
                        </a:lnTo>
                        <a:lnTo>
                          <a:pt x="150" y="388"/>
                        </a:lnTo>
                        <a:lnTo>
                          <a:pt x="169" y="407"/>
                        </a:lnTo>
                        <a:lnTo>
                          <a:pt x="189" y="426"/>
                        </a:lnTo>
                        <a:lnTo>
                          <a:pt x="210" y="444"/>
                        </a:lnTo>
                        <a:lnTo>
                          <a:pt x="232" y="461"/>
                        </a:lnTo>
                        <a:lnTo>
                          <a:pt x="254" y="478"/>
                        </a:lnTo>
                        <a:lnTo>
                          <a:pt x="278" y="492"/>
                        </a:lnTo>
                        <a:lnTo>
                          <a:pt x="302" y="506"/>
                        </a:lnTo>
                        <a:lnTo>
                          <a:pt x="327" y="520"/>
                        </a:lnTo>
                        <a:lnTo>
                          <a:pt x="352" y="530"/>
                        </a:lnTo>
                        <a:lnTo>
                          <a:pt x="379" y="541"/>
                        </a:lnTo>
                        <a:lnTo>
                          <a:pt x="406" y="551"/>
                        </a:lnTo>
                        <a:lnTo>
                          <a:pt x="433" y="558"/>
                        </a:lnTo>
                        <a:lnTo>
                          <a:pt x="461" y="564"/>
                        </a:lnTo>
                        <a:lnTo>
                          <a:pt x="490" y="570"/>
                        </a:lnTo>
                        <a:lnTo>
                          <a:pt x="518" y="573"/>
                        </a:lnTo>
                        <a:lnTo>
                          <a:pt x="547" y="575"/>
                        </a:lnTo>
                        <a:lnTo>
                          <a:pt x="577" y="576"/>
                        </a:lnTo>
                        <a:lnTo>
                          <a:pt x="577" y="368"/>
                        </a:lnTo>
                        <a:lnTo>
                          <a:pt x="557" y="368"/>
                        </a:lnTo>
                        <a:lnTo>
                          <a:pt x="539" y="366"/>
                        </a:lnTo>
                        <a:lnTo>
                          <a:pt x="521" y="364"/>
                        </a:lnTo>
                        <a:lnTo>
                          <a:pt x="503" y="361"/>
                        </a:lnTo>
                        <a:lnTo>
                          <a:pt x="484" y="357"/>
                        </a:lnTo>
                        <a:lnTo>
                          <a:pt x="467" y="351"/>
                        </a:lnTo>
                        <a:lnTo>
                          <a:pt x="450" y="346"/>
                        </a:lnTo>
                        <a:lnTo>
                          <a:pt x="433" y="340"/>
                        </a:lnTo>
                        <a:lnTo>
                          <a:pt x="417" y="332"/>
                        </a:lnTo>
                        <a:lnTo>
                          <a:pt x="401" y="324"/>
                        </a:lnTo>
                        <a:lnTo>
                          <a:pt x="385" y="315"/>
                        </a:lnTo>
                        <a:lnTo>
                          <a:pt x="370" y="305"/>
                        </a:lnTo>
                        <a:lnTo>
                          <a:pt x="357" y="295"/>
                        </a:lnTo>
                        <a:lnTo>
                          <a:pt x="343" y="284"/>
                        </a:lnTo>
                        <a:lnTo>
                          <a:pt x="329" y="272"/>
                        </a:lnTo>
                        <a:lnTo>
                          <a:pt x="316" y="260"/>
                        </a:lnTo>
                        <a:lnTo>
                          <a:pt x="303" y="247"/>
                        </a:lnTo>
                        <a:lnTo>
                          <a:pt x="292" y="234"/>
                        </a:lnTo>
                        <a:lnTo>
                          <a:pt x="281" y="220"/>
                        </a:lnTo>
                        <a:lnTo>
                          <a:pt x="270" y="205"/>
                        </a:lnTo>
                        <a:lnTo>
                          <a:pt x="261" y="190"/>
                        </a:lnTo>
                        <a:lnTo>
                          <a:pt x="252" y="174"/>
                        </a:lnTo>
                        <a:lnTo>
                          <a:pt x="244" y="159"/>
                        </a:lnTo>
                        <a:lnTo>
                          <a:pt x="236" y="142"/>
                        </a:lnTo>
                        <a:lnTo>
                          <a:pt x="230" y="125"/>
                        </a:lnTo>
                        <a:lnTo>
                          <a:pt x="224" y="109"/>
                        </a:lnTo>
                        <a:lnTo>
                          <a:pt x="219" y="91"/>
                        </a:lnTo>
                        <a:lnTo>
                          <a:pt x="215" y="73"/>
                        </a:lnTo>
                        <a:lnTo>
                          <a:pt x="212" y="56"/>
                        </a:lnTo>
                        <a:lnTo>
                          <a:pt x="210" y="37"/>
                        </a:lnTo>
                        <a:lnTo>
                          <a:pt x="207" y="19"/>
                        </a:lnTo>
                        <a:lnTo>
                          <a:pt x="207" y="0"/>
                        </a:lnTo>
                        <a:lnTo>
                          <a:pt x="0" y="0"/>
                        </a:lnTo>
                        <a:close/>
                      </a:path>
                    </a:pathLst>
                  </a:custGeom>
                  <a:solidFill>
                    <a:srgbClr val="EF2B2F"/>
                  </a:solidFill>
                  <a:ln>
                    <a:noFill/>
                  </a:ln>
                </p:spPr>
                <p:txBody>
                  <a:bodyPr/>
                  <a:lstStyle/>
                  <a:p>
                    <a:pPr>
                      <a:defRPr/>
                    </a:pPr>
                    <a:endParaRPr lang="en-US" sz="1050">
                      <a:latin typeface="+mj-lt"/>
                    </a:endParaRPr>
                  </a:p>
                </p:txBody>
              </p:sp>
              <p:sp>
                <p:nvSpPr>
                  <p:cNvPr id="41449" name="Freeform 586">
                    <a:extLst>
                      <a:ext uri="{FF2B5EF4-FFF2-40B4-BE49-F238E27FC236}">
                        <a16:creationId xmlns="" xmlns:a16="http://schemas.microsoft.com/office/drawing/2014/main" id="{FD68319D-267B-4623-13DA-9BD7DC407213}"/>
                      </a:ext>
                    </a:extLst>
                  </p:cNvPr>
                  <p:cNvSpPr>
                    <a:spLocks/>
                  </p:cNvSpPr>
                  <p:nvPr/>
                </p:nvSpPr>
                <p:spPr bwMode="auto">
                  <a:xfrm>
                    <a:off x="1732" y="2416"/>
                    <a:ext cx="24" cy="23"/>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577" y="0"/>
                        </a:moveTo>
                        <a:lnTo>
                          <a:pt x="577" y="0"/>
                        </a:lnTo>
                        <a:lnTo>
                          <a:pt x="547" y="1"/>
                        </a:lnTo>
                        <a:lnTo>
                          <a:pt x="517" y="3"/>
                        </a:lnTo>
                        <a:lnTo>
                          <a:pt x="490" y="6"/>
                        </a:lnTo>
                        <a:lnTo>
                          <a:pt x="461" y="12"/>
                        </a:lnTo>
                        <a:lnTo>
                          <a:pt x="432" y="18"/>
                        </a:lnTo>
                        <a:lnTo>
                          <a:pt x="406" y="27"/>
                        </a:lnTo>
                        <a:lnTo>
                          <a:pt x="379" y="35"/>
                        </a:lnTo>
                        <a:lnTo>
                          <a:pt x="352" y="46"/>
                        </a:lnTo>
                        <a:lnTo>
                          <a:pt x="327" y="58"/>
                        </a:lnTo>
                        <a:lnTo>
                          <a:pt x="302" y="70"/>
                        </a:lnTo>
                        <a:lnTo>
                          <a:pt x="278" y="84"/>
                        </a:lnTo>
                        <a:lnTo>
                          <a:pt x="254" y="99"/>
                        </a:lnTo>
                        <a:lnTo>
                          <a:pt x="232" y="115"/>
                        </a:lnTo>
                        <a:lnTo>
                          <a:pt x="210" y="132"/>
                        </a:lnTo>
                        <a:lnTo>
                          <a:pt x="189" y="150"/>
                        </a:lnTo>
                        <a:lnTo>
                          <a:pt x="169" y="169"/>
                        </a:lnTo>
                        <a:lnTo>
                          <a:pt x="150" y="190"/>
                        </a:lnTo>
                        <a:lnTo>
                          <a:pt x="132" y="210"/>
                        </a:lnTo>
                        <a:lnTo>
                          <a:pt x="115" y="232"/>
                        </a:lnTo>
                        <a:lnTo>
                          <a:pt x="99" y="255"/>
                        </a:lnTo>
                        <a:lnTo>
                          <a:pt x="84" y="278"/>
                        </a:lnTo>
                        <a:lnTo>
                          <a:pt x="70" y="303"/>
                        </a:lnTo>
                        <a:lnTo>
                          <a:pt x="57" y="327"/>
                        </a:lnTo>
                        <a:lnTo>
                          <a:pt x="45" y="353"/>
                        </a:lnTo>
                        <a:lnTo>
                          <a:pt x="35" y="379"/>
                        </a:lnTo>
                        <a:lnTo>
                          <a:pt x="25" y="406"/>
                        </a:lnTo>
                        <a:lnTo>
                          <a:pt x="18" y="434"/>
                        </a:lnTo>
                        <a:lnTo>
                          <a:pt x="11" y="461"/>
                        </a:lnTo>
                        <a:lnTo>
                          <a:pt x="6" y="490"/>
                        </a:lnTo>
                        <a:lnTo>
                          <a:pt x="3" y="519"/>
                        </a:lnTo>
                        <a:lnTo>
                          <a:pt x="1" y="548"/>
                        </a:lnTo>
                        <a:lnTo>
                          <a:pt x="0" y="578"/>
                        </a:lnTo>
                        <a:lnTo>
                          <a:pt x="207" y="578"/>
                        </a:lnTo>
                        <a:lnTo>
                          <a:pt x="207" y="557"/>
                        </a:lnTo>
                        <a:lnTo>
                          <a:pt x="210" y="539"/>
                        </a:lnTo>
                        <a:lnTo>
                          <a:pt x="212" y="521"/>
                        </a:lnTo>
                        <a:lnTo>
                          <a:pt x="215" y="503"/>
                        </a:lnTo>
                        <a:lnTo>
                          <a:pt x="219" y="485"/>
                        </a:lnTo>
                        <a:lnTo>
                          <a:pt x="224" y="468"/>
                        </a:lnTo>
                        <a:lnTo>
                          <a:pt x="230" y="451"/>
                        </a:lnTo>
                        <a:lnTo>
                          <a:pt x="236" y="434"/>
                        </a:lnTo>
                        <a:lnTo>
                          <a:pt x="244" y="418"/>
                        </a:lnTo>
                        <a:lnTo>
                          <a:pt x="252" y="402"/>
                        </a:lnTo>
                        <a:lnTo>
                          <a:pt x="261" y="386"/>
                        </a:lnTo>
                        <a:lnTo>
                          <a:pt x="270" y="371"/>
                        </a:lnTo>
                        <a:lnTo>
                          <a:pt x="281" y="357"/>
                        </a:lnTo>
                        <a:lnTo>
                          <a:pt x="292" y="343"/>
                        </a:lnTo>
                        <a:lnTo>
                          <a:pt x="303" y="329"/>
                        </a:lnTo>
                        <a:lnTo>
                          <a:pt x="316" y="317"/>
                        </a:lnTo>
                        <a:lnTo>
                          <a:pt x="329" y="304"/>
                        </a:lnTo>
                        <a:lnTo>
                          <a:pt x="343" y="292"/>
                        </a:lnTo>
                        <a:lnTo>
                          <a:pt x="357" y="281"/>
                        </a:lnTo>
                        <a:lnTo>
                          <a:pt x="370" y="272"/>
                        </a:lnTo>
                        <a:lnTo>
                          <a:pt x="385" y="261"/>
                        </a:lnTo>
                        <a:lnTo>
                          <a:pt x="401" y="253"/>
                        </a:lnTo>
                        <a:lnTo>
                          <a:pt x="417" y="244"/>
                        </a:lnTo>
                        <a:lnTo>
                          <a:pt x="433" y="237"/>
                        </a:lnTo>
                        <a:lnTo>
                          <a:pt x="450" y="230"/>
                        </a:lnTo>
                        <a:lnTo>
                          <a:pt x="467" y="225"/>
                        </a:lnTo>
                        <a:lnTo>
                          <a:pt x="484" y="220"/>
                        </a:lnTo>
                        <a:lnTo>
                          <a:pt x="503" y="215"/>
                        </a:lnTo>
                        <a:lnTo>
                          <a:pt x="521" y="212"/>
                        </a:lnTo>
                        <a:lnTo>
                          <a:pt x="539" y="210"/>
                        </a:lnTo>
                        <a:lnTo>
                          <a:pt x="558" y="209"/>
                        </a:lnTo>
                        <a:lnTo>
                          <a:pt x="577" y="208"/>
                        </a:lnTo>
                        <a:lnTo>
                          <a:pt x="577" y="0"/>
                        </a:lnTo>
                        <a:close/>
                      </a:path>
                    </a:pathLst>
                  </a:custGeom>
                  <a:solidFill>
                    <a:srgbClr val="EF2B2F"/>
                  </a:solidFill>
                  <a:ln>
                    <a:noFill/>
                  </a:ln>
                </p:spPr>
                <p:txBody>
                  <a:bodyPr/>
                  <a:lstStyle/>
                  <a:p>
                    <a:pPr>
                      <a:defRPr/>
                    </a:pPr>
                    <a:endParaRPr lang="en-US" sz="1050">
                      <a:latin typeface="+mj-lt"/>
                    </a:endParaRPr>
                  </a:p>
                </p:txBody>
              </p:sp>
              <p:sp>
                <p:nvSpPr>
                  <p:cNvPr id="41450" name="Freeform 587">
                    <a:extLst>
                      <a:ext uri="{FF2B5EF4-FFF2-40B4-BE49-F238E27FC236}">
                        <a16:creationId xmlns="" xmlns:a16="http://schemas.microsoft.com/office/drawing/2014/main" id="{18D420E1-8ACF-A7EC-D089-ADD5A722E0EB}"/>
                      </a:ext>
                    </a:extLst>
                  </p:cNvPr>
                  <p:cNvSpPr>
                    <a:spLocks/>
                  </p:cNvSpPr>
                  <p:nvPr/>
                </p:nvSpPr>
                <p:spPr bwMode="auto">
                  <a:xfrm>
                    <a:off x="1737" y="2456"/>
                    <a:ext cx="39" cy="36"/>
                  </a:xfrm>
                  <a:custGeom>
                    <a:avLst/>
                    <a:gdLst>
                      <a:gd name="T0" fmla="*/ 0 w 946"/>
                      <a:gd name="T1" fmla="*/ 0 h 947"/>
                      <a:gd name="T2" fmla="*/ 0 w 946"/>
                      <a:gd name="T3" fmla="*/ 0 h 947"/>
                      <a:gd name="T4" fmla="*/ 0 w 946"/>
                      <a:gd name="T5" fmla="*/ 0 h 947"/>
                      <a:gd name="T6" fmla="*/ 0 w 946"/>
                      <a:gd name="T7" fmla="*/ 0 h 947"/>
                      <a:gd name="T8" fmla="*/ 0 w 946"/>
                      <a:gd name="T9" fmla="*/ 0 h 947"/>
                      <a:gd name="T10" fmla="*/ 0 w 946"/>
                      <a:gd name="T11" fmla="*/ 0 h 947"/>
                      <a:gd name="T12" fmla="*/ 0 w 946"/>
                      <a:gd name="T13" fmla="*/ 0 h 947"/>
                      <a:gd name="T14" fmla="*/ 0 w 946"/>
                      <a:gd name="T15" fmla="*/ 0 h 947"/>
                      <a:gd name="T16" fmla="*/ 0 w 946"/>
                      <a:gd name="T17" fmla="*/ 0 h 947"/>
                      <a:gd name="T18" fmla="*/ 0 w 946"/>
                      <a:gd name="T19" fmla="*/ 0 h 947"/>
                      <a:gd name="T20" fmla="*/ 0 w 946"/>
                      <a:gd name="T21" fmla="*/ 0 h 947"/>
                      <a:gd name="T22" fmla="*/ 0 w 946"/>
                      <a:gd name="T23" fmla="*/ 0 h 947"/>
                      <a:gd name="T24" fmla="*/ 0 w 946"/>
                      <a:gd name="T25" fmla="*/ 0 h 947"/>
                      <a:gd name="T26" fmla="*/ 0 w 946"/>
                      <a:gd name="T27" fmla="*/ 0 h 947"/>
                      <a:gd name="T28" fmla="*/ 0 w 946"/>
                      <a:gd name="T29" fmla="*/ 0 h 947"/>
                      <a:gd name="T30" fmla="*/ 0 w 946"/>
                      <a:gd name="T31" fmla="*/ 0 h 947"/>
                      <a:gd name="T32" fmla="*/ 0 w 946"/>
                      <a:gd name="T33" fmla="*/ 0 h 947"/>
                      <a:gd name="T34" fmla="*/ 0 w 946"/>
                      <a:gd name="T35" fmla="*/ 0 h 947"/>
                      <a:gd name="T36" fmla="*/ 0 w 946"/>
                      <a:gd name="T37" fmla="*/ 0 h 947"/>
                      <a:gd name="T38" fmla="*/ 0 w 946"/>
                      <a:gd name="T39" fmla="*/ 0 h 947"/>
                      <a:gd name="T40" fmla="*/ 0 w 946"/>
                      <a:gd name="T41" fmla="*/ 0 h 947"/>
                      <a:gd name="T42" fmla="*/ 0 w 946"/>
                      <a:gd name="T43" fmla="*/ 0 h 947"/>
                      <a:gd name="T44" fmla="*/ 0 w 946"/>
                      <a:gd name="T45" fmla="*/ 0 h 947"/>
                      <a:gd name="T46" fmla="*/ 0 w 946"/>
                      <a:gd name="T47" fmla="*/ 0 h 947"/>
                      <a:gd name="T48" fmla="*/ 0 w 946"/>
                      <a:gd name="T49" fmla="*/ 0 h 947"/>
                      <a:gd name="T50" fmla="*/ 0 w 946"/>
                      <a:gd name="T51" fmla="*/ 0 h 947"/>
                      <a:gd name="T52" fmla="*/ 0 w 946"/>
                      <a:gd name="T53" fmla="*/ 0 h 947"/>
                      <a:gd name="T54" fmla="*/ 0 w 946"/>
                      <a:gd name="T55" fmla="*/ 0 h 947"/>
                      <a:gd name="T56" fmla="*/ 0 w 946"/>
                      <a:gd name="T57" fmla="*/ 0 h 947"/>
                      <a:gd name="T58" fmla="*/ 0 w 946"/>
                      <a:gd name="T59" fmla="*/ 0 h 947"/>
                      <a:gd name="T60" fmla="*/ 0 w 946"/>
                      <a:gd name="T61" fmla="*/ 0 h 947"/>
                      <a:gd name="T62" fmla="*/ 0 w 946"/>
                      <a:gd name="T63" fmla="*/ 0 h 947"/>
                      <a:gd name="T64" fmla="*/ 0 w 946"/>
                      <a:gd name="T65" fmla="*/ 0 h 947"/>
                      <a:gd name="T66" fmla="*/ 0 w 946"/>
                      <a:gd name="T67" fmla="*/ 0 h 947"/>
                      <a:gd name="T68" fmla="*/ 0 w 946"/>
                      <a:gd name="T69" fmla="*/ 0 h 947"/>
                      <a:gd name="T70" fmla="*/ 0 w 946"/>
                      <a:gd name="T71" fmla="*/ 0 h 947"/>
                      <a:gd name="T72" fmla="*/ 0 w 946"/>
                      <a:gd name="T73" fmla="*/ 0 h 947"/>
                      <a:gd name="T74" fmla="*/ 0 w 946"/>
                      <a:gd name="T75" fmla="*/ 0 h 947"/>
                      <a:gd name="T76" fmla="*/ 0 w 946"/>
                      <a:gd name="T77" fmla="*/ 0 h 947"/>
                      <a:gd name="T78" fmla="*/ 0 w 946"/>
                      <a:gd name="T79" fmla="*/ 0 h 947"/>
                      <a:gd name="T80" fmla="*/ 0 w 946"/>
                      <a:gd name="T81" fmla="*/ 0 h 947"/>
                      <a:gd name="T82" fmla="*/ 0 w 946"/>
                      <a:gd name="T83" fmla="*/ 0 h 947"/>
                      <a:gd name="T84" fmla="*/ 0 w 946"/>
                      <a:gd name="T85" fmla="*/ 0 h 94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6"/>
                      <a:gd name="T130" fmla="*/ 0 h 947"/>
                      <a:gd name="T131" fmla="*/ 946 w 946"/>
                      <a:gd name="T132" fmla="*/ 947 h 94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6" h="947">
                        <a:moveTo>
                          <a:pt x="473" y="0"/>
                        </a:moveTo>
                        <a:lnTo>
                          <a:pt x="497" y="1"/>
                        </a:lnTo>
                        <a:lnTo>
                          <a:pt x="522" y="2"/>
                        </a:lnTo>
                        <a:lnTo>
                          <a:pt x="545" y="6"/>
                        </a:lnTo>
                        <a:lnTo>
                          <a:pt x="568" y="10"/>
                        </a:lnTo>
                        <a:lnTo>
                          <a:pt x="591" y="15"/>
                        </a:lnTo>
                        <a:lnTo>
                          <a:pt x="613" y="22"/>
                        </a:lnTo>
                        <a:lnTo>
                          <a:pt x="636" y="29"/>
                        </a:lnTo>
                        <a:lnTo>
                          <a:pt x="657" y="38"/>
                        </a:lnTo>
                        <a:lnTo>
                          <a:pt x="677" y="47"/>
                        </a:lnTo>
                        <a:lnTo>
                          <a:pt x="698" y="58"/>
                        </a:lnTo>
                        <a:lnTo>
                          <a:pt x="718" y="70"/>
                        </a:lnTo>
                        <a:lnTo>
                          <a:pt x="737" y="81"/>
                        </a:lnTo>
                        <a:lnTo>
                          <a:pt x="756" y="95"/>
                        </a:lnTo>
                        <a:lnTo>
                          <a:pt x="773" y="109"/>
                        </a:lnTo>
                        <a:lnTo>
                          <a:pt x="791" y="124"/>
                        </a:lnTo>
                        <a:lnTo>
                          <a:pt x="807" y="139"/>
                        </a:lnTo>
                        <a:lnTo>
                          <a:pt x="823" y="156"/>
                        </a:lnTo>
                        <a:lnTo>
                          <a:pt x="838" y="173"/>
                        </a:lnTo>
                        <a:lnTo>
                          <a:pt x="852" y="191"/>
                        </a:lnTo>
                        <a:lnTo>
                          <a:pt x="865" y="209"/>
                        </a:lnTo>
                        <a:lnTo>
                          <a:pt x="877" y="228"/>
                        </a:lnTo>
                        <a:lnTo>
                          <a:pt x="888" y="249"/>
                        </a:lnTo>
                        <a:lnTo>
                          <a:pt x="899" y="269"/>
                        </a:lnTo>
                        <a:lnTo>
                          <a:pt x="908" y="290"/>
                        </a:lnTo>
                        <a:lnTo>
                          <a:pt x="917" y="311"/>
                        </a:lnTo>
                        <a:lnTo>
                          <a:pt x="924" y="333"/>
                        </a:lnTo>
                        <a:lnTo>
                          <a:pt x="931" y="355"/>
                        </a:lnTo>
                        <a:lnTo>
                          <a:pt x="936" y="379"/>
                        </a:lnTo>
                        <a:lnTo>
                          <a:pt x="940" y="402"/>
                        </a:lnTo>
                        <a:lnTo>
                          <a:pt x="943" y="425"/>
                        </a:lnTo>
                        <a:lnTo>
                          <a:pt x="946" y="449"/>
                        </a:lnTo>
                        <a:lnTo>
                          <a:pt x="946" y="473"/>
                        </a:lnTo>
                        <a:lnTo>
                          <a:pt x="946" y="498"/>
                        </a:lnTo>
                        <a:lnTo>
                          <a:pt x="943" y="521"/>
                        </a:lnTo>
                        <a:lnTo>
                          <a:pt x="940" y="546"/>
                        </a:lnTo>
                        <a:lnTo>
                          <a:pt x="936" y="568"/>
                        </a:lnTo>
                        <a:lnTo>
                          <a:pt x="931" y="592"/>
                        </a:lnTo>
                        <a:lnTo>
                          <a:pt x="924" y="614"/>
                        </a:lnTo>
                        <a:lnTo>
                          <a:pt x="917" y="636"/>
                        </a:lnTo>
                        <a:lnTo>
                          <a:pt x="908" y="658"/>
                        </a:lnTo>
                        <a:lnTo>
                          <a:pt x="899" y="678"/>
                        </a:lnTo>
                        <a:lnTo>
                          <a:pt x="888" y="699"/>
                        </a:lnTo>
                        <a:lnTo>
                          <a:pt x="877" y="719"/>
                        </a:lnTo>
                        <a:lnTo>
                          <a:pt x="865" y="738"/>
                        </a:lnTo>
                        <a:lnTo>
                          <a:pt x="852" y="757"/>
                        </a:lnTo>
                        <a:lnTo>
                          <a:pt x="838" y="774"/>
                        </a:lnTo>
                        <a:lnTo>
                          <a:pt x="823" y="791"/>
                        </a:lnTo>
                        <a:lnTo>
                          <a:pt x="807" y="808"/>
                        </a:lnTo>
                        <a:lnTo>
                          <a:pt x="791" y="824"/>
                        </a:lnTo>
                        <a:lnTo>
                          <a:pt x="773" y="839"/>
                        </a:lnTo>
                        <a:lnTo>
                          <a:pt x="756" y="853"/>
                        </a:lnTo>
                        <a:lnTo>
                          <a:pt x="737" y="866"/>
                        </a:lnTo>
                        <a:lnTo>
                          <a:pt x="718" y="878"/>
                        </a:lnTo>
                        <a:lnTo>
                          <a:pt x="698" y="889"/>
                        </a:lnTo>
                        <a:lnTo>
                          <a:pt x="677" y="900"/>
                        </a:lnTo>
                        <a:lnTo>
                          <a:pt x="657" y="909"/>
                        </a:lnTo>
                        <a:lnTo>
                          <a:pt x="636" y="918"/>
                        </a:lnTo>
                        <a:lnTo>
                          <a:pt x="613" y="925"/>
                        </a:lnTo>
                        <a:lnTo>
                          <a:pt x="591" y="932"/>
                        </a:lnTo>
                        <a:lnTo>
                          <a:pt x="568" y="937"/>
                        </a:lnTo>
                        <a:lnTo>
                          <a:pt x="545" y="941"/>
                        </a:lnTo>
                        <a:lnTo>
                          <a:pt x="522" y="944"/>
                        </a:lnTo>
                        <a:lnTo>
                          <a:pt x="497" y="947"/>
                        </a:lnTo>
                        <a:lnTo>
                          <a:pt x="473" y="947"/>
                        </a:lnTo>
                        <a:lnTo>
                          <a:pt x="448" y="947"/>
                        </a:lnTo>
                        <a:lnTo>
                          <a:pt x="425" y="944"/>
                        </a:lnTo>
                        <a:lnTo>
                          <a:pt x="401" y="941"/>
                        </a:lnTo>
                        <a:lnTo>
                          <a:pt x="378" y="937"/>
                        </a:lnTo>
                        <a:lnTo>
                          <a:pt x="354" y="932"/>
                        </a:lnTo>
                        <a:lnTo>
                          <a:pt x="332" y="925"/>
                        </a:lnTo>
                        <a:lnTo>
                          <a:pt x="311" y="918"/>
                        </a:lnTo>
                        <a:lnTo>
                          <a:pt x="289" y="909"/>
                        </a:lnTo>
                        <a:lnTo>
                          <a:pt x="268" y="900"/>
                        </a:lnTo>
                        <a:lnTo>
                          <a:pt x="248" y="889"/>
                        </a:lnTo>
                        <a:lnTo>
                          <a:pt x="228" y="878"/>
                        </a:lnTo>
                        <a:lnTo>
                          <a:pt x="208" y="866"/>
                        </a:lnTo>
                        <a:lnTo>
                          <a:pt x="190" y="853"/>
                        </a:lnTo>
                        <a:lnTo>
                          <a:pt x="172" y="839"/>
                        </a:lnTo>
                        <a:lnTo>
                          <a:pt x="155" y="824"/>
                        </a:lnTo>
                        <a:lnTo>
                          <a:pt x="139" y="808"/>
                        </a:lnTo>
                        <a:lnTo>
                          <a:pt x="123" y="791"/>
                        </a:lnTo>
                        <a:lnTo>
                          <a:pt x="108" y="774"/>
                        </a:lnTo>
                        <a:lnTo>
                          <a:pt x="94" y="757"/>
                        </a:lnTo>
                        <a:lnTo>
                          <a:pt x="80" y="738"/>
                        </a:lnTo>
                        <a:lnTo>
                          <a:pt x="69" y="719"/>
                        </a:lnTo>
                        <a:lnTo>
                          <a:pt x="57" y="699"/>
                        </a:lnTo>
                        <a:lnTo>
                          <a:pt x="46" y="678"/>
                        </a:lnTo>
                        <a:lnTo>
                          <a:pt x="37" y="658"/>
                        </a:lnTo>
                        <a:lnTo>
                          <a:pt x="28" y="636"/>
                        </a:lnTo>
                        <a:lnTo>
                          <a:pt x="21" y="614"/>
                        </a:lnTo>
                        <a:lnTo>
                          <a:pt x="14" y="592"/>
                        </a:lnTo>
                        <a:lnTo>
                          <a:pt x="9" y="568"/>
                        </a:lnTo>
                        <a:lnTo>
                          <a:pt x="5" y="546"/>
                        </a:lnTo>
                        <a:lnTo>
                          <a:pt x="3" y="521"/>
                        </a:lnTo>
                        <a:lnTo>
                          <a:pt x="1" y="498"/>
                        </a:lnTo>
                        <a:lnTo>
                          <a:pt x="0" y="473"/>
                        </a:lnTo>
                        <a:lnTo>
                          <a:pt x="1" y="449"/>
                        </a:lnTo>
                        <a:lnTo>
                          <a:pt x="3" y="425"/>
                        </a:lnTo>
                        <a:lnTo>
                          <a:pt x="5" y="402"/>
                        </a:lnTo>
                        <a:lnTo>
                          <a:pt x="9" y="379"/>
                        </a:lnTo>
                        <a:lnTo>
                          <a:pt x="14" y="355"/>
                        </a:lnTo>
                        <a:lnTo>
                          <a:pt x="21" y="333"/>
                        </a:lnTo>
                        <a:lnTo>
                          <a:pt x="28" y="311"/>
                        </a:lnTo>
                        <a:lnTo>
                          <a:pt x="37" y="290"/>
                        </a:lnTo>
                        <a:lnTo>
                          <a:pt x="46" y="269"/>
                        </a:lnTo>
                        <a:lnTo>
                          <a:pt x="57" y="249"/>
                        </a:lnTo>
                        <a:lnTo>
                          <a:pt x="69" y="228"/>
                        </a:lnTo>
                        <a:lnTo>
                          <a:pt x="80" y="209"/>
                        </a:lnTo>
                        <a:lnTo>
                          <a:pt x="94" y="191"/>
                        </a:lnTo>
                        <a:lnTo>
                          <a:pt x="108" y="173"/>
                        </a:lnTo>
                        <a:lnTo>
                          <a:pt x="123" y="156"/>
                        </a:lnTo>
                        <a:lnTo>
                          <a:pt x="139" y="139"/>
                        </a:lnTo>
                        <a:lnTo>
                          <a:pt x="155" y="124"/>
                        </a:lnTo>
                        <a:lnTo>
                          <a:pt x="172" y="109"/>
                        </a:lnTo>
                        <a:lnTo>
                          <a:pt x="190" y="95"/>
                        </a:lnTo>
                        <a:lnTo>
                          <a:pt x="208" y="81"/>
                        </a:lnTo>
                        <a:lnTo>
                          <a:pt x="228" y="70"/>
                        </a:lnTo>
                        <a:lnTo>
                          <a:pt x="248" y="58"/>
                        </a:lnTo>
                        <a:lnTo>
                          <a:pt x="268" y="47"/>
                        </a:lnTo>
                        <a:lnTo>
                          <a:pt x="289" y="38"/>
                        </a:lnTo>
                        <a:lnTo>
                          <a:pt x="311" y="29"/>
                        </a:lnTo>
                        <a:lnTo>
                          <a:pt x="332" y="22"/>
                        </a:lnTo>
                        <a:lnTo>
                          <a:pt x="354" y="15"/>
                        </a:lnTo>
                        <a:lnTo>
                          <a:pt x="378" y="10"/>
                        </a:lnTo>
                        <a:lnTo>
                          <a:pt x="401" y="6"/>
                        </a:lnTo>
                        <a:lnTo>
                          <a:pt x="425" y="2"/>
                        </a:lnTo>
                        <a:lnTo>
                          <a:pt x="448" y="1"/>
                        </a:lnTo>
                        <a:lnTo>
                          <a:pt x="473" y="0"/>
                        </a:lnTo>
                        <a:close/>
                      </a:path>
                    </a:pathLst>
                  </a:custGeom>
                  <a:solidFill>
                    <a:srgbClr val="DC2B19"/>
                  </a:solidFill>
                  <a:ln>
                    <a:noFill/>
                  </a:ln>
                </p:spPr>
                <p:txBody>
                  <a:bodyPr/>
                  <a:lstStyle/>
                  <a:p>
                    <a:pPr>
                      <a:defRPr/>
                    </a:pPr>
                    <a:endParaRPr lang="en-US" sz="1050">
                      <a:latin typeface="+mj-lt"/>
                    </a:endParaRPr>
                  </a:p>
                </p:txBody>
              </p:sp>
              <p:sp>
                <p:nvSpPr>
                  <p:cNvPr id="41451" name="Freeform 588">
                    <a:extLst>
                      <a:ext uri="{FF2B5EF4-FFF2-40B4-BE49-F238E27FC236}">
                        <a16:creationId xmlns="" xmlns:a16="http://schemas.microsoft.com/office/drawing/2014/main" id="{690735ED-EACE-80DA-99FA-71954200B1E6}"/>
                      </a:ext>
                    </a:extLst>
                  </p:cNvPr>
                  <p:cNvSpPr>
                    <a:spLocks/>
                  </p:cNvSpPr>
                  <p:nvPr/>
                </p:nvSpPr>
                <p:spPr bwMode="auto">
                  <a:xfrm>
                    <a:off x="1757" y="2452"/>
                    <a:ext cx="23" cy="22"/>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577" y="577"/>
                        </a:moveTo>
                        <a:lnTo>
                          <a:pt x="577" y="577"/>
                        </a:lnTo>
                        <a:lnTo>
                          <a:pt x="576" y="548"/>
                        </a:lnTo>
                        <a:lnTo>
                          <a:pt x="574" y="519"/>
                        </a:lnTo>
                        <a:lnTo>
                          <a:pt x="571" y="490"/>
                        </a:lnTo>
                        <a:lnTo>
                          <a:pt x="565" y="461"/>
                        </a:lnTo>
                        <a:lnTo>
                          <a:pt x="558" y="434"/>
                        </a:lnTo>
                        <a:lnTo>
                          <a:pt x="550" y="406"/>
                        </a:lnTo>
                        <a:lnTo>
                          <a:pt x="542" y="379"/>
                        </a:lnTo>
                        <a:lnTo>
                          <a:pt x="531" y="353"/>
                        </a:lnTo>
                        <a:lnTo>
                          <a:pt x="519" y="328"/>
                        </a:lnTo>
                        <a:lnTo>
                          <a:pt x="507" y="302"/>
                        </a:lnTo>
                        <a:lnTo>
                          <a:pt x="493" y="279"/>
                        </a:lnTo>
                        <a:lnTo>
                          <a:pt x="478" y="256"/>
                        </a:lnTo>
                        <a:lnTo>
                          <a:pt x="462" y="232"/>
                        </a:lnTo>
                        <a:lnTo>
                          <a:pt x="445" y="211"/>
                        </a:lnTo>
                        <a:lnTo>
                          <a:pt x="427" y="190"/>
                        </a:lnTo>
                        <a:lnTo>
                          <a:pt x="408" y="169"/>
                        </a:lnTo>
                        <a:lnTo>
                          <a:pt x="387" y="151"/>
                        </a:lnTo>
                        <a:lnTo>
                          <a:pt x="367" y="133"/>
                        </a:lnTo>
                        <a:lnTo>
                          <a:pt x="345" y="116"/>
                        </a:lnTo>
                        <a:lnTo>
                          <a:pt x="322" y="99"/>
                        </a:lnTo>
                        <a:lnTo>
                          <a:pt x="299" y="84"/>
                        </a:lnTo>
                        <a:lnTo>
                          <a:pt x="274" y="70"/>
                        </a:lnTo>
                        <a:lnTo>
                          <a:pt x="250" y="57"/>
                        </a:lnTo>
                        <a:lnTo>
                          <a:pt x="224" y="46"/>
                        </a:lnTo>
                        <a:lnTo>
                          <a:pt x="198" y="36"/>
                        </a:lnTo>
                        <a:lnTo>
                          <a:pt x="171" y="26"/>
                        </a:lnTo>
                        <a:lnTo>
                          <a:pt x="143" y="19"/>
                        </a:lnTo>
                        <a:lnTo>
                          <a:pt x="116" y="13"/>
                        </a:lnTo>
                        <a:lnTo>
                          <a:pt x="87" y="7"/>
                        </a:lnTo>
                        <a:lnTo>
                          <a:pt x="58" y="4"/>
                        </a:lnTo>
                        <a:lnTo>
                          <a:pt x="29" y="1"/>
                        </a:lnTo>
                        <a:lnTo>
                          <a:pt x="0" y="0"/>
                        </a:lnTo>
                        <a:lnTo>
                          <a:pt x="0" y="209"/>
                        </a:lnTo>
                        <a:lnTo>
                          <a:pt x="19" y="209"/>
                        </a:lnTo>
                        <a:lnTo>
                          <a:pt x="38" y="210"/>
                        </a:lnTo>
                        <a:lnTo>
                          <a:pt x="56" y="213"/>
                        </a:lnTo>
                        <a:lnTo>
                          <a:pt x="74" y="216"/>
                        </a:lnTo>
                        <a:lnTo>
                          <a:pt x="92" y="219"/>
                        </a:lnTo>
                        <a:lnTo>
                          <a:pt x="109" y="225"/>
                        </a:lnTo>
                        <a:lnTo>
                          <a:pt x="126" y="231"/>
                        </a:lnTo>
                        <a:lnTo>
                          <a:pt x="143" y="237"/>
                        </a:lnTo>
                        <a:lnTo>
                          <a:pt x="159" y="245"/>
                        </a:lnTo>
                        <a:lnTo>
                          <a:pt x="175" y="252"/>
                        </a:lnTo>
                        <a:lnTo>
                          <a:pt x="191" y="262"/>
                        </a:lnTo>
                        <a:lnTo>
                          <a:pt x="206" y="272"/>
                        </a:lnTo>
                        <a:lnTo>
                          <a:pt x="220" y="281"/>
                        </a:lnTo>
                        <a:lnTo>
                          <a:pt x="234" y="293"/>
                        </a:lnTo>
                        <a:lnTo>
                          <a:pt x="248" y="305"/>
                        </a:lnTo>
                        <a:lnTo>
                          <a:pt x="261" y="317"/>
                        </a:lnTo>
                        <a:lnTo>
                          <a:pt x="273" y="330"/>
                        </a:lnTo>
                        <a:lnTo>
                          <a:pt x="284" y="343"/>
                        </a:lnTo>
                        <a:lnTo>
                          <a:pt x="296" y="357"/>
                        </a:lnTo>
                        <a:lnTo>
                          <a:pt x="305" y="372"/>
                        </a:lnTo>
                        <a:lnTo>
                          <a:pt x="316" y="387"/>
                        </a:lnTo>
                        <a:lnTo>
                          <a:pt x="324" y="402"/>
                        </a:lnTo>
                        <a:lnTo>
                          <a:pt x="333" y="418"/>
                        </a:lnTo>
                        <a:lnTo>
                          <a:pt x="340" y="435"/>
                        </a:lnTo>
                        <a:lnTo>
                          <a:pt x="347" y="451"/>
                        </a:lnTo>
                        <a:lnTo>
                          <a:pt x="352" y="468"/>
                        </a:lnTo>
                        <a:lnTo>
                          <a:pt x="358" y="486"/>
                        </a:lnTo>
                        <a:lnTo>
                          <a:pt x="362" y="503"/>
                        </a:lnTo>
                        <a:lnTo>
                          <a:pt x="365" y="521"/>
                        </a:lnTo>
                        <a:lnTo>
                          <a:pt x="367" y="540"/>
                        </a:lnTo>
                        <a:lnTo>
                          <a:pt x="368" y="558"/>
                        </a:lnTo>
                        <a:lnTo>
                          <a:pt x="369" y="577"/>
                        </a:lnTo>
                        <a:lnTo>
                          <a:pt x="577" y="577"/>
                        </a:lnTo>
                        <a:close/>
                      </a:path>
                    </a:pathLst>
                  </a:custGeom>
                  <a:solidFill>
                    <a:srgbClr val="EF2B2F"/>
                  </a:solidFill>
                  <a:ln>
                    <a:noFill/>
                  </a:ln>
                </p:spPr>
                <p:txBody>
                  <a:bodyPr/>
                  <a:lstStyle/>
                  <a:p>
                    <a:pPr>
                      <a:defRPr/>
                    </a:pPr>
                    <a:endParaRPr lang="en-US" sz="1050">
                      <a:latin typeface="+mj-lt"/>
                    </a:endParaRPr>
                  </a:p>
                </p:txBody>
              </p:sp>
              <p:sp>
                <p:nvSpPr>
                  <p:cNvPr id="41452" name="Freeform 589">
                    <a:extLst>
                      <a:ext uri="{FF2B5EF4-FFF2-40B4-BE49-F238E27FC236}">
                        <a16:creationId xmlns="" xmlns:a16="http://schemas.microsoft.com/office/drawing/2014/main" id="{BD370BA3-6EB5-4388-10DB-4310E7DD8336}"/>
                      </a:ext>
                    </a:extLst>
                  </p:cNvPr>
                  <p:cNvSpPr>
                    <a:spLocks/>
                  </p:cNvSpPr>
                  <p:nvPr/>
                </p:nvSpPr>
                <p:spPr bwMode="auto">
                  <a:xfrm>
                    <a:off x="1757" y="2474"/>
                    <a:ext cx="23" cy="23"/>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0" y="578"/>
                        </a:moveTo>
                        <a:lnTo>
                          <a:pt x="0" y="578"/>
                        </a:lnTo>
                        <a:lnTo>
                          <a:pt x="29" y="577"/>
                        </a:lnTo>
                        <a:lnTo>
                          <a:pt x="58" y="575"/>
                        </a:lnTo>
                        <a:lnTo>
                          <a:pt x="87" y="572"/>
                        </a:lnTo>
                        <a:lnTo>
                          <a:pt x="116" y="566"/>
                        </a:lnTo>
                        <a:lnTo>
                          <a:pt x="143" y="559"/>
                        </a:lnTo>
                        <a:lnTo>
                          <a:pt x="171" y="551"/>
                        </a:lnTo>
                        <a:lnTo>
                          <a:pt x="198" y="543"/>
                        </a:lnTo>
                        <a:lnTo>
                          <a:pt x="224" y="532"/>
                        </a:lnTo>
                        <a:lnTo>
                          <a:pt x="250" y="520"/>
                        </a:lnTo>
                        <a:lnTo>
                          <a:pt x="274" y="508"/>
                        </a:lnTo>
                        <a:lnTo>
                          <a:pt x="299" y="494"/>
                        </a:lnTo>
                        <a:lnTo>
                          <a:pt x="322" y="479"/>
                        </a:lnTo>
                        <a:lnTo>
                          <a:pt x="345" y="463"/>
                        </a:lnTo>
                        <a:lnTo>
                          <a:pt x="367" y="446"/>
                        </a:lnTo>
                        <a:lnTo>
                          <a:pt x="387" y="428"/>
                        </a:lnTo>
                        <a:lnTo>
                          <a:pt x="408" y="409"/>
                        </a:lnTo>
                        <a:lnTo>
                          <a:pt x="427" y="388"/>
                        </a:lnTo>
                        <a:lnTo>
                          <a:pt x="445" y="368"/>
                        </a:lnTo>
                        <a:lnTo>
                          <a:pt x="462" y="346"/>
                        </a:lnTo>
                        <a:lnTo>
                          <a:pt x="478" y="323"/>
                        </a:lnTo>
                        <a:lnTo>
                          <a:pt x="493" y="300"/>
                        </a:lnTo>
                        <a:lnTo>
                          <a:pt x="507" y="275"/>
                        </a:lnTo>
                        <a:lnTo>
                          <a:pt x="519" y="251"/>
                        </a:lnTo>
                        <a:lnTo>
                          <a:pt x="531" y="225"/>
                        </a:lnTo>
                        <a:lnTo>
                          <a:pt x="542" y="199"/>
                        </a:lnTo>
                        <a:lnTo>
                          <a:pt x="550" y="172"/>
                        </a:lnTo>
                        <a:lnTo>
                          <a:pt x="558" y="144"/>
                        </a:lnTo>
                        <a:lnTo>
                          <a:pt x="565" y="117"/>
                        </a:lnTo>
                        <a:lnTo>
                          <a:pt x="571" y="88"/>
                        </a:lnTo>
                        <a:lnTo>
                          <a:pt x="574" y="59"/>
                        </a:lnTo>
                        <a:lnTo>
                          <a:pt x="576" y="30"/>
                        </a:lnTo>
                        <a:lnTo>
                          <a:pt x="577" y="0"/>
                        </a:lnTo>
                        <a:lnTo>
                          <a:pt x="369" y="0"/>
                        </a:lnTo>
                        <a:lnTo>
                          <a:pt x="368" y="20"/>
                        </a:lnTo>
                        <a:lnTo>
                          <a:pt x="367" y="39"/>
                        </a:lnTo>
                        <a:lnTo>
                          <a:pt x="365" y="57"/>
                        </a:lnTo>
                        <a:lnTo>
                          <a:pt x="362" y="75"/>
                        </a:lnTo>
                        <a:lnTo>
                          <a:pt x="358" y="92"/>
                        </a:lnTo>
                        <a:lnTo>
                          <a:pt x="352" y="110"/>
                        </a:lnTo>
                        <a:lnTo>
                          <a:pt x="347" y="127"/>
                        </a:lnTo>
                        <a:lnTo>
                          <a:pt x="340" y="144"/>
                        </a:lnTo>
                        <a:lnTo>
                          <a:pt x="333" y="160"/>
                        </a:lnTo>
                        <a:lnTo>
                          <a:pt x="324" y="176"/>
                        </a:lnTo>
                        <a:lnTo>
                          <a:pt x="316" y="191"/>
                        </a:lnTo>
                        <a:lnTo>
                          <a:pt x="305" y="207"/>
                        </a:lnTo>
                        <a:lnTo>
                          <a:pt x="296" y="221"/>
                        </a:lnTo>
                        <a:lnTo>
                          <a:pt x="284" y="235"/>
                        </a:lnTo>
                        <a:lnTo>
                          <a:pt x="273" y="249"/>
                        </a:lnTo>
                        <a:lnTo>
                          <a:pt x="261" y="261"/>
                        </a:lnTo>
                        <a:lnTo>
                          <a:pt x="248" y="273"/>
                        </a:lnTo>
                        <a:lnTo>
                          <a:pt x="234" y="285"/>
                        </a:lnTo>
                        <a:lnTo>
                          <a:pt x="220" y="297"/>
                        </a:lnTo>
                        <a:lnTo>
                          <a:pt x="206" y="306"/>
                        </a:lnTo>
                        <a:lnTo>
                          <a:pt x="190" y="317"/>
                        </a:lnTo>
                        <a:lnTo>
                          <a:pt x="175" y="325"/>
                        </a:lnTo>
                        <a:lnTo>
                          <a:pt x="159" y="334"/>
                        </a:lnTo>
                        <a:lnTo>
                          <a:pt x="143" y="340"/>
                        </a:lnTo>
                        <a:lnTo>
                          <a:pt x="126" y="348"/>
                        </a:lnTo>
                        <a:lnTo>
                          <a:pt x="109" y="353"/>
                        </a:lnTo>
                        <a:lnTo>
                          <a:pt x="92" y="358"/>
                        </a:lnTo>
                        <a:lnTo>
                          <a:pt x="74" y="363"/>
                        </a:lnTo>
                        <a:lnTo>
                          <a:pt x="56" y="365"/>
                        </a:lnTo>
                        <a:lnTo>
                          <a:pt x="38" y="368"/>
                        </a:lnTo>
                        <a:lnTo>
                          <a:pt x="19" y="369"/>
                        </a:lnTo>
                        <a:lnTo>
                          <a:pt x="0" y="369"/>
                        </a:lnTo>
                        <a:lnTo>
                          <a:pt x="0" y="578"/>
                        </a:lnTo>
                        <a:close/>
                      </a:path>
                    </a:pathLst>
                  </a:custGeom>
                  <a:solidFill>
                    <a:srgbClr val="EF2B2F"/>
                  </a:solidFill>
                  <a:ln>
                    <a:noFill/>
                  </a:ln>
                </p:spPr>
                <p:txBody>
                  <a:bodyPr/>
                  <a:lstStyle/>
                  <a:p>
                    <a:pPr>
                      <a:defRPr/>
                    </a:pPr>
                    <a:endParaRPr lang="en-US" sz="1050">
                      <a:latin typeface="+mj-lt"/>
                    </a:endParaRPr>
                  </a:p>
                </p:txBody>
              </p:sp>
              <p:sp>
                <p:nvSpPr>
                  <p:cNvPr id="41453" name="Freeform 590">
                    <a:extLst>
                      <a:ext uri="{FF2B5EF4-FFF2-40B4-BE49-F238E27FC236}">
                        <a16:creationId xmlns="" xmlns:a16="http://schemas.microsoft.com/office/drawing/2014/main" id="{6613CE8B-5F53-CC76-DA54-1325FE25D1D0}"/>
                      </a:ext>
                    </a:extLst>
                  </p:cNvPr>
                  <p:cNvSpPr>
                    <a:spLocks/>
                  </p:cNvSpPr>
                  <p:nvPr/>
                </p:nvSpPr>
                <p:spPr bwMode="auto">
                  <a:xfrm>
                    <a:off x="1733" y="2474"/>
                    <a:ext cx="24" cy="23"/>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0" y="0"/>
                        </a:moveTo>
                        <a:lnTo>
                          <a:pt x="0" y="0"/>
                        </a:lnTo>
                        <a:lnTo>
                          <a:pt x="1" y="30"/>
                        </a:lnTo>
                        <a:lnTo>
                          <a:pt x="3" y="59"/>
                        </a:lnTo>
                        <a:lnTo>
                          <a:pt x="7" y="88"/>
                        </a:lnTo>
                        <a:lnTo>
                          <a:pt x="12" y="117"/>
                        </a:lnTo>
                        <a:lnTo>
                          <a:pt x="18" y="144"/>
                        </a:lnTo>
                        <a:lnTo>
                          <a:pt x="26" y="172"/>
                        </a:lnTo>
                        <a:lnTo>
                          <a:pt x="35" y="199"/>
                        </a:lnTo>
                        <a:lnTo>
                          <a:pt x="46" y="225"/>
                        </a:lnTo>
                        <a:lnTo>
                          <a:pt x="57" y="251"/>
                        </a:lnTo>
                        <a:lnTo>
                          <a:pt x="69" y="275"/>
                        </a:lnTo>
                        <a:lnTo>
                          <a:pt x="83" y="300"/>
                        </a:lnTo>
                        <a:lnTo>
                          <a:pt x="98" y="323"/>
                        </a:lnTo>
                        <a:lnTo>
                          <a:pt x="114" y="346"/>
                        </a:lnTo>
                        <a:lnTo>
                          <a:pt x="132" y="368"/>
                        </a:lnTo>
                        <a:lnTo>
                          <a:pt x="150" y="388"/>
                        </a:lnTo>
                        <a:lnTo>
                          <a:pt x="169" y="409"/>
                        </a:lnTo>
                        <a:lnTo>
                          <a:pt x="189" y="428"/>
                        </a:lnTo>
                        <a:lnTo>
                          <a:pt x="210" y="446"/>
                        </a:lnTo>
                        <a:lnTo>
                          <a:pt x="231" y="463"/>
                        </a:lnTo>
                        <a:lnTo>
                          <a:pt x="255" y="479"/>
                        </a:lnTo>
                        <a:lnTo>
                          <a:pt x="277" y="494"/>
                        </a:lnTo>
                        <a:lnTo>
                          <a:pt x="302" y="508"/>
                        </a:lnTo>
                        <a:lnTo>
                          <a:pt x="327" y="520"/>
                        </a:lnTo>
                        <a:lnTo>
                          <a:pt x="353" y="532"/>
                        </a:lnTo>
                        <a:lnTo>
                          <a:pt x="378" y="543"/>
                        </a:lnTo>
                        <a:lnTo>
                          <a:pt x="405" y="551"/>
                        </a:lnTo>
                        <a:lnTo>
                          <a:pt x="433" y="559"/>
                        </a:lnTo>
                        <a:lnTo>
                          <a:pt x="460" y="566"/>
                        </a:lnTo>
                        <a:lnTo>
                          <a:pt x="489" y="572"/>
                        </a:lnTo>
                        <a:lnTo>
                          <a:pt x="518" y="575"/>
                        </a:lnTo>
                        <a:lnTo>
                          <a:pt x="548" y="577"/>
                        </a:lnTo>
                        <a:lnTo>
                          <a:pt x="577" y="578"/>
                        </a:lnTo>
                        <a:lnTo>
                          <a:pt x="577" y="369"/>
                        </a:lnTo>
                        <a:lnTo>
                          <a:pt x="557" y="369"/>
                        </a:lnTo>
                        <a:lnTo>
                          <a:pt x="538" y="368"/>
                        </a:lnTo>
                        <a:lnTo>
                          <a:pt x="520" y="365"/>
                        </a:lnTo>
                        <a:lnTo>
                          <a:pt x="502" y="363"/>
                        </a:lnTo>
                        <a:lnTo>
                          <a:pt x="485" y="358"/>
                        </a:lnTo>
                        <a:lnTo>
                          <a:pt x="467" y="353"/>
                        </a:lnTo>
                        <a:lnTo>
                          <a:pt x="450" y="348"/>
                        </a:lnTo>
                        <a:lnTo>
                          <a:pt x="434" y="340"/>
                        </a:lnTo>
                        <a:lnTo>
                          <a:pt x="417" y="334"/>
                        </a:lnTo>
                        <a:lnTo>
                          <a:pt x="401" y="325"/>
                        </a:lnTo>
                        <a:lnTo>
                          <a:pt x="386" y="317"/>
                        </a:lnTo>
                        <a:lnTo>
                          <a:pt x="371" y="306"/>
                        </a:lnTo>
                        <a:lnTo>
                          <a:pt x="356" y="297"/>
                        </a:lnTo>
                        <a:lnTo>
                          <a:pt x="342" y="285"/>
                        </a:lnTo>
                        <a:lnTo>
                          <a:pt x="329" y="273"/>
                        </a:lnTo>
                        <a:lnTo>
                          <a:pt x="317" y="261"/>
                        </a:lnTo>
                        <a:lnTo>
                          <a:pt x="304" y="249"/>
                        </a:lnTo>
                        <a:lnTo>
                          <a:pt x="292" y="235"/>
                        </a:lnTo>
                        <a:lnTo>
                          <a:pt x="281" y="221"/>
                        </a:lnTo>
                        <a:lnTo>
                          <a:pt x="271" y="207"/>
                        </a:lnTo>
                        <a:lnTo>
                          <a:pt x="261" y="191"/>
                        </a:lnTo>
                        <a:lnTo>
                          <a:pt x="252" y="176"/>
                        </a:lnTo>
                        <a:lnTo>
                          <a:pt x="244" y="160"/>
                        </a:lnTo>
                        <a:lnTo>
                          <a:pt x="237" y="144"/>
                        </a:lnTo>
                        <a:lnTo>
                          <a:pt x="230" y="127"/>
                        </a:lnTo>
                        <a:lnTo>
                          <a:pt x="224" y="110"/>
                        </a:lnTo>
                        <a:lnTo>
                          <a:pt x="220" y="93"/>
                        </a:lnTo>
                        <a:lnTo>
                          <a:pt x="215" y="75"/>
                        </a:lnTo>
                        <a:lnTo>
                          <a:pt x="212" y="57"/>
                        </a:lnTo>
                        <a:lnTo>
                          <a:pt x="209" y="39"/>
                        </a:lnTo>
                        <a:lnTo>
                          <a:pt x="208" y="20"/>
                        </a:lnTo>
                        <a:lnTo>
                          <a:pt x="208" y="0"/>
                        </a:lnTo>
                        <a:lnTo>
                          <a:pt x="0" y="0"/>
                        </a:lnTo>
                        <a:close/>
                      </a:path>
                    </a:pathLst>
                  </a:custGeom>
                  <a:solidFill>
                    <a:srgbClr val="EF2B2F"/>
                  </a:solidFill>
                  <a:ln>
                    <a:noFill/>
                  </a:ln>
                </p:spPr>
                <p:txBody>
                  <a:bodyPr/>
                  <a:lstStyle/>
                  <a:p>
                    <a:pPr>
                      <a:defRPr/>
                    </a:pPr>
                    <a:endParaRPr lang="en-US" sz="1050">
                      <a:latin typeface="+mj-lt"/>
                    </a:endParaRPr>
                  </a:p>
                </p:txBody>
              </p:sp>
              <p:sp>
                <p:nvSpPr>
                  <p:cNvPr id="41454" name="Freeform 591">
                    <a:extLst>
                      <a:ext uri="{FF2B5EF4-FFF2-40B4-BE49-F238E27FC236}">
                        <a16:creationId xmlns="" xmlns:a16="http://schemas.microsoft.com/office/drawing/2014/main" id="{191756E7-B899-AF35-77AD-BACEF705D756}"/>
                      </a:ext>
                    </a:extLst>
                  </p:cNvPr>
                  <p:cNvSpPr>
                    <a:spLocks/>
                  </p:cNvSpPr>
                  <p:nvPr/>
                </p:nvSpPr>
                <p:spPr bwMode="auto">
                  <a:xfrm>
                    <a:off x="1733" y="2452"/>
                    <a:ext cx="24" cy="22"/>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577" y="0"/>
                        </a:moveTo>
                        <a:lnTo>
                          <a:pt x="577" y="0"/>
                        </a:lnTo>
                        <a:lnTo>
                          <a:pt x="547" y="1"/>
                        </a:lnTo>
                        <a:lnTo>
                          <a:pt x="518" y="4"/>
                        </a:lnTo>
                        <a:lnTo>
                          <a:pt x="489" y="7"/>
                        </a:lnTo>
                        <a:lnTo>
                          <a:pt x="460" y="13"/>
                        </a:lnTo>
                        <a:lnTo>
                          <a:pt x="433" y="19"/>
                        </a:lnTo>
                        <a:lnTo>
                          <a:pt x="405" y="26"/>
                        </a:lnTo>
                        <a:lnTo>
                          <a:pt x="378" y="36"/>
                        </a:lnTo>
                        <a:lnTo>
                          <a:pt x="353" y="46"/>
                        </a:lnTo>
                        <a:lnTo>
                          <a:pt x="327" y="57"/>
                        </a:lnTo>
                        <a:lnTo>
                          <a:pt x="302" y="70"/>
                        </a:lnTo>
                        <a:lnTo>
                          <a:pt x="277" y="84"/>
                        </a:lnTo>
                        <a:lnTo>
                          <a:pt x="255" y="99"/>
                        </a:lnTo>
                        <a:lnTo>
                          <a:pt x="231" y="116"/>
                        </a:lnTo>
                        <a:lnTo>
                          <a:pt x="210" y="133"/>
                        </a:lnTo>
                        <a:lnTo>
                          <a:pt x="189" y="151"/>
                        </a:lnTo>
                        <a:lnTo>
                          <a:pt x="170" y="169"/>
                        </a:lnTo>
                        <a:lnTo>
                          <a:pt x="150" y="190"/>
                        </a:lnTo>
                        <a:lnTo>
                          <a:pt x="132" y="211"/>
                        </a:lnTo>
                        <a:lnTo>
                          <a:pt x="114" y="232"/>
                        </a:lnTo>
                        <a:lnTo>
                          <a:pt x="98" y="256"/>
                        </a:lnTo>
                        <a:lnTo>
                          <a:pt x="83" y="279"/>
                        </a:lnTo>
                        <a:lnTo>
                          <a:pt x="69" y="302"/>
                        </a:lnTo>
                        <a:lnTo>
                          <a:pt x="57" y="328"/>
                        </a:lnTo>
                        <a:lnTo>
                          <a:pt x="46" y="353"/>
                        </a:lnTo>
                        <a:lnTo>
                          <a:pt x="35" y="379"/>
                        </a:lnTo>
                        <a:lnTo>
                          <a:pt x="26" y="406"/>
                        </a:lnTo>
                        <a:lnTo>
                          <a:pt x="18" y="434"/>
                        </a:lnTo>
                        <a:lnTo>
                          <a:pt x="12" y="461"/>
                        </a:lnTo>
                        <a:lnTo>
                          <a:pt x="7" y="490"/>
                        </a:lnTo>
                        <a:lnTo>
                          <a:pt x="3" y="519"/>
                        </a:lnTo>
                        <a:lnTo>
                          <a:pt x="1" y="549"/>
                        </a:lnTo>
                        <a:lnTo>
                          <a:pt x="0" y="577"/>
                        </a:lnTo>
                        <a:lnTo>
                          <a:pt x="208" y="577"/>
                        </a:lnTo>
                        <a:lnTo>
                          <a:pt x="208" y="558"/>
                        </a:lnTo>
                        <a:lnTo>
                          <a:pt x="209" y="539"/>
                        </a:lnTo>
                        <a:lnTo>
                          <a:pt x="212" y="521"/>
                        </a:lnTo>
                        <a:lnTo>
                          <a:pt x="215" y="503"/>
                        </a:lnTo>
                        <a:lnTo>
                          <a:pt x="220" y="485"/>
                        </a:lnTo>
                        <a:lnTo>
                          <a:pt x="224" y="468"/>
                        </a:lnTo>
                        <a:lnTo>
                          <a:pt x="230" y="451"/>
                        </a:lnTo>
                        <a:lnTo>
                          <a:pt x="237" y="435"/>
                        </a:lnTo>
                        <a:lnTo>
                          <a:pt x="244" y="418"/>
                        </a:lnTo>
                        <a:lnTo>
                          <a:pt x="252" y="402"/>
                        </a:lnTo>
                        <a:lnTo>
                          <a:pt x="261" y="387"/>
                        </a:lnTo>
                        <a:lnTo>
                          <a:pt x="271" y="372"/>
                        </a:lnTo>
                        <a:lnTo>
                          <a:pt x="281" y="357"/>
                        </a:lnTo>
                        <a:lnTo>
                          <a:pt x="292" y="343"/>
                        </a:lnTo>
                        <a:lnTo>
                          <a:pt x="304" y="330"/>
                        </a:lnTo>
                        <a:lnTo>
                          <a:pt x="316" y="317"/>
                        </a:lnTo>
                        <a:lnTo>
                          <a:pt x="329" y="305"/>
                        </a:lnTo>
                        <a:lnTo>
                          <a:pt x="342" y="293"/>
                        </a:lnTo>
                        <a:lnTo>
                          <a:pt x="356" y="281"/>
                        </a:lnTo>
                        <a:lnTo>
                          <a:pt x="371" y="272"/>
                        </a:lnTo>
                        <a:lnTo>
                          <a:pt x="386" y="262"/>
                        </a:lnTo>
                        <a:lnTo>
                          <a:pt x="401" y="252"/>
                        </a:lnTo>
                        <a:lnTo>
                          <a:pt x="417" y="245"/>
                        </a:lnTo>
                        <a:lnTo>
                          <a:pt x="434" y="237"/>
                        </a:lnTo>
                        <a:lnTo>
                          <a:pt x="450" y="231"/>
                        </a:lnTo>
                        <a:lnTo>
                          <a:pt x="467" y="225"/>
                        </a:lnTo>
                        <a:lnTo>
                          <a:pt x="485" y="219"/>
                        </a:lnTo>
                        <a:lnTo>
                          <a:pt x="502" y="216"/>
                        </a:lnTo>
                        <a:lnTo>
                          <a:pt x="520" y="213"/>
                        </a:lnTo>
                        <a:lnTo>
                          <a:pt x="539" y="210"/>
                        </a:lnTo>
                        <a:lnTo>
                          <a:pt x="557" y="209"/>
                        </a:lnTo>
                        <a:lnTo>
                          <a:pt x="577" y="209"/>
                        </a:lnTo>
                        <a:lnTo>
                          <a:pt x="577" y="0"/>
                        </a:lnTo>
                        <a:close/>
                      </a:path>
                    </a:pathLst>
                  </a:custGeom>
                  <a:solidFill>
                    <a:srgbClr val="EF2B2F"/>
                  </a:solidFill>
                  <a:ln>
                    <a:noFill/>
                  </a:ln>
                </p:spPr>
                <p:txBody>
                  <a:bodyPr/>
                  <a:lstStyle/>
                  <a:p>
                    <a:pPr>
                      <a:defRPr/>
                    </a:pPr>
                    <a:endParaRPr lang="en-US" sz="1050">
                      <a:latin typeface="+mj-lt"/>
                    </a:endParaRPr>
                  </a:p>
                </p:txBody>
              </p:sp>
              <p:sp>
                <p:nvSpPr>
                  <p:cNvPr id="41455" name="Freeform 592">
                    <a:extLst>
                      <a:ext uri="{FF2B5EF4-FFF2-40B4-BE49-F238E27FC236}">
                        <a16:creationId xmlns="" xmlns:a16="http://schemas.microsoft.com/office/drawing/2014/main" id="{533E036F-5E9B-6D7D-8156-3D3CF027944A}"/>
                      </a:ext>
                    </a:extLst>
                  </p:cNvPr>
                  <p:cNvSpPr>
                    <a:spLocks/>
                  </p:cNvSpPr>
                  <p:nvPr/>
                </p:nvSpPr>
                <p:spPr bwMode="auto">
                  <a:xfrm>
                    <a:off x="1749" y="2487"/>
                    <a:ext cx="24" cy="23"/>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577" y="577"/>
                        </a:moveTo>
                        <a:lnTo>
                          <a:pt x="577" y="577"/>
                        </a:lnTo>
                        <a:lnTo>
                          <a:pt x="576" y="547"/>
                        </a:lnTo>
                        <a:lnTo>
                          <a:pt x="574" y="518"/>
                        </a:lnTo>
                        <a:lnTo>
                          <a:pt x="570" y="490"/>
                        </a:lnTo>
                        <a:lnTo>
                          <a:pt x="564" y="461"/>
                        </a:lnTo>
                        <a:lnTo>
                          <a:pt x="558" y="433"/>
                        </a:lnTo>
                        <a:lnTo>
                          <a:pt x="550" y="406"/>
                        </a:lnTo>
                        <a:lnTo>
                          <a:pt x="542" y="379"/>
                        </a:lnTo>
                        <a:lnTo>
                          <a:pt x="531" y="352"/>
                        </a:lnTo>
                        <a:lnTo>
                          <a:pt x="520" y="327"/>
                        </a:lnTo>
                        <a:lnTo>
                          <a:pt x="507" y="302"/>
                        </a:lnTo>
                        <a:lnTo>
                          <a:pt x="493" y="278"/>
                        </a:lnTo>
                        <a:lnTo>
                          <a:pt x="478" y="254"/>
                        </a:lnTo>
                        <a:lnTo>
                          <a:pt x="461" y="232"/>
                        </a:lnTo>
                        <a:lnTo>
                          <a:pt x="445" y="210"/>
                        </a:lnTo>
                        <a:lnTo>
                          <a:pt x="427" y="189"/>
                        </a:lnTo>
                        <a:lnTo>
                          <a:pt x="408" y="169"/>
                        </a:lnTo>
                        <a:lnTo>
                          <a:pt x="387" y="150"/>
                        </a:lnTo>
                        <a:lnTo>
                          <a:pt x="366" y="132"/>
                        </a:lnTo>
                        <a:lnTo>
                          <a:pt x="345" y="115"/>
                        </a:lnTo>
                        <a:lnTo>
                          <a:pt x="322" y="99"/>
                        </a:lnTo>
                        <a:lnTo>
                          <a:pt x="298" y="84"/>
                        </a:lnTo>
                        <a:lnTo>
                          <a:pt x="275" y="70"/>
                        </a:lnTo>
                        <a:lnTo>
                          <a:pt x="250" y="57"/>
                        </a:lnTo>
                        <a:lnTo>
                          <a:pt x="224" y="46"/>
                        </a:lnTo>
                        <a:lnTo>
                          <a:pt x="198" y="35"/>
                        </a:lnTo>
                        <a:lnTo>
                          <a:pt x="171" y="26"/>
                        </a:lnTo>
                        <a:lnTo>
                          <a:pt x="143" y="18"/>
                        </a:lnTo>
                        <a:lnTo>
                          <a:pt x="116" y="11"/>
                        </a:lnTo>
                        <a:lnTo>
                          <a:pt x="87" y="6"/>
                        </a:lnTo>
                        <a:lnTo>
                          <a:pt x="58" y="3"/>
                        </a:lnTo>
                        <a:lnTo>
                          <a:pt x="29" y="1"/>
                        </a:lnTo>
                        <a:lnTo>
                          <a:pt x="0" y="0"/>
                        </a:lnTo>
                        <a:lnTo>
                          <a:pt x="0" y="207"/>
                        </a:lnTo>
                        <a:lnTo>
                          <a:pt x="19" y="209"/>
                        </a:lnTo>
                        <a:lnTo>
                          <a:pt x="37" y="210"/>
                        </a:lnTo>
                        <a:lnTo>
                          <a:pt x="56" y="212"/>
                        </a:lnTo>
                        <a:lnTo>
                          <a:pt x="74" y="215"/>
                        </a:lnTo>
                        <a:lnTo>
                          <a:pt x="91" y="219"/>
                        </a:lnTo>
                        <a:lnTo>
                          <a:pt x="109" y="225"/>
                        </a:lnTo>
                        <a:lnTo>
                          <a:pt x="126" y="230"/>
                        </a:lnTo>
                        <a:lnTo>
                          <a:pt x="142" y="236"/>
                        </a:lnTo>
                        <a:lnTo>
                          <a:pt x="159" y="244"/>
                        </a:lnTo>
                        <a:lnTo>
                          <a:pt x="175" y="252"/>
                        </a:lnTo>
                        <a:lnTo>
                          <a:pt x="191" y="261"/>
                        </a:lnTo>
                        <a:lnTo>
                          <a:pt x="205" y="271"/>
                        </a:lnTo>
                        <a:lnTo>
                          <a:pt x="220" y="281"/>
                        </a:lnTo>
                        <a:lnTo>
                          <a:pt x="234" y="292"/>
                        </a:lnTo>
                        <a:lnTo>
                          <a:pt x="248" y="303"/>
                        </a:lnTo>
                        <a:lnTo>
                          <a:pt x="261" y="316"/>
                        </a:lnTo>
                        <a:lnTo>
                          <a:pt x="272" y="329"/>
                        </a:lnTo>
                        <a:lnTo>
                          <a:pt x="284" y="343"/>
                        </a:lnTo>
                        <a:lnTo>
                          <a:pt x="296" y="357"/>
                        </a:lnTo>
                        <a:lnTo>
                          <a:pt x="305" y="371"/>
                        </a:lnTo>
                        <a:lnTo>
                          <a:pt x="315" y="385"/>
                        </a:lnTo>
                        <a:lnTo>
                          <a:pt x="325" y="401"/>
                        </a:lnTo>
                        <a:lnTo>
                          <a:pt x="332" y="417"/>
                        </a:lnTo>
                        <a:lnTo>
                          <a:pt x="340" y="433"/>
                        </a:lnTo>
                        <a:lnTo>
                          <a:pt x="346" y="450"/>
                        </a:lnTo>
                        <a:lnTo>
                          <a:pt x="352" y="467"/>
                        </a:lnTo>
                        <a:lnTo>
                          <a:pt x="358" y="485"/>
                        </a:lnTo>
                        <a:lnTo>
                          <a:pt x="362" y="503"/>
                        </a:lnTo>
                        <a:lnTo>
                          <a:pt x="364" y="521"/>
                        </a:lnTo>
                        <a:lnTo>
                          <a:pt x="367" y="539"/>
                        </a:lnTo>
                        <a:lnTo>
                          <a:pt x="368" y="558"/>
                        </a:lnTo>
                        <a:lnTo>
                          <a:pt x="368" y="577"/>
                        </a:lnTo>
                        <a:lnTo>
                          <a:pt x="577" y="577"/>
                        </a:lnTo>
                        <a:close/>
                      </a:path>
                    </a:pathLst>
                  </a:custGeom>
                  <a:solidFill>
                    <a:srgbClr val="EF2B2F"/>
                  </a:solidFill>
                  <a:ln>
                    <a:noFill/>
                  </a:ln>
                </p:spPr>
                <p:txBody>
                  <a:bodyPr/>
                  <a:lstStyle/>
                  <a:p>
                    <a:pPr>
                      <a:defRPr/>
                    </a:pPr>
                    <a:endParaRPr lang="en-US" sz="1050">
                      <a:latin typeface="+mj-lt"/>
                    </a:endParaRPr>
                  </a:p>
                </p:txBody>
              </p:sp>
              <p:sp>
                <p:nvSpPr>
                  <p:cNvPr id="41456" name="Freeform 593">
                    <a:extLst>
                      <a:ext uri="{FF2B5EF4-FFF2-40B4-BE49-F238E27FC236}">
                        <a16:creationId xmlns="" xmlns:a16="http://schemas.microsoft.com/office/drawing/2014/main" id="{7D3B971E-457C-55C3-5C20-6BF72B7A09D7}"/>
                      </a:ext>
                    </a:extLst>
                  </p:cNvPr>
                  <p:cNvSpPr>
                    <a:spLocks/>
                  </p:cNvSpPr>
                  <p:nvPr/>
                </p:nvSpPr>
                <p:spPr bwMode="auto">
                  <a:xfrm>
                    <a:off x="1749" y="2510"/>
                    <a:ext cx="24" cy="22"/>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0" y="577"/>
                        </a:moveTo>
                        <a:lnTo>
                          <a:pt x="0" y="577"/>
                        </a:lnTo>
                        <a:lnTo>
                          <a:pt x="28" y="576"/>
                        </a:lnTo>
                        <a:lnTo>
                          <a:pt x="58" y="574"/>
                        </a:lnTo>
                        <a:lnTo>
                          <a:pt x="87" y="570"/>
                        </a:lnTo>
                        <a:lnTo>
                          <a:pt x="116" y="565"/>
                        </a:lnTo>
                        <a:lnTo>
                          <a:pt x="143" y="559"/>
                        </a:lnTo>
                        <a:lnTo>
                          <a:pt x="171" y="551"/>
                        </a:lnTo>
                        <a:lnTo>
                          <a:pt x="198" y="542"/>
                        </a:lnTo>
                        <a:lnTo>
                          <a:pt x="224" y="531"/>
                        </a:lnTo>
                        <a:lnTo>
                          <a:pt x="250" y="520"/>
                        </a:lnTo>
                        <a:lnTo>
                          <a:pt x="275" y="506"/>
                        </a:lnTo>
                        <a:lnTo>
                          <a:pt x="299" y="493"/>
                        </a:lnTo>
                        <a:lnTo>
                          <a:pt x="322" y="479"/>
                        </a:lnTo>
                        <a:lnTo>
                          <a:pt x="345" y="462"/>
                        </a:lnTo>
                        <a:lnTo>
                          <a:pt x="366" y="445"/>
                        </a:lnTo>
                        <a:lnTo>
                          <a:pt x="387" y="427"/>
                        </a:lnTo>
                        <a:lnTo>
                          <a:pt x="408" y="407"/>
                        </a:lnTo>
                        <a:lnTo>
                          <a:pt x="427" y="388"/>
                        </a:lnTo>
                        <a:lnTo>
                          <a:pt x="445" y="367"/>
                        </a:lnTo>
                        <a:lnTo>
                          <a:pt x="461" y="344"/>
                        </a:lnTo>
                        <a:lnTo>
                          <a:pt x="478" y="322"/>
                        </a:lnTo>
                        <a:lnTo>
                          <a:pt x="493" y="299"/>
                        </a:lnTo>
                        <a:lnTo>
                          <a:pt x="507" y="275"/>
                        </a:lnTo>
                        <a:lnTo>
                          <a:pt x="520" y="250"/>
                        </a:lnTo>
                        <a:lnTo>
                          <a:pt x="531" y="224"/>
                        </a:lnTo>
                        <a:lnTo>
                          <a:pt x="542" y="198"/>
                        </a:lnTo>
                        <a:lnTo>
                          <a:pt x="550" y="171"/>
                        </a:lnTo>
                        <a:lnTo>
                          <a:pt x="558" y="144"/>
                        </a:lnTo>
                        <a:lnTo>
                          <a:pt x="564" y="115"/>
                        </a:lnTo>
                        <a:lnTo>
                          <a:pt x="570" y="88"/>
                        </a:lnTo>
                        <a:lnTo>
                          <a:pt x="574" y="59"/>
                        </a:lnTo>
                        <a:lnTo>
                          <a:pt x="576" y="29"/>
                        </a:lnTo>
                        <a:lnTo>
                          <a:pt x="577" y="0"/>
                        </a:lnTo>
                        <a:lnTo>
                          <a:pt x="368" y="0"/>
                        </a:lnTo>
                        <a:lnTo>
                          <a:pt x="368" y="19"/>
                        </a:lnTo>
                        <a:lnTo>
                          <a:pt x="367" y="38"/>
                        </a:lnTo>
                        <a:lnTo>
                          <a:pt x="364" y="57"/>
                        </a:lnTo>
                        <a:lnTo>
                          <a:pt x="362" y="74"/>
                        </a:lnTo>
                        <a:lnTo>
                          <a:pt x="358" y="92"/>
                        </a:lnTo>
                        <a:lnTo>
                          <a:pt x="352" y="109"/>
                        </a:lnTo>
                        <a:lnTo>
                          <a:pt x="346" y="127"/>
                        </a:lnTo>
                        <a:lnTo>
                          <a:pt x="340" y="143"/>
                        </a:lnTo>
                        <a:lnTo>
                          <a:pt x="332" y="160"/>
                        </a:lnTo>
                        <a:lnTo>
                          <a:pt x="325" y="175"/>
                        </a:lnTo>
                        <a:lnTo>
                          <a:pt x="315" y="191"/>
                        </a:lnTo>
                        <a:lnTo>
                          <a:pt x="305" y="206"/>
                        </a:lnTo>
                        <a:lnTo>
                          <a:pt x="296" y="221"/>
                        </a:lnTo>
                        <a:lnTo>
                          <a:pt x="284" y="235"/>
                        </a:lnTo>
                        <a:lnTo>
                          <a:pt x="272" y="247"/>
                        </a:lnTo>
                        <a:lnTo>
                          <a:pt x="261" y="261"/>
                        </a:lnTo>
                        <a:lnTo>
                          <a:pt x="248" y="273"/>
                        </a:lnTo>
                        <a:lnTo>
                          <a:pt x="234" y="285"/>
                        </a:lnTo>
                        <a:lnTo>
                          <a:pt x="220" y="295"/>
                        </a:lnTo>
                        <a:lnTo>
                          <a:pt x="205" y="306"/>
                        </a:lnTo>
                        <a:lnTo>
                          <a:pt x="190" y="316"/>
                        </a:lnTo>
                        <a:lnTo>
                          <a:pt x="175" y="324"/>
                        </a:lnTo>
                        <a:lnTo>
                          <a:pt x="159" y="333"/>
                        </a:lnTo>
                        <a:lnTo>
                          <a:pt x="142" y="340"/>
                        </a:lnTo>
                        <a:lnTo>
                          <a:pt x="126" y="347"/>
                        </a:lnTo>
                        <a:lnTo>
                          <a:pt x="109" y="352"/>
                        </a:lnTo>
                        <a:lnTo>
                          <a:pt x="92" y="357"/>
                        </a:lnTo>
                        <a:lnTo>
                          <a:pt x="74" y="362"/>
                        </a:lnTo>
                        <a:lnTo>
                          <a:pt x="56" y="365"/>
                        </a:lnTo>
                        <a:lnTo>
                          <a:pt x="38" y="367"/>
                        </a:lnTo>
                        <a:lnTo>
                          <a:pt x="19" y="369"/>
                        </a:lnTo>
                        <a:lnTo>
                          <a:pt x="0" y="369"/>
                        </a:lnTo>
                        <a:lnTo>
                          <a:pt x="0" y="577"/>
                        </a:lnTo>
                        <a:close/>
                      </a:path>
                    </a:pathLst>
                  </a:custGeom>
                  <a:solidFill>
                    <a:srgbClr val="EF2B2F"/>
                  </a:solidFill>
                  <a:ln>
                    <a:noFill/>
                  </a:ln>
                </p:spPr>
                <p:txBody>
                  <a:bodyPr/>
                  <a:lstStyle/>
                  <a:p>
                    <a:pPr>
                      <a:defRPr/>
                    </a:pPr>
                    <a:endParaRPr lang="en-US" sz="1050">
                      <a:latin typeface="+mj-lt"/>
                    </a:endParaRPr>
                  </a:p>
                </p:txBody>
              </p:sp>
              <p:sp>
                <p:nvSpPr>
                  <p:cNvPr id="41457" name="Freeform 594">
                    <a:extLst>
                      <a:ext uri="{FF2B5EF4-FFF2-40B4-BE49-F238E27FC236}">
                        <a16:creationId xmlns="" xmlns:a16="http://schemas.microsoft.com/office/drawing/2014/main" id="{83706D19-078A-0536-6BEA-FCCDD4CD3890}"/>
                      </a:ext>
                    </a:extLst>
                  </p:cNvPr>
                  <p:cNvSpPr>
                    <a:spLocks/>
                  </p:cNvSpPr>
                  <p:nvPr/>
                </p:nvSpPr>
                <p:spPr bwMode="auto">
                  <a:xfrm>
                    <a:off x="1725" y="2510"/>
                    <a:ext cx="23" cy="22"/>
                  </a:xfrm>
                  <a:custGeom>
                    <a:avLst/>
                    <a:gdLst>
                      <a:gd name="T0" fmla="*/ 0 w 578"/>
                      <a:gd name="T1" fmla="*/ 0 h 577"/>
                      <a:gd name="T2" fmla="*/ 0 w 578"/>
                      <a:gd name="T3" fmla="*/ 0 h 577"/>
                      <a:gd name="T4" fmla="*/ 0 w 578"/>
                      <a:gd name="T5" fmla="*/ 0 h 577"/>
                      <a:gd name="T6" fmla="*/ 0 w 578"/>
                      <a:gd name="T7" fmla="*/ 0 h 577"/>
                      <a:gd name="T8" fmla="*/ 0 w 578"/>
                      <a:gd name="T9" fmla="*/ 0 h 577"/>
                      <a:gd name="T10" fmla="*/ 0 w 578"/>
                      <a:gd name="T11" fmla="*/ 0 h 577"/>
                      <a:gd name="T12" fmla="*/ 0 w 578"/>
                      <a:gd name="T13" fmla="*/ 0 h 577"/>
                      <a:gd name="T14" fmla="*/ 0 w 578"/>
                      <a:gd name="T15" fmla="*/ 0 h 577"/>
                      <a:gd name="T16" fmla="*/ 0 w 578"/>
                      <a:gd name="T17" fmla="*/ 0 h 577"/>
                      <a:gd name="T18" fmla="*/ 0 w 578"/>
                      <a:gd name="T19" fmla="*/ 0 h 577"/>
                      <a:gd name="T20" fmla="*/ 0 w 578"/>
                      <a:gd name="T21" fmla="*/ 0 h 577"/>
                      <a:gd name="T22" fmla="*/ 0 w 578"/>
                      <a:gd name="T23" fmla="*/ 0 h 577"/>
                      <a:gd name="T24" fmla="*/ 0 w 578"/>
                      <a:gd name="T25" fmla="*/ 0 h 577"/>
                      <a:gd name="T26" fmla="*/ 0 w 578"/>
                      <a:gd name="T27" fmla="*/ 0 h 577"/>
                      <a:gd name="T28" fmla="*/ 0 w 578"/>
                      <a:gd name="T29" fmla="*/ 0 h 577"/>
                      <a:gd name="T30" fmla="*/ 0 w 578"/>
                      <a:gd name="T31" fmla="*/ 0 h 577"/>
                      <a:gd name="T32" fmla="*/ 0 w 578"/>
                      <a:gd name="T33" fmla="*/ 0 h 577"/>
                      <a:gd name="T34" fmla="*/ 0 w 578"/>
                      <a:gd name="T35" fmla="*/ 0 h 577"/>
                      <a:gd name="T36" fmla="*/ 0 w 578"/>
                      <a:gd name="T37" fmla="*/ 0 h 577"/>
                      <a:gd name="T38" fmla="*/ 0 w 578"/>
                      <a:gd name="T39" fmla="*/ 0 h 577"/>
                      <a:gd name="T40" fmla="*/ 0 w 578"/>
                      <a:gd name="T41" fmla="*/ 0 h 577"/>
                      <a:gd name="T42" fmla="*/ 0 w 578"/>
                      <a:gd name="T43" fmla="*/ 0 h 577"/>
                      <a:gd name="T44" fmla="*/ 0 w 578"/>
                      <a:gd name="T45" fmla="*/ 0 h 577"/>
                      <a:gd name="T46" fmla="*/ 0 w 578"/>
                      <a:gd name="T47" fmla="*/ 0 h 577"/>
                      <a:gd name="T48" fmla="*/ 0 w 578"/>
                      <a:gd name="T49" fmla="*/ 0 h 577"/>
                      <a:gd name="T50" fmla="*/ 0 w 578"/>
                      <a:gd name="T51" fmla="*/ 0 h 577"/>
                      <a:gd name="T52" fmla="*/ 0 w 578"/>
                      <a:gd name="T53" fmla="*/ 0 h 577"/>
                      <a:gd name="T54" fmla="*/ 0 w 578"/>
                      <a:gd name="T55" fmla="*/ 0 h 577"/>
                      <a:gd name="T56" fmla="*/ 0 w 578"/>
                      <a:gd name="T57" fmla="*/ 0 h 577"/>
                      <a:gd name="T58" fmla="*/ 0 w 578"/>
                      <a:gd name="T59" fmla="*/ 0 h 577"/>
                      <a:gd name="T60" fmla="*/ 0 w 578"/>
                      <a:gd name="T61" fmla="*/ 0 h 577"/>
                      <a:gd name="T62" fmla="*/ 0 w 578"/>
                      <a:gd name="T63" fmla="*/ 0 h 577"/>
                      <a:gd name="T64" fmla="*/ 0 w 578"/>
                      <a:gd name="T65" fmla="*/ 0 h 577"/>
                      <a:gd name="T66" fmla="*/ 0 w 578"/>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7"/>
                      <a:gd name="T104" fmla="*/ 578 w 578"/>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7">
                        <a:moveTo>
                          <a:pt x="0" y="0"/>
                        </a:moveTo>
                        <a:lnTo>
                          <a:pt x="0" y="0"/>
                        </a:lnTo>
                        <a:lnTo>
                          <a:pt x="1" y="29"/>
                        </a:lnTo>
                        <a:lnTo>
                          <a:pt x="4" y="59"/>
                        </a:lnTo>
                        <a:lnTo>
                          <a:pt x="8" y="88"/>
                        </a:lnTo>
                        <a:lnTo>
                          <a:pt x="13" y="115"/>
                        </a:lnTo>
                        <a:lnTo>
                          <a:pt x="19" y="143"/>
                        </a:lnTo>
                        <a:lnTo>
                          <a:pt x="27" y="171"/>
                        </a:lnTo>
                        <a:lnTo>
                          <a:pt x="35" y="198"/>
                        </a:lnTo>
                        <a:lnTo>
                          <a:pt x="46" y="224"/>
                        </a:lnTo>
                        <a:lnTo>
                          <a:pt x="58" y="250"/>
                        </a:lnTo>
                        <a:lnTo>
                          <a:pt x="71" y="275"/>
                        </a:lnTo>
                        <a:lnTo>
                          <a:pt x="84" y="299"/>
                        </a:lnTo>
                        <a:lnTo>
                          <a:pt x="99" y="322"/>
                        </a:lnTo>
                        <a:lnTo>
                          <a:pt x="115" y="344"/>
                        </a:lnTo>
                        <a:lnTo>
                          <a:pt x="133" y="367"/>
                        </a:lnTo>
                        <a:lnTo>
                          <a:pt x="151" y="388"/>
                        </a:lnTo>
                        <a:lnTo>
                          <a:pt x="170" y="407"/>
                        </a:lnTo>
                        <a:lnTo>
                          <a:pt x="190" y="427"/>
                        </a:lnTo>
                        <a:lnTo>
                          <a:pt x="211" y="445"/>
                        </a:lnTo>
                        <a:lnTo>
                          <a:pt x="232" y="462"/>
                        </a:lnTo>
                        <a:lnTo>
                          <a:pt x="256" y="479"/>
                        </a:lnTo>
                        <a:lnTo>
                          <a:pt x="278" y="493"/>
                        </a:lnTo>
                        <a:lnTo>
                          <a:pt x="303" y="506"/>
                        </a:lnTo>
                        <a:lnTo>
                          <a:pt x="327" y="520"/>
                        </a:lnTo>
                        <a:lnTo>
                          <a:pt x="353" y="531"/>
                        </a:lnTo>
                        <a:lnTo>
                          <a:pt x="379" y="542"/>
                        </a:lnTo>
                        <a:lnTo>
                          <a:pt x="406" y="551"/>
                        </a:lnTo>
                        <a:lnTo>
                          <a:pt x="434" y="559"/>
                        </a:lnTo>
                        <a:lnTo>
                          <a:pt x="462" y="565"/>
                        </a:lnTo>
                        <a:lnTo>
                          <a:pt x="490" y="570"/>
                        </a:lnTo>
                        <a:lnTo>
                          <a:pt x="519" y="574"/>
                        </a:lnTo>
                        <a:lnTo>
                          <a:pt x="549" y="576"/>
                        </a:lnTo>
                        <a:lnTo>
                          <a:pt x="578" y="577"/>
                        </a:lnTo>
                        <a:lnTo>
                          <a:pt x="578" y="369"/>
                        </a:lnTo>
                        <a:lnTo>
                          <a:pt x="558" y="369"/>
                        </a:lnTo>
                        <a:lnTo>
                          <a:pt x="539" y="367"/>
                        </a:lnTo>
                        <a:lnTo>
                          <a:pt x="521" y="365"/>
                        </a:lnTo>
                        <a:lnTo>
                          <a:pt x="503" y="362"/>
                        </a:lnTo>
                        <a:lnTo>
                          <a:pt x="485" y="357"/>
                        </a:lnTo>
                        <a:lnTo>
                          <a:pt x="468" y="352"/>
                        </a:lnTo>
                        <a:lnTo>
                          <a:pt x="451" y="347"/>
                        </a:lnTo>
                        <a:lnTo>
                          <a:pt x="435" y="340"/>
                        </a:lnTo>
                        <a:lnTo>
                          <a:pt x="418" y="333"/>
                        </a:lnTo>
                        <a:lnTo>
                          <a:pt x="402" y="324"/>
                        </a:lnTo>
                        <a:lnTo>
                          <a:pt x="387" y="316"/>
                        </a:lnTo>
                        <a:lnTo>
                          <a:pt x="372" y="306"/>
                        </a:lnTo>
                        <a:lnTo>
                          <a:pt x="357" y="295"/>
                        </a:lnTo>
                        <a:lnTo>
                          <a:pt x="343" y="285"/>
                        </a:lnTo>
                        <a:lnTo>
                          <a:pt x="329" y="273"/>
                        </a:lnTo>
                        <a:lnTo>
                          <a:pt x="317" y="260"/>
                        </a:lnTo>
                        <a:lnTo>
                          <a:pt x="305" y="247"/>
                        </a:lnTo>
                        <a:lnTo>
                          <a:pt x="293" y="235"/>
                        </a:lnTo>
                        <a:lnTo>
                          <a:pt x="283" y="221"/>
                        </a:lnTo>
                        <a:lnTo>
                          <a:pt x="272" y="206"/>
                        </a:lnTo>
                        <a:lnTo>
                          <a:pt x="262" y="191"/>
                        </a:lnTo>
                        <a:lnTo>
                          <a:pt x="253" y="175"/>
                        </a:lnTo>
                        <a:lnTo>
                          <a:pt x="245" y="160"/>
                        </a:lnTo>
                        <a:lnTo>
                          <a:pt x="238" y="143"/>
                        </a:lnTo>
                        <a:lnTo>
                          <a:pt x="231" y="127"/>
                        </a:lnTo>
                        <a:lnTo>
                          <a:pt x="225" y="109"/>
                        </a:lnTo>
                        <a:lnTo>
                          <a:pt x="220" y="92"/>
                        </a:lnTo>
                        <a:lnTo>
                          <a:pt x="216" y="74"/>
                        </a:lnTo>
                        <a:lnTo>
                          <a:pt x="213" y="57"/>
                        </a:lnTo>
                        <a:lnTo>
                          <a:pt x="210" y="38"/>
                        </a:lnTo>
                        <a:lnTo>
                          <a:pt x="209" y="19"/>
                        </a:lnTo>
                        <a:lnTo>
                          <a:pt x="209" y="0"/>
                        </a:lnTo>
                        <a:lnTo>
                          <a:pt x="0" y="0"/>
                        </a:lnTo>
                        <a:close/>
                      </a:path>
                    </a:pathLst>
                  </a:custGeom>
                  <a:solidFill>
                    <a:srgbClr val="EF2B2F"/>
                  </a:solidFill>
                  <a:ln>
                    <a:noFill/>
                  </a:ln>
                </p:spPr>
                <p:txBody>
                  <a:bodyPr/>
                  <a:lstStyle/>
                  <a:p>
                    <a:pPr>
                      <a:defRPr/>
                    </a:pPr>
                    <a:endParaRPr lang="en-US" sz="1050">
                      <a:latin typeface="+mj-lt"/>
                    </a:endParaRPr>
                  </a:p>
                </p:txBody>
              </p:sp>
              <p:sp>
                <p:nvSpPr>
                  <p:cNvPr id="41458" name="Freeform 595">
                    <a:extLst>
                      <a:ext uri="{FF2B5EF4-FFF2-40B4-BE49-F238E27FC236}">
                        <a16:creationId xmlns="" xmlns:a16="http://schemas.microsoft.com/office/drawing/2014/main" id="{2ACAABE3-9633-8CA2-61E8-935979CD0F61}"/>
                      </a:ext>
                    </a:extLst>
                  </p:cNvPr>
                  <p:cNvSpPr>
                    <a:spLocks/>
                  </p:cNvSpPr>
                  <p:nvPr/>
                </p:nvSpPr>
                <p:spPr bwMode="auto">
                  <a:xfrm>
                    <a:off x="1725" y="2487"/>
                    <a:ext cx="23" cy="23"/>
                  </a:xfrm>
                  <a:custGeom>
                    <a:avLst/>
                    <a:gdLst>
                      <a:gd name="T0" fmla="*/ 0 w 578"/>
                      <a:gd name="T1" fmla="*/ 0 h 577"/>
                      <a:gd name="T2" fmla="*/ 0 w 578"/>
                      <a:gd name="T3" fmla="*/ 0 h 577"/>
                      <a:gd name="T4" fmla="*/ 0 w 578"/>
                      <a:gd name="T5" fmla="*/ 0 h 577"/>
                      <a:gd name="T6" fmla="*/ 0 w 578"/>
                      <a:gd name="T7" fmla="*/ 0 h 577"/>
                      <a:gd name="T8" fmla="*/ 0 w 578"/>
                      <a:gd name="T9" fmla="*/ 0 h 577"/>
                      <a:gd name="T10" fmla="*/ 0 w 578"/>
                      <a:gd name="T11" fmla="*/ 0 h 577"/>
                      <a:gd name="T12" fmla="*/ 0 w 578"/>
                      <a:gd name="T13" fmla="*/ 0 h 577"/>
                      <a:gd name="T14" fmla="*/ 0 w 578"/>
                      <a:gd name="T15" fmla="*/ 0 h 577"/>
                      <a:gd name="T16" fmla="*/ 0 w 578"/>
                      <a:gd name="T17" fmla="*/ 0 h 577"/>
                      <a:gd name="T18" fmla="*/ 0 w 578"/>
                      <a:gd name="T19" fmla="*/ 0 h 577"/>
                      <a:gd name="T20" fmla="*/ 0 w 578"/>
                      <a:gd name="T21" fmla="*/ 0 h 577"/>
                      <a:gd name="T22" fmla="*/ 0 w 578"/>
                      <a:gd name="T23" fmla="*/ 0 h 577"/>
                      <a:gd name="T24" fmla="*/ 0 w 578"/>
                      <a:gd name="T25" fmla="*/ 0 h 577"/>
                      <a:gd name="T26" fmla="*/ 0 w 578"/>
                      <a:gd name="T27" fmla="*/ 0 h 577"/>
                      <a:gd name="T28" fmla="*/ 0 w 578"/>
                      <a:gd name="T29" fmla="*/ 0 h 577"/>
                      <a:gd name="T30" fmla="*/ 0 w 578"/>
                      <a:gd name="T31" fmla="*/ 0 h 577"/>
                      <a:gd name="T32" fmla="*/ 0 w 578"/>
                      <a:gd name="T33" fmla="*/ 0 h 577"/>
                      <a:gd name="T34" fmla="*/ 0 w 578"/>
                      <a:gd name="T35" fmla="*/ 0 h 577"/>
                      <a:gd name="T36" fmla="*/ 0 w 578"/>
                      <a:gd name="T37" fmla="*/ 0 h 577"/>
                      <a:gd name="T38" fmla="*/ 0 w 578"/>
                      <a:gd name="T39" fmla="*/ 0 h 577"/>
                      <a:gd name="T40" fmla="*/ 0 w 578"/>
                      <a:gd name="T41" fmla="*/ 0 h 577"/>
                      <a:gd name="T42" fmla="*/ 0 w 578"/>
                      <a:gd name="T43" fmla="*/ 0 h 577"/>
                      <a:gd name="T44" fmla="*/ 0 w 578"/>
                      <a:gd name="T45" fmla="*/ 0 h 577"/>
                      <a:gd name="T46" fmla="*/ 0 w 578"/>
                      <a:gd name="T47" fmla="*/ 0 h 577"/>
                      <a:gd name="T48" fmla="*/ 0 w 578"/>
                      <a:gd name="T49" fmla="*/ 0 h 577"/>
                      <a:gd name="T50" fmla="*/ 0 w 578"/>
                      <a:gd name="T51" fmla="*/ 0 h 577"/>
                      <a:gd name="T52" fmla="*/ 0 w 578"/>
                      <a:gd name="T53" fmla="*/ 0 h 577"/>
                      <a:gd name="T54" fmla="*/ 0 w 578"/>
                      <a:gd name="T55" fmla="*/ 0 h 577"/>
                      <a:gd name="T56" fmla="*/ 0 w 578"/>
                      <a:gd name="T57" fmla="*/ 0 h 577"/>
                      <a:gd name="T58" fmla="*/ 0 w 578"/>
                      <a:gd name="T59" fmla="*/ 0 h 577"/>
                      <a:gd name="T60" fmla="*/ 0 w 578"/>
                      <a:gd name="T61" fmla="*/ 0 h 577"/>
                      <a:gd name="T62" fmla="*/ 0 w 578"/>
                      <a:gd name="T63" fmla="*/ 0 h 577"/>
                      <a:gd name="T64" fmla="*/ 0 w 578"/>
                      <a:gd name="T65" fmla="*/ 0 h 577"/>
                      <a:gd name="T66" fmla="*/ 0 w 578"/>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7"/>
                      <a:gd name="T104" fmla="*/ 578 w 578"/>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7">
                        <a:moveTo>
                          <a:pt x="578" y="0"/>
                        </a:moveTo>
                        <a:lnTo>
                          <a:pt x="578" y="0"/>
                        </a:lnTo>
                        <a:lnTo>
                          <a:pt x="548" y="1"/>
                        </a:lnTo>
                        <a:lnTo>
                          <a:pt x="519" y="3"/>
                        </a:lnTo>
                        <a:lnTo>
                          <a:pt x="490" y="6"/>
                        </a:lnTo>
                        <a:lnTo>
                          <a:pt x="462" y="11"/>
                        </a:lnTo>
                        <a:lnTo>
                          <a:pt x="434" y="18"/>
                        </a:lnTo>
                        <a:lnTo>
                          <a:pt x="406" y="26"/>
                        </a:lnTo>
                        <a:lnTo>
                          <a:pt x="379" y="35"/>
                        </a:lnTo>
                        <a:lnTo>
                          <a:pt x="353" y="46"/>
                        </a:lnTo>
                        <a:lnTo>
                          <a:pt x="327" y="57"/>
                        </a:lnTo>
                        <a:lnTo>
                          <a:pt x="303" y="70"/>
                        </a:lnTo>
                        <a:lnTo>
                          <a:pt x="278" y="84"/>
                        </a:lnTo>
                        <a:lnTo>
                          <a:pt x="256" y="99"/>
                        </a:lnTo>
                        <a:lnTo>
                          <a:pt x="232" y="115"/>
                        </a:lnTo>
                        <a:lnTo>
                          <a:pt x="211" y="132"/>
                        </a:lnTo>
                        <a:lnTo>
                          <a:pt x="190" y="150"/>
                        </a:lnTo>
                        <a:lnTo>
                          <a:pt x="171" y="169"/>
                        </a:lnTo>
                        <a:lnTo>
                          <a:pt x="151" y="189"/>
                        </a:lnTo>
                        <a:lnTo>
                          <a:pt x="133" y="210"/>
                        </a:lnTo>
                        <a:lnTo>
                          <a:pt x="115" y="232"/>
                        </a:lnTo>
                        <a:lnTo>
                          <a:pt x="99" y="254"/>
                        </a:lnTo>
                        <a:lnTo>
                          <a:pt x="84" y="278"/>
                        </a:lnTo>
                        <a:lnTo>
                          <a:pt x="71" y="302"/>
                        </a:lnTo>
                        <a:lnTo>
                          <a:pt x="58" y="327"/>
                        </a:lnTo>
                        <a:lnTo>
                          <a:pt x="46" y="352"/>
                        </a:lnTo>
                        <a:lnTo>
                          <a:pt x="35" y="379"/>
                        </a:lnTo>
                        <a:lnTo>
                          <a:pt x="27" y="406"/>
                        </a:lnTo>
                        <a:lnTo>
                          <a:pt x="19" y="433"/>
                        </a:lnTo>
                        <a:lnTo>
                          <a:pt x="13" y="461"/>
                        </a:lnTo>
                        <a:lnTo>
                          <a:pt x="8" y="490"/>
                        </a:lnTo>
                        <a:lnTo>
                          <a:pt x="4" y="519"/>
                        </a:lnTo>
                        <a:lnTo>
                          <a:pt x="1" y="547"/>
                        </a:lnTo>
                        <a:lnTo>
                          <a:pt x="0" y="577"/>
                        </a:lnTo>
                        <a:lnTo>
                          <a:pt x="209" y="577"/>
                        </a:lnTo>
                        <a:lnTo>
                          <a:pt x="209" y="557"/>
                        </a:lnTo>
                        <a:lnTo>
                          <a:pt x="210" y="539"/>
                        </a:lnTo>
                        <a:lnTo>
                          <a:pt x="213" y="521"/>
                        </a:lnTo>
                        <a:lnTo>
                          <a:pt x="216" y="503"/>
                        </a:lnTo>
                        <a:lnTo>
                          <a:pt x="220" y="485"/>
                        </a:lnTo>
                        <a:lnTo>
                          <a:pt x="225" y="467"/>
                        </a:lnTo>
                        <a:lnTo>
                          <a:pt x="231" y="450"/>
                        </a:lnTo>
                        <a:lnTo>
                          <a:pt x="238" y="433"/>
                        </a:lnTo>
                        <a:lnTo>
                          <a:pt x="245" y="417"/>
                        </a:lnTo>
                        <a:lnTo>
                          <a:pt x="253" y="401"/>
                        </a:lnTo>
                        <a:lnTo>
                          <a:pt x="262" y="387"/>
                        </a:lnTo>
                        <a:lnTo>
                          <a:pt x="272" y="371"/>
                        </a:lnTo>
                        <a:lnTo>
                          <a:pt x="283" y="357"/>
                        </a:lnTo>
                        <a:lnTo>
                          <a:pt x="293" y="343"/>
                        </a:lnTo>
                        <a:lnTo>
                          <a:pt x="305" y="329"/>
                        </a:lnTo>
                        <a:lnTo>
                          <a:pt x="317" y="316"/>
                        </a:lnTo>
                        <a:lnTo>
                          <a:pt x="329" y="303"/>
                        </a:lnTo>
                        <a:lnTo>
                          <a:pt x="343" y="292"/>
                        </a:lnTo>
                        <a:lnTo>
                          <a:pt x="357" y="281"/>
                        </a:lnTo>
                        <a:lnTo>
                          <a:pt x="372" y="271"/>
                        </a:lnTo>
                        <a:lnTo>
                          <a:pt x="387" y="261"/>
                        </a:lnTo>
                        <a:lnTo>
                          <a:pt x="402" y="252"/>
                        </a:lnTo>
                        <a:lnTo>
                          <a:pt x="418" y="244"/>
                        </a:lnTo>
                        <a:lnTo>
                          <a:pt x="435" y="236"/>
                        </a:lnTo>
                        <a:lnTo>
                          <a:pt x="451" y="230"/>
                        </a:lnTo>
                        <a:lnTo>
                          <a:pt x="468" y="225"/>
                        </a:lnTo>
                        <a:lnTo>
                          <a:pt x="486" y="219"/>
                        </a:lnTo>
                        <a:lnTo>
                          <a:pt x="503" y="215"/>
                        </a:lnTo>
                        <a:lnTo>
                          <a:pt x="521" y="212"/>
                        </a:lnTo>
                        <a:lnTo>
                          <a:pt x="540" y="210"/>
                        </a:lnTo>
                        <a:lnTo>
                          <a:pt x="558" y="209"/>
                        </a:lnTo>
                        <a:lnTo>
                          <a:pt x="578" y="207"/>
                        </a:lnTo>
                        <a:lnTo>
                          <a:pt x="578" y="0"/>
                        </a:lnTo>
                        <a:close/>
                      </a:path>
                    </a:pathLst>
                  </a:custGeom>
                  <a:solidFill>
                    <a:srgbClr val="EF2B2F"/>
                  </a:solidFill>
                  <a:ln>
                    <a:noFill/>
                  </a:ln>
                </p:spPr>
                <p:txBody>
                  <a:bodyPr/>
                  <a:lstStyle/>
                  <a:p>
                    <a:pPr>
                      <a:defRPr/>
                    </a:pPr>
                    <a:endParaRPr lang="en-US" sz="1050">
                      <a:latin typeface="+mj-lt"/>
                    </a:endParaRPr>
                  </a:p>
                </p:txBody>
              </p:sp>
              <p:sp>
                <p:nvSpPr>
                  <p:cNvPr id="41459" name="Freeform 596">
                    <a:extLst>
                      <a:ext uri="{FF2B5EF4-FFF2-40B4-BE49-F238E27FC236}">
                        <a16:creationId xmlns="" xmlns:a16="http://schemas.microsoft.com/office/drawing/2014/main" id="{BEAD63F8-6CCD-96E8-3730-13525DA0E1F9}"/>
                      </a:ext>
                    </a:extLst>
                  </p:cNvPr>
                  <p:cNvSpPr>
                    <a:spLocks/>
                  </p:cNvSpPr>
                  <p:nvPr/>
                </p:nvSpPr>
                <p:spPr bwMode="auto">
                  <a:xfrm>
                    <a:off x="1717" y="2526"/>
                    <a:ext cx="39" cy="36"/>
                  </a:xfrm>
                  <a:custGeom>
                    <a:avLst/>
                    <a:gdLst>
                      <a:gd name="T0" fmla="*/ 0 w 946"/>
                      <a:gd name="T1" fmla="*/ 0 h 947"/>
                      <a:gd name="T2" fmla="*/ 0 w 946"/>
                      <a:gd name="T3" fmla="*/ 0 h 947"/>
                      <a:gd name="T4" fmla="*/ 0 w 946"/>
                      <a:gd name="T5" fmla="*/ 0 h 947"/>
                      <a:gd name="T6" fmla="*/ 0 w 946"/>
                      <a:gd name="T7" fmla="*/ 0 h 947"/>
                      <a:gd name="T8" fmla="*/ 0 w 946"/>
                      <a:gd name="T9" fmla="*/ 0 h 947"/>
                      <a:gd name="T10" fmla="*/ 0 w 946"/>
                      <a:gd name="T11" fmla="*/ 0 h 947"/>
                      <a:gd name="T12" fmla="*/ 0 w 946"/>
                      <a:gd name="T13" fmla="*/ 0 h 947"/>
                      <a:gd name="T14" fmla="*/ 0 w 946"/>
                      <a:gd name="T15" fmla="*/ 0 h 947"/>
                      <a:gd name="T16" fmla="*/ 0 w 946"/>
                      <a:gd name="T17" fmla="*/ 0 h 947"/>
                      <a:gd name="T18" fmla="*/ 0 w 946"/>
                      <a:gd name="T19" fmla="*/ 0 h 947"/>
                      <a:gd name="T20" fmla="*/ 0 w 946"/>
                      <a:gd name="T21" fmla="*/ 0 h 947"/>
                      <a:gd name="T22" fmla="*/ 0 w 946"/>
                      <a:gd name="T23" fmla="*/ 0 h 947"/>
                      <a:gd name="T24" fmla="*/ 0 w 946"/>
                      <a:gd name="T25" fmla="*/ 0 h 947"/>
                      <a:gd name="T26" fmla="*/ 0 w 946"/>
                      <a:gd name="T27" fmla="*/ 0 h 947"/>
                      <a:gd name="T28" fmla="*/ 0 w 946"/>
                      <a:gd name="T29" fmla="*/ 0 h 947"/>
                      <a:gd name="T30" fmla="*/ 0 w 946"/>
                      <a:gd name="T31" fmla="*/ 0 h 947"/>
                      <a:gd name="T32" fmla="*/ 0 w 946"/>
                      <a:gd name="T33" fmla="*/ 0 h 947"/>
                      <a:gd name="T34" fmla="*/ 0 w 946"/>
                      <a:gd name="T35" fmla="*/ 0 h 947"/>
                      <a:gd name="T36" fmla="*/ 0 w 946"/>
                      <a:gd name="T37" fmla="*/ 0 h 947"/>
                      <a:gd name="T38" fmla="*/ 0 w 946"/>
                      <a:gd name="T39" fmla="*/ 0 h 947"/>
                      <a:gd name="T40" fmla="*/ 0 w 946"/>
                      <a:gd name="T41" fmla="*/ 0 h 947"/>
                      <a:gd name="T42" fmla="*/ 0 w 946"/>
                      <a:gd name="T43" fmla="*/ 0 h 947"/>
                      <a:gd name="T44" fmla="*/ 0 w 946"/>
                      <a:gd name="T45" fmla="*/ 0 h 947"/>
                      <a:gd name="T46" fmla="*/ 0 w 946"/>
                      <a:gd name="T47" fmla="*/ 0 h 947"/>
                      <a:gd name="T48" fmla="*/ 0 w 946"/>
                      <a:gd name="T49" fmla="*/ 0 h 947"/>
                      <a:gd name="T50" fmla="*/ 0 w 946"/>
                      <a:gd name="T51" fmla="*/ 0 h 947"/>
                      <a:gd name="T52" fmla="*/ 0 w 946"/>
                      <a:gd name="T53" fmla="*/ 0 h 947"/>
                      <a:gd name="T54" fmla="*/ 0 w 946"/>
                      <a:gd name="T55" fmla="*/ 0 h 947"/>
                      <a:gd name="T56" fmla="*/ 0 w 946"/>
                      <a:gd name="T57" fmla="*/ 0 h 947"/>
                      <a:gd name="T58" fmla="*/ 0 w 946"/>
                      <a:gd name="T59" fmla="*/ 0 h 947"/>
                      <a:gd name="T60" fmla="*/ 0 w 946"/>
                      <a:gd name="T61" fmla="*/ 0 h 947"/>
                      <a:gd name="T62" fmla="*/ 0 w 946"/>
                      <a:gd name="T63" fmla="*/ 0 h 947"/>
                      <a:gd name="T64" fmla="*/ 0 w 946"/>
                      <a:gd name="T65" fmla="*/ 0 h 947"/>
                      <a:gd name="T66" fmla="*/ 0 w 946"/>
                      <a:gd name="T67" fmla="*/ 0 h 947"/>
                      <a:gd name="T68" fmla="*/ 0 w 946"/>
                      <a:gd name="T69" fmla="*/ 0 h 947"/>
                      <a:gd name="T70" fmla="*/ 0 w 946"/>
                      <a:gd name="T71" fmla="*/ 0 h 947"/>
                      <a:gd name="T72" fmla="*/ 0 w 946"/>
                      <a:gd name="T73" fmla="*/ 0 h 947"/>
                      <a:gd name="T74" fmla="*/ 0 w 946"/>
                      <a:gd name="T75" fmla="*/ 0 h 947"/>
                      <a:gd name="T76" fmla="*/ 0 w 946"/>
                      <a:gd name="T77" fmla="*/ 0 h 947"/>
                      <a:gd name="T78" fmla="*/ 0 w 946"/>
                      <a:gd name="T79" fmla="*/ 0 h 947"/>
                      <a:gd name="T80" fmla="*/ 0 w 946"/>
                      <a:gd name="T81" fmla="*/ 0 h 947"/>
                      <a:gd name="T82" fmla="*/ 0 w 946"/>
                      <a:gd name="T83" fmla="*/ 0 h 947"/>
                      <a:gd name="T84" fmla="*/ 0 w 946"/>
                      <a:gd name="T85" fmla="*/ 0 h 94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6"/>
                      <a:gd name="T130" fmla="*/ 0 h 947"/>
                      <a:gd name="T131" fmla="*/ 946 w 946"/>
                      <a:gd name="T132" fmla="*/ 947 h 94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6" h="947">
                        <a:moveTo>
                          <a:pt x="473" y="0"/>
                        </a:moveTo>
                        <a:lnTo>
                          <a:pt x="498" y="1"/>
                        </a:lnTo>
                        <a:lnTo>
                          <a:pt x="521" y="3"/>
                        </a:lnTo>
                        <a:lnTo>
                          <a:pt x="545" y="6"/>
                        </a:lnTo>
                        <a:lnTo>
                          <a:pt x="568" y="10"/>
                        </a:lnTo>
                        <a:lnTo>
                          <a:pt x="592" y="15"/>
                        </a:lnTo>
                        <a:lnTo>
                          <a:pt x="614" y="22"/>
                        </a:lnTo>
                        <a:lnTo>
                          <a:pt x="635" y="29"/>
                        </a:lnTo>
                        <a:lnTo>
                          <a:pt x="658" y="38"/>
                        </a:lnTo>
                        <a:lnTo>
                          <a:pt x="678" y="47"/>
                        </a:lnTo>
                        <a:lnTo>
                          <a:pt x="698" y="58"/>
                        </a:lnTo>
                        <a:lnTo>
                          <a:pt x="718" y="70"/>
                        </a:lnTo>
                        <a:lnTo>
                          <a:pt x="738" y="81"/>
                        </a:lnTo>
                        <a:lnTo>
                          <a:pt x="756" y="95"/>
                        </a:lnTo>
                        <a:lnTo>
                          <a:pt x="774" y="109"/>
                        </a:lnTo>
                        <a:lnTo>
                          <a:pt x="791" y="124"/>
                        </a:lnTo>
                        <a:lnTo>
                          <a:pt x="808" y="139"/>
                        </a:lnTo>
                        <a:lnTo>
                          <a:pt x="823" y="156"/>
                        </a:lnTo>
                        <a:lnTo>
                          <a:pt x="838" y="173"/>
                        </a:lnTo>
                        <a:lnTo>
                          <a:pt x="853" y="191"/>
                        </a:lnTo>
                        <a:lnTo>
                          <a:pt x="865" y="209"/>
                        </a:lnTo>
                        <a:lnTo>
                          <a:pt x="878" y="228"/>
                        </a:lnTo>
                        <a:lnTo>
                          <a:pt x="889" y="249"/>
                        </a:lnTo>
                        <a:lnTo>
                          <a:pt x="899" y="269"/>
                        </a:lnTo>
                        <a:lnTo>
                          <a:pt x="909" y="290"/>
                        </a:lnTo>
                        <a:lnTo>
                          <a:pt x="918" y="312"/>
                        </a:lnTo>
                        <a:lnTo>
                          <a:pt x="925" y="333"/>
                        </a:lnTo>
                        <a:lnTo>
                          <a:pt x="931" y="355"/>
                        </a:lnTo>
                        <a:lnTo>
                          <a:pt x="937" y="379"/>
                        </a:lnTo>
                        <a:lnTo>
                          <a:pt x="941" y="402"/>
                        </a:lnTo>
                        <a:lnTo>
                          <a:pt x="944" y="426"/>
                        </a:lnTo>
                        <a:lnTo>
                          <a:pt x="945" y="449"/>
                        </a:lnTo>
                        <a:lnTo>
                          <a:pt x="946" y="474"/>
                        </a:lnTo>
                        <a:lnTo>
                          <a:pt x="945" y="498"/>
                        </a:lnTo>
                        <a:lnTo>
                          <a:pt x="944" y="521"/>
                        </a:lnTo>
                        <a:lnTo>
                          <a:pt x="941" y="546"/>
                        </a:lnTo>
                        <a:lnTo>
                          <a:pt x="937" y="568"/>
                        </a:lnTo>
                        <a:lnTo>
                          <a:pt x="931" y="592"/>
                        </a:lnTo>
                        <a:lnTo>
                          <a:pt x="925" y="614"/>
                        </a:lnTo>
                        <a:lnTo>
                          <a:pt x="918" y="637"/>
                        </a:lnTo>
                        <a:lnTo>
                          <a:pt x="909" y="658"/>
                        </a:lnTo>
                        <a:lnTo>
                          <a:pt x="899" y="678"/>
                        </a:lnTo>
                        <a:lnTo>
                          <a:pt x="889" y="699"/>
                        </a:lnTo>
                        <a:lnTo>
                          <a:pt x="878" y="719"/>
                        </a:lnTo>
                        <a:lnTo>
                          <a:pt x="865" y="738"/>
                        </a:lnTo>
                        <a:lnTo>
                          <a:pt x="853" y="757"/>
                        </a:lnTo>
                        <a:lnTo>
                          <a:pt x="838" y="774"/>
                        </a:lnTo>
                        <a:lnTo>
                          <a:pt x="823" y="791"/>
                        </a:lnTo>
                        <a:lnTo>
                          <a:pt x="808" y="808"/>
                        </a:lnTo>
                        <a:lnTo>
                          <a:pt x="791" y="824"/>
                        </a:lnTo>
                        <a:lnTo>
                          <a:pt x="774" y="839"/>
                        </a:lnTo>
                        <a:lnTo>
                          <a:pt x="756" y="853"/>
                        </a:lnTo>
                        <a:lnTo>
                          <a:pt x="738" y="866"/>
                        </a:lnTo>
                        <a:lnTo>
                          <a:pt x="718" y="878"/>
                        </a:lnTo>
                        <a:lnTo>
                          <a:pt x="698" y="889"/>
                        </a:lnTo>
                        <a:lnTo>
                          <a:pt x="678" y="900"/>
                        </a:lnTo>
                        <a:lnTo>
                          <a:pt x="658" y="909"/>
                        </a:lnTo>
                        <a:lnTo>
                          <a:pt x="635" y="918"/>
                        </a:lnTo>
                        <a:lnTo>
                          <a:pt x="614" y="925"/>
                        </a:lnTo>
                        <a:lnTo>
                          <a:pt x="592" y="932"/>
                        </a:lnTo>
                        <a:lnTo>
                          <a:pt x="568" y="937"/>
                        </a:lnTo>
                        <a:lnTo>
                          <a:pt x="545" y="941"/>
                        </a:lnTo>
                        <a:lnTo>
                          <a:pt x="521" y="945"/>
                        </a:lnTo>
                        <a:lnTo>
                          <a:pt x="498" y="947"/>
                        </a:lnTo>
                        <a:lnTo>
                          <a:pt x="473" y="947"/>
                        </a:lnTo>
                        <a:lnTo>
                          <a:pt x="449" y="947"/>
                        </a:lnTo>
                        <a:lnTo>
                          <a:pt x="425" y="945"/>
                        </a:lnTo>
                        <a:lnTo>
                          <a:pt x="402" y="941"/>
                        </a:lnTo>
                        <a:lnTo>
                          <a:pt x="378" y="937"/>
                        </a:lnTo>
                        <a:lnTo>
                          <a:pt x="355" y="932"/>
                        </a:lnTo>
                        <a:lnTo>
                          <a:pt x="333" y="925"/>
                        </a:lnTo>
                        <a:lnTo>
                          <a:pt x="311" y="918"/>
                        </a:lnTo>
                        <a:lnTo>
                          <a:pt x="289" y="909"/>
                        </a:lnTo>
                        <a:lnTo>
                          <a:pt x="269" y="900"/>
                        </a:lnTo>
                        <a:lnTo>
                          <a:pt x="249" y="889"/>
                        </a:lnTo>
                        <a:lnTo>
                          <a:pt x="228" y="878"/>
                        </a:lnTo>
                        <a:lnTo>
                          <a:pt x="209" y="866"/>
                        </a:lnTo>
                        <a:lnTo>
                          <a:pt x="191" y="853"/>
                        </a:lnTo>
                        <a:lnTo>
                          <a:pt x="173" y="839"/>
                        </a:lnTo>
                        <a:lnTo>
                          <a:pt x="156" y="824"/>
                        </a:lnTo>
                        <a:lnTo>
                          <a:pt x="139" y="808"/>
                        </a:lnTo>
                        <a:lnTo>
                          <a:pt x="124" y="791"/>
                        </a:lnTo>
                        <a:lnTo>
                          <a:pt x="109" y="774"/>
                        </a:lnTo>
                        <a:lnTo>
                          <a:pt x="94" y="757"/>
                        </a:lnTo>
                        <a:lnTo>
                          <a:pt x="81" y="738"/>
                        </a:lnTo>
                        <a:lnTo>
                          <a:pt x="68" y="719"/>
                        </a:lnTo>
                        <a:lnTo>
                          <a:pt x="58" y="699"/>
                        </a:lnTo>
                        <a:lnTo>
                          <a:pt x="47" y="678"/>
                        </a:lnTo>
                        <a:lnTo>
                          <a:pt x="38" y="658"/>
                        </a:lnTo>
                        <a:lnTo>
                          <a:pt x="29" y="637"/>
                        </a:lnTo>
                        <a:lnTo>
                          <a:pt x="22" y="614"/>
                        </a:lnTo>
                        <a:lnTo>
                          <a:pt x="15" y="592"/>
                        </a:lnTo>
                        <a:lnTo>
                          <a:pt x="10" y="568"/>
                        </a:lnTo>
                        <a:lnTo>
                          <a:pt x="6" y="546"/>
                        </a:lnTo>
                        <a:lnTo>
                          <a:pt x="2" y="521"/>
                        </a:lnTo>
                        <a:lnTo>
                          <a:pt x="1" y="498"/>
                        </a:lnTo>
                        <a:lnTo>
                          <a:pt x="0" y="474"/>
                        </a:lnTo>
                        <a:lnTo>
                          <a:pt x="1" y="449"/>
                        </a:lnTo>
                        <a:lnTo>
                          <a:pt x="2" y="426"/>
                        </a:lnTo>
                        <a:lnTo>
                          <a:pt x="6" y="402"/>
                        </a:lnTo>
                        <a:lnTo>
                          <a:pt x="10" y="379"/>
                        </a:lnTo>
                        <a:lnTo>
                          <a:pt x="15" y="355"/>
                        </a:lnTo>
                        <a:lnTo>
                          <a:pt x="22" y="333"/>
                        </a:lnTo>
                        <a:lnTo>
                          <a:pt x="29" y="312"/>
                        </a:lnTo>
                        <a:lnTo>
                          <a:pt x="38" y="290"/>
                        </a:lnTo>
                        <a:lnTo>
                          <a:pt x="47" y="269"/>
                        </a:lnTo>
                        <a:lnTo>
                          <a:pt x="58" y="249"/>
                        </a:lnTo>
                        <a:lnTo>
                          <a:pt x="68" y="228"/>
                        </a:lnTo>
                        <a:lnTo>
                          <a:pt x="81" y="209"/>
                        </a:lnTo>
                        <a:lnTo>
                          <a:pt x="94" y="191"/>
                        </a:lnTo>
                        <a:lnTo>
                          <a:pt x="109" y="173"/>
                        </a:lnTo>
                        <a:lnTo>
                          <a:pt x="124" y="156"/>
                        </a:lnTo>
                        <a:lnTo>
                          <a:pt x="139" y="139"/>
                        </a:lnTo>
                        <a:lnTo>
                          <a:pt x="156" y="124"/>
                        </a:lnTo>
                        <a:lnTo>
                          <a:pt x="173" y="109"/>
                        </a:lnTo>
                        <a:lnTo>
                          <a:pt x="191" y="95"/>
                        </a:lnTo>
                        <a:lnTo>
                          <a:pt x="209" y="81"/>
                        </a:lnTo>
                        <a:lnTo>
                          <a:pt x="228" y="70"/>
                        </a:lnTo>
                        <a:lnTo>
                          <a:pt x="249" y="58"/>
                        </a:lnTo>
                        <a:lnTo>
                          <a:pt x="269" y="47"/>
                        </a:lnTo>
                        <a:lnTo>
                          <a:pt x="289" y="38"/>
                        </a:lnTo>
                        <a:lnTo>
                          <a:pt x="311" y="29"/>
                        </a:lnTo>
                        <a:lnTo>
                          <a:pt x="333" y="22"/>
                        </a:lnTo>
                        <a:lnTo>
                          <a:pt x="355" y="15"/>
                        </a:lnTo>
                        <a:lnTo>
                          <a:pt x="378" y="10"/>
                        </a:lnTo>
                        <a:lnTo>
                          <a:pt x="402" y="6"/>
                        </a:lnTo>
                        <a:lnTo>
                          <a:pt x="425" y="3"/>
                        </a:lnTo>
                        <a:lnTo>
                          <a:pt x="449" y="1"/>
                        </a:lnTo>
                        <a:lnTo>
                          <a:pt x="473" y="0"/>
                        </a:lnTo>
                        <a:close/>
                      </a:path>
                    </a:pathLst>
                  </a:custGeom>
                  <a:solidFill>
                    <a:srgbClr val="DC2B19"/>
                  </a:solidFill>
                  <a:ln>
                    <a:noFill/>
                  </a:ln>
                </p:spPr>
                <p:txBody>
                  <a:bodyPr/>
                  <a:lstStyle/>
                  <a:p>
                    <a:pPr>
                      <a:defRPr/>
                    </a:pPr>
                    <a:endParaRPr lang="en-US" sz="1050">
                      <a:latin typeface="+mj-lt"/>
                    </a:endParaRPr>
                  </a:p>
                </p:txBody>
              </p:sp>
              <p:sp>
                <p:nvSpPr>
                  <p:cNvPr id="41460" name="Freeform 597">
                    <a:extLst>
                      <a:ext uri="{FF2B5EF4-FFF2-40B4-BE49-F238E27FC236}">
                        <a16:creationId xmlns="" xmlns:a16="http://schemas.microsoft.com/office/drawing/2014/main" id="{BD72ACA2-41E7-D6A8-CF25-4A44020E447D}"/>
                      </a:ext>
                    </a:extLst>
                  </p:cNvPr>
                  <p:cNvSpPr>
                    <a:spLocks/>
                  </p:cNvSpPr>
                  <p:nvPr/>
                </p:nvSpPr>
                <p:spPr bwMode="auto">
                  <a:xfrm>
                    <a:off x="1736" y="2522"/>
                    <a:ext cx="24" cy="15"/>
                  </a:xfrm>
                  <a:custGeom>
                    <a:avLst/>
                    <a:gdLst>
                      <a:gd name="T0" fmla="*/ 0 w 578"/>
                      <a:gd name="T1" fmla="*/ 0 h 578"/>
                      <a:gd name="T2" fmla="*/ 0 w 578"/>
                      <a:gd name="T3" fmla="*/ 0 h 578"/>
                      <a:gd name="T4" fmla="*/ 0 w 578"/>
                      <a:gd name="T5" fmla="*/ 0 h 578"/>
                      <a:gd name="T6" fmla="*/ 0 w 578"/>
                      <a:gd name="T7" fmla="*/ 0 h 578"/>
                      <a:gd name="T8" fmla="*/ 0 w 578"/>
                      <a:gd name="T9" fmla="*/ 0 h 578"/>
                      <a:gd name="T10" fmla="*/ 0 w 578"/>
                      <a:gd name="T11" fmla="*/ 0 h 578"/>
                      <a:gd name="T12" fmla="*/ 0 w 578"/>
                      <a:gd name="T13" fmla="*/ 0 h 578"/>
                      <a:gd name="T14" fmla="*/ 0 w 578"/>
                      <a:gd name="T15" fmla="*/ 0 h 578"/>
                      <a:gd name="T16" fmla="*/ 0 w 578"/>
                      <a:gd name="T17" fmla="*/ 0 h 578"/>
                      <a:gd name="T18" fmla="*/ 0 w 578"/>
                      <a:gd name="T19" fmla="*/ 0 h 578"/>
                      <a:gd name="T20" fmla="*/ 0 w 578"/>
                      <a:gd name="T21" fmla="*/ 0 h 578"/>
                      <a:gd name="T22" fmla="*/ 0 w 578"/>
                      <a:gd name="T23" fmla="*/ 0 h 578"/>
                      <a:gd name="T24" fmla="*/ 0 w 578"/>
                      <a:gd name="T25" fmla="*/ 0 h 578"/>
                      <a:gd name="T26" fmla="*/ 0 w 578"/>
                      <a:gd name="T27" fmla="*/ 0 h 578"/>
                      <a:gd name="T28" fmla="*/ 0 w 578"/>
                      <a:gd name="T29" fmla="*/ 0 h 578"/>
                      <a:gd name="T30" fmla="*/ 0 w 578"/>
                      <a:gd name="T31" fmla="*/ 0 h 578"/>
                      <a:gd name="T32" fmla="*/ 0 w 578"/>
                      <a:gd name="T33" fmla="*/ 0 h 578"/>
                      <a:gd name="T34" fmla="*/ 0 w 578"/>
                      <a:gd name="T35" fmla="*/ 0 h 578"/>
                      <a:gd name="T36" fmla="*/ 0 w 578"/>
                      <a:gd name="T37" fmla="*/ 0 h 578"/>
                      <a:gd name="T38" fmla="*/ 0 w 578"/>
                      <a:gd name="T39" fmla="*/ 0 h 578"/>
                      <a:gd name="T40" fmla="*/ 0 w 578"/>
                      <a:gd name="T41" fmla="*/ 0 h 578"/>
                      <a:gd name="T42" fmla="*/ 0 w 578"/>
                      <a:gd name="T43" fmla="*/ 0 h 578"/>
                      <a:gd name="T44" fmla="*/ 0 w 578"/>
                      <a:gd name="T45" fmla="*/ 0 h 578"/>
                      <a:gd name="T46" fmla="*/ 0 w 578"/>
                      <a:gd name="T47" fmla="*/ 0 h 578"/>
                      <a:gd name="T48" fmla="*/ 0 w 578"/>
                      <a:gd name="T49" fmla="*/ 0 h 578"/>
                      <a:gd name="T50" fmla="*/ 0 w 578"/>
                      <a:gd name="T51" fmla="*/ 0 h 578"/>
                      <a:gd name="T52" fmla="*/ 0 w 578"/>
                      <a:gd name="T53" fmla="*/ 0 h 578"/>
                      <a:gd name="T54" fmla="*/ 0 w 578"/>
                      <a:gd name="T55" fmla="*/ 0 h 578"/>
                      <a:gd name="T56" fmla="*/ 0 w 578"/>
                      <a:gd name="T57" fmla="*/ 0 h 578"/>
                      <a:gd name="T58" fmla="*/ 0 w 578"/>
                      <a:gd name="T59" fmla="*/ 0 h 578"/>
                      <a:gd name="T60" fmla="*/ 0 w 578"/>
                      <a:gd name="T61" fmla="*/ 0 h 578"/>
                      <a:gd name="T62" fmla="*/ 0 w 578"/>
                      <a:gd name="T63" fmla="*/ 0 h 578"/>
                      <a:gd name="T64" fmla="*/ 0 w 578"/>
                      <a:gd name="T65" fmla="*/ 0 h 578"/>
                      <a:gd name="T66" fmla="*/ 0 w 578"/>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8"/>
                      <a:gd name="T104" fmla="*/ 578 w 578"/>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8">
                        <a:moveTo>
                          <a:pt x="578" y="578"/>
                        </a:moveTo>
                        <a:lnTo>
                          <a:pt x="578" y="578"/>
                        </a:lnTo>
                        <a:lnTo>
                          <a:pt x="577" y="548"/>
                        </a:lnTo>
                        <a:lnTo>
                          <a:pt x="575" y="519"/>
                        </a:lnTo>
                        <a:lnTo>
                          <a:pt x="570" y="490"/>
                        </a:lnTo>
                        <a:lnTo>
                          <a:pt x="565" y="461"/>
                        </a:lnTo>
                        <a:lnTo>
                          <a:pt x="559" y="434"/>
                        </a:lnTo>
                        <a:lnTo>
                          <a:pt x="551" y="406"/>
                        </a:lnTo>
                        <a:lnTo>
                          <a:pt x="543" y="379"/>
                        </a:lnTo>
                        <a:lnTo>
                          <a:pt x="532" y="353"/>
                        </a:lnTo>
                        <a:lnTo>
                          <a:pt x="520" y="328"/>
                        </a:lnTo>
                        <a:lnTo>
                          <a:pt x="507" y="303"/>
                        </a:lnTo>
                        <a:lnTo>
                          <a:pt x="494" y="279"/>
                        </a:lnTo>
                        <a:lnTo>
                          <a:pt x="479" y="256"/>
                        </a:lnTo>
                        <a:lnTo>
                          <a:pt x="462" y="232"/>
                        </a:lnTo>
                        <a:lnTo>
                          <a:pt x="446" y="211"/>
                        </a:lnTo>
                        <a:lnTo>
                          <a:pt x="428" y="190"/>
                        </a:lnTo>
                        <a:lnTo>
                          <a:pt x="408" y="170"/>
                        </a:lnTo>
                        <a:lnTo>
                          <a:pt x="388" y="151"/>
                        </a:lnTo>
                        <a:lnTo>
                          <a:pt x="367" y="133"/>
                        </a:lnTo>
                        <a:lnTo>
                          <a:pt x="345" y="116"/>
                        </a:lnTo>
                        <a:lnTo>
                          <a:pt x="323" y="99"/>
                        </a:lnTo>
                        <a:lnTo>
                          <a:pt x="299" y="84"/>
                        </a:lnTo>
                        <a:lnTo>
                          <a:pt x="275" y="70"/>
                        </a:lnTo>
                        <a:lnTo>
                          <a:pt x="251" y="58"/>
                        </a:lnTo>
                        <a:lnTo>
                          <a:pt x="225" y="46"/>
                        </a:lnTo>
                        <a:lnTo>
                          <a:pt x="198" y="36"/>
                        </a:lnTo>
                        <a:lnTo>
                          <a:pt x="172" y="27"/>
                        </a:lnTo>
                        <a:lnTo>
                          <a:pt x="144" y="19"/>
                        </a:lnTo>
                        <a:lnTo>
                          <a:pt x="116" y="13"/>
                        </a:lnTo>
                        <a:lnTo>
                          <a:pt x="88" y="7"/>
                        </a:lnTo>
                        <a:lnTo>
                          <a:pt x="59" y="4"/>
                        </a:lnTo>
                        <a:lnTo>
                          <a:pt x="30" y="1"/>
                        </a:lnTo>
                        <a:lnTo>
                          <a:pt x="0" y="0"/>
                        </a:lnTo>
                        <a:lnTo>
                          <a:pt x="0" y="209"/>
                        </a:lnTo>
                        <a:lnTo>
                          <a:pt x="19" y="209"/>
                        </a:lnTo>
                        <a:lnTo>
                          <a:pt x="38" y="210"/>
                        </a:lnTo>
                        <a:lnTo>
                          <a:pt x="57" y="213"/>
                        </a:lnTo>
                        <a:lnTo>
                          <a:pt x="75" y="216"/>
                        </a:lnTo>
                        <a:lnTo>
                          <a:pt x="92" y="219"/>
                        </a:lnTo>
                        <a:lnTo>
                          <a:pt x="110" y="225"/>
                        </a:lnTo>
                        <a:lnTo>
                          <a:pt x="127" y="231"/>
                        </a:lnTo>
                        <a:lnTo>
                          <a:pt x="143" y="238"/>
                        </a:lnTo>
                        <a:lnTo>
                          <a:pt x="160" y="245"/>
                        </a:lnTo>
                        <a:lnTo>
                          <a:pt x="176" y="253"/>
                        </a:lnTo>
                        <a:lnTo>
                          <a:pt x="192" y="262"/>
                        </a:lnTo>
                        <a:lnTo>
                          <a:pt x="206" y="272"/>
                        </a:lnTo>
                        <a:lnTo>
                          <a:pt x="221" y="281"/>
                        </a:lnTo>
                        <a:lnTo>
                          <a:pt x="235" y="293"/>
                        </a:lnTo>
                        <a:lnTo>
                          <a:pt x="249" y="305"/>
                        </a:lnTo>
                        <a:lnTo>
                          <a:pt x="261" y="316"/>
                        </a:lnTo>
                        <a:lnTo>
                          <a:pt x="273" y="330"/>
                        </a:lnTo>
                        <a:lnTo>
                          <a:pt x="285" y="343"/>
                        </a:lnTo>
                        <a:lnTo>
                          <a:pt x="296" y="357"/>
                        </a:lnTo>
                        <a:lnTo>
                          <a:pt x="306" y="372"/>
                        </a:lnTo>
                        <a:lnTo>
                          <a:pt x="316" y="387"/>
                        </a:lnTo>
                        <a:lnTo>
                          <a:pt x="325" y="402"/>
                        </a:lnTo>
                        <a:lnTo>
                          <a:pt x="333" y="418"/>
                        </a:lnTo>
                        <a:lnTo>
                          <a:pt x="340" y="435"/>
                        </a:lnTo>
                        <a:lnTo>
                          <a:pt x="347" y="451"/>
                        </a:lnTo>
                        <a:lnTo>
                          <a:pt x="353" y="468"/>
                        </a:lnTo>
                        <a:lnTo>
                          <a:pt x="358" y="486"/>
                        </a:lnTo>
                        <a:lnTo>
                          <a:pt x="363" y="503"/>
                        </a:lnTo>
                        <a:lnTo>
                          <a:pt x="365" y="521"/>
                        </a:lnTo>
                        <a:lnTo>
                          <a:pt x="368" y="540"/>
                        </a:lnTo>
                        <a:lnTo>
                          <a:pt x="369" y="558"/>
                        </a:lnTo>
                        <a:lnTo>
                          <a:pt x="369" y="578"/>
                        </a:lnTo>
                        <a:lnTo>
                          <a:pt x="578" y="578"/>
                        </a:lnTo>
                        <a:close/>
                      </a:path>
                    </a:pathLst>
                  </a:custGeom>
                  <a:solidFill>
                    <a:srgbClr val="EF2B2F"/>
                  </a:solidFill>
                  <a:ln>
                    <a:noFill/>
                  </a:ln>
                </p:spPr>
                <p:txBody>
                  <a:bodyPr/>
                  <a:lstStyle/>
                  <a:p>
                    <a:pPr>
                      <a:defRPr/>
                    </a:pPr>
                    <a:endParaRPr lang="en-US" sz="1050">
                      <a:latin typeface="+mj-lt"/>
                    </a:endParaRPr>
                  </a:p>
                </p:txBody>
              </p:sp>
              <p:sp>
                <p:nvSpPr>
                  <p:cNvPr id="41461" name="Freeform 598">
                    <a:extLst>
                      <a:ext uri="{FF2B5EF4-FFF2-40B4-BE49-F238E27FC236}">
                        <a16:creationId xmlns="" xmlns:a16="http://schemas.microsoft.com/office/drawing/2014/main" id="{945708F3-B71B-72E2-492A-CB697F481733}"/>
                      </a:ext>
                    </a:extLst>
                  </p:cNvPr>
                  <p:cNvSpPr>
                    <a:spLocks/>
                  </p:cNvSpPr>
                  <p:nvPr/>
                </p:nvSpPr>
                <p:spPr bwMode="auto">
                  <a:xfrm>
                    <a:off x="1736" y="2543"/>
                    <a:ext cx="24" cy="22"/>
                  </a:xfrm>
                  <a:custGeom>
                    <a:avLst/>
                    <a:gdLst>
                      <a:gd name="T0" fmla="*/ 0 w 578"/>
                      <a:gd name="T1" fmla="*/ 0 h 577"/>
                      <a:gd name="T2" fmla="*/ 0 w 578"/>
                      <a:gd name="T3" fmla="*/ 0 h 577"/>
                      <a:gd name="T4" fmla="*/ 0 w 578"/>
                      <a:gd name="T5" fmla="*/ 0 h 577"/>
                      <a:gd name="T6" fmla="*/ 0 w 578"/>
                      <a:gd name="T7" fmla="*/ 0 h 577"/>
                      <a:gd name="T8" fmla="*/ 0 w 578"/>
                      <a:gd name="T9" fmla="*/ 0 h 577"/>
                      <a:gd name="T10" fmla="*/ 0 w 578"/>
                      <a:gd name="T11" fmla="*/ 0 h 577"/>
                      <a:gd name="T12" fmla="*/ 0 w 578"/>
                      <a:gd name="T13" fmla="*/ 0 h 577"/>
                      <a:gd name="T14" fmla="*/ 0 w 578"/>
                      <a:gd name="T15" fmla="*/ 0 h 577"/>
                      <a:gd name="T16" fmla="*/ 0 w 578"/>
                      <a:gd name="T17" fmla="*/ 0 h 577"/>
                      <a:gd name="T18" fmla="*/ 0 w 578"/>
                      <a:gd name="T19" fmla="*/ 0 h 577"/>
                      <a:gd name="T20" fmla="*/ 0 w 578"/>
                      <a:gd name="T21" fmla="*/ 0 h 577"/>
                      <a:gd name="T22" fmla="*/ 0 w 578"/>
                      <a:gd name="T23" fmla="*/ 0 h 577"/>
                      <a:gd name="T24" fmla="*/ 0 w 578"/>
                      <a:gd name="T25" fmla="*/ 0 h 577"/>
                      <a:gd name="T26" fmla="*/ 0 w 578"/>
                      <a:gd name="T27" fmla="*/ 0 h 577"/>
                      <a:gd name="T28" fmla="*/ 0 w 578"/>
                      <a:gd name="T29" fmla="*/ 0 h 577"/>
                      <a:gd name="T30" fmla="*/ 0 w 578"/>
                      <a:gd name="T31" fmla="*/ 0 h 577"/>
                      <a:gd name="T32" fmla="*/ 0 w 578"/>
                      <a:gd name="T33" fmla="*/ 0 h 577"/>
                      <a:gd name="T34" fmla="*/ 0 w 578"/>
                      <a:gd name="T35" fmla="*/ 0 h 577"/>
                      <a:gd name="T36" fmla="*/ 0 w 578"/>
                      <a:gd name="T37" fmla="*/ 0 h 577"/>
                      <a:gd name="T38" fmla="*/ 0 w 578"/>
                      <a:gd name="T39" fmla="*/ 0 h 577"/>
                      <a:gd name="T40" fmla="*/ 0 w 578"/>
                      <a:gd name="T41" fmla="*/ 0 h 577"/>
                      <a:gd name="T42" fmla="*/ 0 w 578"/>
                      <a:gd name="T43" fmla="*/ 0 h 577"/>
                      <a:gd name="T44" fmla="*/ 0 w 578"/>
                      <a:gd name="T45" fmla="*/ 0 h 577"/>
                      <a:gd name="T46" fmla="*/ 0 w 578"/>
                      <a:gd name="T47" fmla="*/ 0 h 577"/>
                      <a:gd name="T48" fmla="*/ 0 w 578"/>
                      <a:gd name="T49" fmla="*/ 0 h 577"/>
                      <a:gd name="T50" fmla="*/ 0 w 578"/>
                      <a:gd name="T51" fmla="*/ 0 h 577"/>
                      <a:gd name="T52" fmla="*/ 0 w 578"/>
                      <a:gd name="T53" fmla="*/ 0 h 577"/>
                      <a:gd name="T54" fmla="*/ 0 w 578"/>
                      <a:gd name="T55" fmla="*/ 0 h 577"/>
                      <a:gd name="T56" fmla="*/ 0 w 578"/>
                      <a:gd name="T57" fmla="*/ 0 h 577"/>
                      <a:gd name="T58" fmla="*/ 0 w 578"/>
                      <a:gd name="T59" fmla="*/ 0 h 577"/>
                      <a:gd name="T60" fmla="*/ 0 w 578"/>
                      <a:gd name="T61" fmla="*/ 0 h 577"/>
                      <a:gd name="T62" fmla="*/ 0 w 578"/>
                      <a:gd name="T63" fmla="*/ 0 h 577"/>
                      <a:gd name="T64" fmla="*/ 0 w 578"/>
                      <a:gd name="T65" fmla="*/ 0 h 577"/>
                      <a:gd name="T66" fmla="*/ 0 w 578"/>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7"/>
                      <a:gd name="T104" fmla="*/ 578 w 578"/>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7">
                        <a:moveTo>
                          <a:pt x="0" y="577"/>
                        </a:moveTo>
                        <a:lnTo>
                          <a:pt x="0" y="577"/>
                        </a:lnTo>
                        <a:lnTo>
                          <a:pt x="29" y="576"/>
                        </a:lnTo>
                        <a:lnTo>
                          <a:pt x="59" y="574"/>
                        </a:lnTo>
                        <a:lnTo>
                          <a:pt x="88" y="571"/>
                        </a:lnTo>
                        <a:lnTo>
                          <a:pt x="116" y="565"/>
                        </a:lnTo>
                        <a:lnTo>
                          <a:pt x="144" y="558"/>
                        </a:lnTo>
                        <a:lnTo>
                          <a:pt x="172" y="550"/>
                        </a:lnTo>
                        <a:lnTo>
                          <a:pt x="198" y="542"/>
                        </a:lnTo>
                        <a:lnTo>
                          <a:pt x="225" y="531"/>
                        </a:lnTo>
                        <a:lnTo>
                          <a:pt x="251" y="520"/>
                        </a:lnTo>
                        <a:lnTo>
                          <a:pt x="275" y="507"/>
                        </a:lnTo>
                        <a:lnTo>
                          <a:pt x="300" y="493"/>
                        </a:lnTo>
                        <a:lnTo>
                          <a:pt x="323" y="478"/>
                        </a:lnTo>
                        <a:lnTo>
                          <a:pt x="345" y="462"/>
                        </a:lnTo>
                        <a:lnTo>
                          <a:pt x="367" y="445"/>
                        </a:lnTo>
                        <a:lnTo>
                          <a:pt x="388" y="427"/>
                        </a:lnTo>
                        <a:lnTo>
                          <a:pt x="408" y="408"/>
                        </a:lnTo>
                        <a:lnTo>
                          <a:pt x="428" y="387"/>
                        </a:lnTo>
                        <a:lnTo>
                          <a:pt x="446" y="366"/>
                        </a:lnTo>
                        <a:lnTo>
                          <a:pt x="462" y="345"/>
                        </a:lnTo>
                        <a:lnTo>
                          <a:pt x="479" y="322"/>
                        </a:lnTo>
                        <a:lnTo>
                          <a:pt x="494" y="299"/>
                        </a:lnTo>
                        <a:lnTo>
                          <a:pt x="507" y="274"/>
                        </a:lnTo>
                        <a:lnTo>
                          <a:pt x="520" y="250"/>
                        </a:lnTo>
                        <a:lnTo>
                          <a:pt x="532" y="224"/>
                        </a:lnTo>
                        <a:lnTo>
                          <a:pt x="543" y="198"/>
                        </a:lnTo>
                        <a:lnTo>
                          <a:pt x="551" y="171"/>
                        </a:lnTo>
                        <a:lnTo>
                          <a:pt x="559" y="143"/>
                        </a:lnTo>
                        <a:lnTo>
                          <a:pt x="565" y="116"/>
                        </a:lnTo>
                        <a:lnTo>
                          <a:pt x="570" y="87"/>
                        </a:lnTo>
                        <a:lnTo>
                          <a:pt x="575" y="58"/>
                        </a:lnTo>
                        <a:lnTo>
                          <a:pt x="577" y="29"/>
                        </a:lnTo>
                        <a:lnTo>
                          <a:pt x="578" y="0"/>
                        </a:lnTo>
                        <a:lnTo>
                          <a:pt x="369" y="0"/>
                        </a:lnTo>
                        <a:lnTo>
                          <a:pt x="369" y="19"/>
                        </a:lnTo>
                        <a:lnTo>
                          <a:pt x="368" y="38"/>
                        </a:lnTo>
                        <a:lnTo>
                          <a:pt x="365" y="56"/>
                        </a:lnTo>
                        <a:lnTo>
                          <a:pt x="363" y="74"/>
                        </a:lnTo>
                        <a:lnTo>
                          <a:pt x="358" y="91"/>
                        </a:lnTo>
                        <a:lnTo>
                          <a:pt x="353" y="109"/>
                        </a:lnTo>
                        <a:lnTo>
                          <a:pt x="347" y="126"/>
                        </a:lnTo>
                        <a:lnTo>
                          <a:pt x="340" y="143"/>
                        </a:lnTo>
                        <a:lnTo>
                          <a:pt x="333" y="159"/>
                        </a:lnTo>
                        <a:lnTo>
                          <a:pt x="325" y="175"/>
                        </a:lnTo>
                        <a:lnTo>
                          <a:pt x="316" y="190"/>
                        </a:lnTo>
                        <a:lnTo>
                          <a:pt x="306" y="206"/>
                        </a:lnTo>
                        <a:lnTo>
                          <a:pt x="296" y="220"/>
                        </a:lnTo>
                        <a:lnTo>
                          <a:pt x="285" y="234"/>
                        </a:lnTo>
                        <a:lnTo>
                          <a:pt x="273" y="248"/>
                        </a:lnTo>
                        <a:lnTo>
                          <a:pt x="261" y="261"/>
                        </a:lnTo>
                        <a:lnTo>
                          <a:pt x="249" y="272"/>
                        </a:lnTo>
                        <a:lnTo>
                          <a:pt x="235" y="284"/>
                        </a:lnTo>
                        <a:lnTo>
                          <a:pt x="221" y="296"/>
                        </a:lnTo>
                        <a:lnTo>
                          <a:pt x="206" y="305"/>
                        </a:lnTo>
                        <a:lnTo>
                          <a:pt x="191" y="316"/>
                        </a:lnTo>
                        <a:lnTo>
                          <a:pt x="176" y="325"/>
                        </a:lnTo>
                        <a:lnTo>
                          <a:pt x="160" y="333"/>
                        </a:lnTo>
                        <a:lnTo>
                          <a:pt x="143" y="339"/>
                        </a:lnTo>
                        <a:lnTo>
                          <a:pt x="127" y="347"/>
                        </a:lnTo>
                        <a:lnTo>
                          <a:pt x="110" y="352"/>
                        </a:lnTo>
                        <a:lnTo>
                          <a:pt x="93" y="358"/>
                        </a:lnTo>
                        <a:lnTo>
                          <a:pt x="75" y="362"/>
                        </a:lnTo>
                        <a:lnTo>
                          <a:pt x="57" y="364"/>
                        </a:lnTo>
                        <a:lnTo>
                          <a:pt x="39" y="367"/>
                        </a:lnTo>
                        <a:lnTo>
                          <a:pt x="19" y="368"/>
                        </a:lnTo>
                        <a:lnTo>
                          <a:pt x="0" y="368"/>
                        </a:lnTo>
                        <a:lnTo>
                          <a:pt x="0" y="577"/>
                        </a:lnTo>
                        <a:close/>
                      </a:path>
                    </a:pathLst>
                  </a:custGeom>
                  <a:solidFill>
                    <a:srgbClr val="EF2B2F"/>
                  </a:solidFill>
                  <a:ln>
                    <a:noFill/>
                  </a:ln>
                </p:spPr>
                <p:txBody>
                  <a:bodyPr/>
                  <a:lstStyle/>
                  <a:p>
                    <a:pPr>
                      <a:defRPr/>
                    </a:pPr>
                    <a:endParaRPr lang="en-US" sz="1050">
                      <a:latin typeface="+mj-lt"/>
                    </a:endParaRPr>
                  </a:p>
                </p:txBody>
              </p:sp>
              <p:sp>
                <p:nvSpPr>
                  <p:cNvPr id="41462" name="Freeform 599">
                    <a:extLst>
                      <a:ext uri="{FF2B5EF4-FFF2-40B4-BE49-F238E27FC236}">
                        <a16:creationId xmlns="" xmlns:a16="http://schemas.microsoft.com/office/drawing/2014/main" id="{F7D27FA3-44E5-A9EE-C66F-3255CB9BA90B}"/>
                      </a:ext>
                    </a:extLst>
                  </p:cNvPr>
                  <p:cNvSpPr>
                    <a:spLocks/>
                  </p:cNvSpPr>
                  <p:nvPr/>
                </p:nvSpPr>
                <p:spPr bwMode="auto">
                  <a:xfrm>
                    <a:off x="1712" y="2543"/>
                    <a:ext cx="24" cy="22"/>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0" y="0"/>
                        </a:moveTo>
                        <a:lnTo>
                          <a:pt x="0" y="0"/>
                        </a:lnTo>
                        <a:lnTo>
                          <a:pt x="1" y="29"/>
                        </a:lnTo>
                        <a:lnTo>
                          <a:pt x="3" y="58"/>
                        </a:lnTo>
                        <a:lnTo>
                          <a:pt x="7" y="87"/>
                        </a:lnTo>
                        <a:lnTo>
                          <a:pt x="13" y="116"/>
                        </a:lnTo>
                        <a:lnTo>
                          <a:pt x="19" y="143"/>
                        </a:lnTo>
                        <a:lnTo>
                          <a:pt x="26" y="171"/>
                        </a:lnTo>
                        <a:lnTo>
                          <a:pt x="35" y="198"/>
                        </a:lnTo>
                        <a:lnTo>
                          <a:pt x="46" y="224"/>
                        </a:lnTo>
                        <a:lnTo>
                          <a:pt x="57" y="250"/>
                        </a:lnTo>
                        <a:lnTo>
                          <a:pt x="70" y="274"/>
                        </a:lnTo>
                        <a:lnTo>
                          <a:pt x="84" y="299"/>
                        </a:lnTo>
                        <a:lnTo>
                          <a:pt x="99" y="322"/>
                        </a:lnTo>
                        <a:lnTo>
                          <a:pt x="115" y="345"/>
                        </a:lnTo>
                        <a:lnTo>
                          <a:pt x="132" y="366"/>
                        </a:lnTo>
                        <a:lnTo>
                          <a:pt x="150" y="387"/>
                        </a:lnTo>
                        <a:lnTo>
                          <a:pt x="169" y="408"/>
                        </a:lnTo>
                        <a:lnTo>
                          <a:pt x="190" y="427"/>
                        </a:lnTo>
                        <a:lnTo>
                          <a:pt x="211" y="445"/>
                        </a:lnTo>
                        <a:lnTo>
                          <a:pt x="232" y="462"/>
                        </a:lnTo>
                        <a:lnTo>
                          <a:pt x="254" y="478"/>
                        </a:lnTo>
                        <a:lnTo>
                          <a:pt x="278" y="493"/>
                        </a:lnTo>
                        <a:lnTo>
                          <a:pt x="302" y="507"/>
                        </a:lnTo>
                        <a:lnTo>
                          <a:pt x="327" y="520"/>
                        </a:lnTo>
                        <a:lnTo>
                          <a:pt x="353" y="531"/>
                        </a:lnTo>
                        <a:lnTo>
                          <a:pt x="379" y="542"/>
                        </a:lnTo>
                        <a:lnTo>
                          <a:pt x="407" y="550"/>
                        </a:lnTo>
                        <a:lnTo>
                          <a:pt x="433" y="558"/>
                        </a:lnTo>
                        <a:lnTo>
                          <a:pt x="461" y="565"/>
                        </a:lnTo>
                        <a:lnTo>
                          <a:pt x="490" y="571"/>
                        </a:lnTo>
                        <a:lnTo>
                          <a:pt x="519" y="574"/>
                        </a:lnTo>
                        <a:lnTo>
                          <a:pt x="549" y="576"/>
                        </a:lnTo>
                        <a:lnTo>
                          <a:pt x="577" y="577"/>
                        </a:lnTo>
                        <a:lnTo>
                          <a:pt x="577" y="368"/>
                        </a:lnTo>
                        <a:lnTo>
                          <a:pt x="558" y="368"/>
                        </a:lnTo>
                        <a:lnTo>
                          <a:pt x="539" y="367"/>
                        </a:lnTo>
                        <a:lnTo>
                          <a:pt x="521" y="364"/>
                        </a:lnTo>
                        <a:lnTo>
                          <a:pt x="503" y="362"/>
                        </a:lnTo>
                        <a:lnTo>
                          <a:pt x="485" y="358"/>
                        </a:lnTo>
                        <a:lnTo>
                          <a:pt x="468" y="352"/>
                        </a:lnTo>
                        <a:lnTo>
                          <a:pt x="451" y="347"/>
                        </a:lnTo>
                        <a:lnTo>
                          <a:pt x="435" y="339"/>
                        </a:lnTo>
                        <a:lnTo>
                          <a:pt x="417" y="333"/>
                        </a:lnTo>
                        <a:lnTo>
                          <a:pt x="402" y="325"/>
                        </a:lnTo>
                        <a:lnTo>
                          <a:pt x="387" y="316"/>
                        </a:lnTo>
                        <a:lnTo>
                          <a:pt x="372" y="305"/>
                        </a:lnTo>
                        <a:lnTo>
                          <a:pt x="357" y="296"/>
                        </a:lnTo>
                        <a:lnTo>
                          <a:pt x="343" y="284"/>
                        </a:lnTo>
                        <a:lnTo>
                          <a:pt x="329" y="272"/>
                        </a:lnTo>
                        <a:lnTo>
                          <a:pt x="316" y="261"/>
                        </a:lnTo>
                        <a:lnTo>
                          <a:pt x="305" y="248"/>
                        </a:lnTo>
                        <a:lnTo>
                          <a:pt x="293" y="234"/>
                        </a:lnTo>
                        <a:lnTo>
                          <a:pt x="282" y="220"/>
                        </a:lnTo>
                        <a:lnTo>
                          <a:pt x="272" y="206"/>
                        </a:lnTo>
                        <a:lnTo>
                          <a:pt x="262" y="190"/>
                        </a:lnTo>
                        <a:lnTo>
                          <a:pt x="252" y="175"/>
                        </a:lnTo>
                        <a:lnTo>
                          <a:pt x="245" y="159"/>
                        </a:lnTo>
                        <a:lnTo>
                          <a:pt x="237" y="143"/>
                        </a:lnTo>
                        <a:lnTo>
                          <a:pt x="231" y="126"/>
                        </a:lnTo>
                        <a:lnTo>
                          <a:pt x="225" y="109"/>
                        </a:lnTo>
                        <a:lnTo>
                          <a:pt x="219" y="92"/>
                        </a:lnTo>
                        <a:lnTo>
                          <a:pt x="215" y="74"/>
                        </a:lnTo>
                        <a:lnTo>
                          <a:pt x="213" y="56"/>
                        </a:lnTo>
                        <a:lnTo>
                          <a:pt x="210" y="38"/>
                        </a:lnTo>
                        <a:lnTo>
                          <a:pt x="209" y="19"/>
                        </a:lnTo>
                        <a:lnTo>
                          <a:pt x="209" y="0"/>
                        </a:lnTo>
                        <a:lnTo>
                          <a:pt x="0" y="0"/>
                        </a:lnTo>
                        <a:close/>
                      </a:path>
                    </a:pathLst>
                  </a:custGeom>
                  <a:solidFill>
                    <a:srgbClr val="EF2B2F"/>
                  </a:solidFill>
                  <a:ln>
                    <a:noFill/>
                  </a:ln>
                </p:spPr>
                <p:txBody>
                  <a:bodyPr/>
                  <a:lstStyle/>
                  <a:p>
                    <a:pPr>
                      <a:defRPr/>
                    </a:pPr>
                    <a:endParaRPr lang="en-US" sz="1050">
                      <a:latin typeface="+mj-lt"/>
                    </a:endParaRPr>
                  </a:p>
                </p:txBody>
              </p:sp>
              <p:sp>
                <p:nvSpPr>
                  <p:cNvPr id="41463" name="Freeform 600">
                    <a:extLst>
                      <a:ext uri="{FF2B5EF4-FFF2-40B4-BE49-F238E27FC236}">
                        <a16:creationId xmlns="" xmlns:a16="http://schemas.microsoft.com/office/drawing/2014/main" id="{6CD53091-58E2-1976-5793-7703F032C8DE}"/>
                      </a:ext>
                    </a:extLst>
                  </p:cNvPr>
                  <p:cNvSpPr>
                    <a:spLocks/>
                  </p:cNvSpPr>
                  <p:nvPr/>
                </p:nvSpPr>
                <p:spPr bwMode="auto">
                  <a:xfrm>
                    <a:off x="1712" y="2522"/>
                    <a:ext cx="24" cy="15"/>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577" y="0"/>
                        </a:moveTo>
                        <a:lnTo>
                          <a:pt x="577" y="0"/>
                        </a:lnTo>
                        <a:lnTo>
                          <a:pt x="547" y="1"/>
                        </a:lnTo>
                        <a:lnTo>
                          <a:pt x="519" y="4"/>
                        </a:lnTo>
                        <a:lnTo>
                          <a:pt x="490" y="7"/>
                        </a:lnTo>
                        <a:lnTo>
                          <a:pt x="461" y="13"/>
                        </a:lnTo>
                        <a:lnTo>
                          <a:pt x="433" y="19"/>
                        </a:lnTo>
                        <a:lnTo>
                          <a:pt x="406" y="27"/>
                        </a:lnTo>
                        <a:lnTo>
                          <a:pt x="379" y="36"/>
                        </a:lnTo>
                        <a:lnTo>
                          <a:pt x="353" y="46"/>
                        </a:lnTo>
                        <a:lnTo>
                          <a:pt x="327" y="58"/>
                        </a:lnTo>
                        <a:lnTo>
                          <a:pt x="302" y="70"/>
                        </a:lnTo>
                        <a:lnTo>
                          <a:pt x="278" y="84"/>
                        </a:lnTo>
                        <a:lnTo>
                          <a:pt x="254" y="99"/>
                        </a:lnTo>
                        <a:lnTo>
                          <a:pt x="232" y="116"/>
                        </a:lnTo>
                        <a:lnTo>
                          <a:pt x="211" y="133"/>
                        </a:lnTo>
                        <a:lnTo>
                          <a:pt x="190" y="151"/>
                        </a:lnTo>
                        <a:lnTo>
                          <a:pt x="169" y="169"/>
                        </a:lnTo>
                        <a:lnTo>
                          <a:pt x="150" y="190"/>
                        </a:lnTo>
                        <a:lnTo>
                          <a:pt x="132" y="211"/>
                        </a:lnTo>
                        <a:lnTo>
                          <a:pt x="115" y="232"/>
                        </a:lnTo>
                        <a:lnTo>
                          <a:pt x="99" y="256"/>
                        </a:lnTo>
                        <a:lnTo>
                          <a:pt x="84" y="279"/>
                        </a:lnTo>
                        <a:lnTo>
                          <a:pt x="70" y="303"/>
                        </a:lnTo>
                        <a:lnTo>
                          <a:pt x="57" y="328"/>
                        </a:lnTo>
                        <a:lnTo>
                          <a:pt x="46" y="353"/>
                        </a:lnTo>
                        <a:lnTo>
                          <a:pt x="35" y="379"/>
                        </a:lnTo>
                        <a:lnTo>
                          <a:pt x="26" y="406"/>
                        </a:lnTo>
                        <a:lnTo>
                          <a:pt x="19" y="434"/>
                        </a:lnTo>
                        <a:lnTo>
                          <a:pt x="13" y="461"/>
                        </a:lnTo>
                        <a:lnTo>
                          <a:pt x="7" y="490"/>
                        </a:lnTo>
                        <a:lnTo>
                          <a:pt x="3" y="519"/>
                        </a:lnTo>
                        <a:lnTo>
                          <a:pt x="1" y="549"/>
                        </a:lnTo>
                        <a:lnTo>
                          <a:pt x="0" y="578"/>
                        </a:lnTo>
                        <a:lnTo>
                          <a:pt x="209" y="578"/>
                        </a:lnTo>
                        <a:lnTo>
                          <a:pt x="209" y="558"/>
                        </a:lnTo>
                        <a:lnTo>
                          <a:pt x="210" y="539"/>
                        </a:lnTo>
                        <a:lnTo>
                          <a:pt x="213" y="521"/>
                        </a:lnTo>
                        <a:lnTo>
                          <a:pt x="215" y="503"/>
                        </a:lnTo>
                        <a:lnTo>
                          <a:pt x="219" y="485"/>
                        </a:lnTo>
                        <a:lnTo>
                          <a:pt x="225" y="468"/>
                        </a:lnTo>
                        <a:lnTo>
                          <a:pt x="231" y="451"/>
                        </a:lnTo>
                        <a:lnTo>
                          <a:pt x="237" y="435"/>
                        </a:lnTo>
                        <a:lnTo>
                          <a:pt x="245" y="418"/>
                        </a:lnTo>
                        <a:lnTo>
                          <a:pt x="252" y="402"/>
                        </a:lnTo>
                        <a:lnTo>
                          <a:pt x="262" y="387"/>
                        </a:lnTo>
                        <a:lnTo>
                          <a:pt x="272" y="372"/>
                        </a:lnTo>
                        <a:lnTo>
                          <a:pt x="282" y="357"/>
                        </a:lnTo>
                        <a:lnTo>
                          <a:pt x="293" y="343"/>
                        </a:lnTo>
                        <a:lnTo>
                          <a:pt x="305" y="330"/>
                        </a:lnTo>
                        <a:lnTo>
                          <a:pt x="316" y="318"/>
                        </a:lnTo>
                        <a:lnTo>
                          <a:pt x="329" y="305"/>
                        </a:lnTo>
                        <a:lnTo>
                          <a:pt x="343" y="293"/>
                        </a:lnTo>
                        <a:lnTo>
                          <a:pt x="357" y="281"/>
                        </a:lnTo>
                        <a:lnTo>
                          <a:pt x="372" y="272"/>
                        </a:lnTo>
                        <a:lnTo>
                          <a:pt x="387" y="262"/>
                        </a:lnTo>
                        <a:lnTo>
                          <a:pt x="402" y="253"/>
                        </a:lnTo>
                        <a:lnTo>
                          <a:pt x="417" y="245"/>
                        </a:lnTo>
                        <a:lnTo>
                          <a:pt x="435" y="238"/>
                        </a:lnTo>
                        <a:lnTo>
                          <a:pt x="451" y="231"/>
                        </a:lnTo>
                        <a:lnTo>
                          <a:pt x="468" y="225"/>
                        </a:lnTo>
                        <a:lnTo>
                          <a:pt x="486" y="219"/>
                        </a:lnTo>
                        <a:lnTo>
                          <a:pt x="503" y="216"/>
                        </a:lnTo>
                        <a:lnTo>
                          <a:pt x="521" y="213"/>
                        </a:lnTo>
                        <a:lnTo>
                          <a:pt x="540" y="210"/>
                        </a:lnTo>
                        <a:lnTo>
                          <a:pt x="558" y="209"/>
                        </a:lnTo>
                        <a:lnTo>
                          <a:pt x="577" y="209"/>
                        </a:lnTo>
                        <a:lnTo>
                          <a:pt x="577" y="0"/>
                        </a:lnTo>
                        <a:close/>
                      </a:path>
                    </a:pathLst>
                  </a:custGeom>
                  <a:solidFill>
                    <a:srgbClr val="EF2B2F"/>
                  </a:solidFill>
                  <a:ln>
                    <a:noFill/>
                  </a:ln>
                </p:spPr>
                <p:txBody>
                  <a:bodyPr/>
                  <a:lstStyle/>
                  <a:p>
                    <a:pPr>
                      <a:defRPr/>
                    </a:pPr>
                    <a:endParaRPr lang="en-US" sz="1050">
                      <a:latin typeface="+mj-lt"/>
                    </a:endParaRPr>
                  </a:p>
                </p:txBody>
              </p:sp>
              <p:sp>
                <p:nvSpPr>
                  <p:cNvPr id="41464" name="Freeform 601">
                    <a:extLst>
                      <a:ext uri="{FF2B5EF4-FFF2-40B4-BE49-F238E27FC236}">
                        <a16:creationId xmlns="" xmlns:a16="http://schemas.microsoft.com/office/drawing/2014/main" id="{D3EA0F2C-0C82-8977-F184-A0998F6C3606}"/>
                      </a:ext>
                    </a:extLst>
                  </p:cNvPr>
                  <p:cNvSpPr>
                    <a:spLocks/>
                  </p:cNvSpPr>
                  <p:nvPr/>
                </p:nvSpPr>
                <p:spPr bwMode="auto">
                  <a:xfrm>
                    <a:off x="1690" y="2553"/>
                    <a:ext cx="39" cy="36"/>
                  </a:xfrm>
                  <a:custGeom>
                    <a:avLst/>
                    <a:gdLst>
                      <a:gd name="T0" fmla="*/ 0 w 946"/>
                      <a:gd name="T1" fmla="*/ 0 h 946"/>
                      <a:gd name="T2" fmla="*/ 0 w 946"/>
                      <a:gd name="T3" fmla="*/ 0 h 946"/>
                      <a:gd name="T4" fmla="*/ 0 w 946"/>
                      <a:gd name="T5" fmla="*/ 0 h 946"/>
                      <a:gd name="T6" fmla="*/ 0 w 946"/>
                      <a:gd name="T7" fmla="*/ 0 h 946"/>
                      <a:gd name="T8" fmla="*/ 0 w 946"/>
                      <a:gd name="T9" fmla="*/ 0 h 946"/>
                      <a:gd name="T10" fmla="*/ 0 w 946"/>
                      <a:gd name="T11" fmla="*/ 0 h 946"/>
                      <a:gd name="T12" fmla="*/ 0 w 946"/>
                      <a:gd name="T13" fmla="*/ 0 h 946"/>
                      <a:gd name="T14" fmla="*/ 0 w 946"/>
                      <a:gd name="T15" fmla="*/ 0 h 946"/>
                      <a:gd name="T16" fmla="*/ 0 w 946"/>
                      <a:gd name="T17" fmla="*/ 0 h 946"/>
                      <a:gd name="T18" fmla="*/ 0 w 946"/>
                      <a:gd name="T19" fmla="*/ 0 h 946"/>
                      <a:gd name="T20" fmla="*/ 0 w 946"/>
                      <a:gd name="T21" fmla="*/ 0 h 946"/>
                      <a:gd name="T22" fmla="*/ 0 w 946"/>
                      <a:gd name="T23" fmla="*/ 0 h 946"/>
                      <a:gd name="T24" fmla="*/ 0 w 946"/>
                      <a:gd name="T25" fmla="*/ 0 h 946"/>
                      <a:gd name="T26" fmla="*/ 0 w 946"/>
                      <a:gd name="T27" fmla="*/ 0 h 946"/>
                      <a:gd name="T28" fmla="*/ 0 w 946"/>
                      <a:gd name="T29" fmla="*/ 0 h 946"/>
                      <a:gd name="T30" fmla="*/ 0 w 946"/>
                      <a:gd name="T31" fmla="*/ 0 h 946"/>
                      <a:gd name="T32" fmla="*/ 0 w 946"/>
                      <a:gd name="T33" fmla="*/ 0 h 946"/>
                      <a:gd name="T34" fmla="*/ 0 w 946"/>
                      <a:gd name="T35" fmla="*/ 0 h 946"/>
                      <a:gd name="T36" fmla="*/ 0 w 946"/>
                      <a:gd name="T37" fmla="*/ 0 h 946"/>
                      <a:gd name="T38" fmla="*/ 0 w 946"/>
                      <a:gd name="T39" fmla="*/ 0 h 946"/>
                      <a:gd name="T40" fmla="*/ 0 w 946"/>
                      <a:gd name="T41" fmla="*/ 0 h 946"/>
                      <a:gd name="T42" fmla="*/ 0 w 946"/>
                      <a:gd name="T43" fmla="*/ 0 h 946"/>
                      <a:gd name="T44" fmla="*/ 0 w 946"/>
                      <a:gd name="T45" fmla="*/ 0 h 946"/>
                      <a:gd name="T46" fmla="*/ 0 w 946"/>
                      <a:gd name="T47" fmla="*/ 0 h 946"/>
                      <a:gd name="T48" fmla="*/ 0 w 946"/>
                      <a:gd name="T49" fmla="*/ 0 h 946"/>
                      <a:gd name="T50" fmla="*/ 0 w 946"/>
                      <a:gd name="T51" fmla="*/ 0 h 946"/>
                      <a:gd name="T52" fmla="*/ 0 w 946"/>
                      <a:gd name="T53" fmla="*/ 0 h 946"/>
                      <a:gd name="T54" fmla="*/ 0 w 946"/>
                      <a:gd name="T55" fmla="*/ 0 h 946"/>
                      <a:gd name="T56" fmla="*/ 0 w 946"/>
                      <a:gd name="T57" fmla="*/ 0 h 946"/>
                      <a:gd name="T58" fmla="*/ 0 w 946"/>
                      <a:gd name="T59" fmla="*/ 0 h 946"/>
                      <a:gd name="T60" fmla="*/ 0 w 946"/>
                      <a:gd name="T61" fmla="*/ 0 h 946"/>
                      <a:gd name="T62" fmla="*/ 0 w 946"/>
                      <a:gd name="T63" fmla="*/ 0 h 946"/>
                      <a:gd name="T64" fmla="*/ 0 w 946"/>
                      <a:gd name="T65" fmla="*/ 0 h 946"/>
                      <a:gd name="T66" fmla="*/ 0 w 946"/>
                      <a:gd name="T67" fmla="*/ 0 h 946"/>
                      <a:gd name="T68" fmla="*/ 0 w 946"/>
                      <a:gd name="T69" fmla="*/ 0 h 946"/>
                      <a:gd name="T70" fmla="*/ 0 w 946"/>
                      <a:gd name="T71" fmla="*/ 0 h 946"/>
                      <a:gd name="T72" fmla="*/ 0 w 946"/>
                      <a:gd name="T73" fmla="*/ 0 h 946"/>
                      <a:gd name="T74" fmla="*/ 0 w 946"/>
                      <a:gd name="T75" fmla="*/ 0 h 946"/>
                      <a:gd name="T76" fmla="*/ 0 w 946"/>
                      <a:gd name="T77" fmla="*/ 0 h 946"/>
                      <a:gd name="T78" fmla="*/ 0 w 946"/>
                      <a:gd name="T79" fmla="*/ 0 h 946"/>
                      <a:gd name="T80" fmla="*/ 0 w 946"/>
                      <a:gd name="T81" fmla="*/ 0 h 946"/>
                      <a:gd name="T82" fmla="*/ 0 w 946"/>
                      <a:gd name="T83" fmla="*/ 0 h 946"/>
                      <a:gd name="T84" fmla="*/ 0 w 946"/>
                      <a:gd name="T85" fmla="*/ 0 h 94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6"/>
                      <a:gd name="T130" fmla="*/ 0 h 946"/>
                      <a:gd name="T131" fmla="*/ 946 w 946"/>
                      <a:gd name="T132" fmla="*/ 946 h 94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6" h="946">
                        <a:moveTo>
                          <a:pt x="473" y="0"/>
                        </a:moveTo>
                        <a:lnTo>
                          <a:pt x="498" y="0"/>
                        </a:lnTo>
                        <a:lnTo>
                          <a:pt x="522" y="2"/>
                        </a:lnTo>
                        <a:lnTo>
                          <a:pt x="546" y="5"/>
                        </a:lnTo>
                        <a:lnTo>
                          <a:pt x="569" y="9"/>
                        </a:lnTo>
                        <a:lnTo>
                          <a:pt x="591" y="14"/>
                        </a:lnTo>
                        <a:lnTo>
                          <a:pt x="614" y="21"/>
                        </a:lnTo>
                        <a:lnTo>
                          <a:pt x="636" y="28"/>
                        </a:lnTo>
                        <a:lnTo>
                          <a:pt x="657" y="37"/>
                        </a:lnTo>
                        <a:lnTo>
                          <a:pt x="678" y="46"/>
                        </a:lnTo>
                        <a:lnTo>
                          <a:pt x="699" y="57"/>
                        </a:lnTo>
                        <a:lnTo>
                          <a:pt x="718" y="68"/>
                        </a:lnTo>
                        <a:lnTo>
                          <a:pt x="737" y="81"/>
                        </a:lnTo>
                        <a:lnTo>
                          <a:pt x="756" y="93"/>
                        </a:lnTo>
                        <a:lnTo>
                          <a:pt x="774" y="108"/>
                        </a:lnTo>
                        <a:lnTo>
                          <a:pt x="791" y="122"/>
                        </a:lnTo>
                        <a:lnTo>
                          <a:pt x="808" y="138"/>
                        </a:lnTo>
                        <a:lnTo>
                          <a:pt x="824" y="155"/>
                        </a:lnTo>
                        <a:lnTo>
                          <a:pt x="838" y="172"/>
                        </a:lnTo>
                        <a:lnTo>
                          <a:pt x="852" y="190"/>
                        </a:lnTo>
                        <a:lnTo>
                          <a:pt x="865" y="208"/>
                        </a:lnTo>
                        <a:lnTo>
                          <a:pt x="878" y="228"/>
                        </a:lnTo>
                        <a:lnTo>
                          <a:pt x="889" y="248"/>
                        </a:lnTo>
                        <a:lnTo>
                          <a:pt x="899" y="268"/>
                        </a:lnTo>
                        <a:lnTo>
                          <a:pt x="909" y="288"/>
                        </a:lnTo>
                        <a:lnTo>
                          <a:pt x="917" y="310"/>
                        </a:lnTo>
                        <a:lnTo>
                          <a:pt x="925" y="332"/>
                        </a:lnTo>
                        <a:lnTo>
                          <a:pt x="931" y="354"/>
                        </a:lnTo>
                        <a:lnTo>
                          <a:pt x="937" y="378"/>
                        </a:lnTo>
                        <a:lnTo>
                          <a:pt x="941" y="400"/>
                        </a:lnTo>
                        <a:lnTo>
                          <a:pt x="944" y="425"/>
                        </a:lnTo>
                        <a:lnTo>
                          <a:pt x="946" y="448"/>
                        </a:lnTo>
                        <a:lnTo>
                          <a:pt x="946" y="473"/>
                        </a:lnTo>
                        <a:lnTo>
                          <a:pt x="946" y="497"/>
                        </a:lnTo>
                        <a:lnTo>
                          <a:pt x="944" y="521"/>
                        </a:lnTo>
                        <a:lnTo>
                          <a:pt x="941" y="544"/>
                        </a:lnTo>
                        <a:lnTo>
                          <a:pt x="937" y="568"/>
                        </a:lnTo>
                        <a:lnTo>
                          <a:pt x="931" y="591"/>
                        </a:lnTo>
                        <a:lnTo>
                          <a:pt x="925" y="613"/>
                        </a:lnTo>
                        <a:lnTo>
                          <a:pt x="917" y="635"/>
                        </a:lnTo>
                        <a:lnTo>
                          <a:pt x="909" y="656"/>
                        </a:lnTo>
                        <a:lnTo>
                          <a:pt x="899" y="677"/>
                        </a:lnTo>
                        <a:lnTo>
                          <a:pt x="889" y="698"/>
                        </a:lnTo>
                        <a:lnTo>
                          <a:pt x="878" y="718"/>
                        </a:lnTo>
                        <a:lnTo>
                          <a:pt x="865" y="737"/>
                        </a:lnTo>
                        <a:lnTo>
                          <a:pt x="852" y="755"/>
                        </a:lnTo>
                        <a:lnTo>
                          <a:pt x="838" y="773"/>
                        </a:lnTo>
                        <a:lnTo>
                          <a:pt x="824" y="790"/>
                        </a:lnTo>
                        <a:lnTo>
                          <a:pt x="808" y="807"/>
                        </a:lnTo>
                        <a:lnTo>
                          <a:pt x="791" y="822"/>
                        </a:lnTo>
                        <a:lnTo>
                          <a:pt x="774" y="837"/>
                        </a:lnTo>
                        <a:lnTo>
                          <a:pt x="756" y="852"/>
                        </a:lnTo>
                        <a:lnTo>
                          <a:pt x="737" y="865"/>
                        </a:lnTo>
                        <a:lnTo>
                          <a:pt x="718" y="878"/>
                        </a:lnTo>
                        <a:lnTo>
                          <a:pt x="699" y="888"/>
                        </a:lnTo>
                        <a:lnTo>
                          <a:pt x="678" y="899"/>
                        </a:lnTo>
                        <a:lnTo>
                          <a:pt x="657" y="909"/>
                        </a:lnTo>
                        <a:lnTo>
                          <a:pt x="636" y="917"/>
                        </a:lnTo>
                        <a:lnTo>
                          <a:pt x="614" y="925"/>
                        </a:lnTo>
                        <a:lnTo>
                          <a:pt x="591" y="931"/>
                        </a:lnTo>
                        <a:lnTo>
                          <a:pt x="569" y="936"/>
                        </a:lnTo>
                        <a:lnTo>
                          <a:pt x="546" y="940"/>
                        </a:lnTo>
                        <a:lnTo>
                          <a:pt x="522" y="944"/>
                        </a:lnTo>
                        <a:lnTo>
                          <a:pt x="498" y="945"/>
                        </a:lnTo>
                        <a:lnTo>
                          <a:pt x="473" y="946"/>
                        </a:lnTo>
                        <a:lnTo>
                          <a:pt x="449" y="945"/>
                        </a:lnTo>
                        <a:lnTo>
                          <a:pt x="425" y="944"/>
                        </a:lnTo>
                        <a:lnTo>
                          <a:pt x="402" y="940"/>
                        </a:lnTo>
                        <a:lnTo>
                          <a:pt x="378" y="936"/>
                        </a:lnTo>
                        <a:lnTo>
                          <a:pt x="355" y="931"/>
                        </a:lnTo>
                        <a:lnTo>
                          <a:pt x="332" y="925"/>
                        </a:lnTo>
                        <a:lnTo>
                          <a:pt x="311" y="917"/>
                        </a:lnTo>
                        <a:lnTo>
                          <a:pt x="290" y="909"/>
                        </a:lnTo>
                        <a:lnTo>
                          <a:pt x="269" y="899"/>
                        </a:lnTo>
                        <a:lnTo>
                          <a:pt x="248" y="888"/>
                        </a:lnTo>
                        <a:lnTo>
                          <a:pt x="228" y="878"/>
                        </a:lnTo>
                        <a:lnTo>
                          <a:pt x="209" y="865"/>
                        </a:lnTo>
                        <a:lnTo>
                          <a:pt x="191" y="852"/>
                        </a:lnTo>
                        <a:lnTo>
                          <a:pt x="173" y="837"/>
                        </a:lnTo>
                        <a:lnTo>
                          <a:pt x="156" y="822"/>
                        </a:lnTo>
                        <a:lnTo>
                          <a:pt x="140" y="807"/>
                        </a:lnTo>
                        <a:lnTo>
                          <a:pt x="124" y="790"/>
                        </a:lnTo>
                        <a:lnTo>
                          <a:pt x="109" y="773"/>
                        </a:lnTo>
                        <a:lnTo>
                          <a:pt x="95" y="755"/>
                        </a:lnTo>
                        <a:lnTo>
                          <a:pt x="81" y="737"/>
                        </a:lnTo>
                        <a:lnTo>
                          <a:pt x="69" y="718"/>
                        </a:lnTo>
                        <a:lnTo>
                          <a:pt x="58" y="698"/>
                        </a:lnTo>
                        <a:lnTo>
                          <a:pt x="47" y="677"/>
                        </a:lnTo>
                        <a:lnTo>
                          <a:pt x="37" y="656"/>
                        </a:lnTo>
                        <a:lnTo>
                          <a:pt x="29" y="635"/>
                        </a:lnTo>
                        <a:lnTo>
                          <a:pt x="21" y="613"/>
                        </a:lnTo>
                        <a:lnTo>
                          <a:pt x="15" y="591"/>
                        </a:lnTo>
                        <a:lnTo>
                          <a:pt x="10" y="568"/>
                        </a:lnTo>
                        <a:lnTo>
                          <a:pt x="5" y="544"/>
                        </a:lnTo>
                        <a:lnTo>
                          <a:pt x="2" y="521"/>
                        </a:lnTo>
                        <a:lnTo>
                          <a:pt x="1" y="497"/>
                        </a:lnTo>
                        <a:lnTo>
                          <a:pt x="0" y="473"/>
                        </a:lnTo>
                        <a:lnTo>
                          <a:pt x="1" y="448"/>
                        </a:lnTo>
                        <a:lnTo>
                          <a:pt x="2" y="425"/>
                        </a:lnTo>
                        <a:lnTo>
                          <a:pt x="5" y="400"/>
                        </a:lnTo>
                        <a:lnTo>
                          <a:pt x="10" y="378"/>
                        </a:lnTo>
                        <a:lnTo>
                          <a:pt x="15" y="354"/>
                        </a:lnTo>
                        <a:lnTo>
                          <a:pt x="21" y="332"/>
                        </a:lnTo>
                        <a:lnTo>
                          <a:pt x="29" y="310"/>
                        </a:lnTo>
                        <a:lnTo>
                          <a:pt x="37" y="288"/>
                        </a:lnTo>
                        <a:lnTo>
                          <a:pt x="47" y="268"/>
                        </a:lnTo>
                        <a:lnTo>
                          <a:pt x="58" y="248"/>
                        </a:lnTo>
                        <a:lnTo>
                          <a:pt x="69" y="228"/>
                        </a:lnTo>
                        <a:lnTo>
                          <a:pt x="81" y="208"/>
                        </a:lnTo>
                        <a:lnTo>
                          <a:pt x="95" y="190"/>
                        </a:lnTo>
                        <a:lnTo>
                          <a:pt x="109" y="172"/>
                        </a:lnTo>
                        <a:lnTo>
                          <a:pt x="124" y="155"/>
                        </a:lnTo>
                        <a:lnTo>
                          <a:pt x="140" y="138"/>
                        </a:lnTo>
                        <a:lnTo>
                          <a:pt x="156" y="122"/>
                        </a:lnTo>
                        <a:lnTo>
                          <a:pt x="173" y="108"/>
                        </a:lnTo>
                        <a:lnTo>
                          <a:pt x="191" y="93"/>
                        </a:lnTo>
                        <a:lnTo>
                          <a:pt x="209" y="81"/>
                        </a:lnTo>
                        <a:lnTo>
                          <a:pt x="228" y="68"/>
                        </a:lnTo>
                        <a:lnTo>
                          <a:pt x="248" y="57"/>
                        </a:lnTo>
                        <a:lnTo>
                          <a:pt x="269" y="46"/>
                        </a:lnTo>
                        <a:lnTo>
                          <a:pt x="290" y="37"/>
                        </a:lnTo>
                        <a:lnTo>
                          <a:pt x="311" y="28"/>
                        </a:lnTo>
                        <a:lnTo>
                          <a:pt x="332" y="21"/>
                        </a:lnTo>
                        <a:lnTo>
                          <a:pt x="355" y="14"/>
                        </a:lnTo>
                        <a:lnTo>
                          <a:pt x="378" y="9"/>
                        </a:lnTo>
                        <a:lnTo>
                          <a:pt x="402" y="5"/>
                        </a:lnTo>
                        <a:lnTo>
                          <a:pt x="425" y="2"/>
                        </a:lnTo>
                        <a:lnTo>
                          <a:pt x="449" y="0"/>
                        </a:lnTo>
                        <a:lnTo>
                          <a:pt x="473" y="0"/>
                        </a:lnTo>
                        <a:close/>
                      </a:path>
                    </a:pathLst>
                  </a:custGeom>
                  <a:solidFill>
                    <a:srgbClr val="DC2B19"/>
                  </a:solidFill>
                  <a:ln>
                    <a:noFill/>
                  </a:ln>
                </p:spPr>
                <p:txBody>
                  <a:bodyPr/>
                  <a:lstStyle/>
                  <a:p>
                    <a:pPr>
                      <a:defRPr/>
                    </a:pPr>
                    <a:endParaRPr lang="en-US" sz="1050">
                      <a:latin typeface="+mj-lt"/>
                    </a:endParaRPr>
                  </a:p>
                </p:txBody>
              </p:sp>
              <p:sp>
                <p:nvSpPr>
                  <p:cNvPr id="41465" name="Freeform 602">
                    <a:extLst>
                      <a:ext uri="{FF2B5EF4-FFF2-40B4-BE49-F238E27FC236}">
                        <a16:creationId xmlns="" xmlns:a16="http://schemas.microsoft.com/office/drawing/2014/main" id="{01DD3E98-6D71-FD13-8185-0780872D59DF}"/>
                      </a:ext>
                    </a:extLst>
                  </p:cNvPr>
                  <p:cNvSpPr>
                    <a:spLocks/>
                  </p:cNvSpPr>
                  <p:nvPr/>
                </p:nvSpPr>
                <p:spPr bwMode="auto">
                  <a:xfrm>
                    <a:off x="1712" y="2549"/>
                    <a:ext cx="21" cy="22"/>
                  </a:xfrm>
                  <a:custGeom>
                    <a:avLst/>
                    <a:gdLst>
                      <a:gd name="T0" fmla="*/ 0 w 578"/>
                      <a:gd name="T1" fmla="*/ 0 h 578"/>
                      <a:gd name="T2" fmla="*/ 0 w 578"/>
                      <a:gd name="T3" fmla="*/ 0 h 578"/>
                      <a:gd name="T4" fmla="*/ 0 w 578"/>
                      <a:gd name="T5" fmla="*/ 0 h 578"/>
                      <a:gd name="T6" fmla="*/ 0 w 578"/>
                      <a:gd name="T7" fmla="*/ 0 h 578"/>
                      <a:gd name="T8" fmla="*/ 0 w 578"/>
                      <a:gd name="T9" fmla="*/ 0 h 578"/>
                      <a:gd name="T10" fmla="*/ 0 w 578"/>
                      <a:gd name="T11" fmla="*/ 0 h 578"/>
                      <a:gd name="T12" fmla="*/ 0 w 578"/>
                      <a:gd name="T13" fmla="*/ 0 h 578"/>
                      <a:gd name="T14" fmla="*/ 0 w 578"/>
                      <a:gd name="T15" fmla="*/ 0 h 578"/>
                      <a:gd name="T16" fmla="*/ 0 w 578"/>
                      <a:gd name="T17" fmla="*/ 0 h 578"/>
                      <a:gd name="T18" fmla="*/ 0 w 578"/>
                      <a:gd name="T19" fmla="*/ 0 h 578"/>
                      <a:gd name="T20" fmla="*/ 0 w 578"/>
                      <a:gd name="T21" fmla="*/ 0 h 578"/>
                      <a:gd name="T22" fmla="*/ 0 w 578"/>
                      <a:gd name="T23" fmla="*/ 0 h 578"/>
                      <a:gd name="T24" fmla="*/ 0 w 578"/>
                      <a:gd name="T25" fmla="*/ 0 h 578"/>
                      <a:gd name="T26" fmla="*/ 0 w 578"/>
                      <a:gd name="T27" fmla="*/ 0 h 578"/>
                      <a:gd name="T28" fmla="*/ 0 w 578"/>
                      <a:gd name="T29" fmla="*/ 0 h 578"/>
                      <a:gd name="T30" fmla="*/ 0 w 578"/>
                      <a:gd name="T31" fmla="*/ 0 h 578"/>
                      <a:gd name="T32" fmla="*/ 0 w 578"/>
                      <a:gd name="T33" fmla="*/ 0 h 578"/>
                      <a:gd name="T34" fmla="*/ 0 w 578"/>
                      <a:gd name="T35" fmla="*/ 0 h 578"/>
                      <a:gd name="T36" fmla="*/ 0 w 578"/>
                      <a:gd name="T37" fmla="*/ 0 h 578"/>
                      <a:gd name="T38" fmla="*/ 0 w 578"/>
                      <a:gd name="T39" fmla="*/ 0 h 578"/>
                      <a:gd name="T40" fmla="*/ 0 w 578"/>
                      <a:gd name="T41" fmla="*/ 0 h 578"/>
                      <a:gd name="T42" fmla="*/ 0 w 578"/>
                      <a:gd name="T43" fmla="*/ 0 h 578"/>
                      <a:gd name="T44" fmla="*/ 0 w 578"/>
                      <a:gd name="T45" fmla="*/ 0 h 578"/>
                      <a:gd name="T46" fmla="*/ 0 w 578"/>
                      <a:gd name="T47" fmla="*/ 0 h 578"/>
                      <a:gd name="T48" fmla="*/ 0 w 578"/>
                      <a:gd name="T49" fmla="*/ 0 h 578"/>
                      <a:gd name="T50" fmla="*/ 0 w 578"/>
                      <a:gd name="T51" fmla="*/ 0 h 578"/>
                      <a:gd name="T52" fmla="*/ 0 w 578"/>
                      <a:gd name="T53" fmla="*/ 0 h 578"/>
                      <a:gd name="T54" fmla="*/ 0 w 578"/>
                      <a:gd name="T55" fmla="*/ 0 h 578"/>
                      <a:gd name="T56" fmla="*/ 0 w 578"/>
                      <a:gd name="T57" fmla="*/ 0 h 578"/>
                      <a:gd name="T58" fmla="*/ 0 w 578"/>
                      <a:gd name="T59" fmla="*/ 0 h 578"/>
                      <a:gd name="T60" fmla="*/ 0 w 578"/>
                      <a:gd name="T61" fmla="*/ 0 h 578"/>
                      <a:gd name="T62" fmla="*/ 0 w 578"/>
                      <a:gd name="T63" fmla="*/ 0 h 578"/>
                      <a:gd name="T64" fmla="*/ 0 w 578"/>
                      <a:gd name="T65" fmla="*/ 0 h 578"/>
                      <a:gd name="T66" fmla="*/ 0 w 578"/>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8"/>
                      <a:gd name="T104" fmla="*/ 578 w 578"/>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8">
                        <a:moveTo>
                          <a:pt x="578" y="578"/>
                        </a:moveTo>
                        <a:lnTo>
                          <a:pt x="578" y="578"/>
                        </a:lnTo>
                        <a:lnTo>
                          <a:pt x="576" y="548"/>
                        </a:lnTo>
                        <a:lnTo>
                          <a:pt x="574" y="519"/>
                        </a:lnTo>
                        <a:lnTo>
                          <a:pt x="571" y="490"/>
                        </a:lnTo>
                        <a:lnTo>
                          <a:pt x="566" y="462"/>
                        </a:lnTo>
                        <a:lnTo>
                          <a:pt x="558" y="434"/>
                        </a:lnTo>
                        <a:lnTo>
                          <a:pt x="551" y="406"/>
                        </a:lnTo>
                        <a:lnTo>
                          <a:pt x="542" y="379"/>
                        </a:lnTo>
                        <a:lnTo>
                          <a:pt x="532" y="353"/>
                        </a:lnTo>
                        <a:lnTo>
                          <a:pt x="520" y="327"/>
                        </a:lnTo>
                        <a:lnTo>
                          <a:pt x="507" y="303"/>
                        </a:lnTo>
                        <a:lnTo>
                          <a:pt x="493" y="279"/>
                        </a:lnTo>
                        <a:lnTo>
                          <a:pt x="478" y="255"/>
                        </a:lnTo>
                        <a:lnTo>
                          <a:pt x="462" y="232"/>
                        </a:lnTo>
                        <a:lnTo>
                          <a:pt x="445" y="211"/>
                        </a:lnTo>
                        <a:lnTo>
                          <a:pt x="427" y="190"/>
                        </a:lnTo>
                        <a:lnTo>
                          <a:pt x="408" y="170"/>
                        </a:lnTo>
                        <a:lnTo>
                          <a:pt x="388" y="150"/>
                        </a:lnTo>
                        <a:lnTo>
                          <a:pt x="368" y="132"/>
                        </a:lnTo>
                        <a:lnTo>
                          <a:pt x="345" y="115"/>
                        </a:lnTo>
                        <a:lnTo>
                          <a:pt x="323" y="99"/>
                        </a:lnTo>
                        <a:lnTo>
                          <a:pt x="298" y="84"/>
                        </a:lnTo>
                        <a:lnTo>
                          <a:pt x="275" y="70"/>
                        </a:lnTo>
                        <a:lnTo>
                          <a:pt x="250" y="58"/>
                        </a:lnTo>
                        <a:lnTo>
                          <a:pt x="225" y="46"/>
                        </a:lnTo>
                        <a:lnTo>
                          <a:pt x="198" y="35"/>
                        </a:lnTo>
                        <a:lnTo>
                          <a:pt x="172" y="27"/>
                        </a:lnTo>
                        <a:lnTo>
                          <a:pt x="144" y="19"/>
                        </a:lnTo>
                        <a:lnTo>
                          <a:pt x="116" y="13"/>
                        </a:lnTo>
                        <a:lnTo>
                          <a:pt x="87" y="6"/>
                        </a:lnTo>
                        <a:lnTo>
                          <a:pt x="59" y="3"/>
                        </a:lnTo>
                        <a:lnTo>
                          <a:pt x="30" y="1"/>
                        </a:lnTo>
                        <a:lnTo>
                          <a:pt x="0" y="0"/>
                        </a:lnTo>
                        <a:lnTo>
                          <a:pt x="0" y="209"/>
                        </a:lnTo>
                        <a:lnTo>
                          <a:pt x="19" y="209"/>
                        </a:lnTo>
                        <a:lnTo>
                          <a:pt x="38" y="210"/>
                        </a:lnTo>
                        <a:lnTo>
                          <a:pt x="57" y="213"/>
                        </a:lnTo>
                        <a:lnTo>
                          <a:pt x="75" y="215"/>
                        </a:lnTo>
                        <a:lnTo>
                          <a:pt x="93" y="220"/>
                        </a:lnTo>
                        <a:lnTo>
                          <a:pt x="110" y="225"/>
                        </a:lnTo>
                        <a:lnTo>
                          <a:pt x="127" y="231"/>
                        </a:lnTo>
                        <a:lnTo>
                          <a:pt x="144" y="238"/>
                        </a:lnTo>
                        <a:lnTo>
                          <a:pt x="160" y="245"/>
                        </a:lnTo>
                        <a:lnTo>
                          <a:pt x="176" y="253"/>
                        </a:lnTo>
                        <a:lnTo>
                          <a:pt x="192" y="262"/>
                        </a:lnTo>
                        <a:lnTo>
                          <a:pt x="207" y="272"/>
                        </a:lnTo>
                        <a:lnTo>
                          <a:pt x="221" y="281"/>
                        </a:lnTo>
                        <a:lnTo>
                          <a:pt x="234" y="293"/>
                        </a:lnTo>
                        <a:lnTo>
                          <a:pt x="248" y="305"/>
                        </a:lnTo>
                        <a:lnTo>
                          <a:pt x="261" y="317"/>
                        </a:lnTo>
                        <a:lnTo>
                          <a:pt x="273" y="329"/>
                        </a:lnTo>
                        <a:lnTo>
                          <a:pt x="285" y="343"/>
                        </a:lnTo>
                        <a:lnTo>
                          <a:pt x="296" y="357"/>
                        </a:lnTo>
                        <a:lnTo>
                          <a:pt x="306" y="372"/>
                        </a:lnTo>
                        <a:lnTo>
                          <a:pt x="316" y="386"/>
                        </a:lnTo>
                        <a:lnTo>
                          <a:pt x="325" y="402"/>
                        </a:lnTo>
                        <a:lnTo>
                          <a:pt x="334" y="418"/>
                        </a:lnTo>
                        <a:lnTo>
                          <a:pt x="341" y="434"/>
                        </a:lnTo>
                        <a:lnTo>
                          <a:pt x="347" y="451"/>
                        </a:lnTo>
                        <a:lnTo>
                          <a:pt x="353" y="468"/>
                        </a:lnTo>
                        <a:lnTo>
                          <a:pt x="358" y="486"/>
                        </a:lnTo>
                        <a:lnTo>
                          <a:pt x="362" y="503"/>
                        </a:lnTo>
                        <a:lnTo>
                          <a:pt x="365" y="521"/>
                        </a:lnTo>
                        <a:lnTo>
                          <a:pt x="368" y="539"/>
                        </a:lnTo>
                        <a:lnTo>
                          <a:pt x="369" y="558"/>
                        </a:lnTo>
                        <a:lnTo>
                          <a:pt x="370" y="578"/>
                        </a:lnTo>
                        <a:lnTo>
                          <a:pt x="578" y="578"/>
                        </a:lnTo>
                        <a:close/>
                      </a:path>
                    </a:pathLst>
                  </a:custGeom>
                  <a:solidFill>
                    <a:srgbClr val="EF2B2F"/>
                  </a:solidFill>
                  <a:ln>
                    <a:noFill/>
                  </a:ln>
                </p:spPr>
                <p:txBody>
                  <a:bodyPr/>
                  <a:lstStyle/>
                  <a:p>
                    <a:pPr>
                      <a:defRPr/>
                    </a:pPr>
                    <a:endParaRPr lang="en-US" sz="1050">
                      <a:latin typeface="+mj-lt"/>
                    </a:endParaRPr>
                  </a:p>
                </p:txBody>
              </p:sp>
              <p:sp>
                <p:nvSpPr>
                  <p:cNvPr id="41466" name="Freeform 603">
                    <a:extLst>
                      <a:ext uri="{FF2B5EF4-FFF2-40B4-BE49-F238E27FC236}">
                        <a16:creationId xmlns="" xmlns:a16="http://schemas.microsoft.com/office/drawing/2014/main" id="{80A3646D-FAA9-75FB-41CA-D5EC367415B2}"/>
                      </a:ext>
                    </a:extLst>
                  </p:cNvPr>
                  <p:cNvSpPr>
                    <a:spLocks/>
                  </p:cNvSpPr>
                  <p:nvPr/>
                </p:nvSpPr>
                <p:spPr bwMode="auto">
                  <a:xfrm>
                    <a:off x="1712" y="2571"/>
                    <a:ext cx="21" cy="15"/>
                  </a:xfrm>
                  <a:custGeom>
                    <a:avLst/>
                    <a:gdLst>
                      <a:gd name="T0" fmla="*/ 0 w 578"/>
                      <a:gd name="T1" fmla="*/ 0 h 577"/>
                      <a:gd name="T2" fmla="*/ 0 w 578"/>
                      <a:gd name="T3" fmla="*/ 0 h 577"/>
                      <a:gd name="T4" fmla="*/ 0 w 578"/>
                      <a:gd name="T5" fmla="*/ 0 h 577"/>
                      <a:gd name="T6" fmla="*/ 0 w 578"/>
                      <a:gd name="T7" fmla="*/ 0 h 577"/>
                      <a:gd name="T8" fmla="*/ 0 w 578"/>
                      <a:gd name="T9" fmla="*/ 0 h 577"/>
                      <a:gd name="T10" fmla="*/ 0 w 578"/>
                      <a:gd name="T11" fmla="*/ 0 h 577"/>
                      <a:gd name="T12" fmla="*/ 0 w 578"/>
                      <a:gd name="T13" fmla="*/ 0 h 577"/>
                      <a:gd name="T14" fmla="*/ 0 w 578"/>
                      <a:gd name="T15" fmla="*/ 0 h 577"/>
                      <a:gd name="T16" fmla="*/ 0 w 578"/>
                      <a:gd name="T17" fmla="*/ 0 h 577"/>
                      <a:gd name="T18" fmla="*/ 0 w 578"/>
                      <a:gd name="T19" fmla="*/ 0 h 577"/>
                      <a:gd name="T20" fmla="*/ 0 w 578"/>
                      <a:gd name="T21" fmla="*/ 0 h 577"/>
                      <a:gd name="T22" fmla="*/ 0 w 578"/>
                      <a:gd name="T23" fmla="*/ 0 h 577"/>
                      <a:gd name="T24" fmla="*/ 0 w 578"/>
                      <a:gd name="T25" fmla="*/ 0 h 577"/>
                      <a:gd name="T26" fmla="*/ 0 w 578"/>
                      <a:gd name="T27" fmla="*/ 0 h 577"/>
                      <a:gd name="T28" fmla="*/ 0 w 578"/>
                      <a:gd name="T29" fmla="*/ 0 h 577"/>
                      <a:gd name="T30" fmla="*/ 0 w 578"/>
                      <a:gd name="T31" fmla="*/ 0 h 577"/>
                      <a:gd name="T32" fmla="*/ 0 w 578"/>
                      <a:gd name="T33" fmla="*/ 0 h 577"/>
                      <a:gd name="T34" fmla="*/ 0 w 578"/>
                      <a:gd name="T35" fmla="*/ 0 h 577"/>
                      <a:gd name="T36" fmla="*/ 0 w 578"/>
                      <a:gd name="T37" fmla="*/ 0 h 577"/>
                      <a:gd name="T38" fmla="*/ 0 w 578"/>
                      <a:gd name="T39" fmla="*/ 0 h 577"/>
                      <a:gd name="T40" fmla="*/ 0 w 578"/>
                      <a:gd name="T41" fmla="*/ 0 h 577"/>
                      <a:gd name="T42" fmla="*/ 0 w 578"/>
                      <a:gd name="T43" fmla="*/ 0 h 577"/>
                      <a:gd name="T44" fmla="*/ 0 w 578"/>
                      <a:gd name="T45" fmla="*/ 0 h 577"/>
                      <a:gd name="T46" fmla="*/ 0 w 578"/>
                      <a:gd name="T47" fmla="*/ 0 h 577"/>
                      <a:gd name="T48" fmla="*/ 0 w 578"/>
                      <a:gd name="T49" fmla="*/ 0 h 577"/>
                      <a:gd name="T50" fmla="*/ 0 w 578"/>
                      <a:gd name="T51" fmla="*/ 0 h 577"/>
                      <a:gd name="T52" fmla="*/ 0 w 578"/>
                      <a:gd name="T53" fmla="*/ 0 h 577"/>
                      <a:gd name="T54" fmla="*/ 0 w 578"/>
                      <a:gd name="T55" fmla="*/ 0 h 577"/>
                      <a:gd name="T56" fmla="*/ 0 w 578"/>
                      <a:gd name="T57" fmla="*/ 0 h 577"/>
                      <a:gd name="T58" fmla="*/ 0 w 578"/>
                      <a:gd name="T59" fmla="*/ 0 h 577"/>
                      <a:gd name="T60" fmla="*/ 0 w 578"/>
                      <a:gd name="T61" fmla="*/ 0 h 577"/>
                      <a:gd name="T62" fmla="*/ 0 w 578"/>
                      <a:gd name="T63" fmla="*/ 0 h 577"/>
                      <a:gd name="T64" fmla="*/ 0 w 578"/>
                      <a:gd name="T65" fmla="*/ 0 h 577"/>
                      <a:gd name="T66" fmla="*/ 0 w 578"/>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7"/>
                      <a:gd name="T104" fmla="*/ 578 w 578"/>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7">
                        <a:moveTo>
                          <a:pt x="0" y="577"/>
                        </a:moveTo>
                        <a:lnTo>
                          <a:pt x="0" y="577"/>
                        </a:lnTo>
                        <a:lnTo>
                          <a:pt x="30" y="576"/>
                        </a:lnTo>
                        <a:lnTo>
                          <a:pt x="59" y="574"/>
                        </a:lnTo>
                        <a:lnTo>
                          <a:pt x="87" y="570"/>
                        </a:lnTo>
                        <a:lnTo>
                          <a:pt x="116" y="564"/>
                        </a:lnTo>
                        <a:lnTo>
                          <a:pt x="144" y="558"/>
                        </a:lnTo>
                        <a:lnTo>
                          <a:pt x="172" y="551"/>
                        </a:lnTo>
                        <a:lnTo>
                          <a:pt x="198" y="542"/>
                        </a:lnTo>
                        <a:lnTo>
                          <a:pt x="225" y="531"/>
                        </a:lnTo>
                        <a:lnTo>
                          <a:pt x="250" y="520"/>
                        </a:lnTo>
                        <a:lnTo>
                          <a:pt x="275" y="507"/>
                        </a:lnTo>
                        <a:lnTo>
                          <a:pt x="299" y="493"/>
                        </a:lnTo>
                        <a:lnTo>
                          <a:pt x="323" y="478"/>
                        </a:lnTo>
                        <a:lnTo>
                          <a:pt x="345" y="461"/>
                        </a:lnTo>
                        <a:lnTo>
                          <a:pt x="368" y="445"/>
                        </a:lnTo>
                        <a:lnTo>
                          <a:pt x="388" y="426"/>
                        </a:lnTo>
                        <a:lnTo>
                          <a:pt x="408" y="408"/>
                        </a:lnTo>
                        <a:lnTo>
                          <a:pt x="427" y="388"/>
                        </a:lnTo>
                        <a:lnTo>
                          <a:pt x="445" y="366"/>
                        </a:lnTo>
                        <a:lnTo>
                          <a:pt x="462" y="345"/>
                        </a:lnTo>
                        <a:lnTo>
                          <a:pt x="478" y="321"/>
                        </a:lnTo>
                        <a:lnTo>
                          <a:pt x="493" y="299"/>
                        </a:lnTo>
                        <a:lnTo>
                          <a:pt x="507" y="275"/>
                        </a:lnTo>
                        <a:lnTo>
                          <a:pt x="520" y="249"/>
                        </a:lnTo>
                        <a:lnTo>
                          <a:pt x="532" y="225"/>
                        </a:lnTo>
                        <a:lnTo>
                          <a:pt x="542" y="198"/>
                        </a:lnTo>
                        <a:lnTo>
                          <a:pt x="551" y="171"/>
                        </a:lnTo>
                        <a:lnTo>
                          <a:pt x="558" y="144"/>
                        </a:lnTo>
                        <a:lnTo>
                          <a:pt x="566" y="116"/>
                        </a:lnTo>
                        <a:lnTo>
                          <a:pt x="571" y="87"/>
                        </a:lnTo>
                        <a:lnTo>
                          <a:pt x="574" y="58"/>
                        </a:lnTo>
                        <a:lnTo>
                          <a:pt x="576" y="30"/>
                        </a:lnTo>
                        <a:lnTo>
                          <a:pt x="578" y="0"/>
                        </a:lnTo>
                        <a:lnTo>
                          <a:pt x="370" y="0"/>
                        </a:lnTo>
                        <a:lnTo>
                          <a:pt x="369" y="19"/>
                        </a:lnTo>
                        <a:lnTo>
                          <a:pt x="368" y="37"/>
                        </a:lnTo>
                        <a:lnTo>
                          <a:pt x="365" y="56"/>
                        </a:lnTo>
                        <a:lnTo>
                          <a:pt x="362" y="74"/>
                        </a:lnTo>
                        <a:lnTo>
                          <a:pt x="358" y="91"/>
                        </a:lnTo>
                        <a:lnTo>
                          <a:pt x="353" y="109"/>
                        </a:lnTo>
                        <a:lnTo>
                          <a:pt x="347" y="126"/>
                        </a:lnTo>
                        <a:lnTo>
                          <a:pt x="341" y="142"/>
                        </a:lnTo>
                        <a:lnTo>
                          <a:pt x="334" y="160"/>
                        </a:lnTo>
                        <a:lnTo>
                          <a:pt x="325" y="176"/>
                        </a:lnTo>
                        <a:lnTo>
                          <a:pt x="316" y="190"/>
                        </a:lnTo>
                        <a:lnTo>
                          <a:pt x="306" y="205"/>
                        </a:lnTo>
                        <a:lnTo>
                          <a:pt x="296" y="220"/>
                        </a:lnTo>
                        <a:lnTo>
                          <a:pt x="285" y="234"/>
                        </a:lnTo>
                        <a:lnTo>
                          <a:pt x="273" y="248"/>
                        </a:lnTo>
                        <a:lnTo>
                          <a:pt x="261" y="261"/>
                        </a:lnTo>
                        <a:lnTo>
                          <a:pt x="248" y="272"/>
                        </a:lnTo>
                        <a:lnTo>
                          <a:pt x="234" y="284"/>
                        </a:lnTo>
                        <a:lnTo>
                          <a:pt x="221" y="296"/>
                        </a:lnTo>
                        <a:lnTo>
                          <a:pt x="207" y="306"/>
                        </a:lnTo>
                        <a:lnTo>
                          <a:pt x="191" y="315"/>
                        </a:lnTo>
                        <a:lnTo>
                          <a:pt x="176" y="325"/>
                        </a:lnTo>
                        <a:lnTo>
                          <a:pt x="160" y="332"/>
                        </a:lnTo>
                        <a:lnTo>
                          <a:pt x="144" y="340"/>
                        </a:lnTo>
                        <a:lnTo>
                          <a:pt x="127" y="346"/>
                        </a:lnTo>
                        <a:lnTo>
                          <a:pt x="110" y="352"/>
                        </a:lnTo>
                        <a:lnTo>
                          <a:pt x="93" y="358"/>
                        </a:lnTo>
                        <a:lnTo>
                          <a:pt x="75" y="361"/>
                        </a:lnTo>
                        <a:lnTo>
                          <a:pt x="57" y="364"/>
                        </a:lnTo>
                        <a:lnTo>
                          <a:pt x="38" y="367"/>
                        </a:lnTo>
                        <a:lnTo>
                          <a:pt x="19" y="368"/>
                        </a:lnTo>
                        <a:lnTo>
                          <a:pt x="0" y="368"/>
                        </a:lnTo>
                        <a:lnTo>
                          <a:pt x="0" y="577"/>
                        </a:lnTo>
                        <a:close/>
                      </a:path>
                    </a:pathLst>
                  </a:custGeom>
                  <a:solidFill>
                    <a:srgbClr val="EF2B2F"/>
                  </a:solidFill>
                  <a:ln>
                    <a:noFill/>
                  </a:ln>
                </p:spPr>
                <p:txBody>
                  <a:bodyPr/>
                  <a:lstStyle/>
                  <a:p>
                    <a:pPr>
                      <a:defRPr/>
                    </a:pPr>
                    <a:endParaRPr lang="en-US" sz="1050">
                      <a:latin typeface="+mj-lt"/>
                    </a:endParaRPr>
                  </a:p>
                </p:txBody>
              </p:sp>
              <p:sp>
                <p:nvSpPr>
                  <p:cNvPr id="41467" name="Freeform 604">
                    <a:extLst>
                      <a:ext uri="{FF2B5EF4-FFF2-40B4-BE49-F238E27FC236}">
                        <a16:creationId xmlns="" xmlns:a16="http://schemas.microsoft.com/office/drawing/2014/main" id="{16F90AF8-6AA1-CDFD-60C0-BBF8016B1BD7}"/>
                      </a:ext>
                    </a:extLst>
                  </p:cNvPr>
                  <p:cNvSpPr>
                    <a:spLocks/>
                  </p:cNvSpPr>
                  <p:nvPr/>
                </p:nvSpPr>
                <p:spPr bwMode="auto">
                  <a:xfrm>
                    <a:off x="1686" y="2571"/>
                    <a:ext cx="23" cy="15"/>
                  </a:xfrm>
                  <a:custGeom>
                    <a:avLst/>
                    <a:gdLst>
                      <a:gd name="T0" fmla="*/ 0 w 576"/>
                      <a:gd name="T1" fmla="*/ 0 h 577"/>
                      <a:gd name="T2" fmla="*/ 0 w 576"/>
                      <a:gd name="T3" fmla="*/ 0 h 577"/>
                      <a:gd name="T4" fmla="*/ 0 w 576"/>
                      <a:gd name="T5" fmla="*/ 0 h 577"/>
                      <a:gd name="T6" fmla="*/ 0 w 576"/>
                      <a:gd name="T7" fmla="*/ 0 h 577"/>
                      <a:gd name="T8" fmla="*/ 0 w 576"/>
                      <a:gd name="T9" fmla="*/ 0 h 577"/>
                      <a:gd name="T10" fmla="*/ 0 w 576"/>
                      <a:gd name="T11" fmla="*/ 0 h 577"/>
                      <a:gd name="T12" fmla="*/ 0 w 576"/>
                      <a:gd name="T13" fmla="*/ 0 h 577"/>
                      <a:gd name="T14" fmla="*/ 0 w 576"/>
                      <a:gd name="T15" fmla="*/ 0 h 577"/>
                      <a:gd name="T16" fmla="*/ 0 w 576"/>
                      <a:gd name="T17" fmla="*/ 0 h 577"/>
                      <a:gd name="T18" fmla="*/ 0 w 576"/>
                      <a:gd name="T19" fmla="*/ 0 h 577"/>
                      <a:gd name="T20" fmla="*/ 0 w 576"/>
                      <a:gd name="T21" fmla="*/ 0 h 577"/>
                      <a:gd name="T22" fmla="*/ 0 w 576"/>
                      <a:gd name="T23" fmla="*/ 0 h 577"/>
                      <a:gd name="T24" fmla="*/ 0 w 576"/>
                      <a:gd name="T25" fmla="*/ 0 h 577"/>
                      <a:gd name="T26" fmla="*/ 0 w 576"/>
                      <a:gd name="T27" fmla="*/ 0 h 577"/>
                      <a:gd name="T28" fmla="*/ 0 w 576"/>
                      <a:gd name="T29" fmla="*/ 0 h 577"/>
                      <a:gd name="T30" fmla="*/ 0 w 576"/>
                      <a:gd name="T31" fmla="*/ 0 h 577"/>
                      <a:gd name="T32" fmla="*/ 0 w 576"/>
                      <a:gd name="T33" fmla="*/ 0 h 577"/>
                      <a:gd name="T34" fmla="*/ 0 w 576"/>
                      <a:gd name="T35" fmla="*/ 0 h 577"/>
                      <a:gd name="T36" fmla="*/ 0 w 576"/>
                      <a:gd name="T37" fmla="*/ 0 h 577"/>
                      <a:gd name="T38" fmla="*/ 0 w 576"/>
                      <a:gd name="T39" fmla="*/ 0 h 577"/>
                      <a:gd name="T40" fmla="*/ 0 w 576"/>
                      <a:gd name="T41" fmla="*/ 0 h 577"/>
                      <a:gd name="T42" fmla="*/ 0 w 576"/>
                      <a:gd name="T43" fmla="*/ 0 h 577"/>
                      <a:gd name="T44" fmla="*/ 0 w 576"/>
                      <a:gd name="T45" fmla="*/ 0 h 577"/>
                      <a:gd name="T46" fmla="*/ 0 w 576"/>
                      <a:gd name="T47" fmla="*/ 0 h 577"/>
                      <a:gd name="T48" fmla="*/ 0 w 576"/>
                      <a:gd name="T49" fmla="*/ 0 h 577"/>
                      <a:gd name="T50" fmla="*/ 0 w 576"/>
                      <a:gd name="T51" fmla="*/ 0 h 577"/>
                      <a:gd name="T52" fmla="*/ 0 w 576"/>
                      <a:gd name="T53" fmla="*/ 0 h 577"/>
                      <a:gd name="T54" fmla="*/ 0 w 576"/>
                      <a:gd name="T55" fmla="*/ 0 h 577"/>
                      <a:gd name="T56" fmla="*/ 0 w 576"/>
                      <a:gd name="T57" fmla="*/ 0 h 577"/>
                      <a:gd name="T58" fmla="*/ 0 w 576"/>
                      <a:gd name="T59" fmla="*/ 0 h 577"/>
                      <a:gd name="T60" fmla="*/ 0 w 576"/>
                      <a:gd name="T61" fmla="*/ 0 h 577"/>
                      <a:gd name="T62" fmla="*/ 0 w 576"/>
                      <a:gd name="T63" fmla="*/ 0 h 577"/>
                      <a:gd name="T64" fmla="*/ 0 w 576"/>
                      <a:gd name="T65" fmla="*/ 0 h 577"/>
                      <a:gd name="T66" fmla="*/ 0 w 576"/>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7"/>
                      <a:gd name="T104" fmla="*/ 576 w 576"/>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7">
                        <a:moveTo>
                          <a:pt x="0" y="0"/>
                        </a:moveTo>
                        <a:lnTo>
                          <a:pt x="0" y="0"/>
                        </a:lnTo>
                        <a:lnTo>
                          <a:pt x="0" y="28"/>
                        </a:lnTo>
                        <a:lnTo>
                          <a:pt x="3" y="58"/>
                        </a:lnTo>
                        <a:lnTo>
                          <a:pt x="6" y="87"/>
                        </a:lnTo>
                        <a:lnTo>
                          <a:pt x="11" y="116"/>
                        </a:lnTo>
                        <a:lnTo>
                          <a:pt x="18" y="144"/>
                        </a:lnTo>
                        <a:lnTo>
                          <a:pt x="25" y="170"/>
                        </a:lnTo>
                        <a:lnTo>
                          <a:pt x="35" y="198"/>
                        </a:lnTo>
                        <a:lnTo>
                          <a:pt x="44" y="225"/>
                        </a:lnTo>
                        <a:lnTo>
                          <a:pt x="56" y="249"/>
                        </a:lnTo>
                        <a:lnTo>
                          <a:pt x="69" y="275"/>
                        </a:lnTo>
                        <a:lnTo>
                          <a:pt x="83" y="299"/>
                        </a:lnTo>
                        <a:lnTo>
                          <a:pt x="98" y="321"/>
                        </a:lnTo>
                        <a:lnTo>
                          <a:pt x="115" y="345"/>
                        </a:lnTo>
                        <a:lnTo>
                          <a:pt x="132" y="366"/>
                        </a:lnTo>
                        <a:lnTo>
                          <a:pt x="150" y="388"/>
                        </a:lnTo>
                        <a:lnTo>
                          <a:pt x="168" y="408"/>
                        </a:lnTo>
                        <a:lnTo>
                          <a:pt x="188" y="426"/>
                        </a:lnTo>
                        <a:lnTo>
                          <a:pt x="210" y="445"/>
                        </a:lnTo>
                        <a:lnTo>
                          <a:pt x="231" y="461"/>
                        </a:lnTo>
                        <a:lnTo>
                          <a:pt x="254" y="478"/>
                        </a:lnTo>
                        <a:lnTo>
                          <a:pt x="277" y="493"/>
                        </a:lnTo>
                        <a:lnTo>
                          <a:pt x="301" y="507"/>
                        </a:lnTo>
                        <a:lnTo>
                          <a:pt x="327" y="520"/>
                        </a:lnTo>
                        <a:lnTo>
                          <a:pt x="352" y="531"/>
                        </a:lnTo>
                        <a:lnTo>
                          <a:pt x="378" y="542"/>
                        </a:lnTo>
                        <a:lnTo>
                          <a:pt x="406" y="551"/>
                        </a:lnTo>
                        <a:lnTo>
                          <a:pt x="432" y="558"/>
                        </a:lnTo>
                        <a:lnTo>
                          <a:pt x="460" y="564"/>
                        </a:lnTo>
                        <a:lnTo>
                          <a:pt x="489" y="570"/>
                        </a:lnTo>
                        <a:lnTo>
                          <a:pt x="517" y="574"/>
                        </a:lnTo>
                        <a:lnTo>
                          <a:pt x="547" y="576"/>
                        </a:lnTo>
                        <a:lnTo>
                          <a:pt x="576" y="577"/>
                        </a:lnTo>
                        <a:lnTo>
                          <a:pt x="576" y="368"/>
                        </a:lnTo>
                        <a:lnTo>
                          <a:pt x="557" y="368"/>
                        </a:lnTo>
                        <a:lnTo>
                          <a:pt x="539" y="367"/>
                        </a:lnTo>
                        <a:lnTo>
                          <a:pt x="520" y="364"/>
                        </a:lnTo>
                        <a:lnTo>
                          <a:pt x="501" y="361"/>
                        </a:lnTo>
                        <a:lnTo>
                          <a:pt x="484" y="358"/>
                        </a:lnTo>
                        <a:lnTo>
                          <a:pt x="466" y="352"/>
                        </a:lnTo>
                        <a:lnTo>
                          <a:pt x="449" y="346"/>
                        </a:lnTo>
                        <a:lnTo>
                          <a:pt x="433" y="340"/>
                        </a:lnTo>
                        <a:lnTo>
                          <a:pt x="416" y="332"/>
                        </a:lnTo>
                        <a:lnTo>
                          <a:pt x="400" y="325"/>
                        </a:lnTo>
                        <a:lnTo>
                          <a:pt x="385" y="315"/>
                        </a:lnTo>
                        <a:lnTo>
                          <a:pt x="370" y="306"/>
                        </a:lnTo>
                        <a:lnTo>
                          <a:pt x="356" y="296"/>
                        </a:lnTo>
                        <a:lnTo>
                          <a:pt x="342" y="284"/>
                        </a:lnTo>
                        <a:lnTo>
                          <a:pt x="329" y="272"/>
                        </a:lnTo>
                        <a:lnTo>
                          <a:pt x="316" y="261"/>
                        </a:lnTo>
                        <a:lnTo>
                          <a:pt x="303" y="248"/>
                        </a:lnTo>
                        <a:lnTo>
                          <a:pt x="292" y="234"/>
                        </a:lnTo>
                        <a:lnTo>
                          <a:pt x="280" y="220"/>
                        </a:lnTo>
                        <a:lnTo>
                          <a:pt x="270" y="205"/>
                        </a:lnTo>
                        <a:lnTo>
                          <a:pt x="261" y="190"/>
                        </a:lnTo>
                        <a:lnTo>
                          <a:pt x="251" y="176"/>
                        </a:lnTo>
                        <a:lnTo>
                          <a:pt x="244" y="160"/>
                        </a:lnTo>
                        <a:lnTo>
                          <a:pt x="236" y="142"/>
                        </a:lnTo>
                        <a:lnTo>
                          <a:pt x="230" y="126"/>
                        </a:lnTo>
                        <a:lnTo>
                          <a:pt x="223" y="109"/>
                        </a:lnTo>
                        <a:lnTo>
                          <a:pt x="218" y="92"/>
                        </a:lnTo>
                        <a:lnTo>
                          <a:pt x="215" y="74"/>
                        </a:lnTo>
                        <a:lnTo>
                          <a:pt x="212" y="56"/>
                        </a:lnTo>
                        <a:lnTo>
                          <a:pt x="209" y="38"/>
                        </a:lnTo>
                        <a:lnTo>
                          <a:pt x="207" y="19"/>
                        </a:lnTo>
                        <a:lnTo>
                          <a:pt x="207" y="0"/>
                        </a:lnTo>
                        <a:lnTo>
                          <a:pt x="0" y="0"/>
                        </a:lnTo>
                        <a:close/>
                      </a:path>
                    </a:pathLst>
                  </a:custGeom>
                  <a:solidFill>
                    <a:srgbClr val="EF2B2F"/>
                  </a:solidFill>
                  <a:ln>
                    <a:noFill/>
                  </a:ln>
                </p:spPr>
                <p:txBody>
                  <a:bodyPr/>
                  <a:lstStyle/>
                  <a:p>
                    <a:pPr>
                      <a:defRPr/>
                    </a:pPr>
                    <a:endParaRPr lang="en-US" sz="1050">
                      <a:latin typeface="+mj-lt"/>
                    </a:endParaRPr>
                  </a:p>
                </p:txBody>
              </p:sp>
              <p:sp>
                <p:nvSpPr>
                  <p:cNvPr id="41468" name="Freeform 605">
                    <a:extLst>
                      <a:ext uri="{FF2B5EF4-FFF2-40B4-BE49-F238E27FC236}">
                        <a16:creationId xmlns="" xmlns:a16="http://schemas.microsoft.com/office/drawing/2014/main" id="{7C3E4741-0517-0C42-3F74-059042825F6A}"/>
                      </a:ext>
                    </a:extLst>
                  </p:cNvPr>
                  <p:cNvSpPr>
                    <a:spLocks/>
                  </p:cNvSpPr>
                  <p:nvPr/>
                </p:nvSpPr>
                <p:spPr bwMode="auto">
                  <a:xfrm>
                    <a:off x="1686" y="2549"/>
                    <a:ext cx="23" cy="22"/>
                  </a:xfrm>
                  <a:custGeom>
                    <a:avLst/>
                    <a:gdLst>
                      <a:gd name="T0" fmla="*/ 0 w 576"/>
                      <a:gd name="T1" fmla="*/ 0 h 578"/>
                      <a:gd name="T2" fmla="*/ 0 w 576"/>
                      <a:gd name="T3" fmla="*/ 0 h 578"/>
                      <a:gd name="T4" fmla="*/ 0 w 576"/>
                      <a:gd name="T5" fmla="*/ 0 h 578"/>
                      <a:gd name="T6" fmla="*/ 0 w 576"/>
                      <a:gd name="T7" fmla="*/ 0 h 578"/>
                      <a:gd name="T8" fmla="*/ 0 w 576"/>
                      <a:gd name="T9" fmla="*/ 0 h 578"/>
                      <a:gd name="T10" fmla="*/ 0 w 576"/>
                      <a:gd name="T11" fmla="*/ 0 h 578"/>
                      <a:gd name="T12" fmla="*/ 0 w 576"/>
                      <a:gd name="T13" fmla="*/ 0 h 578"/>
                      <a:gd name="T14" fmla="*/ 0 w 576"/>
                      <a:gd name="T15" fmla="*/ 0 h 578"/>
                      <a:gd name="T16" fmla="*/ 0 w 576"/>
                      <a:gd name="T17" fmla="*/ 0 h 578"/>
                      <a:gd name="T18" fmla="*/ 0 w 576"/>
                      <a:gd name="T19" fmla="*/ 0 h 578"/>
                      <a:gd name="T20" fmla="*/ 0 w 576"/>
                      <a:gd name="T21" fmla="*/ 0 h 578"/>
                      <a:gd name="T22" fmla="*/ 0 w 576"/>
                      <a:gd name="T23" fmla="*/ 0 h 578"/>
                      <a:gd name="T24" fmla="*/ 0 w 576"/>
                      <a:gd name="T25" fmla="*/ 0 h 578"/>
                      <a:gd name="T26" fmla="*/ 0 w 576"/>
                      <a:gd name="T27" fmla="*/ 0 h 578"/>
                      <a:gd name="T28" fmla="*/ 0 w 576"/>
                      <a:gd name="T29" fmla="*/ 0 h 578"/>
                      <a:gd name="T30" fmla="*/ 0 w 576"/>
                      <a:gd name="T31" fmla="*/ 0 h 578"/>
                      <a:gd name="T32" fmla="*/ 0 w 576"/>
                      <a:gd name="T33" fmla="*/ 0 h 578"/>
                      <a:gd name="T34" fmla="*/ 0 w 576"/>
                      <a:gd name="T35" fmla="*/ 0 h 578"/>
                      <a:gd name="T36" fmla="*/ 0 w 576"/>
                      <a:gd name="T37" fmla="*/ 0 h 578"/>
                      <a:gd name="T38" fmla="*/ 0 w 576"/>
                      <a:gd name="T39" fmla="*/ 0 h 578"/>
                      <a:gd name="T40" fmla="*/ 0 w 576"/>
                      <a:gd name="T41" fmla="*/ 0 h 578"/>
                      <a:gd name="T42" fmla="*/ 0 w 576"/>
                      <a:gd name="T43" fmla="*/ 0 h 578"/>
                      <a:gd name="T44" fmla="*/ 0 w 576"/>
                      <a:gd name="T45" fmla="*/ 0 h 578"/>
                      <a:gd name="T46" fmla="*/ 0 w 576"/>
                      <a:gd name="T47" fmla="*/ 0 h 578"/>
                      <a:gd name="T48" fmla="*/ 0 w 576"/>
                      <a:gd name="T49" fmla="*/ 0 h 578"/>
                      <a:gd name="T50" fmla="*/ 0 w 576"/>
                      <a:gd name="T51" fmla="*/ 0 h 578"/>
                      <a:gd name="T52" fmla="*/ 0 w 576"/>
                      <a:gd name="T53" fmla="*/ 0 h 578"/>
                      <a:gd name="T54" fmla="*/ 0 w 576"/>
                      <a:gd name="T55" fmla="*/ 0 h 578"/>
                      <a:gd name="T56" fmla="*/ 0 w 576"/>
                      <a:gd name="T57" fmla="*/ 0 h 578"/>
                      <a:gd name="T58" fmla="*/ 0 w 576"/>
                      <a:gd name="T59" fmla="*/ 0 h 578"/>
                      <a:gd name="T60" fmla="*/ 0 w 576"/>
                      <a:gd name="T61" fmla="*/ 0 h 578"/>
                      <a:gd name="T62" fmla="*/ 0 w 576"/>
                      <a:gd name="T63" fmla="*/ 0 h 578"/>
                      <a:gd name="T64" fmla="*/ 0 w 576"/>
                      <a:gd name="T65" fmla="*/ 0 h 578"/>
                      <a:gd name="T66" fmla="*/ 0 w 576"/>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8"/>
                      <a:gd name="T104" fmla="*/ 576 w 576"/>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8">
                        <a:moveTo>
                          <a:pt x="576" y="0"/>
                        </a:moveTo>
                        <a:lnTo>
                          <a:pt x="576" y="0"/>
                        </a:lnTo>
                        <a:lnTo>
                          <a:pt x="546" y="1"/>
                        </a:lnTo>
                        <a:lnTo>
                          <a:pt x="517" y="3"/>
                        </a:lnTo>
                        <a:lnTo>
                          <a:pt x="489" y="6"/>
                        </a:lnTo>
                        <a:lnTo>
                          <a:pt x="460" y="13"/>
                        </a:lnTo>
                        <a:lnTo>
                          <a:pt x="432" y="19"/>
                        </a:lnTo>
                        <a:lnTo>
                          <a:pt x="406" y="27"/>
                        </a:lnTo>
                        <a:lnTo>
                          <a:pt x="378" y="35"/>
                        </a:lnTo>
                        <a:lnTo>
                          <a:pt x="352" y="46"/>
                        </a:lnTo>
                        <a:lnTo>
                          <a:pt x="327" y="58"/>
                        </a:lnTo>
                        <a:lnTo>
                          <a:pt x="301" y="70"/>
                        </a:lnTo>
                        <a:lnTo>
                          <a:pt x="277" y="84"/>
                        </a:lnTo>
                        <a:lnTo>
                          <a:pt x="254" y="99"/>
                        </a:lnTo>
                        <a:lnTo>
                          <a:pt x="231" y="115"/>
                        </a:lnTo>
                        <a:lnTo>
                          <a:pt x="210" y="132"/>
                        </a:lnTo>
                        <a:lnTo>
                          <a:pt x="188" y="150"/>
                        </a:lnTo>
                        <a:lnTo>
                          <a:pt x="169" y="170"/>
                        </a:lnTo>
                        <a:lnTo>
                          <a:pt x="150" y="190"/>
                        </a:lnTo>
                        <a:lnTo>
                          <a:pt x="132" y="211"/>
                        </a:lnTo>
                        <a:lnTo>
                          <a:pt x="115" y="232"/>
                        </a:lnTo>
                        <a:lnTo>
                          <a:pt x="98" y="255"/>
                        </a:lnTo>
                        <a:lnTo>
                          <a:pt x="83" y="278"/>
                        </a:lnTo>
                        <a:lnTo>
                          <a:pt x="69" y="303"/>
                        </a:lnTo>
                        <a:lnTo>
                          <a:pt x="56" y="327"/>
                        </a:lnTo>
                        <a:lnTo>
                          <a:pt x="44" y="353"/>
                        </a:lnTo>
                        <a:lnTo>
                          <a:pt x="35" y="379"/>
                        </a:lnTo>
                        <a:lnTo>
                          <a:pt x="25" y="406"/>
                        </a:lnTo>
                        <a:lnTo>
                          <a:pt x="18" y="434"/>
                        </a:lnTo>
                        <a:lnTo>
                          <a:pt x="11" y="462"/>
                        </a:lnTo>
                        <a:lnTo>
                          <a:pt x="6" y="490"/>
                        </a:lnTo>
                        <a:lnTo>
                          <a:pt x="3" y="519"/>
                        </a:lnTo>
                        <a:lnTo>
                          <a:pt x="0" y="548"/>
                        </a:lnTo>
                        <a:lnTo>
                          <a:pt x="0" y="578"/>
                        </a:lnTo>
                        <a:lnTo>
                          <a:pt x="207" y="578"/>
                        </a:lnTo>
                        <a:lnTo>
                          <a:pt x="207" y="558"/>
                        </a:lnTo>
                        <a:lnTo>
                          <a:pt x="209" y="539"/>
                        </a:lnTo>
                        <a:lnTo>
                          <a:pt x="212" y="521"/>
                        </a:lnTo>
                        <a:lnTo>
                          <a:pt x="215" y="503"/>
                        </a:lnTo>
                        <a:lnTo>
                          <a:pt x="218" y="485"/>
                        </a:lnTo>
                        <a:lnTo>
                          <a:pt x="223" y="468"/>
                        </a:lnTo>
                        <a:lnTo>
                          <a:pt x="230" y="451"/>
                        </a:lnTo>
                        <a:lnTo>
                          <a:pt x="236" y="434"/>
                        </a:lnTo>
                        <a:lnTo>
                          <a:pt x="244" y="418"/>
                        </a:lnTo>
                        <a:lnTo>
                          <a:pt x="251" y="402"/>
                        </a:lnTo>
                        <a:lnTo>
                          <a:pt x="261" y="387"/>
                        </a:lnTo>
                        <a:lnTo>
                          <a:pt x="270" y="372"/>
                        </a:lnTo>
                        <a:lnTo>
                          <a:pt x="280" y="357"/>
                        </a:lnTo>
                        <a:lnTo>
                          <a:pt x="292" y="343"/>
                        </a:lnTo>
                        <a:lnTo>
                          <a:pt x="303" y="329"/>
                        </a:lnTo>
                        <a:lnTo>
                          <a:pt x="315" y="317"/>
                        </a:lnTo>
                        <a:lnTo>
                          <a:pt x="329" y="305"/>
                        </a:lnTo>
                        <a:lnTo>
                          <a:pt x="342" y="293"/>
                        </a:lnTo>
                        <a:lnTo>
                          <a:pt x="356" y="281"/>
                        </a:lnTo>
                        <a:lnTo>
                          <a:pt x="370" y="272"/>
                        </a:lnTo>
                        <a:lnTo>
                          <a:pt x="385" y="262"/>
                        </a:lnTo>
                        <a:lnTo>
                          <a:pt x="400" y="253"/>
                        </a:lnTo>
                        <a:lnTo>
                          <a:pt x="416" y="245"/>
                        </a:lnTo>
                        <a:lnTo>
                          <a:pt x="433" y="238"/>
                        </a:lnTo>
                        <a:lnTo>
                          <a:pt x="449" y="231"/>
                        </a:lnTo>
                        <a:lnTo>
                          <a:pt x="466" y="225"/>
                        </a:lnTo>
                        <a:lnTo>
                          <a:pt x="484" y="220"/>
                        </a:lnTo>
                        <a:lnTo>
                          <a:pt x="501" y="215"/>
                        </a:lnTo>
                        <a:lnTo>
                          <a:pt x="520" y="213"/>
                        </a:lnTo>
                        <a:lnTo>
                          <a:pt x="539" y="210"/>
                        </a:lnTo>
                        <a:lnTo>
                          <a:pt x="557" y="209"/>
                        </a:lnTo>
                        <a:lnTo>
                          <a:pt x="576" y="209"/>
                        </a:lnTo>
                        <a:lnTo>
                          <a:pt x="576" y="0"/>
                        </a:lnTo>
                        <a:close/>
                      </a:path>
                    </a:pathLst>
                  </a:custGeom>
                  <a:solidFill>
                    <a:srgbClr val="EF2B2F"/>
                  </a:solidFill>
                  <a:ln>
                    <a:noFill/>
                  </a:ln>
                </p:spPr>
                <p:txBody>
                  <a:bodyPr/>
                  <a:lstStyle/>
                  <a:p>
                    <a:pPr>
                      <a:defRPr/>
                    </a:pPr>
                    <a:endParaRPr lang="en-US" sz="1050">
                      <a:latin typeface="+mj-lt"/>
                    </a:endParaRPr>
                  </a:p>
                </p:txBody>
              </p:sp>
              <p:sp>
                <p:nvSpPr>
                  <p:cNvPr id="41469" name="Freeform 606">
                    <a:extLst>
                      <a:ext uri="{FF2B5EF4-FFF2-40B4-BE49-F238E27FC236}">
                        <a16:creationId xmlns="" xmlns:a16="http://schemas.microsoft.com/office/drawing/2014/main" id="{92A16496-99C6-DB72-6580-89236F34E997}"/>
                      </a:ext>
                    </a:extLst>
                  </p:cNvPr>
                  <p:cNvSpPr>
                    <a:spLocks/>
                  </p:cNvSpPr>
                  <p:nvPr/>
                </p:nvSpPr>
                <p:spPr bwMode="auto">
                  <a:xfrm>
                    <a:off x="1675" y="2566"/>
                    <a:ext cx="24" cy="22"/>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577" y="578"/>
                        </a:moveTo>
                        <a:lnTo>
                          <a:pt x="577" y="578"/>
                        </a:lnTo>
                        <a:lnTo>
                          <a:pt x="576" y="548"/>
                        </a:lnTo>
                        <a:lnTo>
                          <a:pt x="574" y="519"/>
                        </a:lnTo>
                        <a:lnTo>
                          <a:pt x="570" y="490"/>
                        </a:lnTo>
                        <a:lnTo>
                          <a:pt x="565" y="462"/>
                        </a:lnTo>
                        <a:lnTo>
                          <a:pt x="559" y="434"/>
                        </a:lnTo>
                        <a:lnTo>
                          <a:pt x="551" y="406"/>
                        </a:lnTo>
                        <a:lnTo>
                          <a:pt x="542" y="380"/>
                        </a:lnTo>
                        <a:lnTo>
                          <a:pt x="531" y="353"/>
                        </a:lnTo>
                        <a:lnTo>
                          <a:pt x="520" y="327"/>
                        </a:lnTo>
                        <a:lnTo>
                          <a:pt x="507" y="303"/>
                        </a:lnTo>
                        <a:lnTo>
                          <a:pt x="493" y="279"/>
                        </a:lnTo>
                        <a:lnTo>
                          <a:pt x="479" y="255"/>
                        </a:lnTo>
                        <a:lnTo>
                          <a:pt x="462" y="233"/>
                        </a:lnTo>
                        <a:lnTo>
                          <a:pt x="445" y="210"/>
                        </a:lnTo>
                        <a:lnTo>
                          <a:pt x="427" y="190"/>
                        </a:lnTo>
                        <a:lnTo>
                          <a:pt x="407" y="170"/>
                        </a:lnTo>
                        <a:lnTo>
                          <a:pt x="388" y="151"/>
                        </a:lnTo>
                        <a:lnTo>
                          <a:pt x="367" y="132"/>
                        </a:lnTo>
                        <a:lnTo>
                          <a:pt x="345" y="115"/>
                        </a:lnTo>
                        <a:lnTo>
                          <a:pt x="322" y="99"/>
                        </a:lnTo>
                        <a:lnTo>
                          <a:pt x="299" y="84"/>
                        </a:lnTo>
                        <a:lnTo>
                          <a:pt x="275" y="71"/>
                        </a:lnTo>
                        <a:lnTo>
                          <a:pt x="250" y="58"/>
                        </a:lnTo>
                        <a:lnTo>
                          <a:pt x="224" y="46"/>
                        </a:lnTo>
                        <a:lnTo>
                          <a:pt x="199" y="35"/>
                        </a:lnTo>
                        <a:lnTo>
                          <a:pt x="171" y="27"/>
                        </a:lnTo>
                        <a:lnTo>
                          <a:pt x="144" y="19"/>
                        </a:lnTo>
                        <a:lnTo>
                          <a:pt x="116" y="13"/>
                        </a:lnTo>
                        <a:lnTo>
                          <a:pt x="88" y="7"/>
                        </a:lnTo>
                        <a:lnTo>
                          <a:pt x="59" y="3"/>
                        </a:lnTo>
                        <a:lnTo>
                          <a:pt x="29" y="1"/>
                        </a:lnTo>
                        <a:lnTo>
                          <a:pt x="0" y="0"/>
                        </a:lnTo>
                        <a:lnTo>
                          <a:pt x="0" y="209"/>
                        </a:lnTo>
                        <a:lnTo>
                          <a:pt x="20" y="209"/>
                        </a:lnTo>
                        <a:lnTo>
                          <a:pt x="38" y="210"/>
                        </a:lnTo>
                        <a:lnTo>
                          <a:pt x="57" y="213"/>
                        </a:lnTo>
                        <a:lnTo>
                          <a:pt x="75" y="216"/>
                        </a:lnTo>
                        <a:lnTo>
                          <a:pt x="92" y="220"/>
                        </a:lnTo>
                        <a:lnTo>
                          <a:pt x="109" y="225"/>
                        </a:lnTo>
                        <a:lnTo>
                          <a:pt x="126" y="230"/>
                        </a:lnTo>
                        <a:lnTo>
                          <a:pt x="143" y="238"/>
                        </a:lnTo>
                        <a:lnTo>
                          <a:pt x="160" y="245"/>
                        </a:lnTo>
                        <a:lnTo>
                          <a:pt x="175" y="253"/>
                        </a:lnTo>
                        <a:lnTo>
                          <a:pt x="191" y="262"/>
                        </a:lnTo>
                        <a:lnTo>
                          <a:pt x="206" y="272"/>
                        </a:lnTo>
                        <a:lnTo>
                          <a:pt x="221" y="282"/>
                        </a:lnTo>
                        <a:lnTo>
                          <a:pt x="235" y="293"/>
                        </a:lnTo>
                        <a:lnTo>
                          <a:pt x="248" y="305"/>
                        </a:lnTo>
                        <a:lnTo>
                          <a:pt x="260" y="317"/>
                        </a:lnTo>
                        <a:lnTo>
                          <a:pt x="273" y="330"/>
                        </a:lnTo>
                        <a:lnTo>
                          <a:pt x="285" y="343"/>
                        </a:lnTo>
                        <a:lnTo>
                          <a:pt x="296" y="357"/>
                        </a:lnTo>
                        <a:lnTo>
                          <a:pt x="306" y="371"/>
                        </a:lnTo>
                        <a:lnTo>
                          <a:pt x="316" y="386"/>
                        </a:lnTo>
                        <a:lnTo>
                          <a:pt x="324" y="402"/>
                        </a:lnTo>
                        <a:lnTo>
                          <a:pt x="333" y="418"/>
                        </a:lnTo>
                        <a:lnTo>
                          <a:pt x="340" y="434"/>
                        </a:lnTo>
                        <a:lnTo>
                          <a:pt x="347" y="451"/>
                        </a:lnTo>
                        <a:lnTo>
                          <a:pt x="353" y="468"/>
                        </a:lnTo>
                        <a:lnTo>
                          <a:pt x="357" y="486"/>
                        </a:lnTo>
                        <a:lnTo>
                          <a:pt x="362" y="503"/>
                        </a:lnTo>
                        <a:lnTo>
                          <a:pt x="365" y="521"/>
                        </a:lnTo>
                        <a:lnTo>
                          <a:pt x="367" y="539"/>
                        </a:lnTo>
                        <a:lnTo>
                          <a:pt x="369" y="559"/>
                        </a:lnTo>
                        <a:lnTo>
                          <a:pt x="369" y="578"/>
                        </a:lnTo>
                        <a:lnTo>
                          <a:pt x="577" y="578"/>
                        </a:lnTo>
                        <a:close/>
                      </a:path>
                    </a:pathLst>
                  </a:custGeom>
                  <a:solidFill>
                    <a:srgbClr val="EF2B2F"/>
                  </a:solidFill>
                  <a:ln>
                    <a:noFill/>
                  </a:ln>
                </p:spPr>
                <p:txBody>
                  <a:bodyPr/>
                  <a:lstStyle/>
                  <a:p>
                    <a:pPr>
                      <a:defRPr/>
                    </a:pPr>
                    <a:endParaRPr lang="en-US" sz="1050">
                      <a:latin typeface="+mj-lt"/>
                    </a:endParaRPr>
                  </a:p>
                </p:txBody>
              </p:sp>
              <p:sp>
                <p:nvSpPr>
                  <p:cNvPr id="41470" name="Freeform 607">
                    <a:extLst>
                      <a:ext uri="{FF2B5EF4-FFF2-40B4-BE49-F238E27FC236}">
                        <a16:creationId xmlns="" xmlns:a16="http://schemas.microsoft.com/office/drawing/2014/main" id="{5A6D04AB-64AE-71B5-09FC-4A186CF03054}"/>
                      </a:ext>
                    </a:extLst>
                  </p:cNvPr>
                  <p:cNvSpPr>
                    <a:spLocks/>
                  </p:cNvSpPr>
                  <p:nvPr/>
                </p:nvSpPr>
                <p:spPr bwMode="auto">
                  <a:xfrm>
                    <a:off x="1675" y="2588"/>
                    <a:ext cx="24" cy="23"/>
                  </a:xfrm>
                  <a:custGeom>
                    <a:avLst/>
                    <a:gdLst>
                      <a:gd name="T0" fmla="*/ 0 w 577"/>
                      <a:gd name="T1" fmla="*/ 0 h 576"/>
                      <a:gd name="T2" fmla="*/ 0 w 577"/>
                      <a:gd name="T3" fmla="*/ 0 h 576"/>
                      <a:gd name="T4" fmla="*/ 0 w 577"/>
                      <a:gd name="T5" fmla="*/ 0 h 576"/>
                      <a:gd name="T6" fmla="*/ 0 w 577"/>
                      <a:gd name="T7" fmla="*/ 0 h 576"/>
                      <a:gd name="T8" fmla="*/ 0 w 577"/>
                      <a:gd name="T9" fmla="*/ 0 h 576"/>
                      <a:gd name="T10" fmla="*/ 0 w 577"/>
                      <a:gd name="T11" fmla="*/ 0 h 576"/>
                      <a:gd name="T12" fmla="*/ 0 w 577"/>
                      <a:gd name="T13" fmla="*/ 0 h 576"/>
                      <a:gd name="T14" fmla="*/ 0 w 577"/>
                      <a:gd name="T15" fmla="*/ 0 h 576"/>
                      <a:gd name="T16" fmla="*/ 0 w 577"/>
                      <a:gd name="T17" fmla="*/ 0 h 576"/>
                      <a:gd name="T18" fmla="*/ 0 w 577"/>
                      <a:gd name="T19" fmla="*/ 0 h 576"/>
                      <a:gd name="T20" fmla="*/ 0 w 577"/>
                      <a:gd name="T21" fmla="*/ 0 h 576"/>
                      <a:gd name="T22" fmla="*/ 0 w 577"/>
                      <a:gd name="T23" fmla="*/ 0 h 576"/>
                      <a:gd name="T24" fmla="*/ 0 w 577"/>
                      <a:gd name="T25" fmla="*/ 0 h 576"/>
                      <a:gd name="T26" fmla="*/ 0 w 577"/>
                      <a:gd name="T27" fmla="*/ 0 h 576"/>
                      <a:gd name="T28" fmla="*/ 0 w 577"/>
                      <a:gd name="T29" fmla="*/ 0 h 576"/>
                      <a:gd name="T30" fmla="*/ 0 w 577"/>
                      <a:gd name="T31" fmla="*/ 0 h 576"/>
                      <a:gd name="T32" fmla="*/ 0 w 577"/>
                      <a:gd name="T33" fmla="*/ 0 h 576"/>
                      <a:gd name="T34" fmla="*/ 0 w 577"/>
                      <a:gd name="T35" fmla="*/ 0 h 576"/>
                      <a:gd name="T36" fmla="*/ 0 w 577"/>
                      <a:gd name="T37" fmla="*/ 0 h 576"/>
                      <a:gd name="T38" fmla="*/ 0 w 577"/>
                      <a:gd name="T39" fmla="*/ 0 h 576"/>
                      <a:gd name="T40" fmla="*/ 0 w 577"/>
                      <a:gd name="T41" fmla="*/ 0 h 576"/>
                      <a:gd name="T42" fmla="*/ 0 w 577"/>
                      <a:gd name="T43" fmla="*/ 0 h 576"/>
                      <a:gd name="T44" fmla="*/ 0 w 577"/>
                      <a:gd name="T45" fmla="*/ 0 h 576"/>
                      <a:gd name="T46" fmla="*/ 0 w 577"/>
                      <a:gd name="T47" fmla="*/ 0 h 576"/>
                      <a:gd name="T48" fmla="*/ 0 w 577"/>
                      <a:gd name="T49" fmla="*/ 0 h 576"/>
                      <a:gd name="T50" fmla="*/ 0 w 577"/>
                      <a:gd name="T51" fmla="*/ 0 h 576"/>
                      <a:gd name="T52" fmla="*/ 0 w 577"/>
                      <a:gd name="T53" fmla="*/ 0 h 576"/>
                      <a:gd name="T54" fmla="*/ 0 w 577"/>
                      <a:gd name="T55" fmla="*/ 0 h 576"/>
                      <a:gd name="T56" fmla="*/ 0 w 577"/>
                      <a:gd name="T57" fmla="*/ 0 h 576"/>
                      <a:gd name="T58" fmla="*/ 0 w 577"/>
                      <a:gd name="T59" fmla="*/ 0 h 576"/>
                      <a:gd name="T60" fmla="*/ 0 w 577"/>
                      <a:gd name="T61" fmla="*/ 0 h 576"/>
                      <a:gd name="T62" fmla="*/ 0 w 577"/>
                      <a:gd name="T63" fmla="*/ 0 h 576"/>
                      <a:gd name="T64" fmla="*/ 0 w 577"/>
                      <a:gd name="T65" fmla="*/ 0 h 576"/>
                      <a:gd name="T66" fmla="*/ 0 w 577"/>
                      <a:gd name="T67" fmla="*/ 0 h 5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6"/>
                      <a:gd name="T104" fmla="*/ 577 w 577"/>
                      <a:gd name="T105" fmla="*/ 576 h 5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6">
                        <a:moveTo>
                          <a:pt x="0" y="576"/>
                        </a:moveTo>
                        <a:lnTo>
                          <a:pt x="0" y="576"/>
                        </a:lnTo>
                        <a:lnTo>
                          <a:pt x="29" y="576"/>
                        </a:lnTo>
                        <a:lnTo>
                          <a:pt x="59" y="573"/>
                        </a:lnTo>
                        <a:lnTo>
                          <a:pt x="88" y="570"/>
                        </a:lnTo>
                        <a:lnTo>
                          <a:pt x="116" y="565"/>
                        </a:lnTo>
                        <a:lnTo>
                          <a:pt x="143" y="558"/>
                        </a:lnTo>
                        <a:lnTo>
                          <a:pt x="171" y="551"/>
                        </a:lnTo>
                        <a:lnTo>
                          <a:pt x="199" y="541"/>
                        </a:lnTo>
                        <a:lnTo>
                          <a:pt x="224" y="532"/>
                        </a:lnTo>
                        <a:lnTo>
                          <a:pt x="250" y="520"/>
                        </a:lnTo>
                        <a:lnTo>
                          <a:pt x="275" y="507"/>
                        </a:lnTo>
                        <a:lnTo>
                          <a:pt x="299" y="493"/>
                        </a:lnTo>
                        <a:lnTo>
                          <a:pt x="322" y="478"/>
                        </a:lnTo>
                        <a:lnTo>
                          <a:pt x="345" y="461"/>
                        </a:lnTo>
                        <a:lnTo>
                          <a:pt x="367" y="444"/>
                        </a:lnTo>
                        <a:lnTo>
                          <a:pt x="388" y="426"/>
                        </a:lnTo>
                        <a:lnTo>
                          <a:pt x="407" y="407"/>
                        </a:lnTo>
                        <a:lnTo>
                          <a:pt x="427" y="388"/>
                        </a:lnTo>
                        <a:lnTo>
                          <a:pt x="445" y="366"/>
                        </a:lnTo>
                        <a:lnTo>
                          <a:pt x="462" y="345"/>
                        </a:lnTo>
                        <a:lnTo>
                          <a:pt x="479" y="322"/>
                        </a:lnTo>
                        <a:lnTo>
                          <a:pt x="493" y="299"/>
                        </a:lnTo>
                        <a:lnTo>
                          <a:pt x="507" y="275"/>
                        </a:lnTo>
                        <a:lnTo>
                          <a:pt x="520" y="249"/>
                        </a:lnTo>
                        <a:lnTo>
                          <a:pt x="531" y="224"/>
                        </a:lnTo>
                        <a:lnTo>
                          <a:pt x="542" y="198"/>
                        </a:lnTo>
                        <a:lnTo>
                          <a:pt x="551" y="171"/>
                        </a:lnTo>
                        <a:lnTo>
                          <a:pt x="559" y="144"/>
                        </a:lnTo>
                        <a:lnTo>
                          <a:pt x="565" y="116"/>
                        </a:lnTo>
                        <a:lnTo>
                          <a:pt x="570" y="87"/>
                        </a:lnTo>
                        <a:lnTo>
                          <a:pt x="574" y="58"/>
                        </a:lnTo>
                        <a:lnTo>
                          <a:pt x="576" y="30"/>
                        </a:lnTo>
                        <a:lnTo>
                          <a:pt x="577" y="0"/>
                        </a:lnTo>
                        <a:lnTo>
                          <a:pt x="369" y="0"/>
                        </a:lnTo>
                        <a:lnTo>
                          <a:pt x="369" y="19"/>
                        </a:lnTo>
                        <a:lnTo>
                          <a:pt x="367" y="37"/>
                        </a:lnTo>
                        <a:lnTo>
                          <a:pt x="365" y="56"/>
                        </a:lnTo>
                        <a:lnTo>
                          <a:pt x="362" y="74"/>
                        </a:lnTo>
                        <a:lnTo>
                          <a:pt x="357" y="91"/>
                        </a:lnTo>
                        <a:lnTo>
                          <a:pt x="353" y="110"/>
                        </a:lnTo>
                        <a:lnTo>
                          <a:pt x="347" y="127"/>
                        </a:lnTo>
                        <a:lnTo>
                          <a:pt x="340" y="143"/>
                        </a:lnTo>
                        <a:lnTo>
                          <a:pt x="333" y="160"/>
                        </a:lnTo>
                        <a:lnTo>
                          <a:pt x="324" y="176"/>
                        </a:lnTo>
                        <a:lnTo>
                          <a:pt x="316" y="191"/>
                        </a:lnTo>
                        <a:lnTo>
                          <a:pt x="306" y="206"/>
                        </a:lnTo>
                        <a:lnTo>
                          <a:pt x="296" y="220"/>
                        </a:lnTo>
                        <a:lnTo>
                          <a:pt x="285" y="234"/>
                        </a:lnTo>
                        <a:lnTo>
                          <a:pt x="273" y="247"/>
                        </a:lnTo>
                        <a:lnTo>
                          <a:pt x="260" y="261"/>
                        </a:lnTo>
                        <a:lnTo>
                          <a:pt x="248" y="273"/>
                        </a:lnTo>
                        <a:lnTo>
                          <a:pt x="235" y="284"/>
                        </a:lnTo>
                        <a:lnTo>
                          <a:pt x="221" y="296"/>
                        </a:lnTo>
                        <a:lnTo>
                          <a:pt x="206" y="306"/>
                        </a:lnTo>
                        <a:lnTo>
                          <a:pt x="191" y="315"/>
                        </a:lnTo>
                        <a:lnTo>
                          <a:pt x="175" y="325"/>
                        </a:lnTo>
                        <a:lnTo>
                          <a:pt x="160" y="332"/>
                        </a:lnTo>
                        <a:lnTo>
                          <a:pt x="143" y="340"/>
                        </a:lnTo>
                        <a:lnTo>
                          <a:pt x="126" y="346"/>
                        </a:lnTo>
                        <a:lnTo>
                          <a:pt x="109" y="353"/>
                        </a:lnTo>
                        <a:lnTo>
                          <a:pt x="92" y="358"/>
                        </a:lnTo>
                        <a:lnTo>
                          <a:pt x="75" y="361"/>
                        </a:lnTo>
                        <a:lnTo>
                          <a:pt x="57" y="364"/>
                        </a:lnTo>
                        <a:lnTo>
                          <a:pt x="38" y="367"/>
                        </a:lnTo>
                        <a:lnTo>
                          <a:pt x="20" y="369"/>
                        </a:lnTo>
                        <a:lnTo>
                          <a:pt x="0" y="369"/>
                        </a:lnTo>
                        <a:lnTo>
                          <a:pt x="0" y="576"/>
                        </a:lnTo>
                        <a:close/>
                      </a:path>
                    </a:pathLst>
                  </a:custGeom>
                  <a:solidFill>
                    <a:srgbClr val="EF2B2F"/>
                  </a:solidFill>
                  <a:ln>
                    <a:noFill/>
                  </a:ln>
                </p:spPr>
                <p:txBody>
                  <a:bodyPr/>
                  <a:lstStyle/>
                  <a:p>
                    <a:pPr>
                      <a:defRPr/>
                    </a:pPr>
                    <a:endParaRPr lang="en-US" sz="1050">
                      <a:latin typeface="+mj-lt"/>
                    </a:endParaRPr>
                  </a:p>
                </p:txBody>
              </p:sp>
              <p:sp>
                <p:nvSpPr>
                  <p:cNvPr id="41471" name="Freeform 608">
                    <a:extLst>
                      <a:ext uri="{FF2B5EF4-FFF2-40B4-BE49-F238E27FC236}">
                        <a16:creationId xmlns="" xmlns:a16="http://schemas.microsoft.com/office/drawing/2014/main" id="{E7D6BD26-D3D8-6487-E922-5E3C76CA3FC9}"/>
                      </a:ext>
                    </a:extLst>
                  </p:cNvPr>
                  <p:cNvSpPr>
                    <a:spLocks/>
                  </p:cNvSpPr>
                  <p:nvPr/>
                </p:nvSpPr>
                <p:spPr bwMode="auto">
                  <a:xfrm>
                    <a:off x="1651" y="2588"/>
                    <a:ext cx="23" cy="23"/>
                  </a:xfrm>
                  <a:custGeom>
                    <a:avLst/>
                    <a:gdLst>
                      <a:gd name="T0" fmla="*/ 0 w 577"/>
                      <a:gd name="T1" fmla="*/ 0 h 576"/>
                      <a:gd name="T2" fmla="*/ 0 w 577"/>
                      <a:gd name="T3" fmla="*/ 0 h 576"/>
                      <a:gd name="T4" fmla="*/ 0 w 577"/>
                      <a:gd name="T5" fmla="*/ 0 h 576"/>
                      <a:gd name="T6" fmla="*/ 0 w 577"/>
                      <a:gd name="T7" fmla="*/ 0 h 576"/>
                      <a:gd name="T8" fmla="*/ 0 w 577"/>
                      <a:gd name="T9" fmla="*/ 0 h 576"/>
                      <a:gd name="T10" fmla="*/ 0 w 577"/>
                      <a:gd name="T11" fmla="*/ 0 h 576"/>
                      <a:gd name="T12" fmla="*/ 0 w 577"/>
                      <a:gd name="T13" fmla="*/ 0 h 576"/>
                      <a:gd name="T14" fmla="*/ 0 w 577"/>
                      <a:gd name="T15" fmla="*/ 0 h 576"/>
                      <a:gd name="T16" fmla="*/ 0 w 577"/>
                      <a:gd name="T17" fmla="*/ 0 h 576"/>
                      <a:gd name="T18" fmla="*/ 0 w 577"/>
                      <a:gd name="T19" fmla="*/ 0 h 576"/>
                      <a:gd name="T20" fmla="*/ 0 w 577"/>
                      <a:gd name="T21" fmla="*/ 0 h 576"/>
                      <a:gd name="T22" fmla="*/ 0 w 577"/>
                      <a:gd name="T23" fmla="*/ 0 h 576"/>
                      <a:gd name="T24" fmla="*/ 0 w 577"/>
                      <a:gd name="T25" fmla="*/ 0 h 576"/>
                      <a:gd name="T26" fmla="*/ 0 w 577"/>
                      <a:gd name="T27" fmla="*/ 0 h 576"/>
                      <a:gd name="T28" fmla="*/ 0 w 577"/>
                      <a:gd name="T29" fmla="*/ 0 h 576"/>
                      <a:gd name="T30" fmla="*/ 0 w 577"/>
                      <a:gd name="T31" fmla="*/ 0 h 576"/>
                      <a:gd name="T32" fmla="*/ 0 w 577"/>
                      <a:gd name="T33" fmla="*/ 0 h 576"/>
                      <a:gd name="T34" fmla="*/ 0 w 577"/>
                      <a:gd name="T35" fmla="*/ 0 h 576"/>
                      <a:gd name="T36" fmla="*/ 0 w 577"/>
                      <a:gd name="T37" fmla="*/ 0 h 576"/>
                      <a:gd name="T38" fmla="*/ 0 w 577"/>
                      <a:gd name="T39" fmla="*/ 0 h 576"/>
                      <a:gd name="T40" fmla="*/ 0 w 577"/>
                      <a:gd name="T41" fmla="*/ 0 h 576"/>
                      <a:gd name="T42" fmla="*/ 0 w 577"/>
                      <a:gd name="T43" fmla="*/ 0 h 576"/>
                      <a:gd name="T44" fmla="*/ 0 w 577"/>
                      <a:gd name="T45" fmla="*/ 0 h 576"/>
                      <a:gd name="T46" fmla="*/ 0 w 577"/>
                      <a:gd name="T47" fmla="*/ 0 h 576"/>
                      <a:gd name="T48" fmla="*/ 0 w 577"/>
                      <a:gd name="T49" fmla="*/ 0 h 576"/>
                      <a:gd name="T50" fmla="*/ 0 w 577"/>
                      <a:gd name="T51" fmla="*/ 0 h 576"/>
                      <a:gd name="T52" fmla="*/ 0 w 577"/>
                      <a:gd name="T53" fmla="*/ 0 h 576"/>
                      <a:gd name="T54" fmla="*/ 0 w 577"/>
                      <a:gd name="T55" fmla="*/ 0 h 576"/>
                      <a:gd name="T56" fmla="*/ 0 w 577"/>
                      <a:gd name="T57" fmla="*/ 0 h 576"/>
                      <a:gd name="T58" fmla="*/ 0 w 577"/>
                      <a:gd name="T59" fmla="*/ 0 h 576"/>
                      <a:gd name="T60" fmla="*/ 0 w 577"/>
                      <a:gd name="T61" fmla="*/ 0 h 576"/>
                      <a:gd name="T62" fmla="*/ 0 w 577"/>
                      <a:gd name="T63" fmla="*/ 0 h 576"/>
                      <a:gd name="T64" fmla="*/ 0 w 577"/>
                      <a:gd name="T65" fmla="*/ 0 h 576"/>
                      <a:gd name="T66" fmla="*/ 0 w 577"/>
                      <a:gd name="T67" fmla="*/ 0 h 5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6"/>
                      <a:gd name="T104" fmla="*/ 577 w 577"/>
                      <a:gd name="T105" fmla="*/ 576 h 5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6">
                        <a:moveTo>
                          <a:pt x="0" y="0"/>
                        </a:moveTo>
                        <a:lnTo>
                          <a:pt x="0" y="0"/>
                        </a:lnTo>
                        <a:lnTo>
                          <a:pt x="1" y="29"/>
                        </a:lnTo>
                        <a:lnTo>
                          <a:pt x="3" y="58"/>
                        </a:lnTo>
                        <a:lnTo>
                          <a:pt x="6" y="87"/>
                        </a:lnTo>
                        <a:lnTo>
                          <a:pt x="12" y="116"/>
                        </a:lnTo>
                        <a:lnTo>
                          <a:pt x="18" y="144"/>
                        </a:lnTo>
                        <a:lnTo>
                          <a:pt x="27" y="170"/>
                        </a:lnTo>
                        <a:lnTo>
                          <a:pt x="35" y="198"/>
                        </a:lnTo>
                        <a:lnTo>
                          <a:pt x="46" y="224"/>
                        </a:lnTo>
                        <a:lnTo>
                          <a:pt x="58" y="249"/>
                        </a:lnTo>
                        <a:lnTo>
                          <a:pt x="70" y="275"/>
                        </a:lnTo>
                        <a:lnTo>
                          <a:pt x="84" y="299"/>
                        </a:lnTo>
                        <a:lnTo>
                          <a:pt x="99" y="322"/>
                        </a:lnTo>
                        <a:lnTo>
                          <a:pt x="115" y="345"/>
                        </a:lnTo>
                        <a:lnTo>
                          <a:pt x="132" y="366"/>
                        </a:lnTo>
                        <a:lnTo>
                          <a:pt x="150" y="388"/>
                        </a:lnTo>
                        <a:lnTo>
                          <a:pt x="169" y="408"/>
                        </a:lnTo>
                        <a:lnTo>
                          <a:pt x="190" y="426"/>
                        </a:lnTo>
                        <a:lnTo>
                          <a:pt x="210" y="444"/>
                        </a:lnTo>
                        <a:lnTo>
                          <a:pt x="232" y="461"/>
                        </a:lnTo>
                        <a:lnTo>
                          <a:pt x="255" y="478"/>
                        </a:lnTo>
                        <a:lnTo>
                          <a:pt x="278" y="493"/>
                        </a:lnTo>
                        <a:lnTo>
                          <a:pt x="303" y="507"/>
                        </a:lnTo>
                        <a:lnTo>
                          <a:pt x="327" y="520"/>
                        </a:lnTo>
                        <a:lnTo>
                          <a:pt x="353" y="532"/>
                        </a:lnTo>
                        <a:lnTo>
                          <a:pt x="379" y="541"/>
                        </a:lnTo>
                        <a:lnTo>
                          <a:pt x="406" y="551"/>
                        </a:lnTo>
                        <a:lnTo>
                          <a:pt x="434" y="558"/>
                        </a:lnTo>
                        <a:lnTo>
                          <a:pt x="461" y="565"/>
                        </a:lnTo>
                        <a:lnTo>
                          <a:pt x="490" y="570"/>
                        </a:lnTo>
                        <a:lnTo>
                          <a:pt x="519" y="573"/>
                        </a:lnTo>
                        <a:lnTo>
                          <a:pt x="548" y="576"/>
                        </a:lnTo>
                        <a:lnTo>
                          <a:pt x="577" y="576"/>
                        </a:lnTo>
                        <a:lnTo>
                          <a:pt x="577" y="369"/>
                        </a:lnTo>
                        <a:lnTo>
                          <a:pt x="558" y="369"/>
                        </a:lnTo>
                        <a:lnTo>
                          <a:pt x="539" y="367"/>
                        </a:lnTo>
                        <a:lnTo>
                          <a:pt x="521" y="364"/>
                        </a:lnTo>
                        <a:lnTo>
                          <a:pt x="503" y="361"/>
                        </a:lnTo>
                        <a:lnTo>
                          <a:pt x="485" y="358"/>
                        </a:lnTo>
                        <a:lnTo>
                          <a:pt x="468" y="353"/>
                        </a:lnTo>
                        <a:lnTo>
                          <a:pt x="451" y="346"/>
                        </a:lnTo>
                        <a:lnTo>
                          <a:pt x="434" y="340"/>
                        </a:lnTo>
                        <a:lnTo>
                          <a:pt x="418" y="332"/>
                        </a:lnTo>
                        <a:lnTo>
                          <a:pt x="402" y="325"/>
                        </a:lnTo>
                        <a:lnTo>
                          <a:pt x="386" y="315"/>
                        </a:lnTo>
                        <a:lnTo>
                          <a:pt x="371" y="306"/>
                        </a:lnTo>
                        <a:lnTo>
                          <a:pt x="357" y="296"/>
                        </a:lnTo>
                        <a:lnTo>
                          <a:pt x="343" y="284"/>
                        </a:lnTo>
                        <a:lnTo>
                          <a:pt x="329" y="273"/>
                        </a:lnTo>
                        <a:lnTo>
                          <a:pt x="316" y="260"/>
                        </a:lnTo>
                        <a:lnTo>
                          <a:pt x="304" y="247"/>
                        </a:lnTo>
                        <a:lnTo>
                          <a:pt x="292" y="234"/>
                        </a:lnTo>
                        <a:lnTo>
                          <a:pt x="281" y="220"/>
                        </a:lnTo>
                        <a:lnTo>
                          <a:pt x="272" y="206"/>
                        </a:lnTo>
                        <a:lnTo>
                          <a:pt x="261" y="191"/>
                        </a:lnTo>
                        <a:lnTo>
                          <a:pt x="253" y="176"/>
                        </a:lnTo>
                        <a:lnTo>
                          <a:pt x="244" y="160"/>
                        </a:lnTo>
                        <a:lnTo>
                          <a:pt x="237" y="143"/>
                        </a:lnTo>
                        <a:lnTo>
                          <a:pt x="230" y="127"/>
                        </a:lnTo>
                        <a:lnTo>
                          <a:pt x="225" y="110"/>
                        </a:lnTo>
                        <a:lnTo>
                          <a:pt x="220" y="91"/>
                        </a:lnTo>
                        <a:lnTo>
                          <a:pt x="215" y="74"/>
                        </a:lnTo>
                        <a:lnTo>
                          <a:pt x="212" y="56"/>
                        </a:lnTo>
                        <a:lnTo>
                          <a:pt x="210" y="37"/>
                        </a:lnTo>
                        <a:lnTo>
                          <a:pt x="209" y="19"/>
                        </a:lnTo>
                        <a:lnTo>
                          <a:pt x="208" y="0"/>
                        </a:lnTo>
                        <a:lnTo>
                          <a:pt x="0" y="0"/>
                        </a:lnTo>
                        <a:close/>
                      </a:path>
                    </a:pathLst>
                  </a:custGeom>
                  <a:solidFill>
                    <a:srgbClr val="EF2B2F"/>
                  </a:solidFill>
                  <a:ln>
                    <a:noFill/>
                  </a:ln>
                </p:spPr>
                <p:txBody>
                  <a:bodyPr/>
                  <a:lstStyle/>
                  <a:p>
                    <a:pPr>
                      <a:defRPr/>
                    </a:pPr>
                    <a:endParaRPr lang="en-US" sz="1050">
                      <a:latin typeface="+mj-lt"/>
                    </a:endParaRPr>
                  </a:p>
                </p:txBody>
              </p:sp>
              <p:sp>
                <p:nvSpPr>
                  <p:cNvPr id="41472" name="Freeform 609">
                    <a:extLst>
                      <a:ext uri="{FF2B5EF4-FFF2-40B4-BE49-F238E27FC236}">
                        <a16:creationId xmlns="" xmlns:a16="http://schemas.microsoft.com/office/drawing/2014/main" id="{837AFA37-F295-4A73-1A16-99529D70BD0C}"/>
                      </a:ext>
                    </a:extLst>
                  </p:cNvPr>
                  <p:cNvSpPr>
                    <a:spLocks/>
                  </p:cNvSpPr>
                  <p:nvPr/>
                </p:nvSpPr>
                <p:spPr bwMode="auto">
                  <a:xfrm>
                    <a:off x="1651" y="2566"/>
                    <a:ext cx="23" cy="22"/>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577" y="0"/>
                        </a:moveTo>
                        <a:lnTo>
                          <a:pt x="577" y="0"/>
                        </a:lnTo>
                        <a:lnTo>
                          <a:pt x="548" y="1"/>
                        </a:lnTo>
                        <a:lnTo>
                          <a:pt x="519" y="3"/>
                        </a:lnTo>
                        <a:lnTo>
                          <a:pt x="490" y="7"/>
                        </a:lnTo>
                        <a:lnTo>
                          <a:pt x="461" y="13"/>
                        </a:lnTo>
                        <a:lnTo>
                          <a:pt x="434" y="19"/>
                        </a:lnTo>
                        <a:lnTo>
                          <a:pt x="406" y="27"/>
                        </a:lnTo>
                        <a:lnTo>
                          <a:pt x="379" y="35"/>
                        </a:lnTo>
                        <a:lnTo>
                          <a:pt x="353" y="46"/>
                        </a:lnTo>
                        <a:lnTo>
                          <a:pt x="327" y="58"/>
                        </a:lnTo>
                        <a:lnTo>
                          <a:pt x="303" y="71"/>
                        </a:lnTo>
                        <a:lnTo>
                          <a:pt x="278" y="84"/>
                        </a:lnTo>
                        <a:lnTo>
                          <a:pt x="255" y="99"/>
                        </a:lnTo>
                        <a:lnTo>
                          <a:pt x="232" y="115"/>
                        </a:lnTo>
                        <a:lnTo>
                          <a:pt x="210" y="132"/>
                        </a:lnTo>
                        <a:lnTo>
                          <a:pt x="190" y="151"/>
                        </a:lnTo>
                        <a:lnTo>
                          <a:pt x="169" y="170"/>
                        </a:lnTo>
                        <a:lnTo>
                          <a:pt x="150" y="190"/>
                        </a:lnTo>
                        <a:lnTo>
                          <a:pt x="132" y="210"/>
                        </a:lnTo>
                        <a:lnTo>
                          <a:pt x="115" y="233"/>
                        </a:lnTo>
                        <a:lnTo>
                          <a:pt x="99" y="255"/>
                        </a:lnTo>
                        <a:lnTo>
                          <a:pt x="84" y="278"/>
                        </a:lnTo>
                        <a:lnTo>
                          <a:pt x="70" y="303"/>
                        </a:lnTo>
                        <a:lnTo>
                          <a:pt x="58" y="327"/>
                        </a:lnTo>
                        <a:lnTo>
                          <a:pt x="46" y="353"/>
                        </a:lnTo>
                        <a:lnTo>
                          <a:pt x="35" y="380"/>
                        </a:lnTo>
                        <a:lnTo>
                          <a:pt x="27" y="406"/>
                        </a:lnTo>
                        <a:lnTo>
                          <a:pt x="18" y="434"/>
                        </a:lnTo>
                        <a:lnTo>
                          <a:pt x="12" y="462"/>
                        </a:lnTo>
                        <a:lnTo>
                          <a:pt x="6" y="490"/>
                        </a:lnTo>
                        <a:lnTo>
                          <a:pt x="3" y="519"/>
                        </a:lnTo>
                        <a:lnTo>
                          <a:pt x="1" y="548"/>
                        </a:lnTo>
                        <a:lnTo>
                          <a:pt x="0" y="578"/>
                        </a:lnTo>
                        <a:lnTo>
                          <a:pt x="208" y="578"/>
                        </a:lnTo>
                        <a:lnTo>
                          <a:pt x="209" y="559"/>
                        </a:lnTo>
                        <a:lnTo>
                          <a:pt x="210" y="539"/>
                        </a:lnTo>
                        <a:lnTo>
                          <a:pt x="212" y="521"/>
                        </a:lnTo>
                        <a:lnTo>
                          <a:pt x="215" y="503"/>
                        </a:lnTo>
                        <a:lnTo>
                          <a:pt x="220" y="485"/>
                        </a:lnTo>
                        <a:lnTo>
                          <a:pt x="225" y="468"/>
                        </a:lnTo>
                        <a:lnTo>
                          <a:pt x="230" y="451"/>
                        </a:lnTo>
                        <a:lnTo>
                          <a:pt x="237" y="434"/>
                        </a:lnTo>
                        <a:lnTo>
                          <a:pt x="244" y="418"/>
                        </a:lnTo>
                        <a:lnTo>
                          <a:pt x="253" y="402"/>
                        </a:lnTo>
                        <a:lnTo>
                          <a:pt x="261" y="387"/>
                        </a:lnTo>
                        <a:lnTo>
                          <a:pt x="272" y="371"/>
                        </a:lnTo>
                        <a:lnTo>
                          <a:pt x="281" y="357"/>
                        </a:lnTo>
                        <a:lnTo>
                          <a:pt x="292" y="343"/>
                        </a:lnTo>
                        <a:lnTo>
                          <a:pt x="304" y="330"/>
                        </a:lnTo>
                        <a:lnTo>
                          <a:pt x="316" y="317"/>
                        </a:lnTo>
                        <a:lnTo>
                          <a:pt x="329" y="305"/>
                        </a:lnTo>
                        <a:lnTo>
                          <a:pt x="343" y="293"/>
                        </a:lnTo>
                        <a:lnTo>
                          <a:pt x="357" y="282"/>
                        </a:lnTo>
                        <a:lnTo>
                          <a:pt x="371" y="272"/>
                        </a:lnTo>
                        <a:lnTo>
                          <a:pt x="386" y="262"/>
                        </a:lnTo>
                        <a:lnTo>
                          <a:pt x="402" y="253"/>
                        </a:lnTo>
                        <a:lnTo>
                          <a:pt x="418" y="245"/>
                        </a:lnTo>
                        <a:lnTo>
                          <a:pt x="434" y="238"/>
                        </a:lnTo>
                        <a:lnTo>
                          <a:pt x="451" y="230"/>
                        </a:lnTo>
                        <a:lnTo>
                          <a:pt x="468" y="225"/>
                        </a:lnTo>
                        <a:lnTo>
                          <a:pt x="485" y="220"/>
                        </a:lnTo>
                        <a:lnTo>
                          <a:pt x="503" y="216"/>
                        </a:lnTo>
                        <a:lnTo>
                          <a:pt x="521" y="213"/>
                        </a:lnTo>
                        <a:lnTo>
                          <a:pt x="539" y="210"/>
                        </a:lnTo>
                        <a:lnTo>
                          <a:pt x="558" y="209"/>
                        </a:lnTo>
                        <a:lnTo>
                          <a:pt x="577" y="209"/>
                        </a:lnTo>
                        <a:lnTo>
                          <a:pt x="577" y="0"/>
                        </a:lnTo>
                        <a:close/>
                      </a:path>
                    </a:pathLst>
                  </a:custGeom>
                  <a:solidFill>
                    <a:srgbClr val="EF2B2F"/>
                  </a:solidFill>
                  <a:ln>
                    <a:noFill/>
                  </a:ln>
                </p:spPr>
                <p:txBody>
                  <a:bodyPr/>
                  <a:lstStyle/>
                  <a:p>
                    <a:pPr>
                      <a:defRPr/>
                    </a:pPr>
                    <a:endParaRPr lang="en-US" sz="1050">
                      <a:latin typeface="+mj-lt"/>
                    </a:endParaRPr>
                  </a:p>
                </p:txBody>
              </p:sp>
              <p:sp>
                <p:nvSpPr>
                  <p:cNvPr id="41473" name="Freeform 610">
                    <a:extLst>
                      <a:ext uri="{FF2B5EF4-FFF2-40B4-BE49-F238E27FC236}">
                        <a16:creationId xmlns="" xmlns:a16="http://schemas.microsoft.com/office/drawing/2014/main" id="{78E3489A-56CA-2A97-4A0C-A246DD7C9A8C}"/>
                      </a:ext>
                    </a:extLst>
                  </p:cNvPr>
                  <p:cNvSpPr>
                    <a:spLocks/>
                  </p:cNvSpPr>
                  <p:nvPr/>
                </p:nvSpPr>
                <p:spPr bwMode="auto">
                  <a:xfrm>
                    <a:off x="1635" y="2574"/>
                    <a:ext cx="21" cy="23"/>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577" y="578"/>
                        </a:moveTo>
                        <a:lnTo>
                          <a:pt x="577" y="578"/>
                        </a:lnTo>
                        <a:lnTo>
                          <a:pt x="576" y="548"/>
                        </a:lnTo>
                        <a:lnTo>
                          <a:pt x="574" y="519"/>
                        </a:lnTo>
                        <a:lnTo>
                          <a:pt x="571" y="491"/>
                        </a:lnTo>
                        <a:lnTo>
                          <a:pt x="565" y="462"/>
                        </a:lnTo>
                        <a:lnTo>
                          <a:pt x="558" y="434"/>
                        </a:lnTo>
                        <a:lnTo>
                          <a:pt x="550" y="406"/>
                        </a:lnTo>
                        <a:lnTo>
                          <a:pt x="542" y="380"/>
                        </a:lnTo>
                        <a:lnTo>
                          <a:pt x="531" y="353"/>
                        </a:lnTo>
                        <a:lnTo>
                          <a:pt x="520" y="328"/>
                        </a:lnTo>
                        <a:lnTo>
                          <a:pt x="507" y="303"/>
                        </a:lnTo>
                        <a:lnTo>
                          <a:pt x="493" y="280"/>
                        </a:lnTo>
                        <a:lnTo>
                          <a:pt x="478" y="255"/>
                        </a:lnTo>
                        <a:lnTo>
                          <a:pt x="462" y="233"/>
                        </a:lnTo>
                        <a:lnTo>
                          <a:pt x="445" y="211"/>
                        </a:lnTo>
                        <a:lnTo>
                          <a:pt x="427" y="190"/>
                        </a:lnTo>
                        <a:lnTo>
                          <a:pt x="408" y="170"/>
                        </a:lnTo>
                        <a:lnTo>
                          <a:pt x="387" y="151"/>
                        </a:lnTo>
                        <a:lnTo>
                          <a:pt x="367" y="133"/>
                        </a:lnTo>
                        <a:lnTo>
                          <a:pt x="345" y="117"/>
                        </a:lnTo>
                        <a:lnTo>
                          <a:pt x="322" y="100"/>
                        </a:lnTo>
                        <a:lnTo>
                          <a:pt x="298" y="85"/>
                        </a:lnTo>
                        <a:lnTo>
                          <a:pt x="275" y="71"/>
                        </a:lnTo>
                        <a:lnTo>
                          <a:pt x="250" y="58"/>
                        </a:lnTo>
                        <a:lnTo>
                          <a:pt x="224" y="46"/>
                        </a:lnTo>
                        <a:lnTo>
                          <a:pt x="198" y="36"/>
                        </a:lnTo>
                        <a:lnTo>
                          <a:pt x="171" y="27"/>
                        </a:lnTo>
                        <a:lnTo>
                          <a:pt x="143" y="20"/>
                        </a:lnTo>
                        <a:lnTo>
                          <a:pt x="116" y="13"/>
                        </a:lnTo>
                        <a:lnTo>
                          <a:pt x="87" y="8"/>
                        </a:lnTo>
                        <a:lnTo>
                          <a:pt x="58" y="4"/>
                        </a:lnTo>
                        <a:lnTo>
                          <a:pt x="29" y="2"/>
                        </a:lnTo>
                        <a:lnTo>
                          <a:pt x="0" y="0"/>
                        </a:lnTo>
                        <a:lnTo>
                          <a:pt x="0" y="209"/>
                        </a:lnTo>
                        <a:lnTo>
                          <a:pt x="19" y="209"/>
                        </a:lnTo>
                        <a:lnTo>
                          <a:pt x="38" y="210"/>
                        </a:lnTo>
                        <a:lnTo>
                          <a:pt x="56" y="214"/>
                        </a:lnTo>
                        <a:lnTo>
                          <a:pt x="74" y="216"/>
                        </a:lnTo>
                        <a:lnTo>
                          <a:pt x="91" y="220"/>
                        </a:lnTo>
                        <a:lnTo>
                          <a:pt x="109" y="225"/>
                        </a:lnTo>
                        <a:lnTo>
                          <a:pt x="126" y="232"/>
                        </a:lnTo>
                        <a:lnTo>
                          <a:pt x="143" y="238"/>
                        </a:lnTo>
                        <a:lnTo>
                          <a:pt x="159" y="246"/>
                        </a:lnTo>
                        <a:lnTo>
                          <a:pt x="175" y="253"/>
                        </a:lnTo>
                        <a:lnTo>
                          <a:pt x="191" y="263"/>
                        </a:lnTo>
                        <a:lnTo>
                          <a:pt x="206" y="272"/>
                        </a:lnTo>
                        <a:lnTo>
                          <a:pt x="220" y="282"/>
                        </a:lnTo>
                        <a:lnTo>
                          <a:pt x="234" y="293"/>
                        </a:lnTo>
                        <a:lnTo>
                          <a:pt x="248" y="305"/>
                        </a:lnTo>
                        <a:lnTo>
                          <a:pt x="261" y="317"/>
                        </a:lnTo>
                        <a:lnTo>
                          <a:pt x="272" y="330"/>
                        </a:lnTo>
                        <a:lnTo>
                          <a:pt x="284" y="344"/>
                        </a:lnTo>
                        <a:lnTo>
                          <a:pt x="296" y="357"/>
                        </a:lnTo>
                        <a:lnTo>
                          <a:pt x="305" y="372"/>
                        </a:lnTo>
                        <a:lnTo>
                          <a:pt x="316" y="386"/>
                        </a:lnTo>
                        <a:lnTo>
                          <a:pt x="325" y="402"/>
                        </a:lnTo>
                        <a:lnTo>
                          <a:pt x="332" y="418"/>
                        </a:lnTo>
                        <a:lnTo>
                          <a:pt x="341" y="435"/>
                        </a:lnTo>
                        <a:lnTo>
                          <a:pt x="347" y="451"/>
                        </a:lnTo>
                        <a:lnTo>
                          <a:pt x="352" y="468"/>
                        </a:lnTo>
                        <a:lnTo>
                          <a:pt x="358" y="486"/>
                        </a:lnTo>
                        <a:lnTo>
                          <a:pt x="362" y="503"/>
                        </a:lnTo>
                        <a:lnTo>
                          <a:pt x="365" y="522"/>
                        </a:lnTo>
                        <a:lnTo>
                          <a:pt x="367" y="541"/>
                        </a:lnTo>
                        <a:lnTo>
                          <a:pt x="368" y="559"/>
                        </a:lnTo>
                        <a:lnTo>
                          <a:pt x="369" y="578"/>
                        </a:lnTo>
                        <a:lnTo>
                          <a:pt x="577" y="578"/>
                        </a:lnTo>
                        <a:close/>
                      </a:path>
                    </a:pathLst>
                  </a:custGeom>
                  <a:solidFill>
                    <a:srgbClr val="EF2B2F"/>
                  </a:solidFill>
                  <a:ln>
                    <a:noFill/>
                  </a:ln>
                </p:spPr>
                <p:txBody>
                  <a:bodyPr/>
                  <a:lstStyle/>
                  <a:p>
                    <a:pPr>
                      <a:defRPr/>
                    </a:pPr>
                    <a:endParaRPr lang="en-US" sz="1050">
                      <a:latin typeface="+mj-lt"/>
                    </a:endParaRPr>
                  </a:p>
                </p:txBody>
              </p:sp>
              <p:sp>
                <p:nvSpPr>
                  <p:cNvPr id="41474" name="Freeform 611">
                    <a:extLst>
                      <a:ext uri="{FF2B5EF4-FFF2-40B4-BE49-F238E27FC236}">
                        <a16:creationId xmlns="" xmlns:a16="http://schemas.microsoft.com/office/drawing/2014/main" id="{44A9AF55-B740-A1A6-8A78-69C105FD06D9}"/>
                      </a:ext>
                    </a:extLst>
                  </p:cNvPr>
                  <p:cNvSpPr>
                    <a:spLocks/>
                  </p:cNvSpPr>
                  <p:nvPr/>
                </p:nvSpPr>
                <p:spPr bwMode="auto">
                  <a:xfrm>
                    <a:off x="1635" y="2597"/>
                    <a:ext cx="21" cy="22"/>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0" y="578"/>
                        </a:moveTo>
                        <a:lnTo>
                          <a:pt x="0" y="578"/>
                        </a:lnTo>
                        <a:lnTo>
                          <a:pt x="29" y="577"/>
                        </a:lnTo>
                        <a:lnTo>
                          <a:pt x="58" y="574"/>
                        </a:lnTo>
                        <a:lnTo>
                          <a:pt x="87" y="570"/>
                        </a:lnTo>
                        <a:lnTo>
                          <a:pt x="116" y="565"/>
                        </a:lnTo>
                        <a:lnTo>
                          <a:pt x="143" y="558"/>
                        </a:lnTo>
                        <a:lnTo>
                          <a:pt x="171" y="551"/>
                        </a:lnTo>
                        <a:lnTo>
                          <a:pt x="198" y="542"/>
                        </a:lnTo>
                        <a:lnTo>
                          <a:pt x="224" y="532"/>
                        </a:lnTo>
                        <a:lnTo>
                          <a:pt x="250" y="520"/>
                        </a:lnTo>
                        <a:lnTo>
                          <a:pt x="275" y="507"/>
                        </a:lnTo>
                        <a:lnTo>
                          <a:pt x="299" y="493"/>
                        </a:lnTo>
                        <a:lnTo>
                          <a:pt x="322" y="479"/>
                        </a:lnTo>
                        <a:lnTo>
                          <a:pt x="345" y="463"/>
                        </a:lnTo>
                        <a:lnTo>
                          <a:pt x="367" y="445"/>
                        </a:lnTo>
                        <a:lnTo>
                          <a:pt x="387" y="427"/>
                        </a:lnTo>
                        <a:lnTo>
                          <a:pt x="408" y="408"/>
                        </a:lnTo>
                        <a:lnTo>
                          <a:pt x="427" y="388"/>
                        </a:lnTo>
                        <a:lnTo>
                          <a:pt x="445" y="367"/>
                        </a:lnTo>
                        <a:lnTo>
                          <a:pt x="462" y="345"/>
                        </a:lnTo>
                        <a:lnTo>
                          <a:pt x="478" y="323"/>
                        </a:lnTo>
                        <a:lnTo>
                          <a:pt x="493" y="299"/>
                        </a:lnTo>
                        <a:lnTo>
                          <a:pt x="507" y="275"/>
                        </a:lnTo>
                        <a:lnTo>
                          <a:pt x="520" y="250"/>
                        </a:lnTo>
                        <a:lnTo>
                          <a:pt x="531" y="225"/>
                        </a:lnTo>
                        <a:lnTo>
                          <a:pt x="542" y="198"/>
                        </a:lnTo>
                        <a:lnTo>
                          <a:pt x="550" y="172"/>
                        </a:lnTo>
                        <a:lnTo>
                          <a:pt x="558" y="144"/>
                        </a:lnTo>
                        <a:lnTo>
                          <a:pt x="565" y="116"/>
                        </a:lnTo>
                        <a:lnTo>
                          <a:pt x="571" y="87"/>
                        </a:lnTo>
                        <a:lnTo>
                          <a:pt x="574" y="59"/>
                        </a:lnTo>
                        <a:lnTo>
                          <a:pt x="576" y="30"/>
                        </a:lnTo>
                        <a:lnTo>
                          <a:pt x="577" y="0"/>
                        </a:lnTo>
                        <a:lnTo>
                          <a:pt x="369" y="0"/>
                        </a:lnTo>
                        <a:lnTo>
                          <a:pt x="368" y="19"/>
                        </a:lnTo>
                        <a:lnTo>
                          <a:pt x="367" y="37"/>
                        </a:lnTo>
                        <a:lnTo>
                          <a:pt x="365" y="57"/>
                        </a:lnTo>
                        <a:lnTo>
                          <a:pt x="362" y="75"/>
                        </a:lnTo>
                        <a:lnTo>
                          <a:pt x="358" y="92"/>
                        </a:lnTo>
                        <a:lnTo>
                          <a:pt x="352" y="110"/>
                        </a:lnTo>
                        <a:lnTo>
                          <a:pt x="347" y="127"/>
                        </a:lnTo>
                        <a:lnTo>
                          <a:pt x="341" y="143"/>
                        </a:lnTo>
                        <a:lnTo>
                          <a:pt x="332" y="160"/>
                        </a:lnTo>
                        <a:lnTo>
                          <a:pt x="325" y="176"/>
                        </a:lnTo>
                        <a:lnTo>
                          <a:pt x="316" y="191"/>
                        </a:lnTo>
                        <a:lnTo>
                          <a:pt x="305" y="206"/>
                        </a:lnTo>
                        <a:lnTo>
                          <a:pt x="296" y="221"/>
                        </a:lnTo>
                        <a:lnTo>
                          <a:pt x="284" y="234"/>
                        </a:lnTo>
                        <a:lnTo>
                          <a:pt x="272" y="248"/>
                        </a:lnTo>
                        <a:lnTo>
                          <a:pt x="261" y="261"/>
                        </a:lnTo>
                        <a:lnTo>
                          <a:pt x="248" y="273"/>
                        </a:lnTo>
                        <a:lnTo>
                          <a:pt x="234" y="285"/>
                        </a:lnTo>
                        <a:lnTo>
                          <a:pt x="220" y="295"/>
                        </a:lnTo>
                        <a:lnTo>
                          <a:pt x="206" y="306"/>
                        </a:lnTo>
                        <a:lnTo>
                          <a:pt x="190" y="315"/>
                        </a:lnTo>
                        <a:lnTo>
                          <a:pt x="175" y="325"/>
                        </a:lnTo>
                        <a:lnTo>
                          <a:pt x="159" y="333"/>
                        </a:lnTo>
                        <a:lnTo>
                          <a:pt x="143" y="340"/>
                        </a:lnTo>
                        <a:lnTo>
                          <a:pt x="126" y="346"/>
                        </a:lnTo>
                        <a:lnTo>
                          <a:pt x="109" y="353"/>
                        </a:lnTo>
                        <a:lnTo>
                          <a:pt x="92" y="358"/>
                        </a:lnTo>
                        <a:lnTo>
                          <a:pt x="74" y="362"/>
                        </a:lnTo>
                        <a:lnTo>
                          <a:pt x="56" y="364"/>
                        </a:lnTo>
                        <a:lnTo>
                          <a:pt x="38" y="368"/>
                        </a:lnTo>
                        <a:lnTo>
                          <a:pt x="19" y="369"/>
                        </a:lnTo>
                        <a:lnTo>
                          <a:pt x="0" y="369"/>
                        </a:lnTo>
                        <a:lnTo>
                          <a:pt x="0" y="578"/>
                        </a:lnTo>
                        <a:close/>
                      </a:path>
                    </a:pathLst>
                  </a:custGeom>
                  <a:solidFill>
                    <a:srgbClr val="EF2B2F"/>
                  </a:solidFill>
                  <a:ln>
                    <a:noFill/>
                  </a:ln>
                </p:spPr>
                <p:txBody>
                  <a:bodyPr/>
                  <a:lstStyle/>
                  <a:p>
                    <a:pPr>
                      <a:defRPr/>
                    </a:pPr>
                    <a:endParaRPr lang="en-US" sz="1050">
                      <a:latin typeface="+mj-lt"/>
                    </a:endParaRPr>
                  </a:p>
                </p:txBody>
              </p:sp>
              <p:sp>
                <p:nvSpPr>
                  <p:cNvPr id="41475" name="Freeform 612">
                    <a:extLst>
                      <a:ext uri="{FF2B5EF4-FFF2-40B4-BE49-F238E27FC236}">
                        <a16:creationId xmlns="" xmlns:a16="http://schemas.microsoft.com/office/drawing/2014/main" id="{F91014EA-C680-BBEF-C131-8D01BA882512}"/>
                      </a:ext>
                    </a:extLst>
                  </p:cNvPr>
                  <p:cNvSpPr>
                    <a:spLocks/>
                  </p:cNvSpPr>
                  <p:nvPr/>
                </p:nvSpPr>
                <p:spPr bwMode="auto">
                  <a:xfrm>
                    <a:off x="1612" y="2597"/>
                    <a:ext cx="23" cy="22"/>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0" y="0"/>
                        </a:moveTo>
                        <a:lnTo>
                          <a:pt x="0" y="0"/>
                        </a:lnTo>
                        <a:lnTo>
                          <a:pt x="0" y="29"/>
                        </a:lnTo>
                        <a:lnTo>
                          <a:pt x="3" y="59"/>
                        </a:lnTo>
                        <a:lnTo>
                          <a:pt x="7" y="87"/>
                        </a:lnTo>
                        <a:lnTo>
                          <a:pt x="12" y="116"/>
                        </a:lnTo>
                        <a:lnTo>
                          <a:pt x="18" y="144"/>
                        </a:lnTo>
                        <a:lnTo>
                          <a:pt x="26" y="171"/>
                        </a:lnTo>
                        <a:lnTo>
                          <a:pt x="35" y="198"/>
                        </a:lnTo>
                        <a:lnTo>
                          <a:pt x="46" y="225"/>
                        </a:lnTo>
                        <a:lnTo>
                          <a:pt x="57" y="250"/>
                        </a:lnTo>
                        <a:lnTo>
                          <a:pt x="70" y="275"/>
                        </a:lnTo>
                        <a:lnTo>
                          <a:pt x="83" y="299"/>
                        </a:lnTo>
                        <a:lnTo>
                          <a:pt x="98" y="323"/>
                        </a:lnTo>
                        <a:lnTo>
                          <a:pt x="115" y="345"/>
                        </a:lnTo>
                        <a:lnTo>
                          <a:pt x="132" y="367"/>
                        </a:lnTo>
                        <a:lnTo>
                          <a:pt x="150" y="388"/>
                        </a:lnTo>
                        <a:lnTo>
                          <a:pt x="169" y="408"/>
                        </a:lnTo>
                        <a:lnTo>
                          <a:pt x="189" y="427"/>
                        </a:lnTo>
                        <a:lnTo>
                          <a:pt x="210" y="445"/>
                        </a:lnTo>
                        <a:lnTo>
                          <a:pt x="231" y="463"/>
                        </a:lnTo>
                        <a:lnTo>
                          <a:pt x="255" y="479"/>
                        </a:lnTo>
                        <a:lnTo>
                          <a:pt x="277" y="493"/>
                        </a:lnTo>
                        <a:lnTo>
                          <a:pt x="302" y="507"/>
                        </a:lnTo>
                        <a:lnTo>
                          <a:pt x="327" y="520"/>
                        </a:lnTo>
                        <a:lnTo>
                          <a:pt x="353" y="532"/>
                        </a:lnTo>
                        <a:lnTo>
                          <a:pt x="378" y="542"/>
                        </a:lnTo>
                        <a:lnTo>
                          <a:pt x="405" y="551"/>
                        </a:lnTo>
                        <a:lnTo>
                          <a:pt x="433" y="558"/>
                        </a:lnTo>
                        <a:lnTo>
                          <a:pt x="461" y="565"/>
                        </a:lnTo>
                        <a:lnTo>
                          <a:pt x="489" y="570"/>
                        </a:lnTo>
                        <a:lnTo>
                          <a:pt x="518" y="574"/>
                        </a:lnTo>
                        <a:lnTo>
                          <a:pt x="548" y="577"/>
                        </a:lnTo>
                        <a:lnTo>
                          <a:pt x="577" y="578"/>
                        </a:lnTo>
                        <a:lnTo>
                          <a:pt x="577" y="369"/>
                        </a:lnTo>
                        <a:lnTo>
                          <a:pt x="557" y="369"/>
                        </a:lnTo>
                        <a:lnTo>
                          <a:pt x="538" y="368"/>
                        </a:lnTo>
                        <a:lnTo>
                          <a:pt x="520" y="364"/>
                        </a:lnTo>
                        <a:lnTo>
                          <a:pt x="502" y="362"/>
                        </a:lnTo>
                        <a:lnTo>
                          <a:pt x="484" y="358"/>
                        </a:lnTo>
                        <a:lnTo>
                          <a:pt x="467" y="353"/>
                        </a:lnTo>
                        <a:lnTo>
                          <a:pt x="450" y="346"/>
                        </a:lnTo>
                        <a:lnTo>
                          <a:pt x="434" y="340"/>
                        </a:lnTo>
                        <a:lnTo>
                          <a:pt x="417" y="333"/>
                        </a:lnTo>
                        <a:lnTo>
                          <a:pt x="401" y="325"/>
                        </a:lnTo>
                        <a:lnTo>
                          <a:pt x="386" y="315"/>
                        </a:lnTo>
                        <a:lnTo>
                          <a:pt x="371" y="306"/>
                        </a:lnTo>
                        <a:lnTo>
                          <a:pt x="356" y="295"/>
                        </a:lnTo>
                        <a:lnTo>
                          <a:pt x="342" y="285"/>
                        </a:lnTo>
                        <a:lnTo>
                          <a:pt x="329" y="273"/>
                        </a:lnTo>
                        <a:lnTo>
                          <a:pt x="317" y="261"/>
                        </a:lnTo>
                        <a:lnTo>
                          <a:pt x="304" y="248"/>
                        </a:lnTo>
                        <a:lnTo>
                          <a:pt x="292" y="234"/>
                        </a:lnTo>
                        <a:lnTo>
                          <a:pt x="280" y="221"/>
                        </a:lnTo>
                        <a:lnTo>
                          <a:pt x="271" y="206"/>
                        </a:lnTo>
                        <a:lnTo>
                          <a:pt x="261" y="191"/>
                        </a:lnTo>
                        <a:lnTo>
                          <a:pt x="252" y="176"/>
                        </a:lnTo>
                        <a:lnTo>
                          <a:pt x="244" y="160"/>
                        </a:lnTo>
                        <a:lnTo>
                          <a:pt x="237" y="143"/>
                        </a:lnTo>
                        <a:lnTo>
                          <a:pt x="230" y="127"/>
                        </a:lnTo>
                        <a:lnTo>
                          <a:pt x="224" y="110"/>
                        </a:lnTo>
                        <a:lnTo>
                          <a:pt x="219" y="93"/>
                        </a:lnTo>
                        <a:lnTo>
                          <a:pt x="215" y="75"/>
                        </a:lnTo>
                        <a:lnTo>
                          <a:pt x="212" y="57"/>
                        </a:lnTo>
                        <a:lnTo>
                          <a:pt x="209" y="38"/>
                        </a:lnTo>
                        <a:lnTo>
                          <a:pt x="208" y="19"/>
                        </a:lnTo>
                        <a:lnTo>
                          <a:pt x="208" y="0"/>
                        </a:lnTo>
                        <a:lnTo>
                          <a:pt x="0" y="0"/>
                        </a:lnTo>
                        <a:close/>
                      </a:path>
                    </a:pathLst>
                  </a:custGeom>
                  <a:solidFill>
                    <a:srgbClr val="EF2B2F"/>
                  </a:solidFill>
                  <a:ln>
                    <a:noFill/>
                  </a:ln>
                </p:spPr>
                <p:txBody>
                  <a:bodyPr/>
                  <a:lstStyle/>
                  <a:p>
                    <a:pPr>
                      <a:defRPr/>
                    </a:pPr>
                    <a:endParaRPr lang="en-US" sz="1050">
                      <a:latin typeface="+mj-lt"/>
                    </a:endParaRPr>
                  </a:p>
                </p:txBody>
              </p:sp>
              <p:sp>
                <p:nvSpPr>
                  <p:cNvPr id="41476" name="Freeform 613">
                    <a:extLst>
                      <a:ext uri="{FF2B5EF4-FFF2-40B4-BE49-F238E27FC236}">
                        <a16:creationId xmlns="" xmlns:a16="http://schemas.microsoft.com/office/drawing/2014/main" id="{339AF2BA-7D46-9DB2-7B61-AE13E753F0BB}"/>
                      </a:ext>
                    </a:extLst>
                  </p:cNvPr>
                  <p:cNvSpPr>
                    <a:spLocks/>
                  </p:cNvSpPr>
                  <p:nvPr/>
                </p:nvSpPr>
                <p:spPr bwMode="auto">
                  <a:xfrm>
                    <a:off x="1612" y="2574"/>
                    <a:ext cx="23" cy="23"/>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577" y="0"/>
                        </a:moveTo>
                        <a:lnTo>
                          <a:pt x="577" y="0"/>
                        </a:lnTo>
                        <a:lnTo>
                          <a:pt x="547" y="2"/>
                        </a:lnTo>
                        <a:lnTo>
                          <a:pt x="518" y="4"/>
                        </a:lnTo>
                        <a:lnTo>
                          <a:pt x="489" y="8"/>
                        </a:lnTo>
                        <a:lnTo>
                          <a:pt x="461" y="13"/>
                        </a:lnTo>
                        <a:lnTo>
                          <a:pt x="433" y="20"/>
                        </a:lnTo>
                        <a:lnTo>
                          <a:pt x="405" y="27"/>
                        </a:lnTo>
                        <a:lnTo>
                          <a:pt x="378" y="36"/>
                        </a:lnTo>
                        <a:lnTo>
                          <a:pt x="353" y="46"/>
                        </a:lnTo>
                        <a:lnTo>
                          <a:pt x="327" y="58"/>
                        </a:lnTo>
                        <a:lnTo>
                          <a:pt x="302" y="71"/>
                        </a:lnTo>
                        <a:lnTo>
                          <a:pt x="277" y="85"/>
                        </a:lnTo>
                        <a:lnTo>
                          <a:pt x="255" y="100"/>
                        </a:lnTo>
                        <a:lnTo>
                          <a:pt x="231" y="117"/>
                        </a:lnTo>
                        <a:lnTo>
                          <a:pt x="210" y="133"/>
                        </a:lnTo>
                        <a:lnTo>
                          <a:pt x="189" y="151"/>
                        </a:lnTo>
                        <a:lnTo>
                          <a:pt x="170" y="170"/>
                        </a:lnTo>
                        <a:lnTo>
                          <a:pt x="150" y="190"/>
                        </a:lnTo>
                        <a:lnTo>
                          <a:pt x="132" y="211"/>
                        </a:lnTo>
                        <a:lnTo>
                          <a:pt x="115" y="233"/>
                        </a:lnTo>
                        <a:lnTo>
                          <a:pt x="98" y="255"/>
                        </a:lnTo>
                        <a:lnTo>
                          <a:pt x="83" y="279"/>
                        </a:lnTo>
                        <a:lnTo>
                          <a:pt x="70" y="303"/>
                        </a:lnTo>
                        <a:lnTo>
                          <a:pt x="57" y="328"/>
                        </a:lnTo>
                        <a:lnTo>
                          <a:pt x="46" y="353"/>
                        </a:lnTo>
                        <a:lnTo>
                          <a:pt x="35" y="380"/>
                        </a:lnTo>
                        <a:lnTo>
                          <a:pt x="26" y="406"/>
                        </a:lnTo>
                        <a:lnTo>
                          <a:pt x="18" y="434"/>
                        </a:lnTo>
                        <a:lnTo>
                          <a:pt x="12" y="462"/>
                        </a:lnTo>
                        <a:lnTo>
                          <a:pt x="7" y="491"/>
                        </a:lnTo>
                        <a:lnTo>
                          <a:pt x="3" y="519"/>
                        </a:lnTo>
                        <a:lnTo>
                          <a:pt x="0" y="549"/>
                        </a:lnTo>
                        <a:lnTo>
                          <a:pt x="0" y="578"/>
                        </a:lnTo>
                        <a:lnTo>
                          <a:pt x="208" y="578"/>
                        </a:lnTo>
                        <a:lnTo>
                          <a:pt x="208" y="559"/>
                        </a:lnTo>
                        <a:lnTo>
                          <a:pt x="209" y="540"/>
                        </a:lnTo>
                        <a:lnTo>
                          <a:pt x="212" y="522"/>
                        </a:lnTo>
                        <a:lnTo>
                          <a:pt x="215" y="503"/>
                        </a:lnTo>
                        <a:lnTo>
                          <a:pt x="219" y="485"/>
                        </a:lnTo>
                        <a:lnTo>
                          <a:pt x="224" y="468"/>
                        </a:lnTo>
                        <a:lnTo>
                          <a:pt x="230" y="451"/>
                        </a:lnTo>
                        <a:lnTo>
                          <a:pt x="237" y="435"/>
                        </a:lnTo>
                        <a:lnTo>
                          <a:pt x="244" y="418"/>
                        </a:lnTo>
                        <a:lnTo>
                          <a:pt x="252" y="402"/>
                        </a:lnTo>
                        <a:lnTo>
                          <a:pt x="261" y="387"/>
                        </a:lnTo>
                        <a:lnTo>
                          <a:pt x="271" y="372"/>
                        </a:lnTo>
                        <a:lnTo>
                          <a:pt x="280" y="357"/>
                        </a:lnTo>
                        <a:lnTo>
                          <a:pt x="292" y="344"/>
                        </a:lnTo>
                        <a:lnTo>
                          <a:pt x="304" y="330"/>
                        </a:lnTo>
                        <a:lnTo>
                          <a:pt x="316" y="317"/>
                        </a:lnTo>
                        <a:lnTo>
                          <a:pt x="329" y="305"/>
                        </a:lnTo>
                        <a:lnTo>
                          <a:pt x="342" y="293"/>
                        </a:lnTo>
                        <a:lnTo>
                          <a:pt x="356" y="282"/>
                        </a:lnTo>
                        <a:lnTo>
                          <a:pt x="371" y="272"/>
                        </a:lnTo>
                        <a:lnTo>
                          <a:pt x="386" y="263"/>
                        </a:lnTo>
                        <a:lnTo>
                          <a:pt x="401" y="253"/>
                        </a:lnTo>
                        <a:lnTo>
                          <a:pt x="417" y="246"/>
                        </a:lnTo>
                        <a:lnTo>
                          <a:pt x="434" y="238"/>
                        </a:lnTo>
                        <a:lnTo>
                          <a:pt x="450" y="232"/>
                        </a:lnTo>
                        <a:lnTo>
                          <a:pt x="467" y="225"/>
                        </a:lnTo>
                        <a:lnTo>
                          <a:pt x="485" y="220"/>
                        </a:lnTo>
                        <a:lnTo>
                          <a:pt x="502" y="216"/>
                        </a:lnTo>
                        <a:lnTo>
                          <a:pt x="520" y="214"/>
                        </a:lnTo>
                        <a:lnTo>
                          <a:pt x="539" y="210"/>
                        </a:lnTo>
                        <a:lnTo>
                          <a:pt x="557" y="209"/>
                        </a:lnTo>
                        <a:lnTo>
                          <a:pt x="577" y="209"/>
                        </a:lnTo>
                        <a:lnTo>
                          <a:pt x="577" y="0"/>
                        </a:lnTo>
                        <a:close/>
                      </a:path>
                    </a:pathLst>
                  </a:custGeom>
                  <a:solidFill>
                    <a:srgbClr val="EF2B2F"/>
                  </a:solidFill>
                  <a:ln>
                    <a:noFill/>
                  </a:ln>
                </p:spPr>
                <p:txBody>
                  <a:bodyPr/>
                  <a:lstStyle/>
                  <a:p>
                    <a:pPr>
                      <a:defRPr/>
                    </a:pPr>
                    <a:endParaRPr lang="en-US" sz="1050">
                      <a:latin typeface="+mj-lt"/>
                    </a:endParaRPr>
                  </a:p>
                </p:txBody>
              </p:sp>
              <p:sp>
                <p:nvSpPr>
                  <p:cNvPr id="41477" name="Freeform 614">
                    <a:extLst>
                      <a:ext uri="{FF2B5EF4-FFF2-40B4-BE49-F238E27FC236}">
                        <a16:creationId xmlns="" xmlns:a16="http://schemas.microsoft.com/office/drawing/2014/main" id="{5BED5A07-6EEE-7DAC-8974-ABB6A6F9A76B}"/>
                      </a:ext>
                    </a:extLst>
                  </p:cNvPr>
                  <p:cNvSpPr>
                    <a:spLocks/>
                  </p:cNvSpPr>
                  <p:nvPr/>
                </p:nvSpPr>
                <p:spPr bwMode="auto">
                  <a:xfrm>
                    <a:off x="1579" y="2589"/>
                    <a:ext cx="39" cy="37"/>
                  </a:xfrm>
                  <a:custGeom>
                    <a:avLst/>
                    <a:gdLst>
                      <a:gd name="T0" fmla="*/ 0 w 946"/>
                      <a:gd name="T1" fmla="*/ 0 h 946"/>
                      <a:gd name="T2" fmla="*/ 0 w 946"/>
                      <a:gd name="T3" fmla="*/ 0 h 946"/>
                      <a:gd name="T4" fmla="*/ 0 w 946"/>
                      <a:gd name="T5" fmla="*/ 0 h 946"/>
                      <a:gd name="T6" fmla="*/ 0 w 946"/>
                      <a:gd name="T7" fmla="*/ 0 h 946"/>
                      <a:gd name="T8" fmla="*/ 0 w 946"/>
                      <a:gd name="T9" fmla="*/ 0 h 946"/>
                      <a:gd name="T10" fmla="*/ 0 w 946"/>
                      <a:gd name="T11" fmla="*/ 0 h 946"/>
                      <a:gd name="T12" fmla="*/ 0 w 946"/>
                      <a:gd name="T13" fmla="*/ 0 h 946"/>
                      <a:gd name="T14" fmla="*/ 0 w 946"/>
                      <a:gd name="T15" fmla="*/ 0 h 946"/>
                      <a:gd name="T16" fmla="*/ 0 w 946"/>
                      <a:gd name="T17" fmla="*/ 0 h 946"/>
                      <a:gd name="T18" fmla="*/ 0 w 946"/>
                      <a:gd name="T19" fmla="*/ 0 h 946"/>
                      <a:gd name="T20" fmla="*/ 0 w 946"/>
                      <a:gd name="T21" fmla="*/ 0 h 946"/>
                      <a:gd name="T22" fmla="*/ 0 w 946"/>
                      <a:gd name="T23" fmla="*/ 0 h 946"/>
                      <a:gd name="T24" fmla="*/ 0 w 946"/>
                      <a:gd name="T25" fmla="*/ 0 h 946"/>
                      <a:gd name="T26" fmla="*/ 0 w 946"/>
                      <a:gd name="T27" fmla="*/ 0 h 946"/>
                      <a:gd name="T28" fmla="*/ 0 w 946"/>
                      <a:gd name="T29" fmla="*/ 0 h 946"/>
                      <a:gd name="T30" fmla="*/ 0 w 946"/>
                      <a:gd name="T31" fmla="*/ 0 h 946"/>
                      <a:gd name="T32" fmla="*/ 0 w 946"/>
                      <a:gd name="T33" fmla="*/ 0 h 946"/>
                      <a:gd name="T34" fmla="*/ 0 w 946"/>
                      <a:gd name="T35" fmla="*/ 0 h 946"/>
                      <a:gd name="T36" fmla="*/ 0 w 946"/>
                      <a:gd name="T37" fmla="*/ 0 h 946"/>
                      <a:gd name="T38" fmla="*/ 0 w 946"/>
                      <a:gd name="T39" fmla="*/ 0 h 946"/>
                      <a:gd name="T40" fmla="*/ 0 w 946"/>
                      <a:gd name="T41" fmla="*/ 0 h 946"/>
                      <a:gd name="T42" fmla="*/ 0 w 946"/>
                      <a:gd name="T43" fmla="*/ 0 h 946"/>
                      <a:gd name="T44" fmla="*/ 0 w 946"/>
                      <a:gd name="T45" fmla="*/ 0 h 946"/>
                      <a:gd name="T46" fmla="*/ 0 w 946"/>
                      <a:gd name="T47" fmla="*/ 0 h 946"/>
                      <a:gd name="T48" fmla="*/ 0 w 946"/>
                      <a:gd name="T49" fmla="*/ 0 h 946"/>
                      <a:gd name="T50" fmla="*/ 0 w 946"/>
                      <a:gd name="T51" fmla="*/ 0 h 946"/>
                      <a:gd name="T52" fmla="*/ 0 w 946"/>
                      <a:gd name="T53" fmla="*/ 0 h 946"/>
                      <a:gd name="T54" fmla="*/ 0 w 946"/>
                      <a:gd name="T55" fmla="*/ 0 h 946"/>
                      <a:gd name="T56" fmla="*/ 0 w 946"/>
                      <a:gd name="T57" fmla="*/ 0 h 946"/>
                      <a:gd name="T58" fmla="*/ 0 w 946"/>
                      <a:gd name="T59" fmla="*/ 0 h 946"/>
                      <a:gd name="T60" fmla="*/ 0 w 946"/>
                      <a:gd name="T61" fmla="*/ 0 h 946"/>
                      <a:gd name="T62" fmla="*/ 0 w 946"/>
                      <a:gd name="T63" fmla="*/ 0 h 946"/>
                      <a:gd name="T64" fmla="*/ 0 w 946"/>
                      <a:gd name="T65" fmla="*/ 0 h 946"/>
                      <a:gd name="T66" fmla="*/ 0 w 946"/>
                      <a:gd name="T67" fmla="*/ 0 h 946"/>
                      <a:gd name="T68" fmla="*/ 0 w 946"/>
                      <a:gd name="T69" fmla="*/ 0 h 946"/>
                      <a:gd name="T70" fmla="*/ 0 w 946"/>
                      <a:gd name="T71" fmla="*/ 0 h 946"/>
                      <a:gd name="T72" fmla="*/ 0 w 946"/>
                      <a:gd name="T73" fmla="*/ 0 h 946"/>
                      <a:gd name="T74" fmla="*/ 0 w 946"/>
                      <a:gd name="T75" fmla="*/ 0 h 946"/>
                      <a:gd name="T76" fmla="*/ 0 w 946"/>
                      <a:gd name="T77" fmla="*/ 0 h 946"/>
                      <a:gd name="T78" fmla="*/ 0 w 946"/>
                      <a:gd name="T79" fmla="*/ 0 h 946"/>
                      <a:gd name="T80" fmla="*/ 0 w 946"/>
                      <a:gd name="T81" fmla="*/ 0 h 946"/>
                      <a:gd name="T82" fmla="*/ 0 w 946"/>
                      <a:gd name="T83" fmla="*/ 0 h 946"/>
                      <a:gd name="T84" fmla="*/ 0 w 946"/>
                      <a:gd name="T85" fmla="*/ 0 h 94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6"/>
                      <a:gd name="T130" fmla="*/ 0 h 946"/>
                      <a:gd name="T131" fmla="*/ 946 w 946"/>
                      <a:gd name="T132" fmla="*/ 946 h 94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6" h="946">
                        <a:moveTo>
                          <a:pt x="473" y="0"/>
                        </a:moveTo>
                        <a:lnTo>
                          <a:pt x="497" y="1"/>
                        </a:lnTo>
                        <a:lnTo>
                          <a:pt x="521" y="2"/>
                        </a:lnTo>
                        <a:lnTo>
                          <a:pt x="545" y="5"/>
                        </a:lnTo>
                        <a:lnTo>
                          <a:pt x="568" y="9"/>
                        </a:lnTo>
                        <a:lnTo>
                          <a:pt x="591" y="15"/>
                        </a:lnTo>
                        <a:lnTo>
                          <a:pt x="613" y="21"/>
                        </a:lnTo>
                        <a:lnTo>
                          <a:pt x="635" y="29"/>
                        </a:lnTo>
                        <a:lnTo>
                          <a:pt x="657" y="37"/>
                        </a:lnTo>
                        <a:lnTo>
                          <a:pt x="678" y="47"/>
                        </a:lnTo>
                        <a:lnTo>
                          <a:pt x="698" y="57"/>
                        </a:lnTo>
                        <a:lnTo>
                          <a:pt x="718" y="69"/>
                        </a:lnTo>
                        <a:lnTo>
                          <a:pt x="738" y="81"/>
                        </a:lnTo>
                        <a:lnTo>
                          <a:pt x="756" y="94"/>
                        </a:lnTo>
                        <a:lnTo>
                          <a:pt x="774" y="109"/>
                        </a:lnTo>
                        <a:lnTo>
                          <a:pt x="791" y="123"/>
                        </a:lnTo>
                        <a:lnTo>
                          <a:pt x="807" y="138"/>
                        </a:lnTo>
                        <a:lnTo>
                          <a:pt x="823" y="155"/>
                        </a:lnTo>
                        <a:lnTo>
                          <a:pt x="838" y="172"/>
                        </a:lnTo>
                        <a:lnTo>
                          <a:pt x="852" y="191"/>
                        </a:lnTo>
                        <a:lnTo>
                          <a:pt x="865" y="209"/>
                        </a:lnTo>
                        <a:lnTo>
                          <a:pt x="877" y="228"/>
                        </a:lnTo>
                        <a:lnTo>
                          <a:pt x="889" y="248"/>
                        </a:lnTo>
                        <a:lnTo>
                          <a:pt x="899" y="268"/>
                        </a:lnTo>
                        <a:lnTo>
                          <a:pt x="909" y="289"/>
                        </a:lnTo>
                        <a:lnTo>
                          <a:pt x="918" y="311"/>
                        </a:lnTo>
                        <a:lnTo>
                          <a:pt x="925" y="332"/>
                        </a:lnTo>
                        <a:lnTo>
                          <a:pt x="931" y="355"/>
                        </a:lnTo>
                        <a:lnTo>
                          <a:pt x="937" y="378"/>
                        </a:lnTo>
                        <a:lnTo>
                          <a:pt x="940" y="402"/>
                        </a:lnTo>
                        <a:lnTo>
                          <a:pt x="943" y="425"/>
                        </a:lnTo>
                        <a:lnTo>
                          <a:pt x="945" y="448"/>
                        </a:lnTo>
                        <a:lnTo>
                          <a:pt x="946" y="473"/>
                        </a:lnTo>
                        <a:lnTo>
                          <a:pt x="945" y="497"/>
                        </a:lnTo>
                        <a:lnTo>
                          <a:pt x="943" y="521"/>
                        </a:lnTo>
                        <a:lnTo>
                          <a:pt x="940" y="544"/>
                        </a:lnTo>
                        <a:lnTo>
                          <a:pt x="937" y="568"/>
                        </a:lnTo>
                        <a:lnTo>
                          <a:pt x="931" y="591"/>
                        </a:lnTo>
                        <a:lnTo>
                          <a:pt x="925" y="614"/>
                        </a:lnTo>
                        <a:lnTo>
                          <a:pt x="918" y="635"/>
                        </a:lnTo>
                        <a:lnTo>
                          <a:pt x="909" y="657"/>
                        </a:lnTo>
                        <a:lnTo>
                          <a:pt x="899" y="678"/>
                        </a:lnTo>
                        <a:lnTo>
                          <a:pt x="889" y="698"/>
                        </a:lnTo>
                        <a:lnTo>
                          <a:pt x="877" y="718"/>
                        </a:lnTo>
                        <a:lnTo>
                          <a:pt x="865" y="737"/>
                        </a:lnTo>
                        <a:lnTo>
                          <a:pt x="852" y="755"/>
                        </a:lnTo>
                        <a:lnTo>
                          <a:pt x="838" y="773"/>
                        </a:lnTo>
                        <a:lnTo>
                          <a:pt x="823" y="791"/>
                        </a:lnTo>
                        <a:lnTo>
                          <a:pt x="807" y="808"/>
                        </a:lnTo>
                        <a:lnTo>
                          <a:pt x="791" y="822"/>
                        </a:lnTo>
                        <a:lnTo>
                          <a:pt x="774" y="837"/>
                        </a:lnTo>
                        <a:lnTo>
                          <a:pt x="756" y="852"/>
                        </a:lnTo>
                        <a:lnTo>
                          <a:pt x="738" y="865"/>
                        </a:lnTo>
                        <a:lnTo>
                          <a:pt x="718" y="878"/>
                        </a:lnTo>
                        <a:lnTo>
                          <a:pt x="698" y="889"/>
                        </a:lnTo>
                        <a:lnTo>
                          <a:pt x="678" y="899"/>
                        </a:lnTo>
                        <a:lnTo>
                          <a:pt x="657" y="909"/>
                        </a:lnTo>
                        <a:lnTo>
                          <a:pt x="635" y="917"/>
                        </a:lnTo>
                        <a:lnTo>
                          <a:pt x="613" y="925"/>
                        </a:lnTo>
                        <a:lnTo>
                          <a:pt x="591" y="931"/>
                        </a:lnTo>
                        <a:lnTo>
                          <a:pt x="568" y="937"/>
                        </a:lnTo>
                        <a:lnTo>
                          <a:pt x="545" y="941"/>
                        </a:lnTo>
                        <a:lnTo>
                          <a:pt x="521" y="944"/>
                        </a:lnTo>
                        <a:lnTo>
                          <a:pt x="497" y="945"/>
                        </a:lnTo>
                        <a:lnTo>
                          <a:pt x="473" y="946"/>
                        </a:lnTo>
                        <a:lnTo>
                          <a:pt x="449" y="945"/>
                        </a:lnTo>
                        <a:lnTo>
                          <a:pt x="424" y="944"/>
                        </a:lnTo>
                        <a:lnTo>
                          <a:pt x="401" y="941"/>
                        </a:lnTo>
                        <a:lnTo>
                          <a:pt x="377" y="937"/>
                        </a:lnTo>
                        <a:lnTo>
                          <a:pt x="355" y="931"/>
                        </a:lnTo>
                        <a:lnTo>
                          <a:pt x="333" y="925"/>
                        </a:lnTo>
                        <a:lnTo>
                          <a:pt x="310" y="917"/>
                        </a:lnTo>
                        <a:lnTo>
                          <a:pt x="289" y="909"/>
                        </a:lnTo>
                        <a:lnTo>
                          <a:pt x="268" y="899"/>
                        </a:lnTo>
                        <a:lnTo>
                          <a:pt x="247" y="889"/>
                        </a:lnTo>
                        <a:lnTo>
                          <a:pt x="228" y="878"/>
                        </a:lnTo>
                        <a:lnTo>
                          <a:pt x="209" y="865"/>
                        </a:lnTo>
                        <a:lnTo>
                          <a:pt x="190" y="852"/>
                        </a:lnTo>
                        <a:lnTo>
                          <a:pt x="173" y="837"/>
                        </a:lnTo>
                        <a:lnTo>
                          <a:pt x="155" y="822"/>
                        </a:lnTo>
                        <a:lnTo>
                          <a:pt x="139" y="808"/>
                        </a:lnTo>
                        <a:lnTo>
                          <a:pt x="123" y="791"/>
                        </a:lnTo>
                        <a:lnTo>
                          <a:pt x="108" y="773"/>
                        </a:lnTo>
                        <a:lnTo>
                          <a:pt x="94" y="755"/>
                        </a:lnTo>
                        <a:lnTo>
                          <a:pt x="81" y="737"/>
                        </a:lnTo>
                        <a:lnTo>
                          <a:pt x="68" y="718"/>
                        </a:lnTo>
                        <a:lnTo>
                          <a:pt x="57" y="698"/>
                        </a:lnTo>
                        <a:lnTo>
                          <a:pt x="47" y="678"/>
                        </a:lnTo>
                        <a:lnTo>
                          <a:pt x="38" y="657"/>
                        </a:lnTo>
                        <a:lnTo>
                          <a:pt x="29" y="635"/>
                        </a:lnTo>
                        <a:lnTo>
                          <a:pt x="22" y="614"/>
                        </a:lnTo>
                        <a:lnTo>
                          <a:pt x="15" y="591"/>
                        </a:lnTo>
                        <a:lnTo>
                          <a:pt x="10" y="568"/>
                        </a:lnTo>
                        <a:lnTo>
                          <a:pt x="6" y="544"/>
                        </a:lnTo>
                        <a:lnTo>
                          <a:pt x="2" y="521"/>
                        </a:lnTo>
                        <a:lnTo>
                          <a:pt x="0" y="497"/>
                        </a:lnTo>
                        <a:lnTo>
                          <a:pt x="0" y="473"/>
                        </a:lnTo>
                        <a:lnTo>
                          <a:pt x="0" y="448"/>
                        </a:lnTo>
                        <a:lnTo>
                          <a:pt x="2" y="425"/>
                        </a:lnTo>
                        <a:lnTo>
                          <a:pt x="6" y="402"/>
                        </a:lnTo>
                        <a:lnTo>
                          <a:pt x="10" y="378"/>
                        </a:lnTo>
                        <a:lnTo>
                          <a:pt x="15" y="355"/>
                        </a:lnTo>
                        <a:lnTo>
                          <a:pt x="22" y="332"/>
                        </a:lnTo>
                        <a:lnTo>
                          <a:pt x="29" y="311"/>
                        </a:lnTo>
                        <a:lnTo>
                          <a:pt x="38" y="289"/>
                        </a:lnTo>
                        <a:lnTo>
                          <a:pt x="47" y="268"/>
                        </a:lnTo>
                        <a:lnTo>
                          <a:pt x="57" y="248"/>
                        </a:lnTo>
                        <a:lnTo>
                          <a:pt x="68" y="228"/>
                        </a:lnTo>
                        <a:lnTo>
                          <a:pt x="81" y="209"/>
                        </a:lnTo>
                        <a:lnTo>
                          <a:pt x="94" y="191"/>
                        </a:lnTo>
                        <a:lnTo>
                          <a:pt x="108" y="172"/>
                        </a:lnTo>
                        <a:lnTo>
                          <a:pt x="123" y="155"/>
                        </a:lnTo>
                        <a:lnTo>
                          <a:pt x="139" y="138"/>
                        </a:lnTo>
                        <a:lnTo>
                          <a:pt x="155" y="123"/>
                        </a:lnTo>
                        <a:lnTo>
                          <a:pt x="173" y="109"/>
                        </a:lnTo>
                        <a:lnTo>
                          <a:pt x="190" y="94"/>
                        </a:lnTo>
                        <a:lnTo>
                          <a:pt x="209" y="81"/>
                        </a:lnTo>
                        <a:lnTo>
                          <a:pt x="228" y="69"/>
                        </a:lnTo>
                        <a:lnTo>
                          <a:pt x="247" y="57"/>
                        </a:lnTo>
                        <a:lnTo>
                          <a:pt x="268" y="47"/>
                        </a:lnTo>
                        <a:lnTo>
                          <a:pt x="289" y="37"/>
                        </a:lnTo>
                        <a:lnTo>
                          <a:pt x="310" y="29"/>
                        </a:lnTo>
                        <a:lnTo>
                          <a:pt x="333" y="21"/>
                        </a:lnTo>
                        <a:lnTo>
                          <a:pt x="355" y="15"/>
                        </a:lnTo>
                        <a:lnTo>
                          <a:pt x="377" y="9"/>
                        </a:lnTo>
                        <a:lnTo>
                          <a:pt x="401" y="5"/>
                        </a:lnTo>
                        <a:lnTo>
                          <a:pt x="424" y="2"/>
                        </a:lnTo>
                        <a:lnTo>
                          <a:pt x="449" y="1"/>
                        </a:lnTo>
                        <a:lnTo>
                          <a:pt x="473" y="0"/>
                        </a:lnTo>
                        <a:close/>
                      </a:path>
                    </a:pathLst>
                  </a:custGeom>
                  <a:solidFill>
                    <a:srgbClr val="DC2B19"/>
                  </a:solidFill>
                  <a:ln>
                    <a:noFill/>
                  </a:ln>
                </p:spPr>
                <p:txBody>
                  <a:bodyPr/>
                  <a:lstStyle/>
                  <a:p>
                    <a:pPr>
                      <a:defRPr/>
                    </a:pPr>
                    <a:endParaRPr lang="en-US" sz="1050">
                      <a:latin typeface="+mj-lt"/>
                    </a:endParaRPr>
                  </a:p>
                </p:txBody>
              </p:sp>
              <p:sp>
                <p:nvSpPr>
                  <p:cNvPr id="41478" name="Freeform 615">
                    <a:extLst>
                      <a:ext uri="{FF2B5EF4-FFF2-40B4-BE49-F238E27FC236}">
                        <a16:creationId xmlns="" xmlns:a16="http://schemas.microsoft.com/office/drawing/2014/main" id="{5D08210E-5CAB-B44F-1D98-64888DD76EE8}"/>
                      </a:ext>
                    </a:extLst>
                  </p:cNvPr>
                  <p:cNvSpPr>
                    <a:spLocks/>
                  </p:cNvSpPr>
                  <p:nvPr/>
                </p:nvSpPr>
                <p:spPr bwMode="auto">
                  <a:xfrm>
                    <a:off x="1598" y="2585"/>
                    <a:ext cx="21" cy="22"/>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577" y="578"/>
                        </a:moveTo>
                        <a:lnTo>
                          <a:pt x="577" y="578"/>
                        </a:lnTo>
                        <a:lnTo>
                          <a:pt x="576" y="548"/>
                        </a:lnTo>
                        <a:lnTo>
                          <a:pt x="573" y="519"/>
                        </a:lnTo>
                        <a:lnTo>
                          <a:pt x="570" y="491"/>
                        </a:lnTo>
                        <a:lnTo>
                          <a:pt x="565" y="462"/>
                        </a:lnTo>
                        <a:lnTo>
                          <a:pt x="559" y="434"/>
                        </a:lnTo>
                        <a:lnTo>
                          <a:pt x="551" y="406"/>
                        </a:lnTo>
                        <a:lnTo>
                          <a:pt x="542" y="380"/>
                        </a:lnTo>
                        <a:lnTo>
                          <a:pt x="531" y="353"/>
                        </a:lnTo>
                        <a:lnTo>
                          <a:pt x="520" y="329"/>
                        </a:lnTo>
                        <a:lnTo>
                          <a:pt x="506" y="303"/>
                        </a:lnTo>
                        <a:lnTo>
                          <a:pt x="493" y="280"/>
                        </a:lnTo>
                        <a:lnTo>
                          <a:pt x="479" y="256"/>
                        </a:lnTo>
                        <a:lnTo>
                          <a:pt x="462" y="233"/>
                        </a:lnTo>
                        <a:lnTo>
                          <a:pt x="445" y="211"/>
                        </a:lnTo>
                        <a:lnTo>
                          <a:pt x="426" y="190"/>
                        </a:lnTo>
                        <a:lnTo>
                          <a:pt x="407" y="170"/>
                        </a:lnTo>
                        <a:lnTo>
                          <a:pt x="388" y="152"/>
                        </a:lnTo>
                        <a:lnTo>
                          <a:pt x="367" y="133"/>
                        </a:lnTo>
                        <a:lnTo>
                          <a:pt x="344" y="117"/>
                        </a:lnTo>
                        <a:lnTo>
                          <a:pt x="322" y="99"/>
                        </a:lnTo>
                        <a:lnTo>
                          <a:pt x="299" y="85"/>
                        </a:lnTo>
                        <a:lnTo>
                          <a:pt x="275" y="71"/>
                        </a:lnTo>
                        <a:lnTo>
                          <a:pt x="250" y="58"/>
                        </a:lnTo>
                        <a:lnTo>
                          <a:pt x="224" y="46"/>
                        </a:lnTo>
                        <a:lnTo>
                          <a:pt x="198" y="36"/>
                        </a:lnTo>
                        <a:lnTo>
                          <a:pt x="171" y="27"/>
                        </a:lnTo>
                        <a:lnTo>
                          <a:pt x="144" y="20"/>
                        </a:lnTo>
                        <a:lnTo>
                          <a:pt x="115" y="13"/>
                        </a:lnTo>
                        <a:lnTo>
                          <a:pt x="88" y="8"/>
                        </a:lnTo>
                        <a:lnTo>
                          <a:pt x="59" y="4"/>
                        </a:lnTo>
                        <a:lnTo>
                          <a:pt x="29" y="1"/>
                        </a:lnTo>
                        <a:lnTo>
                          <a:pt x="0" y="0"/>
                        </a:lnTo>
                        <a:lnTo>
                          <a:pt x="0" y="209"/>
                        </a:lnTo>
                        <a:lnTo>
                          <a:pt x="18" y="209"/>
                        </a:lnTo>
                        <a:lnTo>
                          <a:pt x="38" y="210"/>
                        </a:lnTo>
                        <a:lnTo>
                          <a:pt x="57" y="214"/>
                        </a:lnTo>
                        <a:lnTo>
                          <a:pt x="74" y="217"/>
                        </a:lnTo>
                        <a:lnTo>
                          <a:pt x="92" y="220"/>
                        </a:lnTo>
                        <a:lnTo>
                          <a:pt x="109" y="225"/>
                        </a:lnTo>
                        <a:lnTo>
                          <a:pt x="126" y="232"/>
                        </a:lnTo>
                        <a:lnTo>
                          <a:pt x="143" y="238"/>
                        </a:lnTo>
                        <a:lnTo>
                          <a:pt x="159" y="245"/>
                        </a:lnTo>
                        <a:lnTo>
                          <a:pt x="175" y="253"/>
                        </a:lnTo>
                        <a:lnTo>
                          <a:pt x="191" y="263"/>
                        </a:lnTo>
                        <a:lnTo>
                          <a:pt x="206" y="272"/>
                        </a:lnTo>
                        <a:lnTo>
                          <a:pt x="221" y="282"/>
                        </a:lnTo>
                        <a:lnTo>
                          <a:pt x="235" y="293"/>
                        </a:lnTo>
                        <a:lnTo>
                          <a:pt x="247" y="305"/>
                        </a:lnTo>
                        <a:lnTo>
                          <a:pt x="260" y="317"/>
                        </a:lnTo>
                        <a:lnTo>
                          <a:pt x="273" y="330"/>
                        </a:lnTo>
                        <a:lnTo>
                          <a:pt x="285" y="344"/>
                        </a:lnTo>
                        <a:lnTo>
                          <a:pt x="295" y="357"/>
                        </a:lnTo>
                        <a:lnTo>
                          <a:pt x="306" y="372"/>
                        </a:lnTo>
                        <a:lnTo>
                          <a:pt x="316" y="387"/>
                        </a:lnTo>
                        <a:lnTo>
                          <a:pt x="324" y="402"/>
                        </a:lnTo>
                        <a:lnTo>
                          <a:pt x="333" y="418"/>
                        </a:lnTo>
                        <a:lnTo>
                          <a:pt x="340" y="435"/>
                        </a:lnTo>
                        <a:lnTo>
                          <a:pt x="347" y="451"/>
                        </a:lnTo>
                        <a:lnTo>
                          <a:pt x="352" y="468"/>
                        </a:lnTo>
                        <a:lnTo>
                          <a:pt x="357" y="486"/>
                        </a:lnTo>
                        <a:lnTo>
                          <a:pt x="361" y="503"/>
                        </a:lnTo>
                        <a:lnTo>
                          <a:pt x="365" y="521"/>
                        </a:lnTo>
                        <a:lnTo>
                          <a:pt x="367" y="541"/>
                        </a:lnTo>
                        <a:lnTo>
                          <a:pt x="369" y="559"/>
                        </a:lnTo>
                        <a:lnTo>
                          <a:pt x="369" y="578"/>
                        </a:lnTo>
                        <a:lnTo>
                          <a:pt x="577" y="578"/>
                        </a:lnTo>
                        <a:close/>
                      </a:path>
                    </a:pathLst>
                  </a:custGeom>
                  <a:solidFill>
                    <a:srgbClr val="EF2B2F"/>
                  </a:solidFill>
                  <a:ln>
                    <a:noFill/>
                  </a:ln>
                </p:spPr>
                <p:txBody>
                  <a:bodyPr/>
                  <a:lstStyle/>
                  <a:p>
                    <a:pPr>
                      <a:defRPr/>
                    </a:pPr>
                    <a:endParaRPr lang="en-US" sz="1050">
                      <a:latin typeface="+mj-lt"/>
                    </a:endParaRPr>
                  </a:p>
                </p:txBody>
              </p:sp>
              <p:sp>
                <p:nvSpPr>
                  <p:cNvPr id="41479" name="Freeform 616">
                    <a:extLst>
                      <a:ext uri="{FF2B5EF4-FFF2-40B4-BE49-F238E27FC236}">
                        <a16:creationId xmlns="" xmlns:a16="http://schemas.microsoft.com/office/drawing/2014/main" id="{4E9EF162-2F90-D678-A00D-8C58D410B962}"/>
                      </a:ext>
                    </a:extLst>
                  </p:cNvPr>
                  <p:cNvSpPr>
                    <a:spLocks/>
                  </p:cNvSpPr>
                  <p:nvPr/>
                </p:nvSpPr>
                <p:spPr bwMode="auto">
                  <a:xfrm>
                    <a:off x="1598" y="2607"/>
                    <a:ext cx="21" cy="23"/>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0" y="578"/>
                        </a:moveTo>
                        <a:lnTo>
                          <a:pt x="0" y="578"/>
                        </a:lnTo>
                        <a:lnTo>
                          <a:pt x="29" y="576"/>
                        </a:lnTo>
                        <a:lnTo>
                          <a:pt x="59" y="574"/>
                        </a:lnTo>
                        <a:lnTo>
                          <a:pt x="88" y="570"/>
                        </a:lnTo>
                        <a:lnTo>
                          <a:pt x="115" y="565"/>
                        </a:lnTo>
                        <a:lnTo>
                          <a:pt x="143" y="558"/>
                        </a:lnTo>
                        <a:lnTo>
                          <a:pt x="171" y="551"/>
                        </a:lnTo>
                        <a:lnTo>
                          <a:pt x="198" y="542"/>
                        </a:lnTo>
                        <a:lnTo>
                          <a:pt x="224" y="532"/>
                        </a:lnTo>
                        <a:lnTo>
                          <a:pt x="250" y="520"/>
                        </a:lnTo>
                        <a:lnTo>
                          <a:pt x="275" y="507"/>
                        </a:lnTo>
                        <a:lnTo>
                          <a:pt x="299" y="493"/>
                        </a:lnTo>
                        <a:lnTo>
                          <a:pt x="322" y="478"/>
                        </a:lnTo>
                        <a:lnTo>
                          <a:pt x="344" y="462"/>
                        </a:lnTo>
                        <a:lnTo>
                          <a:pt x="367" y="445"/>
                        </a:lnTo>
                        <a:lnTo>
                          <a:pt x="388" y="427"/>
                        </a:lnTo>
                        <a:lnTo>
                          <a:pt x="407" y="407"/>
                        </a:lnTo>
                        <a:lnTo>
                          <a:pt x="426" y="388"/>
                        </a:lnTo>
                        <a:lnTo>
                          <a:pt x="445" y="367"/>
                        </a:lnTo>
                        <a:lnTo>
                          <a:pt x="462" y="345"/>
                        </a:lnTo>
                        <a:lnTo>
                          <a:pt x="479" y="323"/>
                        </a:lnTo>
                        <a:lnTo>
                          <a:pt x="493" y="299"/>
                        </a:lnTo>
                        <a:lnTo>
                          <a:pt x="506" y="275"/>
                        </a:lnTo>
                        <a:lnTo>
                          <a:pt x="520" y="250"/>
                        </a:lnTo>
                        <a:lnTo>
                          <a:pt x="531" y="225"/>
                        </a:lnTo>
                        <a:lnTo>
                          <a:pt x="542" y="198"/>
                        </a:lnTo>
                        <a:lnTo>
                          <a:pt x="551" y="172"/>
                        </a:lnTo>
                        <a:lnTo>
                          <a:pt x="559" y="144"/>
                        </a:lnTo>
                        <a:lnTo>
                          <a:pt x="565" y="116"/>
                        </a:lnTo>
                        <a:lnTo>
                          <a:pt x="570" y="87"/>
                        </a:lnTo>
                        <a:lnTo>
                          <a:pt x="573" y="59"/>
                        </a:lnTo>
                        <a:lnTo>
                          <a:pt x="576" y="30"/>
                        </a:lnTo>
                        <a:lnTo>
                          <a:pt x="577" y="0"/>
                        </a:lnTo>
                        <a:lnTo>
                          <a:pt x="369" y="0"/>
                        </a:lnTo>
                        <a:lnTo>
                          <a:pt x="369" y="19"/>
                        </a:lnTo>
                        <a:lnTo>
                          <a:pt x="367" y="37"/>
                        </a:lnTo>
                        <a:lnTo>
                          <a:pt x="365" y="56"/>
                        </a:lnTo>
                        <a:lnTo>
                          <a:pt x="361" y="75"/>
                        </a:lnTo>
                        <a:lnTo>
                          <a:pt x="357" y="92"/>
                        </a:lnTo>
                        <a:lnTo>
                          <a:pt x="352" y="110"/>
                        </a:lnTo>
                        <a:lnTo>
                          <a:pt x="347" y="127"/>
                        </a:lnTo>
                        <a:lnTo>
                          <a:pt x="340" y="143"/>
                        </a:lnTo>
                        <a:lnTo>
                          <a:pt x="333" y="160"/>
                        </a:lnTo>
                        <a:lnTo>
                          <a:pt x="324" y="176"/>
                        </a:lnTo>
                        <a:lnTo>
                          <a:pt x="316" y="191"/>
                        </a:lnTo>
                        <a:lnTo>
                          <a:pt x="306" y="206"/>
                        </a:lnTo>
                        <a:lnTo>
                          <a:pt x="295" y="221"/>
                        </a:lnTo>
                        <a:lnTo>
                          <a:pt x="285" y="234"/>
                        </a:lnTo>
                        <a:lnTo>
                          <a:pt x="273" y="248"/>
                        </a:lnTo>
                        <a:lnTo>
                          <a:pt x="260" y="261"/>
                        </a:lnTo>
                        <a:lnTo>
                          <a:pt x="247" y="273"/>
                        </a:lnTo>
                        <a:lnTo>
                          <a:pt x="235" y="284"/>
                        </a:lnTo>
                        <a:lnTo>
                          <a:pt x="221" y="295"/>
                        </a:lnTo>
                        <a:lnTo>
                          <a:pt x="206" y="306"/>
                        </a:lnTo>
                        <a:lnTo>
                          <a:pt x="191" y="315"/>
                        </a:lnTo>
                        <a:lnTo>
                          <a:pt x="175" y="325"/>
                        </a:lnTo>
                        <a:lnTo>
                          <a:pt x="159" y="332"/>
                        </a:lnTo>
                        <a:lnTo>
                          <a:pt x="143" y="340"/>
                        </a:lnTo>
                        <a:lnTo>
                          <a:pt x="126" y="346"/>
                        </a:lnTo>
                        <a:lnTo>
                          <a:pt x="109" y="353"/>
                        </a:lnTo>
                        <a:lnTo>
                          <a:pt x="92" y="358"/>
                        </a:lnTo>
                        <a:lnTo>
                          <a:pt x="74" y="362"/>
                        </a:lnTo>
                        <a:lnTo>
                          <a:pt x="57" y="364"/>
                        </a:lnTo>
                        <a:lnTo>
                          <a:pt x="38" y="368"/>
                        </a:lnTo>
                        <a:lnTo>
                          <a:pt x="20" y="369"/>
                        </a:lnTo>
                        <a:lnTo>
                          <a:pt x="0" y="369"/>
                        </a:lnTo>
                        <a:lnTo>
                          <a:pt x="0" y="578"/>
                        </a:lnTo>
                        <a:close/>
                      </a:path>
                    </a:pathLst>
                  </a:custGeom>
                  <a:solidFill>
                    <a:srgbClr val="EF2B2F"/>
                  </a:solidFill>
                  <a:ln>
                    <a:noFill/>
                  </a:ln>
                </p:spPr>
                <p:txBody>
                  <a:bodyPr/>
                  <a:lstStyle/>
                  <a:p>
                    <a:pPr>
                      <a:defRPr/>
                    </a:pPr>
                    <a:endParaRPr lang="en-US" sz="1050">
                      <a:latin typeface="+mj-lt"/>
                    </a:endParaRPr>
                  </a:p>
                </p:txBody>
              </p:sp>
              <p:sp>
                <p:nvSpPr>
                  <p:cNvPr id="41480" name="Freeform 617">
                    <a:extLst>
                      <a:ext uri="{FF2B5EF4-FFF2-40B4-BE49-F238E27FC236}">
                        <a16:creationId xmlns="" xmlns:a16="http://schemas.microsoft.com/office/drawing/2014/main" id="{FD8D0364-252A-37E4-EAD4-A7AC5B02EC0D}"/>
                      </a:ext>
                    </a:extLst>
                  </p:cNvPr>
                  <p:cNvSpPr>
                    <a:spLocks/>
                  </p:cNvSpPr>
                  <p:nvPr/>
                </p:nvSpPr>
                <p:spPr bwMode="auto">
                  <a:xfrm>
                    <a:off x="1574" y="2607"/>
                    <a:ext cx="24" cy="23"/>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0" y="0"/>
                        </a:moveTo>
                        <a:lnTo>
                          <a:pt x="0" y="0"/>
                        </a:lnTo>
                        <a:lnTo>
                          <a:pt x="1" y="29"/>
                        </a:lnTo>
                        <a:lnTo>
                          <a:pt x="3" y="59"/>
                        </a:lnTo>
                        <a:lnTo>
                          <a:pt x="6" y="87"/>
                        </a:lnTo>
                        <a:lnTo>
                          <a:pt x="12" y="116"/>
                        </a:lnTo>
                        <a:lnTo>
                          <a:pt x="18" y="144"/>
                        </a:lnTo>
                        <a:lnTo>
                          <a:pt x="27" y="172"/>
                        </a:lnTo>
                        <a:lnTo>
                          <a:pt x="35" y="198"/>
                        </a:lnTo>
                        <a:lnTo>
                          <a:pt x="46" y="225"/>
                        </a:lnTo>
                        <a:lnTo>
                          <a:pt x="57" y="250"/>
                        </a:lnTo>
                        <a:lnTo>
                          <a:pt x="70" y="275"/>
                        </a:lnTo>
                        <a:lnTo>
                          <a:pt x="84" y="299"/>
                        </a:lnTo>
                        <a:lnTo>
                          <a:pt x="99" y="323"/>
                        </a:lnTo>
                        <a:lnTo>
                          <a:pt x="115" y="345"/>
                        </a:lnTo>
                        <a:lnTo>
                          <a:pt x="132" y="367"/>
                        </a:lnTo>
                        <a:lnTo>
                          <a:pt x="150" y="388"/>
                        </a:lnTo>
                        <a:lnTo>
                          <a:pt x="169" y="408"/>
                        </a:lnTo>
                        <a:lnTo>
                          <a:pt x="190" y="427"/>
                        </a:lnTo>
                        <a:lnTo>
                          <a:pt x="210" y="445"/>
                        </a:lnTo>
                        <a:lnTo>
                          <a:pt x="232" y="462"/>
                        </a:lnTo>
                        <a:lnTo>
                          <a:pt x="255" y="478"/>
                        </a:lnTo>
                        <a:lnTo>
                          <a:pt x="278" y="493"/>
                        </a:lnTo>
                        <a:lnTo>
                          <a:pt x="302" y="507"/>
                        </a:lnTo>
                        <a:lnTo>
                          <a:pt x="327" y="520"/>
                        </a:lnTo>
                        <a:lnTo>
                          <a:pt x="353" y="532"/>
                        </a:lnTo>
                        <a:lnTo>
                          <a:pt x="379" y="542"/>
                        </a:lnTo>
                        <a:lnTo>
                          <a:pt x="406" y="551"/>
                        </a:lnTo>
                        <a:lnTo>
                          <a:pt x="434" y="558"/>
                        </a:lnTo>
                        <a:lnTo>
                          <a:pt x="461" y="565"/>
                        </a:lnTo>
                        <a:lnTo>
                          <a:pt x="490" y="570"/>
                        </a:lnTo>
                        <a:lnTo>
                          <a:pt x="519" y="574"/>
                        </a:lnTo>
                        <a:lnTo>
                          <a:pt x="547" y="576"/>
                        </a:lnTo>
                        <a:lnTo>
                          <a:pt x="577" y="578"/>
                        </a:lnTo>
                        <a:lnTo>
                          <a:pt x="577" y="369"/>
                        </a:lnTo>
                        <a:lnTo>
                          <a:pt x="557" y="369"/>
                        </a:lnTo>
                        <a:lnTo>
                          <a:pt x="539" y="368"/>
                        </a:lnTo>
                        <a:lnTo>
                          <a:pt x="521" y="364"/>
                        </a:lnTo>
                        <a:lnTo>
                          <a:pt x="503" y="362"/>
                        </a:lnTo>
                        <a:lnTo>
                          <a:pt x="485" y="358"/>
                        </a:lnTo>
                        <a:lnTo>
                          <a:pt x="468" y="353"/>
                        </a:lnTo>
                        <a:lnTo>
                          <a:pt x="451" y="346"/>
                        </a:lnTo>
                        <a:lnTo>
                          <a:pt x="434" y="340"/>
                        </a:lnTo>
                        <a:lnTo>
                          <a:pt x="418" y="332"/>
                        </a:lnTo>
                        <a:lnTo>
                          <a:pt x="402" y="325"/>
                        </a:lnTo>
                        <a:lnTo>
                          <a:pt x="386" y="315"/>
                        </a:lnTo>
                        <a:lnTo>
                          <a:pt x="371" y="306"/>
                        </a:lnTo>
                        <a:lnTo>
                          <a:pt x="357" y="295"/>
                        </a:lnTo>
                        <a:lnTo>
                          <a:pt x="343" y="284"/>
                        </a:lnTo>
                        <a:lnTo>
                          <a:pt x="329" y="273"/>
                        </a:lnTo>
                        <a:lnTo>
                          <a:pt x="316" y="261"/>
                        </a:lnTo>
                        <a:lnTo>
                          <a:pt x="304" y="248"/>
                        </a:lnTo>
                        <a:lnTo>
                          <a:pt x="292" y="234"/>
                        </a:lnTo>
                        <a:lnTo>
                          <a:pt x="281" y="221"/>
                        </a:lnTo>
                        <a:lnTo>
                          <a:pt x="272" y="206"/>
                        </a:lnTo>
                        <a:lnTo>
                          <a:pt x="261" y="191"/>
                        </a:lnTo>
                        <a:lnTo>
                          <a:pt x="252" y="176"/>
                        </a:lnTo>
                        <a:lnTo>
                          <a:pt x="244" y="160"/>
                        </a:lnTo>
                        <a:lnTo>
                          <a:pt x="236" y="143"/>
                        </a:lnTo>
                        <a:lnTo>
                          <a:pt x="230" y="127"/>
                        </a:lnTo>
                        <a:lnTo>
                          <a:pt x="225" y="110"/>
                        </a:lnTo>
                        <a:lnTo>
                          <a:pt x="219" y="93"/>
                        </a:lnTo>
                        <a:lnTo>
                          <a:pt x="215" y="75"/>
                        </a:lnTo>
                        <a:lnTo>
                          <a:pt x="212" y="56"/>
                        </a:lnTo>
                        <a:lnTo>
                          <a:pt x="210" y="38"/>
                        </a:lnTo>
                        <a:lnTo>
                          <a:pt x="209" y="19"/>
                        </a:lnTo>
                        <a:lnTo>
                          <a:pt x="208" y="0"/>
                        </a:lnTo>
                        <a:lnTo>
                          <a:pt x="0" y="0"/>
                        </a:lnTo>
                        <a:close/>
                      </a:path>
                    </a:pathLst>
                  </a:custGeom>
                  <a:solidFill>
                    <a:srgbClr val="EF2B2F"/>
                  </a:solidFill>
                  <a:ln>
                    <a:noFill/>
                  </a:ln>
                </p:spPr>
                <p:txBody>
                  <a:bodyPr/>
                  <a:lstStyle/>
                  <a:p>
                    <a:pPr>
                      <a:defRPr/>
                    </a:pPr>
                    <a:endParaRPr lang="en-US" sz="1050">
                      <a:latin typeface="+mj-lt"/>
                    </a:endParaRPr>
                  </a:p>
                </p:txBody>
              </p:sp>
              <p:sp>
                <p:nvSpPr>
                  <p:cNvPr id="41481" name="Freeform 618">
                    <a:extLst>
                      <a:ext uri="{FF2B5EF4-FFF2-40B4-BE49-F238E27FC236}">
                        <a16:creationId xmlns="" xmlns:a16="http://schemas.microsoft.com/office/drawing/2014/main" id="{380DD4D5-B4AE-87FE-1213-4BA021D1067B}"/>
                      </a:ext>
                    </a:extLst>
                  </p:cNvPr>
                  <p:cNvSpPr>
                    <a:spLocks/>
                  </p:cNvSpPr>
                  <p:nvPr/>
                </p:nvSpPr>
                <p:spPr bwMode="auto">
                  <a:xfrm>
                    <a:off x="1574" y="2585"/>
                    <a:ext cx="24" cy="22"/>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577" y="0"/>
                        </a:moveTo>
                        <a:lnTo>
                          <a:pt x="577" y="0"/>
                        </a:lnTo>
                        <a:lnTo>
                          <a:pt x="547" y="1"/>
                        </a:lnTo>
                        <a:lnTo>
                          <a:pt x="518" y="4"/>
                        </a:lnTo>
                        <a:lnTo>
                          <a:pt x="490" y="8"/>
                        </a:lnTo>
                        <a:lnTo>
                          <a:pt x="461" y="13"/>
                        </a:lnTo>
                        <a:lnTo>
                          <a:pt x="434" y="20"/>
                        </a:lnTo>
                        <a:lnTo>
                          <a:pt x="406" y="27"/>
                        </a:lnTo>
                        <a:lnTo>
                          <a:pt x="379" y="36"/>
                        </a:lnTo>
                        <a:lnTo>
                          <a:pt x="353" y="46"/>
                        </a:lnTo>
                        <a:lnTo>
                          <a:pt x="327" y="58"/>
                        </a:lnTo>
                        <a:lnTo>
                          <a:pt x="302" y="71"/>
                        </a:lnTo>
                        <a:lnTo>
                          <a:pt x="278" y="85"/>
                        </a:lnTo>
                        <a:lnTo>
                          <a:pt x="255" y="99"/>
                        </a:lnTo>
                        <a:lnTo>
                          <a:pt x="232" y="117"/>
                        </a:lnTo>
                        <a:lnTo>
                          <a:pt x="210" y="133"/>
                        </a:lnTo>
                        <a:lnTo>
                          <a:pt x="190" y="152"/>
                        </a:lnTo>
                        <a:lnTo>
                          <a:pt x="169" y="170"/>
                        </a:lnTo>
                        <a:lnTo>
                          <a:pt x="150" y="190"/>
                        </a:lnTo>
                        <a:lnTo>
                          <a:pt x="132" y="211"/>
                        </a:lnTo>
                        <a:lnTo>
                          <a:pt x="115" y="233"/>
                        </a:lnTo>
                        <a:lnTo>
                          <a:pt x="99" y="256"/>
                        </a:lnTo>
                        <a:lnTo>
                          <a:pt x="84" y="279"/>
                        </a:lnTo>
                        <a:lnTo>
                          <a:pt x="70" y="303"/>
                        </a:lnTo>
                        <a:lnTo>
                          <a:pt x="57" y="329"/>
                        </a:lnTo>
                        <a:lnTo>
                          <a:pt x="46" y="353"/>
                        </a:lnTo>
                        <a:lnTo>
                          <a:pt x="35" y="380"/>
                        </a:lnTo>
                        <a:lnTo>
                          <a:pt x="27" y="406"/>
                        </a:lnTo>
                        <a:lnTo>
                          <a:pt x="18" y="434"/>
                        </a:lnTo>
                        <a:lnTo>
                          <a:pt x="12" y="462"/>
                        </a:lnTo>
                        <a:lnTo>
                          <a:pt x="6" y="491"/>
                        </a:lnTo>
                        <a:lnTo>
                          <a:pt x="3" y="519"/>
                        </a:lnTo>
                        <a:lnTo>
                          <a:pt x="1" y="549"/>
                        </a:lnTo>
                        <a:lnTo>
                          <a:pt x="0" y="578"/>
                        </a:lnTo>
                        <a:lnTo>
                          <a:pt x="208" y="578"/>
                        </a:lnTo>
                        <a:lnTo>
                          <a:pt x="209" y="559"/>
                        </a:lnTo>
                        <a:lnTo>
                          <a:pt x="210" y="540"/>
                        </a:lnTo>
                        <a:lnTo>
                          <a:pt x="212" y="521"/>
                        </a:lnTo>
                        <a:lnTo>
                          <a:pt x="215" y="503"/>
                        </a:lnTo>
                        <a:lnTo>
                          <a:pt x="219" y="485"/>
                        </a:lnTo>
                        <a:lnTo>
                          <a:pt x="225" y="468"/>
                        </a:lnTo>
                        <a:lnTo>
                          <a:pt x="230" y="451"/>
                        </a:lnTo>
                        <a:lnTo>
                          <a:pt x="236" y="435"/>
                        </a:lnTo>
                        <a:lnTo>
                          <a:pt x="244" y="418"/>
                        </a:lnTo>
                        <a:lnTo>
                          <a:pt x="252" y="402"/>
                        </a:lnTo>
                        <a:lnTo>
                          <a:pt x="261" y="387"/>
                        </a:lnTo>
                        <a:lnTo>
                          <a:pt x="272" y="372"/>
                        </a:lnTo>
                        <a:lnTo>
                          <a:pt x="281" y="357"/>
                        </a:lnTo>
                        <a:lnTo>
                          <a:pt x="292" y="344"/>
                        </a:lnTo>
                        <a:lnTo>
                          <a:pt x="304" y="330"/>
                        </a:lnTo>
                        <a:lnTo>
                          <a:pt x="316" y="317"/>
                        </a:lnTo>
                        <a:lnTo>
                          <a:pt x="329" y="305"/>
                        </a:lnTo>
                        <a:lnTo>
                          <a:pt x="343" y="293"/>
                        </a:lnTo>
                        <a:lnTo>
                          <a:pt x="357" y="282"/>
                        </a:lnTo>
                        <a:lnTo>
                          <a:pt x="371" y="272"/>
                        </a:lnTo>
                        <a:lnTo>
                          <a:pt x="386" y="263"/>
                        </a:lnTo>
                        <a:lnTo>
                          <a:pt x="402" y="253"/>
                        </a:lnTo>
                        <a:lnTo>
                          <a:pt x="418" y="245"/>
                        </a:lnTo>
                        <a:lnTo>
                          <a:pt x="434" y="238"/>
                        </a:lnTo>
                        <a:lnTo>
                          <a:pt x="451" y="232"/>
                        </a:lnTo>
                        <a:lnTo>
                          <a:pt x="468" y="225"/>
                        </a:lnTo>
                        <a:lnTo>
                          <a:pt x="485" y="220"/>
                        </a:lnTo>
                        <a:lnTo>
                          <a:pt x="503" y="217"/>
                        </a:lnTo>
                        <a:lnTo>
                          <a:pt x="521" y="214"/>
                        </a:lnTo>
                        <a:lnTo>
                          <a:pt x="539" y="210"/>
                        </a:lnTo>
                        <a:lnTo>
                          <a:pt x="558" y="209"/>
                        </a:lnTo>
                        <a:lnTo>
                          <a:pt x="577" y="209"/>
                        </a:lnTo>
                        <a:lnTo>
                          <a:pt x="577" y="0"/>
                        </a:lnTo>
                        <a:close/>
                      </a:path>
                    </a:pathLst>
                  </a:custGeom>
                  <a:solidFill>
                    <a:srgbClr val="EF2B2F"/>
                  </a:solidFill>
                  <a:ln>
                    <a:noFill/>
                  </a:ln>
                </p:spPr>
                <p:txBody>
                  <a:bodyPr/>
                  <a:lstStyle/>
                  <a:p>
                    <a:pPr>
                      <a:defRPr/>
                    </a:pPr>
                    <a:endParaRPr lang="en-US" sz="1050">
                      <a:latin typeface="+mj-lt"/>
                    </a:endParaRPr>
                  </a:p>
                </p:txBody>
              </p:sp>
              <p:sp>
                <p:nvSpPr>
                  <p:cNvPr id="41482" name="Freeform 619">
                    <a:extLst>
                      <a:ext uri="{FF2B5EF4-FFF2-40B4-BE49-F238E27FC236}">
                        <a16:creationId xmlns="" xmlns:a16="http://schemas.microsoft.com/office/drawing/2014/main" id="{062B1BE5-D101-4367-320F-4D67F36C6216}"/>
                      </a:ext>
                    </a:extLst>
                  </p:cNvPr>
                  <p:cNvSpPr>
                    <a:spLocks/>
                  </p:cNvSpPr>
                  <p:nvPr/>
                </p:nvSpPr>
                <p:spPr bwMode="auto">
                  <a:xfrm>
                    <a:off x="1565" y="2598"/>
                    <a:ext cx="21" cy="22"/>
                  </a:xfrm>
                  <a:custGeom>
                    <a:avLst/>
                    <a:gdLst>
                      <a:gd name="T0" fmla="*/ 0 w 578"/>
                      <a:gd name="T1" fmla="*/ 0 h 578"/>
                      <a:gd name="T2" fmla="*/ 0 w 578"/>
                      <a:gd name="T3" fmla="*/ 0 h 578"/>
                      <a:gd name="T4" fmla="*/ 0 w 578"/>
                      <a:gd name="T5" fmla="*/ 0 h 578"/>
                      <a:gd name="T6" fmla="*/ 0 w 578"/>
                      <a:gd name="T7" fmla="*/ 0 h 578"/>
                      <a:gd name="T8" fmla="*/ 0 w 578"/>
                      <a:gd name="T9" fmla="*/ 0 h 578"/>
                      <a:gd name="T10" fmla="*/ 0 w 578"/>
                      <a:gd name="T11" fmla="*/ 0 h 578"/>
                      <a:gd name="T12" fmla="*/ 0 w 578"/>
                      <a:gd name="T13" fmla="*/ 0 h 578"/>
                      <a:gd name="T14" fmla="*/ 0 w 578"/>
                      <a:gd name="T15" fmla="*/ 0 h 578"/>
                      <a:gd name="T16" fmla="*/ 0 w 578"/>
                      <a:gd name="T17" fmla="*/ 0 h 578"/>
                      <a:gd name="T18" fmla="*/ 0 w 578"/>
                      <a:gd name="T19" fmla="*/ 0 h 578"/>
                      <a:gd name="T20" fmla="*/ 0 w 578"/>
                      <a:gd name="T21" fmla="*/ 0 h 578"/>
                      <a:gd name="T22" fmla="*/ 0 w 578"/>
                      <a:gd name="T23" fmla="*/ 0 h 578"/>
                      <a:gd name="T24" fmla="*/ 0 w 578"/>
                      <a:gd name="T25" fmla="*/ 0 h 578"/>
                      <a:gd name="T26" fmla="*/ 0 w 578"/>
                      <a:gd name="T27" fmla="*/ 0 h 578"/>
                      <a:gd name="T28" fmla="*/ 0 w 578"/>
                      <a:gd name="T29" fmla="*/ 0 h 578"/>
                      <a:gd name="T30" fmla="*/ 0 w 578"/>
                      <a:gd name="T31" fmla="*/ 0 h 578"/>
                      <a:gd name="T32" fmla="*/ 0 w 578"/>
                      <a:gd name="T33" fmla="*/ 0 h 578"/>
                      <a:gd name="T34" fmla="*/ 0 w 578"/>
                      <a:gd name="T35" fmla="*/ 0 h 578"/>
                      <a:gd name="T36" fmla="*/ 0 w 578"/>
                      <a:gd name="T37" fmla="*/ 0 h 578"/>
                      <a:gd name="T38" fmla="*/ 0 w 578"/>
                      <a:gd name="T39" fmla="*/ 0 h 578"/>
                      <a:gd name="T40" fmla="*/ 0 w 578"/>
                      <a:gd name="T41" fmla="*/ 0 h 578"/>
                      <a:gd name="T42" fmla="*/ 0 w 578"/>
                      <a:gd name="T43" fmla="*/ 0 h 578"/>
                      <a:gd name="T44" fmla="*/ 0 w 578"/>
                      <a:gd name="T45" fmla="*/ 0 h 578"/>
                      <a:gd name="T46" fmla="*/ 0 w 578"/>
                      <a:gd name="T47" fmla="*/ 0 h 578"/>
                      <a:gd name="T48" fmla="*/ 0 w 578"/>
                      <a:gd name="T49" fmla="*/ 0 h 578"/>
                      <a:gd name="T50" fmla="*/ 0 w 578"/>
                      <a:gd name="T51" fmla="*/ 0 h 578"/>
                      <a:gd name="T52" fmla="*/ 0 w 578"/>
                      <a:gd name="T53" fmla="*/ 0 h 578"/>
                      <a:gd name="T54" fmla="*/ 0 w 578"/>
                      <a:gd name="T55" fmla="*/ 0 h 578"/>
                      <a:gd name="T56" fmla="*/ 0 w 578"/>
                      <a:gd name="T57" fmla="*/ 0 h 578"/>
                      <a:gd name="T58" fmla="*/ 0 w 578"/>
                      <a:gd name="T59" fmla="*/ 0 h 578"/>
                      <a:gd name="T60" fmla="*/ 0 w 578"/>
                      <a:gd name="T61" fmla="*/ 0 h 578"/>
                      <a:gd name="T62" fmla="*/ 0 w 578"/>
                      <a:gd name="T63" fmla="*/ 0 h 578"/>
                      <a:gd name="T64" fmla="*/ 0 w 578"/>
                      <a:gd name="T65" fmla="*/ 0 h 578"/>
                      <a:gd name="T66" fmla="*/ 0 w 578"/>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8"/>
                      <a:gd name="T104" fmla="*/ 578 w 578"/>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8">
                        <a:moveTo>
                          <a:pt x="578" y="578"/>
                        </a:moveTo>
                        <a:lnTo>
                          <a:pt x="578" y="578"/>
                        </a:lnTo>
                        <a:lnTo>
                          <a:pt x="577" y="548"/>
                        </a:lnTo>
                        <a:lnTo>
                          <a:pt x="574" y="519"/>
                        </a:lnTo>
                        <a:lnTo>
                          <a:pt x="571" y="490"/>
                        </a:lnTo>
                        <a:lnTo>
                          <a:pt x="566" y="461"/>
                        </a:lnTo>
                        <a:lnTo>
                          <a:pt x="558" y="434"/>
                        </a:lnTo>
                        <a:lnTo>
                          <a:pt x="551" y="406"/>
                        </a:lnTo>
                        <a:lnTo>
                          <a:pt x="542" y="379"/>
                        </a:lnTo>
                        <a:lnTo>
                          <a:pt x="532" y="353"/>
                        </a:lnTo>
                        <a:lnTo>
                          <a:pt x="520" y="328"/>
                        </a:lnTo>
                        <a:lnTo>
                          <a:pt x="507" y="303"/>
                        </a:lnTo>
                        <a:lnTo>
                          <a:pt x="493" y="278"/>
                        </a:lnTo>
                        <a:lnTo>
                          <a:pt x="479" y="256"/>
                        </a:lnTo>
                        <a:lnTo>
                          <a:pt x="463" y="232"/>
                        </a:lnTo>
                        <a:lnTo>
                          <a:pt x="446" y="211"/>
                        </a:lnTo>
                        <a:lnTo>
                          <a:pt x="427" y="191"/>
                        </a:lnTo>
                        <a:lnTo>
                          <a:pt x="408" y="169"/>
                        </a:lnTo>
                        <a:lnTo>
                          <a:pt x="388" y="150"/>
                        </a:lnTo>
                        <a:lnTo>
                          <a:pt x="367" y="132"/>
                        </a:lnTo>
                        <a:lnTo>
                          <a:pt x="345" y="116"/>
                        </a:lnTo>
                        <a:lnTo>
                          <a:pt x="323" y="99"/>
                        </a:lnTo>
                        <a:lnTo>
                          <a:pt x="299" y="84"/>
                        </a:lnTo>
                        <a:lnTo>
                          <a:pt x="275" y="70"/>
                        </a:lnTo>
                        <a:lnTo>
                          <a:pt x="251" y="58"/>
                        </a:lnTo>
                        <a:lnTo>
                          <a:pt x="225" y="46"/>
                        </a:lnTo>
                        <a:lnTo>
                          <a:pt x="198" y="35"/>
                        </a:lnTo>
                        <a:lnTo>
                          <a:pt x="172" y="27"/>
                        </a:lnTo>
                        <a:lnTo>
                          <a:pt x="144" y="19"/>
                        </a:lnTo>
                        <a:lnTo>
                          <a:pt x="116" y="13"/>
                        </a:lnTo>
                        <a:lnTo>
                          <a:pt x="88" y="8"/>
                        </a:lnTo>
                        <a:lnTo>
                          <a:pt x="59" y="3"/>
                        </a:lnTo>
                        <a:lnTo>
                          <a:pt x="30" y="1"/>
                        </a:lnTo>
                        <a:lnTo>
                          <a:pt x="0" y="0"/>
                        </a:lnTo>
                        <a:lnTo>
                          <a:pt x="0" y="209"/>
                        </a:lnTo>
                        <a:lnTo>
                          <a:pt x="19" y="209"/>
                        </a:lnTo>
                        <a:lnTo>
                          <a:pt x="39" y="210"/>
                        </a:lnTo>
                        <a:lnTo>
                          <a:pt x="57" y="213"/>
                        </a:lnTo>
                        <a:lnTo>
                          <a:pt x="75" y="215"/>
                        </a:lnTo>
                        <a:lnTo>
                          <a:pt x="92" y="220"/>
                        </a:lnTo>
                        <a:lnTo>
                          <a:pt x="110" y="225"/>
                        </a:lnTo>
                        <a:lnTo>
                          <a:pt x="127" y="231"/>
                        </a:lnTo>
                        <a:lnTo>
                          <a:pt x="144" y="238"/>
                        </a:lnTo>
                        <a:lnTo>
                          <a:pt x="160" y="245"/>
                        </a:lnTo>
                        <a:lnTo>
                          <a:pt x="176" y="253"/>
                        </a:lnTo>
                        <a:lnTo>
                          <a:pt x="192" y="262"/>
                        </a:lnTo>
                        <a:lnTo>
                          <a:pt x="206" y="272"/>
                        </a:lnTo>
                        <a:lnTo>
                          <a:pt x="221" y="281"/>
                        </a:lnTo>
                        <a:lnTo>
                          <a:pt x="235" y="293"/>
                        </a:lnTo>
                        <a:lnTo>
                          <a:pt x="248" y="305"/>
                        </a:lnTo>
                        <a:lnTo>
                          <a:pt x="261" y="317"/>
                        </a:lnTo>
                        <a:lnTo>
                          <a:pt x="273" y="329"/>
                        </a:lnTo>
                        <a:lnTo>
                          <a:pt x="285" y="343"/>
                        </a:lnTo>
                        <a:lnTo>
                          <a:pt x="296" y="357"/>
                        </a:lnTo>
                        <a:lnTo>
                          <a:pt x="306" y="372"/>
                        </a:lnTo>
                        <a:lnTo>
                          <a:pt x="317" y="387"/>
                        </a:lnTo>
                        <a:lnTo>
                          <a:pt x="325" y="402"/>
                        </a:lnTo>
                        <a:lnTo>
                          <a:pt x="333" y="418"/>
                        </a:lnTo>
                        <a:lnTo>
                          <a:pt x="340" y="435"/>
                        </a:lnTo>
                        <a:lnTo>
                          <a:pt x="348" y="451"/>
                        </a:lnTo>
                        <a:lnTo>
                          <a:pt x="353" y="468"/>
                        </a:lnTo>
                        <a:lnTo>
                          <a:pt x="358" y="486"/>
                        </a:lnTo>
                        <a:lnTo>
                          <a:pt x="362" y="503"/>
                        </a:lnTo>
                        <a:lnTo>
                          <a:pt x="365" y="521"/>
                        </a:lnTo>
                        <a:lnTo>
                          <a:pt x="368" y="540"/>
                        </a:lnTo>
                        <a:lnTo>
                          <a:pt x="369" y="558"/>
                        </a:lnTo>
                        <a:lnTo>
                          <a:pt x="370" y="578"/>
                        </a:lnTo>
                        <a:lnTo>
                          <a:pt x="578" y="578"/>
                        </a:lnTo>
                        <a:close/>
                      </a:path>
                    </a:pathLst>
                  </a:custGeom>
                  <a:solidFill>
                    <a:srgbClr val="EF2B2F"/>
                  </a:solidFill>
                  <a:ln>
                    <a:noFill/>
                  </a:ln>
                </p:spPr>
                <p:txBody>
                  <a:bodyPr/>
                  <a:lstStyle/>
                  <a:p>
                    <a:pPr>
                      <a:defRPr/>
                    </a:pPr>
                    <a:endParaRPr lang="en-US" sz="1050">
                      <a:latin typeface="+mj-lt"/>
                    </a:endParaRPr>
                  </a:p>
                </p:txBody>
              </p:sp>
              <p:sp>
                <p:nvSpPr>
                  <p:cNvPr id="41483" name="Freeform 620">
                    <a:extLst>
                      <a:ext uri="{FF2B5EF4-FFF2-40B4-BE49-F238E27FC236}">
                        <a16:creationId xmlns="" xmlns:a16="http://schemas.microsoft.com/office/drawing/2014/main" id="{C2874AF2-5C53-68CB-2861-38C6A9BC2149}"/>
                      </a:ext>
                    </a:extLst>
                  </p:cNvPr>
                  <p:cNvSpPr>
                    <a:spLocks/>
                  </p:cNvSpPr>
                  <p:nvPr/>
                </p:nvSpPr>
                <p:spPr bwMode="auto">
                  <a:xfrm>
                    <a:off x="1565" y="2620"/>
                    <a:ext cx="21" cy="23"/>
                  </a:xfrm>
                  <a:custGeom>
                    <a:avLst/>
                    <a:gdLst>
                      <a:gd name="T0" fmla="*/ 0 w 578"/>
                      <a:gd name="T1" fmla="*/ 0 h 577"/>
                      <a:gd name="T2" fmla="*/ 0 w 578"/>
                      <a:gd name="T3" fmla="*/ 0 h 577"/>
                      <a:gd name="T4" fmla="*/ 0 w 578"/>
                      <a:gd name="T5" fmla="*/ 0 h 577"/>
                      <a:gd name="T6" fmla="*/ 0 w 578"/>
                      <a:gd name="T7" fmla="*/ 0 h 577"/>
                      <a:gd name="T8" fmla="*/ 0 w 578"/>
                      <a:gd name="T9" fmla="*/ 0 h 577"/>
                      <a:gd name="T10" fmla="*/ 0 w 578"/>
                      <a:gd name="T11" fmla="*/ 0 h 577"/>
                      <a:gd name="T12" fmla="*/ 0 w 578"/>
                      <a:gd name="T13" fmla="*/ 0 h 577"/>
                      <a:gd name="T14" fmla="*/ 0 w 578"/>
                      <a:gd name="T15" fmla="*/ 0 h 577"/>
                      <a:gd name="T16" fmla="*/ 0 w 578"/>
                      <a:gd name="T17" fmla="*/ 0 h 577"/>
                      <a:gd name="T18" fmla="*/ 0 w 578"/>
                      <a:gd name="T19" fmla="*/ 0 h 577"/>
                      <a:gd name="T20" fmla="*/ 0 w 578"/>
                      <a:gd name="T21" fmla="*/ 0 h 577"/>
                      <a:gd name="T22" fmla="*/ 0 w 578"/>
                      <a:gd name="T23" fmla="*/ 0 h 577"/>
                      <a:gd name="T24" fmla="*/ 0 w 578"/>
                      <a:gd name="T25" fmla="*/ 0 h 577"/>
                      <a:gd name="T26" fmla="*/ 0 w 578"/>
                      <a:gd name="T27" fmla="*/ 0 h 577"/>
                      <a:gd name="T28" fmla="*/ 0 w 578"/>
                      <a:gd name="T29" fmla="*/ 0 h 577"/>
                      <a:gd name="T30" fmla="*/ 0 w 578"/>
                      <a:gd name="T31" fmla="*/ 0 h 577"/>
                      <a:gd name="T32" fmla="*/ 0 w 578"/>
                      <a:gd name="T33" fmla="*/ 0 h 577"/>
                      <a:gd name="T34" fmla="*/ 0 w 578"/>
                      <a:gd name="T35" fmla="*/ 0 h 577"/>
                      <a:gd name="T36" fmla="*/ 0 w 578"/>
                      <a:gd name="T37" fmla="*/ 0 h 577"/>
                      <a:gd name="T38" fmla="*/ 0 w 578"/>
                      <a:gd name="T39" fmla="*/ 0 h 577"/>
                      <a:gd name="T40" fmla="*/ 0 w 578"/>
                      <a:gd name="T41" fmla="*/ 0 h 577"/>
                      <a:gd name="T42" fmla="*/ 0 w 578"/>
                      <a:gd name="T43" fmla="*/ 0 h 577"/>
                      <a:gd name="T44" fmla="*/ 0 w 578"/>
                      <a:gd name="T45" fmla="*/ 0 h 577"/>
                      <a:gd name="T46" fmla="*/ 0 w 578"/>
                      <a:gd name="T47" fmla="*/ 0 h 577"/>
                      <a:gd name="T48" fmla="*/ 0 w 578"/>
                      <a:gd name="T49" fmla="*/ 0 h 577"/>
                      <a:gd name="T50" fmla="*/ 0 w 578"/>
                      <a:gd name="T51" fmla="*/ 0 h 577"/>
                      <a:gd name="T52" fmla="*/ 0 w 578"/>
                      <a:gd name="T53" fmla="*/ 0 h 577"/>
                      <a:gd name="T54" fmla="*/ 0 w 578"/>
                      <a:gd name="T55" fmla="*/ 0 h 577"/>
                      <a:gd name="T56" fmla="*/ 0 w 578"/>
                      <a:gd name="T57" fmla="*/ 0 h 577"/>
                      <a:gd name="T58" fmla="*/ 0 w 578"/>
                      <a:gd name="T59" fmla="*/ 0 h 577"/>
                      <a:gd name="T60" fmla="*/ 0 w 578"/>
                      <a:gd name="T61" fmla="*/ 0 h 577"/>
                      <a:gd name="T62" fmla="*/ 0 w 578"/>
                      <a:gd name="T63" fmla="*/ 0 h 577"/>
                      <a:gd name="T64" fmla="*/ 0 w 578"/>
                      <a:gd name="T65" fmla="*/ 0 h 577"/>
                      <a:gd name="T66" fmla="*/ 0 w 578"/>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7"/>
                      <a:gd name="T104" fmla="*/ 578 w 578"/>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7">
                        <a:moveTo>
                          <a:pt x="0" y="577"/>
                        </a:moveTo>
                        <a:lnTo>
                          <a:pt x="0" y="577"/>
                        </a:lnTo>
                        <a:lnTo>
                          <a:pt x="29" y="576"/>
                        </a:lnTo>
                        <a:lnTo>
                          <a:pt x="59" y="574"/>
                        </a:lnTo>
                        <a:lnTo>
                          <a:pt x="88" y="570"/>
                        </a:lnTo>
                        <a:lnTo>
                          <a:pt x="116" y="564"/>
                        </a:lnTo>
                        <a:lnTo>
                          <a:pt x="144" y="558"/>
                        </a:lnTo>
                        <a:lnTo>
                          <a:pt x="172" y="551"/>
                        </a:lnTo>
                        <a:lnTo>
                          <a:pt x="198" y="542"/>
                        </a:lnTo>
                        <a:lnTo>
                          <a:pt x="225" y="531"/>
                        </a:lnTo>
                        <a:lnTo>
                          <a:pt x="251" y="520"/>
                        </a:lnTo>
                        <a:lnTo>
                          <a:pt x="275" y="507"/>
                        </a:lnTo>
                        <a:lnTo>
                          <a:pt x="300" y="493"/>
                        </a:lnTo>
                        <a:lnTo>
                          <a:pt x="323" y="478"/>
                        </a:lnTo>
                        <a:lnTo>
                          <a:pt x="345" y="462"/>
                        </a:lnTo>
                        <a:lnTo>
                          <a:pt x="367" y="445"/>
                        </a:lnTo>
                        <a:lnTo>
                          <a:pt x="388" y="427"/>
                        </a:lnTo>
                        <a:lnTo>
                          <a:pt x="408" y="408"/>
                        </a:lnTo>
                        <a:lnTo>
                          <a:pt x="427" y="388"/>
                        </a:lnTo>
                        <a:lnTo>
                          <a:pt x="446" y="366"/>
                        </a:lnTo>
                        <a:lnTo>
                          <a:pt x="463" y="345"/>
                        </a:lnTo>
                        <a:lnTo>
                          <a:pt x="479" y="323"/>
                        </a:lnTo>
                        <a:lnTo>
                          <a:pt x="493" y="299"/>
                        </a:lnTo>
                        <a:lnTo>
                          <a:pt x="507" y="275"/>
                        </a:lnTo>
                        <a:lnTo>
                          <a:pt x="520" y="250"/>
                        </a:lnTo>
                        <a:lnTo>
                          <a:pt x="532" y="224"/>
                        </a:lnTo>
                        <a:lnTo>
                          <a:pt x="542" y="198"/>
                        </a:lnTo>
                        <a:lnTo>
                          <a:pt x="551" y="171"/>
                        </a:lnTo>
                        <a:lnTo>
                          <a:pt x="558" y="144"/>
                        </a:lnTo>
                        <a:lnTo>
                          <a:pt x="566" y="116"/>
                        </a:lnTo>
                        <a:lnTo>
                          <a:pt x="571" y="87"/>
                        </a:lnTo>
                        <a:lnTo>
                          <a:pt x="574" y="58"/>
                        </a:lnTo>
                        <a:lnTo>
                          <a:pt x="577" y="29"/>
                        </a:lnTo>
                        <a:lnTo>
                          <a:pt x="578" y="0"/>
                        </a:lnTo>
                        <a:lnTo>
                          <a:pt x="370" y="0"/>
                        </a:lnTo>
                        <a:lnTo>
                          <a:pt x="369" y="19"/>
                        </a:lnTo>
                        <a:lnTo>
                          <a:pt x="368" y="37"/>
                        </a:lnTo>
                        <a:lnTo>
                          <a:pt x="365" y="56"/>
                        </a:lnTo>
                        <a:lnTo>
                          <a:pt x="362" y="74"/>
                        </a:lnTo>
                        <a:lnTo>
                          <a:pt x="358" y="91"/>
                        </a:lnTo>
                        <a:lnTo>
                          <a:pt x="353" y="109"/>
                        </a:lnTo>
                        <a:lnTo>
                          <a:pt x="348" y="126"/>
                        </a:lnTo>
                        <a:lnTo>
                          <a:pt x="340" y="142"/>
                        </a:lnTo>
                        <a:lnTo>
                          <a:pt x="333" y="159"/>
                        </a:lnTo>
                        <a:lnTo>
                          <a:pt x="325" y="175"/>
                        </a:lnTo>
                        <a:lnTo>
                          <a:pt x="317" y="190"/>
                        </a:lnTo>
                        <a:lnTo>
                          <a:pt x="306" y="205"/>
                        </a:lnTo>
                        <a:lnTo>
                          <a:pt x="296" y="220"/>
                        </a:lnTo>
                        <a:lnTo>
                          <a:pt x="285" y="234"/>
                        </a:lnTo>
                        <a:lnTo>
                          <a:pt x="273" y="248"/>
                        </a:lnTo>
                        <a:lnTo>
                          <a:pt x="261" y="261"/>
                        </a:lnTo>
                        <a:lnTo>
                          <a:pt x="248" y="272"/>
                        </a:lnTo>
                        <a:lnTo>
                          <a:pt x="235" y="284"/>
                        </a:lnTo>
                        <a:lnTo>
                          <a:pt x="221" y="295"/>
                        </a:lnTo>
                        <a:lnTo>
                          <a:pt x="206" y="305"/>
                        </a:lnTo>
                        <a:lnTo>
                          <a:pt x="191" y="315"/>
                        </a:lnTo>
                        <a:lnTo>
                          <a:pt x="176" y="325"/>
                        </a:lnTo>
                        <a:lnTo>
                          <a:pt x="160" y="332"/>
                        </a:lnTo>
                        <a:lnTo>
                          <a:pt x="144" y="340"/>
                        </a:lnTo>
                        <a:lnTo>
                          <a:pt x="127" y="346"/>
                        </a:lnTo>
                        <a:lnTo>
                          <a:pt x="110" y="352"/>
                        </a:lnTo>
                        <a:lnTo>
                          <a:pt x="93" y="358"/>
                        </a:lnTo>
                        <a:lnTo>
                          <a:pt x="75" y="362"/>
                        </a:lnTo>
                        <a:lnTo>
                          <a:pt x="57" y="364"/>
                        </a:lnTo>
                        <a:lnTo>
                          <a:pt x="39" y="367"/>
                        </a:lnTo>
                        <a:lnTo>
                          <a:pt x="19" y="368"/>
                        </a:lnTo>
                        <a:lnTo>
                          <a:pt x="0" y="368"/>
                        </a:lnTo>
                        <a:lnTo>
                          <a:pt x="0" y="577"/>
                        </a:lnTo>
                        <a:close/>
                      </a:path>
                    </a:pathLst>
                  </a:custGeom>
                  <a:solidFill>
                    <a:srgbClr val="EF2B2F"/>
                  </a:solidFill>
                  <a:ln>
                    <a:noFill/>
                  </a:ln>
                </p:spPr>
                <p:txBody>
                  <a:bodyPr/>
                  <a:lstStyle/>
                  <a:p>
                    <a:pPr>
                      <a:defRPr/>
                    </a:pPr>
                    <a:endParaRPr lang="en-US" sz="1050">
                      <a:latin typeface="+mj-lt"/>
                    </a:endParaRPr>
                  </a:p>
                </p:txBody>
              </p:sp>
              <p:sp>
                <p:nvSpPr>
                  <p:cNvPr id="41484" name="Freeform 621">
                    <a:extLst>
                      <a:ext uri="{FF2B5EF4-FFF2-40B4-BE49-F238E27FC236}">
                        <a16:creationId xmlns="" xmlns:a16="http://schemas.microsoft.com/office/drawing/2014/main" id="{C6D0ECB1-DC64-A484-C28A-2919CB89CFC5}"/>
                      </a:ext>
                    </a:extLst>
                  </p:cNvPr>
                  <p:cNvSpPr>
                    <a:spLocks/>
                  </p:cNvSpPr>
                  <p:nvPr/>
                </p:nvSpPr>
                <p:spPr bwMode="auto">
                  <a:xfrm>
                    <a:off x="1538" y="2620"/>
                    <a:ext cx="24" cy="23"/>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0" y="0"/>
                        </a:moveTo>
                        <a:lnTo>
                          <a:pt x="0" y="0"/>
                        </a:lnTo>
                        <a:lnTo>
                          <a:pt x="1" y="28"/>
                        </a:lnTo>
                        <a:lnTo>
                          <a:pt x="3" y="58"/>
                        </a:lnTo>
                        <a:lnTo>
                          <a:pt x="7" y="87"/>
                        </a:lnTo>
                        <a:lnTo>
                          <a:pt x="13" y="116"/>
                        </a:lnTo>
                        <a:lnTo>
                          <a:pt x="19" y="144"/>
                        </a:lnTo>
                        <a:lnTo>
                          <a:pt x="26" y="171"/>
                        </a:lnTo>
                        <a:lnTo>
                          <a:pt x="35" y="198"/>
                        </a:lnTo>
                        <a:lnTo>
                          <a:pt x="46" y="224"/>
                        </a:lnTo>
                        <a:lnTo>
                          <a:pt x="57" y="250"/>
                        </a:lnTo>
                        <a:lnTo>
                          <a:pt x="70" y="275"/>
                        </a:lnTo>
                        <a:lnTo>
                          <a:pt x="84" y="299"/>
                        </a:lnTo>
                        <a:lnTo>
                          <a:pt x="99" y="323"/>
                        </a:lnTo>
                        <a:lnTo>
                          <a:pt x="116" y="345"/>
                        </a:lnTo>
                        <a:lnTo>
                          <a:pt x="133" y="366"/>
                        </a:lnTo>
                        <a:lnTo>
                          <a:pt x="151" y="388"/>
                        </a:lnTo>
                        <a:lnTo>
                          <a:pt x="169" y="408"/>
                        </a:lnTo>
                        <a:lnTo>
                          <a:pt x="189" y="427"/>
                        </a:lnTo>
                        <a:lnTo>
                          <a:pt x="211" y="445"/>
                        </a:lnTo>
                        <a:lnTo>
                          <a:pt x="232" y="462"/>
                        </a:lnTo>
                        <a:lnTo>
                          <a:pt x="255" y="478"/>
                        </a:lnTo>
                        <a:lnTo>
                          <a:pt x="278" y="493"/>
                        </a:lnTo>
                        <a:lnTo>
                          <a:pt x="302" y="507"/>
                        </a:lnTo>
                        <a:lnTo>
                          <a:pt x="328" y="520"/>
                        </a:lnTo>
                        <a:lnTo>
                          <a:pt x="352" y="531"/>
                        </a:lnTo>
                        <a:lnTo>
                          <a:pt x="379" y="542"/>
                        </a:lnTo>
                        <a:lnTo>
                          <a:pt x="407" y="551"/>
                        </a:lnTo>
                        <a:lnTo>
                          <a:pt x="433" y="558"/>
                        </a:lnTo>
                        <a:lnTo>
                          <a:pt x="461" y="564"/>
                        </a:lnTo>
                        <a:lnTo>
                          <a:pt x="490" y="570"/>
                        </a:lnTo>
                        <a:lnTo>
                          <a:pt x="519" y="574"/>
                        </a:lnTo>
                        <a:lnTo>
                          <a:pt x="548" y="576"/>
                        </a:lnTo>
                        <a:lnTo>
                          <a:pt x="577" y="577"/>
                        </a:lnTo>
                        <a:lnTo>
                          <a:pt x="577" y="368"/>
                        </a:lnTo>
                        <a:lnTo>
                          <a:pt x="558" y="368"/>
                        </a:lnTo>
                        <a:lnTo>
                          <a:pt x="539" y="367"/>
                        </a:lnTo>
                        <a:lnTo>
                          <a:pt x="521" y="364"/>
                        </a:lnTo>
                        <a:lnTo>
                          <a:pt x="503" y="362"/>
                        </a:lnTo>
                        <a:lnTo>
                          <a:pt x="485" y="358"/>
                        </a:lnTo>
                        <a:lnTo>
                          <a:pt x="467" y="352"/>
                        </a:lnTo>
                        <a:lnTo>
                          <a:pt x="450" y="346"/>
                        </a:lnTo>
                        <a:lnTo>
                          <a:pt x="434" y="340"/>
                        </a:lnTo>
                        <a:lnTo>
                          <a:pt x="417" y="332"/>
                        </a:lnTo>
                        <a:lnTo>
                          <a:pt x="401" y="325"/>
                        </a:lnTo>
                        <a:lnTo>
                          <a:pt x="386" y="315"/>
                        </a:lnTo>
                        <a:lnTo>
                          <a:pt x="372" y="305"/>
                        </a:lnTo>
                        <a:lnTo>
                          <a:pt x="357" y="295"/>
                        </a:lnTo>
                        <a:lnTo>
                          <a:pt x="343" y="284"/>
                        </a:lnTo>
                        <a:lnTo>
                          <a:pt x="330" y="272"/>
                        </a:lnTo>
                        <a:lnTo>
                          <a:pt x="317" y="261"/>
                        </a:lnTo>
                        <a:lnTo>
                          <a:pt x="304" y="248"/>
                        </a:lnTo>
                        <a:lnTo>
                          <a:pt x="293" y="234"/>
                        </a:lnTo>
                        <a:lnTo>
                          <a:pt x="281" y="220"/>
                        </a:lnTo>
                        <a:lnTo>
                          <a:pt x="271" y="205"/>
                        </a:lnTo>
                        <a:lnTo>
                          <a:pt x="262" y="190"/>
                        </a:lnTo>
                        <a:lnTo>
                          <a:pt x="252" y="175"/>
                        </a:lnTo>
                        <a:lnTo>
                          <a:pt x="245" y="159"/>
                        </a:lnTo>
                        <a:lnTo>
                          <a:pt x="237" y="142"/>
                        </a:lnTo>
                        <a:lnTo>
                          <a:pt x="231" y="126"/>
                        </a:lnTo>
                        <a:lnTo>
                          <a:pt x="225" y="109"/>
                        </a:lnTo>
                        <a:lnTo>
                          <a:pt x="219" y="92"/>
                        </a:lnTo>
                        <a:lnTo>
                          <a:pt x="216" y="74"/>
                        </a:lnTo>
                        <a:lnTo>
                          <a:pt x="213" y="56"/>
                        </a:lnTo>
                        <a:lnTo>
                          <a:pt x="210" y="38"/>
                        </a:lnTo>
                        <a:lnTo>
                          <a:pt x="209" y="19"/>
                        </a:lnTo>
                        <a:lnTo>
                          <a:pt x="209" y="0"/>
                        </a:lnTo>
                        <a:lnTo>
                          <a:pt x="0" y="0"/>
                        </a:lnTo>
                        <a:close/>
                      </a:path>
                    </a:pathLst>
                  </a:custGeom>
                  <a:solidFill>
                    <a:srgbClr val="EF2B2F"/>
                  </a:solidFill>
                  <a:ln>
                    <a:noFill/>
                  </a:ln>
                </p:spPr>
                <p:txBody>
                  <a:bodyPr/>
                  <a:lstStyle/>
                  <a:p>
                    <a:pPr>
                      <a:defRPr/>
                    </a:pPr>
                    <a:endParaRPr lang="en-US" sz="1050">
                      <a:latin typeface="+mj-lt"/>
                    </a:endParaRPr>
                  </a:p>
                </p:txBody>
              </p:sp>
              <p:sp>
                <p:nvSpPr>
                  <p:cNvPr id="41485" name="Freeform 622">
                    <a:extLst>
                      <a:ext uri="{FF2B5EF4-FFF2-40B4-BE49-F238E27FC236}">
                        <a16:creationId xmlns="" xmlns:a16="http://schemas.microsoft.com/office/drawing/2014/main" id="{E7B2A253-A99F-1D12-9DCD-C7C170F202D7}"/>
                      </a:ext>
                    </a:extLst>
                  </p:cNvPr>
                  <p:cNvSpPr>
                    <a:spLocks/>
                  </p:cNvSpPr>
                  <p:nvPr/>
                </p:nvSpPr>
                <p:spPr bwMode="auto">
                  <a:xfrm>
                    <a:off x="1538" y="2598"/>
                    <a:ext cx="24" cy="22"/>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577" y="0"/>
                        </a:moveTo>
                        <a:lnTo>
                          <a:pt x="577" y="0"/>
                        </a:lnTo>
                        <a:lnTo>
                          <a:pt x="547" y="1"/>
                        </a:lnTo>
                        <a:lnTo>
                          <a:pt x="519" y="3"/>
                        </a:lnTo>
                        <a:lnTo>
                          <a:pt x="490" y="8"/>
                        </a:lnTo>
                        <a:lnTo>
                          <a:pt x="461" y="13"/>
                        </a:lnTo>
                        <a:lnTo>
                          <a:pt x="433" y="19"/>
                        </a:lnTo>
                        <a:lnTo>
                          <a:pt x="406" y="27"/>
                        </a:lnTo>
                        <a:lnTo>
                          <a:pt x="379" y="35"/>
                        </a:lnTo>
                        <a:lnTo>
                          <a:pt x="352" y="46"/>
                        </a:lnTo>
                        <a:lnTo>
                          <a:pt x="328" y="58"/>
                        </a:lnTo>
                        <a:lnTo>
                          <a:pt x="302" y="70"/>
                        </a:lnTo>
                        <a:lnTo>
                          <a:pt x="278" y="84"/>
                        </a:lnTo>
                        <a:lnTo>
                          <a:pt x="255" y="99"/>
                        </a:lnTo>
                        <a:lnTo>
                          <a:pt x="232" y="116"/>
                        </a:lnTo>
                        <a:lnTo>
                          <a:pt x="211" y="132"/>
                        </a:lnTo>
                        <a:lnTo>
                          <a:pt x="189" y="150"/>
                        </a:lnTo>
                        <a:lnTo>
                          <a:pt x="169" y="169"/>
                        </a:lnTo>
                        <a:lnTo>
                          <a:pt x="151" y="190"/>
                        </a:lnTo>
                        <a:lnTo>
                          <a:pt x="133" y="211"/>
                        </a:lnTo>
                        <a:lnTo>
                          <a:pt x="116" y="232"/>
                        </a:lnTo>
                        <a:lnTo>
                          <a:pt x="99" y="256"/>
                        </a:lnTo>
                        <a:lnTo>
                          <a:pt x="84" y="278"/>
                        </a:lnTo>
                        <a:lnTo>
                          <a:pt x="70" y="303"/>
                        </a:lnTo>
                        <a:lnTo>
                          <a:pt x="57" y="328"/>
                        </a:lnTo>
                        <a:lnTo>
                          <a:pt x="46" y="353"/>
                        </a:lnTo>
                        <a:lnTo>
                          <a:pt x="35" y="379"/>
                        </a:lnTo>
                        <a:lnTo>
                          <a:pt x="26" y="406"/>
                        </a:lnTo>
                        <a:lnTo>
                          <a:pt x="19" y="434"/>
                        </a:lnTo>
                        <a:lnTo>
                          <a:pt x="13" y="461"/>
                        </a:lnTo>
                        <a:lnTo>
                          <a:pt x="7" y="490"/>
                        </a:lnTo>
                        <a:lnTo>
                          <a:pt x="3" y="519"/>
                        </a:lnTo>
                        <a:lnTo>
                          <a:pt x="1" y="549"/>
                        </a:lnTo>
                        <a:lnTo>
                          <a:pt x="0" y="578"/>
                        </a:lnTo>
                        <a:lnTo>
                          <a:pt x="209" y="578"/>
                        </a:lnTo>
                        <a:lnTo>
                          <a:pt x="209" y="558"/>
                        </a:lnTo>
                        <a:lnTo>
                          <a:pt x="210" y="539"/>
                        </a:lnTo>
                        <a:lnTo>
                          <a:pt x="213" y="521"/>
                        </a:lnTo>
                        <a:lnTo>
                          <a:pt x="216" y="503"/>
                        </a:lnTo>
                        <a:lnTo>
                          <a:pt x="219" y="485"/>
                        </a:lnTo>
                        <a:lnTo>
                          <a:pt x="225" y="468"/>
                        </a:lnTo>
                        <a:lnTo>
                          <a:pt x="231" y="451"/>
                        </a:lnTo>
                        <a:lnTo>
                          <a:pt x="237" y="435"/>
                        </a:lnTo>
                        <a:lnTo>
                          <a:pt x="245" y="418"/>
                        </a:lnTo>
                        <a:lnTo>
                          <a:pt x="252" y="402"/>
                        </a:lnTo>
                        <a:lnTo>
                          <a:pt x="262" y="387"/>
                        </a:lnTo>
                        <a:lnTo>
                          <a:pt x="271" y="372"/>
                        </a:lnTo>
                        <a:lnTo>
                          <a:pt x="281" y="357"/>
                        </a:lnTo>
                        <a:lnTo>
                          <a:pt x="293" y="343"/>
                        </a:lnTo>
                        <a:lnTo>
                          <a:pt x="304" y="329"/>
                        </a:lnTo>
                        <a:lnTo>
                          <a:pt x="317" y="317"/>
                        </a:lnTo>
                        <a:lnTo>
                          <a:pt x="330" y="305"/>
                        </a:lnTo>
                        <a:lnTo>
                          <a:pt x="343" y="293"/>
                        </a:lnTo>
                        <a:lnTo>
                          <a:pt x="357" y="281"/>
                        </a:lnTo>
                        <a:lnTo>
                          <a:pt x="372" y="272"/>
                        </a:lnTo>
                        <a:lnTo>
                          <a:pt x="386" y="262"/>
                        </a:lnTo>
                        <a:lnTo>
                          <a:pt x="401" y="253"/>
                        </a:lnTo>
                        <a:lnTo>
                          <a:pt x="417" y="245"/>
                        </a:lnTo>
                        <a:lnTo>
                          <a:pt x="434" y="238"/>
                        </a:lnTo>
                        <a:lnTo>
                          <a:pt x="450" y="231"/>
                        </a:lnTo>
                        <a:lnTo>
                          <a:pt x="467" y="225"/>
                        </a:lnTo>
                        <a:lnTo>
                          <a:pt x="486" y="220"/>
                        </a:lnTo>
                        <a:lnTo>
                          <a:pt x="503" y="215"/>
                        </a:lnTo>
                        <a:lnTo>
                          <a:pt x="521" y="213"/>
                        </a:lnTo>
                        <a:lnTo>
                          <a:pt x="540" y="210"/>
                        </a:lnTo>
                        <a:lnTo>
                          <a:pt x="558" y="209"/>
                        </a:lnTo>
                        <a:lnTo>
                          <a:pt x="577" y="209"/>
                        </a:lnTo>
                        <a:lnTo>
                          <a:pt x="577" y="0"/>
                        </a:lnTo>
                        <a:close/>
                      </a:path>
                    </a:pathLst>
                  </a:custGeom>
                  <a:solidFill>
                    <a:srgbClr val="EF2B2F"/>
                  </a:solidFill>
                  <a:ln>
                    <a:noFill/>
                  </a:ln>
                </p:spPr>
                <p:txBody>
                  <a:bodyPr/>
                  <a:lstStyle/>
                  <a:p>
                    <a:pPr>
                      <a:defRPr/>
                    </a:pPr>
                    <a:endParaRPr lang="en-US" sz="1050">
                      <a:latin typeface="+mj-lt"/>
                    </a:endParaRPr>
                  </a:p>
                </p:txBody>
              </p:sp>
              <p:sp>
                <p:nvSpPr>
                  <p:cNvPr id="41486" name="Freeform 623">
                    <a:extLst>
                      <a:ext uri="{FF2B5EF4-FFF2-40B4-BE49-F238E27FC236}">
                        <a16:creationId xmlns="" xmlns:a16="http://schemas.microsoft.com/office/drawing/2014/main" id="{AEC89392-0F4D-99AB-4ECD-35FC5F80143A}"/>
                      </a:ext>
                    </a:extLst>
                  </p:cNvPr>
                  <p:cNvSpPr>
                    <a:spLocks/>
                  </p:cNvSpPr>
                  <p:nvPr/>
                </p:nvSpPr>
                <p:spPr bwMode="auto">
                  <a:xfrm>
                    <a:off x="1510" y="2616"/>
                    <a:ext cx="37" cy="36"/>
                  </a:xfrm>
                  <a:custGeom>
                    <a:avLst/>
                    <a:gdLst>
                      <a:gd name="T0" fmla="*/ 0 w 946"/>
                      <a:gd name="T1" fmla="*/ 0 h 946"/>
                      <a:gd name="T2" fmla="*/ 0 w 946"/>
                      <a:gd name="T3" fmla="*/ 0 h 946"/>
                      <a:gd name="T4" fmla="*/ 0 w 946"/>
                      <a:gd name="T5" fmla="*/ 0 h 946"/>
                      <a:gd name="T6" fmla="*/ 0 w 946"/>
                      <a:gd name="T7" fmla="*/ 0 h 946"/>
                      <a:gd name="T8" fmla="*/ 0 w 946"/>
                      <a:gd name="T9" fmla="*/ 0 h 946"/>
                      <a:gd name="T10" fmla="*/ 0 w 946"/>
                      <a:gd name="T11" fmla="*/ 0 h 946"/>
                      <a:gd name="T12" fmla="*/ 0 w 946"/>
                      <a:gd name="T13" fmla="*/ 0 h 946"/>
                      <a:gd name="T14" fmla="*/ 0 w 946"/>
                      <a:gd name="T15" fmla="*/ 0 h 946"/>
                      <a:gd name="T16" fmla="*/ 0 w 946"/>
                      <a:gd name="T17" fmla="*/ 0 h 946"/>
                      <a:gd name="T18" fmla="*/ 0 w 946"/>
                      <a:gd name="T19" fmla="*/ 0 h 946"/>
                      <a:gd name="T20" fmla="*/ 0 w 946"/>
                      <a:gd name="T21" fmla="*/ 0 h 946"/>
                      <a:gd name="T22" fmla="*/ 0 w 946"/>
                      <a:gd name="T23" fmla="*/ 0 h 946"/>
                      <a:gd name="T24" fmla="*/ 0 w 946"/>
                      <a:gd name="T25" fmla="*/ 0 h 946"/>
                      <a:gd name="T26" fmla="*/ 0 w 946"/>
                      <a:gd name="T27" fmla="*/ 0 h 946"/>
                      <a:gd name="T28" fmla="*/ 0 w 946"/>
                      <a:gd name="T29" fmla="*/ 0 h 946"/>
                      <a:gd name="T30" fmla="*/ 0 w 946"/>
                      <a:gd name="T31" fmla="*/ 0 h 946"/>
                      <a:gd name="T32" fmla="*/ 0 w 946"/>
                      <a:gd name="T33" fmla="*/ 0 h 946"/>
                      <a:gd name="T34" fmla="*/ 0 w 946"/>
                      <a:gd name="T35" fmla="*/ 0 h 946"/>
                      <a:gd name="T36" fmla="*/ 0 w 946"/>
                      <a:gd name="T37" fmla="*/ 0 h 946"/>
                      <a:gd name="T38" fmla="*/ 0 w 946"/>
                      <a:gd name="T39" fmla="*/ 0 h 946"/>
                      <a:gd name="T40" fmla="*/ 0 w 946"/>
                      <a:gd name="T41" fmla="*/ 0 h 946"/>
                      <a:gd name="T42" fmla="*/ 0 w 946"/>
                      <a:gd name="T43" fmla="*/ 0 h 946"/>
                      <a:gd name="T44" fmla="*/ 0 w 946"/>
                      <a:gd name="T45" fmla="*/ 0 h 946"/>
                      <a:gd name="T46" fmla="*/ 0 w 946"/>
                      <a:gd name="T47" fmla="*/ 0 h 946"/>
                      <a:gd name="T48" fmla="*/ 0 w 946"/>
                      <a:gd name="T49" fmla="*/ 0 h 946"/>
                      <a:gd name="T50" fmla="*/ 0 w 946"/>
                      <a:gd name="T51" fmla="*/ 0 h 946"/>
                      <a:gd name="T52" fmla="*/ 0 w 946"/>
                      <a:gd name="T53" fmla="*/ 0 h 946"/>
                      <a:gd name="T54" fmla="*/ 0 w 946"/>
                      <a:gd name="T55" fmla="*/ 0 h 946"/>
                      <a:gd name="T56" fmla="*/ 0 w 946"/>
                      <a:gd name="T57" fmla="*/ 0 h 946"/>
                      <a:gd name="T58" fmla="*/ 0 w 946"/>
                      <a:gd name="T59" fmla="*/ 0 h 946"/>
                      <a:gd name="T60" fmla="*/ 0 w 946"/>
                      <a:gd name="T61" fmla="*/ 0 h 946"/>
                      <a:gd name="T62" fmla="*/ 0 w 946"/>
                      <a:gd name="T63" fmla="*/ 0 h 946"/>
                      <a:gd name="T64" fmla="*/ 0 w 946"/>
                      <a:gd name="T65" fmla="*/ 0 h 946"/>
                      <a:gd name="T66" fmla="*/ 0 w 946"/>
                      <a:gd name="T67" fmla="*/ 0 h 946"/>
                      <a:gd name="T68" fmla="*/ 0 w 946"/>
                      <a:gd name="T69" fmla="*/ 0 h 946"/>
                      <a:gd name="T70" fmla="*/ 0 w 946"/>
                      <a:gd name="T71" fmla="*/ 0 h 946"/>
                      <a:gd name="T72" fmla="*/ 0 w 946"/>
                      <a:gd name="T73" fmla="*/ 0 h 946"/>
                      <a:gd name="T74" fmla="*/ 0 w 946"/>
                      <a:gd name="T75" fmla="*/ 0 h 946"/>
                      <a:gd name="T76" fmla="*/ 0 w 946"/>
                      <a:gd name="T77" fmla="*/ 0 h 946"/>
                      <a:gd name="T78" fmla="*/ 0 w 946"/>
                      <a:gd name="T79" fmla="*/ 0 h 946"/>
                      <a:gd name="T80" fmla="*/ 0 w 946"/>
                      <a:gd name="T81" fmla="*/ 0 h 946"/>
                      <a:gd name="T82" fmla="*/ 0 w 946"/>
                      <a:gd name="T83" fmla="*/ 0 h 946"/>
                      <a:gd name="T84" fmla="*/ 0 w 946"/>
                      <a:gd name="T85" fmla="*/ 0 h 94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6"/>
                      <a:gd name="T130" fmla="*/ 0 h 946"/>
                      <a:gd name="T131" fmla="*/ 946 w 946"/>
                      <a:gd name="T132" fmla="*/ 946 h 94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6" h="946">
                        <a:moveTo>
                          <a:pt x="473" y="0"/>
                        </a:moveTo>
                        <a:lnTo>
                          <a:pt x="496" y="1"/>
                        </a:lnTo>
                        <a:lnTo>
                          <a:pt x="521" y="2"/>
                        </a:lnTo>
                        <a:lnTo>
                          <a:pt x="544" y="5"/>
                        </a:lnTo>
                        <a:lnTo>
                          <a:pt x="567" y="10"/>
                        </a:lnTo>
                        <a:lnTo>
                          <a:pt x="590" y="15"/>
                        </a:lnTo>
                        <a:lnTo>
                          <a:pt x="612" y="21"/>
                        </a:lnTo>
                        <a:lnTo>
                          <a:pt x="635" y="29"/>
                        </a:lnTo>
                        <a:lnTo>
                          <a:pt x="656" y="37"/>
                        </a:lnTo>
                        <a:lnTo>
                          <a:pt x="677" y="47"/>
                        </a:lnTo>
                        <a:lnTo>
                          <a:pt x="697" y="57"/>
                        </a:lnTo>
                        <a:lnTo>
                          <a:pt x="717" y="69"/>
                        </a:lnTo>
                        <a:lnTo>
                          <a:pt x="737" y="81"/>
                        </a:lnTo>
                        <a:lnTo>
                          <a:pt x="755" y="94"/>
                        </a:lnTo>
                        <a:lnTo>
                          <a:pt x="773" y="109"/>
                        </a:lnTo>
                        <a:lnTo>
                          <a:pt x="790" y="124"/>
                        </a:lnTo>
                        <a:lnTo>
                          <a:pt x="806" y="138"/>
                        </a:lnTo>
                        <a:lnTo>
                          <a:pt x="822" y="155"/>
                        </a:lnTo>
                        <a:lnTo>
                          <a:pt x="837" y="173"/>
                        </a:lnTo>
                        <a:lnTo>
                          <a:pt x="851" y="191"/>
                        </a:lnTo>
                        <a:lnTo>
                          <a:pt x="865" y="209"/>
                        </a:lnTo>
                        <a:lnTo>
                          <a:pt x="876" y="228"/>
                        </a:lnTo>
                        <a:lnTo>
                          <a:pt x="888" y="248"/>
                        </a:lnTo>
                        <a:lnTo>
                          <a:pt x="899" y="268"/>
                        </a:lnTo>
                        <a:lnTo>
                          <a:pt x="908" y="290"/>
                        </a:lnTo>
                        <a:lnTo>
                          <a:pt x="917" y="311"/>
                        </a:lnTo>
                        <a:lnTo>
                          <a:pt x="924" y="332"/>
                        </a:lnTo>
                        <a:lnTo>
                          <a:pt x="930" y="355"/>
                        </a:lnTo>
                        <a:lnTo>
                          <a:pt x="936" y="378"/>
                        </a:lnTo>
                        <a:lnTo>
                          <a:pt x="939" y="402"/>
                        </a:lnTo>
                        <a:lnTo>
                          <a:pt x="942" y="425"/>
                        </a:lnTo>
                        <a:lnTo>
                          <a:pt x="945" y="449"/>
                        </a:lnTo>
                        <a:lnTo>
                          <a:pt x="946" y="473"/>
                        </a:lnTo>
                        <a:lnTo>
                          <a:pt x="945" y="498"/>
                        </a:lnTo>
                        <a:lnTo>
                          <a:pt x="942" y="521"/>
                        </a:lnTo>
                        <a:lnTo>
                          <a:pt x="939" y="544"/>
                        </a:lnTo>
                        <a:lnTo>
                          <a:pt x="936" y="568"/>
                        </a:lnTo>
                        <a:lnTo>
                          <a:pt x="930" y="591"/>
                        </a:lnTo>
                        <a:lnTo>
                          <a:pt x="924" y="614"/>
                        </a:lnTo>
                        <a:lnTo>
                          <a:pt x="917" y="635"/>
                        </a:lnTo>
                        <a:lnTo>
                          <a:pt x="908" y="657"/>
                        </a:lnTo>
                        <a:lnTo>
                          <a:pt x="899" y="678"/>
                        </a:lnTo>
                        <a:lnTo>
                          <a:pt x="888" y="698"/>
                        </a:lnTo>
                        <a:lnTo>
                          <a:pt x="876" y="718"/>
                        </a:lnTo>
                        <a:lnTo>
                          <a:pt x="865" y="737"/>
                        </a:lnTo>
                        <a:lnTo>
                          <a:pt x="851" y="755"/>
                        </a:lnTo>
                        <a:lnTo>
                          <a:pt x="837" y="774"/>
                        </a:lnTo>
                        <a:lnTo>
                          <a:pt x="822" y="791"/>
                        </a:lnTo>
                        <a:lnTo>
                          <a:pt x="806" y="808"/>
                        </a:lnTo>
                        <a:lnTo>
                          <a:pt x="790" y="823"/>
                        </a:lnTo>
                        <a:lnTo>
                          <a:pt x="773" y="838"/>
                        </a:lnTo>
                        <a:lnTo>
                          <a:pt x="755" y="852"/>
                        </a:lnTo>
                        <a:lnTo>
                          <a:pt x="737" y="865"/>
                        </a:lnTo>
                        <a:lnTo>
                          <a:pt x="717" y="878"/>
                        </a:lnTo>
                        <a:lnTo>
                          <a:pt x="697" y="889"/>
                        </a:lnTo>
                        <a:lnTo>
                          <a:pt x="677" y="899"/>
                        </a:lnTo>
                        <a:lnTo>
                          <a:pt x="656" y="909"/>
                        </a:lnTo>
                        <a:lnTo>
                          <a:pt x="635" y="917"/>
                        </a:lnTo>
                        <a:lnTo>
                          <a:pt x="612" y="925"/>
                        </a:lnTo>
                        <a:lnTo>
                          <a:pt x="590" y="931"/>
                        </a:lnTo>
                        <a:lnTo>
                          <a:pt x="567" y="937"/>
                        </a:lnTo>
                        <a:lnTo>
                          <a:pt x="544" y="941"/>
                        </a:lnTo>
                        <a:lnTo>
                          <a:pt x="521" y="944"/>
                        </a:lnTo>
                        <a:lnTo>
                          <a:pt x="496" y="945"/>
                        </a:lnTo>
                        <a:lnTo>
                          <a:pt x="473" y="946"/>
                        </a:lnTo>
                        <a:lnTo>
                          <a:pt x="448" y="945"/>
                        </a:lnTo>
                        <a:lnTo>
                          <a:pt x="424" y="944"/>
                        </a:lnTo>
                        <a:lnTo>
                          <a:pt x="400" y="941"/>
                        </a:lnTo>
                        <a:lnTo>
                          <a:pt x="377" y="937"/>
                        </a:lnTo>
                        <a:lnTo>
                          <a:pt x="354" y="931"/>
                        </a:lnTo>
                        <a:lnTo>
                          <a:pt x="332" y="925"/>
                        </a:lnTo>
                        <a:lnTo>
                          <a:pt x="310" y="917"/>
                        </a:lnTo>
                        <a:lnTo>
                          <a:pt x="288" y="909"/>
                        </a:lnTo>
                        <a:lnTo>
                          <a:pt x="267" y="899"/>
                        </a:lnTo>
                        <a:lnTo>
                          <a:pt x="247" y="889"/>
                        </a:lnTo>
                        <a:lnTo>
                          <a:pt x="228" y="878"/>
                        </a:lnTo>
                        <a:lnTo>
                          <a:pt x="208" y="865"/>
                        </a:lnTo>
                        <a:lnTo>
                          <a:pt x="189" y="852"/>
                        </a:lnTo>
                        <a:lnTo>
                          <a:pt x="171" y="838"/>
                        </a:lnTo>
                        <a:lnTo>
                          <a:pt x="154" y="823"/>
                        </a:lnTo>
                        <a:lnTo>
                          <a:pt x="138" y="808"/>
                        </a:lnTo>
                        <a:lnTo>
                          <a:pt x="122" y="791"/>
                        </a:lnTo>
                        <a:lnTo>
                          <a:pt x="107" y="774"/>
                        </a:lnTo>
                        <a:lnTo>
                          <a:pt x="93" y="755"/>
                        </a:lnTo>
                        <a:lnTo>
                          <a:pt x="81" y="737"/>
                        </a:lnTo>
                        <a:lnTo>
                          <a:pt x="68" y="718"/>
                        </a:lnTo>
                        <a:lnTo>
                          <a:pt x="56" y="698"/>
                        </a:lnTo>
                        <a:lnTo>
                          <a:pt x="45" y="678"/>
                        </a:lnTo>
                        <a:lnTo>
                          <a:pt x="37" y="657"/>
                        </a:lnTo>
                        <a:lnTo>
                          <a:pt x="28" y="635"/>
                        </a:lnTo>
                        <a:lnTo>
                          <a:pt x="21" y="614"/>
                        </a:lnTo>
                        <a:lnTo>
                          <a:pt x="15" y="591"/>
                        </a:lnTo>
                        <a:lnTo>
                          <a:pt x="9" y="568"/>
                        </a:lnTo>
                        <a:lnTo>
                          <a:pt x="5" y="544"/>
                        </a:lnTo>
                        <a:lnTo>
                          <a:pt x="2" y="521"/>
                        </a:lnTo>
                        <a:lnTo>
                          <a:pt x="0" y="498"/>
                        </a:lnTo>
                        <a:lnTo>
                          <a:pt x="0" y="473"/>
                        </a:lnTo>
                        <a:lnTo>
                          <a:pt x="0" y="449"/>
                        </a:lnTo>
                        <a:lnTo>
                          <a:pt x="2" y="425"/>
                        </a:lnTo>
                        <a:lnTo>
                          <a:pt x="5" y="402"/>
                        </a:lnTo>
                        <a:lnTo>
                          <a:pt x="9" y="378"/>
                        </a:lnTo>
                        <a:lnTo>
                          <a:pt x="15" y="355"/>
                        </a:lnTo>
                        <a:lnTo>
                          <a:pt x="21" y="332"/>
                        </a:lnTo>
                        <a:lnTo>
                          <a:pt x="28" y="311"/>
                        </a:lnTo>
                        <a:lnTo>
                          <a:pt x="37" y="290"/>
                        </a:lnTo>
                        <a:lnTo>
                          <a:pt x="45" y="268"/>
                        </a:lnTo>
                        <a:lnTo>
                          <a:pt x="56" y="248"/>
                        </a:lnTo>
                        <a:lnTo>
                          <a:pt x="68" y="228"/>
                        </a:lnTo>
                        <a:lnTo>
                          <a:pt x="81" y="209"/>
                        </a:lnTo>
                        <a:lnTo>
                          <a:pt x="93" y="191"/>
                        </a:lnTo>
                        <a:lnTo>
                          <a:pt x="107" y="173"/>
                        </a:lnTo>
                        <a:lnTo>
                          <a:pt x="122" y="155"/>
                        </a:lnTo>
                        <a:lnTo>
                          <a:pt x="138" y="138"/>
                        </a:lnTo>
                        <a:lnTo>
                          <a:pt x="154" y="124"/>
                        </a:lnTo>
                        <a:lnTo>
                          <a:pt x="171" y="109"/>
                        </a:lnTo>
                        <a:lnTo>
                          <a:pt x="189" y="94"/>
                        </a:lnTo>
                        <a:lnTo>
                          <a:pt x="208" y="81"/>
                        </a:lnTo>
                        <a:lnTo>
                          <a:pt x="228" y="69"/>
                        </a:lnTo>
                        <a:lnTo>
                          <a:pt x="247" y="57"/>
                        </a:lnTo>
                        <a:lnTo>
                          <a:pt x="267" y="47"/>
                        </a:lnTo>
                        <a:lnTo>
                          <a:pt x="288" y="37"/>
                        </a:lnTo>
                        <a:lnTo>
                          <a:pt x="310" y="29"/>
                        </a:lnTo>
                        <a:lnTo>
                          <a:pt x="332" y="21"/>
                        </a:lnTo>
                        <a:lnTo>
                          <a:pt x="354" y="15"/>
                        </a:lnTo>
                        <a:lnTo>
                          <a:pt x="377" y="10"/>
                        </a:lnTo>
                        <a:lnTo>
                          <a:pt x="400" y="5"/>
                        </a:lnTo>
                        <a:lnTo>
                          <a:pt x="424" y="2"/>
                        </a:lnTo>
                        <a:lnTo>
                          <a:pt x="448" y="1"/>
                        </a:lnTo>
                        <a:lnTo>
                          <a:pt x="473" y="0"/>
                        </a:lnTo>
                        <a:close/>
                      </a:path>
                    </a:pathLst>
                  </a:custGeom>
                  <a:solidFill>
                    <a:srgbClr val="DC2B19"/>
                  </a:solidFill>
                  <a:ln>
                    <a:noFill/>
                  </a:ln>
                </p:spPr>
                <p:txBody>
                  <a:bodyPr/>
                  <a:lstStyle/>
                  <a:p>
                    <a:pPr>
                      <a:defRPr/>
                    </a:pPr>
                    <a:endParaRPr lang="en-US" sz="1050">
                      <a:latin typeface="+mj-lt"/>
                    </a:endParaRPr>
                  </a:p>
                </p:txBody>
              </p:sp>
              <p:sp>
                <p:nvSpPr>
                  <p:cNvPr id="41487" name="Freeform 624">
                    <a:extLst>
                      <a:ext uri="{FF2B5EF4-FFF2-40B4-BE49-F238E27FC236}">
                        <a16:creationId xmlns="" xmlns:a16="http://schemas.microsoft.com/office/drawing/2014/main" id="{4AD212BC-2605-BCEB-CC6F-1DC29223C9CD}"/>
                      </a:ext>
                    </a:extLst>
                  </p:cNvPr>
                  <p:cNvSpPr>
                    <a:spLocks/>
                  </p:cNvSpPr>
                  <p:nvPr/>
                </p:nvSpPr>
                <p:spPr bwMode="auto">
                  <a:xfrm>
                    <a:off x="1529" y="2613"/>
                    <a:ext cx="22" cy="23"/>
                  </a:xfrm>
                  <a:custGeom>
                    <a:avLst/>
                    <a:gdLst>
                      <a:gd name="T0" fmla="*/ 0 w 576"/>
                      <a:gd name="T1" fmla="*/ 0 h 578"/>
                      <a:gd name="T2" fmla="*/ 0 w 576"/>
                      <a:gd name="T3" fmla="*/ 0 h 578"/>
                      <a:gd name="T4" fmla="*/ 0 w 576"/>
                      <a:gd name="T5" fmla="*/ 0 h 578"/>
                      <a:gd name="T6" fmla="*/ 0 w 576"/>
                      <a:gd name="T7" fmla="*/ 0 h 578"/>
                      <a:gd name="T8" fmla="*/ 0 w 576"/>
                      <a:gd name="T9" fmla="*/ 0 h 578"/>
                      <a:gd name="T10" fmla="*/ 0 w 576"/>
                      <a:gd name="T11" fmla="*/ 0 h 578"/>
                      <a:gd name="T12" fmla="*/ 0 w 576"/>
                      <a:gd name="T13" fmla="*/ 0 h 578"/>
                      <a:gd name="T14" fmla="*/ 0 w 576"/>
                      <a:gd name="T15" fmla="*/ 0 h 578"/>
                      <a:gd name="T16" fmla="*/ 0 w 576"/>
                      <a:gd name="T17" fmla="*/ 0 h 578"/>
                      <a:gd name="T18" fmla="*/ 0 w 576"/>
                      <a:gd name="T19" fmla="*/ 0 h 578"/>
                      <a:gd name="T20" fmla="*/ 0 w 576"/>
                      <a:gd name="T21" fmla="*/ 0 h 578"/>
                      <a:gd name="T22" fmla="*/ 0 w 576"/>
                      <a:gd name="T23" fmla="*/ 0 h 578"/>
                      <a:gd name="T24" fmla="*/ 0 w 576"/>
                      <a:gd name="T25" fmla="*/ 0 h 578"/>
                      <a:gd name="T26" fmla="*/ 0 w 576"/>
                      <a:gd name="T27" fmla="*/ 0 h 578"/>
                      <a:gd name="T28" fmla="*/ 0 w 576"/>
                      <a:gd name="T29" fmla="*/ 0 h 578"/>
                      <a:gd name="T30" fmla="*/ 0 w 576"/>
                      <a:gd name="T31" fmla="*/ 0 h 578"/>
                      <a:gd name="T32" fmla="*/ 0 w 576"/>
                      <a:gd name="T33" fmla="*/ 0 h 578"/>
                      <a:gd name="T34" fmla="*/ 0 w 576"/>
                      <a:gd name="T35" fmla="*/ 0 h 578"/>
                      <a:gd name="T36" fmla="*/ 0 w 576"/>
                      <a:gd name="T37" fmla="*/ 0 h 578"/>
                      <a:gd name="T38" fmla="*/ 0 w 576"/>
                      <a:gd name="T39" fmla="*/ 0 h 578"/>
                      <a:gd name="T40" fmla="*/ 0 w 576"/>
                      <a:gd name="T41" fmla="*/ 0 h 578"/>
                      <a:gd name="T42" fmla="*/ 0 w 576"/>
                      <a:gd name="T43" fmla="*/ 0 h 578"/>
                      <a:gd name="T44" fmla="*/ 0 w 576"/>
                      <a:gd name="T45" fmla="*/ 0 h 578"/>
                      <a:gd name="T46" fmla="*/ 0 w 576"/>
                      <a:gd name="T47" fmla="*/ 0 h 578"/>
                      <a:gd name="T48" fmla="*/ 0 w 576"/>
                      <a:gd name="T49" fmla="*/ 0 h 578"/>
                      <a:gd name="T50" fmla="*/ 0 w 576"/>
                      <a:gd name="T51" fmla="*/ 0 h 578"/>
                      <a:gd name="T52" fmla="*/ 0 w 576"/>
                      <a:gd name="T53" fmla="*/ 0 h 578"/>
                      <a:gd name="T54" fmla="*/ 0 w 576"/>
                      <a:gd name="T55" fmla="*/ 0 h 578"/>
                      <a:gd name="T56" fmla="*/ 0 w 576"/>
                      <a:gd name="T57" fmla="*/ 0 h 578"/>
                      <a:gd name="T58" fmla="*/ 0 w 576"/>
                      <a:gd name="T59" fmla="*/ 0 h 578"/>
                      <a:gd name="T60" fmla="*/ 0 w 576"/>
                      <a:gd name="T61" fmla="*/ 0 h 578"/>
                      <a:gd name="T62" fmla="*/ 0 w 576"/>
                      <a:gd name="T63" fmla="*/ 0 h 578"/>
                      <a:gd name="T64" fmla="*/ 0 w 576"/>
                      <a:gd name="T65" fmla="*/ 0 h 578"/>
                      <a:gd name="T66" fmla="*/ 0 w 576"/>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8"/>
                      <a:gd name="T104" fmla="*/ 576 w 576"/>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8">
                        <a:moveTo>
                          <a:pt x="576" y="578"/>
                        </a:moveTo>
                        <a:lnTo>
                          <a:pt x="576" y="578"/>
                        </a:lnTo>
                        <a:lnTo>
                          <a:pt x="575" y="548"/>
                        </a:lnTo>
                        <a:lnTo>
                          <a:pt x="573" y="519"/>
                        </a:lnTo>
                        <a:lnTo>
                          <a:pt x="570" y="491"/>
                        </a:lnTo>
                        <a:lnTo>
                          <a:pt x="564" y="462"/>
                        </a:lnTo>
                        <a:lnTo>
                          <a:pt x="558" y="434"/>
                        </a:lnTo>
                        <a:lnTo>
                          <a:pt x="550" y="406"/>
                        </a:lnTo>
                        <a:lnTo>
                          <a:pt x="541" y="380"/>
                        </a:lnTo>
                        <a:lnTo>
                          <a:pt x="530" y="353"/>
                        </a:lnTo>
                        <a:lnTo>
                          <a:pt x="518" y="329"/>
                        </a:lnTo>
                        <a:lnTo>
                          <a:pt x="506" y="303"/>
                        </a:lnTo>
                        <a:lnTo>
                          <a:pt x="492" y="280"/>
                        </a:lnTo>
                        <a:lnTo>
                          <a:pt x="477" y="256"/>
                        </a:lnTo>
                        <a:lnTo>
                          <a:pt x="461" y="233"/>
                        </a:lnTo>
                        <a:lnTo>
                          <a:pt x="444" y="211"/>
                        </a:lnTo>
                        <a:lnTo>
                          <a:pt x="426" y="190"/>
                        </a:lnTo>
                        <a:lnTo>
                          <a:pt x="407" y="171"/>
                        </a:lnTo>
                        <a:lnTo>
                          <a:pt x="386" y="152"/>
                        </a:lnTo>
                        <a:lnTo>
                          <a:pt x="366" y="133"/>
                        </a:lnTo>
                        <a:lnTo>
                          <a:pt x="344" y="117"/>
                        </a:lnTo>
                        <a:lnTo>
                          <a:pt x="321" y="100"/>
                        </a:lnTo>
                        <a:lnTo>
                          <a:pt x="298" y="85"/>
                        </a:lnTo>
                        <a:lnTo>
                          <a:pt x="273" y="71"/>
                        </a:lnTo>
                        <a:lnTo>
                          <a:pt x="249" y="58"/>
                        </a:lnTo>
                        <a:lnTo>
                          <a:pt x="223" y="46"/>
                        </a:lnTo>
                        <a:lnTo>
                          <a:pt x="198" y="36"/>
                        </a:lnTo>
                        <a:lnTo>
                          <a:pt x="170" y="27"/>
                        </a:lnTo>
                        <a:lnTo>
                          <a:pt x="143" y="20"/>
                        </a:lnTo>
                        <a:lnTo>
                          <a:pt x="115" y="13"/>
                        </a:lnTo>
                        <a:lnTo>
                          <a:pt x="87" y="8"/>
                        </a:lnTo>
                        <a:lnTo>
                          <a:pt x="58" y="4"/>
                        </a:lnTo>
                        <a:lnTo>
                          <a:pt x="28" y="2"/>
                        </a:lnTo>
                        <a:lnTo>
                          <a:pt x="0" y="0"/>
                        </a:lnTo>
                        <a:lnTo>
                          <a:pt x="0" y="209"/>
                        </a:lnTo>
                        <a:lnTo>
                          <a:pt x="18" y="209"/>
                        </a:lnTo>
                        <a:lnTo>
                          <a:pt x="37" y="210"/>
                        </a:lnTo>
                        <a:lnTo>
                          <a:pt x="56" y="214"/>
                        </a:lnTo>
                        <a:lnTo>
                          <a:pt x="73" y="216"/>
                        </a:lnTo>
                        <a:lnTo>
                          <a:pt x="91" y="220"/>
                        </a:lnTo>
                        <a:lnTo>
                          <a:pt x="108" y="225"/>
                        </a:lnTo>
                        <a:lnTo>
                          <a:pt x="125" y="232"/>
                        </a:lnTo>
                        <a:lnTo>
                          <a:pt x="142" y="238"/>
                        </a:lnTo>
                        <a:lnTo>
                          <a:pt x="158" y="246"/>
                        </a:lnTo>
                        <a:lnTo>
                          <a:pt x="174" y="253"/>
                        </a:lnTo>
                        <a:lnTo>
                          <a:pt x="190" y="263"/>
                        </a:lnTo>
                        <a:lnTo>
                          <a:pt x="205" y="272"/>
                        </a:lnTo>
                        <a:lnTo>
                          <a:pt x="220" y="282"/>
                        </a:lnTo>
                        <a:lnTo>
                          <a:pt x="234" y="294"/>
                        </a:lnTo>
                        <a:lnTo>
                          <a:pt x="247" y="305"/>
                        </a:lnTo>
                        <a:lnTo>
                          <a:pt x="260" y="317"/>
                        </a:lnTo>
                        <a:lnTo>
                          <a:pt x="272" y="330"/>
                        </a:lnTo>
                        <a:lnTo>
                          <a:pt x="284" y="344"/>
                        </a:lnTo>
                        <a:lnTo>
                          <a:pt x="295" y="357"/>
                        </a:lnTo>
                        <a:lnTo>
                          <a:pt x="305" y="372"/>
                        </a:lnTo>
                        <a:lnTo>
                          <a:pt x="315" y="387"/>
                        </a:lnTo>
                        <a:lnTo>
                          <a:pt x="323" y="402"/>
                        </a:lnTo>
                        <a:lnTo>
                          <a:pt x="332" y="418"/>
                        </a:lnTo>
                        <a:lnTo>
                          <a:pt x="339" y="435"/>
                        </a:lnTo>
                        <a:lnTo>
                          <a:pt x="346" y="451"/>
                        </a:lnTo>
                        <a:lnTo>
                          <a:pt x="351" y="468"/>
                        </a:lnTo>
                        <a:lnTo>
                          <a:pt x="357" y="486"/>
                        </a:lnTo>
                        <a:lnTo>
                          <a:pt x="361" y="503"/>
                        </a:lnTo>
                        <a:lnTo>
                          <a:pt x="364" y="522"/>
                        </a:lnTo>
                        <a:lnTo>
                          <a:pt x="366" y="541"/>
                        </a:lnTo>
                        <a:lnTo>
                          <a:pt x="368" y="559"/>
                        </a:lnTo>
                        <a:lnTo>
                          <a:pt x="368" y="578"/>
                        </a:lnTo>
                        <a:lnTo>
                          <a:pt x="576" y="578"/>
                        </a:lnTo>
                        <a:close/>
                      </a:path>
                    </a:pathLst>
                  </a:custGeom>
                  <a:solidFill>
                    <a:srgbClr val="EF2B2F"/>
                  </a:solidFill>
                  <a:ln>
                    <a:noFill/>
                  </a:ln>
                </p:spPr>
                <p:txBody>
                  <a:bodyPr/>
                  <a:lstStyle/>
                  <a:p>
                    <a:pPr>
                      <a:defRPr/>
                    </a:pPr>
                    <a:endParaRPr lang="en-US" sz="1050">
                      <a:latin typeface="+mj-lt"/>
                    </a:endParaRPr>
                  </a:p>
                </p:txBody>
              </p:sp>
              <p:sp>
                <p:nvSpPr>
                  <p:cNvPr id="41488" name="Freeform 625">
                    <a:extLst>
                      <a:ext uri="{FF2B5EF4-FFF2-40B4-BE49-F238E27FC236}">
                        <a16:creationId xmlns="" xmlns:a16="http://schemas.microsoft.com/office/drawing/2014/main" id="{F5B8B95E-F0BA-779E-30A9-6BD89088D443}"/>
                      </a:ext>
                    </a:extLst>
                  </p:cNvPr>
                  <p:cNvSpPr>
                    <a:spLocks/>
                  </p:cNvSpPr>
                  <p:nvPr/>
                </p:nvSpPr>
                <p:spPr bwMode="auto">
                  <a:xfrm>
                    <a:off x="1529" y="2636"/>
                    <a:ext cx="22" cy="22"/>
                  </a:xfrm>
                  <a:custGeom>
                    <a:avLst/>
                    <a:gdLst>
                      <a:gd name="T0" fmla="*/ 0 w 576"/>
                      <a:gd name="T1" fmla="*/ 0 h 578"/>
                      <a:gd name="T2" fmla="*/ 0 w 576"/>
                      <a:gd name="T3" fmla="*/ 0 h 578"/>
                      <a:gd name="T4" fmla="*/ 0 w 576"/>
                      <a:gd name="T5" fmla="*/ 0 h 578"/>
                      <a:gd name="T6" fmla="*/ 0 w 576"/>
                      <a:gd name="T7" fmla="*/ 0 h 578"/>
                      <a:gd name="T8" fmla="*/ 0 w 576"/>
                      <a:gd name="T9" fmla="*/ 0 h 578"/>
                      <a:gd name="T10" fmla="*/ 0 w 576"/>
                      <a:gd name="T11" fmla="*/ 0 h 578"/>
                      <a:gd name="T12" fmla="*/ 0 w 576"/>
                      <a:gd name="T13" fmla="*/ 0 h 578"/>
                      <a:gd name="T14" fmla="*/ 0 w 576"/>
                      <a:gd name="T15" fmla="*/ 0 h 578"/>
                      <a:gd name="T16" fmla="*/ 0 w 576"/>
                      <a:gd name="T17" fmla="*/ 0 h 578"/>
                      <a:gd name="T18" fmla="*/ 0 w 576"/>
                      <a:gd name="T19" fmla="*/ 0 h 578"/>
                      <a:gd name="T20" fmla="*/ 0 w 576"/>
                      <a:gd name="T21" fmla="*/ 0 h 578"/>
                      <a:gd name="T22" fmla="*/ 0 w 576"/>
                      <a:gd name="T23" fmla="*/ 0 h 578"/>
                      <a:gd name="T24" fmla="*/ 0 w 576"/>
                      <a:gd name="T25" fmla="*/ 0 h 578"/>
                      <a:gd name="T26" fmla="*/ 0 w 576"/>
                      <a:gd name="T27" fmla="*/ 0 h 578"/>
                      <a:gd name="T28" fmla="*/ 0 w 576"/>
                      <a:gd name="T29" fmla="*/ 0 h 578"/>
                      <a:gd name="T30" fmla="*/ 0 w 576"/>
                      <a:gd name="T31" fmla="*/ 0 h 578"/>
                      <a:gd name="T32" fmla="*/ 0 w 576"/>
                      <a:gd name="T33" fmla="*/ 0 h 578"/>
                      <a:gd name="T34" fmla="*/ 0 w 576"/>
                      <a:gd name="T35" fmla="*/ 0 h 578"/>
                      <a:gd name="T36" fmla="*/ 0 w 576"/>
                      <a:gd name="T37" fmla="*/ 0 h 578"/>
                      <a:gd name="T38" fmla="*/ 0 w 576"/>
                      <a:gd name="T39" fmla="*/ 0 h 578"/>
                      <a:gd name="T40" fmla="*/ 0 w 576"/>
                      <a:gd name="T41" fmla="*/ 0 h 578"/>
                      <a:gd name="T42" fmla="*/ 0 w 576"/>
                      <a:gd name="T43" fmla="*/ 0 h 578"/>
                      <a:gd name="T44" fmla="*/ 0 w 576"/>
                      <a:gd name="T45" fmla="*/ 0 h 578"/>
                      <a:gd name="T46" fmla="*/ 0 w 576"/>
                      <a:gd name="T47" fmla="*/ 0 h 578"/>
                      <a:gd name="T48" fmla="*/ 0 w 576"/>
                      <a:gd name="T49" fmla="*/ 0 h 578"/>
                      <a:gd name="T50" fmla="*/ 0 w 576"/>
                      <a:gd name="T51" fmla="*/ 0 h 578"/>
                      <a:gd name="T52" fmla="*/ 0 w 576"/>
                      <a:gd name="T53" fmla="*/ 0 h 578"/>
                      <a:gd name="T54" fmla="*/ 0 w 576"/>
                      <a:gd name="T55" fmla="*/ 0 h 578"/>
                      <a:gd name="T56" fmla="*/ 0 w 576"/>
                      <a:gd name="T57" fmla="*/ 0 h 578"/>
                      <a:gd name="T58" fmla="*/ 0 w 576"/>
                      <a:gd name="T59" fmla="*/ 0 h 578"/>
                      <a:gd name="T60" fmla="*/ 0 w 576"/>
                      <a:gd name="T61" fmla="*/ 0 h 578"/>
                      <a:gd name="T62" fmla="*/ 0 w 576"/>
                      <a:gd name="T63" fmla="*/ 0 h 578"/>
                      <a:gd name="T64" fmla="*/ 0 w 576"/>
                      <a:gd name="T65" fmla="*/ 0 h 578"/>
                      <a:gd name="T66" fmla="*/ 0 w 576"/>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6"/>
                      <a:gd name="T103" fmla="*/ 0 h 578"/>
                      <a:gd name="T104" fmla="*/ 576 w 576"/>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6" h="578">
                        <a:moveTo>
                          <a:pt x="0" y="578"/>
                        </a:moveTo>
                        <a:lnTo>
                          <a:pt x="0" y="578"/>
                        </a:lnTo>
                        <a:lnTo>
                          <a:pt x="28" y="577"/>
                        </a:lnTo>
                        <a:lnTo>
                          <a:pt x="57" y="574"/>
                        </a:lnTo>
                        <a:lnTo>
                          <a:pt x="87" y="570"/>
                        </a:lnTo>
                        <a:lnTo>
                          <a:pt x="115" y="565"/>
                        </a:lnTo>
                        <a:lnTo>
                          <a:pt x="142" y="558"/>
                        </a:lnTo>
                        <a:lnTo>
                          <a:pt x="170" y="551"/>
                        </a:lnTo>
                        <a:lnTo>
                          <a:pt x="198" y="542"/>
                        </a:lnTo>
                        <a:lnTo>
                          <a:pt x="223" y="532"/>
                        </a:lnTo>
                        <a:lnTo>
                          <a:pt x="249" y="520"/>
                        </a:lnTo>
                        <a:lnTo>
                          <a:pt x="273" y="507"/>
                        </a:lnTo>
                        <a:lnTo>
                          <a:pt x="298" y="493"/>
                        </a:lnTo>
                        <a:lnTo>
                          <a:pt x="321" y="479"/>
                        </a:lnTo>
                        <a:lnTo>
                          <a:pt x="344" y="463"/>
                        </a:lnTo>
                        <a:lnTo>
                          <a:pt x="366" y="445"/>
                        </a:lnTo>
                        <a:lnTo>
                          <a:pt x="386" y="427"/>
                        </a:lnTo>
                        <a:lnTo>
                          <a:pt x="407" y="407"/>
                        </a:lnTo>
                        <a:lnTo>
                          <a:pt x="426" y="388"/>
                        </a:lnTo>
                        <a:lnTo>
                          <a:pt x="444" y="367"/>
                        </a:lnTo>
                        <a:lnTo>
                          <a:pt x="461" y="345"/>
                        </a:lnTo>
                        <a:lnTo>
                          <a:pt x="477" y="323"/>
                        </a:lnTo>
                        <a:lnTo>
                          <a:pt x="492" y="300"/>
                        </a:lnTo>
                        <a:lnTo>
                          <a:pt x="506" y="275"/>
                        </a:lnTo>
                        <a:lnTo>
                          <a:pt x="518" y="250"/>
                        </a:lnTo>
                        <a:lnTo>
                          <a:pt x="530" y="225"/>
                        </a:lnTo>
                        <a:lnTo>
                          <a:pt x="541" y="198"/>
                        </a:lnTo>
                        <a:lnTo>
                          <a:pt x="550" y="172"/>
                        </a:lnTo>
                        <a:lnTo>
                          <a:pt x="558" y="144"/>
                        </a:lnTo>
                        <a:lnTo>
                          <a:pt x="564" y="116"/>
                        </a:lnTo>
                        <a:lnTo>
                          <a:pt x="570" y="87"/>
                        </a:lnTo>
                        <a:lnTo>
                          <a:pt x="573" y="59"/>
                        </a:lnTo>
                        <a:lnTo>
                          <a:pt x="575" y="30"/>
                        </a:lnTo>
                        <a:lnTo>
                          <a:pt x="576" y="0"/>
                        </a:lnTo>
                        <a:lnTo>
                          <a:pt x="368" y="0"/>
                        </a:lnTo>
                        <a:lnTo>
                          <a:pt x="368" y="19"/>
                        </a:lnTo>
                        <a:lnTo>
                          <a:pt x="366" y="37"/>
                        </a:lnTo>
                        <a:lnTo>
                          <a:pt x="364" y="57"/>
                        </a:lnTo>
                        <a:lnTo>
                          <a:pt x="361" y="75"/>
                        </a:lnTo>
                        <a:lnTo>
                          <a:pt x="357" y="92"/>
                        </a:lnTo>
                        <a:lnTo>
                          <a:pt x="351" y="110"/>
                        </a:lnTo>
                        <a:lnTo>
                          <a:pt x="346" y="127"/>
                        </a:lnTo>
                        <a:lnTo>
                          <a:pt x="339" y="143"/>
                        </a:lnTo>
                        <a:lnTo>
                          <a:pt x="332" y="160"/>
                        </a:lnTo>
                        <a:lnTo>
                          <a:pt x="323" y="176"/>
                        </a:lnTo>
                        <a:lnTo>
                          <a:pt x="315" y="191"/>
                        </a:lnTo>
                        <a:lnTo>
                          <a:pt x="305" y="206"/>
                        </a:lnTo>
                        <a:lnTo>
                          <a:pt x="295" y="221"/>
                        </a:lnTo>
                        <a:lnTo>
                          <a:pt x="284" y="235"/>
                        </a:lnTo>
                        <a:lnTo>
                          <a:pt x="272" y="248"/>
                        </a:lnTo>
                        <a:lnTo>
                          <a:pt x="260" y="261"/>
                        </a:lnTo>
                        <a:lnTo>
                          <a:pt x="247" y="273"/>
                        </a:lnTo>
                        <a:lnTo>
                          <a:pt x="234" y="285"/>
                        </a:lnTo>
                        <a:lnTo>
                          <a:pt x="220" y="295"/>
                        </a:lnTo>
                        <a:lnTo>
                          <a:pt x="205" y="306"/>
                        </a:lnTo>
                        <a:lnTo>
                          <a:pt x="190" y="315"/>
                        </a:lnTo>
                        <a:lnTo>
                          <a:pt x="174" y="325"/>
                        </a:lnTo>
                        <a:lnTo>
                          <a:pt x="158" y="333"/>
                        </a:lnTo>
                        <a:lnTo>
                          <a:pt x="142" y="340"/>
                        </a:lnTo>
                        <a:lnTo>
                          <a:pt x="125" y="346"/>
                        </a:lnTo>
                        <a:lnTo>
                          <a:pt x="108" y="353"/>
                        </a:lnTo>
                        <a:lnTo>
                          <a:pt x="91" y="358"/>
                        </a:lnTo>
                        <a:lnTo>
                          <a:pt x="73" y="362"/>
                        </a:lnTo>
                        <a:lnTo>
                          <a:pt x="56" y="365"/>
                        </a:lnTo>
                        <a:lnTo>
                          <a:pt x="37" y="368"/>
                        </a:lnTo>
                        <a:lnTo>
                          <a:pt x="19" y="369"/>
                        </a:lnTo>
                        <a:lnTo>
                          <a:pt x="0" y="369"/>
                        </a:lnTo>
                        <a:lnTo>
                          <a:pt x="0" y="578"/>
                        </a:lnTo>
                        <a:close/>
                      </a:path>
                    </a:pathLst>
                  </a:custGeom>
                  <a:solidFill>
                    <a:srgbClr val="EF2B2F"/>
                  </a:solidFill>
                  <a:ln>
                    <a:noFill/>
                  </a:ln>
                </p:spPr>
                <p:txBody>
                  <a:bodyPr/>
                  <a:lstStyle/>
                  <a:p>
                    <a:pPr>
                      <a:defRPr/>
                    </a:pPr>
                    <a:endParaRPr lang="en-US" sz="1050">
                      <a:latin typeface="+mj-lt"/>
                    </a:endParaRPr>
                  </a:p>
                </p:txBody>
              </p:sp>
              <p:sp>
                <p:nvSpPr>
                  <p:cNvPr id="41489" name="Freeform 626">
                    <a:extLst>
                      <a:ext uri="{FF2B5EF4-FFF2-40B4-BE49-F238E27FC236}">
                        <a16:creationId xmlns="" xmlns:a16="http://schemas.microsoft.com/office/drawing/2014/main" id="{FC917878-537D-8F30-C4B7-5788360FB527}"/>
                      </a:ext>
                    </a:extLst>
                  </p:cNvPr>
                  <p:cNvSpPr>
                    <a:spLocks/>
                  </p:cNvSpPr>
                  <p:nvPr/>
                </p:nvSpPr>
                <p:spPr bwMode="auto">
                  <a:xfrm>
                    <a:off x="1503" y="2636"/>
                    <a:ext cx="25" cy="22"/>
                  </a:xfrm>
                  <a:custGeom>
                    <a:avLst/>
                    <a:gdLst>
                      <a:gd name="T0" fmla="*/ 0 w 578"/>
                      <a:gd name="T1" fmla="*/ 0 h 578"/>
                      <a:gd name="T2" fmla="*/ 0 w 578"/>
                      <a:gd name="T3" fmla="*/ 0 h 578"/>
                      <a:gd name="T4" fmla="*/ 0 w 578"/>
                      <a:gd name="T5" fmla="*/ 0 h 578"/>
                      <a:gd name="T6" fmla="*/ 0 w 578"/>
                      <a:gd name="T7" fmla="*/ 0 h 578"/>
                      <a:gd name="T8" fmla="*/ 0 w 578"/>
                      <a:gd name="T9" fmla="*/ 0 h 578"/>
                      <a:gd name="T10" fmla="*/ 0 w 578"/>
                      <a:gd name="T11" fmla="*/ 0 h 578"/>
                      <a:gd name="T12" fmla="*/ 0 w 578"/>
                      <a:gd name="T13" fmla="*/ 0 h 578"/>
                      <a:gd name="T14" fmla="*/ 0 w 578"/>
                      <a:gd name="T15" fmla="*/ 0 h 578"/>
                      <a:gd name="T16" fmla="*/ 0 w 578"/>
                      <a:gd name="T17" fmla="*/ 0 h 578"/>
                      <a:gd name="T18" fmla="*/ 0 w 578"/>
                      <a:gd name="T19" fmla="*/ 0 h 578"/>
                      <a:gd name="T20" fmla="*/ 0 w 578"/>
                      <a:gd name="T21" fmla="*/ 0 h 578"/>
                      <a:gd name="T22" fmla="*/ 0 w 578"/>
                      <a:gd name="T23" fmla="*/ 0 h 578"/>
                      <a:gd name="T24" fmla="*/ 0 w 578"/>
                      <a:gd name="T25" fmla="*/ 0 h 578"/>
                      <a:gd name="T26" fmla="*/ 0 w 578"/>
                      <a:gd name="T27" fmla="*/ 0 h 578"/>
                      <a:gd name="T28" fmla="*/ 0 w 578"/>
                      <a:gd name="T29" fmla="*/ 0 h 578"/>
                      <a:gd name="T30" fmla="*/ 0 w 578"/>
                      <a:gd name="T31" fmla="*/ 0 h 578"/>
                      <a:gd name="T32" fmla="*/ 0 w 578"/>
                      <a:gd name="T33" fmla="*/ 0 h 578"/>
                      <a:gd name="T34" fmla="*/ 0 w 578"/>
                      <a:gd name="T35" fmla="*/ 0 h 578"/>
                      <a:gd name="T36" fmla="*/ 0 w 578"/>
                      <a:gd name="T37" fmla="*/ 0 h 578"/>
                      <a:gd name="T38" fmla="*/ 0 w 578"/>
                      <a:gd name="T39" fmla="*/ 0 h 578"/>
                      <a:gd name="T40" fmla="*/ 0 w 578"/>
                      <a:gd name="T41" fmla="*/ 0 h 578"/>
                      <a:gd name="T42" fmla="*/ 0 w 578"/>
                      <a:gd name="T43" fmla="*/ 0 h 578"/>
                      <a:gd name="T44" fmla="*/ 0 w 578"/>
                      <a:gd name="T45" fmla="*/ 0 h 578"/>
                      <a:gd name="T46" fmla="*/ 0 w 578"/>
                      <a:gd name="T47" fmla="*/ 0 h 578"/>
                      <a:gd name="T48" fmla="*/ 0 w 578"/>
                      <a:gd name="T49" fmla="*/ 0 h 578"/>
                      <a:gd name="T50" fmla="*/ 0 w 578"/>
                      <a:gd name="T51" fmla="*/ 0 h 578"/>
                      <a:gd name="T52" fmla="*/ 0 w 578"/>
                      <a:gd name="T53" fmla="*/ 0 h 578"/>
                      <a:gd name="T54" fmla="*/ 0 w 578"/>
                      <a:gd name="T55" fmla="*/ 0 h 578"/>
                      <a:gd name="T56" fmla="*/ 0 w 578"/>
                      <a:gd name="T57" fmla="*/ 0 h 578"/>
                      <a:gd name="T58" fmla="*/ 0 w 578"/>
                      <a:gd name="T59" fmla="*/ 0 h 578"/>
                      <a:gd name="T60" fmla="*/ 0 w 578"/>
                      <a:gd name="T61" fmla="*/ 0 h 578"/>
                      <a:gd name="T62" fmla="*/ 0 w 578"/>
                      <a:gd name="T63" fmla="*/ 0 h 578"/>
                      <a:gd name="T64" fmla="*/ 0 w 578"/>
                      <a:gd name="T65" fmla="*/ 0 h 578"/>
                      <a:gd name="T66" fmla="*/ 0 w 578"/>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8"/>
                      <a:gd name="T104" fmla="*/ 578 w 578"/>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8">
                        <a:moveTo>
                          <a:pt x="0" y="0"/>
                        </a:moveTo>
                        <a:lnTo>
                          <a:pt x="0" y="0"/>
                        </a:lnTo>
                        <a:lnTo>
                          <a:pt x="1" y="29"/>
                        </a:lnTo>
                        <a:lnTo>
                          <a:pt x="3" y="59"/>
                        </a:lnTo>
                        <a:lnTo>
                          <a:pt x="7" y="87"/>
                        </a:lnTo>
                        <a:lnTo>
                          <a:pt x="12" y="116"/>
                        </a:lnTo>
                        <a:lnTo>
                          <a:pt x="18" y="144"/>
                        </a:lnTo>
                        <a:lnTo>
                          <a:pt x="26" y="172"/>
                        </a:lnTo>
                        <a:lnTo>
                          <a:pt x="35" y="198"/>
                        </a:lnTo>
                        <a:lnTo>
                          <a:pt x="46" y="225"/>
                        </a:lnTo>
                        <a:lnTo>
                          <a:pt x="58" y="250"/>
                        </a:lnTo>
                        <a:lnTo>
                          <a:pt x="70" y="275"/>
                        </a:lnTo>
                        <a:lnTo>
                          <a:pt x="84" y="300"/>
                        </a:lnTo>
                        <a:lnTo>
                          <a:pt x="99" y="323"/>
                        </a:lnTo>
                        <a:lnTo>
                          <a:pt x="115" y="345"/>
                        </a:lnTo>
                        <a:lnTo>
                          <a:pt x="132" y="367"/>
                        </a:lnTo>
                        <a:lnTo>
                          <a:pt x="150" y="388"/>
                        </a:lnTo>
                        <a:lnTo>
                          <a:pt x="170" y="408"/>
                        </a:lnTo>
                        <a:lnTo>
                          <a:pt x="190" y="427"/>
                        </a:lnTo>
                        <a:lnTo>
                          <a:pt x="210" y="445"/>
                        </a:lnTo>
                        <a:lnTo>
                          <a:pt x="232" y="463"/>
                        </a:lnTo>
                        <a:lnTo>
                          <a:pt x="255" y="479"/>
                        </a:lnTo>
                        <a:lnTo>
                          <a:pt x="278" y="493"/>
                        </a:lnTo>
                        <a:lnTo>
                          <a:pt x="303" y="507"/>
                        </a:lnTo>
                        <a:lnTo>
                          <a:pt x="327" y="520"/>
                        </a:lnTo>
                        <a:lnTo>
                          <a:pt x="353" y="532"/>
                        </a:lnTo>
                        <a:lnTo>
                          <a:pt x="379" y="542"/>
                        </a:lnTo>
                        <a:lnTo>
                          <a:pt x="406" y="551"/>
                        </a:lnTo>
                        <a:lnTo>
                          <a:pt x="434" y="558"/>
                        </a:lnTo>
                        <a:lnTo>
                          <a:pt x="461" y="565"/>
                        </a:lnTo>
                        <a:lnTo>
                          <a:pt x="490" y="570"/>
                        </a:lnTo>
                        <a:lnTo>
                          <a:pt x="519" y="574"/>
                        </a:lnTo>
                        <a:lnTo>
                          <a:pt x="548" y="577"/>
                        </a:lnTo>
                        <a:lnTo>
                          <a:pt x="578" y="578"/>
                        </a:lnTo>
                        <a:lnTo>
                          <a:pt x="578" y="369"/>
                        </a:lnTo>
                        <a:lnTo>
                          <a:pt x="557" y="369"/>
                        </a:lnTo>
                        <a:lnTo>
                          <a:pt x="539" y="368"/>
                        </a:lnTo>
                        <a:lnTo>
                          <a:pt x="521" y="365"/>
                        </a:lnTo>
                        <a:lnTo>
                          <a:pt x="503" y="362"/>
                        </a:lnTo>
                        <a:lnTo>
                          <a:pt x="485" y="358"/>
                        </a:lnTo>
                        <a:lnTo>
                          <a:pt x="467" y="353"/>
                        </a:lnTo>
                        <a:lnTo>
                          <a:pt x="451" y="346"/>
                        </a:lnTo>
                        <a:lnTo>
                          <a:pt x="434" y="340"/>
                        </a:lnTo>
                        <a:lnTo>
                          <a:pt x="418" y="333"/>
                        </a:lnTo>
                        <a:lnTo>
                          <a:pt x="402" y="325"/>
                        </a:lnTo>
                        <a:lnTo>
                          <a:pt x="386" y="315"/>
                        </a:lnTo>
                        <a:lnTo>
                          <a:pt x="371" y="306"/>
                        </a:lnTo>
                        <a:lnTo>
                          <a:pt x="357" y="295"/>
                        </a:lnTo>
                        <a:lnTo>
                          <a:pt x="343" y="285"/>
                        </a:lnTo>
                        <a:lnTo>
                          <a:pt x="329" y="273"/>
                        </a:lnTo>
                        <a:lnTo>
                          <a:pt x="317" y="261"/>
                        </a:lnTo>
                        <a:lnTo>
                          <a:pt x="304" y="248"/>
                        </a:lnTo>
                        <a:lnTo>
                          <a:pt x="292" y="235"/>
                        </a:lnTo>
                        <a:lnTo>
                          <a:pt x="281" y="221"/>
                        </a:lnTo>
                        <a:lnTo>
                          <a:pt x="271" y="206"/>
                        </a:lnTo>
                        <a:lnTo>
                          <a:pt x="261" y="191"/>
                        </a:lnTo>
                        <a:lnTo>
                          <a:pt x="253" y="176"/>
                        </a:lnTo>
                        <a:lnTo>
                          <a:pt x="244" y="160"/>
                        </a:lnTo>
                        <a:lnTo>
                          <a:pt x="237" y="143"/>
                        </a:lnTo>
                        <a:lnTo>
                          <a:pt x="230" y="127"/>
                        </a:lnTo>
                        <a:lnTo>
                          <a:pt x="225" y="110"/>
                        </a:lnTo>
                        <a:lnTo>
                          <a:pt x="220" y="93"/>
                        </a:lnTo>
                        <a:lnTo>
                          <a:pt x="215" y="75"/>
                        </a:lnTo>
                        <a:lnTo>
                          <a:pt x="212" y="57"/>
                        </a:lnTo>
                        <a:lnTo>
                          <a:pt x="210" y="38"/>
                        </a:lnTo>
                        <a:lnTo>
                          <a:pt x="208" y="19"/>
                        </a:lnTo>
                        <a:lnTo>
                          <a:pt x="208" y="0"/>
                        </a:lnTo>
                        <a:lnTo>
                          <a:pt x="0" y="0"/>
                        </a:lnTo>
                        <a:close/>
                      </a:path>
                    </a:pathLst>
                  </a:custGeom>
                  <a:solidFill>
                    <a:srgbClr val="EF2B2F"/>
                  </a:solidFill>
                  <a:ln>
                    <a:noFill/>
                  </a:ln>
                </p:spPr>
                <p:txBody>
                  <a:bodyPr/>
                  <a:lstStyle/>
                  <a:p>
                    <a:pPr>
                      <a:defRPr/>
                    </a:pPr>
                    <a:endParaRPr lang="en-US" sz="1050">
                      <a:latin typeface="+mj-lt"/>
                    </a:endParaRPr>
                  </a:p>
                </p:txBody>
              </p:sp>
              <p:sp>
                <p:nvSpPr>
                  <p:cNvPr id="41490" name="Freeform 627">
                    <a:extLst>
                      <a:ext uri="{FF2B5EF4-FFF2-40B4-BE49-F238E27FC236}">
                        <a16:creationId xmlns="" xmlns:a16="http://schemas.microsoft.com/office/drawing/2014/main" id="{3D83562C-3EBC-4AA6-5730-51605526F201}"/>
                      </a:ext>
                    </a:extLst>
                  </p:cNvPr>
                  <p:cNvSpPr>
                    <a:spLocks/>
                  </p:cNvSpPr>
                  <p:nvPr/>
                </p:nvSpPr>
                <p:spPr bwMode="auto">
                  <a:xfrm>
                    <a:off x="1503" y="2613"/>
                    <a:ext cx="25" cy="23"/>
                  </a:xfrm>
                  <a:custGeom>
                    <a:avLst/>
                    <a:gdLst>
                      <a:gd name="T0" fmla="*/ 0 w 578"/>
                      <a:gd name="T1" fmla="*/ 0 h 578"/>
                      <a:gd name="T2" fmla="*/ 0 w 578"/>
                      <a:gd name="T3" fmla="*/ 0 h 578"/>
                      <a:gd name="T4" fmla="*/ 0 w 578"/>
                      <a:gd name="T5" fmla="*/ 0 h 578"/>
                      <a:gd name="T6" fmla="*/ 0 w 578"/>
                      <a:gd name="T7" fmla="*/ 0 h 578"/>
                      <a:gd name="T8" fmla="*/ 0 w 578"/>
                      <a:gd name="T9" fmla="*/ 0 h 578"/>
                      <a:gd name="T10" fmla="*/ 0 w 578"/>
                      <a:gd name="T11" fmla="*/ 0 h 578"/>
                      <a:gd name="T12" fmla="*/ 0 w 578"/>
                      <a:gd name="T13" fmla="*/ 0 h 578"/>
                      <a:gd name="T14" fmla="*/ 0 w 578"/>
                      <a:gd name="T15" fmla="*/ 0 h 578"/>
                      <a:gd name="T16" fmla="*/ 0 w 578"/>
                      <a:gd name="T17" fmla="*/ 0 h 578"/>
                      <a:gd name="T18" fmla="*/ 0 w 578"/>
                      <a:gd name="T19" fmla="*/ 0 h 578"/>
                      <a:gd name="T20" fmla="*/ 0 w 578"/>
                      <a:gd name="T21" fmla="*/ 0 h 578"/>
                      <a:gd name="T22" fmla="*/ 0 w 578"/>
                      <a:gd name="T23" fmla="*/ 0 h 578"/>
                      <a:gd name="T24" fmla="*/ 0 w 578"/>
                      <a:gd name="T25" fmla="*/ 0 h 578"/>
                      <a:gd name="T26" fmla="*/ 0 w 578"/>
                      <a:gd name="T27" fmla="*/ 0 h 578"/>
                      <a:gd name="T28" fmla="*/ 0 w 578"/>
                      <a:gd name="T29" fmla="*/ 0 h 578"/>
                      <a:gd name="T30" fmla="*/ 0 w 578"/>
                      <a:gd name="T31" fmla="*/ 0 h 578"/>
                      <a:gd name="T32" fmla="*/ 0 w 578"/>
                      <a:gd name="T33" fmla="*/ 0 h 578"/>
                      <a:gd name="T34" fmla="*/ 0 w 578"/>
                      <a:gd name="T35" fmla="*/ 0 h 578"/>
                      <a:gd name="T36" fmla="*/ 0 w 578"/>
                      <a:gd name="T37" fmla="*/ 0 h 578"/>
                      <a:gd name="T38" fmla="*/ 0 w 578"/>
                      <a:gd name="T39" fmla="*/ 0 h 578"/>
                      <a:gd name="T40" fmla="*/ 0 w 578"/>
                      <a:gd name="T41" fmla="*/ 0 h 578"/>
                      <a:gd name="T42" fmla="*/ 0 w 578"/>
                      <a:gd name="T43" fmla="*/ 0 h 578"/>
                      <a:gd name="T44" fmla="*/ 0 w 578"/>
                      <a:gd name="T45" fmla="*/ 0 h 578"/>
                      <a:gd name="T46" fmla="*/ 0 w 578"/>
                      <a:gd name="T47" fmla="*/ 0 h 578"/>
                      <a:gd name="T48" fmla="*/ 0 w 578"/>
                      <a:gd name="T49" fmla="*/ 0 h 578"/>
                      <a:gd name="T50" fmla="*/ 0 w 578"/>
                      <a:gd name="T51" fmla="*/ 0 h 578"/>
                      <a:gd name="T52" fmla="*/ 0 w 578"/>
                      <a:gd name="T53" fmla="*/ 0 h 578"/>
                      <a:gd name="T54" fmla="*/ 0 w 578"/>
                      <a:gd name="T55" fmla="*/ 0 h 578"/>
                      <a:gd name="T56" fmla="*/ 0 w 578"/>
                      <a:gd name="T57" fmla="*/ 0 h 578"/>
                      <a:gd name="T58" fmla="*/ 0 w 578"/>
                      <a:gd name="T59" fmla="*/ 0 h 578"/>
                      <a:gd name="T60" fmla="*/ 0 w 578"/>
                      <a:gd name="T61" fmla="*/ 0 h 578"/>
                      <a:gd name="T62" fmla="*/ 0 w 578"/>
                      <a:gd name="T63" fmla="*/ 0 h 578"/>
                      <a:gd name="T64" fmla="*/ 0 w 578"/>
                      <a:gd name="T65" fmla="*/ 0 h 578"/>
                      <a:gd name="T66" fmla="*/ 0 w 578"/>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8"/>
                      <a:gd name="T104" fmla="*/ 578 w 578"/>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8">
                        <a:moveTo>
                          <a:pt x="578" y="0"/>
                        </a:moveTo>
                        <a:lnTo>
                          <a:pt x="578" y="0"/>
                        </a:lnTo>
                        <a:lnTo>
                          <a:pt x="548" y="2"/>
                        </a:lnTo>
                        <a:lnTo>
                          <a:pt x="518" y="4"/>
                        </a:lnTo>
                        <a:lnTo>
                          <a:pt x="490" y="8"/>
                        </a:lnTo>
                        <a:lnTo>
                          <a:pt x="461" y="13"/>
                        </a:lnTo>
                        <a:lnTo>
                          <a:pt x="433" y="20"/>
                        </a:lnTo>
                        <a:lnTo>
                          <a:pt x="406" y="27"/>
                        </a:lnTo>
                        <a:lnTo>
                          <a:pt x="379" y="36"/>
                        </a:lnTo>
                        <a:lnTo>
                          <a:pt x="353" y="46"/>
                        </a:lnTo>
                        <a:lnTo>
                          <a:pt x="327" y="58"/>
                        </a:lnTo>
                        <a:lnTo>
                          <a:pt x="303" y="71"/>
                        </a:lnTo>
                        <a:lnTo>
                          <a:pt x="278" y="85"/>
                        </a:lnTo>
                        <a:lnTo>
                          <a:pt x="255" y="100"/>
                        </a:lnTo>
                        <a:lnTo>
                          <a:pt x="232" y="117"/>
                        </a:lnTo>
                        <a:lnTo>
                          <a:pt x="210" y="133"/>
                        </a:lnTo>
                        <a:lnTo>
                          <a:pt x="190" y="152"/>
                        </a:lnTo>
                        <a:lnTo>
                          <a:pt x="170" y="170"/>
                        </a:lnTo>
                        <a:lnTo>
                          <a:pt x="150" y="190"/>
                        </a:lnTo>
                        <a:lnTo>
                          <a:pt x="132" y="211"/>
                        </a:lnTo>
                        <a:lnTo>
                          <a:pt x="115" y="233"/>
                        </a:lnTo>
                        <a:lnTo>
                          <a:pt x="99" y="256"/>
                        </a:lnTo>
                        <a:lnTo>
                          <a:pt x="84" y="279"/>
                        </a:lnTo>
                        <a:lnTo>
                          <a:pt x="70" y="303"/>
                        </a:lnTo>
                        <a:lnTo>
                          <a:pt x="58" y="329"/>
                        </a:lnTo>
                        <a:lnTo>
                          <a:pt x="46" y="353"/>
                        </a:lnTo>
                        <a:lnTo>
                          <a:pt x="35" y="380"/>
                        </a:lnTo>
                        <a:lnTo>
                          <a:pt x="26" y="406"/>
                        </a:lnTo>
                        <a:lnTo>
                          <a:pt x="18" y="434"/>
                        </a:lnTo>
                        <a:lnTo>
                          <a:pt x="12" y="462"/>
                        </a:lnTo>
                        <a:lnTo>
                          <a:pt x="7" y="491"/>
                        </a:lnTo>
                        <a:lnTo>
                          <a:pt x="3" y="519"/>
                        </a:lnTo>
                        <a:lnTo>
                          <a:pt x="1" y="549"/>
                        </a:lnTo>
                        <a:lnTo>
                          <a:pt x="0" y="578"/>
                        </a:lnTo>
                        <a:lnTo>
                          <a:pt x="208" y="578"/>
                        </a:lnTo>
                        <a:lnTo>
                          <a:pt x="208" y="559"/>
                        </a:lnTo>
                        <a:lnTo>
                          <a:pt x="210" y="540"/>
                        </a:lnTo>
                        <a:lnTo>
                          <a:pt x="212" y="522"/>
                        </a:lnTo>
                        <a:lnTo>
                          <a:pt x="215" y="503"/>
                        </a:lnTo>
                        <a:lnTo>
                          <a:pt x="220" y="485"/>
                        </a:lnTo>
                        <a:lnTo>
                          <a:pt x="225" y="468"/>
                        </a:lnTo>
                        <a:lnTo>
                          <a:pt x="230" y="451"/>
                        </a:lnTo>
                        <a:lnTo>
                          <a:pt x="237" y="435"/>
                        </a:lnTo>
                        <a:lnTo>
                          <a:pt x="244" y="418"/>
                        </a:lnTo>
                        <a:lnTo>
                          <a:pt x="253" y="402"/>
                        </a:lnTo>
                        <a:lnTo>
                          <a:pt x="261" y="387"/>
                        </a:lnTo>
                        <a:lnTo>
                          <a:pt x="271" y="372"/>
                        </a:lnTo>
                        <a:lnTo>
                          <a:pt x="281" y="357"/>
                        </a:lnTo>
                        <a:lnTo>
                          <a:pt x="292" y="344"/>
                        </a:lnTo>
                        <a:lnTo>
                          <a:pt x="304" y="330"/>
                        </a:lnTo>
                        <a:lnTo>
                          <a:pt x="317" y="317"/>
                        </a:lnTo>
                        <a:lnTo>
                          <a:pt x="329" y="305"/>
                        </a:lnTo>
                        <a:lnTo>
                          <a:pt x="343" y="294"/>
                        </a:lnTo>
                        <a:lnTo>
                          <a:pt x="357" y="282"/>
                        </a:lnTo>
                        <a:lnTo>
                          <a:pt x="371" y="272"/>
                        </a:lnTo>
                        <a:lnTo>
                          <a:pt x="386" y="263"/>
                        </a:lnTo>
                        <a:lnTo>
                          <a:pt x="402" y="253"/>
                        </a:lnTo>
                        <a:lnTo>
                          <a:pt x="418" y="246"/>
                        </a:lnTo>
                        <a:lnTo>
                          <a:pt x="434" y="238"/>
                        </a:lnTo>
                        <a:lnTo>
                          <a:pt x="451" y="232"/>
                        </a:lnTo>
                        <a:lnTo>
                          <a:pt x="468" y="225"/>
                        </a:lnTo>
                        <a:lnTo>
                          <a:pt x="485" y="220"/>
                        </a:lnTo>
                        <a:lnTo>
                          <a:pt x="503" y="216"/>
                        </a:lnTo>
                        <a:lnTo>
                          <a:pt x="521" y="214"/>
                        </a:lnTo>
                        <a:lnTo>
                          <a:pt x="539" y="210"/>
                        </a:lnTo>
                        <a:lnTo>
                          <a:pt x="558" y="209"/>
                        </a:lnTo>
                        <a:lnTo>
                          <a:pt x="578" y="209"/>
                        </a:lnTo>
                        <a:lnTo>
                          <a:pt x="578" y="0"/>
                        </a:lnTo>
                        <a:close/>
                      </a:path>
                    </a:pathLst>
                  </a:custGeom>
                  <a:solidFill>
                    <a:srgbClr val="EF2B2F"/>
                  </a:solidFill>
                  <a:ln>
                    <a:noFill/>
                  </a:ln>
                </p:spPr>
                <p:txBody>
                  <a:bodyPr/>
                  <a:lstStyle/>
                  <a:p>
                    <a:pPr>
                      <a:defRPr/>
                    </a:pPr>
                    <a:endParaRPr lang="en-US" sz="1050">
                      <a:latin typeface="+mj-lt"/>
                    </a:endParaRPr>
                  </a:p>
                </p:txBody>
              </p:sp>
              <p:sp>
                <p:nvSpPr>
                  <p:cNvPr id="41491" name="Freeform 628">
                    <a:extLst>
                      <a:ext uri="{FF2B5EF4-FFF2-40B4-BE49-F238E27FC236}">
                        <a16:creationId xmlns="" xmlns:a16="http://schemas.microsoft.com/office/drawing/2014/main" id="{32837460-B89E-3F8C-644F-2ADE499B76BB}"/>
                      </a:ext>
                    </a:extLst>
                  </p:cNvPr>
                  <p:cNvSpPr>
                    <a:spLocks/>
                  </p:cNvSpPr>
                  <p:nvPr/>
                </p:nvSpPr>
                <p:spPr bwMode="auto">
                  <a:xfrm>
                    <a:off x="1493" y="2628"/>
                    <a:ext cx="24" cy="23"/>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577" y="577"/>
                        </a:moveTo>
                        <a:lnTo>
                          <a:pt x="577" y="577"/>
                        </a:lnTo>
                        <a:lnTo>
                          <a:pt x="576" y="548"/>
                        </a:lnTo>
                        <a:lnTo>
                          <a:pt x="574" y="519"/>
                        </a:lnTo>
                        <a:lnTo>
                          <a:pt x="570" y="490"/>
                        </a:lnTo>
                        <a:lnTo>
                          <a:pt x="565" y="461"/>
                        </a:lnTo>
                        <a:lnTo>
                          <a:pt x="558" y="434"/>
                        </a:lnTo>
                        <a:lnTo>
                          <a:pt x="551" y="406"/>
                        </a:lnTo>
                        <a:lnTo>
                          <a:pt x="542" y="379"/>
                        </a:lnTo>
                        <a:lnTo>
                          <a:pt x="532" y="353"/>
                        </a:lnTo>
                        <a:lnTo>
                          <a:pt x="520" y="327"/>
                        </a:lnTo>
                        <a:lnTo>
                          <a:pt x="507" y="303"/>
                        </a:lnTo>
                        <a:lnTo>
                          <a:pt x="493" y="279"/>
                        </a:lnTo>
                        <a:lnTo>
                          <a:pt x="478" y="255"/>
                        </a:lnTo>
                        <a:lnTo>
                          <a:pt x="461" y="232"/>
                        </a:lnTo>
                        <a:lnTo>
                          <a:pt x="445" y="211"/>
                        </a:lnTo>
                        <a:lnTo>
                          <a:pt x="426" y="190"/>
                        </a:lnTo>
                        <a:lnTo>
                          <a:pt x="408" y="169"/>
                        </a:lnTo>
                        <a:lnTo>
                          <a:pt x="388" y="150"/>
                        </a:lnTo>
                        <a:lnTo>
                          <a:pt x="366" y="132"/>
                        </a:lnTo>
                        <a:lnTo>
                          <a:pt x="345" y="116"/>
                        </a:lnTo>
                        <a:lnTo>
                          <a:pt x="322" y="99"/>
                        </a:lnTo>
                        <a:lnTo>
                          <a:pt x="298" y="84"/>
                        </a:lnTo>
                        <a:lnTo>
                          <a:pt x="275" y="70"/>
                        </a:lnTo>
                        <a:lnTo>
                          <a:pt x="249" y="57"/>
                        </a:lnTo>
                        <a:lnTo>
                          <a:pt x="225" y="46"/>
                        </a:lnTo>
                        <a:lnTo>
                          <a:pt x="198" y="35"/>
                        </a:lnTo>
                        <a:lnTo>
                          <a:pt x="171" y="27"/>
                        </a:lnTo>
                        <a:lnTo>
                          <a:pt x="144" y="19"/>
                        </a:lnTo>
                        <a:lnTo>
                          <a:pt x="116" y="13"/>
                        </a:lnTo>
                        <a:lnTo>
                          <a:pt x="87" y="7"/>
                        </a:lnTo>
                        <a:lnTo>
                          <a:pt x="59" y="3"/>
                        </a:lnTo>
                        <a:lnTo>
                          <a:pt x="30" y="1"/>
                        </a:lnTo>
                        <a:lnTo>
                          <a:pt x="0" y="0"/>
                        </a:lnTo>
                        <a:lnTo>
                          <a:pt x="0" y="209"/>
                        </a:lnTo>
                        <a:lnTo>
                          <a:pt x="19" y="209"/>
                        </a:lnTo>
                        <a:lnTo>
                          <a:pt x="37" y="210"/>
                        </a:lnTo>
                        <a:lnTo>
                          <a:pt x="56" y="213"/>
                        </a:lnTo>
                        <a:lnTo>
                          <a:pt x="75" y="215"/>
                        </a:lnTo>
                        <a:lnTo>
                          <a:pt x="92" y="219"/>
                        </a:lnTo>
                        <a:lnTo>
                          <a:pt x="110" y="225"/>
                        </a:lnTo>
                        <a:lnTo>
                          <a:pt x="127" y="231"/>
                        </a:lnTo>
                        <a:lnTo>
                          <a:pt x="143" y="238"/>
                        </a:lnTo>
                        <a:lnTo>
                          <a:pt x="160" y="245"/>
                        </a:lnTo>
                        <a:lnTo>
                          <a:pt x="176" y="252"/>
                        </a:lnTo>
                        <a:lnTo>
                          <a:pt x="191" y="262"/>
                        </a:lnTo>
                        <a:lnTo>
                          <a:pt x="206" y="272"/>
                        </a:lnTo>
                        <a:lnTo>
                          <a:pt x="221" y="281"/>
                        </a:lnTo>
                        <a:lnTo>
                          <a:pt x="234" y="293"/>
                        </a:lnTo>
                        <a:lnTo>
                          <a:pt x="248" y="305"/>
                        </a:lnTo>
                        <a:lnTo>
                          <a:pt x="261" y="316"/>
                        </a:lnTo>
                        <a:lnTo>
                          <a:pt x="273" y="329"/>
                        </a:lnTo>
                        <a:lnTo>
                          <a:pt x="284" y="343"/>
                        </a:lnTo>
                        <a:lnTo>
                          <a:pt x="296" y="357"/>
                        </a:lnTo>
                        <a:lnTo>
                          <a:pt x="306" y="372"/>
                        </a:lnTo>
                        <a:lnTo>
                          <a:pt x="315" y="386"/>
                        </a:lnTo>
                        <a:lnTo>
                          <a:pt x="325" y="402"/>
                        </a:lnTo>
                        <a:lnTo>
                          <a:pt x="332" y="418"/>
                        </a:lnTo>
                        <a:lnTo>
                          <a:pt x="340" y="435"/>
                        </a:lnTo>
                        <a:lnTo>
                          <a:pt x="346" y="451"/>
                        </a:lnTo>
                        <a:lnTo>
                          <a:pt x="353" y="468"/>
                        </a:lnTo>
                        <a:lnTo>
                          <a:pt x="358" y="486"/>
                        </a:lnTo>
                        <a:lnTo>
                          <a:pt x="362" y="503"/>
                        </a:lnTo>
                        <a:lnTo>
                          <a:pt x="364" y="521"/>
                        </a:lnTo>
                        <a:lnTo>
                          <a:pt x="368" y="540"/>
                        </a:lnTo>
                        <a:lnTo>
                          <a:pt x="369" y="558"/>
                        </a:lnTo>
                        <a:lnTo>
                          <a:pt x="369" y="577"/>
                        </a:lnTo>
                        <a:lnTo>
                          <a:pt x="577" y="577"/>
                        </a:lnTo>
                        <a:close/>
                      </a:path>
                    </a:pathLst>
                  </a:custGeom>
                  <a:solidFill>
                    <a:srgbClr val="EF2B2F"/>
                  </a:solidFill>
                  <a:ln>
                    <a:noFill/>
                  </a:ln>
                </p:spPr>
                <p:txBody>
                  <a:bodyPr/>
                  <a:lstStyle/>
                  <a:p>
                    <a:pPr>
                      <a:defRPr/>
                    </a:pPr>
                    <a:endParaRPr lang="en-US" sz="1050">
                      <a:latin typeface="+mj-lt"/>
                    </a:endParaRPr>
                  </a:p>
                </p:txBody>
              </p:sp>
              <p:sp>
                <p:nvSpPr>
                  <p:cNvPr id="41492" name="Freeform 629">
                    <a:extLst>
                      <a:ext uri="{FF2B5EF4-FFF2-40B4-BE49-F238E27FC236}">
                        <a16:creationId xmlns="" xmlns:a16="http://schemas.microsoft.com/office/drawing/2014/main" id="{A09D9A5A-2188-387D-A335-CD528EB1CAB0}"/>
                      </a:ext>
                    </a:extLst>
                  </p:cNvPr>
                  <p:cNvSpPr>
                    <a:spLocks/>
                  </p:cNvSpPr>
                  <p:nvPr/>
                </p:nvSpPr>
                <p:spPr bwMode="auto">
                  <a:xfrm>
                    <a:off x="1493" y="2651"/>
                    <a:ext cx="24" cy="22"/>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0" y="578"/>
                        </a:moveTo>
                        <a:lnTo>
                          <a:pt x="0" y="578"/>
                        </a:lnTo>
                        <a:lnTo>
                          <a:pt x="29" y="577"/>
                        </a:lnTo>
                        <a:lnTo>
                          <a:pt x="59" y="575"/>
                        </a:lnTo>
                        <a:lnTo>
                          <a:pt x="87" y="571"/>
                        </a:lnTo>
                        <a:lnTo>
                          <a:pt x="116" y="565"/>
                        </a:lnTo>
                        <a:lnTo>
                          <a:pt x="144" y="559"/>
                        </a:lnTo>
                        <a:lnTo>
                          <a:pt x="171" y="551"/>
                        </a:lnTo>
                        <a:lnTo>
                          <a:pt x="198" y="543"/>
                        </a:lnTo>
                        <a:lnTo>
                          <a:pt x="225" y="532"/>
                        </a:lnTo>
                        <a:lnTo>
                          <a:pt x="249" y="521"/>
                        </a:lnTo>
                        <a:lnTo>
                          <a:pt x="275" y="508"/>
                        </a:lnTo>
                        <a:lnTo>
                          <a:pt x="299" y="494"/>
                        </a:lnTo>
                        <a:lnTo>
                          <a:pt x="322" y="479"/>
                        </a:lnTo>
                        <a:lnTo>
                          <a:pt x="345" y="463"/>
                        </a:lnTo>
                        <a:lnTo>
                          <a:pt x="366" y="446"/>
                        </a:lnTo>
                        <a:lnTo>
                          <a:pt x="388" y="428"/>
                        </a:lnTo>
                        <a:lnTo>
                          <a:pt x="408" y="409"/>
                        </a:lnTo>
                        <a:lnTo>
                          <a:pt x="426" y="388"/>
                        </a:lnTo>
                        <a:lnTo>
                          <a:pt x="445" y="367"/>
                        </a:lnTo>
                        <a:lnTo>
                          <a:pt x="461" y="346"/>
                        </a:lnTo>
                        <a:lnTo>
                          <a:pt x="478" y="323"/>
                        </a:lnTo>
                        <a:lnTo>
                          <a:pt x="493" y="300"/>
                        </a:lnTo>
                        <a:lnTo>
                          <a:pt x="507" y="275"/>
                        </a:lnTo>
                        <a:lnTo>
                          <a:pt x="520" y="251"/>
                        </a:lnTo>
                        <a:lnTo>
                          <a:pt x="532" y="225"/>
                        </a:lnTo>
                        <a:lnTo>
                          <a:pt x="542" y="199"/>
                        </a:lnTo>
                        <a:lnTo>
                          <a:pt x="551" y="172"/>
                        </a:lnTo>
                        <a:lnTo>
                          <a:pt x="558" y="144"/>
                        </a:lnTo>
                        <a:lnTo>
                          <a:pt x="565" y="117"/>
                        </a:lnTo>
                        <a:lnTo>
                          <a:pt x="570" y="88"/>
                        </a:lnTo>
                        <a:lnTo>
                          <a:pt x="574" y="59"/>
                        </a:lnTo>
                        <a:lnTo>
                          <a:pt x="576" y="30"/>
                        </a:lnTo>
                        <a:lnTo>
                          <a:pt x="577" y="0"/>
                        </a:lnTo>
                        <a:lnTo>
                          <a:pt x="369" y="0"/>
                        </a:lnTo>
                        <a:lnTo>
                          <a:pt x="369" y="20"/>
                        </a:lnTo>
                        <a:lnTo>
                          <a:pt x="368" y="38"/>
                        </a:lnTo>
                        <a:lnTo>
                          <a:pt x="364" y="57"/>
                        </a:lnTo>
                        <a:lnTo>
                          <a:pt x="362" y="75"/>
                        </a:lnTo>
                        <a:lnTo>
                          <a:pt x="358" y="92"/>
                        </a:lnTo>
                        <a:lnTo>
                          <a:pt x="353" y="110"/>
                        </a:lnTo>
                        <a:lnTo>
                          <a:pt x="346" y="127"/>
                        </a:lnTo>
                        <a:lnTo>
                          <a:pt x="340" y="143"/>
                        </a:lnTo>
                        <a:lnTo>
                          <a:pt x="332" y="160"/>
                        </a:lnTo>
                        <a:lnTo>
                          <a:pt x="325" y="176"/>
                        </a:lnTo>
                        <a:lnTo>
                          <a:pt x="315" y="191"/>
                        </a:lnTo>
                        <a:lnTo>
                          <a:pt x="306" y="206"/>
                        </a:lnTo>
                        <a:lnTo>
                          <a:pt x="296" y="221"/>
                        </a:lnTo>
                        <a:lnTo>
                          <a:pt x="284" y="235"/>
                        </a:lnTo>
                        <a:lnTo>
                          <a:pt x="273" y="249"/>
                        </a:lnTo>
                        <a:lnTo>
                          <a:pt x="261" y="262"/>
                        </a:lnTo>
                        <a:lnTo>
                          <a:pt x="248" y="273"/>
                        </a:lnTo>
                        <a:lnTo>
                          <a:pt x="234" y="285"/>
                        </a:lnTo>
                        <a:lnTo>
                          <a:pt x="221" y="296"/>
                        </a:lnTo>
                        <a:lnTo>
                          <a:pt x="206" y="306"/>
                        </a:lnTo>
                        <a:lnTo>
                          <a:pt x="191" y="316"/>
                        </a:lnTo>
                        <a:lnTo>
                          <a:pt x="176" y="326"/>
                        </a:lnTo>
                        <a:lnTo>
                          <a:pt x="160" y="333"/>
                        </a:lnTo>
                        <a:lnTo>
                          <a:pt x="143" y="340"/>
                        </a:lnTo>
                        <a:lnTo>
                          <a:pt x="127" y="347"/>
                        </a:lnTo>
                        <a:lnTo>
                          <a:pt x="110" y="353"/>
                        </a:lnTo>
                        <a:lnTo>
                          <a:pt x="93" y="359"/>
                        </a:lnTo>
                        <a:lnTo>
                          <a:pt x="75" y="363"/>
                        </a:lnTo>
                        <a:lnTo>
                          <a:pt x="56" y="365"/>
                        </a:lnTo>
                        <a:lnTo>
                          <a:pt x="38" y="368"/>
                        </a:lnTo>
                        <a:lnTo>
                          <a:pt x="19" y="369"/>
                        </a:lnTo>
                        <a:lnTo>
                          <a:pt x="0" y="369"/>
                        </a:lnTo>
                        <a:lnTo>
                          <a:pt x="0" y="578"/>
                        </a:lnTo>
                        <a:close/>
                      </a:path>
                    </a:pathLst>
                  </a:custGeom>
                  <a:solidFill>
                    <a:srgbClr val="EF2B2F"/>
                  </a:solidFill>
                  <a:ln>
                    <a:noFill/>
                  </a:ln>
                </p:spPr>
                <p:txBody>
                  <a:bodyPr/>
                  <a:lstStyle/>
                  <a:p>
                    <a:pPr>
                      <a:defRPr/>
                    </a:pPr>
                    <a:endParaRPr lang="en-US" sz="1050">
                      <a:latin typeface="+mj-lt"/>
                    </a:endParaRPr>
                  </a:p>
                </p:txBody>
              </p:sp>
              <p:sp>
                <p:nvSpPr>
                  <p:cNvPr id="41493" name="Freeform 630">
                    <a:extLst>
                      <a:ext uri="{FF2B5EF4-FFF2-40B4-BE49-F238E27FC236}">
                        <a16:creationId xmlns="" xmlns:a16="http://schemas.microsoft.com/office/drawing/2014/main" id="{7D842C92-1233-FE7D-4E50-C42AA0D30CD7}"/>
                      </a:ext>
                    </a:extLst>
                  </p:cNvPr>
                  <p:cNvSpPr>
                    <a:spLocks/>
                  </p:cNvSpPr>
                  <p:nvPr/>
                </p:nvSpPr>
                <p:spPr bwMode="auto">
                  <a:xfrm>
                    <a:off x="1469" y="2651"/>
                    <a:ext cx="22" cy="22"/>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0" y="0"/>
                        </a:moveTo>
                        <a:lnTo>
                          <a:pt x="0" y="0"/>
                        </a:lnTo>
                        <a:lnTo>
                          <a:pt x="1" y="29"/>
                        </a:lnTo>
                        <a:lnTo>
                          <a:pt x="3" y="59"/>
                        </a:lnTo>
                        <a:lnTo>
                          <a:pt x="7" y="88"/>
                        </a:lnTo>
                        <a:lnTo>
                          <a:pt x="12" y="117"/>
                        </a:lnTo>
                        <a:lnTo>
                          <a:pt x="19" y="144"/>
                        </a:lnTo>
                        <a:lnTo>
                          <a:pt x="26" y="171"/>
                        </a:lnTo>
                        <a:lnTo>
                          <a:pt x="35" y="199"/>
                        </a:lnTo>
                        <a:lnTo>
                          <a:pt x="45" y="225"/>
                        </a:lnTo>
                        <a:lnTo>
                          <a:pt x="57" y="251"/>
                        </a:lnTo>
                        <a:lnTo>
                          <a:pt x="70" y="275"/>
                        </a:lnTo>
                        <a:lnTo>
                          <a:pt x="84" y="300"/>
                        </a:lnTo>
                        <a:lnTo>
                          <a:pt x="99" y="323"/>
                        </a:lnTo>
                        <a:lnTo>
                          <a:pt x="115" y="346"/>
                        </a:lnTo>
                        <a:lnTo>
                          <a:pt x="132" y="367"/>
                        </a:lnTo>
                        <a:lnTo>
                          <a:pt x="150" y="388"/>
                        </a:lnTo>
                        <a:lnTo>
                          <a:pt x="169" y="409"/>
                        </a:lnTo>
                        <a:lnTo>
                          <a:pt x="189" y="428"/>
                        </a:lnTo>
                        <a:lnTo>
                          <a:pt x="210" y="446"/>
                        </a:lnTo>
                        <a:lnTo>
                          <a:pt x="232" y="463"/>
                        </a:lnTo>
                        <a:lnTo>
                          <a:pt x="254" y="479"/>
                        </a:lnTo>
                        <a:lnTo>
                          <a:pt x="278" y="494"/>
                        </a:lnTo>
                        <a:lnTo>
                          <a:pt x="302" y="508"/>
                        </a:lnTo>
                        <a:lnTo>
                          <a:pt x="327" y="521"/>
                        </a:lnTo>
                        <a:lnTo>
                          <a:pt x="352" y="532"/>
                        </a:lnTo>
                        <a:lnTo>
                          <a:pt x="379" y="543"/>
                        </a:lnTo>
                        <a:lnTo>
                          <a:pt x="405" y="551"/>
                        </a:lnTo>
                        <a:lnTo>
                          <a:pt x="433" y="559"/>
                        </a:lnTo>
                        <a:lnTo>
                          <a:pt x="461" y="565"/>
                        </a:lnTo>
                        <a:lnTo>
                          <a:pt x="490" y="571"/>
                        </a:lnTo>
                        <a:lnTo>
                          <a:pt x="518" y="575"/>
                        </a:lnTo>
                        <a:lnTo>
                          <a:pt x="548" y="577"/>
                        </a:lnTo>
                        <a:lnTo>
                          <a:pt x="577" y="578"/>
                        </a:lnTo>
                        <a:lnTo>
                          <a:pt x="577" y="369"/>
                        </a:lnTo>
                        <a:lnTo>
                          <a:pt x="558" y="369"/>
                        </a:lnTo>
                        <a:lnTo>
                          <a:pt x="539" y="368"/>
                        </a:lnTo>
                        <a:lnTo>
                          <a:pt x="521" y="365"/>
                        </a:lnTo>
                        <a:lnTo>
                          <a:pt x="502" y="363"/>
                        </a:lnTo>
                        <a:lnTo>
                          <a:pt x="484" y="359"/>
                        </a:lnTo>
                        <a:lnTo>
                          <a:pt x="467" y="353"/>
                        </a:lnTo>
                        <a:lnTo>
                          <a:pt x="450" y="347"/>
                        </a:lnTo>
                        <a:lnTo>
                          <a:pt x="434" y="340"/>
                        </a:lnTo>
                        <a:lnTo>
                          <a:pt x="417" y="333"/>
                        </a:lnTo>
                        <a:lnTo>
                          <a:pt x="401" y="326"/>
                        </a:lnTo>
                        <a:lnTo>
                          <a:pt x="386" y="316"/>
                        </a:lnTo>
                        <a:lnTo>
                          <a:pt x="371" y="306"/>
                        </a:lnTo>
                        <a:lnTo>
                          <a:pt x="356" y="296"/>
                        </a:lnTo>
                        <a:lnTo>
                          <a:pt x="343" y="285"/>
                        </a:lnTo>
                        <a:lnTo>
                          <a:pt x="329" y="273"/>
                        </a:lnTo>
                        <a:lnTo>
                          <a:pt x="316" y="262"/>
                        </a:lnTo>
                        <a:lnTo>
                          <a:pt x="304" y="249"/>
                        </a:lnTo>
                        <a:lnTo>
                          <a:pt x="293" y="235"/>
                        </a:lnTo>
                        <a:lnTo>
                          <a:pt x="282" y="221"/>
                        </a:lnTo>
                        <a:lnTo>
                          <a:pt x="271" y="206"/>
                        </a:lnTo>
                        <a:lnTo>
                          <a:pt x="262" y="191"/>
                        </a:lnTo>
                        <a:lnTo>
                          <a:pt x="252" y="176"/>
                        </a:lnTo>
                        <a:lnTo>
                          <a:pt x="245" y="160"/>
                        </a:lnTo>
                        <a:lnTo>
                          <a:pt x="237" y="143"/>
                        </a:lnTo>
                        <a:lnTo>
                          <a:pt x="231" y="127"/>
                        </a:lnTo>
                        <a:lnTo>
                          <a:pt x="224" y="110"/>
                        </a:lnTo>
                        <a:lnTo>
                          <a:pt x="219" y="93"/>
                        </a:lnTo>
                        <a:lnTo>
                          <a:pt x="215" y="75"/>
                        </a:lnTo>
                        <a:lnTo>
                          <a:pt x="213" y="57"/>
                        </a:lnTo>
                        <a:lnTo>
                          <a:pt x="209" y="39"/>
                        </a:lnTo>
                        <a:lnTo>
                          <a:pt x="208" y="20"/>
                        </a:lnTo>
                        <a:lnTo>
                          <a:pt x="208" y="0"/>
                        </a:lnTo>
                        <a:lnTo>
                          <a:pt x="0" y="0"/>
                        </a:lnTo>
                        <a:close/>
                      </a:path>
                    </a:pathLst>
                  </a:custGeom>
                  <a:solidFill>
                    <a:srgbClr val="EF2B2F"/>
                  </a:solidFill>
                  <a:ln>
                    <a:noFill/>
                  </a:ln>
                </p:spPr>
                <p:txBody>
                  <a:bodyPr/>
                  <a:lstStyle/>
                  <a:p>
                    <a:pPr>
                      <a:defRPr/>
                    </a:pPr>
                    <a:endParaRPr lang="en-US" sz="1050">
                      <a:latin typeface="+mj-lt"/>
                    </a:endParaRPr>
                  </a:p>
                </p:txBody>
              </p:sp>
              <p:sp>
                <p:nvSpPr>
                  <p:cNvPr id="41494" name="Freeform 631">
                    <a:extLst>
                      <a:ext uri="{FF2B5EF4-FFF2-40B4-BE49-F238E27FC236}">
                        <a16:creationId xmlns="" xmlns:a16="http://schemas.microsoft.com/office/drawing/2014/main" id="{7600627B-A13F-0D9C-7EDD-6C3F09A7E018}"/>
                      </a:ext>
                    </a:extLst>
                  </p:cNvPr>
                  <p:cNvSpPr>
                    <a:spLocks/>
                  </p:cNvSpPr>
                  <p:nvPr/>
                </p:nvSpPr>
                <p:spPr bwMode="auto">
                  <a:xfrm>
                    <a:off x="1469" y="2628"/>
                    <a:ext cx="22" cy="23"/>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577" y="0"/>
                        </a:moveTo>
                        <a:lnTo>
                          <a:pt x="577" y="0"/>
                        </a:lnTo>
                        <a:lnTo>
                          <a:pt x="547" y="1"/>
                        </a:lnTo>
                        <a:lnTo>
                          <a:pt x="518" y="3"/>
                        </a:lnTo>
                        <a:lnTo>
                          <a:pt x="490" y="7"/>
                        </a:lnTo>
                        <a:lnTo>
                          <a:pt x="461" y="13"/>
                        </a:lnTo>
                        <a:lnTo>
                          <a:pt x="433" y="19"/>
                        </a:lnTo>
                        <a:lnTo>
                          <a:pt x="405" y="27"/>
                        </a:lnTo>
                        <a:lnTo>
                          <a:pt x="379" y="35"/>
                        </a:lnTo>
                        <a:lnTo>
                          <a:pt x="352" y="46"/>
                        </a:lnTo>
                        <a:lnTo>
                          <a:pt x="327" y="57"/>
                        </a:lnTo>
                        <a:lnTo>
                          <a:pt x="302" y="70"/>
                        </a:lnTo>
                        <a:lnTo>
                          <a:pt x="278" y="84"/>
                        </a:lnTo>
                        <a:lnTo>
                          <a:pt x="254" y="99"/>
                        </a:lnTo>
                        <a:lnTo>
                          <a:pt x="232" y="116"/>
                        </a:lnTo>
                        <a:lnTo>
                          <a:pt x="210" y="132"/>
                        </a:lnTo>
                        <a:lnTo>
                          <a:pt x="189" y="150"/>
                        </a:lnTo>
                        <a:lnTo>
                          <a:pt x="169" y="169"/>
                        </a:lnTo>
                        <a:lnTo>
                          <a:pt x="150" y="190"/>
                        </a:lnTo>
                        <a:lnTo>
                          <a:pt x="132" y="211"/>
                        </a:lnTo>
                        <a:lnTo>
                          <a:pt x="115" y="232"/>
                        </a:lnTo>
                        <a:lnTo>
                          <a:pt x="99" y="255"/>
                        </a:lnTo>
                        <a:lnTo>
                          <a:pt x="84" y="278"/>
                        </a:lnTo>
                        <a:lnTo>
                          <a:pt x="70" y="303"/>
                        </a:lnTo>
                        <a:lnTo>
                          <a:pt x="57" y="327"/>
                        </a:lnTo>
                        <a:lnTo>
                          <a:pt x="45" y="353"/>
                        </a:lnTo>
                        <a:lnTo>
                          <a:pt x="35" y="379"/>
                        </a:lnTo>
                        <a:lnTo>
                          <a:pt x="26" y="406"/>
                        </a:lnTo>
                        <a:lnTo>
                          <a:pt x="19" y="434"/>
                        </a:lnTo>
                        <a:lnTo>
                          <a:pt x="12" y="461"/>
                        </a:lnTo>
                        <a:lnTo>
                          <a:pt x="7" y="490"/>
                        </a:lnTo>
                        <a:lnTo>
                          <a:pt x="3" y="519"/>
                        </a:lnTo>
                        <a:lnTo>
                          <a:pt x="1" y="549"/>
                        </a:lnTo>
                        <a:lnTo>
                          <a:pt x="0" y="577"/>
                        </a:lnTo>
                        <a:lnTo>
                          <a:pt x="208" y="577"/>
                        </a:lnTo>
                        <a:lnTo>
                          <a:pt x="208" y="558"/>
                        </a:lnTo>
                        <a:lnTo>
                          <a:pt x="209" y="539"/>
                        </a:lnTo>
                        <a:lnTo>
                          <a:pt x="213" y="521"/>
                        </a:lnTo>
                        <a:lnTo>
                          <a:pt x="215" y="503"/>
                        </a:lnTo>
                        <a:lnTo>
                          <a:pt x="219" y="485"/>
                        </a:lnTo>
                        <a:lnTo>
                          <a:pt x="224" y="468"/>
                        </a:lnTo>
                        <a:lnTo>
                          <a:pt x="231" y="451"/>
                        </a:lnTo>
                        <a:lnTo>
                          <a:pt x="237" y="435"/>
                        </a:lnTo>
                        <a:lnTo>
                          <a:pt x="245" y="418"/>
                        </a:lnTo>
                        <a:lnTo>
                          <a:pt x="252" y="402"/>
                        </a:lnTo>
                        <a:lnTo>
                          <a:pt x="262" y="387"/>
                        </a:lnTo>
                        <a:lnTo>
                          <a:pt x="271" y="372"/>
                        </a:lnTo>
                        <a:lnTo>
                          <a:pt x="282" y="357"/>
                        </a:lnTo>
                        <a:lnTo>
                          <a:pt x="293" y="343"/>
                        </a:lnTo>
                        <a:lnTo>
                          <a:pt x="304" y="329"/>
                        </a:lnTo>
                        <a:lnTo>
                          <a:pt x="316" y="316"/>
                        </a:lnTo>
                        <a:lnTo>
                          <a:pt x="329" y="305"/>
                        </a:lnTo>
                        <a:lnTo>
                          <a:pt x="343" y="293"/>
                        </a:lnTo>
                        <a:lnTo>
                          <a:pt x="356" y="281"/>
                        </a:lnTo>
                        <a:lnTo>
                          <a:pt x="371" y="272"/>
                        </a:lnTo>
                        <a:lnTo>
                          <a:pt x="386" y="262"/>
                        </a:lnTo>
                        <a:lnTo>
                          <a:pt x="401" y="252"/>
                        </a:lnTo>
                        <a:lnTo>
                          <a:pt x="417" y="245"/>
                        </a:lnTo>
                        <a:lnTo>
                          <a:pt x="434" y="238"/>
                        </a:lnTo>
                        <a:lnTo>
                          <a:pt x="450" y="231"/>
                        </a:lnTo>
                        <a:lnTo>
                          <a:pt x="467" y="225"/>
                        </a:lnTo>
                        <a:lnTo>
                          <a:pt x="485" y="219"/>
                        </a:lnTo>
                        <a:lnTo>
                          <a:pt x="502" y="215"/>
                        </a:lnTo>
                        <a:lnTo>
                          <a:pt x="521" y="213"/>
                        </a:lnTo>
                        <a:lnTo>
                          <a:pt x="540" y="210"/>
                        </a:lnTo>
                        <a:lnTo>
                          <a:pt x="558" y="209"/>
                        </a:lnTo>
                        <a:lnTo>
                          <a:pt x="577" y="209"/>
                        </a:lnTo>
                        <a:lnTo>
                          <a:pt x="577" y="0"/>
                        </a:lnTo>
                        <a:close/>
                      </a:path>
                    </a:pathLst>
                  </a:custGeom>
                  <a:solidFill>
                    <a:srgbClr val="EF2B2F"/>
                  </a:solidFill>
                  <a:ln>
                    <a:noFill/>
                  </a:ln>
                </p:spPr>
                <p:txBody>
                  <a:bodyPr/>
                  <a:lstStyle/>
                  <a:p>
                    <a:pPr>
                      <a:defRPr/>
                    </a:pPr>
                    <a:endParaRPr lang="en-US" sz="1050">
                      <a:latin typeface="+mj-lt"/>
                    </a:endParaRPr>
                  </a:p>
                </p:txBody>
              </p:sp>
              <p:sp>
                <p:nvSpPr>
                  <p:cNvPr id="41495" name="Freeform 632">
                    <a:extLst>
                      <a:ext uri="{FF2B5EF4-FFF2-40B4-BE49-F238E27FC236}">
                        <a16:creationId xmlns="" xmlns:a16="http://schemas.microsoft.com/office/drawing/2014/main" id="{A88DB073-E7C0-2B80-EA48-27EE49A96D75}"/>
                      </a:ext>
                    </a:extLst>
                  </p:cNvPr>
                  <p:cNvSpPr>
                    <a:spLocks/>
                  </p:cNvSpPr>
                  <p:nvPr/>
                </p:nvSpPr>
                <p:spPr bwMode="auto">
                  <a:xfrm>
                    <a:off x="1455" y="2632"/>
                    <a:ext cx="22" cy="23"/>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577" y="577"/>
                        </a:moveTo>
                        <a:lnTo>
                          <a:pt x="577" y="577"/>
                        </a:lnTo>
                        <a:lnTo>
                          <a:pt x="575" y="548"/>
                        </a:lnTo>
                        <a:lnTo>
                          <a:pt x="573" y="519"/>
                        </a:lnTo>
                        <a:lnTo>
                          <a:pt x="570" y="490"/>
                        </a:lnTo>
                        <a:lnTo>
                          <a:pt x="565" y="461"/>
                        </a:lnTo>
                        <a:lnTo>
                          <a:pt x="558" y="433"/>
                        </a:lnTo>
                        <a:lnTo>
                          <a:pt x="551" y="406"/>
                        </a:lnTo>
                        <a:lnTo>
                          <a:pt x="541" y="379"/>
                        </a:lnTo>
                        <a:lnTo>
                          <a:pt x="531" y="353"/>
                        </a:lnTo>
                        <a:lnTo>
                          <a:pt x="519" y="328"/>
                        </a:lnTo>
                        <a:lnTo>
                          <a:pt x="506" y="302"/>
                        </a:lnTo>
                        <a:lnTo>
                          <a:pt x="492" y="279"/>
                        </a:lnTo>
                        <a:lnTo>
                          <a:pt x="477" y="255"/>
                        </a:lnTo>
                        <a:lnTo>
                          <a:pt x="461" y="232"/>
                        </a:lnTo>
                        <a:lnTo>
                          <a:pt x="444" y="211"/>
                        </a:lnTo>
                        <a:lnTo>
                          <a:pt x="426" y="189"/>
                        </a:lnTo>
                        <a:lnTo>
                          <a:pt x="407" y="170"/>
                        </a:lnTo>
                        <a:lnTo>
                          <a:pt x="387" y="151"/>
                        </a:lnTo>
                        <a:lnTo>
                          <a:pt x="367" y="133"/>
                        </a:lnTo>
                        <a:lnTo>
                          <a:pt x="344" y="116"/>
                        </a:lnTo>
                        <a:lnTo>
                          <a:pt x="322" y="99"/>
                        </a:lnTo>
                        <a:lnTo>
                          <a:pt x="298" y="85"/>
                        </a:lnTo>
                        <a:lnTo>
                          <a:pt x="274" y="70"/>
                        </a:lnTo>
                        <a:lnTo>
                          <a:pt x="249" y="57"/>
                        </a:lnTo>
                        <a:lnTo>
                          <a:pt x="224" y="46"/>
                        </a:lnTo>
                        <a:lnTo>
                          <a:pt x="198" y="36"/>
                        </a:lnTo>
                        <a:lnTo>
                          <a:pt x="171" y="26"/>
                        </a:lnTo>
                        <a:lnTo>
                          <a:pt x="144" y="19"/>
                        </a:lnTo>
                        <a:lnTo>
                          <a:pt x="115" y="12"/>
                        </a:lnTo>
                        <a:lnTo>
                          <a:pt x="88" y="7"/>
                        </a:lnTo>
                        <a:lnTo>
                          <a:pt x="59" y="4"/>
                        </a:lnTo>
                        <a:lnTo>
                          <a:pt x="29" y="1"/>
                        </a:lnTo>
                        <a:lnTo>
                          <a:pt x="0" y="0"/>
                        </a:lnTo>
                        <a:lnTo>
                          <a:pt x="0" y="208"/>
                        </a:lnTo>
                        <a:lnTo>
                          <a:pt x="18" y="208"/>
                        </a:lnTo>
                        <a:lnTo>
                          <a:pt x="37" y="210"/>
                        </a:lnTo>
                        <a:lnTo>
                          <a:pt x="56" y="213"/>
                        </a:lnTo>
                        <a:lnTo>
                          <a:pt x="74" y="216"/>
                        </a:lnTo>
                        <a:lnTo>
                          <a:pt x="92" y="220"/>
                        </a:lnTo>
                        <a:lnTo>
                          <a:pt x="109" y="224"/>
                        </a:lnTo>
                        <a:lnTo>
                          <a:pt x="126" y="231"/>
                        </a:lnTo>
                        <a:lnTo>
                          <a:pt x="143" y="237"/>
                        </a:lnTo>
                        <a:lnTo>
                          <a:pt x="159" y="245"/>
                        </a:lnTo>
                        <a:lnTo>
                          <a:pt x="175" y="252"/>
                        </a:lnTo>
                        <a:lnTo>
                          <a:pt x="191" y="262"/>
                        </a:lnTo>
                        <a:lnTo>
                          <a:pt x="206" y="271"/>
                        </a:lnTo>
                        <a:lnTo>
                          <a:pt x="221" y="281"/>
                        </a:lnTo>
                        <a:lnTo>
                          <a:pt x="235" y="293"/>
                        </a:lnTo>
                        <a:lnTo>
                          <a:pt x="247" y="304"/>
                        </a:lnTo>
                        <a:lnTo>
                          <a:pt x="260" y="316"/>
                        </a:lnTo>
                        <a:lnTo>
                          <a:pt x="273" y="330"/>
                        </a:lnTo>
                        <a:lnTo>
                          <a:pt x="285" y="343"/>
                        </a:lnTo>
                        <a:lnTo>
                          <a:pt x="295" y="357"/>
                        </a:lnTo>
                        <a:lnTo>
                          <a:pt x="306" y="372"/>
                        </a:lnTo>
                        <a:lnTo>
                          <a:pt x="316" y="386"/>
                        </a:lnTo>
                        <a:lnTo>
                          <a:pt x="324" y="401"/>
                        </a:lnTo>
                        <a:lnTo>
                          <a:pt x="333" y="417"/>
                        </a:lnTo>
                        <a:lnTo>
                          <a:pt x="340" y="434"/>
                        </a:lnTo>
                        <a:lnTo>
                          <a:pt x="346" y="450"/>
                        </a:lnTo>
                        <a:lnTo>
                          <a:pt x="352" y="467"/>
                        </a:lnTo>
                        <a:lnTo>
                          <a:pt x="357" y="486"/>
                        </a:lnTo>
                        <a:lnTo>
                          <a:pt x="361" y="503"/>
                        </a:lnTo>
                        <a:lnTo>
                          <a:pt x="365" y="521"/>
                        </a:lnTo>
                        <a:lnTo>
                          <a:pt x="367" y="540"/>
                        </a:lnTo>
                        <a:lnTo>
                          <a:pt x="369" y="558"/>
                        </a:lnTo>
                        <a:lnTo>
                          <a:pt x="369" y="577"/>
                        </a:lnTo>
                        <a:lnTo>
                          <a:pt x="577" y="577"/>
                        </a:lnTo>
                        <a:close/>
                      </a:path>
                    </a:pathLst>
                  </a:custGeom>
                  <a:solidFill>
                    <a:srgbClr val="EF2B2F"/>
                  </a:solidFill>
                  <a:ln>
                    <a:noFill/>
                  </a:ln>
                </p:spPr>
                <p:txBody>
                  <a:bodyPr/>
                  <a:lstStyle/>
                  <a:p>
                    <a:pPr>
                      <a:defRPr/>
                    </a:pPr>
                    <a:endParaRPr lang="en-US" sz="1050">
                      <a:latin typeface="+mj-lt"/>
                    </a:endParaRPr>
                  </a:p>
                </p:txBody>
              </p:sp>
              <p:sp>
                <p:nvSpPr>
                  <p:cNvPr id="41496" name="Freeform 633">
                    <a:extLst>
                      <a:ext uri="{FF2B5EF4-FFF2-40B4-BE49-F238E27FC236}">
                        <a16:creationId xmlns="" xmlns:a16="http://schemas.microsoft.com/office/drawing/2014/main" id="{E0B666AD-CA6D-9915-AEC0-71362D164CAC}"/>
                      </a:ext>
                    </a:extLst>
                  </p:cNvPr>
                  <p:cNvSpPr>
                    <a:spLocks/>
                  </p:cNvSpPr>
                  <p:nvPr/>
                </p:nvSpPr>
                <p:spPr bwMode="auto">
                  <a:xfrm>
                    <a:off x="1455" y="2655"/>
                    <a:ext cx="22" cy="21"/>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0" y="578"/>
                        </a:moveTo>
                        <a:lnTo>
                          <a:pt x="0" y="578"/>
                        </a:lnTo>
                        <a:lnTo>
                          <a:pt x="29" y="577"/>
                        </a:lnTo>
                        <a:lnTo>
                          <a:pt x="58" y="575"/>
                        </a:lnTo>
                        <a:lnTo>
                          <a:pt x="88" y="571"/>
                        </a:lnTo>
                        <a:lnTo>
                          <a:pt x="115" y="566"/>
                        </a:lnTo>
                        <a:lnTo>
                          <a:pt x="143" y="559"/>
                        </a:lnTo>
                        <a:lnTo>
                          <a:pt x="171" y="551"/>
                        </a:lnTo>
                        <a:lnTo>
                          <a:pt x="198" y="543"/>
                        </a:lnTo>
                        <a:lnTo>
                          <a:pt x="224" y="532"/>
                        </a:lnTo>
                        <a:lnTo>
                          <a:pt x="249" y="520"/>
                        </a:lnTo>
                        <a:lnTo>
                          <a:pt x="274" y="507"/>
                        </a:lnTo>
                        <a:lnTo>
                          <a:pt x="298" y="494"/>
                        </a:lnTo>
                        <a:lnTo>
                          <a:pt x="322" y="479"/>
                        </a:lnTo>
                        <a:lnTo>
                          <a:pt x="344" y="463"/>
                        </a:lnTo>
                        <a:lnTo>
                          <a:pt x="367" y="446"/>
                        </a:lnTo>
                        <a:lnTo>
                          <a:pt x="387" y="428"/>
                        </a:lnTo>
                        <a:lnTo>
                          <a:pt x="407" y="408"/>
                        </a:lnTo>
                        <a:lnTo>
                          <a:pt x="426" y="388"/>
                        </a:lnTo>
                        <a:lnTo>
                          <a:pt x="444" y="368"/>
                        </a:lnTo>
                        <a:lnTo>
                          <a:pt x="461" y="345"/>
                        </a:lnTo>
                        <a:lnTo>
                          <a:pt x="477" y="323"/>
                        </a:lnTo>
                        <a:lnTo>
                          <a:pt x="492" y="300"/>
                        </a:lnTo>
                        <a:lnTo>
                          <a:pt x="506" y="275"/>
                        </a:lnTo>
                        <a:lnTo>
                          <a:pt x="519" y="251"/>
                        </a:lnTo>
                        <a:lnTo>
                          <a:pt x="531" y="225"/>
                        </a:lnTo>
                        <a:lnTo>
                          <a:pt x="541" y="198"/>
                        </a:lnTo>
                        <a:lnTo>
                          <a:pt x="551" y="172"/>
                        </a:lnTo>
                        <a:lnTo>
                          <a:pt x="558" y="144"/>
                        </a:lnTo>
                        <a:lnTo>
                          <a:pt x="565" y="116"/>
                        </a:lnTo>
                        <a:lnTo>
                          <a:pt x="570" y="88"/>
                        </a:lnTo>
                        <a:lnTo>
                          <a:pt x="573" y="59"/>
                        </a:lnTo>
                        <a:lnTo>
                          <a:pt x="575" y="30"/>
                        </a:lnTo>
                        <a:lnTo>
                          <a:pt x="577" y="0"/>
                        </a:lnTo>
                        <a:lnTo>
                          <a:pt x="369" y="0"/>
                        </a:lnTo>
                        <a:lnTo>
                          <a:pt x="369" y="19"/>
                        </a:lnTo>
                        <a:lnTo>
                          <a:pt x="367" y="39"/>
                        </a:lnTo>
                        <a:lnTo>
                          <a:pt x="365" y="57"/>
                        </a:lnTo>
                        <a:lnTo>
                          <a:pt x="361" y="75"/>
                        </a:lnTo>
                        <a:lnTo>
                          <a:pt x="357" y="93"/>
                        </a:lnTo>
                        <a:lnTo>
                          <a:pt x="352" y="110"/>
                        </a:lnTo>
                        <a:lnTo>
                          <a:pt x="346" y="127"/>
                        </a:lnTo>
                        <a:lnTo>
                          <a:pt x="340" y="144"/>
                        </a:lnTo>
                        <a:lnTo>
                          <a:pt x="333" y="160"/>
                        </a:lnTo>
                        <a:lnTo>
                          <a:pt x="324" y="176"/>
                        </a:lnTo>
                        <a:lnTo>
                          <a:pt x="316" y="191"/>
                        </a:lnTo>
                        <a:lnTo>
                          <a:pt x="306" y="207"/>
                        </a:lnTo>
                        <a:lnTo>
                          <a:pt x="295" y="221"/>
                        </a:lnTo>
                        <a:lnTo>
                          <a:pt x="285" y="235"/>
                        </a:lnTo>
                        <a:lnTo>
                          <a:pt x="273" y="248"/>
                        </a:lnTo>
                        <a:lnTo>
                          <a:pt x="260" y="261"/>
                        </a:lnTo>
                        <a:lnTo>
                          <a:pt x="247" y="274"/>
                        </a:lnTo>
                        <a:lnTo>
                          <a:pt x="235" y="285"/>
                        </a:lnTo>
                        <a:lnTo>
                          <a:pt x="221" y="296"/>
                        </a:lnTo>
                        <a:lnTo>
                          <a:pt x="206" y="306"/>
                        </a:lnTo>
                        <a:lnTo>
                          <a:pt x="191" y="317"/>
                        </a:lnTo>
                        <a:lnTo>
                          <a:pt x="175" y="325"/>
                        </a:lnTo>
                        <a:lnTo>
                          <a:pt x="159" y="334"/>
                        </a:lnTo>
                        <a:lnTo>
                          <a:pt x="143" y="341"/>
                        </a:lnTo>
                        <a:lnTo>
                          <a:pt x="126" y="348"/>
                        </a:lnTo>
                        <a:lnTo>
                          <a:pt x="109" y="353"/>
                        </a:lnTo>
                        <a:lnTo>
                          <a:pt x="92" y="358"/>
                        </a:lnTo>
                        <a:lnTo>
                          <a:pt x="74" y="363"/>
                        </a:lnTo>
                        <a:lnTo>
                          <a:pt x="56" y="366"/>
                        </a:lnTo>
                        <a:lnTo>
                          <a:pt x="37" y="368"/>
                        </a:lnTo>
                        <a:lnTo>
                          <a:pt x="19" y="369"/>
                        </a:lnTo>
                        <a:lnTo>
                          <a:pt x="0" y="369"/>
                        </a:lnTo>
                        <a:lnTo>
                          <a:pt x="0" y="578"/>
                        </a:lnTo>
                        <a:close/>
                      </a:path>
                    </a:pathLst>
                  </a:custGeom>
                  <a:solidFill>
                    <a:srgbClr val="EF2B2F"/>
                  </a:solidFill>
                  <a:ln>
                    <a:noFill/>
                  </a:ln>
                </p:spPr>
                <p:txBody>
                  <a:bodyPr/>
                  <a:lstStyle/>
                  <a:p>
                    <a:pPr>
                      <a:defRPr/>
                    </a:pPr>
                    <a:endParaRPr lang="en-US" sz="1050">
                      <a:latin typeface="+mj-lt"/>
                    </a:endParaRPr>
                  </a:p>
                </p:txBody>
              </p:sp>
              <p:sp>
                <p:nvSpPr>
                  <p:cNvPr id="41497" name="Freeform 634">
                    <a:extLst>
                      <a:ext uri="{FF2B5EF4-FFF2-40B4-BE49-F238E27FC236}">
                        <a16:creationId xmlns="" xmlns:a16="http://schemas.microsoft.com/office/drawing/2014/main" id="{8DEDD498-A358-1B48-662F-ADC326069BCD}"/>
                      </a:ext>
                    </a:extLst>
                  </p:cNvPr>
                  <p:cNvSpPr>
                    <a:spLocks/>
                  </p:cNvSpPr>
                  <p:nvPr/>
                </p:nvSpPr>
                <p:spPr bwMode="auto">
                  <a:xfrm>
                    <a:off x="1429" y="2655"/>
                    <a:ext cx="24" cy="21"/>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0" y="0"/>
                        </a:moveTo>
                        <a:lnTo>
                          <a:pt x="0" y="0"/>
                        </a:lnTo>
                        <a:lnTo>
                          <a:pt x="1" y="30"/>
                        </a:lnTo>
                        <a:lnTo>
                          <a:pt x="3" y="59"/>
                        </a:lnTo>
                        <a:lnTo>
                          <a:pt x="6" y="88"/>
                        </a:lnTo>
                        <a:lnTo>
                          <a:pt x="11" y="116"/>
                        </a:lnTo>
                        <a:lnTo>
                          <a:pt x="18" y="144"/>
                        </a:lnTo>
                        <a:lnTo>
                          <a:pt x="25" y="172"/>
                        </a:lnTo>
                        <a:lnTo>
                          <a:pt x="35" y="198"/>
                        </a:lnTo>
                        <a:lnTo>
                          <a:pt x="46" y="225"/>
                        </a:lnTo>
                        <a:lnTo>
                          <a:pt x="57" y="251"/>
                        </a:lnTo>
                        <a:lnTo>
                          <a:pt x="70" y="275"/>
                        </a:lnTo>
                        <a:lnTo>
                          <a:pt x="84" y="300"/>
                        </a:lnTo>
                        <a:lnTo>
                          <a:pt x="99" y="323"/>
                        </a:lnTo>
                        <a:lnTo>
                          <a:pt x="115" y="345"/>
                        </a:lnTo>
                        <a:lnTo>
                          <a:pt x="132" y="368"/>
                        </a:lnTo>
                        <a:lnTo>
                          <a:pt x="150" y="388"/>
                        </a:lnTo>
                        <a:lnTo>
                          <a:pt x="169" y="408"/>
                        </a:lnTo>
                        <a:lnTo>
                          <a:pt x="189" y="428"/>
                        </a:lnTo>
                        <a:lnTo>
                          <a:pt x="210" y="446"/>
                        </a:lnTo>
                        <a:lnTo>
                          <a:pt x="232" y="463"/>
                        </a:lnTo>
                        <a:lnTo>
                          <a:pt x="254" y="479"/>
                        </a:lnTo>
                        <a:lnTo>
                          <a:pt x="278" y="494"/>
                        </a:lnTo>
                        <a:lnTo>
                          <a:pt x="302" y="507"/>
                        </a:lnTo>
                        <a:lnTo>
                          <a:pt x="327" y="520"/>
                        </a:lnTo>
                        <a:lnTo>
                          <a:pt x="352" y="532"/>
                        </a:lnTo>
                        <a:lnTo>
                          <a:pt x="378" y="543"/>
                        </a:lnTo>
                        <a:lnTo>
                          <a:pt x="406" y="551"/>
                        </a:lnTo>
                        <a:lnTo>
                          <a:pt x="433" y="559"/>
                        </a:lnTo>
                        <a:lnTo>
                          <a:pt x="461" y="566"/>
                        </a:lnTo>
                        <a:lnTo>
                          <a:pt x="490" y="571"/>
                        </a:lnTo>
                        <a:lnTo>
                          <a:pt x="519" y="575"/>
                        </a:lnTo>
                        <a:lnTo>
                          <a:pt x="547" y="577"/>
                        </a:lnTo>
                        <a:lnTo>
                          <a:pt x="577" y="578"/>
                        </a:lnTo>
                        <a:lnTo>
                          <a:pt x="577" y="369"/>
                        </a:lnTo>
                        <a:lnTo>
                          <a:pt x="557" y="369"/>
                        </a:lnTo>
                        <a:lnTo>
                          <a:pt x="539" y="368"/>
                        </a:lnTo>
                        <a:lnTo>
                          <a:pt x="521" y="366"/>
                        </a:lnTo>
                        <a:lnTo>
                          <a:pt x="503" y="363"/>
                        </a:lnTo>
                        <a:lnTo>
                          <a:pt x="484" y="358"/>
                        </a:lnTo>
                        <a:lnTo>
                          <a:pt x="466" y="353"/>
                        </a:lnTo>
                        <a:lnTo>
                          <a:pt x="450" y="348"/>
                        </a:lnTo>
                        <a:lnTo>
                          <a:pt x="433" y="341"/>
                        </a:lnTo>
                        <a:lnTo>
                          <a:pt x="417" y="334"/>
                        </a:lnTo>
                        <a:lnTo>
                          <a:pt x="401" y="325"/>
                        </a:lnTo>
                        <a:lnTo>
                          <a:pt x="385" y="317"/>
                        </a:lnTo>
                        <a:lnTo>
                          <a:pt x="370" y="306"/>
                        </a:lnTo>
                        <a:lnTo>
                          <a:pt x="356" y="296"/>
                        </a:lnTo>
                        <a:lnTo>
                          <a:pt x="343" y="285"/>
                        </a:lnTo>
                        <a:lnTo>
                          <a:pt x="329" y="274"/>
                        </a:lnTo>
                        <a:lnTo>
                          <a:pt x="316" y="261"/>
                        </a:lnTo>
                        <a:lnTo>
                          <a:pt x="303" y="248"/>
                        </a:lnTo>
                        <a:lnTo>
                          <a:pt x="292" y="235"/>
                        </a:lnTo>
                        <a:lnTo>
                          <a:pt x="281" y="221"/>
                        </a:lnTo>
                        <a:lnTo>
                          <a:pt x="270" y="207"/>
                        </a:lnTo>
                        <a:lnTo>
                          <a:pt x="261" y="191"/>
                        </a:lnTo>
                        <a:lnTo>
                          <a:pt x="252" y="176"/>
                        </a:lnTo>
                        <a:lnTo>
                          <a:pt x="244" y="160"/>
                        </a:lnTo>
                        <a:lnTo>
                          <a:pt x="236" y="144"/>
                        </a:lnTo>
                        <a:lnTo>
                          <a:pt x="230" y="127"/>
                        </a:lnTo>
                        <a:lnTo>
                          <a:pt x="225" y="110"/>
                        </a:lnTo>
                        <a:lnTo>
                          <a:pt x="219" y="93"/>
                        </a:lnTo>
                        <a:lnTo>
                          <a:pt x="215" y="75"/>
                        </a:lnTo>
                        <a:lnTo>
                          <a:pt x="212" y="57"/>
                        </a:lnTo>
                        <a:lnTo>
                          <a:pt x="210" y="39"/>
                        </a:lnTo>
                        <a:lnTo>
                          <a:pt x="207" y="19"/>
                        </a:lnTo>
                        <a:lnTo>
                          <a:pt x="207" y="0"/>
                        </a:lnTo>
                        <a:lnTo>
                          <a:pt x="0" y="0"/>
                        </a:lnTo>
                        <a:close/>
                      </a:path>
                    </a:pathLst>
                  </a:custGeom>
                  <a:solidFill>
                    <a:srgbClr val="EF2B2F"/>
                  </a:solidFill>
                  <a:ln>
                    <a:noFill/>
                  </a:ln>
                </p:spPr>
                <p:txBody>
                  <a:bodyPr/>
                  <a:lstStyle/>
                  <a:p>
                    <a:pPr>
                      <a:defRPr/>
                    </a:pPr>
                    <a:endParaRPr lang="en-US" sz="1050">
                      <a:latin typeface="+mj-lt"/>
                    </a:endParaRPr>
                  </a:p>
                </p:txBody>
              </p:sp>
              <p:sp>
                <p:nvSpPr>
                  <p:cNvPr id="41498" name="Freeform 635">
                    <a:extLst>
                      <a:ext uri="{FF2B5EF4-FFF2-40B4-BE49-F238E27FC236}">
                        <a16:creationId xmlns="" xmlns:a16="http://schemas.microsoft.com/office/drawing/2014/main" id="{813E05AD-4577-641B-38C0-40BD1CAB5217}"/>
                      </a:ext>
                    </a:extLst>
                  </p:cNvPr>
                  <p:cNvSpPr>
                    <a:spLocks/>
                  </p:cNvSpPr>
                  <p:nvPr/>
                </p:nvSpPr>
                <p:spPr bwMode="auto">
                  <a:xfrm>
                    <a:off x="1429" y="2632"/>
                    <a:ext cx="24" cy="23"/>
                  </a:xfrm>
                  <a:custGeom>
                    <a:avLst/>
                    <a:gdLst>
                      <a:gd name="T0" fmla="*/ 0 w 577"/>
                      <a:gd name="T1" fmla="*/ 0 h 577"/>
                      <a:gd name="T2" fmla="*/ 0 w 577"/>
                      <a:gd name="T3" fmla="*/ 0 h 577"/>
                      <a:gd name="T4" fmla="*/ 0 w 577"/>
                      <a:gd name="T5" fmla="*/ 0 h 577"/>
                      <a:gd name="T6" fmla="*/ 0 w 577"/>
                      <a:gd name="T7" fmla="*/ 0 h 577"/>
                      <a:gd name="T8" fmla="*/ 0 w 577"/>
                      <a:gd name="T9" fmla="*/ 0 h 577"/>
                      <a:gd name="T10" fmla="*/ 0 w 577"/>
                      <a:gd name="T11" fmla="*/ 0 h 577"/>
                      <a:gd name="T12" fmla="*/ 0 w 577"/>
                      <a:gd name="T13" fmla="*/ 0 h 577"/>
                      <a:gd name="T14" fmla="*/ 0 w 577"/>
                      <a:gd name="T15" fmla="*/ 0 h 577"/>
                      <a:gd name="T16" fmla="*/ 0 w 577"/>
                      <a:gd name="T17" fmla="*/ 0 h 577"/>
                      <a:gd name="T18" fmla="*/ 0 w 577"/>
                      <a:gd name="T19" fmla="*/ 0 h 577"/>
                      <a:gd name="T20" fmla="*/ 0 w 577"/>
                      <a:gd name="T21" fmla="*/ 0 h 577"/>
                      <a:gd name="T22" fmla="*/ 0 w 577"/>
                      <a:gd name="T23" fmla="*/ 0 h 577"/>
                      <a:gd name="T24" fmla="*/ 0 w 577"/>
                      <a:gd name="T25" fmla="*/ 0 h 577"/>
                      <a:gd name="T26" fmla="*/ 0 w 577"/>
                      <a:gd name="T27" fmla="*/ 0 h 577"/>
                      <a:gd name="T28" fmla="*/ 0 w 577"/>
                      <a:gd name="T29" fmla="*/ 0 h 577"/>
                      <a:gd name="T30" fmla="*/ 0 w 577"/>
                      <a:gd name="T31" fmla="*/ 0 h 577"/>
                      <a:gd name="T32" fmla="*/ 0 w 577"/>
                      <a:gd name="T33" fmla="*/ 0 h 577"/>
                      <a:gd name="T34" fmla="*/ 0 w 577"/>
                      <a:gd name="T35" fmla="*/ 0 h 577"/>
                      <a:gd name="T36" fmla="*/ 0 w 577"/>
                      <a:gd name="T37" fmla="*/ 0 h 577"/>
                      <a:gd name="T38" fmla="*/ 0 w 577"/>
                      <a:gd name="T39" fmla="*/ 0 h 577"/>
                      <a:gd name="T40" fmla="*/ 0 w 577"/>
                      <a:gd name="T41" fmla="*/ 0 h 577"/>
                      <a:gd name="T42" fmla="*/ 0 w 577"/>
                      <a:gd name="T43" fmla="*/ 0 h 577"/>
                      <a:gd name="T44" fmla="*/ 0 w 577"/>
                      <a:gd name="T45" fmla="*/ 0 h 577"/>
                      <a:gd name="T46" fmla="*/ 0 w 577"/>
                      <a:gd name="T47" fmla="*/ 0 h 577"/>
                      <a:gd name="T48" fmla="*/ 0 w 577"/>
                      <a:gd name="T49" fmla="*/ 0 h 577"/>
                      <a:gd name="T50" fmla="*/ 0 w 577"/>
                      <a:gd name="T51" fmla="*/ 0 h 577"/>
                      <a:gd name="T52" fmla="*/ 0 w 577"/>
                      <a:gd name="T53" fmla="*/ 0 h 577"/>
                      <a:gd name="T54" fmla="*/ 0 w 577"/>
                      <a:gd name="T55" fmla="*/ 0 h 577"/>
                      <a:gd name="T56" fmla="*/ 0 w 577"/>
                      <a:gd name="T57" fmla="*/ 0 h 577"/>
                      <a:gd name="T58" fmla="*/ 0 w 577"/>
                      <a:gd name="T59" fmla="*/ 0 h 577"/>
                      <a:gd name="T60" fmla="*/ 0 w 577"/>
                      <a:gd name="T61" fmla="*/ 0 h 577"/>
                      <a:gd name="T62" fmla="*/ 0 w 577"/>
                      <a:gd name="T63" fmla="*/ 0 h 577"/>
                      <a:gd name="T64" fmla="*/ 0 w 577"/>
                      <a:gd name="T65" fmla="*/ 0 h 577"/>
                      <a:gd name="T66" fmla="*/ 0 w 577"/>
                      <a:gd name="T67" fmla="*/ 0 h 5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7"/>
                      <a:gd name="T104" fmla="*/ 577 w 577"/>
                      <a:gd name="T105" fmla="*/ 577 h 5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7">
                        <a:moveTo>
                          <a:pt x="577" y="0"/>
                        </a:moveTo>
                        <a:lnTo>
                          <a:pt x="577" y="0"/>
                        </a:lnTo>
                        <a:lnTo>
                          <a:pt x="547" y="1"/>
                        </a:lnTo>
                        <a:lnTo>
                          <a:pt x="518" y="4"/>
                        </a:lnTo>
                        <a:lnTo>
                          <a:pt x="490" y="7"/>
                        </a:lnTo>
                        <a:lnTo>
                          <a:pt x="461" y="12"/>
                        </a:lnTo>
                        <a:lnTo>
                          <a:pt x="432" y="19"/>
                        </a:lnTo>
                        <a:lnTo>
                          <a:pt x="406" y="26"/>
                        </a:lnTo>
                        <a:lnTo>
                          <a:pt x="378" y="36"/>
                        </a:lnTo>
                        <a:lnTo>
                          <a:pt x="352" y="46"/>
                        </a:lnTo>
                        <a:lnTo>
                          <a:pt x="327" y="57"/>
                        </a:lnTo>
                        <a:lnTo>
                          <a:pt x="302" y="70"/>
                        </a:lnTo>
                        <a:lnTo>
                          <a:pt x="278" y="85"/>
                        </a:lnTo>
                        <a:lnTo>
                          <a:pt x="254" y="99"/>
                        </a:lnTo>
                        <a:lnTo>
                          <a:pt x="232" y="116"/>
                        </a:lnTo>
                        <a:lnTo>
                          <a:pt x="210" y="133"/>
                        </a:lnTo>
                        <a:lnTo>
                          <a:pt x="189" y="151"/>
                        </a:lnTo>
                        <a:lnTo>
                          <a:pt x="169" y="169"/>
                        </a:lnTo>
                        <a:lnTo>
                          <a:pt x="150" y="189"/>
                        </a:lnTo>
                        <a:lnTo>
                          <a:pt x="132" y="211"/>
                        </a:lnTo>
                        <a:lnTo>
                          <a:pt x="115" y="232"/>
                        </a:lnTo>
                        <a:lnTo>
                          <a:pt x="99" y="255"/>
                        </a:lnTo>
                        <a:lnTo>
                          <a:pt x="84" y="279"/>
                        </a:lnTo>
                        <a:lnTo>
                          <a:pt x="70" y="302"/>
                        </a:lnTo>
                        <a:lnTo>
                          <a:pt x="57" y="328"/>
                        </a:lnTo>
                        <a:lnTo>
                          <a:pt x="46" y="353"/>
                        </a:lnTo>
                        <a:lnTo>
                          <a:pt x="35" y="379"/>
                        </a:lnTo>
                        <a:lnTo>
                          <a:pt x="25" y="406"/>
                        </a:lnTo>
                        <a:lnTo>
                          <a:pt x="18" y="433"/>
                        </a:lnTo>
                        <a:lnTo>
                          <a:pt x="11" y="461"/>
                        </a:lnTo>
                        <a:lnTo>
                          <a:pt x="6" y="490"/>
                        </a:lnTo>
                        <a:lnTo>
                          <a:pt x="3" y="519"/>
                        </a:lnTo>
                        <a:lnTo>
                          <a:pt x="1" y="548"/>
                        </a:lnTo>
                        <a:lnTo>
                          <a:pt x="0" y="577"/>
                        </a:lnTo>
                        <a:lnTo>
                          <a:pt x="207" y="577"/>
                        </a:lnTo>
                        <a:lnTo>
                          <a:pt x="207" y="558"/>
                        </a:lnTo>
                        <a:lnTo>
                          <a:pt x="210" y="539"/>
                        </a:lnTo>
                        <a:lnTo>
                          <a:pt x="212" y="521"/>
                        </a:lnTo>
                        <a:lnTo>
                          <a:pt x="215" y="503"/>
                        </a:lnTo>
                        <a:lnTo>
                          <a:pt x="219" y="486"/>
                        </a:lnTo>
                        <a:lnTo>
                          <a:pt x="225" y="467"/>
                        </a:lnTo>
                        <a:lnTo>
                          <a:pt x="230" y="450"/>
                        </a:lnTo>
                        <a:lnTo>
                          <a:pt x="236" y="434"/>
                        </a:lnTo>
                        <a:lnTo>
                          <a:pt x="244" y="417"/>
                        </a:lnTo>
                        <a:lnTo>
                          <a:pt x="252" y="401"/>
                        </a:lnTo>
                        <a:lnTo>
                          <a:pt x="261" y="386"/>
                        </a:lnTo>
                        <a:lnTo>
                          <a:pt x="270" y="372"/>
                        </a:lnTo>
                        <a:lnTo>
                          <a:pt x="281" y="357"/>
                        </a:lnTo>
                        <a:lnTo>
                          <a:pt x="292" y="343"/>
                        </a:lnTo>
                        <a:lnTo>
                          <a:pt x="303" y="330"/>
                        </a:lnTo>
                        <a:lnTo>
                          <a:pt x="316" y="317"/>
                        </a:lnTo>
                        <a:lnTo>
                          <a:pt x="329" y="304"/>
                        </a:lnTo>
                        <a:lnTo>
                          <a:pt x="343" y="293"/>
                        </a:lnTo>
                        <a:lnTo>
                          <a:pt x="356" y="281"/>
                        </a:lnTo>
                        <a:lnTo>
                          <a:pt x="370" y="271"/>
                        </a:lnTo>
                        <a:lnTo>
                          <a:pt x="385" y="262"/>
                        </a:lnTo>
                        <a:lnTo>
                          <a:pt x="401" y="252"/>
                        </a:lnTo>
                        <a:lnTo>
                          <a:pt x="417" y="245"/>
                        </a:lnTo>
                        <a:lnTo>
                          <a:pt x="433" y="237"/>
                        </a:lnTo>
                        <a:lnTo>
                          <a:pt x="450" y="231"/>
                        </a:lnTo>
                        <a:lnTo>
                          <a:pt x="467" y="224"/>
                        </a:lnTo>
                        <a:lnTo>
                          <a:pt x="484" y="220"/>
                        </a:lnTo>
                        <a:lnTo>
                          <a:pt x="503" y="216"/>
                        </a:lnTo>
                        <a:lnTo>
                          <a:pt x="521" y="213"/>
                        </a:lnTo>
                        <a:lnTo>
                          <a:pt x="539" y="210"/>
                        </a:lnTo>
                        <a:lnTo>
                          <a:pt x="558" y="208"/>
                        </a:lnTo>
                        <a:lnTo>
                          <a:pt x="577" y="208"/>
                        </a:lnTo>
                        <a:lnTo>
                          <a:pt x="577" y="0"/>
                        </a:lnTo>
                        <a:close/>
                      </a:path>
                    </a:pathLst>
                  </a:custGeom>
                  <a:solidFill>
                    <a:srgbClr val="EF2B2F"/>
                  </a:solidFill>
                  <a:ln>
                    <a:noFill/>
                  </a:ln>
                </p:spPr>
                <p:txBody>
                  <a:bodyPr/>
                  <a:lstStyle/>
                  <a:p>
                    <a:pPr>
                      <a:defRPr/>
                    </a:pPr>
                    <a:endParaRPr lang="en-US" sz="1050">
                      <a:latin typeface="+mj-lt"/>
                    </a:endParaRPr>
                  </a:p>
                </p:txBody>
              </p:sp>
              <p:sp>
                <p:nvSpPr>
                  <p:cNvPr id="41499" name="Freeform 636">
                    <a:extLst>
                      <a:ext uri="{FF2B5EF4-FFF2-40B4-BE49-F238E27FC236}">
                        <a16:creationId xmlns="" xmlns:a16="http://schemas.microsoft.com/office/drawing/2014/main" id="{FCF4F711-5DCB-EB8B-3388-DDAF099F4A6E}"/>
                      </a:ext>
                    </a:extLst>
                  </p:cNvPr>
                  <p:cNvSpPr>
                    <a:spLocks/>
                  </p:cNvSpPr>
                  <p:nvPr/>
                </p:nvSpPr>
                <p:spPr bwMode="auto">
                  <a:xfrm>
                    <a:off x="1419" y="2622"/>
                    <a:ext cx="21" cy="22"/>
                  </a:xfrm>
                  <a:custGeom>
                    <a:avLst/>
                    <a:gdLst>
                      <a:gd name="T0" fmla="*/ 0 w 577"/>
                      <a:gd name="T1" fmla="*/ 0 h 578"/>
                      <a:gd name="T2" fmla="*/ 0 w 577"/>
                      <a:gd name="T3" fmla="*/ 0 h 578"/>
                      <a:gd name="T4" fmla="*/ 0 w 577"/>
                      <a:gd name="T5" fmla="*/ 0 h 578"/>
                      <a:gd name="T6" fmla="*/ 0 w 577"/>
                      <a:gd name="T7" fmla="*/ 0 h 578"/>
                      <a:gd name="T8" fmla="*/ 0 w 577"/>
                      <a:gd name="T9" fmla="*/ 0 h 578"/>
                      <a:gd name="T10" fmla="*/ 0 w 577"/>
                      <a:gd name="T11" fmla="*/ 0 h 578"/>
                      <a:gd name="T12" fmla="*/ 0 w 577"/>
                      <a:gd name="T13" fmla="*/ 0 h 578"/>
                      <a:gd name="T14" fmla="*/ 0 w 577"/>
                      <a:gd name="T15" fmla="*/ 0 h 578"/>
                      <a:gd name="T16" fmla="*/ 0 w 577"/>
                      <a:gd name="T17" fmla="*/ 0 h 578"/>
                      <a:gd name="T18" fmla="*/ 0 w 577"/>
                      <a:gd name="T19" fmla="*/ 0 h 578"/>
                      <a:gd name="T20" fmla="*/ 0 w 577"/>
                      <a:gd name="T21" fmla="*/ 0 h 578"/>
                      <a:gd name="T22" fmla="*/ 0 w 577"/>
                      <a:gd name="T23" fmla="*/ 0 h 578"/>
                      <a:gd name="T24" fmla="*/ 0 w 577"/>
                      <a:gd name="T25" fmla="*/ 0 h 578"/>
                      <a:gd name="T26" fmla="*/ 0 w 577"/>
                      <a:gd name="T27" fmla="*/ 0 h 578"/>
                      <a:gd name="T28" fmla="*/ 0 w 577"/>
                      <a:gd name="T29" fmla="*/ 0 h 578"/>
                      <a:gd name="T30" fmla="*/ 0 w 577"/>
                      <a:gd name="T31" fmla="*/ 0 h 578"/>
                      <a:gd name="T32" fmla="*/ 0 w 577"/>
                      <a:gd name="T33" fmla="*/ 0 h 578"/>
                      <a:gd name="T34" fmla="*/ 0 w 577"/>
                      <a:gd name="T35" fmla="*/ 0 h 578"/>
                      <a:gd name="T36" fmla="*/ 0 w 577"/>
                      <a:gd name="T37" fmla="*/ 0 h 578"/>
                      <a:gd name="T38" fmla="*/ 0 w 577"/>
                      <a:gd name="T39" fmla="*/ 0 h 578"/>
                      <a:gd name="T40" fmla="*/ 0 w 577"/>
                      <a:gd name="T41" fmla="*/ 0 h 578"/>
                      <a:gd name="T42" fmla="*/ 0 w 577"/>
                      <a:gd name="T43" fmla="*/ 0 h 578"/>
                      <a:gd name="T44" fmla="*/ 0 w 577"/>
                      <a:gd name="T45" fmla="*/ 0 h 578"/>
                      <a:gd name="T46" fmla="*/ 0 w 577"/>
                      <a:gd name="T47" fmla="*/ 0 h 578"/>
                      <a:gd name="T48" fmla="*/ 0 w 577"/>
                      <a:gd name="T49" fmla="*/ 0 h 578"/>
                      <a:gd name="T50" fmla="*/ 0 w 577"/>
                      <a:gd name="T51" fmla="*/ 0 h 578"/>
                      <a:gd name="T52" fmla="*/ 0 w 577"/>
                      <a:gd name="T53" fmla="*/ 0 h 578"/>
                      <a:gd name="T54" fmla="*/ 0 w 577"/>
                      <a:gd name="T55" fmla="*/ 0 h 578"/>
                      <a:gd name="T56" fmla="*/ 0 w 577"/>
                      <a:gd name="T57" fmla="*/ 0 h 578"/>
                      <a:gd name="T58" fmla="*/ 0 w 577"/>
                      <a:gd name="T59" fmla="*/ 0 h 578"/>
                      <a:gd name="T60" fmla="*/ 0 w 577"/>
                      <a:gd name="T61" fmla="*/ 0 h 578"/>
                      <a:gd name="T62" fmla="*/ 0 w 577"/>
                      <a:gd name="T63" fmla="*/ 0 h 578"/>
                      <a:gd name="T64" fmla="*/ 0 w 577"/>
                      <a:gd name="T65" fmla="*/ 0 h 578"/>
                      <a:gd name="T66" fmla="*/ 0 w 577"/>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8"/>
                      <a:gd name="T104" fmla="*/ 577 w 577"/>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8">
                        <a:moveTo>
                          <a:pt x="577" y="578"/>
                        </a:moveTo>
                        <a:lnTo>
                          <a:pt x="577" y="578"/>
                        </a:lnTo>
                        <a:lnTo>
                          <a:pt x="576" y="548"/>
                        </a:lnTo>
                        <a:lnTo>
                          <a:pt x="574" y="519"/>
                        </a:lnTo>
                        <a:lnTo>
                          <a:pt x="570" y="490"/>
                        </a:lnTo>
                        <a:lnTo>
                          <a:pt x="564" y="461"/>
                        </a:lnTo>
                        <a:lnTo>
                          <a:pt x="558" y="434"/>
                        </a:lnTo>
                        <a:lnTo>
                          <a:pt x="551" y="406"/>
                        </a:lnTo>
                        <a:lnTo>
                          <a:pt x="542" y="379"/>
                        </a:lnTo>
                        <a:lnTo>
                          <a:pt x="531" y="353"/>
                        </a:lnTo>
                        <a:lnTo>
                          <a:pt x="520" y="327"/>
                        </a:lnTo>
                        <a:lnTo>
                          <a:pt x="507" y="303"/>
                        </a:lnTo>
                        <a:lnTo>
                          <a:pt x="493" y="279"/>
                        </a:lnTo>
                        <a:lnTo>
                          <a:pt x="478" y="255"/>
                        </a:lnTo>
                        <a:lnTo>
                          <a:pt x="461" y="232"/>
                        </a:lnTo>
                        <a:lnTo>
                          <a:pt x="445" y="210"/>
                        </a:lnTo>
                        <a:lnTo>
                          <a:pt x="427" y="190"/>
                        </a:lnTo>
                        <a:lnTo>
                          <a:pt x="408" y="169"/>
                        </a:lnTo>
                        <a:lnTo>
                          <a:pt x="388" y="150"/>
                        </a:lnTo>
                        <a:lnTo>
                          <a:pt x="366" y="132"/>
                        </a:lnTo>
                        <a:lnTo>
                          <a:pt x="345" y="115"/>
                        </a:lnTo>
                        <a:lnTo>
                          <a:pt x="323" y="99"/>
                        </a:lnTo>
                        <a:lnTo>
                          <a:pt x="298" y="84"/>
                        </a:lnTo>
                        <a:lnTo>
                          <a:pt x="275" y="70"/>
                        </a:lnTo>
                        <a:lnTo>
                          <a:pt x="250" y="57"/>
                        </a:lnTo>
                        <a:lnTo>
                          <a:pt x="225" y="46"/>
                        </a:lnTo>
                        <a:lnTo>
                          <a:pt x="198" y="35"/>
                        </a:lnTo>
                        <a:lnTo>
                          <a:pt x="171" y="27"/>
                        </a:lnTo>
                        <a:lnTo>
                          <a:pt x="144" y="19"/>
                        </a:lnTo>
                        <a:lnTo>
                          <a:pt x="116" y="12"/>
                        </a:lnTo>
                        <a:lnTo>
                          <a:pt x="87" y="6"/>
                        </a:lnTo>
                        <a:lnTo>
                          <a:pt x="58" y="3"/>
                        </a:lnTo>
                        <a:lnTo>
                          <a:pt x="30" y="1"/>
                        </a:lnTo>
                        <a:lnTo>
                          <a:pt x="0" y="0"/>
                        </a:lnTo>
                        <a:lnTo>
                          <a:pt x="0" y="208"/>
                        </a:lnTo>
                        <a:lnTo>
                          <a:pt x="19" y="209"/>
                        </a:lnTo>
                        <a:lnTo>
                          <a:pt x="37" y="210"/>
                        </a:lnTo>
                        <a:lnTo>
                          <a:pt x="56" y="212"/>
                        </a:lnTo>
                        <a:lnTo>
                          <a:pt x="74" y="215"/>
                        </a:lnTo>
                        <a:lnTo>
                          <a:pt x="91" y="219"/>
                        </a:lnTo>
                        <a:lnTo>
                          <a:pt x="110" y="225"/>
                        </a:lnTo>
                        <a:lnTo>
                          <a:pt x="127" y="230"/>
                        </a:lnTo>
                        <a:lnTo>
                          <a:pt x="143" y="237"/>
                        </a:lnTo>
                        <a:lnTo>
                          <a:pt x="160" y="244"/>
                        </a:lnTo>
                        <a:lnTo>
                          <a:pt x="176" y="252"/>
                        </a:lnTo>
                        <a:lnTo>
                          <a:pt x="192" y="261"/>
                        </a:lnTo>
                        <a:lnTo>
                          <a:pt x="205" y="272"/>
                        </a:lnTo>
                        <a:lnTo>
                          <a:pt x="220" y="281"/>
                        </a:lnTo>
                        <a:lnTo>
                          <a:pt x="234" y="293"/>
                        </a:lnTo>
                        <a:lnTo>
                          <a:pt x="248" y="305"/>
                        </a:lnTo>
                        <a:lnTo>
                          <a:pt x="261" y="316"/>
                        </a:lnTo>
                        <a:lnTo>
                          <a:pt x="273" y="329"/>
                        </a:lnTo>
                        <a:lnTo>
                          <a:pt x="284" y="343"/>
                        </a:lnTo>
                        <a:lnTo>
                          <a:pt x="296" y="357"/>
                        </a:lnTo>
                        <a:lnTo>
                          <a:pt x="306" y="371"/>
                        </a:lnTo>
                        <a:lnTo>
                          <a:pt x="315" y="386"/>
                        </a:lnTo>
                        <a:lnTo>
                          <a:pt x="325" y="402"/>
                        </a:lnTo>
                        <a:lnTo>
                          <a:pt x="332" y="418"/>
                        </a:lnTo>
                        <a:lnTo>
                          <a:pt x="340" y="434"/>
                        </a:lnTo>
                        <a:lnTo>
                          <a:pt x="346" y="451"/>
                        </a:lnTo>
                        <a:lnTo>
                          <a:pt x="352" y="468"/>
                        </a:lnTo>
                        <a:lnTo>
                          <a:pt x="358" y="485"/>
                        </a:lnTo>
                        <a:lnTo>
                          <a:pt x="362" y="503"/>
                        </a:lnTo>
                        <a:lnTo>
                          <a:pt x="364" y="521"/>
                        </a:lnTo>
                        <a:lnTo>
                          <a:pt x="367" y="539"/>
                        </a:lnTo>
                        <a:lnTo>
                          <a:pt x="368" y="558"/>
                        </a:lnTo>
                        <a:lnTo>
                          <a:pt x="368" y="578"/>
                        </a:lnTo>
                        <a:lnTo>
                          <a:pt x="577" y="578"/>
                        </a:lnTo>
                        <a:close/>
                      </a:path>
                    </a:pathLst>
                  </a:custGeom>
                  <a:solidFill>
                    <a:srgbClr val="EF2B2F"/>
                  </a:solidFill>
                  <a:ln>
                    <a:noFill/>
                  </a:ln>
                </p:spPr>
                <p:txBody>
                  <a:bodyPr/>
                  <a:lstStyle/>
                  <a:p>
                    <a:pPr>
                      <a:defRPr/>
                    </a:pPr>
                    <a:endParaRPr lang="en-US" sz="1050">
                      <a:latin typeface="+mj-lt"/>
                    </a:endParaRPr>
                  </a:p>
                </p:txBody>
              </p:sp>
              <p:sp>
                <p:nvSpPr>
                  <p:cNvPr id="41500" name="Freeform 637">
                    <a:extLst>
                      <a:ext uri="{FF2B5EF4-FFF2-40B4-BE49-F238E27FC236}">
                        <a16:creationId xmlns="" xmlns:a16="http://schemas.microsoft.com/office/drawing/2014/main" id="{ECE230E7-C75E-3EBD-92B7-045CC03010E7}"/>
                      </a:ext>
                    </a:extLst>
                  </p:cNvPr>
                  <p:cNvSpPr>
                    <a:spLocks/>
                  </p:cNvSpPr>
                  <p:nvPr/>
                </p:nvSpPr>
                <p:spPr bwMode="auto">
                  <a:xfrm>
                    <a:off x="1419" y="2644"/>
                    <a:ext cx="21" cy="23"/>
                  </a:xfrm>
                  <a:custGeom>
                    <a:avLst/>
                    <a:gdLst>
                      <a:gd name="T0" fmla="*/ 0 w 577"/>
                      <a:gd name="T1" fmla="*/ 0 h 576"/>
                      <a:gd name="T2" fmla="*/ 0 w 577"/>
                      <a:gd name="T3" fmla="*/ 0 h 576"/>
                      <a:gd name="T4" fmla="*/ 0 w 577"/>
                      <a:gd name="T5" fmla="*/ 0 h 576"/>
                      <a:gd name="T6" fmla="*/ 0 w 577"/>
                      <a:gd name="T7" fmla="*/ 0 h 576"/>
                      <a:gd name="T8" fmla="*/ 0 w 577"/>
                      <a:gd name="T9" fmla="*/ 0 h 576"/>
                      <a:gd name="T10" fmla="*/ 0 w 577"/>
                      <a:gd name="T11" fmla="*/ 0 h 576"/>
                      <a:gd name="T12" fmla="*/ 0 w 577"/>
                      <a:gd name="T13" fmla="*/ 0 h 576"/>
                      <a:gd name="T14" fmla="*/ 0 w 577"/>
                      <a:gd name="T15" fmla="*/ 0 h 576"/>
                      <a:gd name="T16" fmla="*/ 0 w 577"/>
                      <a:gd name="T17" fmla="*/ 0 h 576"/>
                      <a:gd name="T18" fmla="*/ 0 w 577"/>
                      <a:gd name="T19" fmla="*/ 0 h 576"/>
                      <a:gd name="T20" fmla="*/ 0 w 577"/>
                      <a:gd name="T21" fmla="*/ 0 h 576"/>
                      <a:gd name="T22" fmla="*/ 0 w 577"/>
                      <a:gd name="T23" fmla="*/ 0 h 576"/>
                      <a:gd name="T24" fmla="*/ 0 w 577"/>
                      <a:gd name="T25" fmla="*/ 0 h 576"/>
                      <a:gd name="T26" fmla="*/ 0 w 577"/>
                      <a:gd name="T27" fmla="*/ 0 h 576"/>
                      <a:gd name="T28" fmla="*/ 0 w 577"/>
                      <a:gd name="T29" fmla="*/ 0 h 576"/>
                      <a:gd name="T30" fmla="*/ 0 w 577"/>
                      <a:gd name="T31" fmla="*/ 0 h 576"/>
                      <a:gd name="T32" fmla="*/ 0 w 577"/>
                      <a:gd name="T33" fmla="*/ 0 h 576"/>
                      <a:gd name="T34" fmla="*/ 0 w 577"/>
                      <a:gd name="T35" fmla="*/ 0 h 576"/>
                      <a:gd name="T36" fmla="*/ 0 w 577"/>
                      <a:gd name="T37" fmla="*/ 0 h 576"/>
                      <a:gd name="T38" fmla="*/ 0 w 577"/>
                      <a:gd name="T39" fmla="*/ 0 h 576"/>
                      <a:gd name="T40" fmla="*/ 0 w 577"/>
                      <a:gd name="T41" fmla="*/ 0 h 576"/>
                      <a:gd name="T42" fmla="*/ 0 w 577"/>
                      <a:gd name="T43" fmla="*/ 0 h 576"/>
                      <a:gd name="T44" fmla="*/ 0 w 577"/>
                      <a:gd name="T45" fmla="*/ 0 h 576"/>
                      <a:gd name="T46" fmla="*/ 0 w 577"/>
                      <a:gd name="T47" fmla="*/ 0 h 576"/>
                      <a:gd name="T48" fmla="*/ 0 w 577"/>
                      <a:gd name="T49" fmla="*/ 0 h 576"/>
                      <a:gd name="T50" fmla="*/ 0 w 577"/>
                      <a:gd name="T51" fmla="*/ 0 h 576"/>
                      <a:gd name="T52" fmla="*/ 0 w 577"/>
                      <a:gd name="T53" fmla="*/ 0 h 576"/>
                      <a:gd name="T54" fmla="*/ 0 w 577"/>
                      <a:gd name="T55" fmla="*/ 0 h 576"/>
                      <a:gd name="T56" fmla="*/ 0 w 577"/>
                      <a:gd name="T57" fmla="*/ 0 h 576"/>
                      <a:gd name="T58" fmla="*/ 0 w 577"/>
                      <a:gd name="T59" fmla="*/ 0 h 576"/>
                      <a:gd name="T60" fmla="*/ 0 w 577"/>
                      <a:gd name="T61" fmla="*/ 0 h 576"/>
                      <a:gd name="T62" fmla="*/ 0 w 577"/>
                      <a:gd name="T63" fmla="*/ 0 h 576"/>
                      <a:gd name="T64" fmla="*/ 0 w 577"/>
                      <a:gd name="T65" fmla="*/ 0 h 576"/>
                      <a:gd name="T66" fmla="*/ 0 w 577"/>
                      <a:gd name="T67" fmla="*/ 0 h 5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7"/>
                      <a:gd name="T103" fmla="*/ 0 h 576"/>
                      <a:gd name="T104" fmla="*/ 577 w 577"/>
                      <a:gd name="T105" fmla="*/ 576 h 5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7" h="576">
                        <a:moveTo>
                          <a:pt x="0" y="576"/>
                        </a:moveTo>
                        <a:lnTo>
                          <a:pt x="0" y="576"/>
                        </a:lnTo>
                        <a:lnTo>
                          <a:pt x="29" y="576"/>
                        </a:lnTo>
                        <a:lnTo>
                          <a:pt x="58" y="573"/>
                        </a:lnTo>
                        <a:lnTo>
                          <a:pt x="87" y="570"/>
                        </a:lnTo>
                        <a:lnTo>
                          <a:pt x="116" y="564"/>
                        </a:lnTo>
                        <a:lnTo>
                          <a:pt x="144" y="558"/>
                        </a:lnTo>
                        <a:lnTo>
                          <a:pt x="171" y="550"/>
                        </a:lnTo>
                        <a:lnTo>
                          <a:pt x="198" y="541"/>
                        </a:lnTo>
                        <a:lnTo>
                          <a:pt x="225" y="530"/>
                        </a:lnTo>
                        <a:lnTo>
                          <a:pt x="250" y="520"/>
                        </a:lnTo>
                        <a:lnTo>
                          <a:pt x="275" y="507"/>
                        </a:lnTo>
                        <a:lnTo>
                          <a:pt x="299" y="493"/>
                        </a:lnTo>
                        <a:lnTo>
                          <a:pt x="323" y="478"/>
                        </a:lnTo>
                        <a:lnTo>
                          <a:pt x="345" y="462"/>
                        </a:lnTo>
                        <a:lnTo>
                          <a:pt x="366" y="444"/>
                        </a:lnTo>
                        <a:lnTo>
                          <a:pt x="388" y="426"/>
                        </a:lnTo>
                        <a:lnTo>
                          <a:pt x="408" y="407"/>
                        </a:lnTo>
                        <a:lnTo>
                          <a:pt x="427" y="387"/>
                        </a:lnTo>
                        <a:lnTo>
                          <a:pt x="445" y="366"/>
                        </a:lnTo>
                        <a:lnTo>
                          <a:pt x="461" y="345"/>
                        </a:lnTo>
                        <a:lnTo>
                          <a:pt x="478" y="321"/>
                        </a:lnTo>
                        <a:lnTo>
                          <a:pt x="493" y="299"/>
                        </a:lnTo>
                        <a:lnTo>
                          <a:pt x="507" y="274"/>
                        </a:lnTo>
                        <a:lnTo>
                          <a:pt x="520" y="249"/>
                        </a:lnTo>
                        <a:lnTo>
                          <a:pt x="531" y="223"/>
                        </a:lnTo>
                        <a:lnTo>
                          <a:pt x="542" y="198"/>
                        </a:lnTo>
                        <a:lnTo>
                          <a:pt x="551" y="171"/>
                        </a:lnTo>
                        <a:lnTo>
                          <a:pt x="558" y="143"/>
                        </a:lnTo>
                        <a:lnTo>
                          <a:pt x="564" y="116"/>
                        </a:lnTo>
                        <a:lnTo>
                          <a:pt x="570" y="87"/>
                        </a:lnTo>
                        <a:lnTo>
                          <a:pt x="574" y="58"/>
                        </a:lnTo>
                        <a:lnTo>
                          <a:pt x="576" y="29"/>
                        </a:lnTo>
                        <a:lnTo>
                          <a:pt x="577" y="0"/>
                        </a:lnTo>
                        <a:lnTo>
                          <a:pt x="368" y="0"/>
                        </a:lnTo>
                        <a:lnTo>
                          <a:pt x="368" y="19"/>
                        </a:lnTo>
                        <a:lnTo>
                          <a:pt x="367" y="37"/>
                        </a:lnTo>
                        <a:lnTo>
                          <a:pt x="364" y="56"/>
                        </a:lnTo>
                        <a:lnTo>
                          <a:pt x="362" y="74"/>
                        </a:lnTo>
                        <a:lnTo>
                          <a:pt x="358" y="91"/>
                        </a:lnTo>
                        <a:lnTo>
                          <a:pt x="352" y="109"/>
                        </a:lnTo>
                        <a:lnTo>
                          <a:pt x="346" y="126"/>
                        </a:lnTo>
                        <a:lnTo>
                          <a:pt x="340" y="142"/>
                        </a:lnTo>
                        <a:lnTo>
                          <a:pt x="332" y="159"/>
                        </a:lnTo>
                        <a:lnTo>
                          <a:pt x="325" y="175"/>
                        </a:lnTo>
                        <a:lnTo>
                          <a:pt x="315" y="190"/>
                        </a:lnTo>
                        <a:lnTo>
                          <a:pt x="306" y="205"/>
                        </a:lnTo>
                        <a:lnTo>
                          <a:pt x="296" y="220"/>
                        </a:lnTo>
                        <a:lnTo>
                          <a:pt x="284" y="234"/>
                        </a:lnTo>
                        <a:lnTo>
                          <a:pt x="273" y="247"/>
                        </a:lnTo>
                        <a:lnTo>
                          <a:pt x="261" y="261"/>
                        </a:lnTo>
                        <a:lnTo>
                          <a:pt x="248" y="272"/>
                        </a:lnTo>
                        <a:lnTo>
                          <a:pt x="234" y="284"/>
                        </a:lnTo>
                        <a:lnTo>
                          <a:pt x="220" y="295"/>
                        </a:lnTo>
                        <a:lnTo>
                          <a:pt x="205" y="305"/>
                        </a:lnTo>
                        <a:lnTo>
                          <a:pt x="191" y="315"/>
                        </a:lnTo>
                        <a:lnTo>
                          <a:pt x="176" y="325"/>
                        </a:lnTo>
                        <a:lnTo>
                          <a:pt x="160" y="332"/>
                        </a:lnTo>
                        <a:lnTo>
                          <a:pt x="143" y="339"/>
                        </a:lnTo>
                        <a:lnTo>
                          <a:pt x="127" y="346"/>
                        </a:lnTo>
                        <a:lnTo>
                          <a:pt x="110" y="352"/>
                        </a:lnTo>
                        <a:lnTo>
                          <a:pt x="92" y="357"/>
                        </a:lnTo>
                        <a:lnTo>
                          <a:pt x="74" y="361"/>
                        </a:lnTo>
                        <a:lnTo>
                          <a:pt x="56" y="364"/>
                        </a:lnTo>
                        <a:lnTo>
                          <a:pt x="38" y="367"/>
                        </a:lnTo>
                        <a:lnTo>
                          <a:pt x="19" y="368"/>
                        </a:lnTo>
                        <a:lnTo>
                          <a:pt x="0" y="368"/>
                        </a:lnTo>
                        <a:lnTo>
                          <a:pt x="0" y="576"/>
                        </a:lnTo>
                        <a:close/>
                      </a:path>
                    </a:pathLst>
                  </a:custGeom>
                  <a:solidFill>
                    <a:srgbClr val="EF2B2F"/>
                  </a:solidFill>
                  <a:ln>
                    <a:noFill/>
                  </a:ln>
                </p:spPr>
                <p:txBody>
                  <a:bodyPr/>
                  <a:lstStyle/>
                  <a:p>
                    <a:pPr>
                      <a:defRPr/>
                    </a:pPr>
                    <a:endParaRPr lang="en-US" sz="1050">
                      <a:latin typeface="+mj-lt"/>
                    </a:endParaRPr>
                  </a:p>
                </p:txBody>
              </p:sp>
              <p:sp>
                <p:nvSpPr>
                  <p:cNvPr id="41501" name="Freeform 638">
                    <a:extLst>
                      <a:ext uri="{FF2B5EF4-FFF2-40B4-BE49-F238E27FC236}">
                        <a16:creationId xmlns="" xmlns:a16="http://schemas.microsoft.com/office/drawing/2014/main" id="{B657CE51-9556-6268-1815-0D51D30EBB5C}"/>
                      </a:ext>
                    </a:extLst>
                  </p:cNvPr>
                  <p:cNvSpPr>
                    <a:spLocks/>
                  </p:cNvSpPr>
                  <p:nvPr/>
                </p:nvSpPr>
                <p:spPr bwMode="auto">
                  <a:xfrm>
                    <a:off x="1392" y="2644"/>
                    <a:ext cx="24" cy="23"/>
                  </a:xfrm>
                  <a:custGeom>
                    <a:avLst/>
                    <a:gdLst>
                      <a:gd name="T0" fmla="*/ 0 w 578"/>
                      <a:gd name="T1" fmla="*/ 0 h 576"/>
                      <a:gd name="T2" fmla="*/ 0 w 578"/>
                      <a:gd name="T3" fmla="*/ 0 h 576"/>
                      <a:gd name="T4" fmla="*/ 0 w 578"/>
                      <a:gd name="T5" fmla="*/ 0 h 576"/>
                      <a:gd name="T6" fmla="*/ 0 w 578"/>
                      <a:gd name="T7" fmla="*/ 0 h 576"/>
                      <a:gd name="T8" fmla="*/ 0 w 578"/>
                      <a:gd name="T9" fmla="*/ 0 h 576"/>
                      <a:gd name="T10" fmla="*/ 0 w 578"/>
                      <a:gd name="T11" fmla="*/ 0 h 576"/>
                      <a:gd name="T12" fmla="*/ 0 w 578"/>
                      <a:gd name="T13" fmla="*/ 0 h 576"/>
                      <a:gd name="T14" fmla="*/ 0 w 578"/>
                      <a:gd name="T15" fmla="*/ 0 h 576"/>
                      <a:gd name="T16" fmla="*/ 0 w 578"/>
                      <a:gd name="T17" fmla="*/ 0 h 576"/>
                      <a:gd name="T18" fmla="*/ 0 w 578"/>
                      <a:gd name="T19" fmla="*/ 0 h 576"/>
                      <a:gd name="T20" fmla="*/ 0 w 578"/>
                      <a:gd name="T21" fmla="*/ 0 h 576"/>
                      <a:gd name="T22" fmla="*/ 0 w 578"/>
                      <a:gd name="T23" fmla="*/ 0 h 576"/>
                      <a:gd name="T24" fmla="*/ 0 w 578"/>
                      <a:gd name="T25" fmla="*/ 0 h 576"/>
                      <a:gd name="T26" fmla="*/ 0 w 578"/>
                      <a:gd name="T27" fmla="*/ 0 h 576"/>
                      <a:gd name="T28" fmla="*/ 0 w 578"/>
                      <a:gd name="T29" fmla="*/ 0 h 576"/>
                      <a:gd name="T30" fmla="*/ 0 w 578"/>
                      <a:gd name="T31" fmla="*/ 0 h 576"/>
                      <a:gd name="T32" fmla="*/ 0 w 578"/>
                      <a:gd name="T33" fmla="*/ 0 h 576"/>
                      <a:gd name="T34" fmla="*/ 0 w 578"/>
                      <a:gd name="T35" fmla="*/ 0 h 576"/>
                      <a:gd name="T36" fmla="*/ 0 w 578"/>
                      <a:gd name="T37" fmla="*/ 0 h 576"/>
                      <a:gd name="T38" fmla="*/ 0 w 578"/>
                      <a:gd name="T39" fmla="*/ 0 h 576"/>
                      <a:gd name="T40" fmla="*/ 0 w 578"/>
                      <a:gd name="T41" fmla="*/ 0 h 576"/>
                      <a:gd name="T42" fmla="*/ 0 w 578"/>
                      <a:gd name="T43" fmla="*/ 0 h 576"/>
                      <a:gd name="T44" fmla="*/ 0 w 578"/>
                      <a:gd name="T45" fmla="*/ 0 h 576"/>
                      <a:gd name="T46" fmla="*/ 0 w 578"/>
                      <a:gd name="T47" fmla="*/ 0 h 576"/>
                      <a:gd name="T48" fmla="*/ 0 w 578"/>
                      <a:gd name="T49" fmla="*/ 0 h 576"/>
                      <a:gd name="T50" fmla="*/ 0 w 578"/>
                      <a:gd name="T51" fmla="*/ 0 h 576"/>
                      <a:gd name="T52" fmla="*/ 0 w 578"/>
                      <a:gd name="T53" fmla="*/ 0 h 576"/>
                      <a:gd name="T54" fmla="*/ 0 w 578"/>
                      <a:gd name="T55" fmla="*/ 0 h 576"/>
                      <a:gd name="T56" fmla="*/ 0 w 578"/>
                      <a:gd name="T57" fmla="*/ 0 h 576"/>
                      <a:gd name="T58" fmla="*/ 0 w 578"/>
                      <a:gd name="T59" fmla="*/ 0 h 576"/>
                      <a:gd name="T60" fmla="*/ 0 w 578"/>
                      <a:gd name="T61" fmla="*/ 0 h 576"/>
                      <a:gd name="T62" fmla="*/ 0 w 578"/>
                      <a:gd name="T63" fmla="*/ 0 h 576"/>
                      <a:gd name="T64" fmla="*/ 0 w 578"/>
                      <a:gd name="T65" fmla="*/ 0 h 576"/>
                      <a:gd name="T66" fmla="*/ 0 w 578"/>
                      <a:gd name="T67" fmla="*/ 0 h 5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6"/>
                      <a:gd name="T104" fmla="*/ 578 w 578"/>
                      <a:gd name="T105" fmla="*/ 576 h 5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6">
                        <a:moveTo>
                          <a:pt x="0" y="0"/>
                        </a:moveTo>
                        <a:lnTo>
                          <a:pt x="0" y="0"/>
                        </a:lnTo>
                        <a:lnTo>
                          <a:pt x="1" y="28"/>
                        </a:lnTo>
                        <a:lnTo>
                          <a:pt x="4" y="58"/>
                        </a:lnTo>
                        <a:lnTo>
                          <a:pt x="8" y="87"/>
                        </a:lnTo>
                        <a:lnTo>
                          <a:pt x="13" y="116"/>
                        </a:lnTo>
                        <a:lnTo>
                          <a:pt x="20" y="143"/>
                        </a:lnTo>
                        <a:lnTo>
                          <a:pt x="27" y="171"/>
                        </a:lnTo>
                        <a:lnTo>
                          <a:pt x="36" y="198"/>
                        </a:lnTo>
                        <a:lnTo>
                          <a:pt x="46" y="223"/>
                        </a:lnTo>
                        <a:lnTo>
                          <a:pt x="58" y="249"/>
                        </a:lnTo>
                        <a:lnTo>
                          <a:pt x="71" y="274"/>
                        </a:lnTo>
                        <a:lnTo>
                          <a:pt x="85" y="299"/>
                        </a:lnTo>
                        <a:lnTo>
                          <a:pt x="99" y="321"/>
                        </a:lnTo>
                        <a:lnTo>
                          <a:pt x="115" y="345"/>
                        </a:lnTo>
                        <a:lnTo>
                          <a:pt x="132" y="366"/>
                        </a:lnTo>
                        <a:lnTo>
                          <a:pt x="151" y="387"/>
                        </a:lnTo>
                        <a:lnTo>
                          <a:pt x="170" y="408"/>
                        </a:lnTo>
                        <a:lnTo>
                          <a:pt x="190" y="426"/>
                        </a:lnTo>
                        <a:lnTo>
                          <a:pt x="211" y="444"/>
                        </a:lnTo>
                        <a:lnTo>
                          <a:pt x="233" y="462"/>
                        </a:lnTo>
                        <a:lnTo>
                          <a:pt x="255" y="478"/>
                        </a:lnTo>
                        <a:lnTo>
                          <a:pt x="278" y="493"/>
                        </a:lnTo>
                        <a:lnTo>
                          <a:pt x="303" y="507"/>
                        </a:lnTo>
                        <a:lnTo>
                          <a:pt x="327" y="520"/>
                        </a:lnTo>
                        <a:lnTo>
                          <a:pt x="353" y="530"/>
                        </a:lnTo>
                        <a:lnTo>
                          <a:pt x="380" y="541"/>
                        </a:lnTo>
                        <a:lnTo>
                          <a:pt x="407" y="550"/>
                        </a:lnTo>
                        <a:lnTo>
                          <a:pt x="434" y="558"/>
                        </a:lnTo>
                        <a:lnTo>
                          <a:pt x="462" y="564"/>
                        </a:lnTo>
                        <a:lnTo>
                          <a:pt x="490" y="570"/>
                        </a:lnTo>
                        <a:lnTo>
                          <a:pt x="519" y="573"/>
                        </a:lnTo>
                        <a:lnTo>
                          <a:pt x="549" y="576"/>
                        </a:lnTo>
                        <a:lnTo>
                          <a:pt x="578" y="576"/>
                        </a:lnTo>
                        <a:lnTo>
                          <a:pt x="578" y="368"/>
                        </a:lnTo>
                        <a:lnTo>
                          <a:pt x="559" y="368"/>
                        </a:lnTo>
                        <a:lnTo>
                          <a:pt x="539" y="367"/>
                        </a:lnTo>
                        <a:lnTo>
                          <a:pt x="521" y="364"/>
                        </a:lnTo>
                        <a:lnTo>
                          <a:pt x="503" y="361"/>
                        </a:lnTo>
                        <a:lnTo>
                          <a:pt x="485" y="357"/>
                        </a:lnTo>
                        <a:lnTo>
                          <a:pt x="468" y="352"/>
                        </a:lnTo>
                        <a:lnTo>
                          <a:pt x="451" y="346"/>
                        </a:lnTo>
                        <a:lnTo>
                          <a:pt x="435" y="339"/>
                        </a:lnTo>
                        <a:lnTo>
                          <a:pt x="418" y="332"/>
                        </a:lnTo>
                        <a:lnTo>
                          <a:pt x="402" y="325"/>
                        </a:lnTo>
                        <a:lnTo>
                          <a:pt x="387" y="315"/>
                        </a:lnTo>
                        <a:lnTo>
                          <a:pt x="372" y="305"/>
                        </a:lnTo>
                        <a:lnTo>
                          <a:pt x="357" y="295"/>
                        </a:lnTo>
                        <a:lnTo>
                          <a:pt x="343" y="284"/>
                        </a:lnTo>
                        <a:lnTo>
                          <a:pt x="330" y="272"/>
                        </a:lnTo>
                        <a:lnTo>
                          <a:pt x="317" y="260"/>
                        </a:lnTo>
                        <a:lnTo>
                          <a:pt x="305" y="247"/>
                        </a:lnTo>
                        <a:lnTo>
                          <a:pt x="293" y="234"/>
                        </a:lnTo>
                        <a:lnTo>
                          <a:pt x="283" y="220"/>
                        </a:lnTo>
                        <a:lnTo>
                          <a:pt x="272" y="205"/>
                        </a:lnTo>
                        <a:lnTo>
                          <a:pt x="262" y="190"/>
                        </a:lnTo>
                        <a:lnTo>
                          <a:pt x="253" y="175"/>
                        </a:lnTo>
                        <a:lnTo>
                          <a:pt x="245" y="159"/>
                        </a:lnTo>
                        <a:lnTo>
                          <a:pt x="238" y="142"/>
                        </a:lnTo>
                        <a:lnTo>
                          <a:pt x="232" y="126"/>
                        </a:lnTo>
                        <a:lnTo>
                          <a:pt x="225" y="109"/>
                        </a:lnTo>
                        <a:lnTo>
                          <a:pt x="220" y="92"/>
                        </a:lnTo>
                        <a:lnTo>
                          <a:pt x="216" y="74"/>
                        </a:lnTo>
                        <a:lnTo>
                          <a:pt x="213" y="56"/>
                        </a:lnTo>
                        <a:lnTo>
                          <a:pt x="210" y="38"/>
                        </a:lnTo>
                        <a:lnTo>
                          <a:pt x="209" y="19"/>
                        </a:lnTo>
                        <a:lnTo>
                          <a:pt x="209" y="0"/>
                        </a:lnTo>
                        <a:lnTo>
                          <a:pt x="0" y="0"/>
                        </a:lnTo>
                        <a:close/>
                      </a:path>
                    </a:pathLst>
                  </a:custGeom>
                  <a:solidFill>
                    <a:srgbClr val="EF2B2F"/>
                  </a:solidFill>
                  <a:ln>
                    <a:noFill/>
                  </a:ln>
                </p:spPr>
                <p:txBody>
                  <a:bodyPr/>
                  <a:lstStyle/>
                  <a:p>
                    <a:pPr>
                      <a:defRPr/>
                    </a:pPr>
                    <a:endParaRPr lang="en-US" sz="1050">
                      <a:latin typeface="+mj-lt"/>
                    </a:endParaRPr>
                  </a:p>
                </p:txBody>
              </p:sp>
              <p:sp>
                <p:nvSpPr>
                  <p:cNvPr id="41502" name="Freeform 639">
                    <a:extLst>
                      <a:ext uri="{FF2B5EF4-FFF2-40B4-BE49-F238E27FC236}">
                        <a16:creationId xmlns="" xmlns:a16="http://schemas.microsoft.com/office/drawing/2014/main" id="{82462CD1-2DF9-F7DD-F619-8BB4A737E3C0}"/>
                      </a:ext>
                    </a:extLst>
                  </p:cNvPr>
                  <p:cNvSpPr>
                    <a:spLocks/>
                  </p:cNvSpPr>
                  <p:nvPr/>
                </p:nvSpPr>
                <p:spPr bwMode="auto">
                  <a:xfrm>
                    <a:off x="1392" y="2622"/>
                    <a:ext cx="24" cy="22"/>
                  </a:xfrm>
                  <a:custGeom>
                    <a:avLst/>
                    <a:gdLst>
                      <a:gd name="T0" fmla="*/ 0 w 578"/>
                      <a:gd name="T1" fmla="*/ 0 h 578"/>
                      <a:gd name="T2" fmla="*/ 0 w 578"/>
                      <a:gd name="T3" fmla="*/ 0 h 578"/>
                      <a:gd name="T4" fmla="*/ 0 w 578"/>
                      <a:gd name="T5" fmla="*/ 0 h 578"/>
                      <a:gd name="T6" fmla="*/ 0 w 578"/>
                      <a:gd name="T7" fmla="*/ 0 h 578"/>
                      <a:gd name="T8" fmla="*/ 0 w 578"/>
                      <a:gd name="T9" fmla="*/ 0 h 578"/>
                      <a:gd name="T10" fmla="*/ 0 w 578"/>
                      <a:gd name="T11" fmla="*/ 0 h 578"/>
                      <a:gd name="T12" fmla="*/ 0 w 578"/>
                      <a:gd name="T13" fmla="*/ 0 h 578"/>
                      <a:gd name="T14" fmla="*/ 0 w 578"/>
                      <a:gd name="T15" fmla="*/ 0 h 578"/>
                      <a:gd name="T16" fmla="*/ 0 w 578"/>
                      <a:gd name="T17" fmla="*/ 0 h 578"/>
                      <a:gd name="T18" fmla="*/ 0 w 578"/>
                      <a:gd name="T19" fmla="*/ 0 h 578"/>
                      <a:gd name="T20" fmla="*/ 0 w 578"/>
                      <a:gd name="T21" fmla="*/ 0 h 578"/>
                      <a:gd name="T22" fmla="*/ 0 w 578"/>
                      <a:gd name="T23" fmla="*/ 0 h 578"/>
                      <a:gd name="T24" fmla="*/ 0 w 578"/>
                      <a:gd name="T25" fmla="*/ 0 h 578"/>
                      <a:gd name="T26" fmla="*/ 0 w 578"/>
                      <a:gd name="T27" fmla="*/ 0 h 578"/>
                      <a:gd name="T28" fmla="*/ 0 w 578"/>
                      <a:gd name="T29" fmla="*/ 0 h 578"/>
                      <a:gd name="T30" fmla="*/ 0 w 578"/>
                      <a:gd name="T31" fmla="*/ 0 h 578"/>
                      <a:gd name="T32" fmla="*/ 0 w 578"/>
                      <a:gd name="T33" fmla="*/ 0 h 578"/>
                      <a:gd name="T34" fmla="*/ 0 w 578"/>
                      <a:gd name="T35" fmla="*/ 0 h 578"/>
                      <a:gd name="T36" fmla="*/ 0 w 578"/>
                      <a:gd name="T37" fmla="*/ 0 h 578"/>
                      <a:gd name="T38" fmla="*/ 0 w 578"/>
                      <a:gd name="T39" fmla="*/ 0 h 578"/>
                      <a:gd name="T40" fmla="*/ 0 w 578"/>
                      <a:gd name="T41" fmla="*/ 0 h 578"/>
                      <a:gd name="T42" fmla="*/ 0 w 578"/>
                      <a:gd name="T43" fmla="*/ 0 h 578"/>
                      <a:gd name="T44" fmla="*/ 0 w 578"/>
                      <a:gd name="T45" fmla="*/ 0 h 578"/>
                      <a:gd name="T46" fmla="*/ 0 w 578"/>
                      <a:gd name="T47" fmla="*/ 0 h 578"/>
                      <a:gd name="T48" fmla="*/ 0 w 578"/>
                      <a:gd name="T49" fmla="*/ 0 h 578"/>
                      <a:gd name="T50" fmla="*/ 0 w 578"/>
                      <a:gd name="T51" fmla="*/ 0 h 578"/>
                      <a:gd name="T52" fmla="*/ 0 w 578"/>
                      <a:gd name="T53" fmla="*/ 0 h 578"/>
                      <a:gd name="T54" fmla="*/ 0 w 578"/>
                      <a:gd name="T55" fmla="*/ 0 h 578"/>
                      <a:gd name="T56" fmla="*/ 0 w 578"/>
                      <a:gd name="T57" fmla="*/ 0 h 578"/>
                      <a:gd name="T58" fmla="*/ 0 w 578"/>
                      <a:gd name="T59" fmla="*/ 0 h 578"/>
                      <a:gd name="T60" fmla="*/ 0 w 578"/>
                      <a:gd name="T61" fmla="*/ 0 h 578"/>
                      <a:gd name="T62" fmla="*/ 0 w 578"/>
                      <a:gd name="T63" fmla="*/ 0 h 578"/>
                      <a:gd name="T64" fmla="*/ 0 w 578"/>
                      <a:gd name="T65" fmla="*/ 0 h 578"/>
                      <a:gd name="T66" fmla="*/ 0 w 578"/>
                      <a:gd name="T67" fmla="*/ 0 h 5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8"/>
                      <a:gd name="T103" fmla="*/ 0 h 578"/>
                      <a:gd name="T104" fmla="*/ 578 w 578"/>
                      <a:gd name="T105" fmla="*/ 578 h 5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8" h="578">
                        <a:moveTo>
                          <a:pt x="578" y="0"/>
                        </a:moveTo>
                        <a:lnTo>
                          <a:pt x="578" y="0"/>
                        </a:lnTo>
                        <a:lnTo>
                          <a:pt x="548" y="1"/>
                        </a:lnTo>
                        <a:lnTo>
                          <a:pt x="519" y="3"/>
                        </a:lnTo>
                        <a:lnTo>
                          <a:pt x="490" y="6"/>
                        </a:lnTo>
                        <a:lnTo>
                          <a:pt x="462" y="12"/>
                        </a:lnTo>
                        <a:lnTo>
                          <a:pt x="434" y="19"/>
                        </a:lnTo>
                        <a:lnTo>
                          <a:pt x="406" y="27"/>
                        </a:lnTo>
                        <a:lnTo>
                          <a:pt x="380" y="35"/>
                        </a:lnTo>
                        <a:lnTo>
                          <a:pt x="353" y="46"/>
                        </a:lnTo>
                        <a:lnTo>
                          <a:pt x="327" y="57"/>
                        </a:lnTo>
                        <a:lnTo>
                          <a:pt x="303" y="70"/>
                        </a:lnTo>
                        <a:lnTo>
                          <a:pt x="278" y="84"/>
                        </a:lnTo>
                        <a:lnTo>
                          <a:pt x="255" y="99"/>
                        </a:lnTo>
                        <a:lnTo>
                          <a:pt x="233" y="115"/>
                        </a:lnTo>
                        <a:lnTo>
                          <a:pt x="211" y="132"/>
                        </a:lnTo>
                        <a:lnTo>
                          <a:pt x="190" y="150"/>
                        </a:lnTo>
                        <a:lnTo>
                          <a:pt x="171" y="169"/>
                        </a:lnTo>
                        <a:lnTo>
                          <a:pt x="151" y="190"/>
                        </a:lnTo>
                        <a:lnTo>
                          <a:pt x="132" y="210"/>
                        </a:lnTo>
                        <a:lnTo>
                          <a:pt x="115" y="232"/>
                        </a:lnTo>
                        <a:lnTo>
                          <a:pt x="99" y="255"/>
                        </a:lnTo>
                        <a:lnTo>
                          <a:pt x="85" y="278"/>
                        </a:lnTo>
                        <a:lnTo>
                          <a:pt x="71" y="303"/>
                        </a:lnTo>
                        <a:lnTo>
                          <a:pt x="58" y="327"/>
                        </a:lnTo>
                        <a:lnTo>
                          <a:pt x="46" y="353"/>
                        </a:lnTo>
                        <a:lnTo>
                          <a:pt x="36" y="379"/>
                        </a:lnTo>
                        <a:lnTo>
                          <a:pt x="27" y="406"/>
                        </a:lnTo>
                        <a:lnTo>
                          <a:pt x="20" y="434"/>
                        </a:lnTo>
                        <a:lnTo>
                          <a:pt x="13" y="461"/>
                        </a:lnTo>
                        <a:lnTo>
                          <a:pt x="8" y="490"/>
                        </a:lnTo>
                        <a:lnTo>
                          <a:pt x="4" y="519"/>
                        </a:lnTo>
                        <a:lnTo>
                          <a:pt x="1" y="548"/>
                        </a:lnTo>
                        <a:lnTo>
                          <a:pt x="0" y="578"/>
                        </a:lnTo>
                        <a:lnTo>
                          <a:pt x="209" y="578"/>
                        </a:lnTo>
                        <a:lnTo>
                          <a:pt x="209" y="558"/>
                        </a:lnTo>
                        <a:lnTo>
                          <a:pt x="210" y="539"/>
                        </a:lnTo>
                        <a:lnTo>
                          <a:pt x="213" y="521"/>
                        </a:lnTo>
                        <a:lnTo>
                          <a:pt x="216" y="503"/>
                        </a:lnTo>
                        <a:lnTo>
                          <a:pt x="220" y="485"/>
                        </a:lnTo>
                        <a:lnTo>
                          <a:pt x="225" y="468"/>
                        </a:lnTo>
                        <a:lnTo>
                          <a:pt x="232" y="451"/>
                        </a:lnTo>
                        <a:lnTo>
                          <a:pt x="238" y="434"/>
                        </a:lnTo>
                        <a:lnTo>
                          <a:pt x="245" y="418"/>
                        </a:lnTo>
                        <a:lnTo>
                          <a:pt x="253" y="402"/>
                        </a:lnTo>
                        <a:lnTo>
                          <a:pt x="262" y="387"/>
                        </a:lnTo>
                        <a:lnTo>
                          <a:pt x="272" y="371"/>
                        </a:lnTo>
                        <a:lnTo>
                          <a:pt x="283" y="357"/>
                        </a:lnTo>
                        <a:lnTo>
                          <a:pt x="293" y="343"/>
                        </a:lnTo>
                        <a:lnTo>
                          <a:pt x="305" y="329"/>
                        </a:lnTo>
                        <a:lnTo>
                          <a:pt x="317" y="316"/>
                        </a:lnTo>
                        <a:lnTo>
                          <a:pt x="330" y="305"/>
                        </a:lnTo>
                        <a:lnTo>
                          <a:pt x="343" y="293"/>
                        </a:lnTo>
                        <a:lnTo>
                          <a:pt x="357" y="281"/>
                        </a:lnTo>
                        <a:lnTo>
                          <a:pt x="372" y="272"/>
                        </a:lnTo>
                        <a:lnTo>
                          <a:pt x="387" y="261"/>
                        </a:lnTo>
                        <a:lnTo>
                          <a:pt x="402" y="252"/>
                        </a:lnTo>
                        <a:lnTo>
                          <a:pt x="418" y="244"/>
                        </a:lnTo>
                        <a:lnTo>
                          <a:pt x="435" y="237"/>
                        </a:lnTo>
                        <a:lnTo>
                          <a:pt x="451" y="230"/>
                        </a:lnTo>
                        <a:lnTo>
                          <a:pt x="468" y="225"/>
                        </a:lnTo>
                        <a:lnTo>
                          <a:pt x="486" y="219"/>
                        </a:lnTo>
                        <a:lnTo>
                          <a:pt x="503" y="215"/>
                        </a:lnTo>
                        <a:lnTo>
                          <a:pt x="521" y="212"/>
                        </a:lnTo>
                        <a:lnTo>
                          <a:pt x="541" y="210"/>
                        </a:lnTo>
                        <a:lnTo>
                          <a:pt x="559" y="209"/>
                        </a:lnTo>
                        <a:lnTo>
                          <a:pt x="578" y="208"/>
                        </a:lnTo>
                        <a:lnTo>
                          <a:pt x="578" y="0"/>
                        </a:lnTo>
                        <a:close/>
                      </a:path>
                    </a:pathLst>
                  </a:custGeom>
                  <a:solidFill>
                    <a:srgbClr val="EF2B2F"/>
                  </a:solidFill>
                  <a:ln>
                    <a:noFill/>
                  </a:ln>
                </p:spPr>
                <p:txBody>
                  <a:bodyPr/>
                  <a:lstStyle/>
                  <a:p>
                    <a:pPr>
                      <a:defRPr/>
                    </a:pPr>
                    <a:endParaRPr lang="en-US" sz="1050">
                      <a:latin typeface="+mj-lt"/>
                    </a:endParaRPr>
                  </a:p>
                </p:txBody>
              </p:sp>
              <p:sp>
                <p:nvSpPr>
                  <p:cNvPr id="41503" name="Text Box 640">
                    <a:extLst>
                      <a:ext uri="{FF2B5EF4-FFF2-40B4-BE49-F238E27FC236}">
                        <a16:creationId xmlns="" xmlns:a16="http://schemas.microsoft.com/office/drawing/2014/main" id="{56D72FF9-6BA3-759F-37E6-54249007402E}"/>
                      </a:ext>
                    </a:extLst>
                  </p:cNvPr>
                  <p:cNvSpPr txBox="1">
                    <a:spLocks noChangeArrowheads="1"/>
                  </p:cNvSpPr>
                  <p:nvPr/>
                </p:nvSpPr>
                <p:spPr bwMode="auto">
                  <a:xfrm rot="2023872">
                    <a:off x="1189" y="2426"/>
                    <a:ext cx="313" cy="140"/>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defRPr/>
                    </a:pPr>
                    <a:r>
                      <a:rPr lang="en-US" altLang="en-US" sz="525" b="1">
                        <a:latin typeface="+mj-lt"/>
                      </a:rPr>
                      <a:t>Vol%</a:t>
                    </a:r>
                  </a:p>
                </p:txBody>
              </p:sp>
              <p:sp>
                <p:nvSpPr>
                  <p:cNvPr id="41504" name="Text Box 641">
                    <a:extLst>
                      <a:ext uri="{FF2B5EF4-FFF2-40B4-BE49-F238E27FC236}">
                        <a16:creationId xmlns="" xmlns:a16="http://schemas.microsoft.com/office/drawing/2014/main" id="{86C9B23C-0E48-354C-6ADE-3B344ECAA5AF}"/>
                      </a:ext>
                    </a:extLst>
                  </p:cNvPr>
                  <p:cNvSpPr txBox="1">
                    <a:spLocks noChangeArrowheads="1"/>
                  </p:cNvSpPr>
                  <p:nvPr/>
                </p:nvSpPr>
                <p:spPr bwMode="auto">
                  <a:xfrm rot="19007735">
                    <a:off x="1401" y="2244"/>
                    <a:ext cx="331" cy="140"/>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defRPr/>
                    </a:pPr>
                    <a:r>
                      <a:rPr lang="en-US" altLang="en-US" sz="525" b="1">
                        <a:latin typeface="+mj-lt"/>
                      </a:rPr>
                      <a:t>size</a:t>
                    </a:r>
                  </a:p>
                </p:txBody>
              </p:sp>
              <p:sp>
                <p:nvSpPr>
                  <p:cNvPr id="41505" name="Text Box 642">
                    <a:extLst>
                      <a:ext uri="{FF2B5EF4-FFF2-40B4-BE49-F238E27FC236}">
                        <a16:creationId xmlns="" xmlns:a16="http://schemas.microsoft.com/office/drawing/2014/main" id="{B8CA3190-1305-2D13-B65C-5393BE66A3A9}"/>
                      </a:ext>
                    </a:extLst>
                  </p:cNvPr>
                  <p:cNvSpPr txBox="1">
                    <a:spLocks noChangeArrowheads="1"/>
                  </p:cNvSpPr>
                  <p:nvPr/>
                </p:nvSpPr>
                <p:spPr bwMode="auto">
                  <a:xfrm rot="1381534">
                    <a:off x="1642" y="2222"/>
                    <a:ext cx="239" cy="130"/>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defRPr/>
                    </a:pPr>
                    <a:r>
                      <a:rPr lang="en-US" altLang="en-US" sz="450" b="1">
                        <a:latin typeface="+mj-lt"/>
                        <a:sym typeface="Symbol" panose="05050102010706020507" pitchFamily="18" charset="2"/>
                      </a:rPr>
                      <a:t></a:t>
                    </a:r>
                    <a:r>
                      <a:rPr lang="en-US" altLang="en-US" sz="450" b="1" baseline="-25000">
                        <a:latin typeface="+mj-lt"/>
                        <a:sym typeface="Symbol" panose="05050102010706020507" pitchFamily="18" charset="2"/>
                      </a:rPr>
                      <a:t>m</a:t>
                    </a:r>
                    <a:endParaRPr lang="en-US" altLang="en-US" sz="450" b="1">
                      <a:latin typeface="+mj-lt"/>
                    </a:endParaRPr>
                  </a:p>
                </p:txBody>
              </p:sp>
              <p:sp>
                <p:nvSpPr>
                  <p:cNvPr id="41506" name="Text Box 643">
                    <a:extLst>
                      <a:ext uri="{FF2B5EF4-FFF2-40B4-BE49-F238E27FC236}">
                        <a16:creationId xmlns="" xmlns:a16="http://schemas.microsoft.com/office/drawing/2014/main" id="{2F48BF6A-87C6-AFDD-421B-E4BAEA06087C}"/>
                      </a:ext>
                    </a:extLst>
                  </p:cNvPr>
                  <p:cNvSpPr txBox="1">
                    <a:spLocks noChangeArrowheads="1"/>
                  </p:cNvSpPr>
                  <p:nvPr/>
                </p:nvSpPr>
                <p:spPr bwMode="auto">
                  <a:xfrm rot="16200000">
                    <a:off x="1675" y="2368"/>
                    <a:ext cx="302" cy="144"/>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defRPr/>
                    </a:pPr>
                    <a:r>
                      <a:rPr lang="en-US" altLang="en-US" sz="450" b="1">
                        <a:latin typeface="+mj-lt"/>
                        <a:sym typeface="Symbol" panose="05050102010706020507" pitchFamily="18" charset="2"/>
                      </a:rPr>
                      <a:t></a:t>
                    </a:r>
                    <a:r>
                      <a:rPr lang="en-US" altLang="en-US" sz="450" b="1" baseline="-25000">
                        <a:latin typeface="+mj-lt"/>
                        <a:sym typeface="Symbol" panose="05050102010706020507" pitchFamily="18" charset="2"/>
                      </a:rPr>
                      <a:t>p</a:t>
                    </a:r>
                    <a:endParaRPr lang="en-US" altLang="en-US" sz="450" b="1">
                      <a:latin typeface="+mj-lt"/>
                    </a:endParaRPr>
                  </a:p>
                </p:txBody>
              </p:sp>
              <p:sp>
                <p:nvSpPr>
                  <p:cNvPr id="41507" name="Text Box 644">
                    <a:extLst>
                      <a:ext uri="{FF2B5EF4-FFF2-40B4-BE49-F238E27FC236}">
                        <a16:creationId xmlns="" xmlns:a16="http://schemas.microsoft.com/office/drawing/2014/main" id="{FA6E8492-2BBB-FD12-D5F9-B2700A04EFC2}"/>
                      </a:ext>
                    </a:extLst>
                  </p:cNvPr>
                  <p:cNvSpPr txBox="1">
                    <a:spLocks noChangeArrowheads="1"/>
                  </p:cNvSpPr>
                  <p:nvPr/>
                </p:nvSpPr>
                <p:spPr bwMode="auto">
                  <a:xfrm rot="20034111">
                    <a:off x="1627" y="2492"/>
                    <a:ext cx="331" cy="140"/>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defRPr/>
                    </a:pPr>
                    <a:r>
                      <a:rPr lang="en-US" altLang="en-US" sz="525" b="1">
                        <a:latin typeface="+mj-lt"/>
                        <a:sym typeface="Symbol" panose="05050102010706020507" pitchFamily="18" charset="2"/>
                      </a:rPr>
                      <a:t></a:t>
                    </a:r>
                    <a:r>
                      <a:rPr lang="en-US" altLang="en-US" sz="525" b="1" baseline="-25000">
                        <a:latin typeface="+mj-lt"/>
                        <a:sym typeface="Symbol" panose="05050102010706020507" pitchFamily="18" charset="2"/>
                      </a:rPr>
                      <a:t>i</a:t>
                    </a:r>
                    <a:endParaRPr lang="en-US" altLang="en-US" sz="525" b="1">
                      <a:latin typeface="+mj-lt"/>
                    </a:endParaRPr>
                  </a:p>
                </p:txBody>
              </p:sp>
              <p:sp>
                <p:nvSpPr>
                  <p:cNvPr id="41508" name="Text Box 645">
                    <a:extLst>
                      <a:ext uri="{FF2B5EF4-FFF2-40B4-BE49-F238E27FC236}">
                        <a16:creationId xmlns="" xmlns:a16="http://schemas.microsoft.com/office/drawing/2014/main" id="{D9A0FE8F-3A8B-B8F6-E2B5-4A9CE3DA51CD}"/>
                      </a:ext>
                    </a:extLst>
                  </p:cNvPr>
                  <p:cNvSpPr txBox="1">
                    <a:spLocks noChangeArrowheads="1"/>
                  </p:cNvSpPr>
                  <p:nvPr/>
                </p:nvSpPr>
                <p:spPr bwMode="auto">
                  <a:xfrm>
                    <a:off x="1310" y="2640"/>
                    <a:ext cx="478" cy="140"/>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defRPr/>
                    </a:pPr>
                    <a:r>
                      <a:rPr lang="en-US" altLang="en-US" sz="525" b="1">
                        <a:latin typeface="+mj-lt"/>
                      </a:rPr>
                      <a:t>distribution</a:t>
                    </a:r>
                  </a:p>
                </p:txBody>
              </p:sp>
            </p:grpSp>
            <p:grpSp>
              <p:nvGrpSpPr>
                <p:cNvPr id="29876" name="Group 646">
                  <a:extLst>
                    <a:ext uri="{FF2B5EF4-FFF2-40B4-BE49-F238E27FC236}">
                      <a16:creationId xmlns="" xmlns:a16="http://schemas.microsoft.com/office/drawing/2014/main" id="{E9F490CD-299F-34AD-0740-FA21A5AE662D}"/>
                    </a:ext>
                  </a:extLst>
                </p:cNvPr>
                <p:cNvGrpSpPr>
                  <a:grpSpLocks/>
                </p:cNvGrpSpPr>
                <p:nvPr/>
              </p:nvGrpSpPr>
              <p:grpSpPr bwMode="auto">
                <a:xfrm>
                  <a:off x="2784" y="2140"/>
                  <a:ext cx="624" cy="624"/>
                  <a:chOff x="1525" y="1176"/>
                  <a:chExt cx="2595" cy="2592"/>
                </a:xfrm>
              </p:grpSpPr>
              <p:graphicFrame>
                <p:nvGraphicFramePr>
                  <p:cNvPr id="29896" name="Object 647">
                    <a:extLst>
                      <a:ext uri="{FF2B5EF4-FFF2-40B4-BE49-F238E27FC236}">
                        <a16:creationId xmlns="" xmlns:a16="http://schemas.microsoft.com/office/drawing/2014/main" id="{887F160B-C448-0206-CE67-76CB30E38B16}"/>
                      </a:ext>
                    </a:extLst>
                  </p:cNvPr>
                  <p:cNvGraphicFramePr>
                    <a:graphicFrameLocks noChangeAspect="1"/>
                  </p:cNvGraphicFramePr>
                  <p:nvPr/>
                </p:nvGraphicFramePr>
                <p:xfrm>
                  <a:off x="2844" y="2092"/>
                  <a:ext cx="72" cy="136"/>
                </p:xfrm>
                <a:graphic>
                  <a:graphicData uri="http://schemas.openxmlformats.org/presentationml/2006/ole">
                    <mc:AlternateContent xmlns:mc="http://schemas.openxmlformats.org/markup-compatibility/2006">
                      <mc:Choice xmlns:v="urn:schemas-microsoft-com:vml" Requires="v">
                        <p:oleObj spid="_x0000_s3081" name="Equation" r:id="rId3" imgW="2743200" imgH="5181600" progId="Equation.3">
                          <p:embed/>
                        </p:oleObj>
                      </mc:Choice>
                      <mc:Fallback>
                        <p:oleObj name="Equation" r:id="rId3" imgW="2743200" imgH="5181600" progId="Equation.3">
                          <p:embed/>
                          <p:pic>
                            <p:nvPicPr>
                              <p:cNvPr id="29896" name="Object 647">
                                <a:extLst>
                                  <a:ext uri="{FF2B5EF4-FFF2-40B4-BE49-F238E27FC236}">
                                    <a16:creationId xmlns="" xmlns:a16="http://schemas.microsoft.com/office/drawing/2014/main" id="{887F160B-C448-0206-CE67-76CB30E38B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 y="2092"/>
                                <a:ext cx="7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9897" name="Group 648">
                    <a:extLst>
                      <a:ext uri="{FF2B5EF4-FFF2-40B4-BE49-F238E27FC236}">
                        <a16:creationId xmlns="" xmlns:a16="http://schemas.microsoft.com/office/drawing/2014/main" id="{15C481BD-03E9-01F3-3D80-A12DA0E3A934}"/>
                      </a:ext>
                    </a:extLst>
                  </p:cNvPr>
                  <p:cNvGrpSpPr>
                    <a:grpSpLocks/>
                  </p:cNvGrpSpPr>
                  <p:nvPr/>
                </p:nvGrpSpPr>
                <p:grpSpPr bwMode="auto">
                  <a:xfrm>
                    <a:off x="1525" y="1176"/>
                    <a:ext cx="2595" cy="2592"/>
                    <a:chOff x="1502" y="1200"/>
                    <a:chExt cx="2595" cy="2592"/>
                  </a:xfrm>
                </p:grpSpPr>
                <p:sp>
                  <p:nvSpPr>
                    <p:cNvPr id="41183" name="Freeform 649">
                      <a:extLst>
                        <a:ext uri="{FF2B5EF4-FFF2-40B4-BE49-F238E27FC236}">
                          <a16:creationId xmlns="" xmlns:a16="http://schemas.microsoft.com/office/drawing/2014/main" id="{EC854F11-56B8-99B3-70EB-C34ED92D4D62}"/>
                        </a:ext>
                      </a:extLst>
                    </p:cNvPr>
                    <p:cNvSpPr>
                      <a:spLocks/>
                    </p:cNvSpPr>
                    <p:nvPr/>
                  </p:nvSpPr>
                  <p:spPr bwMode="auto">
                    <a:xfrm>
                      <a:off x="1519" y="1217"/>
                      <a:ext cx="2559" cy="2561"/>
                    </a:xfrm>
                    <a:custGeom>
                      <a:avLst/>
                      <a:gdLst>
                        <a:gd name="T0" fmla="*/ 0 w 15381"/>
                        <a:gd name="T1" fmla="*/ 0 h 15366"/>
                        <a:gd name="T2" fmla="*/ 0 w 15381"/>
                        <a:gd name="T3" fmla="*/ 0 h 15366"/>
                        <a:gd name="T4" fmla="*/ 0 w 15381"/>
                        <a:gd name="T5" fmla="*/ 0 h 15366"/>
                        <a:gd name="T6" fmla="*/ 0 w 15381"/>
                        <a:gd name="T7" fmla="*/ 0 h 15366"/>
                        <a:gd name="T8" fmla="*/ 0 w 15381"/>
                        <a:gd name="T9" fmla="*/ 0 h 15366"/>
                        <a:gd name="T10" fmla="*/ 0 w 15381"/>
                        <a:gd name="T11" fmla="*/ 0 h 15366"/>
                        <a:gd name="T12" fmla="*/ 0 w 15381"/>
                        <a:gd name="T13" fmla="*/ 0 h 15366"/>
                        <a:gd name="T14" fmla="*/ 0 w 15381"/>
                        <a:gd name="T15" fmla="*/ 0 h 15366"/>
                        <a:gd name="T16" fmla="*/ 0 w 15381"/>
                        <a:gd name="T17" fmla="*/ 0 h 15366"/>
                        <a:gd name="T18" fmla="*/ 0 w 15381"/>
                        <a:gd name="T19" fmla="*/ 0 h 15366"/>
                        <a:gd name="T20" fmla="*/ 0 w 15381"/>
                        <a:gd name="T21" fmla="*/ 0 h 15366"/>
                        <a:gd name="T22" fmla="*/ 0 w 15381"/>
                        <a:gd name="T23" fmla="*/ 0 h 15366"/>
                        <a:gd name="T24" fmla="*/ 0 w 15381"/>
                        <a:gd name="T25" fmla="*/ 0 h 15366"/>
                        <a:gd name="T26" fmla="*/ 0 w 15381"/>
                        <a:gd name="T27" fmla="*/ 0 h 15366"/>
                        <a:gd name="T28" fmla="*/ 0 w 15381"/>
                        <a:gd name="T29" fmla="*/ 0 h 15366"/>
                        <a:gd name="T30" fmla="*/ 0 w 15381"/>
                        <a:gd name="T31" fmla="*/ 0 h 15366"/>
                        <a:gd name="T32" fmla="*/ 0 w 15381"/>
                        <a:gd name="T33" fmla="*/ 0 h 15366"/>
                        <a:gd name="T34" fmla="*/ 0 w 15381"/>
                        <a:gd name="T35" fmla="*/ 0 h 15366"/>
                        <a:gd name="T36" fmla="*/ 0 w 15381"/>
                        <a:gd name="T37" fmla="*/ 0 h 15366"/>
                        <a:gd name="T38" fmla="*/ 0 w 15381"/>
                        <a:gd name="T39" fmla="*/ 0 h 15366"/>
                        <a:gd name="T40" fmla="*/ 0 w 15381"/>
                        <a:gd name="T41" fmla="*/ 0 h 15366"/>
                        <a:gd name="T42" fmla="*/ 0 w 15381"/>
                        <a:gd name="T43" fmla="*/ 0 h 15366"/>
                        <a:gd name="T44" fmla="*/ 0 w 15381"/>
                        <a:gd name="T45" fmla="*/ 0 h 15366"/>
                        <a:gd name="T46" fmla="*/ 0 w 15381"/>
                        <a:gd name="T47" fmla="*/ 0 h 15366"/>
                        <a:gd name="T48" fmla="*/ 0 w 15381"/>
                        <a:gd name="T49" fmla="*/ 0 h 15366"/>
                        <a:gd name="T50" fmla="*/ 0 w 15381"/>
                        <a:gd name="T51" fmla="*/ 0 h 15366"/>
                        <a:gd name="T52" fmla="*/ 0 w 15381"/>
                        <a:gd name="T53" fmla="*/ 0 h 15366"/>
                        <a:gd name="T54" fmla="*/ 0 w 15381"/>
                        <a:gd name="T55" fmla="*/ 0 h 15366"/>
                        <a:gd name="T56" fmla="*/ 0 w 15381"/>
                        <a:gd name="T57" fmla="*/ 0 h 15366"/>
                        <a:gd name="T58" fmla="*/ 0 w 15381"/>
                        <a:gd name="T59" fmla="*/ 0 h 15366"/>
                        <a:gd name="T60" fmla="*/ 0 w 15381"/>
                        <a:gd name="T61" fmla="*/ 0 h 15366"/>
                        <a:gd name="T62" fmla="*/ 0 w 15381"/>
                        <a:gd name="T63" fmla="*/ 0 h 15366"/>
                        <a:gd name="T64" fmla="*/ 0 w 15381"/>
                        <a:gd name="T65" fmla="*/ 0 h 15366"/>
                        <a:gd name="T66" fmla="*/ 0 w 15381"/>
                        <a:gd name="T67" fmla="*/ 0 h 15366"/>
                        <a:gd name="T68" fmla="*/ 0 w 15381"/>
                        <a:gd name="T69" fmla="*/ 0 h 15366"/>
                        <a:gd name="T70" fmla="*/ 0 w 15381"/>
                        <a:gd name="T71" fmla="*/ 0 h 15366"/>
                        <a:gd name="T72" fmla="*/ 0 w 15381"/>
                        <a:gd name="T73" fmla="*/ 0 h 15366"/>
                        <a:gd name="T74" fmla="*/ 0 w 15381"/>
                        <a:gd name="T75" fmla="*/ 0 h 15366"/>
                        <a:gd name="T76" fmla="*/ 0 w 15381"/>
                        <a:gd name="T77" fmla="*/ 0 h 15366"/>
                        <a:gd name="T78" fmla="*/ 0 w 15381"/>
                        <a:gd name="T79" fmla="*/ 0 h 15366"/>
                        <a:gd name="T80" fmla="*/ 0 w 15381"/>
                        <a:gd name="T81" fmla="*/ 0 h 15366"/>
                        <a:gd name="T82" fmla="*/ 0 w 15381"/>
                        <a:gd name="T83" fmla="*/ 0 h 15366"/>
                        <a:gd name="T84" fmla="*/ 0 w 15381"/>
                        <a:gd name="T85" fmla="*/ 0 h 1536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381"/>
                        <a:gd name="T130" fmla="*/ 0 h 15366"/>
                        <a:gd name="T131" fmla="*/ 15381 w 15381"/>
                        <a:gd name="T132" fmla="*/ 15366 h 1536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381" h="15366">
                          <a:moveTo>
                            <a:pt x="7691" y="0"/>
                          </a:moveTo>
                          <a:lnTo>
                            <a:pt x="8085" y="11"/>
                          </a:lnTo>
                          <a:lnTo>
                            <a:pt x="8475" y="41"/>
                          </a:lnTo>
                          <a:lnTo>
                            <a:pt x="8860" y="89"/>
                          </a:lnTo>
                          <a:lnTo>
                            <a:pt x="9238" y="157"/>
                          </a:lnTo>
                          <a:lnTo>
                            <a:pt x="9609" y="243"/>
                          </a:lnTo>
                          <a:lnTo>
                            <a:pt x="9974" y="347"/>
                          </a:lnTo>
                          <a:lnTo>
                            <a:pt x="10331" y="468"/>
                          </a:lnTo>
                          <a:lnTo>
                            <a:pt x="10680" y="606"/>
                          </a:lnTo>
                          <a:lnTo>
                            <a:pt x="11020" y="760"/>
                          </a:lnTo>
                          <a:lnTo>
                            <a:pt x="11352" y="930"/>
                          </a:lnTo>
                          <a:lnTo>
                            <a:pt x="11674" y="1115"/>
                          </a:lnTo>
                          <a:lnTo>
                            <a:pt x="11986" y="1316"/>
                          </a:lnTo>
                          <a:lnTo>
                            <a:pt x="12288" y="1530"/>
                          </a:lnTo>
                          <a:lnTo>
                            <a:pt x="12578" y="1758"/>
                          </a:lnTo>
                          <a:lnTo>
                            <a:pt x="12857" y="2000"/>
                          </a:lnTo>
                          <a:lnTo>
                            <a:pt x="13125" y="2255"/>
                          </a:lnTo>
                          <a:lnTo>
                            <a:pt x="13380" y="2522"/>
                          </a:lnTo>
                          <a:lnTo>
                            <a:pt x="13622" y="2801"/>
                          </a:lnTo>
                          <a:lnTo>
                            <a:pt x="13850" y="3092"/>
                          </a:lnTo>
                          <a:lnTo>
                            <a:pt x="14066" y="3393"/>
                          </a:lnTo>
                          <a:lnTo>
                            <a:pt x="14265" y="3705"/>
                          </a:lnTo>
                          <a:lnTo>
                            <a:pt x="14451" y="4027"/>
                          </a:lnTo>
                          <a:lnTo>
                            <a:pt x="14621" y="4358"/>
                          </a:lnTo>
                          <a:lnTo>
                            <a:pt x="14776" y="4698"/>
                          </a:lnTo>
                          <a:lnTo>
                            <a:pt x="14914" y="5046"/>
                          </a:lnTo>
                          <a:lnTo>
                            <a:pt x="15035" y="5403"/>
                          </a:lnTo>
                          <a:lnTo>
                            <a:pt x="15139" y="5768"/>
                          </a:lnTo>
                          <a:lnTo>
                            <a:pt x="15225" y="6138"/>
                          </a:lnTo>
                          <a:lnTo>
                            <a:pt x="15293" y="6515"/>
                          </a:lnTo>
                          <a:lnTo>
                            <a:pt x="15342" y="6900"/>
                          </a:lnTo>
                          <a:lnTo>
                            <a:pt x="15372" y="7289"/>
                          </a:lnTo>
                          <a:lnTo>
                            <a:pt x="15381" y="7684"/>
                          </a:lnTo>
                          <a:lnTo>
                            <a:pt x="15372" y="8077"/>
                          </a:lnTo>
                          <a:lnTo>
                            <a:pt x="15342" y="8466"/>
                          </a:lnTo>
                          <a:lnTo>
                            <a:pt x="15293" y="8851"/>
                          </a:lnTo>
                          <a:lnTo>
                            <a:pt x="15225" y="9228"/>
                          </a:lnTo>
                          <a:lnTo>
                            <a:pt x="15139" y="9600"/>
                          </a:lnTo>
                          <a:lnTo>
                            <a:pt x="15035" y="9963"/>
                          </a:lnTo>
                          <a:lnTo>
                            <a:pt x="14914" y="10320"/>
                          </a:lnTo>
                          <a:lnTo>
                            <a:pt x="14776" y="10669"/>
                          </a:lnTo>
                          <a:lnTo>
                            <a:pt x="14621" y="11008"/>
                          </a:lnTo>
                          <a:lnTo>
                            <a:pt x="14451" y="11339"/>
                          </a:lnTo>
                          <a:lnTo>
                            <a:pt x="14265" y="11662"/>
                          </a:lnTo>
                          <a:lnTo>
                            <a:pt x="14066" y="11973"/>
                          </a:lnTo>
                          <a:lnTo>
                            <a:pt x="13850" y="12274"/>
                          </a:lnTo>
                          <a:lnTo>
                            <a:pt x="13622" y="12565"/>
                          </a:lnTo>
                          <a:lnTo>
                            <a:pt x="13380" y="12844"/>
                          </a:lnTo>
                          <a:lnTo>
                            <a:pt x="13125" y="13111"/>
                          </a:lnTo>
                          <a:lnTo>
                            <a:pt x="12857" y="13366"/>
                          </a:lnTo>
                          <a:lnTo>
                            <a:pt x="12578" y="13608"/>
                          </a:lnTo>
                          <a:lnTo>
                            <a:pt x="12288" y="13836"/>
                          </a:lnTo>
                          <a:lnTo>
                            <a:pt x="11986" y="14050"/>
                          </a:lnTo>
                          <a:lnTo>
                            <a:pt x="11674" y="14251"/>
                          </a:lnTo>
                          <a:lnTo>
                            <a:pt x="11352" y="14436"/>
                          </a:lnTo>
                          <a:lnTo>
                            <a:pt x="11020" y="14606"/>
                          </a:lnTo>
                          <a:lnTo>
                            <a:pt x="10680" y="14760"/>
                          </a:lnTo>
                          <a:lnTo>
                            <a:pt x="10331" y="14898"/>
                          </a:lnTo>
                          <a:lnTo>
                            <a:pt x="9974" y="15019"/>
                          </a:lnTo>
                          <a:lnTo>
                            <a:pt x="9609" y="15123"/>
                          </a:lnTo>
                          <a:lnTo>
                            <a:pt x="9238" y="15209"/>
                          </a:lnTo>
                          <a:lnTo>
                            <a:pt x="8860" y="15277"/>
                          </a:lnTo>
                          <a:lnTo>
                            <a:pt x="8475" y="15325"/>
                          </a:lnTo>
                          <a:lnTo>
                            <a:pt x="8085" y="15355"/>
                          </a:lnTo>
                          <a:lnTo>
                            <a:pt x="7691" y="15366"/>
                          </a:lnTo>
                          <a:lnTo>
                            <a:pt x="7296" y="15355"/>
                          </a:lnTo>
                          <a:lnTo>
                            <a:pt x="6907" y="15325"/>
                          </a:lnTo>
                          <a:lnTo>
                            <a:pt x="6522" y="15277"/>
                          </a:lnTo>
                          <a:lnTo>
                            <a:pt x="6144" y="15209"/>
                          </a:lnTo>
                          <a:lnTo>
                            <a:pt x="5773" y="15123"/>
                          </a:lnTo>
                          <a:lnTo>
                            <a:pt x="5408" y="15019"/>
                          </a:lnTo>
                          <a:lnTo>
                            <a:pt x="5051" y="14898"/>
                          </a:lnTo>
                          <a:lnTo>
                            <a:pt x="4703" y="14760"/>
                          </a:lnTo>
                          <a:lnTo>
                            <a:pt x="4362" y="14606"/>
                          </a:lnTo>
                          <a:lnTo>
                            <a:pt x="4031" y="14436"/>
                          </a:lnTo>
                          <a:lnTo>
                            <a:pt x="3709" y="14251"/>
                          </a:lnTo>
                          <a:lnTo>
                            <a:pt x="3397" y="14050"/>
                          </a:lnTo>
                          <a:lnTo>
                            <a:pt x="3095" y="13836"/>
                          </a:lnTo>
                          <a:lnTo>
                            <a:pt x="2804" y="13608"/>
                          </a:lnTo>
                          <a:lnTo>
                            <a:pt x="2525" y="13366"/>
                          </a:lnTo>
                          <a:lnTo>
                            <a:pt x="2257" y="13111"/>
                          </a:lnTo>
                          <a:lnTo>
                            <a:pt x="2002" y="12844"/>
                          </a:lnTo>
                          <a:lnTo>
                            <a:pt x="1760" y="12565"/>
                          </a:lnTo>
                          <a:lnTo>
                            <a:pt x="1532" y="12274"/>
                          </a:lnTo>
                          <a:lnTo>
                            <a:pt x="1317" y="11973"/>
                          </a:lnTo>
                          <a:lnTo>
                            <a:pt x="1117" y="11662"/>
                          </a:lnTo>
                          <a:lnTo>
                            <a:pt x="931" y="11339"/>
                          </a:lnTo>
                          <a:lnTo>
                            <a:pt x="761" y="11008"/>
                          </a:lnTo>
                          <a:lnTo>
                            <a:pt x="607" y="10669"/>
                          </a:lnTo>
                          <a:lnTo>
                            <a:pt x="469" y="10320"/>
                          </a:lnTo>
                          <a:lnTo>
                            <a:pt x="348" y="9963"/>
                          </a:lnTo>
                          <a:lnTo>
                            <a:pt x="244" y="9600"/>
                          </a:lnTo>
                          <a:lnTo>
                            <a:pt x="158" y="9228"/>
                          </a:lnTo>
                          <a:lnTo>
                            <a:pt x="90" y="8851"/>
                          </a:lnTo>
                          <a:lnTo>
                            <a:pt x="41" y="8466"/>
                          </a:lnTo>
                          <a:lnTo>
                            <a:pt x="11" y="8077"/>
                          </a:lnTo>
                          <a:lnTo>
                            <a:pt x="0" y="7684"/>
                          </a:lnTo>
                          <a:lnTo>
                            <a:pt x="11" y="7289"/>
                          </a:lnTo>
                          <a:lnTo>
                            <a:pt x="41" y="6900"/>
                          </a:lnTo>
                          <a:lnTo>
                            <a:pt x="90" y="6515"/>
                          </a:lnTo>
                          <a:lnTo>
                            <a:pt x="158" y="6138"/>
                          </a:lnTo>
                          <a:lnTo>
                            <a:pt x="244" y="5768"/>
                          </a:lnTo>
                          <a:lnTo>
                            <a:pt x="348" y="5403"/>
                          </a:lnTo>
                          <a:lnTo>
                            <a:pt x="469" y="5046"/>
                          </a:lnTo>
                          <a:lnTo>
                            <a:pt x="607" y="4698"/>
                          </a:lnTo>
                          <a:lnTo>
                            <a:pt x="761" y="4358"/>
                          </a:lnTo>
                          <a:lnTo>
                            <a:pt x="931" y="4027"/>
                          </a:lnTo>
                          <a:lnTo>
                            <a:pt x="1117" y="3705"/>
                          </a:lnTo>
                          <a:lnTo>
                            <a:pt x="1317" y="3393"/>
                          </a:lnTo>
                          <a:lnTo>
                            <a:pt x="1532" y="3092"/>
                          </a:lnTo>
                          <a:lnTo>
                            <a:pt x="1760" y="2801"/>
                          </a:lnTo>
                          <a:lnTo>
                            <a:pt x="2002" y="2522"/>
                          </a:lnTo>
                          <a:lnTo>
                            <a:pt x="2257" y="2255"/>
                          </a:lnTo>
                          <a:lnTo>
                            <a:pt x="2525" y="2000"/>
                          </a:lnTo>
                          <a:lnTo>
                            <a:pt x="2804" y="1758"/>
                          </a:lnTo>
                          <a:lnTo>
                            <a:pt x="3095" y="1530"/>
                          </a:lnTo>
                          <a:lnTo>
                            <a:pt x="3397" y="1316"/>
                          </a:lnTo>
                          <a:lnTo>
                            <a:pt x="3709" y="1115"/>
                          </a:lnTo>
                          <a:lnTo>
                            <a:pt x="4031" y="930"/>
                          </a:lnTo>
                          <a:lnTo>
                            <a:pt x="4362" y="760"/>
                          </a:lnTo>
                          <a:lnTo>
                            <a:pt x="4703" y="606"/>
                          </a:lnTo>
                          <a:lnTo>
                            <a:pt x="5051" y="468"/>
                          </a:lnTo>
                          <a:lnTo>
                            <a:pt x="5408" y="347"/>
                          </a:lnTo>
                          <a:lnTo>
                            <a:pt x="5773" y="243"/>
                          </a:lnTo>
                          <a:lnTo>
                            <a:pt x="6144" y="157"/>
                          </a:lnTo>
                          <a:lnTo>
                            <a:pt x="6522" y="89"/>
                          </a:lnTo>
                          <a:lnTo>
                            <a:pt x="6907" y="41"/>
                          </a:lnTo>
                          <a:lnTo>
                            <a:pt x="7296" y="11"/>
                          </a:lnTo>
                          <a:lnTo>
                            <a:pt x="7691" y="0"/>
                          </a:lnTo>
                          <a:close/>
                        </a:path>
                      </a:pathLst>
                    </a:custGeom>
                    <a:solidFill>
                      <a:srgbClr val="FFFFFF"/>
                    </a:solidFill>
                    <a:ln>
                      <a:noFill/>
                    </a:ln>
                  </p:spPr>
                  <p:txBody>
                    <a:bodyPr/>
                    <a:lstStyle/>
                    <a:p>
                      <a:pPr>
                        <a:defRPr/>
                      </a:pPr>
                      <a:endParaRPr lang="en-US" sz="1050">
                        <a:latin typeface="+mj-lt"/>
                      </a:endParaRPr>
                    </a:p>
                  </p:txBody>
                </p:sp>
                <p:sp>
                  <p:nvSpPr>
                    <p:cNvPr id="41184" name="Freeform 650">
                      <a:extLst>
                        <a:ext uri="{FF2B5EF4-FFF2-40B4-BE49-F238E27FC236}">
                          <a16:creationId xmlns="" xmlns:a16="http://schemas.microsoft.com/office/drawing/2014/main" id="{5F449580-8B47-E007-B7DE-292E835F9D11}"/>
                        </a:ext>
                      </a:extLst>
                    </p:cNvPr>
                    <p:cNvSpPr>
                      <a:spLocks/>
                    </p:cNvSpPr>
                    <p:nvPr/>
                  </p:nvSpPr>
                  <p:spPr bwMode="auto">
                    <a:xfrm>
                      <a:off x="2799" y="1201"/>
                      <a:ext cx="1297" cy="1296"/>
                    </a:xfrm>
                    <a:custGeom>
                      <a:avLst/>
                      <a:gdLst>
                        <a:gd name="T0" fmla="*/ 0 w 7785"/>
                        <a:gd name="T1" fmla="*/ 0 h 7777"/>
                        <a:gd name="T2" fmla="*/ 0 w 7785"/>
                        <a:gd name="T3" fmla="*/ 0 h 7777"/>
                        <a:gd name="T4" fmla="*/ 0 w 7785"/>
                        <a:gd name="T5" fmla="*/ 0 h 7777"/>
                        <a:gd name="T6" fmla="*/ 0 w 7785"/>
                        <a:gd name="T7" fmla="*/ 0 h 7777"/>
                        <a:gd name="T8" fmla="*/ 0 w 7785"/>
                        <a:gd name="T9" fmla="*/ 0 h 7777"/>
                        <a:gd name="T10" fmla="*/ 0 w 7785"/>
                        <a:gd name="T11" fmla="*/ 0 h 7777"/>
                        <a:gd name="T12" fmla="*/ 0 w 7785"/>
                        <a:gd name="T13" fmla="*/ 0 h 7777"/>
                        <a:gd name="T14" fmla="*/ 0 w 7785"/>
                        <a:gd name="T15" fmla="*/ 0 h 7777"/>
                        <a:gd name="T16" fmla="*/ 0 w 7785"/>
                        <a:gd name="T17" fmla="*/ 0 h 7777"/>
                        <a:gd name="T18" fmla="*/ 0 w 7785"/>
                        <a:gd name="T19" fmla="*/ 0 h 7777"/>
                        <a:gd name="T20" fmla="*/ 0 w 7785"/>
                        <a:gd name="T21" fmla="*/ 0 h 7777"/>
                        <a:gd name="T22" fmla="*/ 0 w 7785"/>
                        <a:gd name="T23" fmla="*/ 0 h 7777"/>
                        <a:gd name="T24" fmla="*/ 0 w 7785"/>
                        <a:gd name="T25" fmla="*/ 0 h 7777"/>
                        <a:gd name="T26" fmla="*/ 0 w 7785"/>
                        <a:gd name="T27" fmla="*/ 0 h 7777"/>
                        <a:gd name="T28" fmla="*/ 0 w 7785"/>
                        <a:gd name="T29" fmla="*/ 0 h 7777"/>
                        <a:gd name="T30" fmla="*/ 0 w 7785"/>
                        <a:gd name="T31" fmla="*/ 0 h 7777"/>
                        <a:gd name="T32" fmla="*/ 0 w 7785"/>
                        <a:gd name="T33" fmla="*/ 0 h 7777"/>
                        <a:gd name="T34" fmla="*/ 0 w 7785"/>
                        <a:gd name="T35" fmla="*/ 0 h 7777"/>
                        <a:gd name="T36" fmla="*/ 0 w 7785"/>
                        <a:gd name="T37" fmla="*/ 0 h 7777"/>
                        <a:gd name="T38" fmla="*/ 0 w 7785"/>
                        <a:gd name="T39" fmla="*/ 0 h 7777"/>
                        <a:gd name="T40" fmla="*/ 0 w 7785"/>
                        <a:gd name="T41" fmla="*/ 0 h 7777"/>
                        <a:gd name="T42" fmla="*/ 0 w 7785"/>
                        <a:gd name="T43" fmla="*/ 0 h 7777"/>
                        <a:gd name="T44" fmla="*/ 0 w 7785"/>
                        <a:gd name="T45" fmla="*/ 0 h 7777"/>
                        <a:gd name="T46" fmla="*/ 0 w 7785"/>
                        <a:gd name="T47" fmla="*/ 0 h 7777"/>
                        <a:gd name="T48" fmla="*/ 0 w 7785"/>
                        <a:gd name="T49" fmla="*/ 0 h 7777"/>
                        <a:gd name="T50" fmla="*/ 0 w 7785"/>
                        <a:gd name="T51" fmla="*/ 0 h 7777"/>
                        <a:gd name="T52" fmla="*/ 0 w 7785"/>
                        <a:gd name="T53" fmla="*/ 0 h 7777"/>
                        <a:gd name="T54" fmla="*/ 0 w 7785"/>
                        <a:gd name="T55" fmla="*/ 0 h 7777"/>
                        <a:gd name="T56" fmla="*/ 0 w 7785"/>
                        <a:gd name="T57" fmla="*/ 0 h 7777"/>
                        <a:gd name="T58" fmla="*/ 0 w 7785"/>
                        <a:gd name="T59" fmla="*/ 0 h 7777"/>
                        <a:gd name="T60" fmla="*/ 0 w 7785"/>
                        <a:gd name="T61" fmla="*/ 0 h 7777"/>
                        <a:gd name="T62" fmla="*/ 0 w 7785"/>
                        <a:gd name="T63" fmla="*/ 0 h 7777"/>
                        <a:gd name="T64" fmla="*/ 0 w 7785"/>
                        <a:gd name="T65" fmla="*/ 0 h 7777"/>
                        <a:gd name="T66" fmla="*/ 0 w 7785"/>
                        <a:gd name="T67" fmla="*/ 0 h 7777"/>
                        <a:gd name="T68" fmla="*/ 0 w 7785"/>
                        <a:gd name="T69" fmla="*/ 0 h 7777"/>
                        <a:gd name="T70" fmla="*/ 0 w 7785"/>
                        <a:gd name="T71" fmla="*/ 0 h 7777"/>
                        <a:gd name="T72" fmla="*/ 0 w 7785"/>
                        <a:gd name="T73" fmla="*/ 0 h 7777"/>
                        <a:gd name="T74" fmla="*/ 0 w 7785"/>
                        <a:gd name="T75" fmla="*/ 0 h 7777"/>
                        <a:gd name="T76" fmla="*/ 0 w 7785"/>
                        <a:gd name="T77" fmla="*/ 0 h 7777"/>
                        <a:gd name="T78" fmla="*/ 0 w 7785"/>
                        <a:gd name="T79" fmla="*/ 0 h 7777"/>
                        <a:gd name="T80" fmla="*/ 0 w 7785"/>
                        <a:gd name="T81" fmla="*/ 0 h 7777"/>
                        <a:gd name="T82" fmla="*/ 0 w 7785"/>
                        <a:gd name="T83" fmla="*/ 0 h 7777"/>
                        <a:gd name="T84" fmla="*/ 0 w 7785"/>
                        <a:gd name="T85" fmla="*/ 0 h 7777"/>
                        <a:gd name="T86" fmla="*/ 0 w 7785"/>
                        <a:gd name="T87" fmla="*/ 0 h 7777"/>
                        <a:gd name="T88" fmla="*/ 0 w 7785"/>
                        <a:gd name="T89" fmla="*/ 0 h 7777"/>
                        <a:gd name="T90" fmla="*/ 0 w 7785"/>
                        <a:gd name="T91" fmla="*/ 0 h 7777"/>
                        <a:gd name="T92" fmla="*/ 0 w 7785"/>
                        <a:gd name="T93" fmla="*/ 0 h 7777"/>
                        <a:gd name="T94" fmla="*/ 0 w 7785"/>
                        <a:gd name="T95" fmla="*/ 0 h 7777"/>
                        <a:gd name="T96" fmla="*/ 0 w 7785"/>
                        <a:gd name="T97" fmla="*/ 0 h 7777"/>
                        <a:gd name="T98" fmla="*/ 0 w 7785"/>
                        <a:gd name="T99" fmla="*/ 0 h 7777"/>
                        <a:gd name="T100" fmla="*/ 0 w 7785"/>
                        <a:gd name="T101" fmla="*/ 0 h 7777"/>
                        <a:gd name="T102" fmla="*/ 0 w 7785"/>
                        <a:gd name="T103" fmla="*/ 0 h 77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785"/>
                        <a:gd name="T157" fmla="*/ 0 h 7777"/>
                        <a:gd name="T158" fmla="*/ 7785 w 7785"/>
                        <a:gd name="T159" fmla="*/ 7777 h 77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785" h="7777">
                          <a:moveTo>
                            <a:pt x="7785" y="7777"/>
                          </a:moveTo>
                          <a:lnTo>
                            <a:pt x="7785" y="7777"/>
                          </a:lnTo>
                          <a:lnTo>
                            <a:pt x="7784" y="7676"/>
                          </a:lnTo>
                          <a:lnTo>
                            <a:pt x="7782" y="7576"/>
                          </a:lnTo>
                          <a:lnTo>
                            <a:pt x="7779" y="7476"/>
                          </a:lnTo>
                          <a:lnTo>
                            <a:pt x="7774" y="7377"/>
                          </a:lnTo>
                          <a:lnTo>
                            <a:pt x="7768" y="7278"/>
                          </a:lnTo>
                          <a:lnTo>
                            <a:pt x="7762" y="7179"/>
                          </a:lnTo>
                          <a:lnTo>
                            <a:pt x="7753" y="7082"/>
                          </a:lnTo>
                          <a:lnTo>
                            <a:pt x="7744" y="6983"/>
                          </a:lnTo>
                          <a:lnTo>
                            <a:pt x="7733" y="6885"/>
                          </a:lnTo>
                          <a:lnTo>
                            <a:pt x="7721" y="6788"/>
                          </a:lnTo>
                          <a:lnTo>
                            <a:pt x="7708" y="6691"/>
                          </a:lnTo>
                          <a:lnTo>
                            <a:pt x="7695" y="6595"/>
                          </a:lnTo>
                          <a:lnTo>
                            <a:pt x="7679" y="6498"/>
                          </a:lnTo>
                          <a:lnTo>
                            <a:pt x="7662" y="6403"/>
                          </a:lnTo>
                          <a:lnTo>
                            <a:pt x="7645" y="6307"/>
                          </a:lnTo>
                          <a:lnTo>
                            <a:pt x="7626" y="6213"/>
                          </a:lnTo>
                          <a:lnTo>
                            <a:pt x="7605" y="6118"/>
                          </a:lnTo>
                          <a:lnTo>
                            <a:pt x="7584" y="6024"/>
                          </a:lnTo>
                          <a:lnTo>
                            <a:pt x="7562" y="5931"/>
                          </a:lnTo>
                          <a:lnTo>
                            <a:pt x="7539" y="5836"/>
                          </a:lnTo>
                          <a:lnTo>
                            <a:pt x="7514" y="5744"/>
                          </a:lnTo>
                          <a:lnTo>
                            <a:pt x="7489" y="5652"/>
                          </a:lnTo>
                          <a:lnTo>
                            <a:pt x="7461" y="5559"/>
                          </a:lnTo>
                          <a:lnTo>
                            <a:pt x="7433" y="5468"/>
                          </a:lnTo>
                          <a:lnTo>
                            <a:pt x="7404" y="5377"/>
                          </a:lnTo>
                          <a:lnTo>
                            <a:pt x="7374" y="5287"/>
                          </a:lnTo>
                          <a:lnTo>
                            <a:pt x="7343" y="5196"/>
                          </a:lnTo>
                          <a:lnTo>
                            <a:pt x="7310" y="5107"/>
                          </a:lnTo>
                          <a:lnTo>
                            <a:pt x="7277" y="5018"/>
                          </a:lnTo>
                          <a:lnTo>
                            <a:pt x="7243" y="4929"/>
                          </a:lnTo>
                          <a:lnTo>
                            <a:pt x="7207" y="4842"/>
                          </a:lnTo>
                          <a:lnTo>
                            <a:pt x="7171" y="4754"/>
                          </a:lnTo>
                          <a:lnTo>
                            <a:pt x="7133" y="4667"/>
                          </a:lnTo>
                          <a:lnTo>
                            <a:pt x="7095" y="4581"/>
                          </a:lnTo>
                          <a:lnTo>
                            <a:pt x="7055" y="4495"/>
                          </a:lnTo>
                          <a:lnTo>
                            <a:pt x="7015" y="4410"/>
                          </a:lnTo>
                          <a:lnTo>
                            <a:pt x="6974" y="4325"/>
                          </a:lnTo>
                          <a:lnTo>
                            <a:pt x="6930" y="4242"/>
                          </a:lnTo>
                          <a:lnTo>
                            <a:pt x="6886" y="4158"/>
                          </a:lnTo>
                          <a:lnTo>
                            <a:pt x="6842" y="4075"/>
                          </a:lnTo>
                          <a:lnTo>
                            <a:pt x="6797" y="3992"/>
                          </a:lnTo>
                          <a:lnTo>
                            <a:pt x="6751" y="3911"/>
                          </a:lnTo>
                          <a:lnTo>
                            <a:pt x="6703" y="3830"/>
                          </a:lnTo>
                          <a:lnTo>
                            <a:pt x="6654" y="3749"/>
                          </a:lnTo>
                          <a:lnTo>
                            <a:pt x="6605" y="3670"/>
                          </a:lnTo>
                          <a:lnTo>
                            <a:pt x="6555" y="3590"/>
                          </a:lnTo>
                          <a:lnTo>
                            <a:pt x="6504" y="3512"/>
                          </a:lnTo>
                          <a:lnTo>
                            <a:pt x="6452" y="3433"/>
                          </a:lnTo>
                          <a:lnTo>
                            <a:pt x="6399" y="3356"/>
                          </a:lnTo>
                          <a:lnTo>
                            <a:pt x="6345" y="3279"/>
                          </a:lnTo>
                          <a:lnTo>
                            <a:pt x="6290" y="3204"/>
                          </a:lnTo>
                          <a:lnTo>
                            <a:pt x="6234" y="3129"/>
                          </a:lnTo>
                          <a:lnTo>
                            <a:pt x="6178" y="3054"/>
                          </a:lnTo>
                          <a:lnTo>
                            <a:pt x="6121" y="2980"/>
                          </a:lnTo>
                          <a:lnTo>
                            <a:pt x="6062" y="2907"/>
                          </a:lnTo>
                          <a:lnTo>
                            <a:pt x="6003" y="2835"/>
                          </a:lnTo>
                          <a:lnTo>
                            <a:pt x="5942" y="2763"/>
                          </a:lnTo>
                          <a:lnTo>
                            <a:pt x="5882" y="2693"/>
                          </a:lnTo>
                          <a:lnTo>
                            <a:pt x="5820" y="2622"/>
                          </a:lnTo>
                          <a:lnTo>
                            <a:pt x="5758" y="2553"/>
                          </a:lnTo>
                          <a:lnTo>
                            <a:pt x="5695" y="2484"/>
                          </a:lnTo>
                          <a:lnTo>
                            <a:pt x="5630" y="2416"/>
                          </a:lnTo>
                          <a:lnTo>
                            <a:pt x="5565" y="2349"/>
                          </a:lnTo>
                          <a:lnTo>
                            <a:pt x="5501" y="2282"/>
                          </a:lnTo>
                          <a:lnTo>
                            <a:pt x="5434" y="2216"/>
                          </a:lnTo>
                          <a:lnTo>
                            <a:pt x="5366" y="2152"/>
                          </a:lnTo>
                          <a:lnTo>
                            <a:pt x="5298" y="2088"/>
                          </a:lnTo>
                          <a:lnTo>
                            <a:pt x="5230" y="2024"/>
                          </a:lnTo>
                          <a:lnTo>
                            <a:pt x="5160" y="1962"/>
                          </a:lnTo>
                          <a:lnTo>
                            <a:pt x="5090" y="1900"/>
                          </a:lnTo>
                          <a:lnTo>
                            <a:pt x="5018" y="1840"/>
                          </a:lnTo>
                          <a:lnTo>
                            <a:pt x="4947" y="1779"/>
                          </a:lnTo>
                          <a:lnTo>
                            <a:pt x="4874" y="1721"/>
                          </a:lnTo>
                          <a:lnTo>
                            <a:pt x="4801" y="1662"/>
                          </a:lnTo>
                          <a:lnTo>
                            <a:pt x="4727" y="1605"/>
                          </a:lnTo>
                          <a:lnTo>
                            <a:pt x="4653" y="1549"/>
                          </a:lnTo>
                          <a:lnTo>
                            <a:pt x="4577" y="1493"/>
                          </a:lnTo>
                          <a:lnTo>
                            <a:pt x="4501" y="1439"/>
                          </a:lnTo>
                          <a:lnTo>
                            <a:pt x="4425" y="1384"/>
                          </a:lnTo>
                          <a:lnTo>
                            <a:pt x="4347" y="1331"/>
                          </a:lnTo>
                          <a:lnTo>
                            <a:pt x="4269" y="1279"/>
                          </a:lnTo>
                          <a:lnTo>
                            <a:pt x="4191" y="1229"/>
                          </a:lnTo>
                          <a:lnTo>
                            <a:pt x="4111" y="1178"/>
                          </a:lnTo>
                          <a:lnTo>
                            <a:pt x="4032" y="1129"/>
                          </a:lnTo>
                          <a:lnTo>
                            <a:pt x="3951" y="1080"/>
                          </a:lnTo>
                          <a:lnTo>
                            <a:pt x="3869" y="1033"/>
                          </a:lnTo>
                          <a:lnTo>
                            <a:pt x="3788" y="987"/>
                          </a:lnTo>
                          <a:lnTo>
                            <a:pt x="3706" y="941"/>
                          </a:lnTo>
                          <a:lnTo>
                            <a:pt x="3622" y="896"/>
                          </a:lnTo>
                          <a:lnTo>
                            <a:pt x="3539" y="853"/>
                          </a:lnTo>
                          <a:lnTo>
                            <a:pt x="3455" y="811"/>
                          </a:lnTo>
                          <a:lnTo>
                            <a:pt x="3370" y="769"/>
                          </a:lnTo>
                          <a:lnTo>
                            <a:pt x="3284" y="729"/>
                          </a:lnTo>
                          <a:lnTo>
                            <a:pt x="3198" y="689"/>
                          </a:lnTo>
                          <a:lnTo>
                            <a:pt x="3112" y="650"/>
                          </a:lnTo>
                          <a:lnTo>
                            <a:pt x="3025" y="613"/>
                          </a:lnTo>
                          <a:lnTo>
                            <a:pt x="2938" y="577"/>
                          </a:lnTo>
                          <a:lnTo>
                            <a:pt x="2850" y="541"/>
                          </a:lnTo>
                          <a:lnTo>
                            <a:pt x="2761" y="507"/>
                          </a:lnTo>
                          <a:lnTo>
                            <a:pt x="2672" y="473"/>
                          </a:lnTo>
                          <a:lnTo>
                            <a:pt x="2582" y="441"/>
                          </a:lnTo>
                          <a:lnTo>
                            <a:pt x="2492" y="410"/>
                          </a:lnTo>
                          <a:lnTo>
                            <a:pt x="2402" y="380"/>
                          </a:lnTo>
                          <a:lnTo>
                            <a:pt x="2310" y="351"/>
                          </a:lnTo>
                          <a:lnTo>
                            <a:pt x="2219" y="323"/>
                          </a:lnTo>
                          <a:lnTo>
                            <a:pt x="2127" y="296"/>
                          </a:lnTo>
                          <a:lnTo>
                            <a:pt x="2034" y="271"/>
                          </a:lnTo>
                          <a:lnTo>
                            <a:pt x="1942" y="246"/>
                          </a:lnTo>
                          <a:lnTo>
                            <a:pt x="1848" y="223"/>
                          </a:lnTo>
                          <a:lnTo>
                            <a:pt x="1754" y="199"/>
                          </a:lnTo>
                          <a:lnTo>
                            <a:pt x="1660" y="178"/>
                          </a:lnTo>
                          <a:lnTo>
                            <a:pt x="1566" y="159"/>
                          </a:lnTo>
                          <a:lnTo>
                            <a:pt x="1470" y="140"/>
                          </a:lnTo>
                          <a:lnTo>
                            <a:pt x="1375" y="122"/>
                          </a:lnTo>
                          <a:lnTo>
                            <a:pt x="1279" y="105"/>
                          </a:lnTo>
                          <a:lnTo>
                            <a:pt x="1182" y="90"/>
                          </a:lnTo>
                          <a:lnTo>
                            <a:pt x="1086" y="76"/>
                          </a:lnTo>
                          <a:lnTo>
                            <a:pt x="989" y="63"/>
                          </a:lnTo>
                          <a:lnTo>
                            <a:pt x="891" y="51"/>
                          </a:lnTo>
                          <a:lnTo>
                            <a:pt x="794" y="40"/>
                          </a:lnTo>
                          <a:lnTo>
                            <a:pt x="696" y="32"/>
                          </a:lnTo>
                          <a:lnTo>
                            <a:pt x="597" y="23"/>
                          </a:lnTo>
                          <a:lnTo>
                            <a:pt x="499" y="16"/>
                          </a:lnTo>
                          <a:lnTo>
                            <a:pt x="400" y="11"/>
                          </a:lnTo>
                          <a:lnTo>
                            <a:pt x="300" y="6"/>
                          </a:lnTo>
                          <a:lnTo>
                            <a:pt x="200" y="3"/>
                          </a:lnTo>
                          <a:lnTo>
                            <a:pt x="100" y="1"/>
                          </a:lnTo>
                          <a:lnTo>
                            <a:pt x="0" y="0"/>
                          </a:lnTo>
                          <a:lnTo>
                            <a:pt x="0" y="188"/>
                          </a:lnTo>
                          <a:lnTo>
                            <a:pt x="98" y="188"/>
                          </a:lnTo>
                          <a:lnTo>
                            <a:pt x="196" y="190"/>
                          </a:lnTo>
                          <a:lnTo>
                            <a:pt x="294" y="193"/>
                          </a:lnTo>
                          <a:lnTo>
                            <a:pt x="390" y="197"/>
                          </a:lnTo>
                          <a:lnTo>
                            <a:pt x="487" y="203"/>
                          </a:lnTo>
                          <a:lnTo>
                            <a:pt x="583" y="209"/>
                          </a:lnTo>
                          <a:lnTo>
                            <a:pt x="679" y="217"/>
                          </a:lnTo>
                          <a:lnTo>
                            <a:pt x="775" y="226"/>
                          </a:lnTo>
                          <a:lnTo>
                            <a:pt x="870" y="237"/>
                          </a:lnTo>
                          <a:lnTo>
                            <a:pt x="966" y="248"/>
                          </a:lnTo>
                          <a:lnTo>
                            <a:pt x="1060" y="261"/>
                          </a:lnTo>
                          <a:lnTo>
                            <a:pt x="1155" y="275"/>
                          </a:lnTo>
                          <a:lnTo>
                            <a:pt x="1248" y="290"/>
                          </a:lnTo>
                          <a:lnTo>
                            <a:pt x="1342" y="306"/>
                          </a:lnTo>
                          <a:lnTo>
                            <a:pt x="1435" y="324"/>
                          </a:lnTo>
                          <a:lnTo>
                            <a:pt x="1528" y="342"/>
                          </a:lnTo>
                          <a:lnTo>
                            <a:pt x="1620" y="362"/>
                          </a:lnTo>
                          <a:lnTo>
                            <a:pt x="1712" y="382"/>
                          </a:lnTo>
                          <a:lnTo>
                            <a:pt x="1804" y="404"/>
                          </a:lnTo>
                          <a:lnTo>
                            <a:pt x="1895" y="426"/>
                          </a:lnTo>
                          <a:lnTo>
                            <a:pt x="1985" y="451"/>
                          </a:lnTo>
                          <a:lnTo>
                            <a:pt x="2076" y="476"/>
                          </a:lnTo>
                          <a:lnTo>
                            <a:pt x="2166" y="502"/>
                          </a:lnTo>
                          <a:lnTo>
                            <a:pt x="2255" y="529"/>
                          </a:lnTo>
                          <a:lnTo>
                            <a:pt x="2344" y="558"/>
                          </a:lnTo>
                          <a:lnTo>
                            <a:pt x="2432" y="587"/>
                          </a:lnTo>
                          <a:lnTo>
                            <a:pt x="2521" y="617"/>
                          </a:lnTo>
                          <a:lnTo>
                            <a:pt x="2608" y="649"/>
                          </a:lnTo>
                          <a:lnTo>
                            <a:pt x="2695" y="681"/>
                          </a:lnTo>
                          <a:lnTo>
                            <a:pt x="2781" y="715"/>
                          </a:lnTo>
                          <a:lnTo>
                            <a:pt x="2867" y="749"/>
                          </a:lnTo>
                          <a:lnTo>
                            <a:pt x="2953" y="785"/>
                          </a:lnTo>
                          <a:lnTo>
                            <a:pt x="3038" y="821"/>
                          </a:lnTo>
                          <a:lnTo>
                            <a:pt x="3122" y="859"/>
                          </a:lnTo>
                          <a:lnTo>
                            <a:pt x="3206" y="898"/>
                          </a:lnTo>
                          <a:lnTo>
                            <a:pt x="3288" y="938"/>
                          </a:lnTo>
                          <a:lnTo>
                            <a:pt x="3371" y="978"/>
                          </a:lnTo>
                          <a:lnTo>
                            <a:pt x="3454" y="1020"/>
                          </a:lnTo>
                          <a:lnTo>
                            <a:pt x="3535" y="1062"/>
                          </a:lnTo>
                          <a:lnTo>
                            <a:pt x="3617" y="1105"/>
                          </a:lnTo>
                          <a:lnTo>
                            <a:pt x="3696" y="1150"/>
                          </a:lnTo>
                          <a:lnTo>
                            <a:pt x="3777" y="1195"/>
                          </a:lnTo>
                          <a:lnTo>
                            <a:pt x="3856" y="1241"/>
                          </a:lnTo>
                          <a:lnTo>
                            <a:pt x="3934" y="1288"/>
                          </a:lnTo>
                          <a:lnTo>
                            <a:pt x="4013" y="1337"/>
                          </a:lnTo>
                          <a:lnTo>
                            <a:pt x="4089" y="1386"/>
                          </a:lnTo>
                          <a:lnTo>
                            <a:pt x="4167" y="1435"/>
                          </a:lnTo>
                          <a:lnTo>
                            <a:pt x="4242" y="1486"/>
                          </a:lnTo>
                          <a:lnTo>
                            <a:pt x="4317" y="1538"/>
                          </a:lnTo>
                          <a:lnTo>
                            <a:pt x="4393" y="1590"/>
                          </a:lnTo>
                          <a:lnTo>
                            <a:pt x="4467" y="1643"/>
                          </a:lnTo>
                          <a:lnTo>
                            <a:pt x="4541" y="1697"/>
                          </a:lnTo>
                          <a:lnTo>
                            <a:pt x="4614" y="1754"/>
                          </a:lnTo>
                          <a:lnTo>
                            <a:pt x="4685" y="1809"/>
                          </a:lnTo>
                          <a:lnTo>
                            <a:pt x="4757" y="1866"/>
                          </a:lnTo>
                          <a:lnTo>
                            <a:pt x="4827" y="1923"/>
                          </a:lnTo>
                          <a:lnTo>
                            <a:pt x="4897" y="1982"/>
                          </a:lnTo>
                          <a:lnTo>
                            <a:pt x="4967" y="2041"/>
                          </a:lnTo>
                          <a:lnTo>
                            <a:pt x="5035" y="2102"/>
                          </a:lnTo>
                          <a:lnTo>
                            <a:pt x="5103" y="2162"/>
                          </a:lnTo>
                          <a:lnTo>
                            <a:pt x="5170" y="2225"/>
                          </a:lnTo>
                          <a:lnTo>
                            <a:pt x="5237" y="2287"/>
                          </a:lnTo>
                          <a:lnTo>
                            <a:pt x="5303" y="2350"/>
                          </a:lnTo>
                          <a:lnTo>
                            <a:pt x="5368" y="2415"/>
                          </a:lnTo>
                          <a:lnTo>
                            <a:pt x="5432" y="2479"/>
                          </a:lnTo>
                          <a:lnTo>
                            <a:pt x="5495" y="2544"/>
                          </a:lnTo>
                          <a:lnTo>
                            <a:pt x="5558" y="2611"/>
                          </a:lnTo>
                          <a:lnTo>
                            <a:pt x="5620" y="2678"/>
                          </a:lnTo>
                          <a:lnTo>
                            <a:pt x="5680" y="2746"/>
                          </a:lnTo>
                          <a:lnTo>
                            <a:pt x="5741" y="2815"/>
                          </a:lnTo>
                          <a:lnTo>
                            <a:pt x="5800" y="2884"/>
                          </a:lnTo>
                          <a:lnTo>
                            <a:pt x="5858" y="2954"/>
                          </a:lnTo>
                          <a:lnTo>
                            <a:pt x="5917" y="3025"/>
                          </a:lnTo>
                          <a:lnTo>
                            <a:pt x="5973" y="3096"/>
                          </a:lnTo>
                          <a:lnTo>
                            <a:pt x="6029" y="3168"/>
                          </a:lnTo>
                          <a:lnTo>
                            <a:pt x="6085" y="3240"/>
                          </a:lnTo>
                          <a:lnTo>
                            <a:pt x="6139" y="3313"/>
                          </a:lnTo>
                          <a:lnTo>
                            <a:pt x="6192" y="3388"/>
                          </a:lnTo>
                          <a:lnTo>
                            <a:pt x="6245" y="3463"/>
                          </a:lnTo>
                          <a:lnTo>
                            <a:pt x="6297" y="3538"/>
                          </a:lnTo>
                          <a:lnTo>
                            <a:pt x="6348" y="3615"/>
                          </a:lnTo>
                          <a:lnTo>
                            <a:pt x="6398" y="3691"/>
                          </a:lnTo>
                          <a:lnTo>
                            <a:pt x="6447" y="3768"/>
                          </a:lnTo>
                          <a:lnTo>
                            <a:pt x="6495" y="3846"/>
                          </a:lnTo>
                          <a:lnTo>
                            <a:pt x="6541" y="3924"/>
                          </a:lnTo>
                          <a:lnTo>
                            <a:pt x="6588" y="4004"/>
                          </a:lnTo>
                          <a:lnTo>
                            <a:pt x="6634" y="4083"/>
                          </a:lnTo>
                          <a:lnTo>
                            <a:pt x="6678" y="4164"/>
                          </a:lnTo>
                          <a:lnTo>
                            <a:pt x="6722" y="4245"/>
                          </a:lnTo>
                          <a:lnTo>
                            <a:pt x="6764" y="4326"/>
                          </a:lnTo>
                          <a:lnTo>
                            <a:pt x="6806" y="4408"/>
                          </a:lnTo>
                          <a:lnTo>
                            <a:pt x="6846" y="4491"/>
                          </a:lnTo>
                          <a:lnTo>
                            <a:pt x="6885" y="4575"/>
                          </a:lnTo>
                          <a:lnTo>
                            <a:pt x="6925" y="4657"/>
                          </a:lnTo>
                          <a:lnTo>
                            <a:pt x="6962" y="4742"/>
                          </a:lnTo>
                          <a:lnTo>
                            <a:pt x="6999" y="4827"/>
                          </a:lnTo>
                          <a:lnTo>
                            <a:pt x="7034" y="4912"/>
                          </a:lnTo>
                          <a:lnTo>
                            <a:pt x="7069" y="4998"/>
                          </a:lnTo>
                          <a:lnTo>
                            <a:pt x="7102" y="5085"/>
                          </a:lnTo>
                          <a:lnTo>
                            <a:pt x="7135" y="5171"/>
                          </a:lnTo>
                          <a:lnTo>
                            <a:pt x="7167" y="5259"/>
                          </a:lnTo>
                          <a:lnTo>
                            <a:pt x="7197" y="5347"/>
                          </a:lnTo>
                          <a:lnTo>
                            <a:pt x="7226" y="5435"/>
                          </a:lnTo>
                          <a:lnTo>
                            <a:pt x="7255" y="5523"/>
                          </a:lnTo>
                          <a:lnTo>
                            <a:pt x="7282" y="5613"/>
                          </a:lnTo>
                          <a:lnTo>
                            <a:pt x="7308" y="5702"/>
                          </a:lnTo>
                          <a:lnTo>
                            <a:pt x="7333" y="5793"/>
                          </a:lnTo>
                          <a:lnTo>
                            <a:pt x="7357" y="5884"/>
                          </a:lnTo>
                          <a:lnTo>
                            <a:pt x="7380" y="5974"/>
                          </a:lnTo>
                          <a:lnTo>
                            <a:pt x="7402" y="6065"/>
                          </a:lnTo>
                          <a:lnTo>
                            <a:pt x="7423" y="6158"/>
                          </a:lnTo>
                          <a:lnTo>
                            <a:pt x="7443" y="6250"/>
                          </a:lnTo>
                          <a:lnTo>
                            <a:pt x="7461" y="6342"/>
                          </a:lnTo>
                          <a:lnTo>
                            <a:pt x="7478" y="6436"/>
                          </a:lnTo>
                          <a:lnTo>
                            <a:pt x="7494" y="6529"/>
                          </a:lnTo>
                          <a:lnTo>
                            <a:pt x="7509" y="6622"/>
                          </a:lnTo>
                          <a:lnTo>
                            <a:pt x="7524" y="6717"/>
                          </a:lnTo>
                          <a:lnTo>
                            <a:pt x="7536" y="6812"/>
                          </a:lnTo>
                          <a:lnTo>
                            <a:pt x="7547" y="6907"/>
                          </a:lnTo>
                          <a:lnTo>
                            <a:pt x="7558" y="7002"/>
                          </a:lnTo>
                          <a:lnTo>
                            <a:pt x="7567" y="7098"/>
                          </a:lnTo>
                          <a:lnTo>
                            <a:pt x="7575" y="7193"/>
                          </a:lnTo>
                          <a:lnTo>
                            <a:pt x="7582" y="7290"/>
                          </a:lnTo>
                          <a:lnTo>
                            <a:pt x="7587" y="7386"/>
                          </a:lnTo>
                          <a:lnTo>
                            <a:pt x="7592" y="7484"/>
                          </a:lnTo>
                          <a:lnTo>
                            <a:pt x="7595" y="7580"/>
                          </a:lnTo>
                          <a:lnTo>
                            <a:pt x="7596" y="7678"/>
                          </a:lnTo>
                          <a:lnTo>
                            <a:pt x="7597" y="7777"/>
                          </a:lnTo>
                          <a:lnTo>
                            <a:pt x="7785" y="7777"/>
                          </a:lnTo>
                          <a:close/>
                        </a:path>
                      </a:pathLst>
                    </a:custGeom>
                    <a:solidFill>
                      <a:srgbClr val="1F1A17"/>
                    </a:solidFill>
                    <a:ln>
                      <a:noFill/>
                    </a:ln>
                  </p:spPr>
                  <p:txBody>
                    <a:bodyPr/>
                    <a:lstStyle/>
                    <a:p>
                      <a:pPr>
                        <a:defRPr/>
                      </a:pPr>
                      <a:endParaRPr lang="en-US" sz="1050">
                        <a:latin typeface="+mj-lt"/>
                      </a:endParaRPr>
                    </a:p>
                  </p:txBody>
                </p:sp>
                <p:sp>
                  <p:nvSpPr>
                    <p:cNvPr id="41185" name="Freeform 651">
                      <a:extLst>
                        <a:ext uri="{FF2B5EF4-FFF2-40B4-BE49-F238E27FC236}">
                          <a16:creationId xmlns="" xmlns:a16="http://schemas.microsoft.com/office/drawing/2014/main" id="{1EF39C85-25E4-AC5A-09EB-233CBFEE92B8}"/>
                        </a:ext>
                      </a:extLst>
                    </p:cNvPr>
                    <p:cNvSpPr>
                      <a:spLocks/>
                    </p:cNvSpPr>
                    <p:nvPr/>
                  </p:nvSpPr>
                  <p:spPr bwMode="auto">
                    <a:xfrm>
                      <a:off x="2799" y="2497"/>
                      <a:ext cx="1297" cy="1296"/>
                    </a:xfrm>
                    <a:custGeom>
                      <a:avLst/>
                      <a:gdLst>
                        <a:gd name="T0" fmla="*/ 0 w 7785"/>
                        <a:gd name="T1" fmla="*/ 0 h 7775"/>
                        <a:gd name="T2" fmla="*/ 0 w 7785"/>
                        <a:gd name="T3" fmla="*/ 0 h 7775"/>
                        <a:gd name="T4" fmla="*/ 0 w 7785"/>
                        <a:gd name="T5" fmla="*/ 0 h 7775"/>
                        <a:gd name="T6" fmla="*/ 0 w 7785"/>
                        <a:gd name="T7" fmla="*/ 0 h 7775"/>
                        <a:gd name="T8" fmla="*/ 0 w 7785"/>
                        <a:gd name="T9" fmla="*/ 0 h 7775"/>
                        <a:gd name="T10" fmla="*/ 0 w 7785"/>
                        <a:gd name="T11" fmla="*/ 0 h 7775"/>
                        <a:gd name="T12" fmla="*/ 0 w 7785"/>
                        <a:gd name="T13" fmla="*/ 0 h 7775"/>
                        <a:gd name="T14" fmla="*/ 0 w 7785"/>
                        <a:gd name="T15" fmla="*/ 0 h 7775"/>
                        <a:gd name="T16" fmla="*/ 0 w 7785"/>
                        <a:gd name="T17" fmla="*/ 0 h 7775"/>
                        <a:gd name="T18" fmla="*/ 0 w 7785"/>
                        <a:gd name="T19" fmla="*/ 0 h 7775"/>
                        <a:gd name="T20" fmla="*/ 0 w 7785"/>
                        <a:gd name="T21" fmla="*/ 0 h 7775"/>
                        <a:gd name="T22" fmla="*/ 0 w 7785"/>
                        <a:gd name="T23" fmla="*/ 0 h 7775"/>
                        <a:gd name="T24" fmla="*/ 0 w 7785"/>
                        <a:gd name="T25" fmla="*/ 0 h 7775"/>
                        <a:gd name="T26" fmla="*/ 0 w 7785"/>
                        <a:gd name="T27" fmla="*/ 0 h 7775"/>
                        <a:gd name="T28" fmla="*/ 0 w 7785"/>
                        <a:gd name="T29" fmla="*/ 0 h 7775"/>
                        <a:gd name="T30" fmla="*/ 0 w 7785"/>
                        <a:gd name="T31" fmla="*/ 0 h 7775"/>
                        <a:gd name="T32" fmla="*/ 0 w 7785"/>
                        <a:gd name="T33" fmla="*/ 0 h 7775"/>
                        <a:gd name="T34" fmla="*/ 0 w 7785"/>
                        <a:gd name="T35" fmla="*/ 0 h 7775"/>
                        <a:gd name="T36" fmla="*/ 0 w 7785"/>
                        <a:gd name="T37" fmla="*/ 0 h 7775"/>
                        <a:gd name="T38" fmla="*/ 0 w 7785"/>
                        <a:gd name="T39" fmla="*/ 0 h 7775"/>
                        <a:gd name="T40" fmla="*/ 0 w 7785"/>
                        <a:gd name="T41" fmla="*/ 0 h 7775"/>
                        <a:gd name="T42" fmla="*/ 0 w 7785"/>
                        <a:gd name="T43" fmla="*/ 0 h 7775"/>
                        <a:gd name="T44" fmla="*/ 0 w 7785"/>
                        <a:gd name="T45" fmla="*/ 0 h 7775"/>
                        <a:gd name="T46" fmla="*/ 0 w 7785"/>
                        <a:gd name="T47" fmla="*/ 0 h 7775"/>
                        <a:gd name="T48" fmla="*/ 0 w 7785"/>
                        <a:gd name="T49" fmla="*/ 0 h 7775"/>
                        <a:gd name="T50" fmla="*/ 0 w 7785"/>
                        <a:gd name="T51" fmla="*/ 0 h 7775"/>
                        <a:gd name="T52" fmla="*/ 0 w 7785"/>
                        <a:gd name="T53" fmla="*/ 0 h 7775"/>
                        <a:gd name="T54" fmla="*/ 0 w 7785"/>
                        <a:gd name="T55" fmla="*/ 0 h 7775"/>
                        <a:gd name="T56" fmla="*/ 0 w 7785"/>
                        <a:gd name="T57" fmla="*/ 0 h 7775"/>
                        <a:gd name="T58" fmla="*/ 0 w 7785"/>
                        <a:gd name="T59" fmla="*/ 0 h 7775"/>
                        <a:gd name="T60" fmla="*/ 0 w 7785"/>
                        <a:gd name="T61" fmla="*/ 0 h 7775"/>
                        <a:gd name="T62" fmla="*/ 0 w 7785"/>
                        <a:gd name="T63" fmla="*/ 0 h 7775"/>
                        <a:gd name="T64" fmla="*/ 0 w 7785"/>
                        <a:gd name="T65" fmla="*/ 0 h 7775"/>
                        <a:gd name="T66" fmla="*/ 0 w 7785"/>
                        <a:gd name="T67" fmla="*/ 0 h 7775"/>
                        <a:gd name="T68" fmla="*/ 0 w 7785"/>
                        <a:gd name="T69" fmla="*/ 0 h 7775"/>
                        <a:gd name="T70" fmla="*/ 0 w 7785"/>
                        <a:gd name="T71" fmla="*/ 0 h 7775"/>
                        <a:gd name="T72" fmla="*/ 0 w 7785"/>
                        <a:gd name="T73" fmla="*/ 0 h 7775"/>
                        <a:gd name="T74" fmla="*/ 0 w 7785"/>
                        <a:gd name="T75" fmla="*/ 0 h 7775"/>
                        <a:gd name="T76" fmla="*/ 0 w 7785"/>
                        <a:gd name="T77" fmla="*/ 0 h 7775"/>
                        <a:gd name="T78" fmla="*/ 0 w 7785"/>
                        <a:gd name="T79" fmla="*/ 0 h 7775"/>
                        <a:gd name="T80" fmla="*/ 0 w 7785"/>
                        <a:gd name="T81" fmla="*/ 0 h 7775"/>
                        <a:gd name="T82" fmla="*/ 0 w 7785"/>
                        <a:gd name="T83" fmla="*/ 0 h 7775"/>
                        <a:gd name="T84" fmla="*/ 0 w 7785"/>
                        <a:gd name="T85" fmla="*/ 0 h 7775"/>
                        <a:gd name="T86" fmla="*/ 0 w 7785"/>
                        <a:gd name="T87" fmla="*/ 0 h 7775"/>
                        <a:gd name="T88" fmla="*/ 0 w 7785"/>
                        <a:gd name="T89" fmla="*/ 0 h 7775"/>
                        <a:gd name="T90" fmla="*/ 0 w 7785"/>
                        <a:gd name="T91" fmla="*/ 0 h 7775"/>
                        <a:gd name="T92" fmla="*/ 0 w 7785"/>
                        <a:gd name="T93" fmla="*/ 0 h 7775"/>
                        <a:gd name="T94" fmla="*/ 0 w 7785"/>
                        <a:gd name="T95" fmla="*/ 0 h 7775"/>
                        <a:gd name="T96" fmla="*/ 0 w 7785"/>
                        <a:gd name="T97" fmla="*/ 0 h 7775"/>
                        <a:gd name="T98" fmla="*/ 0 w 7785"/>
                        <a:gd name="T99" fmla="*/ 0 h 7775"/>
                        <a:gd name="T100" fmla="*/ 0 w 7785"/>
                        <a:gd name="T101" fmla="*/ 0 h 7775"/>
                        <a:gd name="T102" fmla="*/ 0 w 7785"/>
                        <a:gd name="T103" fmla="*/ 0 h 777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785"/>
                        <a:gd name="T157" fmla="*/ 0 h 7775"/>
                        <a:gd name="T158" fmla="*/ 7785 w 7785"/>
                        <a:gd name="T159" fmla="*/ 7775 h 777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785" h="7775">
                          <a:moveTo>
                            <a:pt x="0" y="7775"/>
                          </a:moveTo>
                          <a:lnTo>
                            <a:pt x="0" y="7775"/>
                          </a:lnTo>
                          <a:lnTo>
                            <a:pt x="100" y="7774"/>
                          </a:lnTo>
                          <a:lnTo>
                            <a:pt x="200" y="7772"/>
                          </a:lnTo>
                          <a:lnTo>
                            <a:pt x="300" y="7769"/>
                          </a:lnTo>
                          <a:lnTo>
                            <a:pt x="400" y="7764"/>
                          </a:lnTo>
                          <a:lnTo>
                            <a:pt x="499" y="7759"/>
                          </a:lnTo>
                          <a:lnTo>
                            <a:pt x="597" y="7753"/>
                          </a:lnTo>
                          <a:lnTo>
                            <a:pt x="696" y="7744"/>
                          </a:lnTo>
                          <a:lnTo>
                            <a:pt x="794" y="7735"/>
                          </a:lnTo>
                          <a:lnTo>
                            <a:pt x="891" y="7724"/>
                          </a:lnTo>
                          <a:lnTo>
                            <a:pt x="989" y="7712"/>
                          </a:lnTo>
                          <a:lnTo>
                            <a:pt x="1086" y="7700"/>
                          </a:lnTo>
                          <a:lnTo>
                            <a:pt x="1182" y="7685"/>
                          </a:lnTo>
                          <a:lnTo>
                            <a:pt x="1279" y="7670"/>
                          </a:lnTo>
                          <a:lnTo>
                            <a:pt x="1375" y="7653"/>
                          </a:lnTo>
                          <a:lnTo>
                            <a:pt x="1470" y="7635"/>
                          </a:lnTo>
                          <a:lnTo>
                            <a:pt x="1566" y="7616"/>
                          </a:lnTo>
                          <a:lnTo>
                            <a:pt x="1660" y="7597"/>
                          </a:lnTo>
                          <a:lnTo>
                            <a:pt x="1754" y="7576"/>
                          </a:lnTo>
                          <a:lnTo>
                            <a:pt x="1848" y="7553"/>
                          </a:lnTo>
                          <a:lnTo>
                            <a:pt x="1942" y="7529"/>
                          </a:lnTo>
                          <a:lnTo>
                            <a:pt x="2034" y="7504"/>
                          </a:lnTo>
                          <a:lnTo>
                            <a:pt x="2127" y="7479"/>
                          </a:lnTo>
                          <a:lnTo>
                            <a:pt x="2219" y="7452"/>
                          </a:lnTo>
                          <a:lnTo>
                            <a:pt x="2310" y="7424"/>
                          </a:lnTo>
                          <a:lnTo>
                            <a:pt x="2402" y="7395"/>
                          </a:lnTo>
                          <a:lnTo>
                            <a:pt x="2492" y="7365"/>
                          </a:lnTo>
                          <a:lnTo>
                            <a:pt x="2582" y="7334"/>
                          </a:lnTo>
                          <a:lnTo>
                            <a:pt x="2672" y="7302"/>
                          </a:lnTo>
                          <a:lnTo>
                            <a:pt x="2761" y="7269"/>
                          </a:lnTo>
                          <a:lnTo>
                            <a:pt x="2850" y="7234"/>
                          </a:lnTo>
                          <a:lnTo>
                            <a:pt x="2938" y="7199"/>
                          </a:lnTo>
                          <a:lnTo>
                            <a:pt x="3025" y="7162"/>
                          </a:lnTo>
                          <a:lnTo>
                            <a:pt x="3112" y="7125"/>
                          </a:lnTo>
                          <a:lnTo>
                            <a:pt x="3198" y="7086"/>
                          </a:lnTo>
                          <a:lnTo>
                            <a:pt x="3284" y="7046"/>
                          </a:lnTo>
                          <a:lnTo>
                            <a:pt x="3370" y="7006"/>
                          </a:lnTo>
                          <a:lnTo>
                            <a:pt x="3455" y="6964"/>
                          </a:lnTo>
                          <a:lnTo>
                            <a:pt x="3539" y="6922"/>
                          </a:lnTo>
                          <a:lnTo>
                            <a:pt x="3622" y="6879"/>
                          </a:lnTo>
                          <a:lnTo>
                            <a:pt x="3706" y="6834"/>
                          </a:lnTo>
                          <a:lnTo>
                            <a:pt x="3788" y="6788"/>
                          </a:lnTo>
                          <a:lnTo>
                            <a:pt x="3869" y="6742"/>
                          </a:lnTo>
                          <a:lnTo>
                            <a:pt x="3951" y="6695"/>
                          </a:lnTo>
                          <a:lnTo>
                            <a:pt x="4032" y="6646"/>
                          </a:lnTo>
                          <a:lnTo>
                            <a:pt x="4111" y="6597"/>
                          </a:lnTo>
                          <a:lnTo>
                            <a:pt x="4191" y="6546"/>
                          </a:lnTo>
                          <a:lnTo>
                            <a:pt x="4269" y="6496"/>
                          </a:lnTo>
                          <a:lnTo>
                            <a:pt x="4347" y="6444"/>
                          </a:lnTo>
                          <a:lnTo>
                            <a:pt x="4425" y="6391"/>
                          </a:lnTo>
                          <a:lnTo>
                            <a:pt x="4501" y="6337"/>
                          </a:lnTo>
                          <a:lnTo>
                            <a:pt x="4577" y="6282"/>
                          </a:lnTo>
                          <a:lnTo>
                            <a:pt x="4653" y="6226"/>
                          </a:lnTo>
                          <a:lnTo>
                            <a:pt x="4727" y="6170"/>
                          </a:lnTo>
                          <a:lnTo>
                            <a:pt x="4801" y="6113"/>
                          </a:lnTo>
                          <a:lnTo>
                            <a:pt x="4874" y="6054"/>
                          </a:lnTo>
                          <a:lnTo>
                            <a:pt x="4947" y="5996"/>
                          </a:lnTo>
                          <a:lnTo>
                            <a:pt x="5018" y="5935"/>
                          </a:lnTo>
                          <a:lnTo>
                            <a:pt x="5090" y="5875"/>
                          </a:lnTo>
                          <a:lnTo>
                            <a:pt x="5160" y="5813"/>
                          </a:lnTo>
                          <a:lnTo>
                            <a:pt x="5230" y="5751"/>
                          </a:lnTo>
                          <a:lnTo>
                            <a:pt x="5298" y="5687"/>
                          </a:lnTo>
                          <a:lnTo>
                            <a:pt x="5366" y="5623"/>
                          </a:lnTo>
                          <a:lnTo>
                            <a:pt x="5434" y="5559"/>
                          </a:lnTo>
                          <a:lnTo>
                            <a:pt x="5501" y="5493"/>
                          </a:lnTo>
                          <a:lnTo>
                            <a:pt x="5565" y="5426"/>
                          </a:lnTo>
                          <a:lnTo>
                            <a:pt x="5630" y="5359"/>
                          </a:lnTo>
                          <a:lnTo>
                            <a:pt x="5695" y="5291"/>
                          </a:lnTo>
                          <a:lnTo>
                            <a:pt x="5758" y="5222"/>
                          </a:lnTo>
                          <a:lnTo>
                            <a:pt x="5820" y="5153"/>
                          </a:lnTo>
                          <a:lnTo>
                            <a:pt x="5882" y="5083"/>
                          </a:lnTo>
                          <a:lnTo>
                            <a:pt x="5942" y="5012"/>
                          </a:lnTo>
                          <a:lnTo>
                            <a:pt x="6003" y="4940"/>
                          </a:lnTo>
                          <a:lnTo>
                            <a:pt x="6062" y="4868"/>
                          </a:lnTo>
                          <a:lnTo>
                            <a:pt x="6121" y="4795"/>
                          </a:lnTo>
                          <a:lnTo>
                            <a:pt x="6178" y="4721"/>
                          </a:lnTo>
                          <a:lnTo>
                            <a:pt x="6234" y="4646"/>
                          </a:lnTo>
                          <a:lnTo>
                            <a:pt x="6290" y="4571"/>
                          </a:lnTo>
                          <a:lnTo>
                            <a:pt x="6345" y="4496"/>
                          </a:lnTo>
                          <a:lnTo>
                            <a:pt x="6399" y="4419"/>
                          </a:lnTo>
                          <a:lnTo>
                            <a:pt x="6452" y="4342"/>
                          </a:lnTo>
                          <a:lnTo>
                            <a:pt x="6504" y="4263"/>
                          </a:lnTo>
                          <a:lnTo>
                            <a:pt x="6555" y="4185"/>
                          </a:lnTo>
                          <a:lnTo>
                            <a:pt x="6605" y="4106"/>
                          </a:lnTo>
                          <a:lnTo>
                            <a:pt x="6654" y="4026"/>
                          </a:lnTo>
                          <a:lnTo>
                            <a:pt x="6703" y="3946"/>
                          </a:lnTo>
                          <a:lnTo>
                            <a:pt x="6751" y="3864"/>
                          </a:lnTo>
                          <a:lnTo>
                            <a:pt x="6797" y="3783"/>
                          </a:lnTo>
                          <a:lnTo>
                            <a:pt x="6842" y="3700"/>
                          </a:lnTo>
                          <a:lnTo>
                            <a:pt x="6886" y="3617"/>
                          </a:lnTo>
                          <a:lnTo>
                            <a:pt x="6930" y="3533"/>
                          </a:lnTo>
                          <a:lnTo>
                            <a:pt x="6974" y="3450"/>
                          </a:lnTo>
                          <a:lnTo>
                            <a:pt x="7015" y="3366"/>
                          </a:lnTo>
                          <a:lnTo>
                            <a:pt x="7055" y="3280"/>
                          </a:lnTo>
                          <a:lnTo>
                            <a:pt x="7095" y="3194"/>
                          </a:lnTo>
                          <a:lnTo>
                            <a:pt x="7133" y="3108"/>
                          </a:lnTo>
                          <a:lnTo>
                            <a:pt x="7171" y="3021"/>
                          </a:lnTo>
                          <a:lnTo>
                            <a:pt x="7207" y="2934"/>
                          </a:lnTo>
                          <a:lnTo>
                            <a:pt x="7243" y="2846"/>
                          </a:lnTo>
                          <a:lnTo>
                            <a:pt x="7277" y="2757"/>
                          </a:lnTo>
                          <a:lnTo>
                            <a:pt x="7310" y="2668"/>
                          </a:lnTo>
                          <a:lnTo>
                            <a:pt x="7343" y="2579"/>
                          </a:lnTo>
                          <a:lnTo>
                            <a:pt x="7374" y="2488"/>
                          </a:lnTo>
                          <a:lnTo>
                            <a:pt x="7404" y="2398"/>
                          </a:lnTo>
                          <a:lnTo>
                            <a:pt x="7433" y="2307"/>
                          </a:lnTo>
                          <a:lnTo>
                            <a:pt x="7461" y="2216"/>
                          </a:lnTo>
                          <a:lnTo>
                            <a:pt x="7489" y="2123"/>
                          </a:lnTo>
                          <a:lnTo>
                            <a:pt x="7514" y="2031"/>
                          </a:lnTo>
                          <a:lnTo>
                            <a:pt x="7539" y="1939"/>
                          </a:lnTo>
                          <a:lnTo>
                            <a:pt x="7562" y="1846"/>
                          </a:lnTo>
                          <a:lnTo>
                            <a:pt x="7584" y="1751"/>
                          </a:lnTo>
                          <a:lnTo>
                            <a:pt x="7605" y="1658"/>
                          </a:lnTo>
                          <a:lnTo>
                            <a:pt x="7626" y="1562"/>
                          </a:lnTo>
                          <a:lnTo>
                            <a:pt x="7645" y="1468"/>
                          </a:lnTo>
                          <a:lnTo>
                            <a:pt x="7662" y="1372"/>
                          </a:lnTo>
                          <a:lnTo>
                            <a:pt x="7679" y="1277"/>
                          </a:lnTo>
                          <a:lnTo>
                            <a:pt x="7695" y="1180"/>
                          </a:lnTo>
                          <a:lnTo>
                            <a:pt x="7708" y="1084"/>
                          </a:lnTo>
                          <a:lnTo>
                            <a:pt x="7721" y="987"/>
                          </a:lnTo>
                          <a:lnTo>
                            <a:pt x="7733" y="890"/>
                          </a:lnTo>
                          <a:lnTo>
                            <a:pt x="7744" y="792"/>
                          </a:lnTo>
                          <a:lnTo>
                            <a:pt x="7753" y="694"/>
                          </a:lnTo>
                          <a:lnTo>
                            <a:pt x="7762" y="596"/>
                          </a:lnTo>
                          <a:lnTo>
                            <a:pt x="7768" y="497"/>
                          </a:lnTo>
                          <a:lnTo>
                            <a:pt x="7774" y="398"/>
                          </a:lnTo>
                          <a:lnTo>
                            <a:pt x="7779" y="299"/>
                          </a:lnTo>
                          <a:lnTo>
                            <a:pt x="7782" y="199"/>
                          </a:lnTo>
                          <a:lnTo>
                            <a:pt x="7784" y="99"/>
                          </a:lnTo>
                          <a:lnTo>
                            <a:pt x="7785" y="0"/>
                          </a:lnTo>
                          <a:lnTo>
                            <a:pt x="7597" y="0"/>
                          </a:lnTo>
                          <a:lnTo>
                            <a:pt x="7596" y="97"/>
                          </a:lnTo>
                          <a:lnTo>
                            <a:pt x="7595" y="195"/>
                          </a:lnTo>
                          <a:lnTo>
                            <a:pt x="7592" y="292"/>
                          </a:lnTo>
                          <a:lnTo>
                            <a:pt x="7587" y="389"/>
                          </a:lnTo>
                          <a:lnTo>
                            <a:pt x="7582" y="485"/>
                          </a:lnTo>
                          <a:lnTo>
                            <a:pt x="7575" y="582"/>
                          </a:lnTo>
                          <a:lnTo>
                            <a:pt x="7567" y="677"/>
                          </a:lnTo>
                          <a:lnTo>
                            <a:pt x="7558" y="773"/>
                          </a:lnTo>
                          <a:lnTo>
                            <a:pt x="7547" y="868"/>
                          </a:lnTo>
                          <a:lnTo>
                            <a:pt x="7536" y="964"/>
                          </a:lnTo>
                          <a:lnTo>
                            <a:pt x="7524" y="1058"/>
                          </a:lnTo>
                          <a:lnTo>
                            <a:pt x="7509" y="1153"/>
                          </a:lnTo>
                          <a:lnTo>
                            <a:pt x="7494" y="1246"/>
                          </a:lnTo>
                          <a:lnTo>
                            <a:pt x="7478" y="1339"/>
                          </a:lnTo>
                          <a:lnTo>
                            <a:pt x="7461" y="1433"/>
                          </a:lnTo>
                          <a:lnTo>
                            <a:pt x="7443" y="1525"/>
                          </a:lnTo>
                          <a:lnTo>
                            <a:pt x="7423" y="1617"/>
                          </a:lnTo>
                          <a:lnTo>
                            <a:pt x="7402" y="1710"/>
                          </a:lnTo>
                          <a:lnTo>
                            <a:pt x="7380" y="1801"/>
                          </a:lnTo>
                          <a:lnTo>
                            <a:pt x="7357" y="1892"/>
                          </a:lnTo>
                          <a:lnTo>
                            <a:pt x="7333" y="1982"/>
                          </a:lnTo>
                          <a:lnTo>
                            <a:pt x="7308" y="2073"/>
                          </a:lnTo>
                          <a:lnTo>
                            <a:pt x="7282" y="2163"/>
                          </a:lnTo>
                          <a:lnTo>
                            <a:pt x="7255" y="2252"/>
                          </a:lnTo>
                          <a:lnTo>
                            <a:pt x="7226" y="2340"/>
                          </a:lnTo>
                          <a:lnTo>
                            <a:pt x="7197" y="2429"/>
                          </a:lnTo>
                          <a:lnTo>
                            <a:pt x="7167" y="2516"/>
                          </a:lnTo>
                          <a:lnTo>
                            <a:pt x="7135" y="2604"/>
                          </a:lnTo>
                          <a:lnTo>
                            <a:pt x="7102" y="2691"/>
                          </a:lnTo>
                          <a:lnTo>
                            <a:pt x="7069" y="2777"/>
                          </a:lnTo>
                          <a:lnTo>
                            <a:pt x="7034" y="2863"/>
                          </a:lnTo>
                          <a:lnTo>
                            <a:pt x="6999" y="2948"/>
                          </a:lnTo>
                          <a:lnTo>
                            <a:pt x="6962" y="3033"/>
                          </a:lnTo>
                          <a:lnTo>
                            <a:pt x="6925" y="3118"/>
                          </a:lnTo>
                          <a:lnTo>
                            <a:pt x="6885" y="3201"/>
                          </a:lnTo>
                          <a:lnTo>
                            <a:pt x="6846" y="3284"/>
                          </a:lnTo>
                          <a:lnTo>
                            <a:pt x="6806" y="3367"/>
                          </a:lnTo>
                          <a:lnTo>
                            <a:pt x="6764" y="3449"/>
                          </a:lnTo>
                          <a:lnTo>
                            <a:pt x="6722" y="3530"/>
                          </a:lnTo>
                          <a:lnTo>
                            <a:pt x="6678" y="3611"/>
                          </a:lnTo>
                          <a:lnTo>
                            <a:pt x="6634" y="3692"/>
                          </a:lnTo>
                          <a:lnTo>
                            <a:pt x="6588" y="3771"/>
                          </a:lnTo>
                          <a:lnTo>
                            <a:pt x="6541" y="3851"/>
                          </a:lnTo>
                          <a:lnTo>
                            <a:pt x="6495" y="3929"/>
                          </a:lnTo>
                          <a:lnTo>
                            <a:pt x="6447" y="4007"/>
                          </a:lnTo>
                          <a:lnTo>
                            <a:pt x="6398" y="4084"/>
                          </a:lnTo>
                          <a:lnTo>
                            <a:pt x="6348" y="4162"/>
                          </a:lnTo>
                          <a:lnTo>
                            <a:pt x="6297" y="4237"/>
                          </a:lnTo>
                          <a:lnTo>
                            <a:pt x="6245" y="4312"/>
                          </a:lnTo>
                          <a:lnTo>
                            <a:pt x="6192" y="4387"/>
                          </a:lnTo>
                          <a:lnTo>
                            <a:pt x="6139" y="4462"/>
                          </a:lnTo>
                          <a:lnTo>
                            <a:pt x="6085" y="4535"/>
                          </a:lnTo>
                          <a:lnTo>
                            <a:pt x="6029" y="4607"/>
                          </a:lnTo>
                          <a:lnTo>
                            <a:pt x="5973" y="4679"/>
                          </a:lnTo>
                          <a:lnTo>
                            <a:pt x="5917" y="4751"/>
                          </a:lnTo>
                          <a:lnTo>
                            <a:pt x="5858" y="4821"/>
                          </a:lnTo>
                          <a:lnTo>
                            <a:pt x="5800" y="4891"/>
                          </a:lnTo>
                          <a:lnTo>
                            <a:pt x="5741" y="4960"/>
                          </a:lnTo>
                          <a:lnTo>
                            <a:pt x="5680" y="5029"/>
                          </a:lnTo>
                          <a:lnTo>
                            <a:pt x="5620" y="5097"/>
                          </a:lnTo>
                          <a:lnTo>
                            <a:pt x="5558" y="5164"/>
                          </a:lnTo>
                          <a:lnTo>
                            <a:pt x="5495" y="5231"/>
                          </a:lnTo>
                          <a:lnTo>
                            <a:pt x="5432" y="5297"/>
                          </a:lnTo>
                          <a:lnTo>
                            <a:pt x="5368" y="5360"/>
                          </a:lnTo>
                          <a:lnTo>
                            <a:pt x="5303" y="5425"/>
                          </a:lnTo>
                          <a:lnTo>
                            <a:pt x="5237" y="5489"/>
                          </a:lnTo>
                          <a:lnTo>
                            <a:pt x="5170" y="5551"/>
                          </a:lnTo>
                          <a:lnTo>
                            <a:pt x="5103" y="5613"/>
                          </a:lnTo>
                          <a:lnTo>
                            <a:pt x="5035" y="5673"/>
                          </a:lnTo>
                          <a:lnTo>
                            <a:pt x="4967" y="5734"/>
                          </a:lnTo>
                          <a:lnTo>
                            <a:pt x="4897" y="5793"/>
                          </a:lnTo>
                          <a:lnTo>
                            <a:pt x="4827" y="5852"/>
                          </a:lnTo>
                          <a:lnTo>
                            <a:pt x="4757" y="5909"/>
                          </a:lnTo>
                          <a:lnTo>
                            <a:pt x="4685" y="5966"/>
                          </a:lnTo>
                          <a:lnTo>
                            <a:pt x="4614" y="6022"/>
                          </a:lnTo>
                          <a:lnTo>
                            <a:pt x="4541" y="6078"/>
                          </a:lnTo>
                          <a:lnTo>
                            <a:pt x="4467" y="6132"/>
                          </a:lnTo>
                          <a:lnTo>
                            <a:pt x="4393" y="6185"/>
                          </a:lnTo>
                          <a:lnTo>
                            <a:pt x="4319" y="6238"/>
                          </a:lnTo>
                          <a:lnTo>
                            <a:pt x="4242" y="6289"/>
                          </a:lnTo>
                          <a:lnTo>
                            <a:pt x="4167" y="6340"/>
                          </a:lnTo>
                          <a:lnTo>
                            <a:pt x="4089" y="6389"/>
                          </a:lnTo>
                          <a:lnTo>
                            <a:pt x="4013" y="6438"/>
                          </a:lnTo>
                          <a:lnTo>
                            <a:pt x="3934" y="6487"/>
                          </a:lnTo>
                          <a:lnTo>
                            <a:pt x="3856" y="6534"/>
                          </a:lnTo>
                          <a:lnTo>
                            <a:pt x="3777" y="6580"/>
                          </a:lnTo>
                          <a:lnTo>
                            <a:pt x="3696" y="6625"/>
                          </a:lnTo>
                          <a:lnTo>
                            <a:pt x="3617" y="6670"/>
                          </a:lnTo>
                          <a:lnTo>
                            <a:pt x="3535" y="6713"/>
                          </a:lnTo>
                          <a:lnTo>
                            <a:pt x="3454" y="6755"/>
                          </a:lnTo>
                          <a:lnTo>
                            <a:pt x="3371" y="6797"/>
                          </a:lnTo>
                          <a:lnTo>
                            <a:pt x="3288" y="6838"/>
                          </a:lnTo>
                          <a:lnTo>
                            <a:pt x="3206" y="6877"/>
                          </a:lnTo>
                          <a:lnTo>
                            <a:pt x="3122" y="6916"/>
                          </a:lnTo>
                          <a:lnTo>
                            <a:pt x="3038" y="6954"/>
                          </a:lnTo>
                          <a:lnTo>
                            <a:pt x="2953" y="6990"/>
                          </a:lnTo>
                          <a:lnTo>
                            <a:pt x="2867" y="7026"/>
                          </a:lnTo>
                          <a:lnTo>
                            <a:pt x="2781" y="7060"/>
                          </a:lnTo>
                          <a:lnTo>
                            <a:pt x="2695" y="7094"/>
                          </a:lnTo>
                          <a:lnTo>
                            <a:pt x="2608" y="7126"/>
                          </a:lnTo>
                          <a:lnTo>
                            <a:pt x="2521" y="7158"/>
                          </a:lnTo>
                          <a:lnTo>
                            <a:pt x="2432" y="7188"/>
                          </a:lnTo>
                          <a:lnTo>
                            <a:pt x="2344" y="7218"/>
                          </a:lnTo>
                          <a:lnTo>
                            <a:pt x="2255" y="7246"/>
                          </a:lnTo>
                          <a:lnTo>
                            <a:pt x="2166" y="7273"/>
                          </a:lnTo>
                          <a:lnTo>
                            <a:pt x="2076" y="7300"/>
                          </a:lnTo>
                          <a:lnTo>
                            <a:pt x="1985" y="7324"/>
                          </a:lnTo>
                          <a:lnTo>
                            <a:pt x="1895" y="7349"/>
                          </a:lnTo>
                          <a:lnTo>
                            <a:pt x="1804" y="7372"/>
                          </a:lnTo>
                          <a:lnTo>
                            <a:pt x="1712" y="7393"/>
                          </a:lnTo>
                          <a:lnTo>
                            <a:pt x="1620" y="7413"/>
                          </a:lnTo>
                          <a:lnTo>
                            <a:pt x="1528" y="7433"/>
                          </a:lnTo>
                          <a:lnTo>
                            <a:pt x="1435" y="7451"/>
                          </a:lnTo>
                          <a:lnTo>
                            <a:pt x="1342" y="7469"/>
                          </a:lnTo>
                          <a:lnTo>
                            <a:pt x="1248" y="7485"/>
                          </a:lnTo>
                          <a:lnTo>
                            <a:pt x="1155" y="7500"/>
                          </a:lnTo>
                          <a:lnTo>
                            <a:pt x="1060" y="7514"/>
                          </a:lnTo>
                          <a:lnTo>
                            <a:pt x="966" y="7527"/>
                          </a:lnTo>
                          <a:lnTo>
                            <a:pt x="870" y="7538"/>
                          </a:lnTo>
                          <a:lnTo>
                            <a:pt x="776" y="7549"/>
                          </a:lnTo>
                          <a:lnTo>
                            <a:pt x="679" y="7558"/>
                          </a:lnTo>
                          <a:lnTo>
                            <a:pt x="583" y="7566"/>
                          </a:lnTo>
                          <a:lnTo>
                            <a:pt x="487" y="7572"/>
                          </a:lnTo>
                          <a:lnTo>
                            <a:pt x="390" y="7578"/>
                          </a:lnTo>
                          <a:lnTo>
                            <a:pt x="294" y="7583"/>
                          </a:lnTo>
                          <a:lnTo>
                            <a:pt x="196" y="7585"/>
                          </a:lnTo>
                          <a:lnTo>
                            <a:pt x="98" y="7587"/>
                          </a:lnTo>
                          <a:lnTo>
                            <a:pt x="0" y="7587"/>
                          </a:lnTo>
                          <a:lnTo>
                            <a:pt x="0" y="7775"/>
                          </a:lnTo>
                          <a:close/>
                        </a:path>
                      </a:pathLst>
                    </a:custGeom>
                    <a:solidFill>
                      <a:srgbClr val="1F1A17"/>
                    </a:solidFill>
                    <a:ln>
                      <a:noFill/>
                    </a:ln>
                  </p:spPr>
                  <p:txBody>
                    <a:bodyPr/>
                    <a:lstStyle/>
                    <a:p>
                      <a:pPr>
                        <a:defRPr/>
                      </a:pPr>
                      <a:endParaRPr lang="en-US" sz="1050">
                        <a:latin typeface="+mj-lt"/>
                      </a:endParaRPr>
                    </a:p>
                  </p:txBody>
                </p:sp>
                <p:sp>
                  <p:nvSpPr>
                    <p:cNvPr id="41186" name="Freeform 652">
                      <a:extLst>
                        <a:ext uri="{FF2B5EF4-FFF2-40B4-BE49-F238E27FC236}">
                          <a16:creationId xmlns="" xmlns:a16="http://schemas.microsoft.com/office/drawing/2014/main" id="{0C346D0E-0BBD-7B36-92F4-E7B2E935B9B3}"/>
                        </a:ext>
                      </a:extLst>
                    </p:cNvPr>
                    <p:cNvSpPr>
                      <a:spLocks/>
                    </p:cNvSpPr>
                    <p:nvPr/>
                  </p:nvSpPr>
                  <p:spPr bwMode="auto">
                    <a:xfrm>
                      <a:off x="1502" y="2497"/>
                      <a:ext cx="1297" cy="1296"/>
                    </a:xfrm>
                    <a:custGeom>
                      <a:avLst/>
                      <a:gdLst>
                        <a:gd name="T0" fmla="*/ 0 w 7784"/>
                        <a:gd name="T1" fmla="*/ 0 h 7775"/>
                        <a:gd name="T2" fmla="*/ 0 w 7784"/>
                        <a:gd name="T3" fmla="*/ 0 h 7775"/>
                        <a:gd name="T4" fmla="*/ 0 w 7784"/>
                        <a:gd name="T5" fmla="*/ 0 h 7775"/>
                        <a:gd name="T6" fmla="*/ 0 w 7784"/>
                        <a:gd name="T7" fmla="*/ 0 h 7775"/>
                        <a:gd name="T8" fmla="*/ 0 w 7784"/>
                        <a:gd name="T9" fmla="*/ 0 h 7775"/>
                        <a:gd name="T10" fmla="*/ 0 w 7784"/>
                        <a:gd name="T11" fmla="*/ 0 h 7775"/>
                        <a:gd name="T12" fmla="*/ 0 w 7784"/>
                        <a:gd name="T13" fmla="*/ 0 h 7775"/>
                        <a:gd name="T14" fmla="*/ 0 w 7784"/>
                        <a:gd name="T15" fmla="*/ 0 h 7775"/>
                        <a:gd name="T16" fmla="*/ 0 w 7784"/>
                        <a:gd name="T17" fmla="*/ 0 h 7775"/>
                        <a:gd name="T18" fmla="*/ 0 w 7784"/>
                        <a:gd name="T19" fmla="*/ 0 h 7775"/>
                        <a:gd name="T20" fmla="*/ 0 w 7784"/>
                        <a:gd name="T21" fmla="*/ 0 h 7775"/>
                        <a:gd name="T22" fmla="*/ 0 w 7784"/>
                        <a:gd name="T23" fmla="*/ 0 h 7775"/>
                        <a:gd name="T24" fmla="*/ 0 w 7784"/>
                        <a:gd name="T25" fmla="*/ 0 h 7775"/>
                        <a:gd name="T26" fmla="*/ 0 w 7784"/>
                        <a:gd name="T27" fmla="*/ 0 h 7775"/>
                        <a:gd name="T28" fmla="*/ 0 w 7784"/>
                        <a:gd name="T29" fmla="*/ 0 h 7775"/>
                        <a:gd name="T30" fmla="*/ 0 w 7784"/>
                        <a:gd name="T31" fmla="*/ 0 h 7775"/>
                        <a:gd name="T32" fmla="*/ 0 w 7784"/>
                        <a:gd name="T33" fmla="*/ 0 h 7775"/>
                        <a:gd name="T34" fmla="*/ 0 w 7784"/>
                        <a:gd name="T35" fmla="*/ 0 h 7775"/>
                        <a:gd name="T36" fmla="*/ 0 w 7784"/>
                        <a:gd name="T37" fmla="*/ 0 h 7775"/>
                        <a:gd name="T38" fmla="*/ 0 w 7784"/>
                        <a:gd name="T39" fmla="*/ 0 h 7775"/>
                        <a:gd name="T40" fmla="*/ 0 w 7784"/>
                        <a:gd name="T41" fmla="*/ 0 h 7775"/>
                        <a:gd name="T42" fmla="*/ 0 w 7784"/>
                        <a:gd name="T43" fmla="*/ 0 h 7775"/>
                        <a:gd name="T44" fmla="*/ 0 w 7784"/>
                        <a:gd name="T45" fmla="*/ 0 h 7775"/>
                        <a:gd name="T46" fmla="*/ 0 w 7784"/>
                        <a:gd name="T47" fmla="*/ 0 h 7775"/>
                        <a:gd name="T48" fmla="*/ 0 w 7784"/>
                        <a:gd name="T49" fmla="*/ 0 h 7775"/>
                        <a:gd name="T50" fmla="*/ 0 w 7784"/>
                        <a:gd name="T51" fmla="*/ 0 h 7775"/>
                        <a:gd name="T52" fmla="*/ 0 w 7784"/>
                        <a:gd name="T53" fmla="*/ 0 h 7775"/>
                        <a:gd name="T54" fmla="*/ 0 w 7784"/>
                        <a:gd name="T55" fmla="*/ 0 h 7775"/>
                        <a:gd name="T56" fmla="*/ 0 w 7784"/>
                        <a:gd name="T57" fmla="*/ 0 h 7775"/>
                        <a:gd name="T58" fmla="*/ 0 w 7784"/>
                        <a:gd name="T59" fmla="*/ 0 h 7775"/>
                        <a:gd name="T60" fmla="*/ 0 w 7784"/>
                        <a:gd name="T61" fmla="*/ 0 h 7775"/>
                        <a:gd name="T62" fmla="*/ 0 w 7784"/>
                        <a:gd name="T63" fmla="*/ 0 h 7775"/>
                        <a:gd name="T64" fmla="*/ 0 w 7784"/>
                        <a:gd name="T65" fmla="*/ 0 h 7775"/>
                        <a:gd name="T66" fmla="*/ 0 w 7784"/>
                        <a:gd name="T67" fmla="*/ 0 h 7775"/>
                        <a:gd name="T68" fmla="*/ 0 w 7784"/>
                        <a:gd name="T69" fmla="*/ 0 h 7775"/>
                        <a:gd name="T70" fmla="*/ 0 w 7784"/>
                        <a:gd name="T71" fmla="*/ 0 h 7775"/>
                        <a:gd name="T72" fmla="*/ 0 w 7784"/>
                        <a:gd name="T73" fmla="*/ 0 h 7775"/>
                        <a:gd name="T74" fmla="*/ 0 w 7784"/>
                        <a:gd name="T75" fmla="*/ 0 h 7775"/>
                        <a:gd name="T76" fmla="*/ 0 w 7784"/>
                        <a:gd name="T77" fmla="*/ 0 h 7775"/>
                        <a:gd name="T78" fmla="*/ 0 w 7784"/>
                        <a:gd name="T79" fmla="*/ 0 h 7775"/>
                        <a:gd name="T80" fmla="*/ 0 w 7784"/>
                        <a:gd name="T81" fmla="*/ 0 h 7775"/>
                        <a:gd name="T82" fmla="*/ 0 w 7784"/>
                        <a:gd name="T83" fmla="*/ 0 h 7775"/>
                        <a:gd name="T84" fmla="*/ 0 w 7784"/>
                        <a:gd name="T85" fmla="*/ 0 h 7775"/>
                        <a:gd name="T86" fmla="*/ 0 w 7784"/>
                        <a:gd name="T87" fmla="*/ 0 h 7775"/>
                        <a:gd name="T88" fmla="*/ 0 w 7784"/>
                        <a:gd name="T89" fmla="*/ 0 h 7775"/>
                        <a:gd name="T90" fmla="*/ 0 w 7784"/>
                        <a:gd name="T91" fmla="*/ 0 h 7775"/>
                        <a:gd name="T92" fmla="*/ 0 w 7784"/>
                        <a:gd name="T93" fmla="*/ 0 h 7775"/>
                        <a:gd name="T94" fmla="*/ 0 w 7784"/>
                        <a:gd name="T95" fmla="*/ 0 h 7775"/>
                        <a:gd name="T96" fmla="*/ 0 w 7784"/>
                        <a:gd name="T97" fmla="*/ 0 h 7775"/>
                        <a:gd name="T98" fmla="*/ 0 w 7784"/>
                        <a:gd name="T99" fmla="*/ 0 h 7775"/>
                        <a:gd name="T100" fmla="*/ 0 w 7784"/>
                        <a:gd name="T101" fmla="*/ 0 h 7775"/>
                        <a:gd name="T102" fmla="*/ 0 w 7784"/>
                        <a:gd name="T103" fmla="*/ 0 h 777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784"/>
                        <a:gd name="T157" fmla="*/ 0 h 7775"/>
                        <a:gd name="T158" fmla="*/ 7784 w 7784"/>
                        <a:gd name="T159" fmla="*/ 7775 h 777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784" h="7775">
                          <a:moveTo>
                            <a:pt x="0" y="0"/>
                          </a:moveTo>
                          <a:lnTo>
                            <a:pt x="0" y="0"/>
                          </a:lnTo>
                          <a:lnTo>
                            <a:pt x="1" y="99"/>
                          </a:lnTo>
                          <a:lnTo>
                            <a:pt x="3" y="199"/>
                          </a:lnTo>
                          <a:lnTo>
                            <a:pt x="6" y="299"/>
                          </a:lnTo>
                          <a:lnTo>
                            <a:pt x="11" y="397"/>
                          </a:lnTo>
                          <a:lnTo>
                            <a:pt x="16" y="497"/>
                          </a:lnTo>
                          <a:lnTo>
                            <a:pt x="22" y="596"/>
                          </a:lnTo>
                          <a:lnTo>
                            <a:pt x="31" y="694"/>
                          </a:lnTo>
                          <a:lnTo>
                            <a:pt x="40" y="792"/>
                          </a:lnTo>
                          <a:lnTo>
                            <a:pt x="51" y="890"/>
                          </a:lnTo>
                          <a:lnTo>
                            <a:pt x="63" y="987"/>
                          </a:lnTo>
                          <a:lnTo>
                            <a:pt x="75" y="1084"/>
                          </a:lnTo>
                          <a:lnTo>
                            <a:pt x="90" y="1180"/>
                          </a:lnTo>
                          <a:lnTo>
                            <a:pt x="105" y="1277"/>
                          </a:lnTo>
                          <a:lnTo>
                            <a:pt x="122" y="1372"/>
                          </a:lnTo>
                          <a:lnTo>
                            <a:pt x="140" y="1468"/>
                          </a:lnTo>
                          <a:lnTo>
                            <a:pt x="159" y="1562"/>
                          </a:lnTo>
                          <a:lnTo>
                            <a:pt x="178" y="1658"/>
                          </a:lnTo>
                          <a:lnTo>
                            <a:pt x="200" y="1751"/>
                          </a:lnTo>
                          <a:lnTo>
                            <a:pt x="222" y="1846"/>
                          </a:lnTo>
                          <a:lnTo>
                            <a:pt x="246" y="1939"/>
                          </a:lnTo>
                          <a:lnTo>
                            <a:pt x="271" y="2031"/>
                          </a:lnTo>
                          <a:lnTo>
                            <a:pt x="296" y="2123"/>
                          </a:lnTo>
                          <a:lnTo>
                            <a:pt x="323" y="2216"/>
                          </a:lnTo>
                          <a:lnTo>
                            <a:pt x="352" y="2307"/>
                          </a:lnTo>
                          <a:lnTo>
                            <a:pt x="380" y="2398"/>
                          </a:lnTo>
                          <a:lnTo>
                            <a:pt x="410" y="2488"/>
                          </a:lnTo>
                          <a:lnTo>
                            <a:pt x="442" y="2579"/>
                          </a:lnTo>
                          <a:lnTo>
                            <a:pt x="474" y="2668"/>
                          </a:lnTo>
                          <a:lnTo>
                            <a:pt x="507" y="2757"/>
                          </a:lnTo>
                          <a:lnTo>
                            <a:pt x="542" y="2846"/>
                          </a:lnTo>
                          <a:lnTo>
                            <a:pt x="578" y="2934"/>
                          </a:lnTo>
                          <a:lnTo>
                            <a:pt x="614" y="3021"/>
                          </a:lnTo>
                          <a:lnTo>
                            <a:pt x="651" y="3108"/>
                          </a:lnTo>
                          <a:lnTo>
                            <a:pt x="689" y="3194"/>
                          </a:lnTo>
                          <a:lnTo>
                            <a:pt x="730" y="3280"/>
                          </a:lnTo>
                          <a:lnTo>
                            <a:pt x="770" y="3366"/>
                          </a:lnTo>
                          <a:lnTo>
                            <a:pt x="811" y="3450"/>
                          </a:lnTo>
                          <a:lnTo>
                            <a:pt x="854" y="3533"/>
                          </a:lnTo>
                          <a:lnTo>
                            <a:pt x="897" y="3617"/>
                          </a:lnTo>
                          <a:lnTo>
                            <a:pt x="942" y="3700"/>
                          </a:lnTo>
                          <a:lnTo>
                            <a:pt x="988" y="3783"/>
                          </a:lnTo>
                          <a:lnTo>
                            <a:pt x="1034" y="3864"/>
                          </a:lnTo>
                          <a:lnTo>
                            <a:pt x="1081" y="3946"/>
                          </a:lnTo>
                          <a:lnTo>
                            <a:pt x="1130" y="4026"/>
                          </a:lnTo>
                          <a:lnTo>
                            <a:pt x="1179" y="4106"/>
                          </a:lnTo>
                          <a:lnTo>
                            <a:pt x="1230" y="4185"/>
                          </a:lnTo>
                          <a:lnTo>
                            <a:pt x="1281" y="4263"/>
                          </a:lnTo>
                          <a:lnTo>
                            <a:pt x="1333" y="4342"/>
                          </a:lnTo>
                          <a:lnTo>
                            <a:pt x="1386" y="4418"/>
                          </a:lnTo>
                          <a:lnTo>
                            <a:pt x="1440" y="4496"/>
                          </a:lnTo>
                          <a:lnTo>
                            <a:pt x="1494" y="4571"/>
                          </a:lnTo>
                          <a:lnTo>
                            <a:pt x="1551" y="4646"/>
                          </a:lnTo>
                          <a:lnTo>
                            <a:pt x="1607" y="4721"/>
                          </a:lnTo>
                          <a:lnTo>
                            <a:pt x="1664" y="4795"/>
                          </a:lnTo>
                          <a:lnTo>
                            <a:pt x="1723" y="4868"/>
                          </a:lnTo>
                          <a:lnTo>
                            <a:pt x="1781" y="4940"/>
                          </a:lnTo>
                          <a:lnTo>
                            <a:pt x="1842" y="5012"/>
                          </a:lnTo>
                          <a:lnTo>
                            <a:pt x="1902" y="5083"/>
                          </a:lnTo>
                          <a:lnTo>
                            <a:pt x="1964" y="5153"/>
                          </a:lnTo>
                          <a:lnTo>
                            <a:pt x="2026" y="5222"/>
                          </a:lnTo>
                          <a:lnTo>
                            <a:pt x="2090" y="5291"/>
                          </a:lnTo>
                          <a:lnTo>
                            <a:pt x="2154" y="5359"/>
                          </a:lnTo>
                          <a:lnTo>
                            <a:pt x="2219" y="5426"/>
                          </a:lnTo>
                          <a:lnTo>
                            <a:pt x="2284" y="5493"/>
                          </a:lnTo>
                          <a:lnTo>
                            <a:pt x="2351" y="5559"/>
                          </a:lnTo>
                          <a:lnTo>
                            <a:pt x="2418" y="5623"/>
                          </a:lnTo>
                          <a:lnTo>
                            <a:pt x="2486" y="5687"/>
                          </a:lnTo>
                          <a:lnTo>
                            <a:pt x="2555" y="5751"/>
                          </a:lnTo>
                          <a:lnTo>
                            <a:pt x="2624" y="5813"/>
                          </a:lnTo>
                          <a:lnTo>
                            <a:pt x="2695" y="5875"/>
                          </a:lnTo>
                          <a:lnTo>
                            <a:pt x="2765" y="5935"/>
                          </a:lnTo>
                          <a:lnTo>
                            <a:pt x="2838" y="5996"/>
                          </a:lnTo>
                          <a:lnTo>
                            <a:pt x="2910" y="6054"/>
                          </a:lnTo>
                          <a:lnTo>
                            <a:pt x="2983" y="6113"/>
                          </a:lnTo>
                          <a:lnTo>
                            <a:pt x="3057" y="6170"/>
                          </a:lnTo>
                          <a:lnTo>
                            <a:pt x="3132" y="6226"/>
                          </a:lnTo>
                          <a:lnTo>
                            <a:pt x="3207" y="6282"/>
                          </a:lnTo>
                          <a:lnTo>
                            <a:pt x="3283" y="6337"/>
                          </a:lnTo>
                          <a:lnTo>
                            <a:pt x="3360" y="6391"/>
                          </a:lnTo>
                          <a:lnTo>
                            <a:pt x="3437" y="6444"/>
                          </a:lnTo>
                          <a:lnTo>
                            <a:pt x="3515" y="6496"/>
                          </a:lnTo>
                          <a:lnTo>
                            <a:pt x="3594" y="6546"/>
                          </a:lnTo>
                          <a:lnTo>
                            <a:pt x="3673" y="6597"/>
                          </a:lnTo>
                          <a:lnTo>
                            <a:pt x="3753" y="6646"/>
                          </a:lnTo>
                          <a:lnTo>
                            <a:pt x="3834" y="6695"/>
                          </a:lnTo>
                          <a:lnTo>
                            <a:pt x="3915" y="6742"/>
                          </a:lnTo>
                          <a:lnTo>
                            <a:pt x="3996" y="6788"/>
                          </a:lnTo>
                          <a:lnTo>
                            <a:pt x="4079" y="6834"/>
                          </a:lnTo>
                          <a:lnTo>
                            <a:pt x="4162" y="6879"/>
                          </a:lnTo>
                          <a:lnTo>
                            <a:pt x="4246" y="6922"/>
                          </a:lnTo>
                          <a:lnTo>
                            <a:pt x="4330" y="6964"/>
                          </a:lnTo>
                          <a:lnTo>
                            <a:pt x="4415" y="7006"/>
                          </a:lnTo>
                          <a:lnTo>
                            <a:pt x="4500" y="7046"/>
                          </a:lnTo>
                          <a:lnTo>
                            <a:pt x="4586" y="7086"/>
                          </a:lnTo>
                          <a:lnTo>
                            <a:pt x="4673" y="7125"/>
                          </a:lnTo>
                          <a:lnTo>
                            <a:pt x="4760" y="7162"/>
                          </a:lnTo>
                          <a:lnTo>
                            <a:pt x="4847" y="7199"/>
                          </a:lnTo>
                          <a:lnTo>
                            <a:pt x="4935" y="7234"/>
                          </a:lnTo>
                          <a:lnTo>
                            <a:pt x="5023" y="7269"/>
                          </a:lnTo>
                          <a:lnTo>
                            <a:pt x="5112" y="7302"/>
                          </a:lnTo>
                          <a:lnTo>
                            <a:pt x="5202" y="7334"/>
                          </a:lnTo>
                          <a:lnTo>
                            <a:pt x="5292" y="7365"/>
                          </a:lnTo>
                          <a:lnTo>
                            <a:pt x="5382" y="7395"/>
                          </a:lnTo>
                          <a:lnTo>
                            <a:pt x="5474" y="7424"/>
                          </a:lnTo>
                          <a:lnTo>
                            <a:pt x="5565" y="7452"/>
                          </a:lnTo>
                          <a:lnTo>
                            <a:pt x="5657" y="7479"/>
                          </a:lnTo>
                          <a:lnTo>
                            <a:pt x="5750" y="7504"/>
                          </a:lnTo>
                          <a:lnTo>
                            <a:pt x="5843" y="7529"/>
                          </a:lnTo>
                          <a:lnTo>
                            <a:pt x="5937" y="7553"/>
                          </a:lnTo>
                          <a:lnTo>
                            <a:pt x="6030" y="7576"/>
                          </a:lnTo>
                          <a:lnTo>
                            <a:pt x="6125" y="7597"/>
                          </a:lnTo>
                          <a:lnTo>
                            <a:pt x="6219" y="7616"/>
                          </a:lnTo>
                          <a:lnTo>
                            <a:pt x="6314" y="7635"/>
                          </a:lnTo>
                          <a:lnTo>
                            <a:pt x="6409" y="7653"/>
                          </a:lnTo>
                          <a:lnTo>
                            <a:pt x="6505" y="7670"/>
                          </a:lnTo>
                          <a:lnTo>
                            <a:pt x="6601" y="7685"/>
                          </a:lnTo>
                          <a:lnTo>
                            <a:pt x="6698" y="7700"/>
                          </a:lnTo>
                          <a:lnTo>
                            <a:pt x="6796" y="7712"/>
                          </a:lnTo>
                          <a:lnTo>
                            <a:pt x="6892" y="7724"/>
                          </a:lnTo>
                          <a:lnTo>
                            <a:pt x="6991" y="7735"/>
                          </a:lnTo>
                          <a:lnTo>
                            <a:pt x="7089" y="7744"/>
                          </a:lnTo>
                          <a:lnTo>
                            <a:pt x="7187" y="7753"/>
                          </a:lnTo>
                          <a:lnTo>
                            <a:pt x="7285" y="7759"/>
                          </a:lnTo>
                          <a:lnTo>
                            <a:pt x="7385" y="7764"/>
                          </a:lnTo>
                          <a:lnTo>
                            <a:pt x="7484" y="7769"/>
                          </a:lnTo>
                          <a:lnTo>
                            <a:pt x="7584" y="7772"/>
                          </a:lnTo>
                          <a:lnTo>
                            <a:pt x="7684" y="7774"/>
                          </a:lnTo>
                          <a:lnTo>
                            <a:pt x="7784" y="7775"/>
                          </a:lnTo>
                          <a:lnTo>
                            <a:pt x="7784" y="7587"/>
                          </a:lnTo>
                          <a:lnTo>
                            <a:pt x="7686" y="7587"/>
                          </a:lnTo>
                          <a:lnTo>
                            <a:pt x="7588" y="7585"/>
                          </a:lnTo>
                          <a:lnTo>
                            <a:pt x="7491" y="7583"/>
                          </a:lnTo>
                          <a:lnTo>
                            <a:pt x="7394" y="7578"/>
                          </a:lnTo>
                          <a:lnTo>
                            <a:pt x="7297" y="7572"/>
                          </a:lnTo>
                          <a:lnTo>
                            <a:pt x="7201" y="7566"/>
                          </a:lnTo>
                          <a:lnTo>
                            <a:pt x="7105" y="7558"/>
                          </a:lnTo>
                          <a:lnTo>
                            <a:pt x="7009" y="7549"/>
                          </a:lnTo>
                          <a:lnTo>
                            <a:pt x="6914" y="7538"/>
                          </a:lnTo>
                          <a:lnTo>
                            <a:pt x="6819" y="7527"/>
                          </a:lnTo>
                          <a:lnTo>
                            <a:pt x="6724" y="7514"/>
                          </a:lnTo>
                          <a:lnTo>
                            <a:pt x="6630" y="7500"/>
                          </a:lnTo>
                          <a:lnTo>
                            <a:pt x="6536" y="7485"/>
                          </a:lnTo>
                          <a:lnTo>
                            <a:pt x="6442" y="7469"/>
                          </a:lnTo>
                          <a:lnTo>
                            <a:pt x="6349" y="7451"/>
                          </a:lnTo>
                          <a:lnTo>
                            <a:pt x="6256" y="7433"/>
                          </a:lnTo>
                          <a:lnTo>
                            <a:pt x="6164" y="7413"/>
                          </a:lnTo>
                          <a:lnTo>
                            <a:pt x="6071" y="7393"/>
                          </a:lnTo>
                          <a:lnTo>
                            <a:pt x="5980" y="7372"/>
                          </a:lnTo>
                          <a:lnTo>
                            <a:pt x="5890" y="7349"/>
                          </a:lnTo>
                          <a:lnTo>
                            <a:pt x="5799" y="7324"/>
                          </a:lnTo>
                          <a:lnTo>
                            <a:pt x="5708" y="7300"/>
                          </a:lnTo>
                          <a:lnTo>
                            <a:pt x="5619" y="7273"/>
                          </a:lnTo>
                          <a:lnTo>
                            <a:pt x="5530" y="7246"/>
                          </a:lnTo>
                          <a:lnTo>
                            <a:pt x="5441" y="7218"/>
                          </a:lnTo>
                          <a:lnTo>
                            <a:pt x="5352" y="7188"/>
                          </a:lnTo>
                          <a:lnTo>
                            <a:pt x="5264" y="7158"/>
                          </a:lnTo>
                          <a:lnTo>
                            <a:pt x="5177" y="7126"/>
                          </a:lnTo>
                          <a:lnTo>
                            <a:pt x="5090" y="7094"/>
                          </a:lnTo>
                          <a:lnTo>
                            <a:pt x="5003" y="7060"/>
                          </a:lnTo>
                          <a:lnTo>
                            <a:pt x="4917" y="7026"/>
                          </a:lnTo>
                          <a:lnTo>
                            <a:pt x="4832" y="6990"/>
                          </a:lnTo>
                          <a:lnTo>
                            <a:pt x="4747" y="6954"/>
                          </a:lnTo>
                          <a:lnTo>
                            <a:pt x="4662" y="6916"/>
                          </a:lnTo>
                          <a:lnTo>
                            <a:pt x="4579" y="6877"/>
                          </a:lnTo>
                          <a:lnTo>
                            <a:pt x="4495" y="6838"/>
                          </a:lnTo>
                          <a:lnTo>
                            <a:pt x="4413" y="6797"/>
                          </a:lnTo>
                          <a:lnTo>
                            <a:pt x="4331" y="6755"/>
                          </a:lnTo>
                          <a:lnTo>
                            <a:pt x="4249" y="6713"/>
                          </a:lnTo>
                          <a:lnTo>
                            <a:pt x="4168" y="6670"/>
                          </a:lnTo>
                          <a:lnTo>
                            <a:pt x="4088" y="6625"/>
                          </a:lnTo>
                          <a:lnTo>
                            <a:pt x="4008" y="6580"/>
                          </a:lnTo>
                          <a:lnTo>
                            <a:pt x="3928" y="6534"/>
                          </a:lnTo>
                          <a:lnTo>
                            <a:pt x="3850" y="6487"/>
                          </a:lnTo>
                          <a:lnTo>
                            <a:pt x="3772" y="6438"/>
                          </a:lnTo>
                          <a:lnTo>
                            <a:pt x="3695" y="6389"/>
                          </a:lnTo>
                          <a:lnTo>
                            <a:pt x="3617" y="6340"/>
                          </a:lnTo>
                          <a:lnTo>
                            <a:pt x="3542" y="6289"/>
                          </a:lnTo>
                          <a:lnTo>
                            <a:pt x="3466" y="6238"/>
                          </a:lnTo>
                          <a:lnTo>
                            <a:pt x="3391" y="6185"/>
                          </a:lnTo>
                          <a:lnTo>
                            <a:pt x="3317" y="6132"/>
                          </a:lnTo>
                          <a:lnTo>
                            <a:pt x="3243" y="6078"/>
                          </a:lnTo>
                          <a:lnTo>
                            <a:pt x="3171" y="6022"/>
                          </a:lnTo>
                          <a:lnTo>
                            <a:pt x="3099" y="5966"/>
                          </a:lnTo>
                          <a:lnTo>
                            <a:pt x="3028" y="5909"/>
                          </a:lnTo>
                          <a:lnTo>
                            <a:pt x="2957" y="5852"/>
                          </a:lnTo>
                          <a:lnTo>
                            <a:pt x="2887" y="5793"/>
                          </a:lnTo>
                          <a:lnTo>
                            <a:pt x="2817" y="5734"/>
                          </a:lnTo>
                          <a:lnTo>
                            <a:pt x="2748" y="5673"/>
                          </a:lnTo>
                          <a:lnTo>
                            <a:pt x="2680" y="5613"/>
                          </a:lnTo>
                          <a:lnTo>
                            <a:pt x="2614" y="5551"/>
                          </a:lnTo>
                          <a:lnTo>
                            <a:pt x="2547" y="5489"/>
                          </a:lnTo>
                          <a:lnTo>
                            <a:pt x="2482" y="5425"/>
                          </a:lnTo>
                          <a:lnTo>
                            <a:pt x="2417" y="5360"/>
                          </a:lnTo>
                          <a:lnTo>
                            <a:pt x="2352" y="5297"/>
                          </a:lnTo>
                          <a:lnTo>
                            <a:pt x="2290" y="5231"/>
                          </a:lnTo>
                          <a:lnTo>
                            <a:pt x="2227" y="5164"/>
                          </a:lnTo>
                          <a:lnTo>
                            <a:pt x="2164" y="5097"/>
                          </a:lnTo>
                          <a:lnTo>
                            <a:pt x="2104" y="5029"/>
                          </a:lnTo>
                          <a:lnTo>
                            <a:pt x="2043" y="4960"/>
                          </a:lnTo>
                          <a:lnTo>
                            <a:pt x="1984" y="4891"/>
                          </a:lnTo>
                          <a:lnTo>
                            <a:pt x="1925" y="4821"/>
                          </a:lnTo>
                          <a:lnTo>
                            <a:pt x="1868" y="4751"/>
                          </a:lnTo>
                          <a:lnTo>
                            <a:pt x="1811" y="4679"/>
                          </a:lnTo>
                          <a:lnTo>
                            <a:pt x="1755" y="4607"/>
                          </a:lnTo>
                          <a:lnTo>
                            <a:pt x="1699" y="4535"/>
                          </a:lnTo>
                          <a:lnTo>
                            <a:pt x="1645" y="4461"/>
                          </a:lnTo>
                          <a:lnTo>
                            <a:pt x="1592" y="4387"/>
                          </a:lnTo>
                          <a:lnTo>
                            <a:pt x="1539" y="4312"/>
                          </a:lnTo>
                          <a:lnTo>
                            <a:pt x="1488" y="4237"/>
                          </a:lnTo>
                          <a:lnTo>
                            <a:pt x="1437" y="4162"/>
                          </a:lnTo>
                          <a:lnTo>
                            <a:pt x="1387" y="4084"/>
                          </a:lnTo>
                          <a:lnTo>
                            <a:pt x="1338" y="4007"/>
                          </a:lnTo>
                          <a:lnTo>
                            <a:pt x="1289" y="3929"/>
                          </a:lnTo>
                          <a:lnTo>
                            <a:pt x="1243" y="3851"/>
                          </a:lnTo>
                          <a:lnTo>
                            <a:pt x="1196" y="3771"/>
                          </a:lnTo>
                          <a:lnTo>
                            <a:pt x="1151" y="3692"/>
                          </a:lnTo>
                          <a:lnTo>
                            <a:pt x="1107" y="3611"/>
                          </a:lnTo>
                          <a:lnTo>
                            <a:pt x="1063" y="3530"/>
                          </a:lnTo>
                          <a:lnTo>
                            <a:pt x="1021" y="3449"/>
                          </a:lnTo>
                          <a:lnTo>
                            <a:pt x="979" y="3367"/>
                          </a:lnTo>
                          <a:lnTo>
                            <a:pt x="938" y="3284"/>
                          </a:lnTo>
                          <a:lnTo>
                            <a:pt x="898" y="3201"/>
                          </a:lnTo>
                          <a:lnTo>
                            <a:pt x="860" y="3118"/>
                          </a:lnTo>
                          <a:lnTo>
                            <a:pt x="822" y="3033"/>
                          </a:lnTo>
                          <a:lnTo>
                            <a:pt x="786" y="2948"/>
                          </a:lnTo>
                          <a:lnTo>
                            <a:pt x="750" y="2863"/>
                          </a:lnTo>
                          <a:lnTo>
                            <a:pt x="716" y="2777"/>
                          </a:lnTo>
                          <a:lnTo>
                            <a:pt x="682" y="2691"/>
                          </a:lnTo>
                          <a:lnTo>
                            <a:pt x="650" y="2604"/>
                          </a:lnTo>
                          <a:lnTo>
                            <a:pt x="618" y="2516"/>
                          </a:lnTo>
                          <a:lnTo>
                            <a:pt x="587" y="2429"/>
                          </a:lnTo>
                          <a:lnTo>
                            <a:pt x="558" y="2340"/>
                          </a:lnTo>
                          <a:lnTo>
                            <a:pt x="530" y="2252"/>
                          </a:lnTo>
                          <a:lnTo>
                            <a:pt x="502" y="2163"/>
                          </a:lnTo>
                          <a:lnTo>
                            <a:pt x="476" y="2073"/>
                          </a:lnTo>
                          <a:lnTo>
                            <a:pt x="451" y="1982"/>
                          </a:lnTo>
                          <a:lnTo>
                            <a:pt x="427" y="1892"/>
                          </a:lnTo>
                          <a:lnTo>
                            <a:pt x="404" y="1801"/>
                          </a:lnTo>
                          <a:lnTo>
                            <a:pt x="382" y="1710"/>
                          </a:lnTo>
                          <a:lnTo>
                            <a:pt x="362" y="1617"/>
                          </a:lnTo>
                          <a:lnTo>
                            <a:pt x="342" y="1525"/>
                          </a:lnTo>
                          <a:lnTo>
                            <a:pt x="324" y="1433"/>
                          </a:lnTo>
                          <a:lnTo>
                            <a:pt x="306" y="1339"/>
                          </a:lnTo>
                          <a:lnTo>
                            <a:pt x="290" y="1246"/>
                          </a:lnTo>
                          <a:lnTo>
                            <a:pt x="275" y="1153"/>
                          </a:lnTo>
                          <a:lnTo>
                            <a:pt x="261" y="1058"/>
                          </a:lnTo>
                          <a:lnTo>
                            <a:pt x="249" y="964"/>
                          </a:lnTo>
                          <a:lnTo>
                            <a:pt x="237" y="868"/>
                          </a:lnTo>
                          <a:lnTo>
                            <a:pt x="226" y="774"/>
                          </a:lnTo>
                          <a:lnTo>
                            <a:pt x="218" y="677"/>
                          </a:lnTo>
                          <a:lnTo>
                            <a:pt x="209" y="582"/>
                          </a:lnTo>
                          <a:lnTo>
                            <a:pt x="203" y="485"/>
                          </a:lnTo>
                          <a:lnTo>
                            <a:pt x="198" y="389"/>
                          </a:lnTo>
                          <a:lnTo>
                            <a:pt x="192" y="292"/>
                          </a:lnTo>
                          <a:lnTo>
                            <a:pt x="190" y="195"/>
                          </a:lnTo>
                          <a:lnTo>
                            <a:pt x="188" y="97"/>
                          </a:lnTo>
                          <a:lnTo>
                            <a:pt x="188" y="0"/>
                          </a:lnTo>
                          <a:lnTo>
                            <a:pt x="0" y="0"/>
                          </a:lnTo>
                          <a:close/>
                        </a:path>
                      </a:pathLst>
                    </a:custGeom>
                    <a:solidFill>
                      <a:srgbClr val="1F1A17"/>
                    </a:solidFill>
                    <a:ln>
                      <a:noFill/>
                    </a:ln>
                  </p:spPr>
                  <p:txBody>
                    <a:bodyPr/>
                    <a:lstStyle/>
                    <a:p>
                      <a:pPr>
                        <a:defRPr/>
                      </a:pPr>
                      <a:endParaRPr lang="en-US" sz="1050">
                        <a:latin typeface="+mj-lt"/>
                      </a:endParaRPr>
                    </a:p>
                  </p:txBody>
                </p:sp>
                <p:sp>
                  <p:nvSpPr>
                    <p:cNvPr id="41187" name="Freeform 653">
                      <a:extLst>
                        <a:ext uri="{FF2B5EF4-FFF2-40B4-BE49-F238E27FC236}">
                          <a16:creationId xmlns="" xmlns:a16="http://schemas.microsoft.com/office/drawing/2014/main" id="{5C8A8ADD-0AC6-CEDF-BE8F-C95D0E8D3352}"/>
                        </a:ext>
                      </a:extLst>
                    </p:cNvPr>
                    <p:cNvSpPr>
                      <a:spLocks/>
                    </p:cNvSpPr>
                    <p:nvPr/>
                  </p:nvSpPr>
                  <p:spPr bwMode="auto">
                    <a:xfrm>
                      <a:off x="1502" y="1201"/>
                      <a:ext cx="1297" cy="1296"/>
                    </a:xfrm>
                    <a:custGeom>
                      <a:avLst/>
                      <a:gdLst>
                        <a:gd name="T0" fmla="*/ 0 w 7784"/>
                        <a:gd name="T1" fmla="*/ 0 h 7777"/>
                        <a:gd name="T2" fmla="*/ 0 w 7784"/>
                        <a:gd name="T3" fmla="*/ 0 h 7777"/>
                        <a:gd name="T4" fmla="*/ 0 w 7784"/>
                        <a:gd name="T5" fmla="*/ 0 h 7777"/>
                        <a:gd name="T6" fmla="*/ 0 w 7784"/>
                        <a:gd name="T7" fmla="*/ 0 h 7777"/>
                        <a:gd name="T8" fmla="*/ 0 w 7784"/>
                        <a:gd name="T9" fmla="*/ 0 h 7777"/>
                        <a:gd name="T10" fmla="*/ 0 w 7784"/>
                        <a:gd name="T11" fmla="*/ 0 h 7777"/>
                        <a:gd name="T12" fmla="*/ 0 w 7784"/>
                        <a:gd name="T13" fmla="*/ 0 h 7777"/>
                        <a:gd name="T14" fmla="*/ 0 w 7784"/>
                        <a:gd name="T15" fmla="*/ 0 h 7777"/>
                        <a:gd name="T16" fmla="*/ 0 w 7784"/>
                        <a:gd name="T17" fmla="*/ 0 h 7777"/>
                        <a:gd name="T18" fmla="*/ 0 w 7784"/>
                        <a:gd name="T19" fmla="*/ 0 h 7777"/>
                        <a:gd name="T20" fmla="*/ 0 w 7784"/>
                        <a:gd name="T21" fmla="*/ 0 h 7777"/>
                        <a:gd name="T22" fmla="*/ 0 w 7784"/>
                        <a:gd name="T23" fmla="*/ 0 h 7777"/>
                        <a:gd name="T24" fmla="*/ 0 w 7784"/>
                        <a:gd name="T25" fmla="*/ 0 h 7777"/>
                        <a:gd name="T26" fmla="*/ 0 w 7784"/>
                        <a:gd name="T27" fmla="*/ 0 h 7777"/>
                        <a:gd name="T28" fmla="*/ 0 w 7784"/>
                        <a:gd name="T29" fmla="*/ 0 h 7777"/>
                        <a:gd name="T30" fmla="*/ 0 w 7784"/>
                        <a:gd name="T31" fmla="*/ 0 h 7777"/>
                        <a:gd name="T32" fmla="*/ 0 w 7784"/>
                        <a:gd name="T33" fmla="*/ 0 h 7777"/>
                        <a:gd name="T34" fmla="*/ 0 w 7784"/>
                        <a:gd name="T35" fmla="*/ 0 h 7777"/>
                        <a:gd name="T36" fmla="*/ 0 w 7784"/>
                        <a:gd name="T37" fmla="*/ 0 h 7777"/>
                        <a:gd name="T38" fmla="*/ 0 w 7784"/>
                        <a:gd name="T39" fmla="*/ 0 h 7777"/>
                        <a:gd name="T40" fmla="*/ 0 w 7784"/>
                        <a:gd name="T41" fmla="*/ 0 h 7777"/>
                        <a:gd name="T42" fmla="*/ 0 w 7784"/>
                        <a:gd name="T43" fmla="*/ 0 h 7777"/>
                        <a:gd name="T44" fmla="*/ 0 w 7784"/>
                        <a:gd name="T45" fmla="*/ 0 h 7777"/>
                        <a:gd name="T46" fmla="*/ 0 w 7784"/>
                        <a:gd name="T47" fmla="*/ 0 h 7777"/>
                        <a:gd name="T48" fmla="*/ 0 w 7784"/>
                        <a:gd name="T49" fmla="*/ 0 h 7777"/>
                        <a:gd name="T50" fmla="*/ 0 w 7784"/>
                        <a:gd name="T51" fmla="*/ 0 h 7777"/>
                        <a:gd name="T52" fmla="*/ 0 w 7784"/>
                        <a:gd name="T53" fmla="*/ 0 h 7777"/>
                        <a:gd name="T54" fmla="*/ 0 w 7784"/>
                        <a:gd name="T55" fmla="*/ 0 h 7777"/>
                        <a:gd name="T56" fmla="*/ 0 w 7784"/>
                        <a:gd name="T57" fmla="*/ 0 h 7777"/>
                        <a:gd name="T58" fmla="*/ 0 w 7784"/>
                        <a:gd name="T59" fmla="*/ 0 h 7777"/>
                        <a:gd name="T60" fmla="*/ 0 w 7784"/>
                        <a:gd name="T61" fmla="*/ 0 h 7777"/>
                        <a:gd name="T62" fmla="*/ 0 w 7784"/>
                        <a:gd name="T63" fmla="*/ 0 h 7777"/>
                        <a:gd name="T64" fmla="*/ 0 w 7784"/>
                        <a:gd name="T65" fmla="*/ 0 h 7777"/>
                        <a:gd name="T66" fmla="*/ 0 w 7784"/>
                        <a:gd name="T67" fmla="*/ 0 h 7777"/>
                        <a:gd name="T68" fmla="*/ 0 w 7784"/>
                        <a:gd name="T69" fmla="*/ 0 h 7777"/>
                        <a:gd name="T70" fmla="*/ 0 w 7784"/>
                        <a:gd name="T71" fmla="*/ 0 h 7777"/>
                        <a:gd name="T72" fmla="*/ 0 w 7784"/>
                        <a:gd name="T73" fmla="*/ 0 h 7777"/>
                        <a:gd name="T74" fmla="*/ 0 w 7784"/>
                        <a:gd name="T75" fmla="*/ 0 h 7777"/>
                        <a:gd name="T76" fmla="*/ 0 w 7784"/>
                        <a:gd name="T77" fmla="*/ 0 h 7777"/>
                        <a:gd name="T78" fmla="*/ 0 w 7784"/>
                        <a:gd name="T79" fmla="*/ 0 h 7777"/>
                        <a:gd name="T80" fmla="*/ 0 w 7784"/>
                        <a:gd name="T81" fmla="*/ 0 h 7777"/>
                        <a:gd name="T82" fmla="*/ 0 w 7784"/>
                        <a:gd name="T83" fmla="*/ 0 h 7777"/>
                        <a:gd name="T84" fmla="*/ 0 w 7784"/>
                        <a:gd name="T85" fmla="*/ 0 h 7777"/>
                        <a:gd name="T86" fmla="*/ 0 w 7784"/>
                        <a:gd name="T87" fmla="*/ 0 h 7777"/>
                        <a:gd name="T88" fmla="*/ 0 w 7784"/>
                        <a:gd name="T89" fmla="*/ 0 h 7777"/>
                        <a:gd name="T90" fmla="*/ 0 w 7784"/>
                        <a:gd name="T91" fmla="*/ 0 h 7777"/>
                        <a:gd name="T92" fmla="*/ 0 w 7784"/>
                        <a:gd name="T93" fmla="*/ 0 h 7777"/>
                        <a:gd name="T94" fmla="*/ 0 w 7784"/>
                        <a:gd name="T95" fmla="*/ 0 h 7777"/>
                        <a:gd name="T96" fmla="*/ 0 w 7784"/>
                        <a:gd name="T97" fmla="*/ 0 h 7777"/>
                        <a:gd name="T98" fmla="*/ 0 w 7784"/>
                        <a:gd name="T99" fmla="*/ 0 h 7777"/>
                        <a:gd name="T100" fmla="*/ 0 w 7784"/>
                        <a:gd name="T101" fmla="*/ 0 h 7777"/>
                        <a:gd name="T102" fmla="*/ 0 w 7784"/>
                        <a:gd name="T103" fmla="*/ 0 h 77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784"/>
                        <a:gd name="T157" fmla="*/ 0 h 7777"/>
                        <a:gd name="T158" fmla="*/ 7784 w 7784"/>
                        <a:gd name="T159" fmla="*/ 7777 h 77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784" h="7777">
                          <a:moveTo>
                            <a:pt x="7784" y="0"/>
                          </a:moveTo>
                          <a:lnTo>
                            <a:pt x="7784" y="0"/>
                          </a:lnTo>
                          <a:lnTo>
                            <a:pt x="7684" y="1"/>
                          </a:lnTo>
                          <a:lnTo>
                            <a:pt x="7584" y="3"/>
                          </a:lnTo>
                          <a:lnTo>
                            <a:pt x="7484" y="6"/>
                          </a:lnTo>
                          <a:lnTo>
                            <a:pt x="7385" y="11"/>
                          </a:lnTo>
                          <a:lnTo>
                            <a:pt x="7285" y="16"/>
                          </a:lnTo>
                          <a:lnTo>
                            <a:pt x="7187" y="23"/>
                          </a:lnTo>
                          <a:lnTo>
                            <a:pt x="7089" y="32"/>
                          </a:lnTo>
                          <a:lnTo>
                            <a:pt x="6990" y="40"/>
                          </a:lnTo>
                          <a:lnTo>
                            <a:pt x="6892" y="51"/>
                          </a:lnTo>
                          <a:lnTo>
                            <a:pt x="6796" y="63"/>
                          </a:lnTo>
                          <a:lnTo>
                            <a:pt x="6698" y="76"/>
                          </a:lnTo>
                          <a:lnTo>
                            <a:pt x="6601" y="90"/>
                          </a:lnTo>
                          <a:lnTo>
                            <a:pt x="6505" y="105"/>
                          </a:lnTo>
                          <a:lnTo>
                            <a:pt x="6409" y="122"/>
                          </a:lnTo>
                          <a:lnTo>
                            <a:pt x="6314" y="140"/>
                          </a:lnTo>
                          <a:lnTo>
                            <a:pt x="6219" y="159"/>
                          </a:lnTo>
                          <a:lnTo>
                            <a:pt x="6125" y="178"/>
                          </a:lnTo>
                          <a:lnTo>
                            <a:pt x="6030" y="199"/>
                          </a:lnTo>
                          <a:lnTo>
                            <a:pt x="5937" y="223"/>
                          </a:lnTo>
                          <a:lnTo>
                            <a:pt x="5843" y="246"/>
                          </a:lnTo>
                          <a:lnTo>
                            <a:pt x="5750" y="271"/>
                          </a:lnTo>
                          <a:lnTo>
                            <a:pt x="5657" y="296"/>
                          </a:lnTo>
                          <a:lnTo>
                            <a:pt x="5565" y="323"/>
                          </a:lnTo>
                          <a:lnTo>
                            <a:pt x="5474" y="351"/>
                          </a:lnTo>
                          <a:lnTo>
                            <a:pt x="5382" y="380"/>
                          </a:lnTo>
                          <a:lnTo>
                            <a:pt x="5292" y="410"/>
                          </a:lnTo>
                          <a:lnTo>
                            <a:pt x="5202" y="441"/>
                          </a:lnTo>
                          <a:lnTo>
                            <a:pt x="5112" y="473"/>
                          </a:lnTo>
                          <a:lnTo>
                            <a:pt x="5023" y="507"/>
                          </a:lnTo>
                          <a:lnTo>
                            <a:pt x="4935" y="541"/>
                          </a:lnTo>
                          <a:lnTo>
                            <a:pt x="4847" y="577"/>
                          </a:lnTo>
                          <a:lnTo>
                            <a:pt x="4760" y="613"/>
                          </a:lnTo>
                          <a:lnTo>
                            <a:pt x="4673" y="650"/>
                          </a:lnTo>
                          <a:lnTo>
                            <a:pt x="4586" y="689"/>
                          </a:lnTo>
                          <a:lnTo>
                            <a:pt x="4500" y="729"/>
                          </a:lnTo>
                          <a:lnTo>
                            <a:pt x="4415" y="769"/>
                          </a:lnTo>
                          <a:lnTo>
                            <a:pt x="4330" y="811"/>
                          </a:lnTo>
                          <a:lnTo>
                            <a:pt x="4246" y="853"/>
                          </a:lnTo>
                          <a:lnTo>
                            <a:pt x="4162" y="896"/>
                          </a:lnTo>
                          <a:lnTo>
                            <a:pt x="4079" y="941"/>
                          </a:lnTo>
                          <a:lnTo>
                            <a:pt x="3996" y="987"/>
                          </a:lnTo>
                          <a:lnTo>
                            <a:pt x="3915" y="1033"/>
                          </a:lnTo>
                          <a:lnTo>
                            <a:pt x="3834" y="1080"/>
                          </a:lnTo>
                          <a:lnTo>
                            <a:pt x="3753" y="1129"/>
                          </a:lnTo>
                          <a:lnTo>
                            <a:pt x="3673" y="1178"/>
                          </a:lnTo>
                          <a:lnTo>
                            <a:pt x="3594" y="1229"/>
                          </a:lnTo>
                          <a:lnTo>
                            <a:pt x="3515" y="1279"/>
                          </a:lnTo>
                          <a:lnTo>
                            <a:pt x="3437" y="1331"/>
                          </a:lnTo>
                          <a:lnTo>
                            <a:pt x="3359" y="1384"/>
                          </a:lnTo>
                          <a:lnTo>
                            <a:pt x="3283" y="1439"/>
                          </a:lnTo>
                          <a:lnTo>
                            <a:pt x="3207" y="1493"/>
                          </a:lnTo>
                          <a:lnTo>
                            <a:pt x="3132" y="1549"/>
                          </a:lnTo>
                          <a:lnTo>
                            <a:pt x="3057" y="1605"/>
                          </a:lnTo>
                          <a:lnTo>
                            <a:pt x="2983" y="1662"/>
                          </a:lnTo>
                          <a:lnTo>
                            <a:pt x="2910" y="1721"/>
                          </a:lnTo>
                          <a:lnTo>
                            <a:pt x="2838" y="1779"/>
                          </a:lnTo>
                          <a:lnTo>
                            <a:pt x="2765" y="1840"/>
                          </a:lnTo>
                          <a:lnTo>
                            <a:pt x="2695" y="1900"/>
                          </a:lnTo>
                          <a:lnTo>
                            <a:pt x="2624" y="1962"/>
                          </a:lnTo>
                          <a:lnTo>
                            <a:pt x="2555" y="2024"/>
                          </a:lnTo>
                          <a:lnTo>
                            <a:pt x="2486" y="2088"/>
                          </a:lnTo>
                          <a:lnTo>
                            <a:pt x="2418" y="2152"/>
                          </a:lnTo>
                          <a:lnTo>
                            <a:pt x="2351" y="2216"/>
                          </a:lnTo>
                          <a:lnTo>
                            <a:pt x="2284" y="2282"/>
                          </a:lnTo>
                          <a:lnTo>
                            <a:pt x="2219" y="2349"/>
                          </a:lnTo>
                          <a:lnTo>
                            <a:pt x="2154" y="2416"/>
                          </a:lnTo>
                          <a:lnTo>
                            <a:pt x="2090" y="2484"/>
                          </a:lnTo>
                          <a:lnTo>
                            <a:pt x="2026" y="2553"/>
                          </a:lnTo>
                          <a:lnTo>
                            <a:pt x="1964" y="2622"/>
                          </a:lnTo>
                          <a:lnTo>
                            <a:pt x="1902" y="2693"/>
                          </a:lnTo>
                          <a:lnTo>
                            <a:pt x="1842" y="2763"/>
                          </a:lnTo>
                          <a:lnTo>
                            <a:pt x="1781" y="2835"/>
                          </a:lnTo>
                          <a:lnTo>
                            <a:pt x="1723" y="2907"/>
                          </a:lnTo>
                          <a:lnTo>
                            <a:pt x="1664" y="2980"/>
                          </a:lnTo>
                          <a:lnTo>
                            <a:pt x="1607" y="3054"/>
                          </a:lnTo>
                          <a:lnTo>
                            <a:pt x="1551" y="3129"/>
                          </a:lnTo>
                          <a:lnTo>
                            <a:pt x="1494" y="3204"/>
                          </a:lnTo>
                          <a:lnTo>
                            <a:pt x="1440" y="3279"/>
                          </a:lnTo>
                          <a:lnTo>
                            <a:pt x="1386" y="3357"/>
                          </a:lnTo>
                          <a:lnTo>
                            <a:pt x="1333" y="3433"/>
                          </a:lnTo>
                          <a:lnTo>
                            <a:pt x="1281" y="3512"/>
                          </a:lnTo>
                          <a:lnTo>
                            <a:pt x="1230" y="3590"/>
                          </a:lnTo>
                          <a:lnTo>
                            <a:pt x="1179" y="3670"/>
                          </a:lnTo>
                          <a:lnTo>
                            <a:pt x="1130" y="3749"/>
                          </a:lnTo>
                          <a:lnTo>
                            <a:pt x="1081" y="3830"/>
                          </a:lnTo>
                          <a:lnTo>
                            <a:pt x="1034" y="3911"/>
                          </a:lnTo>
                          <a:lnTo>
                            <a:pt x="988" y="3992"/>
                          </a:lnTo>
                          <a:lnTo>
                            <a:pt x="942" y="4075"/>
                          </a:lnTo>
                          <a:lnTo>
                            <a:pt x="897" y="4158"/>
                          </a:lnTo>
                          <a:lnTo>
                            <a:pt x="854" y="4242"/>
                          </a:lnTo>
                          <a:lnTo>
                            <a:pt x="811" y="4325"/>
                          </a:lnTo>
                          <a:lnTo>
                            <a:pt x="770" y="4410"/>
                          </a:lnTo>
                          <a:lnTo>
                            <a:pt x="730" y="4495"/>
                          </a:lnTo>
                          <a:lnTo>
                            <a:pt x="689" y="4581"/>
                          </a:lnTo>
                          <a:lnTo>
                            <a:pt x="651" y="4667"/>
                          </a:lnTo>
                          <a:lnTo>
                            <a:pt x="614" y="4754"/>
                          </a:lnTo>
                          <a:lnTo>
                            <a:pt x="578" y="4842"/>
                          </a:lnTo>
                          <a:lnTo>
                            <a:pt x="542" y="4929"/>
                          </a:lnTo>
                          <a:lnTo>
                            <a:pt x="507" y="5018"/>
                          </a:lnTo>
                          <a:lnTo>
                            <a:pt x="474" y="5107"/>
                          </a:lnTo>
                          <a:lnTo>
                            <a:pt x="442" y="5196"/>
                          </a:lnTo>
                          <a:lnTo>
                            <a:pt x="410" y="5287"/>
                          </a:lnTo>
                          <a:lnTo>
                            <a:pt x="380" y="5377"/>
                          </a:lnTo>
                          <a:lnTo>
                            <a:pt x="352" y="5468"/>
                          </a:lnTo>
                          <a:lnTo>
                            <a:pt x="323" y="5559"/>
                          </a:lnTo>
                          <a:lnTo>
                            <a:pt x="296" y="5652"/>
                          </a:lnTo>
                          <a:lnTo>
                            <a:pt x="271" y="5744"/>
                          </a:lnTo>
                          <a:lnTo>
                            <a:pt x="246" y="5836"/>
                          </a:lnTo>
                          <a:lnTo>
                            <a:pt x="222" y="5931"/>
                          </a:lnTo>
                          <a:lnTo>
                            <a:pt x="200" y="6024"/>
                          </a:lnTo>
                          <a:lnTo>
                            <a:pt x="178" y="6118"/>
                          </a:lnTo>
                          <a:lnTo>
                            <a:pt x="159" y="6213"/>
                          </a:lnTo>
                          <a:lnTo>
                            <a:pt x="140" y="6307"/>
                          </a:lnTo>
                          <a:lnTo>
                            <a:pt x="122" y="6403"/>
                          </a:lnTo>
                          <a:lnTo>
                            <a:pt x="105" y="6498"/>
                          </a:lnTo>
                          <a:lnTo>
                            <a:pt x="90" y="6595"/>
                          </a:lnTo>
                          <a:lnTo>
                            <a:pt x="75" y="6691"/>
                          </a:lnTo>
                          <a:lnTo>
                            <a:pt x="63" y="6788"/>
                          </a:lnTo>
                          <a:lnTo>
                            <a:pt x="51" y="6885"/>
                          </a:lnTo>
                          <a:lnTo>
                            <a:pt x="40" y="6983"/>
                          </a:lnTo>
                          <a:lnTo>
                            <a:pt x="31" y="7082"/>
                          </a:lnTo>
                          <a:lnTo>
                            <a:pt x="22" y="7179"/>
                          </a:lnTo>
                          <a:lnTo>
                            <a:pt x="16" y="7278"/>
                          </a:lnTo>
                          <a:lnTo>
                            <a:pt x="11" y="7378"/>
                          </a:lnTo>
                          <a:lnTo>
                            <a:pt x="6" y="7476"/>
                          </a:lnTo>
                          <a:lnTo>
                            <a:pt x="3" y="7576"/>
                          </a:lnTo>
                          <a:lnTo>
                            <a:pt x="1" y="7676"/>
                          </a:lnTo>
                          <a:lnTo>
                            <a:pt x="0" y="7777"/>
                          </a:lnTo>
                          <a:lnTo>
                            <a:pt x="188" y="7777"/>
                          </a:lnTo>
                          <a:lnTo>
                            <a:pt x="188" y="7678"/>
                          </a:lnTo>
                          <a:lnTo>
                            <a:pt x="190" y="7580"/>
                          </a:lnTo>
                          <a:lnTo>
                            <a:pt x="192" y="7484"/>
                          </a:lnTo>
                          <a:lnTo>
                            <a:pt x="198" y="7386"/>
                          </a:lnTo>
                          <a:lnTo>
                            <a:pt x="203" y="7290"/>
                          </a:lnTo>
                          <a:lnTo>
                            <a:pt x="209" y="7193"/>
                          </a:lnTo>
                          <a:lnTo>
                            <a:pt x="218" y="7098"/>
                          </a:lnTo>
                          <a:lnTo>
                            <a:pt x="226" y="7002"/>
                          </a:lnTo>
                          <a:lnTo>
                            <a:pt x="237" y="6907"/>
                          </a:lnTo>
                          <a:lnTo>
                            <a:pt x="249" y="6812"/>
                          </a:lnTo>
                          <a:lnTo>
                            <a:pt x="261" y="6717"/>
                          </a:lnTo>
                          <a:lnTo>
                            <a:pt x="275" y="6622"/>
                          </a:lnTo>
                          <a:lnTo>
                            <a:pt x="290" y="6529"/>
                          </a:lnTo>
                          <a:lnTo>
                            <a:pt x="306" y="6436"/>
                          </a:lnTo>
                          <a:lnTo>
                            <a:pt x="324" y="6342"/>
                          </a:lnTo>
                          <a:lnTo>
                            <a:pt x="342" y="6250"/>
                          </a:lnTo>
                          <a:lnTo>
                            <a:pt x="362" y="6158"/>
                          </a:lnTo>
                          <a:lnTo>
                            <a:pt x="382" y="6065"/>
                          </a:lnTo>
                          <a:lnTo>
                            <a:pt x="404" y="5974"/>
                          </a:lnTo>
                          <a:lnTo>
                            <a:pt x="427" y="5884"/>
                          </a:lnTo>
                          <a:lnTo>
                            <a:pt x="451" y="5793"/>
                          </a:lnTo>
                          <a:lnTo>
                            <a:pt x="476" y="5702"/>
                          </a:lnTo>
                          <a:lnTo>
                            <a:pt x="502" y="5613"/>
                          </a:lnTo>
                          <a:lnTo>
                            <a:pt x="530" y="5523"/>
                          </a:lnTo>
                          <a:lnTo>
                            <a:pt x="558" y="5435"/>
                          </a:lnTo>
                          <a:lnTo>
                            <a:pt x="587" y="5347"/>
                          </a:lnTo>
                          <a:lnTo>
                            <a:pt x="618" y="5259"/>
                          </a:lnTo>
                          <a:lnTo>
                            <a:pt x="650" y="5171"/>
                          </a:lnTo>
                          <a:lnTo>
                            <a:pt x="682" y="5085"/>
                          </a:lnTo>
                          <a:lnTo>
                            <a:pt x="716" y="4998"/>
                          </a:lnTo>
                          <a:lnTo>
                            <a:pt x="750" y="4912"/>
                          </a:lnTo>
                          <a:lnTo>
                            <a:pt x="786" y="4827"/>
                          </a:lnTo>
                          <a:lnTo>
                            <a:pt x="822" y="4742"/>
                          </a:lnTo>
                          <a:lnTo>
                            <a:pt x="860" y="4657"/>
                          </a:lnTo>
                          <a:lnTo>
                            <a:pt x="898" y="4575"/>
                          </a:lnTo>
                          <a:lnTo>
                            <a:pt x="938" y="4491"/>
                          </a:lnTo>
                          <a:lnTo>
                            <a:pt x="979" y="4408"/>
                          </a:lnTo>
                          <a:lnTo>
                            <a:pt x="1021" y="4326"/>
                          </a:lnTo>
                          <a:lnTo>
                            <a:pt x="1063" y="4245"/>
                          </a:lnTo>
                          <a:lnTo>
                            <a:pt x="1107" y="4164"/>
                          </a:lnTo>
                          <a:lnTo>
                            <a:pt x="1151" y="4083"/>
                          </a:lnTo>
                          <a:lnTo>
                            <a:pt x="1196" y="4004"/>
                          </a:lnTo>
                          <a:lnTo>
                            <a:pt x="1243" y="3924"/>
                          </a:lnTo>
                          <a:lnTo>
                            <a:pt x="1289" y="3846"/>
                          </a:lnTo>
                          <a:lnTo>
                            <a:pt x="1338" y="3768"/>
                          </a:lnTo>
                          <a:lnTo>
                            <a:pt x="1387" y="3691"/>
                          </a:lnTo>
                          <a:lnTo>
                            <a:pt x="1437" y="3615"/>
                          </a:lnTo>
                          <a:lnTo>
                            <a:pt x="1488" y="3538"/>
                          </a:lnTo>
                          <a:lnTo>
                            <a:pt x="1539" y="3463"/>
                          </a:lnTo>
                          <a:lnTo>
                            <a:pt x="1592" y="3388"/>
                          </a:lnTo>
                          <a:lnTo>
                            <a:pt x="1645" y="3313"/>
                          </a:lnTo>
                          <a:lnTo>
                            <a:pt x="1699" y="3240"/>
                          </a:lnTo>
                          <a:lnTo>
                            <a:pt x="1755" y="3168"/>
                          </a:lnTo>
                          <a:lnTo>
                            <a:pt x="1811" y="3096"/>
                          </a:lnTo>
                          <a:lnTo>
                            <a:pt x="1868" y="3025"/>
                          </a:lnTo>
                          <a:lnTo>
                            <a:pt x="1925" y="2954"/>
                          </a:lnTo>
                          <a:lnTo>
                            <a:pt x="1984" y="2884"/>
                          </a:lnTo>
                          <a:lnTo>
                            <a:pt x="2043" y="2815"/>
                          </a:lnTo>
                          <a:lnTo>
                            <a:pt x="2104" y="2746"/>
                          </a:lnTo>
                          <a:lnTo>
                            <a:pt x="2164" y="2678"/>
                          </a:lnTo>
                          <a:lnTo>
                            <a:pt x="2227" y="2611"/>
                          </a:lnTo>
                          <a:lnTo>
                            <a:pt x="2290" y="2544"/>
                          </a:lnTo>
                          <a:lnTo>
                            <a:pt x="2352" y="2479"/>
                          </a:lnTo>
                          <a:lnTo>
                            <a:pt x="2417" y="2415"/>
                          </a:lnTo>
                          <a:lnTo>
                            <a:pt x="2482" y="2350"/>
                          </a:lnTo>
                          <a:lnTo>
                            <a:pt x="2547" y="2287"/>
                          </a:lnTo>
                          <a:lnTo>
                            <a:pt x="2614" y="2225"/>
                          </a:lnTo>
                          <a:lnTo>
                            <a:pt x="2680" y="2162"/>
                          </a:lnTo>
                          <a:lnTo>
                            <a:pt x="2748" y="2102"/>
                          </a:lnTo>
                          <a:lnTo>
                            <a:pt x="2817" y="2041"/>
                          </a:lnTo>
                          <a:lnTo>
                            <a:pt x="2887" y="1982"/>
                          </a:lnTo>
                          <a:lnTo>
                            <a:pt x="2957" y="1923"/>
                          </a:lnTo>
                          <a:lnTo>
                            <a:pt x="3028" y="1866"/>
                          </a:lnTo>
                          <a:lnTo>
                            <a:pt x="3099" y="1809"/>
                          </a:lnTo>
                          <a:lnTo>
                            <a:pt x="3171" y="1754"/>
                          </a:lnTo>
                          <a:lnTo>
                            <a:pt x="3243" y="1697"/>
                          </a:lnTo>
                          <a:lnTo>
                            <a:pt x="3317" y="1643"/>
                          </a:lnTo>
                          <a:lnTo>
                            <a:pt x="3391" y="1590"/>
                          </a:lnTo>
                          <a:lnTo>
                            <a:pt x="3466" y="1538"/>
                          </a:lnTo>
                          <a:lnTo>
                            <a:pt x="3542" y="1486"/>
                          </a:lnTo>
                          <a:lnTo>
                            <a:pt x="3617" y="1435"/>
                          </a:lnTo>
                          <a:lnTo>
                            <a:pt x="3695" y="1386"/>
                          </a:lnTo>
                          <a:lnTo>
                            <a:pt x="3772" y="1337"/>
                          </a:lnTo>
                          <a:lnTo>
                            <a:pt x="3850" y="1288"/>
                          </a:lnTo>
                          <a:lnTo>
                            <a:pt x="3928" y="1241"/>
                          </a:lnTo>
                          <a:lnTo>
                            <a:pt x="4008" y="1195"/>
                          </a:lnTo>
                          <a:lnTo>
                            <a:pt x="4088" y="1150"/>
                          </a:lnTo>
                          <a:lnTo>
                            <a:pt x="4168" y="1105"/>
                          </a:lnTo>
                          <a:lnTo>
                            <a:pt x="4249" y="1062"/>
                          </a:lnTo>
                          <a:lnTo>
                            <a:pt x="4331" y="1020"/>
                          </a:lnTo>
                          <a:lnTo>
                            <a:pt x="4413" y="978"/>
                          </a:lnTo>
                          <a:lnTo>
                            <a:pt x="4495" y="938"/>
                          </a:lnTo>
                          <a:lnTo>
                            <a:pt x="4579" y="898"/>
                          </a:lnTo>
                          <a:lnTo>
                            <a:pt x="4662" y="859"/>
                          </a:lnTo>
                          <a:lnTo>
                            <a:pt x="4747" y="821"/>
                          </a:lnTo>
                          <a:lnTo>
                            <a:pt x="4832" y="785"/>
                          </a:lnTo>
                          <a:lnTo>
                            <a:pt x="4917" y="749"/>
                          </a:lnTo>
                          <a:lnTo>
                            <a:pt x="5003" y="715"/>
                          </a:lnTo>
                          <a:lnTo>
                            <a:pt x="5090" y="681"/>
                          </a:lnTo>
                          <a:lnTo>
                            <a:pt x="5177" y="649"/>
                          </a:lnTo>
                          <a:lnTo>
                            <a:pt x="5264" y="617"/>
                          </a:lnTo>
                          <a:lnTo>
                            <a:pt x="5352" y="587"/>
                          </a:lnTo>
                          <a:lnTo>
                            <a:pt x="5441" y="558"/>
                          </a:lnTo>
                          <a:lnTo>
                            <a:pt x="5530" y="529"/>
                          </a:lnTo>
                          <a:lnTo>
                            <a:pt x="5619" y="502"/>
                          </a:lnTo>
                          <a:lnTo>
                            <a:pt x="5708" y="476"/>
                          </a:lnTo>
                          <a:lnTo>
                            <a:pt x="5799" y="451"/>
                          </a:lnTo>
                          <a:lnTo>
                            <a:pt x="5890" y="426"/>
                          </a:lnTo>
                          <a:lnTo>
                            <a:pt x="5980" y="404"/>
                          </a:lnTo>
                          <a:lnTo>
                            <a:pt x="6071" y="382"/>
                          </a:lnTo>
                          <a:lnTo>
                            <a:pt x="6164" y="362"/>
                          </a:lnTo>
                          <a:lnTo>
                            <a:pt x="6256" y="342"/>
                          </a:lnTo>
                          <a:lnTo>
                            <a:pt x="6349" y="324"/>
                          </a:lnTo>
                          <a:lnTo>
                            <a:pt x="6442" y="306"/>
                          </a:lnTo>
                          <a:lnTo>
                            <a:pt x="6536" y="290"/>
                          </a:lnTo>
                          <a:lnTo>
                            <a:pt x="6630" y="275"/>
                          </a:lnTo>
                          <a:lnTo>
                            <a:pt x="6724" y="261"/>
                          </a:lnTo>
                          <a:lnTo>
                            <a:pt x="6819" y="248"/>
                          </a:lnTo>
                          <a:lnTo>
                            <a:pt x="6914" y="237"/>
                          </a:lnTo>
                          <a:lnTo>
                            <a:pt x="7009" y="226"/>
                          </a:lnTo>
                          <a:lnTo>
                            <a:pt x="7105" y="217"/>
                          </a:lnTo>
                          <a:lnTo>
                            <a:pt x="7201" y="209"/>
                          </a:lnTo>
                          <a:lnTo>
                            <a:pt x="7297" y="203"/>
                          </a:lnTo>
                          <a:lnTo>
                            <a:pt x="7395" y="197"/>
                          </a:lnTo>
                          <a:lnTo>
                            <a:pt x="7491" y="193"/>
                          </a:lnTo>
                          <a:lnTo>
                            <a:pt x="7588" y="190"/>
                          </a:lnTo>
                          <a:lnTo>
                            <a:pt x="7686" y="188"/>
                          </a:lnTo>
                          <a:lnTo>
                            <a:pt x="7784" y="188"/>
                          </a:lnTo>
                          <a:lnTo>
                            <a:pt x="7784" y="0"/>
                          </a:lnTo>
                          <a:close/>
                        </a:path>
                      </a:pathLst>
                    </a:custGeom>
                    <a:solidFill>
                      <a:srgbClr val="1F1A17"/>
                    </a:solidFill>
                    <a:ln>
                      <a:noFill/>
                    </a:ln>
                  </p:spPr>
                  <p:txBody>
                    <a:bodyPr/>
                    <a:lstStyle/>
                    <a:p>
                      <a:pPr>
                        <a:defRPr/>
                      </a:pPr>
                      <a:endParaRPr lang="en-US" sz="1050">
                        <a:latin typeface="+mj-lt"/>
                      </a:endParaRPr>
                    </a:p>
                  </p:txBody>
                </p:sp>
                <p:sp>
                  <p:nvSpPr>
                    <p:cNvPr id="41188" name="Freeform 654">
                      <a:extLst>
                        <a:ext uri="{FF2B5EF4-FFF2-40B4-BE49-F238E27FC236}">
                          <a16:creationId xmlns="" xmlns:a16="http://schemas.microsoft.com/office/drawing/2014/main" id="{B86168BC-40B2-A634-C8CD-1AF17F0C2C84}"/>
                        </a:ext>
                      </a:extLst>
                    </p:cNvPr>
                    <p:cNvSpPr>
                      <a:spLocks/>
                    </p:cNvSpPr>
                    <p:nvPr/>
                  </p:nvSpPr>
                  <p:spPr bwMode="auto">
                    <a:xfrm>
                      <a:off x="1941" y="1723"/>
                      <a:ext cx="145" cy="140"/>
                    </a:xfrm>
                    <a:custGeom>
                      <a:avLst/>
                      <a:gdLst>
                        <a:gd name="T0" fmla="*/ 0 w 852"/>
                        <a:gd name="T1" fmla="*/ 0 h 853"/>
                        <a:gd name="T2" fmla="*/ 0 w 852"/>
                        <a:gd name="T3" fmla="*/ 0 h 853"/>
                        <a:gd name="T4" fmla="*/ 0 w 852"/>
                        <a:gd name="T5" fmla="*/ 0 h 853"/>
                        <a:gd name="T6" fmla="*/ 0 w 852"/>
                        <a:gd name="T7" fmla="*/ 0 h 853"/>
                        <a:gd name="T8" fmla="*/ 0 w 852"/>
                        <a:gd name="T9" fmla="*/ 0 h 853"/>
                        <a:gd name="T10" fmla="*/ 0 w 852"/>
                        <a:gd name="T11" fmla="*/ 0 h 853"/>
                        <a:gd name="T12" fmla="*/ 0 w 852"/>
                        <a:gd name="T13" fmla="*/ 0 h 853"/>
                        <a:gd name="T14" fmla="*/ 0 w 852"/>
                        <a:gd name="T15" fmla="*/ 0 h 853"/>
                        <a:gd name="T16" fmla="*/ 0 w 852"/>
                        <a:gd name="T17" fmla="*/ 0 h 853"/>
                        <a:gd name="T18" fmla="*/ 0 w 852"/>
                        <a:gd name="T19" fmla="*/ 0 h 853"/>
                        <a:gd name="T20" fmla="*/ 0 w 852"/>
                        <a:gd name="T21" fmla="*/ 0 h 853"/>
                        <a:gd name="T22" fmla="*/ 0 w 852"/>
                        <a:gd name="T23" fmla="*/ 0 h 853"/>
                        <a:gd name="T24" fmla="*/ 0 w 852"/>
                        <a:gd name="T25" fmla="*/ 0 h 853"/>
                        <a:gd name="T26" fmla="*/ 0 w 852"/>
                        <a:gd name="T27" fmla="*/ 0 h 853"/>
                        <a:gd name="T28" fmla="*/ 0 w 852"/>
                        <a:gd name="T29" fmla="*/ 0 h 853"/>
                        <a:gd name="T30" fmla="*/ 0 w 852"/>
                        <a:gd name="T31" fmla="*/ 0 h 853"/>
                        <a:gd name="T32" fmla="*/ 0 w 852"/>
                        <a:gd name="T33" fmla="*/ 0 h 853"/>
                        <a:gd name="T34" fmla="*/ 0 w 852"/>
                        <a:gd name="T35" fmla="*/ 0 h 853"/>
                        <a:gd name="T36" fmla="*/ 0 w 852"/>
                        <a:gd name="T37" fmla="*/ 0 h 853"/>
                        <a:gd name="T38" fmla="*/ 0 w 852"/>
                        <a:gd name="T39" fmla="*/ 0 h 853"/>
                        <a:gd name="T40" fmla="*/ 0 w 852"/>
                        <a:gd name="T41" fmla="*/ 0 h 853"/>
                        <a:gd name="T42" fmla="*/ 0 w 852"/>
                        <a:gd name="T43" fmla="*/ 0 h 853"/>
                        <a:gd name="T44" fmla="*/ 0 w 852"/>
                        <a:gd name="T45" fmla="*/ 0 h 853"/>
                        <a:gd name="T46" fmla="*/ 0 w 852"/>
                        <a:gd name="T47" fmla="*/ 0 h 853"/>
                        <a:gd name="T48" fmla="*/ 0 w 852"/>
                        <a:gd name="T49" fmla="*/ 0 h 853"/>
                        <a:gd name="T50" fmla="*/ 0 w 852"/>
                        <a:gd name="T51" fmla="*/ 0 h 853"/>
                        <a:gd name="T52" fmla="*/ 0 w 852"/>
                        <a:gd name="T53" fmla="*/ 0 h 853"/>
                        <a:gd name="T54" fmla="*/ 0 w 852"/>
                        <a:gd name="T55" fmla="*/ 0 h 853"/>
                        <a:gd name="T56" fmla="*/ 0 w 852"/>
                        <a:gd name="T57" fmla="*/ 0 h 853"/>
                        <a:gd name="T58" fmla="*/ 0 w 852"/>
                        <a:gd name="T59" fmla="*/ 0 h 853"/>
                        <a:gd name="T60" fmla="*/ 0 w 852"/>
                        <a:gd name="T61" fmla="*/ 0 h 853"/>
                        <a:gd name="T62" fmla="*/ 0 w 852"/>
                        <a:gd name="T63" fmla="*/ 0 h 853"/>
                        <a:gd name="T64" fmla="*/ 0 w 852"/>
                        <a:gd name="T65" fmla="*/ 0 h 853"/>
                        <a:gd name="T66" fmla="*/ 0 w 852"/>
                        <a:gd name="T67" fmla="*/ 0 h 853"/>
                        <a:gd name="T68" fmla="*/ 0 w 852"/>
                        <a:gd name="T69" fmla="*/ 0 h 853"/>
                        <a:gd name="T70" fmla="*/ 0 w 852"/>
                        <a:gd name="T71" fmla="*/ 0 h 853"/>
                        <a:gd name="T72" fmla="*/ 0 w 852"/>
                        <a:gd name="T73" fmla="*/ 0 h 853"/>
                        <a:gd name="T74" fmla="*/ 0 w 852"/>
                        <a:gd name="T75" fmla="*/ 0 h 853"/>
                        <a:gd name="T76" fmla="*/ 0 w 852"/>
                        <a:gd name="T77" fmla="*/ 0 h 853"/>
                        <a:gd name="T78" fmla="*/ 0 w 852"/>
                        <a:gd name="T79" fmla="*/ 0 h 853"/>
                        <a:gd name="T80" fmla="*/ 0 w 852"/>
                        <a:gd name="T81" fmla="*/ 0 h 853"/>
                        <a:gd name="T82" fmla="*/ 0 w 852"/>
                        <a:gd name="T83" fmla="*/ 0 h 853"/>
                        <a:gd name="T84" fmla="*/ 0 w 852"/>
                        <a:gd name="T85" fmla="*/ 0 h 8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2"/>
                        <a:gd name="T130" fmla="*/ 0 h 853"/>
                        <a:gd name="T131" fmla="*/ 852 w 852"/>
                        <a:gd name="T132" fmla="*/ 853 h 8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2" h="853">
                          <a:moveTo>
                            <a:pt x="418" y="0"/>
                          </a:moveTo>
                          <a:lnTo>
                            <a:pt x="440" y="1"/>
                          </a:lnTo>
                          <a:lnTo>
                            <a:pt x="462" y="2"/>
                          </a:lnTo>
                          <a:lnTo>
                            <a:pt x="483" y="5"/>
                          </a:lnTo>
                          <a:lnTo>
                            <a:pt x="504" y="8"/>
                          </a:lnTo>
                          <a:lnTo>
                            <a:pt x="525" y="12"/>
                          </a:lnTo>
                          <a:lnTo>
                            <a:pt x="545" y="17"/>
                          </a:lnTo>
                          <a:lnTo>
                            <a:pt x="566" y="24"/>
                          </a:lnTo>
                          <a:lnTo>
                            <a:pt x="585" y="31"/>
                          </a:lnTo>
                          <a:lnTo>
                            <a:pt x="604" y="40"/>
                          </a:lnTo>
                          <a:lnTo>
                            <a:pt x="622" y="49"/>
                          </a:lnTo>
                          <a:lnTo>
                            <a:pt x="640" y="59"/>
                          </a:lnTo>
                          <a:lnTo>
                            <a:pt x="658" y="69"/>
                          </a:lnTo>
                          <a:lnTo>
                            <a:pt x="675" y="81"/>
                          </a:lnTo>
                          <a:lnTo>
                            <a:pt x="691" y="94"/>
                          </a:lnTo>
                          <a:lnTo>
                            <a:pt x="707" y="106"/>
                          </a:lnTo>
                          <a:lnTo>
                            <a:pt x="722" y="120"/>
                          </a:lnTo>
                          <a:lnTo>
                            <a:pt x="737" y="135"/>
                          </a:lnTo>
                          <a:lnTo>
                            <a:pt x="750" y="150"/>
                          </a:lnTo>
                          <a:lnTo>
                            <a:pt x="763" y="166"/>
                          </a:lnTo>
                          <a:lnTo>
                            <a:pt x="775" y="183"/>
                          </a:lnTo>
                          <a:lnTo>
                            <a:pt x="787" y="200"/>
                          </a:lnTo>
                          <a:lnTo>
                            <a:pt x="797" y="218"/>
                          </a:lnTo>
                          <a:lnTo>
                            <a:pt x="807" y="236"/>
                          </a:lnTo>
                          <a:lnTo>
                            <a:pt x="816" y="254"/>
                          </a:lnTo>
                          <a:lnTo>
                            <a:pt x="824" y="273"/>
                          </a:lnTo>
                          <a:lnTo>
                            <a:pt x="831" y="293"/>
                          </a:lnTo>
                          <a:lnTo>
                            <a:pt x="837" y="313"/>
                          </a:lnTo>
                          <a:lnTo>
                            <a:pt x="843" y="333"/>
                          </a:lnTo>
                          <a:lnTo>
                            <a:pt x="847" y="355"/>
                          </a:lnTo>
                          <a:lnTo>
                            <a:pt x="850" y="376"/>
                          </a:lnTo>
                          <a:lnTo>
                            <a:pt x="851" y="397"/>
                          </a:lnTo>
                          <a:lnTo>
                            <a:pt x="852" y="419"/>
                          </a:lnTo>
                          <a:lnTo>
                            <a:pt x="852" y="441"/>
                          </a:lnTo>
                          <a:lnTo>
                            <a:pt x="851" y="463"/>
                          </a:lnTo>
                          <a:lnTo>
                            <a:pt x="849" y="484"/>
                          </a:lnTo>
                          <a:lnTo>
                            <a:pt x="846" y="505"/>
                          </a:lnTo>
                          <a:lnTo>
                            <a:pt x="841" y="525"/>
                          </a:lnTo>
                          <a:lnTo>
                            <a:pt x="835" y="546"/>
                          </a:lnTo>
                          <a:lnTo>
                            <a:pt x="829" y="566"/>
                          </a:lnTo>
                          <a:lnTo>
                            <a:pt x="823" y="586"/>
                          </a:lnTo>
                          <a:lnTo>
                            <a:pt x="814" y="604"/>
                          </a:lnTo>
                          <a:lnTo>
                            <a:pt x="805" y="623"/>
                          </a:lnTo>
                          <a:lnTo>
                            <a:pt x="795" y="641"/>
                          </a:lnTo>
                          <a:lnTo>
                            <a:pt x="784" y="658"/>
                          </a:lnTo>
                          <a:lnTo>
                            <a:pt x="773" y="675"/>
                          </a:lnTo>
                          <a:lnTo>
                            <a:pt x="760" y="692"/>
                          </a:lnTo>
                          <a:lnTo>
                            <a:pt x="747" y="708"/>
                          </a:lnTo>
                          <a:lnTo>
                            <a:pt x="733" y="723"/>
                          </a:lnTo>
                          <a:lnTo>
                            <a:pt x="719" y="737"/>
                          </a:lnTo>
                          <a:lnTo>
                            <a:pt x="704" y="750"/>
                          </a:lnTo>
                          <a:lnTo>
                            <a:pt x="688" y="764"/>
                          </a:lnTo>
                          <a:lnTo>
                            <a:pt x="671" y="776"/>
                          </a:lnTo>
                          <a:lnTo>
                            <a:pt x="654" y="788"/>
                          </a:lnTo>
                          <a:lnTo>
                            <a:pt x="636" y="798"/>
                          </a:lnTo>
                          <a:lnTo>
                            <a:pt x="618" y="808"/>
                          </a:lnTo>
                          <a:lnTo>
                            <a:pt x="600" y="816"/>
                          </a:lnTo>
                          <a:lnTo>
                            <a:pt x="579" y="825"/>
                          </a:lnTo>
                          <a:lnTo>
                            <a:pt x="560" y="832"/>
                          </a:lnTo>
                          <a:lnTo>
                            <a:pt x="540" y="837"/>
                          </a:lnTo>
                          <a:lnTo>
                            <a:pt x="520" y="843"/>
                          </a:lnTo>
                          <a:lnTo>
                            <a:pt x="499" y="847"/>
                          </a:lnTo>
                          <a:lnTo>
                            <a:pt x="477" y="850"/>
                          </a:lnTo>
                          <a:lnTo>
                            <a:pt x="456" y="852"/>
                          </a:lnTo>
                          <a:lnTo>
                            <a:pt x="434" y="853"/>
                          </a:lnTo>
                          <a:lnTo>
                            <a:pt x="412" y="853"/>
                          </a:lnTo>
                          <a:lnTo>
                            <a:pt x="390" y="852"/>
                          </a:lnTo>
                          <a:lnTo>
                            <a:pt x="369" y="850"/>
                          </a:lnTo>
                          <a:lnTo>
                            <a:pt x="348" y="846"/>
                          </a:lnTo>
                          <a:lnTo>
                            <a:pt x="327" y="842"/>
                          </a:lnTo>
                          <a:lnTo>
                            <a:pt x="306" y="836"/>
                          </a:lnTo>
                          <a:lnTo>
                            <a:pt x="287" y="830"/>
                          </a:lnTo>
                          <a:lnTo>
                            <a:pt x="267" y="823"/>
                          </a:lnTo>
                          <a:lnTo>
                            <a:pt x="248" y="814"/>
                          </a:lnTo>
                          <a:lnTo>
                            <a:pt x="230" y="806"/>
                          </a:lnTo>
                          <a:lnTo>
                            <a:pt x="212" y="796"/>
                          </a:lnTo>
                          <a:lnTo>
                            <a:pt x="194" y="784"/>
                          </a:lnTo>
                          <a:lnTo>
                            <a:pt x="177" y="773"/>
                          </a:lnTo>
                          <a:lnTo>
                            <a:pt x="161" y="761"/>
                          </a:lnTo>
                          <a:lnTo>
                            <a:pt x="145" y="747"/>
                          </a:lnTo>
                          <a:lnTo>
                            <a:pt x="130" y="733"/>
                          </a:lnTo>
                          <a:lnTo>
                            <a:pt x="115" y="720"/>
                          </a:lnTo>
                          <a:lnTo>
                            <a:pt x="102" y="704"/>
                          </a:lnTo>
                          <a:lnTo>
                            <a:pt x="89" y="688"/>
                          </a:lnTo>
                          <a:lnTo>
                            <a:pt x="77" y="672"/>
                          </a:lnTo>
                          <a:lnTo>
                            <a:pt x="65" y="655"/>
                          </a:lnTo>
                          <a:lnTo>
                            <a:pt x="55" y="637"/>
                          </a:lnTo>
                          <a:lnTo>
                            <a:pt x="45" y="619"/>
                          </a:lnTo>
                          <a:lnTo>
                            <a:pt x="36" y="600"/>
                          </a:lnTo>
                          <a:lnTo>
                            <a:pt x="28" y="581"/>
                          </a:lnTo>
                          <a:lnTo>
                            <a:pt x="21" y="562"/>
                          </a:lnTo>
                          <a:lnTo>
                            <a:pt x="14" y="541"/>
                          </a:lnTo>
                          <a:lnTo>
                            <a:pt x="9" y="520"/>
                          </a:lnTo>
                          <a:lnTo>
                            <a:pt x="6" y="500"/>
                          </a:lnTo>
                          <a:lnTo>
                            <a:pt x="3" y="479"/>
                          </a:lnTo>
                          <a:lnTo>
                            <a:pt x="1" y="457"/>
                          </a:lnTo>
                          <a:lnTo>
                            <a:pt x="0" y="435"/>
                          </a:lnTo>
                          <a:lnTo>
                            <a:pt x="0" y="413"/>
                          </a:lnTo>
                          <a:lnTo>
                            <a:pt x="1" y="392"/>
                          </a:lnTo>
                          <a:lnTo>
                            <a:pt x="3" y="370"/>
                          </a:lnTo>
                          <a:lnTo>
                            <a:pt x="6" y="349"/>
                          </a:lnTo>
                          <a:lnTo>
                            <a:pt x="11" y="328"/>
                          </a:lnTo>
                          <a:lnTo>
                            <a:pt x="17" y="308"/>
                          </a:lnTo>
                          <a:lnTo>
                            <a:pt x="23" y="288"/>
                          </a:lnTo>
                          <a:lnTo>
                            <a:pt x="30" y="269"/>
                          </a:lnTo>
                          <a:lnTo>
                            <a:pt x="38" y="250"/>
                          </a:lnTo>
                          <a:lnTo>
                            <a:pt x="47" y="232"/>
                          </a:lnTo>
                          <a:lnTo>
                            <a:pt x="57" y="214"/>
                          </a:lnTo>
                          <a:lnTo>
                            <a:pt x="68" y="196"/>
                          </a:lnTo>
                          <a:lnTo>
                            <a:pt x="79" y="179"/>
                          </a:lnTo>
                          <a:lnTo>
                            <a:pt x="92" y="163"/>
                          </a:lnTo>
                          <a:lnTo>
                            <a:pt x="105" y="147"/>
                          </a:lnTo>
                          <a:lnTo>
                            <a:pt x="119" y="132"/>
                          </a:lnTo>
                          <a:lnTo>
                            <a:pt x="133" y="117"/>
                          </a:lnTo>
                          <a:lnTo>
                            <a:pt x="149" y="103"/>
                          </a:lnTo>
                          <a:lnTo>
                            <a:pt x="164" y="91"/>
                          </a:lnTo>
                          <a:lnTo>
                            <a:pt x="181" y="78"/>
                          </a:lnTo>
                          <a:lnTo>
                            <a:pt x="198" y="67"/>
                          </a:lnTo>
                          <a:lnTo>
                            <a:pt x="216" y="57"/>
                          </a:lnTo>
                          <a:lnTo>
                            <a:pt x="234" y="46"/>
                          </a:lnTo>
                          <a:lnTo>
                            <a:pt x="253" y="37"/>
                          </a:lnTo>
                          <a:lnTo>
                            <a:pt x="273" y="29"/>
                          </a:lnTo>
                          <a:lnTo>
                            <a:pt x="292" y="23"/>
                          </a:lnTo>
                          <a:lnTo>
                            <a:pt x="312" y="16"/>
                          </a:lnTo>
                          <a:lnTo>
                            <a:pt x="333" y="11"/>
                          </a:lnTo>
                          <a:lnTo>
                            <a:pt x="353" y="7"/>
                          </a:lnTo>
                          <a:lnTo>
                            <a:pt x="374" y="4"/>
                          </a:lnTo>
                          <a:lnTo>
                            <a:pt x="397" y="1"/>
                          </a:lnTo>
                          <a:lnTo>
                            <a:pt x="418" y="0"/>
                          </a:lnTo>
                          <a:close/>
                        </a:path>
                      </a:pathLst>
                    </a:custGeom>
                    <a:solidFill>
                      <a:srgbClr val="DC2B19"/>
                    </a:solidFill>
                    <a:ln>
                      <a:noFill/>
                    </a:ln>
                  </p:spPr>
                  <p:txBody>
                    <a:bodyPr/>
                    <a:lstStyle/>
                    <a:p>
                      <a:pPr>
                        <a:defRPr/>
                      </a:pPr>
                      <a:endParaRPr lang="en-US" sz="1050">
                        <a:latin typeface="+mj-lt"/>
                      </a:endParaRPr>
                    </a:p>
                  </p:txBody>
                </p:sp>
                <p:sp>
                  <p:nvSpPr>
                    <p:cNvPr id="41189" name="Freeform 655">
                      <a:extLst>
                        <a:ext uri="{FF2B5EF4-FFF2-40B4-BE49-F238E27FC236}">
                          <a16:creationId xmlns="" xmlns:a16="http://schemas.microsoft.com/office/drawing/2014/main" id="{1E1DAD15-140E-5B6E-CFCE-2DFD28E65BC5}"/>
                        </a:ext>
                      </a:extLst>
                    </p:cNvPr>
                    <p:cNvSpPr>
                      <a:spLocks/>
                    </p:cNvSpPr>
                    <p:nvPr/>
                  </p:nvSpPr>
                  <p:spPr bwMode="auto">
                    <a:xfrm>
                      <a:off x="2012" y="1707"/>
                      <a:ext cx="88" cy="84"/>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529" y="510"/>
                          </a:moveTo>
                          <a:lnTo>
                            <a:pt x="529" y="510"/>
                          </a:lnTo>
                          <a:lnTo>
                            <a:pt x="528" y="484"/>
                          </a:lnTo>
                          <a:lnTo>
                            <a:pt x="526" y="458"/>
                          </a:lnTo>
                          <a:lnTo>
                            <a:pt x="521" y="432"/>
                          </a:lnTo>
                          <a:lnTo>
                            <a:pt x="517" y="406"/>
                          </a:lnTo>
                          <a:lnTo>
                            <a:pt x="511" y="381"/>
                          </a:lnTo>
                          <a:lnTo>
                            <a:pt x="503" y="356"/>
                          </a:lnTo>
                          <a:lnTo>
                            <a:pt x="494" y="333"/>
                          </a:lnTo>
                          <a:lnTo>
                            <a:pt x="484" y="309"/>
                          </a:lnTo>
                          <a:lnTo>
                            <a:pt x="474" y="286"/>
                          </a:lnTo>
                          <a:lnTo>
                            <a:pt x="462" y="264"/>
                          </a:lnTo>
                          <a:lnTo>
                            <a:pt x="449" y="243"/>
                          </a:lnTo>
                          <a:lnTo>
                            <a:pt x="435" y="222"/>
                          </a:lnTo>
                          <a:lnTo>
                            <a:pt x="420" y="202"/>
                          </a:lnTo>
                          <a:lnTo>
                            <a:pt x="405" y="182"/>
                          </a:lnTo>
                          <a:lnTo>
                            <a:pt x="388" y="164"/>
                          </a:lnTo>
                          <a:lnTo>
                            <a:pt x="370" y="146"/>
                          </a:lnTo>
                          <a:lnTo>
                            <a:pt x="351" y="129"/>
                          </a:lnTo>
                          <a:lnTo>
                            <a:pt x="332" y="114"/>
                          </a:lnTo>
                          <a:lnTo>
                            <a:pt x="312" y="99"/>
                          </a:lnTo>
                          <a:lnTo>
                            <a:pt x="292" y="84"/>
                          </a:lnTo>
                          <a:lnTo>
                            <a:pt x="271" y="71"/>
                          </a:lnTo>
                          <a:lnTo>
                            <a:pt x="248" y="58"/>
                          </a:lnTo>
                          <a:lnTo>
                            <a:pt x="226" y="48"/>
                          </a:lnTo>
                          <a:lnTo>
                            <a:pt x="203" y="38"/>
                          </a:lnTo>
                          <a:lnTo>
                            <a:pt x="178" y="29"/>
                          </a:lnTo>
                          <a:lnTo>
                            <a:pt x="154" y="21"/>
                          </a:lnTo>
                          <a:lnTo>
                            <a:pt x="129" y="14"/>
                          </a:lnTo>
                          <a:lnTo>
                            <a:pt x="104" y="10"/>
                          </a:lnTo>
                          <a:lnTo>
                            <a:pt x="79" y="5"/>
                          </a:lnTo>
                          <a:lnTo>
                            <a:pt x="52" y="2"/>
                          </a:lnTo>
                          <a:lnTo>
                            <a:pt x="26" y="0"/>
                          </a:lnTo>
                          <a:lnTo>
                            <a:pt x="0" y="1"/>
                          </a:lnTo>
                          <a:lnTo>
                            <a:pt x="3" y="187"/>
                          </a:lnTo>
                          <a:lnTo>
                            <a:pt x="20" y="188"/>
                          </a:lnTo>
                          <a:lnTo>
                            <a:pt x="37" y="189"/>
                          </a:lnTo>
                          <a:lnTo>
                            <a:pt x="54" y="190"/>
                          </a:lnTo>
                          <a:lnTo>
                            <a:pt x="70" y="193"/>
                          </a:lnTo>
                          <a:lnTo>
                            <a:pt x="86" y="196"/>
                          </a:lnTo>
                          <a:lnTo>
                            <a:pt x="102" y="200"/>
                          </a:lnTo>
                          <a:lnTo>
                            <a:pt x="118" y="205"/>
                          </a:lnTo>
                          <a:lnTo>
                            <a:pt x="133" y="211"/>
                          </a:lnTo>
                          <a:lnTo>
                            <a:pt x="148" y="217"/>
                          </a:lnTo>
                          <a:lnTo>
                            <a:pt x="162" y="225"/>
                          </a:lnTo>
                          <a:lnTo>
                            <a:pt x="176" y="232"/>
                          </a:lnTo>
                          <a:lnTo>
                            <a:pt x="190" y="241"/>
                          </a:lnTo>
                          <a:lnTo>
                            <a:pt x="203" y="249"/>
                          </a:lnTo>
                          <a:lnTo>
                            <a:pt x="216" y="260"/>
                          </a:lnTo>
                          <a:lnTo>
                            <a:pt x="228" y="269"/>
                          </a:lnTo>
                          <a:lnTo>
                            <a:pt x="240" y="281"/>
                          </a:lnTo>
                          <a:lnTo>
                            <a:pt x="252" y="292"/>
                          </a:lnTo>
                          <a:lnTo>
                            <a:pt x="262" y="303"/>
                          </a:lnTo>
                          <a:lnTo>
                            <a:pt x="272" y="316"/>
                          </a:lnTo>
                          <a:lnTo>
                            <a:pt x="281" y="329"/>
                          </a:lnTo>
                          <a:lnTo>
                            <a:pt x="291" y="343"/>
                          </a:lnTo>
                          <a:lnTo>
                            <a:pt x="299" y="356"/>
                          </a:lnTo>
                          <a:lnTo>
                            <a:pt x="307" y="370"/>
                          </a:lnTo>
                          <a:lnTo>
                            <a:pt x="314" y="385"/>
                          </a:lnTo>
                          <a:lnTo>
                            <a:pt x="320" y="400"/>
                          </a:lnTo>
                          <a:lnTo>
                            <a:pt x="325" y="416"/>
                          </a:lnTo>
                          <a:lnTo>
                            <a:pt x="330" y="431"/>
                          </a:lnTo>
                          <a:lnTo>
                            <a:pt x="334" y="448"/>
                          </a:lnTo>
                          <a:lnTo>
                            <a:pt x="338" y="464"/>
                          </a:lnTo>
                          <a:lnTo>
                            <a:pt x="340" y="480"/>
                          </a:lnTo>
                          <a:lnTo>
                            <a:pt x="342" y="496"/>
                          </a:lnTo>
                          <a:lnTo>
                            <a:pt x="342" y="513"/>
                          </a:lnTo>
                          <a:lnTo>
                            <a:pt x="529" y="510"/>
                          </a:lnTo>
                          <a:close/>
                        </a:path>
                      </a:pathLst>
                    </a:custGeom>
                    <a:solidFill>
                      <a:srgbClr val="EF2B2F"/>
                    </a:solidFill>
                    <a:ln>
                      <a:noFill/>
                    </a:ln>
                  </p:spPr>
                  <p:txBody>
                    <a:bodyPr/>
                    <a:lstStyle/>
                    <a:p>
                      <a:pPr>
                        <a:defRPr/>
                      </a:pPr>
                      <a:endParaRPr lang="en-US" sz="1050">
                        <a:latin typeface="+mj-lt"/>
                      </a:endParaRPr>
                    </a:p>
                  </p:txBody>
                </p:sp>
                <p:sp>
                  <p:nvSpPr>
                    <p:cNvPr id="41190" name="Freeform 656">
                      <a:extLst>
                        <a:ext uri="{FF2B5EF4-FFF2-40B4-BE49-F238E27FC236}">
                          <a16:creationId xmlns="" xmlns:a16="http://schemas.microsoft.com/office/drawing/2014/main" id="{8AE396CE-9144-0FED-5450-CCA881CC949B}"/>
                        </a:ext>
                      </a:extLst>
                    </p:cNvPr>
                    <p:cNvSpPr>
                      <a:spLocks/>
                    </p:cNvSpPr>
                    <p:nvPr/>
                  </p:nvSpPr>
                  <p:spPr bwMode="auto">
                    <a:xfrm>
                      <a:off x="2016" y="1791"/>
                      <a:ext cx="84" cy="88"/>
                    </a:xfrm>
                    <a:custGeom>
                      <a:avLst/>
                      <a:gdLst>
                        <a:gd name="T0" fmla="*/ 0 w 513"/>
                        <a:gd name="T1" fmla="*/ 0 h 530"/>
                        <a:gd name="T2" fmla="*/ 0 w 513"/>
                        <a:gd name="T3" fmla="*/ 0 h 530"/>
                        <a:gd name="T4" fmla="*/ 0 w 513"/>
                        <a:gd name="T5" fmla="*/ 0 h 530"/>
                        <a:gd name="T6" fmla="*/ 0 w 513"/>
                        <a:gd name="T7" fmla="*/ 0 h 530"/>
                        <a:gd name="T8" fmla="*/ 0 w 513"/>
                        <a:gd name="T9" fmla="*/ 0 h 530"/>
                        <a:gd name="T10" fmla="*/ 0 w 513"/>
                        <a:gd name="T11" fmla="*/ 0 h 530"/>
                        <a:gd name="T12" fmla="*/ 0 w 513"/>
                        <a:gd name="T13" fmla="*/ 0 h 530"/>
                        <a:gd name="T14" fmla="*/ 0 w 513"/>
                        <a:gd name="T15" fmla="*/ 0 h 530"/>
                        <a:gd name="T16" fmla="*/ 0 w 513"/>
                        <a:gd name="T17" fmla="*/ 0 h 530"/>
                        <a:gd name="T18" fmla="*/ 0 w 513"/>
                        <a:gd name="T19" fmla="*/ 0 h 530"/>
                        <a:gd name="T20" fmla="*/ 0 w 513"/>
                        <a:gd name="T21" fmla="*/ 0 h 530"/>
                        <a:gd name="T22" fmla="*/ 0 w 513"/>
                        <a:gd name="T23" fmla="*/ 0 h 530"/>
                        <a:gd name="T24" fmla="*/ 0 w 513"/>
                        <a:gd name="T25" fmla="*/ 0 h 530"/>
                        <a:gd name="T26" fmla="*/ 0 w 513"/>
                        <a:gd name="T27" fmla="*/ 0 h 530"/>
                        <a:gd name="T28" fmla="*/ 0 w 513"/>
                        <a:gd name="T29" fmla="*/ 0 h 530"/>
                        <a:gd name="T30" fmla="*/ 0 w 513"/>
                        <a:gd name="T31" fmla="*/ 0 h 530"/>
                        <a:gd name="T32" fmla="*/ 0 w 513"/>
                        <a:gd name="T33" fmla="*/ 0 h 530"/>
                        <a:gd name="T34" fmla="*/ 0 w 513"/>
                        <a:gd name="T35" fmla="*/ 0 h 530"/>
                        <a:gd name="T36" fmla="*/ 0 w 513"/>
                        <a:gd name="T37" fmla="*/ 0 h 530"/>
                        <a:gd name="T38" fmla="*/ 0 w 513"/>
                        <a:gd name="T39" fmla="*/ 0 h 530"/>
                        <a:gd name="T40" fmla="*/ 0 w 513"/>
                        <a:gd name="T41" fmla="*/ 0 h 530"/>
                        <a:gd name="T42" fmla="*/ 0 w 513"/>
                        <a:gd name="T43" fmla="*/ 0 h 530"/>
                        <a:gd name="T44" fmla="*/ 0 w 513"/>
                        <a:gd name="T45" fmla="*/ 0 h 530"/>
                        <a:gd name="T46" fmla="*/ 0 w 513"/>
                        <a:gd name="T47" fmla="*/ 0 h 530"/>
                        <a:gd name="T48" fmla="*/ 0 w 513"/>
                        <a:gd name="T49" fmla="*/ 0 h 530"/>
                        <a:gd name="T50" fmla="*/ 0 w 513"/>
                        <a:gd name="T51" fmla="*/ 0 h 530"/>
                        <a:gd name="T52" fmla="*/ 0 w 513"/>
                        <a:gd name="T53" fmla="*/ 0 h 530"/>
                        <a:gd name="T54" fmla="*/ 0 w 513"/>
                        <a:gd name="T55" fmla="*/ 0 h 530"/>
                        <a:gd name="T56" fmla="*/ 0 w 513"/>
                        <a:gd name="T57" fmla="*/ 0 h 530"/>
                        <a:gd name="T58" fmla="*/ 0 w 513"/>
                        <a:gd name="T59" fmla="*/ 0 h 530"/>
                        <a:gd name="T60" fmla="*/ 0 w 513"/>
                        <a:gd name="T61" fmla="*/ 0 h 530"/>
                        <a:gd name="T62" fmla="*/ 0 w 513"/>
                        <a:gd name="T63" fmla="*/ 0 h 530"/>
                        <a:gd name="T64" fmla="*/ 0 w 513"/>
                        <a:gd name="T65" fmla="*/ 0 h 530"/>
                        <a:gd name="T66" fmla="*/ 0 w 513"/>
                        <a:gd name="T67" fmla="*/ 0 h 5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3"/>
                        <a:gd name="T103" fmla="*/ 0 h 530"/>
                        <a:gd name="T104" fmla="*/ 513 w 513"/>
                        <a:gd name="T105" fmla="*/ 530 h 5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3" h="530">
                          <a:moveTo>
                            <a:pt x="2" y="530"/>
                          </a:moveTo>
                          <a:lnTo>
                            <a:pt x="2" y="530"/>
                          </a:lnTo>
                          <a:lnTo>
                            <a:pt x="29" y="529"/>
                          </a:lnTo>
                          <a:lnTo>
                            <a:pt x="55" y="526"/>
                          </a:lnTo>
                          <a:lnTo>
                            <a:pt x="82" y="522"/>
                          </a:lnTo>
                          <a:lnTo>
                            <a:pt x="107" y="517"/>
                          </a:lnTo>
                          <a:lnTo>
                            <a:pt x="132" y="511"/>
                          </a:lnTo>
                          <a:lnTo>
                            <a:pt x="156" y="503"/>
                          </a:lnTo>
                          <a:lnTo>
                            <a:pt x="180" y="495"/>
                          </a:lnTo>
                          <a:lnTo>
                            <a:pt x="204" y="485"/>
                          </a:lnTo>
                          <a:lnTo>
                            <a:pt x="227" y="475"/>
                          </a:lnTo>
                          <a:lnTo>
                            <a:pt x="249" y="462"/>
                          </a:lnTo>
                          <a:lnTo>
                            <a:pt x="271" y="449"/>
                          </a:lnTo>
                          <a:lnTo>
                            <a:pt x="292" y="435"/>
                          </a:lnTo>
                          <a:lnTo>
                            <a:pt x="312" y="420"/>
                          </a:lnTo>
                          <a:lnTo>
                            <a:pt x="331" y="404"/>
                          </a:lnTo>
                          <a:lnTo>
                            <a:pt x="349" y="389"/>
                          </a:lnTo>
                          <a:lnTo>
                            <a:pt x="367" y="371"/>
                          </a:lnTo>
                          <a:lnTo>
                            <a:pt x="384" y="353"/>
                          </a:lnTo>
                          <a:lnTo>
                            <a:pt x="400" y="333"/>
                          </a:lnTo>
                          <a:lnTo>
                            <a:pt x="415" y="313"/>
                          </a:lnTo>
                          <a:lnTo>
                            <a:pt x="429" y="292"/>
                          </a:lnTo>
                          <a:lnTo>
                            <a:pt x="443" y="271"/>
                          </a:lnTo>
                          <a:lnTo>
                            <a:pt x="454" y="250"/>
                          </a:lnTo>
                          <a:lnTo>
                            <a:pt x="466" y="226"/>
                          </a:lnTo>
                          <a:lnTo>
                            <a:pt x="476" y="203"/>
                          </a:lnTo>
                          <a:lnTo>
                            <a:pt x="485" y="180"/>
                          </a:lnTo>
                          <a:lnTo>
                            <a:pt x="493" y="155"/>
                          </a:lnTo>
                          <a:lnTo>
                            <a:pt x="499" y="131"/>
                          </a:lnTo>
                          <a:lnTo>
                            <a:pt x="504" y="105"/>
                          </a:lnTo>
                          <a:lnTo>
                            <a:pt x="509" y="80"/>
                          </a:lnTo>
                          <a:lnTo>
                            <a:pt x="512" y="53"/>
                          </a:lnTo>
                          <a:lnTo>
                            <a:pt x="513" y="27"/>
                          </a:lnTo>
                          <a:lnTo>
                            <a:pt x="513" y="0"/>
                          </a:lnTo>
                          <a:lnTo>
                            <a:pt x="326" y="3"/>
                          </a:lnTo>
                          <a:lnTo>
                            <a:pt x="326" y="22"/>
                          </a:lnTo>
                          <a:lnTo>
                            <a:pt x="325" y="38"/>
                          </a:lnTo>
                          <a:lnTo>
                            <a:pt x="324" y="54"/>
                          </a:lnTo>
                          <a:lnTo>
                            <a:pt x="321" y="71"/>
                          </a:lnTo>
                          <a:lnTo>
                            <a:pt x="317" y="87"/>
                          </a:lnTo>
                          <a:lnTo>
                            <a:pt x="313" y="103"/>
                          </a:lnTo>
                          <a:lnTo>
                            <a:pt x="308" y="119"/>
                          </a:lnTo>
                          <a:lnTo>
                            <a:pt x="303" y="134"/>
                          </a:lnTo>
                          <a:lnTo>
                            <a:pt x="296" y="149"/>
                          </a:lnTo>
                          <a:lnTo>
                            <a:pt x="289" y="163"/>
                          </a:lnTo>
                          <a:lnTo>
                            <a:pt x="281" y="177"/>
                          </a:lnTo>
                          <a:lnTo>
                            <a:pt x="273" y="191"/>
                          </a:lnTo>
                          <a:lnTo>
                            <a:pt x="263" y="204"/>
                          </a:lnTo>
                          <a:lnTo>
                            <a:pt x="254" y="217"/>
                          </a:lnTo>
                          <a:lnTo>
                            <a:pt x="244" y="229"/>
                          </a:lnTo>
                          <a:lnTo>
                            <a:pt x="232" y="241"/>
                          </a:lnTo>
                          <a:lnTo>
                            <a:pt x="222" y="252"/>
                          </a:lnTo>
                          <a:lnTo>
                            <a:pt x="209" y="262"/>
                          </a:lnTo>
                          <a:lnTo>
                            <a:pt x="196" y="273"/>
                          </a:lnTo>
                          <a:lnTo>
                            <a:pt x="184" y="282"/>
                          </a:lnTo>
                          <a:lnTo>
                            <a:pt x="171" y="291"/>
                          </a:lnTo>
                          <a:lnTo>
                            <a:pt x="157" y="299"/>
                          </a:lnTo>
                          <a:lnTo>
                            <a:pt x="142" y="308"/>
                          </a:lnTo>
                          <a:lnTo>
                            <a:pt x="128" y="314"/>
                          </a:lnTo>
                          <a:lnTo>
                            <a:pt x="113" y="321"/>
                          </a:lnTo>
                          <a:lnTo>
                            <a:pt x="98" y="326"/>
                          </a:lnTo>
                          <a:lnTo>
                            <a:pt x="82" y="331"/>
                          </a:lnTo>
                          <a:lnTo>
                            <a:pt x="66" y="334"/>
                          </a:lnTo>
                          <a:lnTo>
                            <a:pt x="50" y="338"/>
                          </a:lnTo>
                          <a:lnTo>
                            <a:pt x="34" y="341"/>
                          </a:lnTo>
                          <a:lnTo>
                            <a:pt x="17" y="342"/>
                          </a:lnTo>
                          <a:lnTo>
                            <a:pt x="0" y="343"/>
                          </a:lnTo>
                          <a:lnTo>
                            <a:pt x="2" y="530"/>
                          </a:lnTo>
                          <a:close/>
                        </a:path>
                      </a:pathLst>
                    </a:custGeom>
                    <a:solidFill>
                      <a:srgbClr val="EF2B2F"/>
                    </a:solidFill>
                    <a:ln>
                      <a:noFill/>
                    </a:ln>
                  </p:spPr>
                  <p:txBody>
                    <a:bodyPr/>
                    <a:lstStyle/>
                    <a:p>
                      <a:pPr>
                        <a:defRPr/>
                      </a:pPr>
                      <a:endParaRPr lang="en-US" sz="1050">
                        <a:latin typeface="+mj-lt"/>
                      </a:endParaRPr>
                    </a:p>
                  </p:txBody>
                </p:sp>
                <p:sp>
                  <p:nvSpPr>
                    <p:cNvPr id="41191" name="Freeform 657">
                      <a:extLst>
                        <a:ext uri="{FF2B5EF4-FFF2-40B4-BE49-F238E27FC236}">
                          <a16:creationId xmlns="" xmlns:a16="http://schemas.microsoft.com/office/drawing/2014/main" id="{CDAB41D5-8828-B95E-DFE0-329B692C4D80}"/>
                        </a:ext>
                      </a:extLst>
                    </p:cNvPr>
                    <p:cNvSpPr>
                      <a:spLocks/>
                    </p:cNvSpPr>
                    <p:nvPr/>
                  </p:nvSpPr>
                  <p:spPr bwMode="auto">
                    <a:xfrm>
                      <a:off x="1928" y="1795"/>
                      <a:ext cx="88" cy="84"/>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0" y="3"/>
                          </a:moveTo>
                          <a:lnTo>
                            <a:pt x="0" y="3"/>
                          </a:lnTo>
                          <a:lnTo>
                            <a:pt x="1" y="30"/>
                          </a:lnTo>
                          <a:lnTo>
                            <a:pt x="3" y="56"/>
                          </a:lnTo>
                          <a:lnTo>
                            <a:pt x="8" y="82"/>
                          </a:lnTo>
                          <a:lnTo>
                            <a:pt x="13" y="108"/>
                          </a:lnTo>
                          <a:lnTo>
                            <a:pt x="18" y="133"/>
                          </a:lnTo>
                          <a:lnTo>
                            <a:pt x="26" y="157"/>
                          </a:lnTo>
                          <a:lnTo>
                            <a:pt x="35" y="182"/>
                          </a:lnTo>
                          <a:lnTo>
                            <a:pt x="45" y="205"/>
                          </a:lnTo>
                          <a:lnTo>
                            <a:pt x="55" y="227"/>
                          </a:lnTo>
                          <a:lnTo>
                            <a:pt x="67" y="250"/>
                          </a:lnTo>
                          <a:lnTo>
                            <a:pt x="80" y="272"/>
                          </a:lnTo>
                          <a:lnTo>
                            <a:pt x="95" y="292"/>
                          </a:lnTo>
                          <a:lnTo>
                            <a:pt x="108" y="312"/>
                          </a:lnTo>
                          <a:lnTo>
                            <a:pt x="124" y="331"/>
                          </a:lnTo>
                          <a:lnTo>
                            <a:pt x="141" y="350"/>
                          </a:lnTo>
                          <a:lnTo>
                            <a:pt x="159" y="368"/>
                          </a:lnTo>
                          <a:lnTo>
                            <a:pt x="177" y="385"/>
                          </a:lnTo>
                          <a:lnTo>
                            <a:pt x="197" y="401"/>
                          </a:lnTo>
                          <a:lnTo>
                            <a:pt x="217" y="416"/>
                          </a:lnTo>
                          <a:lnTo>
                            <a:pt x="237" y="430"/>
                          </a:lnTo>
                          <a:lnTo>
                            <a:pt x="258" y="444"/>
                          </a:lnTo>
                          <a:lnTo>
                            <a:pt x="280" y="455"/>
                          </a:lnTo>
                          <a:lnTo>
                            <a:pt x="304" y="466"/>
                          </a:lnTo>
                          <a:lnTo>
                            <a:pt x="326" y="477"/>
                          </a:lnTo>
                          <a:lnTo>
                            <a:pt x="351" y="485"/>
                          </a:lnTo>
                          <a:lnTo>
                            <a:pt x="375" y="494"/>
                          </a:lnTo>
                          <a:lnTo>
                            <a:pt x="399" y="500"/>
                          </a:lnTo>
                          <a:lnTo>
                            <a:pt x="425" y="505"/>
                          </a:lnTo>
                          <a:lnTo>
                            <a:pt x="450" y="509"/>
                          </a:lnTo>
                          <a:lnTo>
                            <a:pt x="477" y="513"/>
                          </a:lnTo>
                          <a:lnTo>
                            <a:pt x="503" y="514"/>
                          </a:lnTo>
                          <a:lnTo>
                            <a:pt x="529" y="514"/>
                          </a:lnTo>
                          <a:lnTo>
                            <a:pt x="527" y="327"/>
                          </a:lnTo>
                          <a:lnTo>
                            <a:pt x="509" y="327"/>
                          </a:lnTo>
                          <a:lnTo>
                            <a:pt x="492" y="326"/>
                          </a:lnTo>
                          <a:lnTo>
                            <a:pt x="476" y="324"/>
                          </a:lnTo>
                          <a:lnTo>
                            <a:pt x="459" y="322"/>
                          </a:lnTo>
                          <a:lnTo>
                            <a:pt x="443" y="317"/>
                          </a:lnTo>
                          <a:lnTo>
                            <a:pt x="427" y="314"/>
                          </a:lnTo>
                          <a:lnTo>
                            <a:pt x="411" y="309"/>
                          </a:lnTo>
                          <a:lnTo>
                            <a:pt x="396" y="303"/>
                          </a:lnTo>
                          <a:lnTo>
                            <a:pt x="381" y="297"/>
                          </a:lnTo>
                          <a:lnTo>
                            <a:pt x="367" y="290"/>
                          </a:lnTo>
                          <a:lnTo>
                            <a:pt x="353" y="281"/>
                          </a:lnTo>
                          <a:lnTo>
                            <a:pt x="339" y="274"/>
                          </a:lnTo>
                          <a:lnTo>
                            <a:pt x="326" y="264"/>
                          </a:lnTo>
                          <a:lnTo>
                            <a:pt x="313" y="255"/>
                          </a:lnTo>
                          <a:lnTo>
                            <a:pt x="301" y="244"/>
                          </a:lnTo>
                          <a:lnTo>
                            <a:pt x="289" y="234"/>
                          </a:lnTo>
                          <a:lnTo>
                            <a:pt x="277" y="222"/>
                          </a:lnTo>
                          <a:lnTo>
                            <a:pt x="267" y="210"/>
                          </a:lnTo>
                          <a:lnTo>
                            <a:pt x="257" y="198"/>
                          </a:lnTo>
                          <a:lnTo>
                            <a:pt x="248" y="185"/>
                          </a:lnTo>
                          <a:lnTo>
                            <a:pt x="238" y="171"/>
                          </a:lnTo>
                          <a:lnTo>
                            <a:pt x="230" y="158"/>
                          </a:lnTo>
                          <a:lnTo>
                            <a:pt x="222" y="143"/>
                          </a:lnTo>
                          <a:lnTo>
                            <a:pt x="216" y="129"/>
                          </a:lnTo>
                          <a:lnTo>
                            <a:pt x="209" y="114"/>
                          </a:lnTo>
                          <a:lnTo>
                            <a:pt x="204" y="99"/>
                          </a:lnTo>
                          <a:lnTo>
                            <a:pt x="199" y="83"/>
                          </a:lnTo>
                          <a:lnTo>
                            <a:pt x="194" y="67"/>
                          </a:lnTo>
                          <a:lnTo>
                            <a:pt x="191" y="51"/>
                          </a:lnTo>
                          <a:lnTo>
                            <a:pt x="189" y="34"/>
                          </a:lnTo>
                          <a:lnTo>
                            <a:pt x="188"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192" name="Freeform 658">
                      <a:extLst>
                        <a:ext uri="{FF2B5EF4-FFF2-40B4-BE49-F238E27FC236}">
                          <a16:creationId xmlns="" xmlns:a16="http://schemas.microsoft.com/office/drawing/2014/main" id="{8D6F6113-79DC-6218-29A8-2A41F5BFCD8E}"/>
                        </a:ext>
                      </a:extLst>
                    </p:cNvPr>
                    <p:cNvSpPr>
                      <a:spLocks/>
                    </p:cNvSpPr>
                    <p:nvPr/>
                  </p:nvSpPr>
                  <p:spPr bwMode="auto">
                    <a:xfrm>
                      <a:off x="1928" y="1707"/>
                      <a:ext cx="84"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511" y="0"/>
                          </a:moveTo>
                          <a:lnTo>
                            <a:pt x="511" y="0"/>
                          </a:lnTo>
                          <a:lnTo>
                            <a:pt x="484" y="0"/>
                          </a:lnTo>
                          <a:lnTo>
                            <a:pt x="458" y="3"/>
                          </a:lnTo>
                          <a:lnTo>
                            <a:pt x="431" y="6"/>
                          </a:lnTo>
                          <a:lnTo>
                            <a:pt x="406" y="12"/>
                          </a:lnTo>
                          <a:lnTo>
                            <a:pt x="381" y="18"/>
                          </a:lnTo>
                          <a:lnTo>
                            <a:pt x="357" y="26"/>
                          </a:lnTo>
                          <a:lnTo>
                            <a:pt x="333" y="34"/>
                          </a:lnTo>
                          <a:lnTo>
                            <a:pt x="309" y="45"/>
                          </a:lnTo>
                          <a:lnTo>
                            <a:pt x="286" y="55"/>
                          </a:lnTo>
                          <a:lnTo>
                            <a:pt x="263" y="67"/>
                          </a:lnTo>
                          <a:lnTo>
                            <a:pt x="242" y="80"/>
                          </a:lnTo>
                          <a:lnTo>
                            <a:pt x="221" y="93"/>
                          </a:lnTo>
                          <a:lnTo>
                            <a:pt x="201" y="108"/>
                          </a:lnTo>
                          <a:lnTo>
                            <a:pt x="182" y="124"/>
                          </a:lnTo>
                          <a:lnTo>
                            <a:pt x="164" y="141"/>
                          </a:lnTo>
                          <a:lnTo>
                            <a:pt x="146" y="159"/>
                          </a:lnTo>
                          <a:lnTo>
                            <a:pt x="129" y="177"/>
                          </a:lnTo>
                          <a:lnTo>
                            <a:pt x="113" y="196"/>
                          </a:lnTo>
                          <a:lnTo>
                            <a:pt x="98" y="216"/>
                          </a:lnTo>
                          <a:lnTo>
                            <a:pt x="84" y="237"/>
                          </a:lnTo>
                          <a:lnTo>
                            <a:pt x="70" y="258"/>
                          </a:lnTo>
                          <a:lnTo>
                            <a:pt x="59" y="280"/>
                          </a:lnTo>
                          <a:lnTo>
                            <a:pt x="47" y="302"/>
                          </a:lnTo>
                          <a:lnTo>
                            <a:pt x="37" y="326"/>
                          </a:lnTo>
                          <a:lnTo>
                            <a:pt x="29" y="350"/>
                          </a:lnTo>
                          <a:lnTo>
                            <a:pt x="20" y="375"/>
                          </a:lnTo>
                          <a:lnTo>
                            <a:pt x="14" y="399"/>
                          </a:lnTo>
                          <a:lnTo>
                            <a:pt x="9" y="424"/>
                          </a:lnTo>
                          <a:lnTo>
                            <a:pt x="4" y="450"/>
                          </a:lnTo>
                          <a:lnTo>
                            <a:pt x="1" y="475"/>
                          </a:lnTo>
                          <a:lnTo>
                            <a:pt x="0" y="503"/>
                          </a:lnTo>
                          <a:lnTo>
                            <a:pt x="0" y="528"/>
                          </a:lnTo>
                          <a:lnTo>
                            <a:pt x="187" y="525"/>
                          </a:lnTo>
                          <a:lnTo>
                            <a:pt x="187" y="507"/>
                          </a:lnTo>
                          <a:lnTo>
                            <a:pt x="188" y="491"/>
                          </a:lnTo>
                          <a:lnTo>
                            <a:pt x="190" y="474"/>
                          </a:lnTo>
                          <a:lnTo>
                            <a:pt x="192" y="458"/>
                          </a:lnTo>
                          <a:lnTo>
                            <a:pt x="196" y="442"/>
                          </a:lnTo>
                          <a:lnTo>
                            <a:pt x="200" y="425"/>
                          </a:lnTo>
                          <a:lnTo>
                            <a:pt x="205" y="411"/>
                          </a:lnTo>
                          <a:lnTo>
                            <a:pt x="210" y="396"/>
                          </a:lnTo>
                          <a:lnTo>
                            <a:pt x="217" y="381"/>
                          </a:lnTo>
                          <a:lnTo>
                            <a:pt x="224" y="366"/>
                          </a:lnTo>
                          <a:lnTo>
                            <a:pt x="232" y="352"/>
                          </a:lnTo>
                          <a:lnTo>
                            <a:pt x="240" y="338"/>
                          </a:lnTo>
                          <a:lnTo>
                            <a:pt x="250" y="325"/>
                          </a:lnTo>
                          <a:lnTo>
                            <a:pt x="259" y="312"/>
                          </a:lnTo>
                          <a:lnTo>
                            <a:pt x="270" y="300"/>
                          </a:lnTo>
                          <a:lnTo>
                            <a:pt x="280" y="289"/>
                          </a:lnTo>
                          <a:lnTo>
                            <a:pt x="292" y="277"/>
                          </a:lnTo>
                          <a:lnTo>
                            <a:pt x="304" y="266"/>
                          </a:lnTo>
                          <a:lnTo>
                            <a:pt x="317" y="257"/>
                          </a:lnTo>
                          <a:lnTo>
                            <a:pt x="329" y="246"/>
                          </a:lnTo>
                          <a:lnTo>
                            <a:pt x="342" y="238"/>
                          </a:lnTo>
                          <a:lnTo>
                            <a:pt x="356" y="229"/>
                          </a:lnTo>
                          <a:lnTo>
                            <a:pt x="371" y="222"/>
                          </a:lnTo>
                          <a:lnTo>
                            <a:pt x="385" y="214"/>
                          </a:lnTo>
                          <a:lnTo>
                            <a:pt x="399" y="208"/>
                          </a:lnTo>
                          <a:lnTo>
                            <a:pt x="415" y="204"/>
                          </a:lnTo>
                          <a:lnTo>
                            <a:pt x="431" y="198"/>
                          </a:lnTo>
                          <a:lnTo>
                            <a:pt x="447" y="194"/>
                          </a:lnTo>
                          <a:lnTo>
                            <a:pt x="463" y="191"/>
                          </a:lnTo>
                          <a:lnTo>
                            <a:pt x="480" y="189"/>
                          </a:lnTo>
                          <a:lnTo>
                            <a:pt x="496" y="187"/>
                          </a:lnTo>
                          <a:lnTo>
                            <a:pt x="514" y="186"/>
                          </a:lnTo>
                          <a:lnTo>
                            <a:pt x="511" y="0"/>
                          </a:lnTo>
                          <a:close/>
                        </a:path>
                      </a:pathLst>
                    </a:custGeom>
                    <a:solidFill>
                      <a:srgbClr val="EF2B2F"/>
                    </a:solidFill>
                    <a:ln>
                      <a:noFill/>
                    </a:ln>
                  </p:spPr>
                  <p:txBody>
                    <a:bodyPr/>
                    <a:lstStyle/>
                    <a:p>
                      <a:pPr>
                        <a:defRPr/>
                      </a:pPr>
                      <a:endParaRPr lang="en-US" sz="1050">
                        <a:latin typeface="+mj-lt"/>
                      </a:endParaRPr>
                    </a:p>
                  </p:txBody>
                </p:sp>
                <p:sp>
                  <p:nvSpPr>
                    <p:cNvPr id="41193" name="Freeform 659">
                      <a:extLst>
                        <a:ext uri="{FF2B5EF4-FFF2-40B4-BE49-F238E27FC236}">
                          <a16:creationId xmlns="" xmlns:a16="http://schemas.microsoft.com/office/drawing/2014/main" id="{3FE5DFF4-3875-38AB-FB3C-06C4C8A95089}"/>
                        </a:ext>
                      </a:extLst>
                    </p:cNvPr>
                    <p:cNvSpPr>
                      <a:spLocks/>
                    </p:cNvSpPr>
                    <p:nvPr/>
                  </p:nvSpPr>
                  <p:spPr bwMode="auto">
                    <a:xfrm>
                      <a:off x="2152" y="1671"/>
                      <a:ext cx="88" cy="84"/>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529" y="510"/>
                          </a:moveTo>
                          <a:lnTo>
                            <a:pt x="529" y="510"/>
                          </a:lnTo>
                          <a:lnTo>
                            <a:pt x="528" y="483"/>
                          </a:lnTo>
                          <a:lnTo>
                            <a:pt x="526" y="457"/>
                          </a:lnTo>
                          <a:lnTo>
                            <a:pt x="522" y="430"/>
                          </a:lnTo>
                          <a:lnTo>
                            <a:pt x="517" y="405"/>
                          </a:lnTo>
                          <a:lnTo>
                            <a:pt x="511" y="380"/>
                          </a:lnTo>
                          <a:lnTo>
                            <a:pt x="504" y="356"/>
                          </a:lnTo>
                          <a:lnTo>
                            <a:pt x="494" y="332"/>
                          </a:lnTo>
                          <a:lnTo>
                            <a:pt x="485" y="308"/>
                          </a:lnTo>
                          <a:lnTo>
                            <a:pt x="474" y="285"/>
                          </a:lnTo>
                          <a:lnTo>
                            <a:pt x="462" y="263"/>
                          </a:lnTo>
                          <a:lnTo>
                            <a:pt x="450" y="242"/>
                          </a:lnTo>
                          <a:lnTo>
                            <a:pt x="436" y="220"/>
                          </a:lnTo>
                          <a:lnTo>
                            <a:pt x="421" y="200"/>
                          </a:lnTo>
                          <a:lnTo>
                            <a:pt x="405" y="181"/>
                          </a:lnTo>
                          <a:lnTo>
                            <a:pt x="388" y="163"/>
                          </a:lnTo>
                          <a:lnTo>
                            <a:pt x="370" y="145"/>
                          </a:lnTo>
                          <a:lnTo>
                            <a:pt x="352" y="128"/>
                          </a:lnTo>
                          <a:lnTo>
                            <a:pt x="333" y="112"/>
                          </a:lnTo>
                          <a:lnTo>
                            <a:pt x="313" y="97"/>
                          </a:lnTo>
                          <a:lnTo>
                            <a:pt x="292" y="83"/>
                          </a:lnTo>
                          <a:lnTo>
                            <a:pt x="271" y="70"/>
                          </a:lnTo>
                          <a:lnTo>
                            <a:pt x="249" y="58"/>
                          </a:lnTo>
                          <a:lnTo>
                            <a:pt x="226" y="46"/>
                          </a:lnTo>
                          <a:lnTo>
                            <a:pt x="203" y="37"/>
                          </a:lnTo>
                          <a:lnTo>
                            <a:pt x="179" y="28"/>
                          </a:lnTo>
                          <a:lnTo>
                            <a:pt x="154" y="20"/>
                          </a:lnTo>
                          <a:lnTo>
                            <a:pt x="130" y="13"/>
                          </a:lnTo>
                          <a:lnTo>
                            <a:pt x="104" y="8"/>
                          </a:lnTo>
                          <a:lnTo>
                            <a:pt x="79" y="4"/>
                          </a:lnTo>
                          <a:lnTo>
                            <a:pt x="52" y="1"/>
                          </a:lnTo>
                          <a:lnTo>
                            <a:pt x="27" y="0"/>
                          </a:lnTo>
                          <a:lnTo>
                            <a:pt x="0" y="0"/>
                          </a:lnTo>
                          <a:lnTo>
                            <a:pt x="3" y="186"/>
                          </a:lnTo>
                          <a:lnTo>
                            <a:pt x="20" y="186"/>
                          </a:lnTo>
                          <a:lnTo>
                            <a:pt x="37" y="187"/>
                          </a:lnTo>
                          <a:lnTo>
                            <a:pt x="54" y="188"/>
                          </a:lnTo>
                          <a:lnTo>
                            <a:pt x="70" y="192"/>
                          </a:lnTo>
                          <a:lnTo>
                            <a:pt x="86" y="195"/>
                          </a:lnTo>
                          <a:lnTo>
                            <a:pt x="102" y="199"/>
                          </a:lnTo>
                          <a:lnTo>
                            <a:pt x="118" y="204"/>
                          </a:lnTo>
                          <a:lnTo>
                            <a:pt x="133" y="210"/>
                          </a:lnTo>
                          <a:lnTo>
                            <a:pt x="148" y="216"/>
                          </a:lnTo>
                          <a:lnTo>
                            <a:pt x="163" y="223"/>
                          </a:lnTo>
                          <a:lnTo>
                            <a:pt x="177" y="231"/>
                          </a:lnTo>
                          <a:lnTo>
                            <a:pt x="190" y="239"/>
                          </a:lnTo>
                          <a:lnTo>
                            <a:pt x="203" y="249"/>
                          </a:lnTo>
                          <a:lnTo>
                            <a:pt x="216" y="258"/>
                          </a:lnTo>
                          <a:lnTo>
                            <a:pt x="229" y="269"/>
                          </a:lnTo>
                          <a:lnTo>
                            <a:pt x="240" y="280"/>
                          </a:lnTo>
                          <a:lnTo>
                            <a:pt x="252" y="291"/>
                          </a:lnTo>
                          <a:lnTo>
                            <a:pt x="263" y="303"/>
                          </a:lnTo>
                          <a:lnTo>
                            <a:pt x="272" y="316"/>
                          </a:lnTo>
                          <a:lnTo>
                            <a:pt x="282" y="329"/>
                          </a:lnTo>
                          <a:lnTo>
                            <a:pt x="291" y="341"/>
                          </a:lnTo>
                          <a:lnTo>
                            <a:pt x="300" y="355"/>
                          </a:lnTo>
                          <a:lnTo>
                            <a:pt x="307" y="370"/>
                          </a:lnTo>
                          <a:lnTo>
                            <a:pt x="315" y="384"/>
                          </a:lnTo>
                          <a:lnTo>
                            <a:pt x="320" y="399"/>
                          </a:lnTo>
                          <a:lnTo>
                            <a:pt x="325" y="414"/>
                          </a:lnTo>
                          <a:lnTo>
                            <a:pt x="331" y="430"/>
                          </a:lnTo>
                          <a:lnTo>
                            <a:pt x="335" y="446"/>
                          </a:lnTo>
                          <a:lnTo>
                            <a:pt x="338" y="462"/>
                          </a:lnTo>
                          <a:lnTo>
                            <a:pt x="340" y="479"/>
                          </a:lnTo>
                          <a:lnTo>
                            <a:pt x="342" y="495"/>
                          </a:lnTo>
                          <a:lnTo>
                            <a:pt x="342" y="513"/>
                          </a:lnTo>
                          <a:lnTo>
                            <a:pt x="529" y="510"/>
                          </a:lnTo>
                          <a:close/>
                        </a:path>
                      </a:pathLst>
                    </a:custGeom>
                    <a:solidFill>
                      <a:srgbClr val="EF2B2F"/>
                    </a:solidFill>
                    <a:ln>
                      <a:noFill/>
                    </a:ln>
                  </p:spPr>
                  <p:txBody>
                    <a:bodyPr/>
                    <a:lstStyle/>
                    <a:p>
                      <a:pPr>
                        <a:defRPr/>
                      </a:pPr>
                      <a:endParaRPr lang="en-US" sz="1050">
                        <a:latin typeface="+mj-lt"/>
                      </a:endParaRPr>
                    </a:p>
                  </p:txBody>
                </p:sp>
                <p:sp>
                  <p:nvSpPr>
                    <p:cNvPr id="41194" name="Freeform 660">
                      <a:extLst>
                        <a:ext uri="{FF2B5EF4-FFF2-40B4-BE49-F238E27FC236}">
                          <a16:creationId xmlns="" xmlns:a16="http://schemas.microsoft.com/office/drawing/2014/main" id="{5B00CCA5-A020-0C22-44EC-72F287DED215}"/>
                        </a:ext>
                      </a:extLst>
                    </p:cNvPr>
                    <p:cNvSpPr>
                      <a:spLocks/>
                    </p:cNvSpPr>
                    <p:nvPr/>
                  </p:nvSpPr>
                  <p:spPr bwMode="auto">
                    <a:xfrm>
                      <a:off x="2152" y="1755"/>
                      <a:ext cx="88" cy="88"/>
                    </a:xfrm>
                    <a:custGeom>
                      <a:avLst/>
                      <a:gdLst>
                        <a:gd name="T0" fmla="*/ 0 w 513"/>
                        <a:gd name="T1" fmla="*/ 0 h 528"/>
                        <a:gd name="T2" fmla="*/ 0 w 513"/>
                        <a:gd name="T3" fmla="*/ 0 h 528"/>
                        <a:gd name="T4" fmla="*/ 0 w 513"/>
                        <a:gd name="T5" fmla="*/ 0 h 528"/>
                        <a:gd name="T6" fmla="*/ 0 w 513"/>
                        <a:gd name="T7" fmla="*/ 0 h 528"/>
                        <a:gd name="T8" fmla="*/ 0 w 513"/>
                        <a:gd name="T9" fmla="*/ 0 h 528"/>
                        <a:gd name="T10" fmla="*/ 0 w 513"/>
                        <a:gd name="T11" fmla="*/ 0 h 528"/>
                        <a:gd name="T12" fmla="*/ 0 w 513"/>
                        <a:gd name="T13" fmla="*/ 0 h 528"/>
                        <a:gd name="T14" fmla="*/ 0 w 513"/>
                        <a:gd name="T15" fmla="*/ 0 h 528"/>
                        <a:gd name="T16" fmla="*/ 0 w 513"/>
                        <a:gd name="T17" fmla="*/ 0 h 528"/>
                        <a:gd name="T18" fmla="*/ 0 w 513"/>
                        <a:gd name="T19" fmla="*/ 0 h 528"/>
                        <a:gd name="T20" fmla="*/ 0 w 513"/>
                        <a:gd name="T21" fmla="*/ 0 h 528"/>
                        <a:gd name="T22" fmla="*/ 0 w 513"/>
                        <a:gd name="T23" fmla="*/ 0 h 528"/>
                        <a:gd name="T24" fmla="*/ 0 w 513"/>
                        <a:gd name="T25" fmla="*/ 0 h 528"/>
                        <a:gd name="T26" fmla="*/ 0 w 513"/>
                        <a:gd name="T27" fmla="*/ 0 h 528"/>
                        <a:gd name="T28" fmla="*/ 0 w 513"/>
                        <a:gd name="T29" fmla="*/ 0 h 528"/>
                        <a:gd name="T30" fmla="*/ 0 w 513"/>
                        <a:gd name="T31" fmla="*/ 0 h 528"/>
                        <a:gd name="T32" fmla="*/ 0 w 513"/>
                        <a:gd name="T33" fmla="*/ 0 h 528"/>
                        <a:gd name="T34" fmla="*/ 0 w 513"/>
                        <a:gd name="T35" fmla="*/ 0 h 528"/>
                        <a:gd name="T36" fmla="*/ 0 w 513"/>
                        <a:gd name="T37" fmla="*/ 0 h 528"/>
                        <a:gd name="T38" fmla="*/ 0 w 513"/>
                        <a:gd name="T39" fmla="*/ 0 h 528"/>
                        <a:gd name="T40" fmla="*/ 0 w 513"/>
                        <a:gd name="T41" fmla="*/ 0 h 528"/>
                        <a:gd name="T42" fmla="*/ 0 w 513"/>
                        <a:gd name="T43" fmla="*/ 0 h 528"/>
                        <a:gd name="T44" fmla="*/ 0 w 513"/>
                        <a:gd name="T45" fmla="*/ 0 h 528"/>
                        <a:gd name="T46" fmla="*/ 0 w 513"/>
                        <a:gd name="T47" fmla="*/ 0 h 528"/>
                        <a:gd name="T48" fmla="*/ 0 w 513"/>
                        <a:gd name="T49" fmla="*/ 0 h 528"/>
                        <a:gd name="T50" fmla="*/ 0 w 513"/>
                        <a:gd name="T51" fmla="*/ 0 h 528"/>
                        <a:gd name="T52" fmla="*/ 0 w 513"/>
                        <a:gd name="T53" fmla="*/ 0 h 528"/>
                        <a:gd name="T54" fmla="*/ 0 w 513"/>
                        <a:gd name="T55" fmla="*/ 0 h 528"/>
                        <a:gd name="T56" fmla="*/ 0 w 513"/>
                        <a:gd name="T57" fmla="*/ 0 h 528"/>
                        <a:gd name="T58" fmla="*/ 0 w 513"/>
                        <a:gd name="T59" fmla="*/ 0 h 528"/>
                        <a:gd name="T60" fmla="*/ 0 w 513"/>
                        <a:gd name="T61" fmla="*/ 0 h 528"/>
                        <a:gd name="T62" fmla="*/ 0 w 513"/>
                        <a:gd name="T63" fmla="*/ 0 h 528"/>
                        <a:gd name="T64" fmla="*/ 0 w 513"/>
                        <a:gd name="T65" fmla="*/ 0 h 528"/>
                        <a:gd name="T66" fmla="*/ 0 w 513"/>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3"/>
                        <a:gd name="T103" fmla="*/ 0 h 528"/>
                        <a:gd name="T104" fmla="*/ 513 w 513"/>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3" h="528">
                          <a:moveTo>
                            <a:pt x="2" y="528"/>
                          </a:moveTo>
                          <a:lnTo>
                            <a:pt x="2" y="528"/>
                          </a:lnTo>
                          <a:lnTo>
                            <a:pt x="29" y="527"/>
                          </a:lnTo>
                          <a:lnTo>
                            <a:pt x="55" y="525"/>
                          </a:lnTo>
                          <a:lnTo>
                            <a:pt x="82" y="521"/>
                          </a:lnTo>
                          <a:lnTo>
                            <a:pt x="107" y="516"/>
                          </a:lnTo>
                          <a:lnTo>
                            <a:pt x="132" y="510"/>
                          </a:lnTo>
                          <a:lnTo>
                            <a:pt x="156" y="503"/>
                          </a:lnTo>
                          <a:lnTo>
                            <a:pt x="181" y="493"/>
                          </a:lnTo>
                          <a:lnTo>
                            <a:pt x="204" y="484"/>
                          </a:lnTo>
                          <a:lnTo>
                            <a:pt x="227" y="473"/>
                          </a:lnTo>
                          <a:lnTo>
                            <a:pt x="250" y="461"/>
                          </a:lnTo>
                          <a:lnTo>
                            <a:pt x="271" y="449"/>
                          </a:lnTo>
                          <a:lnTo>
                            <a:pt x="292" y="434"/>
                          </a:lnTo>
                          <a:lnTo>
                            <a:pt x="312" y="420"/>
                          </a:lnTo>
                          <a:lnTo>
                            <a:pt x="332" y="404"/>
                          </a:lnTo>
                          <a:lnTo>
                            <a:pt x="350" y="387"/>
                          </a:lnTo>
                          <a:lnTo>
                            <a:pt x="368" y="369"/>
                          </a:lnTo>
                          <a:lnTo>
                            <a:pt x="385" y="351"/>
                          </a:lnTo>
                          <a:lnTo>
                            <a:pt x="401" y="332"/>
                          </a:lnTo>
                          <a:lnTo>
                            <a:pt x="415" y="312"/>
                          </a:lnTo>
                          <a:lnTo>
                            <a:pt x="429" y="292"/>
                          </a:lnTo>
                          <a:lnTo>
                            <a:pt x="443" y="269"/>
                          </a:lnTo>
                          <a:lnTo>
                            <a:pt x="456" y="248"/>
                          </a:lnTo>
                          <a:lnTo>
                            <a:pt x="466" y="226"/>
                          </a:lnTo>
                          <a:lnTo>
                            <a:pt x="476" y="203"/>
                          </a:lnTo>
                          <a:lnTo>
                            <a:pt x="486" y="178"/>
                          </a:lnTo>
                          <a:lnTo>
                            <a:pt x="493" y="154"/>
                          </a:lnTo>
                          <a:lnTo>
                            <a:pt x="499" y="129"/>
                          </a:lnTo>
                          <a:lnTo>
                            <a:pt x="505" y="104"/>
                          </a:lnTo>
                          <a:lnTo>
                            <a:pt x="509" y="78"/>
                          </a:lnTo>
                          <a:lnTo>
                            <a:pt x="512" y="52"/>
                          </a:lnTo>
                          <a:lnTo>
                            <a:pt x="513" y="26"/>
                          </a:lnTo>
                          <a:lnTo>
                            <a:pt x="513" y="0"/>
                          </a:lnTo>
                          <a:lnTo>
                            <a:pt x="326" y="3"/>
                          </a:lnTo>
                          <a:lnTo>
                            <a:pt x="326" y="20"/>
                          </a:lnTo>
                          <a:lnTo>
                            <a:pt x="325" y="37"/>
                          </a:lnTo>
                          <a:lnTo>
                            <a:pt x="324" y="54"/>
                          </a:lnTo>
                          <a:lnTo>
                            <a:pt x="321" y="70"/>
                          </a:lnTo>
                          <a:lnTo>
                            <a:pt x="318" y="86"/>
                          </a:lnTo>
                          <a:lnTo>
                            <a:pt x="314" y="102"/>
                          </a:lnTo>
                          <a:lnTo>
                            <a:pt x="308" y="118"/>
                          </a:lnTo>
                          <a:lnTo>
                            <a:pt x="303" y="133"/>
                          </a:lnTo>
                          <a:lnTo>
                            <a:pt x="297" y="147"/>
                          </a:lnTo>
                          <a:lnTo>
                            <a:pt x="289" y="162"/>
                          </a:lnTo>
                          <a:lnTo>
                            <a:pt x="282" y="176"/>
                          </a:lnTo>
                          <a:lnTo>
                            <a:pt x="273" y="190"/>
                          </a:lnTo>
                          <a:lnTo>
                            <a:pt x="264" y="203"/>
                          </a:lnTo>
                          <a:lnTo>
                            <a:pt x="254" y="215"/>
                          </a:lnTo>
                          <a:lnTo>
                            <a:pt x="244" y="228"/>
                          </a:lnTo>
                          <a:lnTo>
                            <a:pt x="233" y="240"/>
                          </a:lnTo>
                          <a:lnTo>
                            <a:pt x="222" y="251"/>
                          </a:lnTo>
                          <a:lnTo>
                            <a:pt x="209" y="262"/>
                          </a:lnTo>
                          <a:lnTo>
                            <a:pt x="197" y="272"/>
                          </a:lnTo>
                          <a:lnTo>
                            <a:pt x="184" y="281"/>
                          </a:lnTo>
                          <a:lnTo>
                            <a:pt x="171" y="291"/>
                          </a:lnTo>
                          <a:lnTo>
                            <a:pt x="157" y="299"/>
                          </a:lnTo>
                          <a:lnTo>
                            <a:pt x="144" y="307"/>
                          </a:lnTo>
                          <a:lnTo>
                            <a:pt x="129" y="313"/>
                          </a:lnTo>
                          <a:lnTo>
                            <a:pt x="114" y="319"/>
                          </a:lnTo>
                          <a:lnTo>
                            <a:pt x="98" y="325"/>
                          </a:lnTo>
                          <a:lnTo>
                            <a:pt x="83" y="330"/>
                          </a:lnTo>
                          <a:lnTo>
                            <a:pt x="66" y="334"/>
                          </a:lnTo>
                          <a:lnTo>
                            <a:pt x="50" y="337"/>
                          </a:lnTo>
                          <a:lnTo>
                            <a:pt x="34" y="339"/>
                          </a:lnTo>
                          <a:lnTo>
                            <a:pt x="17" y="342"/>
                          </a:lnTo>
                          <a:lnTo>
                            <a:pt x="0" y="342"/>
                          </a:lnTo>
                          <a:lnTo>
                            <a:pt x="2" y="528"/>
                          </a:lnTo>
                          <a:close/>
                        </a:path>
                      </a:pathLst>
                    </a:custGeom>
                    <a:solidFill>
                      <a:srgbClr val="EF2B2F"/>
                    </a:solidFill>
                    <a:ln>
                      <a:noFill/>
                    </a:ln>
                  </p:spPr>
                  <p:txBody>
                    <a:bodyPr/>
                    <a:lstStyle/>
                    <a:p>
                      <a:pPr>
                        <a:defRPr/>
                      </a:pPr>
                      <a:endParaRPr lang="en-US" sz="1050">
                        <a:latin typeface="+mj-lt"/>
                      </a:endParaRPr>
                    </a:p>
                  </p:txBody>
                </p:sp>
                <p:sp>
                  <p:nvSpPr>
                    <p:cNvPr id="41195" name="Freeform 661">
                      <a:extLst>
                        <a:ext uri="{FF2B5EF4-FFF2-40B4-BE49-F238E27FC236}">
                          <a16:creationId xmlns="" xmlns:a16="http://schemas.microsoft.com/office/drawing/2014/main" id="{7271DD6D-EF32-02F6-F182-CAD9B719964C}"/>
                        </a:ext>
                      </a:extLst>
                    </p:cNvPr>
                    <p:cNvSpPr>
                      <a:spLocks/>
                    </p:cNvSpPr>
                    <p:nvPr/>
                  </p:nvSpPr>
                  <p:spPr bwMode="auto">
                    <a:xfrm>
                      <a:off x="2065" y="1759"/>
                      <a:ext cx="88" cy="84"/>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0" y="3"/>
                          </a:moveTo>
                          <a:lnTo>
                            <a:pt x="0" y="3"/>
                          </a:lnTo>
                          <a:lnTo>
                            <a:pt x="2" y="29"/>
                          </a:lnTo>
                          <a:lnTo>
                            <a:pt x="4" y="56"/>
                          </a:lnTo>
                          <a:lnTo>
                            <a:pt x="8" y="83"/>
                          </a:lnTo>
                          <a:lnTo>
                            <a:pt x="13" y="108"/>
                          </a:lnTo>
                          <a:lnTo>
                            <a:pt x="20" y="132"/>
                          </a:lnTo>
                          <a:lnTo>
                            <a:pt x="26" y="157"/>
                          </a:lnTo>
                          <a:lnTo>
                            <a:pt x="36" y="181"/>
                          </a:lnTo>
                          <a:lnTo>
                            <a:pt x="45" y="205"/>
                          </a:lnTo>
                          <a:lnTo>
                            <a:pt x="56" y="228"/>
                          </a:lnTo>
                          <a:lnTo>
                            <a:pt x="67" y="250"/>
                          </a:lnTo>
                          <a:lnTo>
                            <a:pt x="80" y="271"/>
                          </a:lnTo>
                          <a:lnTo>
                            <a:pt x="95" y="293"/>
                          </a:lnTo>
                          <a:lnTo>
                            <a:pt x="110" y="313"/>
                          </a:lnTo>
                          <a:lnTo>
                            <a:pt x="126" y="332"/>
                          </a:lnTo>
                          <a:lnTo>
                            <a:pt x="142" y="350"/>
                          </a:lnTo>
                          <a:lnTo>
                            <a:pt x="160" y="368"/>
                          </a:lnTo>
                          <a:lnTo>
                            <a:pt x="178" y="385"/>
                          </a:lnTo>
                          <a:lnTo>
                            <a:pt x="197" y="401"/>
                          </a:lnTo>
                          <a:lnTo>
                            <a:pt x="217" y="416"/>
                          </a:lnTo>
                          <a:lnTo>
                            <a:pt x="237" y="429"/>
                          </a:lnTo>
                          <a:lnTo>
                            <a:pt x="259" y="443"/>
                          </a:lnTo>
                          <a:lnTo>
                            <a:pt x="281" y="455"/>
                          </a:lnTo>
                          <a:lnTo>
                            <a:pt x="304" y="467"/>
                          </a:lnTo>
                          <a:lnTo>
                            <a:pt x="328" y="476"/>
                          </a:lnTo>
                          <a:lnTo>
                            <a:pt x="351" y="485"/>
                          </a:lnTo>
                          <a:lnTo>
                            <a:pt x="375" y="493"/>
                          </a:lnTo>
                          <a:lnTo>
                            <a:pt x="400" y="499"/>
                          </a:lnTo>
                          <a:lnTo>
                            <a:pt x="425" y="505"/>
                          </a:lnTo>
                          <a:lnTo>
                            <a:pt x="451" y="509"/>
                          </a:lnTo>
                          <a:lnTo>
                            <a:pt x="477" y="512"/>
                          </a:lnTo>
                          <a:lnTo>
                            <a:pt x="504" y="513"/>
                          </a:lnTo>
                          <a:lnTo>
                            <a:pt x="529" y="513"/>
                          </a:lnTo>
                          <a:lnTo>
                            <a:pt x="527" y="327"/>
                          </a:lnTo>
                          <a:lnTo>
                            <a:pt x="509" y="327"/>
                          </a:lnTo>
                          <a:lnTo>
                            <a:pt x="492" y="325"/>
                          </a:lnTo>
                          <a:lnTo>
                            <a:pt x="476" y="324"/>
                          </a:lnTo>
                          <a:lnTo>
                            <a:pt x="459" y="321"/>
                          </a:lnTo>
                          <a:lnTo>
                            <a:pt x="443" y="318"/>
                          </a:lnTo>
                          <a:lnTo>
                            <a:pt x="427" y="314"/>
                          </a:lnTo>
                          <a:lnTo>
                            <a:pt x="411" y="308"/>
                          </a:lnTo>
                          <a:lnTo>
                            <a:pt x="397" y="303"/>
                          </a:lnTo>
                          <a:lnTo>
                            <a:pt x="382" y="297"/>
                          </a:lnTo>
                          <a:lnTo>
                            <a:pt x="367" y="289"/>
                          </a:lnTo>
                          <a:lnTo>
                            <a:pt x="353" y="282"/>
                          </a:lnTo>
                          <a:lnTo>
                            <a:pt x="339" y="273"/>
                          </a:lnTo>
                          <a:lnTo>
                            <a:pt x="327" y="264"/>
                          </a:lnTo>
                          <a:lnTo>
                            <a:pt x="314" y="254"/>
                          </a:lnTo>
                          <a:lnTo>
                            <a:pt x="301" y="244"/>
                          </a:lnTo>
                          <a:lnTo>
                            <a:pt x="289" y="233"/>
                          </a:lnTo>
                          <a:lnTo>
                            <a:pt x="278" y="222"/>
                          </a:lnTo>
                          <a:lnTo>
                            <a:pt x="267" y="210"/>
                          </a:lnTo>
                          <a:lnTo>
                            <a:pt x="257" y="197"/>
                          </a:lnTo>
                          <a:lnTo>
                            <a:pt x="248" y="184"/>
                          </a:lnTo>
                          <a:lnTo>
                            <a:pt x="238" y="172"/>
                          </a:lnTo>
                          <a:lnTo>
                            <a:pt x="230" y="158"/>
                          </a:lnTo>
                          <a:lnTo>
                            <a:pt x="222" y="143"/>
                          </a:lnTo>
                          <a:lnTo>
                            <a:pt x="216" y="129"/>
                          </a:lnTo>
                          <a:lnTo>
                            <a:pt x="210" y="114"/>
                          </a:lnTo>
                          <a:lnTo>
                            <a:pt x="204" y="98"/>
                          </a:lnTo>
                          <a:lnTo>
                            <a:pt x="199" y="83"/>
                          </a:lnTo>
                          <a:lnTo>
                            <a:pt x="195" y="67"/>
                          </a:lnTo>
                          <a:lnTo>
                            <a:pt x="192" y="51"/>
                          </a:lnTo>
                          <a:lnTo>
                            <a:pt x="190" y="34"/>
                          </a:lnTo>
                          <a:lnTo>
                            <a:pt x="188" y="18"/>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196" name="Freeform 662">
                      <a:extLst>
                        <a:ext uri="{FF2B5EF4-FFF2-40B4-BE49-F238E27FC236}">
                          <a16:creationId xmlns="" xmlns:a16="http://schemas.microsoft.com/office/drawing/2014/main" id="{85C524C0-8C9E-E365-D86C-D2BB6F3A4EDC}"/>
                        </a:ext>
                      </a:extLst>
                    </p:cNvPr>
                    <p:cNvSpPr>
                      <a:spLocks/>
                    </p:cNvSpPr>
                    <p:nvPr/>
                  </p:nvSpPr>
                  <p:spPr bwMode="auto">
                    <a:xfrm>
                      <a:off x="2065" y="1671"/>
                      <a:ext cx="88"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511" y="0"/>
                          </a:moveTo>
                          <a:lnTo>
                            <a:pt x="511" y="0"/>
                          </a:lnTo>
                          <a:lnTo>
                            <a:pt x="485" y="1"/>
                          </a:lnTo>
                          <a:lnTo>
                            <a:pt x="458" y="3"/>
                          </a:lnTo>
                          <a:lnTo>
                            <a:pt x="432" y="7"/>
                          </a:lnTo>
                          <a:lnTo>
                            <a:pt x="406" y="12"/>
                          </a:lnTo>
                          <a:lnTo>
                            <a:pt x="382" y="18"/>
                          </a:lnTo>
                          <a:lnTo>
                            <a:pt x="357" y="25"/>
                          </a:lnTo>
                          <a:lnTo>
                            <a:pt x="333" y="35"/>
                          </a:lnTo>
                          <a:lnTo>
                            <a:pt x="310" y="44"/>
                          </a:lnTo>
                          <a:lnTo>
                            <a:pt x="286" y="55"/>
                          </a:lnTo>
                          <a:lnTo>
                            <a:pt x="264" y="66"/>
                          </a:lnTo>
                          <a:lnTo>
                            <a:pt x="243" y="79"/>
                          </a:lnTo>
                          <a:lnTo>
                            <a:pt x="221" y="94"/>
                          </a:lnTo>
                          <a:lnTo>
                            <a:pt x="201" y="109"/>
                          </a:lnTo>
                          <a:lnTo>
                            <a:pt x="182" y="124"/>
                          </a:lnTo>
                          <a:lnTo>
                            <a:pt x="164" y="141"/>
                          </a:lnTo>
                          <a:lnTo>
                            <a:pt x="146" y="159"/>
                          </a:lnTo>
                          <a:lnTo>
                            <a:pt x="129" y="177"/>
                          </a:lnTo>
                          <a:lnTo>
                            <a:pt x="113" y="196"/>
                          </a:lnTo>
                          <a:lnTo>
                            <a:pt x="98" y="216"/>
                          </a:lnTo>
                          <a:lnTo>
                            <a:pt x="84" y="236"/>
                          </a:lnTo>
                          <a:lnTo>
                            <a:pt x="71" y="257"/>
                          </a:lnTo>
                          <a:lnTo>
                            <a:pt x="59" y="280"/>
                          </a:lnTo>
                          <a:lnTo>
                            <a:pt x="47" y="302"/>
                          </a:lnTo>
                          <a:lnTo>
                            <a:pt x="38" y="325"/>
                          </a:lnTo>
                          <a:lnTo>
                            <a:pt x="29" y="350"/>
                          </a:lnTo>
                          <a:lnTo>
                            <a:pt x="21" y="374"/>
                          </a:lnTo>
                          <a:lnTo>
                            <a:pt x="14" y="399"/>
                          </a:lnTo>
                          <a:lnTo>
                            <a:pt x="9" y="424"/>
                          </a:lnTo>
                          <a:lnTo>
                            <a:pt x="5" y="449"/>
                          </a:lnTo>
                          <a:lnTo>
                            <a:pt x="2" y="476"/>
                          </a:lnTo>
                          <a:lnTo>
                            <a:pt x="0" y="502"/>
                          </a:lnTo>
                          <a:lnTo>
                            <a:pt x="0" y="528"/>
                          </a:lnTo>
                          <a:lnTo>
                            <a:pt x="187" y="525"/>
                          </a:lnTo>
                          <a:lnTo>
                            <a:pt x="187" y="508"/>
                          </a:lnTo>
                          <a:lnTo>
                            <a:pt x="188" y="491"/>
                          </a:lnTo>
                          <a:lnTo>
                            <a:pt x="191" y="474"/>
                          </a:lnTo>
                          <a:lnTo>
                            <a:pt x="193" y="458"/>
                          </a:lnTo>
                          <a:lnTo>
                            <a:pt x="196" y="442"/>
                          </a:lnTo>
                          <a:lnTo>
                            <a:pt x="200" y="426"/>
                          </a:lnTo>
                          <a:lnTo>
                            <a:pt x="205" y="410"/>
                          </a:lnTo>
                          <a:lnTo>
                            <a:pt x="211" y="395"/>
                          </a:lnTo>
                          <a:lnTo>
                            <a:pt x="217" y="380"/>
                          </a:lnTo>
                          <a:lnTo>
                            <a:pt x="225" y="366"/>
                          </a:lnTo>
                          <a:lnTo>
                            <a:pt x="232" y="352"/>
                          </a:lnTo>
                          <a:lnTo>
                            <a:pt x="240" y="338"/>
                          </a:lnTo>
                          <a:lnTo>
                            <a:pt x="250" y="325"/>
                          </a:lnTo>
                          <a:lnTo>
                            <a:pt x="260" y="313"/>
                          </a:lnTo>
                          <a:lnTo>
                            <a:pt x="270" y="300"/>
                          </a:lnTo>
                          <a:lnTo>
                            <a:pt x="281" y="288"/>
                          </a:lnTo>
                          <a:lnTo>
                            <a:pt x="293" y="277"/>
                          </a:lnTo>
                          <a:lnTo>
                            <a:pt x="304" y="266"/>
                          </a:lnTo>
                          <a:lnTo>
                            <a:pt x="317" y="256"/>
                          </a:lnTo>
                          <a:lnTo>
                            <a:pt x="330" y="247"/>
                          </a:lnTo>
                          <a:lnTo>
                            <a:pt x="342" y="237"/>
                          </a:lnTo>
                          <a:lnTo>
                            <a:pt x="356" y="229"/>
                          </a:lnTo>
                          <a:lnTo>
                            <a:pt x="371" y="221"/>
                          </a:lnTo>
                          <a:lnTo>
                            <a:pt x="386" y="215"/>
                          </a:lnTo>
                          <a:lnTo>
                            <a:pt x="400" y="209"/>
                          </a:lnTo>
                          <a:lnTo>
                            <a:pt x="416" y="203"/>
                          </a:lnTo>
                          <a:lnTo>
                            <a:pt x="432" y="198"/>
                          </a:lnTo>
                          <a:lnTo>
                            <a:pt x="448" y="194"/>
                          </a:lnTo>
                          <a:lnTo>
                            <a:pt x="464" y="191"/>
                          </a:lnTo>
                          <a:lnTo>
                            <a:pt x="480" y="188"/>
                          </a:lnTo>
                          <a:lnTo>
                            <a:pt x="496" y="187"/>
                          </a:lnTo>
                          <a:lnTo>
                            <a:pt x="514" y="186"/>
                          </a:lnTo>
                          <a:lnTo>
                            <a:pt x="511" y="0"/>
                          </a:lnTo>
                          <a:close/>
                        </a:path>
                      </a:pathLst>
                    </a:custGeom>
                    <a:solidFill>
                      <a:srgbClr val="EF2B2F"/>
                    </a:solidFill>
                    <a:ln>
                      <a:noFill/>
                    </a:ln>
                  </p:spPr>
                  <p:txBody>
                    <a:bodyPr/>
                    <a:lstStyle/>
                    <a:p>
                      <a:pPr>
                        <a:defRPr/>
                      </a:pPr>
                      <a:endParaRPr lang="en-US" sz="1050">
                        <a:latin typeface="+mj-lt"/>
                      </a:endParaRPr>
                    </a:p>
                  </p:txBody>
                </p:sp>
                <p:sp>
                  <p:nvSpPr>
                    <p:cNvPr id="41197" name="Freeform 663">
                      <a:extLst>
                        <a:ext uri="{FF2B5EF4-FFF2-40B4-BE49-F238E27FC236}">
                          <a16:creationId xmlns="" xmlns:a16="http://schemas.microsoft.com/office/drawing/2014/main" id="{8CEF0175-FDAC-67D0-3831-A4D939E7F01F}"/>
                        </a:ext>
                      </a:extLst>
                    </p:cNvPr>
                    <p:cNvSpPr>
                      <a:spLocks/>
                    </p:cNvSpPr>
                    <p:nvPr/>
                  </p:nvSpPr>
                  <p:spPr bwMode="auto">
                    <a:xfrm>
                      <a:off x="2223" y="1707"/>
                      <a:ext cx="145" cy="144"/>
                    </a:xfrm>
                    <a:custGeom>
                      <a:avLst/>
                      <a:gdLst>
                        <a:gd name="T0" fmla="*/ 0 w 853"/>
                        <a:gd name="T1" fmla="*/ 0 h 853"/>
                        <a:gd name="T2" fmla="*/ 0 w 853"/>
                        <a:gd name="T3" fmla="*/ 0 h 853"/>
                        <a:gd name="T4" fmla="*/ 0 w 853"/>
                        <a:gd name="T5" fmla="*/ 0 h 853"/>
                        <a:gd name="T6" fmla="*/ 0 w 853"/>
                        <a:gd name="T7" fmla="*/ 0 h 853"/>
                        <a:gd name="T8" fmla="*/ 0 w 853"/>
                        <a:gd name="T9" fmla="*/ 0 h 853"/>
                        <a:gd name="T10" fmla="*/ 0 w 853"/>
                        <a:gd name="T11" fmla="*/ 0 h 853"/>
                        <a:gd name="T12" fmla="*/ 0 w 853"/>
                        <a:gd name="T13" fmla="*/ 0 h 853"/>
                        <a:gd name="T14" fmla="*/ 0 w 853"/>
                        <a:gd name="T15" fmla="*/ 0 h 853"/>
                        <a:gd name="T16" fmla="*/ 0 w 853"/>
                        <a:gd name="T17" fmla="*/ 0 h 853"/>
                        <a:gd name="T18" fmla="*/ 0 w 853"/>
                        <a:gd name="T19" fmla="*/ 0 h 853"/>
                        <a:gd name="T20" fmla="*/ 0 w 853"/>
                        <a:gd name="T21" fmla="*/ 0 h 853"/>
                        <a:gd name="T22" fmla="*/ 0 w 853"/>
                        <a:gd name="T23" fmla="*/ 0 h 853"/>
                        <a:gd name="T24" fmla="*/ 0 w 853"/>
                        <a:gd name="T25" fmla="*/ 0 h 853"/>
                        <a:gd name="T26" fmla="*/ 0 w 853"/>
                        <a:gd name="T27" fmla="*/ 0 h 853"/>
                        <a:gd name="T28" fmla="*/ 0 w 853"/>
                        <a:gd name="T29" fmla="*/ 0 h 853"/>
                        <a:gd name="T30" fmla="*/ 0 w 853"/>
                        <a:gd name="T31" fmla="*/ 0 h 853"/>
                        <a:gd name="T32" fmla="*/ 0 w 853"/>
                        <a:gd name="T33" fmla="*/ 0 h 853"/>
                        <a:gd name="T34" fmla="*/ 0 w 853"/>
                        <a:gd name="T35" fmla="*/ 0 h 853"/>
                        <a:gd name="T36" fmla="*/ 0 w 853"/>
                        <a:gd name="T37" fmla="*/ 0 h 853"/>
                        <a:gd name="T38" fmla="*/ 0 w 853"/>
                        <a:gd name="T39" fmla="*/ 0 h 853"/>
                        <a:gd name="T40" fmla="*/ 0 w 853"/>
                        <a:gd name="T41" fmla="*/ 0 h 853"/>
                        <a:gd name="T42" fmla="*/ 0 w 853"/>
                        <a:gd name="T43" fmla="*/ 0 h 853"/>
                        <a:gd name="T44" fmla="*/ 0 w 853"/>
                        <a:gd name="T45" fmla="*/ 0 h 853"/>
                        <a:gd name="T46" fmla="*/ 0 w 853"/>
                        <a:gd name="T47" fmla="*/ 0 h 853"/>
                        <a:gd name="T48" fmla="*/ 0 w 853"/>
                        <a:gd name="T49" fmla="*/ 0 h 853"/>
                        <a:gd name="T50" fmla="*/ 0 w 853"/>
                        <a:gd name="T51" fmla="*/ 0 h 853"/>
                        <a:gd name="T52" fmla="*/ 0 w 853"/>
                        <a:gd name="T53" fmla="*/ 0 h 853"/>
                        <a:gd name="T54" fmla="*/ 0 w 853"/>
                        <a:gd name="T55" fmla="*/ 0 h 853"/>
                        <a:gd name="T56" fmla="*/ 0 w 853"/>
                        <a:gd name="T57" fmla="*/ 0 h 853"/>
                        <a:gd name="T58" fmla="*/ 0 w 853"/>
                        <a:gd name="T59" fmla="*/ 0 h 853"/>
                        <a:gd name="T60" fmla="*/ 0 w 853"/>
                        <a:gd name="T61" fmla="*/ 0 h 853"/>
                        <a:gd name="T62" fmla="*/ 0 w 853"/>
                        <a:gd name="T63" fmla="*/ 0 h 853"/>
                        <a:gd name="T64" fmla="*/ 0 w 853"/>
                        <a:gd name="T65" fmla="*/ 0 h 853"/>
                        <a:gd name="T66" fmla="*/ 0 w 853"/>
                        <a:gd name="T67" fmla="*/ 0 h 853"/>
                        <a:gd name="T68" fmla="*/ 0 w 853"/>
                        <a:gd name="T69" fmla="*/ 0 h 853"/>
                        <a:gd name="T70" fmla="*/ 0 w 853"/>
                        <a:gd name="T71" fmla="*/ 0 h 853"/>
                        <a:gd name="T72" fmla="*/ 0 w 853"/>
                        <a:gd name="T73" fmla="*/ 0 h 853"/>
                        <a:gd name="T74" fmla="*/ 0 w 853"/>
                        <a:gd name="T75" fmla="*/ 0 h 853"/>
                        <a:gd name="T76" fmla="*/ 0 w 853"/>
                        <a:gd name="T77" fmla="*/ 0 h 853"/>
                        <a:gd name="T78" fmla="*/ 0 w 853"/>
                        <a:gd name="T79" fmla="*/ 0 h 853"/>
                        <a:gd name="T80" fmla="*/ 0 w 853"/>
                        <a:gd name="T81" fmla="*/ 0 h 853"/>
                        <a:gd name="T82" fmla="*/ 0 w 853"/>
                        <a:gd name="T83" fmla="*/ 0 h 853"/>
                        <a:gd name="T84" fmla="*/ 0 w 853"/>
                        <a:gd name="T85" fmla="*/ 0 h 8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3"/>
                        <a:gd name="T130" fmla="*/ 0 h 853"/>
                        <a:gd name="T131" fmla="*/ 853 w 853"/>
                        <a:gd name="T132" fmla="*/ 853 h 8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3" h="853">
                          <a:moveTo>
                            <a:pt x="419" y="0"/>
                          </a:moveTo>
                          <a:lnTo>
                            <a:pt x="441" y="0"/>
                          </a:lnTo>
                          <a:lnTo>
                            <a:pt x="462" y="2"/>
                          </a:lnTo>
                          <a:lnTo>
                            <a:pt x="483" y="4"/>
                          </a:lnTo>
                          <a:lnTo>
                            <a:pt x="505" y="7"/>
                          </a:lnTo>
                          <a:lnTo>
                            <a:pt x="526" y="11"/>
                          </a:lnTo>
                          <a:lnTo>
                            <a:pt x="546" y="17"/>
                          </a:lnTo>
                          <a:lnTo>
                            <a:pt x="566" y="23"/>
                          </a:lnTo>
                          <a:lnTo>
                            <a:pt x="585" y="31"/>
                          </a:lnTo>
                          <a:lnTo>
                            <a:pt x="604" y="39"/>
                          </a:lnTo>
                          <a:lnTo>
                            <a:pt x="622" y="48"/>
                          </a:lnTo>
                          <a:lnTo>
                            <a:pt x="640" y="58"/>
                          </a:lnTo>
                          <a:lnTo>
                            <a:pt x="659" y="69"/>
                          </a:lnTo>
                          <a:lnTo>
                            <a:pt x="676" y="80"/>
                          </a:lnTo>
                          <a:lnTo>
                            <a:pt x="691" y="93"/>
                          </a:lnTo>
                          <a:lnTo>
                            <a:pt x="707" y="106"/>
                          </a:lnTo>
                          <a:lnTo>
                            <a:pt x="722" y="120"/>
                          </a:lnTo>
                          <a:lnTo>
                            <a:pt x="737" y="135"/>
                          </a:lnTo>
                          <a:lnTo>
                            <a:pt x="751" y="149"/>
                          </a:lnTo>
                          <a:lnTo>
                            <a:pt x="764" y="165"/>
                          </a:lnTo>
                          <a:lnTo>
                            <a:pt x="776" y="182"/>
                          </a:lnTo>
                          <a:lnTo>
                            <a:pt x="787" y="199"/>
                          </a:lnTo>
                          <a:lnTo>
                            <a:pt x="798" y="216"/>
                          </a:lnTo>
                          <a:lnTo>
                            <a:pt x="807" y="234"/>
                          </a:lnTo>
                          <a:lnTo>
                            <a:pt x="817" y="253"/>
                          </a:lnTo>
                          <a:lnTo>
                            <a:pt x="824" y="272"/>
                          </a:lnTo>
                          <a:lnTo>
                            <a:pt x="832" y="293"/>
                          </a:lnTo>
                          <a:lnTo>
                            <a:pt x="838" y="313"/>
                          </a:lnTo>
                          <a:lnTo>
                            <a:pt x="843" y="333"/>
                          </a:lnTo>
                          <a:lnTo>
                            <a:pt x="848" y="354"/>
                          </a:lnTo>
                          <a:lnTo>
                            <a:pt x="851" y="375"/>
                          </a:lnTo>
                          <a:lnTo>
                            <a:pt x="853" y="397"/>
                          </a:lnTo>
                          <a:lnTo>
                            <a:pt x="853" y="419"/>
                          </a:lnTo>
                          <a:lnTo>
                            <a:pt x="853" y="440"/>
                          </a:lnTo>
                          <a:lnTo>
                            <a:pt x="852" y="462"/>
                          </a:lnTo>
                          <a:lnTo>
                            <a:pt x="850" y="484"/>
                          </a:lnTo>
                          <a:lnTo>
                            <a:pt x="846" y="505"/>
                          </a:lnTo>
                          <a:lnTo>
                            <a:pt x="842" y="525"/>
                          </a:lnTo>
                          <a:lnTo>
                            <a:pt x="837" y="545"/>
                          </a:lnTo>
                          <a:lnTo>
                            <a:pt x="831" y="565"/>
                          </a:lnTo>
                          <a:lnTo>
                            <a:pt x="823" y="584"/>
                          </a:lnTo>
                          <a:lnTo>
                            <a:pt x="815" y="603"/>
                          </a:lnTo>
                          <a:lnTo>
                            <a:pt x="805" y="623"/>
                          </a:lnTo>
                          <a:lnTo>
                            <a:pt x="796" y="641"/>
                          </a:lnTo>
                          <a:lnTo>
                            <a:pt x="785" y="658"/>
                          </a:lnTo>
                          <a:lnTo>
                            <a:pt x="773" y="675"/>
                          </a:lnTo>
                          <a:lnTo>
                            <a:pt x="760" y="691"/>
                          </a:lnTo>
                          <a:lnTo>
                            <a:pt x="748" y="706"/>
                          </a:lnTo>
                          <a:lnTo>
                            <a:pt x="734" y="722"/>
                          </a:lnTo>
                          <a:lnTo>
                            <a:pt x="719" y="736"/>
                          </a:lnTo>
                          <a:lnTo>
                            <a:pt x="704" y="750"/>
                          </a:lnTo>
                          <a:lnTo>
                            <a:pt x="688" y="763"/>
                          </a:lnTo>
                          <a:lnTo>
                            <a:pt x="671" y="775"/>
                          </a:lnTo>
                          <a:lnTo>
                            <a:pt x="654" y="787"/>
                          </a:lnTo>
                          <a:lnTo>
                            <a:pt x="636" y="798"/>
                          </a:lnTo>
                          <a:lnTo>
                            <a:pt x="618" y="807"/>
                          </a:lnTo>
                          <a:lnTo>
                            <a:pt x="600" y="816"/>
                          </a:lnTo>
                          <a:lnTo>
                            <a:pt x="581" y="824"/>
                          </a:lnTo>
                          <a:lnTo>
                            <a:pt x="561" y="830"/>
                          </a:lnTo>
                          <a:lnTo>
                            <a:pt x="541" y="837"/>
                          </a:lnTo>
                          <a:lnTo>
                            <a:pt x="520" y="842"/>
                          </a:lnTo>
                          <a:lnTo>
                            <a:pt x="499" y="846"/>
                          </a:lnTo>
                          <a:lnTo>
                            <a:pt x="478" y="850"/>
                          </a:lnTo>
                          <a:lnTo>
                            <a:pt x="457" y="852"/>
                          </a:lnTo>
                          <a:lnTo>
                            <a:pt x="434" y="853"/>
                          </a:lnTo>
                          <a:lnTo>
                            <a:pt x="412" y="853"/>
                          </a:lnTo>
                          <a:lnTo>
                            <a:pt x="391" y="851"/>
                          </a:lnTo>
                          <a:lnTo>
                            <a:pt x="370" y="849"/>
                          </a:lnTo>
                          <a:lnTo>
                            <a:pt x="348" y="845"/>
                          </a:lnTo>
                          <a:lnTo>
                            <a:pt x="328" y="841"/>
                          </a:lnTo>
                          <a:lnTo>
                            <a:pt x="307" y="836"/>
                          </a:lnTo>
                          <a:lnTo>
                            <a:pt x="288" y="829"/>
                          </a:lnTo>
                          <a:lnTo>
                            <a:pt x="268" y="822"/>
                          </a:lnTo>
                          <a:lnTo>
                            <a:pt x="249" y="813"/>
                          </a:lnTo>
                          <a:lnTo>
                            <a:pt x="231" y="805"/>
                          </a:lnTo>
                          <a:lnTo>
                            <a:pt x="212" y="794"/>
                          </a:lnTo>
                          <a:lnTo>
                            <a:pt x="194" y="784"/>
                          </a:lnTo>
                          <a:lnTo>
                            <a:pt x="177" y="772"/>
                          </a:lnTo>
                          <a:lnTo>
                            <a:pt x="162" y="760"/>
                          </a:lnTo>
                          <a:lnTo>
                            <a:pt x="146" y="747"/>
                          </a:lnTo>
                          <a:lnTo>
                            <a:pt x="131" y="733"/>
                          </a:lnTo>
                          <a:lnTo>
                            <a:pt x="116" y="718"/>
                          </a:lnTo>
                          <a:lnTo>
                            <a:pt x="102" y="703"/>
                          </a:lnTo>
                          <a:lnTo>
                            <a:pt x="89" y="687"/>
                          </a:lnTo>
                          <a:lnTo>
                            <a:pt x="78" y="670"/>
                          </a:lnTo>
                          <a:lnTo>
                            <a:pt x="66" y="653"/>
                          </a:lnTo>
                          <a:lnTo>
                            <a:pt x="55" y="636"/>
                          </a:lnTo>
                          <a:lnTo>
                            <a:pt x="46" y="618"/>
                          </a:lnTo>
                          <a:lnTo>
                            <a:pt x="36" y="599"/>
                          </a:lnTo>
                          <a:lnTo>
                            <a:pt x="29" y="580"/>
                          </a:lnTo>
                          <a:lnTo>
                            <a:pt x="21" y="560"/>
                          </a:lnTo>
                          <a:lnTo>
                            <a:pt x="15" y="540"/>
                          </a:lnTo>
                          <a:lnTo>
                            <a:pt x="11" y="520"/>
                          </a:lnTo>
                          <a:lnTo>
                            <a:pt x="6" y="498"/>
                          </a:lnTo>
                          <a:lnTo>
                            <a:pt x="3" y="477"/>
                          </a:lnTo>
                          <a:lnTo>
                            <a:pt x="1" y="456"/>
                          </a:lnTo>
                          <a:lnTo>
                            <a:pt x="0" y="434"/>
                          </a:lnTo>
                          <a:lnTo>
                            <a:pt x="0" y="412"/>
                          </a:lnTo>
                          <a:lnTo>
                            <a:pt x="1" y="390"/>
                          </a:lnTo>
                          <a:lnTo>
                            <a:pt x="3" y="369"/>
                          </a:lnTo>
                          <a:lnTo>
                            <a:pt x="8" y="348"/>
                          </a:lnTo>
                          <a:lnTo>
                            <a:pt x="12" y="328"/>
                          </a:lnTo>
                          <a:lnTo>
                            <a:pt x="17" y="307"/>
                          </a:lnTo>
                          <a:lnTo>
                            <a:pt x="23" y="287"/>
                          </a:lnTo>
                          <a:lnTo>
                            <a:pt x="31" y="268"/>
                          </a:lnTo>
                          <a:lnTo>
                            <a:pt x="38" y="249"/>
                          </a:lnTo>
                          <a:lnTo>
                            <a:pt x="48" y="230"/>
                          </a:lnTo>
                          <a:lnTo>
                            <a:pt x="57" y="212"/>
                          </a:lnTo>
                          <a:lnTo>
                            <a:pt x="69" y="195"/>
                          </a:lnTo>
                          <a:lnTo>
                            <a:pt x="80" y="178"/>
                          </a:lnTo>
                          <a:lnTo>
                            <a:pt x="92" y="161"/>
                          </a:lnTo>
                          <a:lnTo>
                            <a:pt x="106" y="146"/>
                          </a:lnTo>
                          <a:lnTo>
                            <a:pt x="120" y="130"/>
                          </a:lnTo>
                          <a:lnTo>
                            <a:pt x="134" y="116"/>
                          </a:lnTo>
                          <a:lnTo>
                            <a:pt x="150" y="103"/>
                          </a:lnTo>
                          <a:lnTo>
                            <a:pt x="166" y="90"/>
                          </a:lnTo>
                          <a:lnTo>
                            <a:pt x="182" y="77"/>
                          </a:lnTo>
                          <a:lnTo>
                            <a:pt x="199" y="66"/>
                          </a:lnTo>
                          <a:lnTo>
                            <a:pt x="217" y="55"/>
                          </a:lnTo>
                          <a:lnTo>
                            <a:pt x="235" y="45"/>
                          </a:lnTo>
                          <a:lnTo>
                            <a:pt x="254" y="37"/>
                          </a:lnTo>
                          <a:lnTo>
                            <a:pt x="273" y="28"/>
                          </a:lnTo>
                          <a:lnTo>
                            <a:pt x="292" y="22"/>
                          </a:lnTo>
                          <a:lnTo>
                            <a:pt x="312" y="16"/>
                          </a:lnTo>
                          <a:lnTo>
                            <a:pt x="334" y="10"/>
                          </a:lnTo>
                          <a:lnTo>
                            <a:pt x="354" y="6"/>
                          </a:lnTo>
                          <a:lnTo>
                            <a:pt x="375" y="3"/>
                          </a:lnTo>
                          <a:lnTo>
                            <a:pt x="397" y="1"/>
                          </a:lnTo>
                          <a:lnTo>
                            <a:pt x="419" y="0"/>
                          </a:lnTo>
                          <a:close/>
                        </a:path>
                      </a:pathLst>
                    </a:custGeom>
                    <a:solidFill>
                      <a:srgbClr val="DC2B19"/>
                    </a:solidFill>
                    <a:ln>
                      <a:noFill/>
                    </a:ln>
                  </p:spPr>
                  <p:txBody>
                    <a:bodyPr/>
                    <a:lstStyle/>
                    <a:p>
                      <a:pPr>
                        <a:defRPr/>
                      </a:pPr>
                      <a:endParaRPr lang="en-US" sz="1050">
                        <a:latin typeface="+mj-lt"/>
                      </a:endParaRPr>
                    </a:p>
                  </p:txBody>
                </p:sp>
                <p:sp>
                  <p:nvSpPr>
                    <p:cNvPr id="41198" name="Freeform 664">
                      <a:extLst>
                        <a:ext uri="{FF2B5EF4-FFF2-40B4-BE49-F238E27FC236}">
                          <a16:creationId xmlns="" xmlns:a16="http://schemas.microsoft.com/office/drawing/2014/main" id="{4F5C564F-F7CA-9723-D1F6-78D05B989912}"/>
                        </a:ext>
                      </a:extLst>
                    </p:cNvPr>
                    <p:cNvSpPr>
                      <a:spLocks/>
                    </p:cNvSpPr>
                    <p:nvPr/>
                  </p:nvSpPr>
                  <p:spPr bwMode="auto">
                    <a:xfrm>
                      <a:off x="2293" y="1691"/>
                      <a:ext cx="88" cy="88"/>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529" y="511"/>
                          </a:moveTo>
                          <a:lnTo>
                            <a:pt x="529" y="511"/>
                          </a:lnTo>
                          <a:lnTo>
                            <a:pt x="528" y="484"/>
                          </a:lnTo>
                          <a:lnTo>
                            <a:pt x="526" y="458"/>
                          </a:lnTo>
                          <a:lnTo>
                            <a:pt x="523" y="432"/>
                          </a:lnTo>
                          <a:lnTo>
                            <a:pt x="518" y="407"/>
                          </a:lnTo>
                          <a:lnTo>
                            <a:pt x="511" y="381"/>
                          </a:lnTo>
                          <a:lnTo>
                            <a:pt x="504" y="357"/>
                          </a:lnTo>
                          <a:lnTo>
                            <a:pt x="494" y="332"/>
                          </a:lnTo>
                          <a:lnTo>
                            <a:pt x="485" y="309"/>
                          </a:lnTo>
                          <a:lnTo>
                            <a:pt x="474" y="287"/>
                          </a:lnTo>
                          <a:lnTo>
                            <a:pt x="462" y="265"/>
                          </a:lnTo>
                          <a:lnTo>
                            <a:pt x="450" y="242"/>
                          </a:lnTo>
                          <a:lnTo>
                            <a:pt x="436" y="222"/>
                          </a:lnTo>
                          <a:lnTo>
                            <a:pt x="421" y="202"/>
                          </a:lnTo>
                          <a:lnTo>
                            <a:pt x="405" y="183"/>
                          </a:lnTo>
                          <a:lnTo>
                            <a:pt x="388" y="164"/>
                          </a:lnTo>
                          <a:lnTo>
                            <a:pt x="370" y="146"/>
                          </a:lnTo>
                          <a:lnTo>
                            <a:pt x="352" y="130"/>
                          </a:lnTo>
                          <a:lnTo>
                            <a:pt x="333" y="114"/>
                          </a:lnTo>
                          <a:lnTo>
                            <a:pt x="313" y="98"/>
                          </a:lnTo>
                          <a:lnTo>
                            <a:pt x="293" y="84"/>
                          </a:lnTo>
                          <a:lnTo>
                            <a:pt x="271" y="71"/>
                          </a:lnTo>
                          <a:lnTo>
                            <a:pt x="249" y="59"/>
                          </a:lnTo>
                          <a:lnTo>
                            <a:pt x="227" y="48"/>
                          </a:lnTo>
                          <a:lnTo>
                            <a:pt x="203" y="38"/>
                          </a:lnTo>
                          <a:lnTo>
                            <a:pt x="179" y="29"/>
                          </a:lnTo>
                          <a:lnTo>
                            <a:pt x="154" y="22"/>
                          </a:lnTo>
                          <a:lnTo>
                            <a:pt x="130" y="14"/>
                          </a:lnTo>
                          <a:lnTo>
                            <a:pt x="105" y="9"/>
                          </a:lnTo>
                          <a:lnTo>
                            <a:pt x="79" y="6"/>
                          </a:lnTo>
                          <a:lnTo>
                            <a:pt x="54" y="3"/>
                          </a:lnTo>
                          <a:lnTo>
                            <a:pt x="27" y="0"/>
                          </a:lnTo>
                          <a:lnTo>
                            <a:pt x="0" y="0"/>
                          </a:lnTo>
                          <a:lnTo>
                            <a:pt x="4" y="187"/>
                          </a:lnTo>
                          <a:lnTo>
                            <a:pt x="21" y="188"/>
                          </a:lnTo>
                          <a:lnTo>
                            <a:pt x="38" y="188"/>
                          </a:lnTo>
                          <a:lnTo>
                            <a:pt x="55" y="190"/>
                          </a:lnTo>
                          <a:lnTo>
                            <a:pt x="71" y="192"/>
                          </a:lnTo>
                          <a:lnTo>
                            <a:pt x="86" y="197"/>
                          </a:lnTo>
                          <a:lnTo>
                            <a:pt x="102" y="201"/>
                          </a:lnTo>
                          <a:lnTo>
                            <a:pt x="118" y="205"/>
                          </a:lnTo>
                          <a:lnTo>
                            <a:pt x="133" y="212"/>
                          </a:lnTo>
                          <a:lnTo>
                            <a:pt x="148" y="218"/>
                          </a:lnTo>
                          <a:lnTo>
                            <a:pt x="163" y="225"/>
                          </a:lnTo>
                          <a:lnTo>
                            <a:pt x="177" y="233"/>
                          </a:lnTo>
                          <a:lnTo>
                            <a:pt x="191" y="241"/>
                          </a:lnTo>
                          <a:lnTo>
                            <a:pt x="203" y="250"/>
                          </a:lnTo>
                          <a:lnTo>
                            <a:pt x="216" y="259"/>
                          </a:lnTo>
                          <a:lnTo>
                            <a:pt x="229" y="270"/>
                          </a:lnTo>
                          <a:lnTo>
                            <a:pt x="240" y="280"/>
                          </a:lnTo>
                          <a:lnTo>
                            <a:pt x="252" y="292"/>
                          </a:lnTo>
                          <a:lnTo>
                            <a:pt x="263" y="304"/>
                          </a:lnTo>
                          <a:lnTo>
                            <a:pt x="272" y="317"/>
                          </a:lnTo>
                          <a:lnTo>
                            <a:pt x="282" y="329"/>
                          </a:lnTo>
                          <a:lnTo>
                            <a:pt x="291" y="343"/>
                          </a:lnTo>
                          <a:lnTo>
                            <a:pt x="300" y="357"/>
                          </a:lnTo>
                          <a:lnTo>
                            <a:pt x="307" y="371"/>
                          </a:lnTo>
                          <a:lnTo>
                            <a:pt x="315" y="386"/>
                          </a:lnTo>
                          <a:lnTo>
                            <a:pt x="320" y="400"/>
                          </a:lnTo>
                          <a:lnTo>
                            <a:pt x="325" y="415"/>
                          </a:lnTo>
                          <a:lnTo>
                            <a:pt x="331" y="431"/>
                          </a:lnTo>
                          <a:lnTo>
                            <a:pt x="335" y="447"/>
                          </a:lnTo>
                          <a:lnTo>
                            <a:pt x="338" y="463"/>
                          </a:lnTo>
                          <a:lnTo>
                            <a:pt x="340" y="480"/>
                          </a:lnTo>
                          <a:lnTo>
                            <a:pt x="342" y="497"/>
                          </a:lnTo>
                          <a:lnTo>
                            <a:pt x="343" y="514"/>
                          </a:lnTo>
                          <a:lnTo>
                            <a:pt x="529" y="511"/>
                          </a:lnTo>
                          <a:close/>
                        </a:path>
                      </a:pathLst>
                    </a:custGeom>
                    <a:solidFill>
                      <a:srgbClr val="EF2B2F"/>
                    </a:solidFill>
                    <a:ln>
                      <a:noFill/>
                    </a:ln>
                  </p:spPr>
                  <p:txBody>
                    <a:bodyPr/>
                    <a:lstStyle/>
                    <a:p>
                      <a:pPr>
                        <a:defRPr/>
                      </a:pPr>
                      <a:endParaRPr lang="en-US" sz="1050">
                        <a:latin typeface="+mj-lt"/>
                      </a:endParaRPr>
                    </a:p>
                  </p:txBody>
                </p:sp>
                <p:sp>
                  <p:nvSpPr>
                    <p:cNvPr id="41199" name="Freeform 665">
                      <a:extLst>
                        <a:ext uri="{FF2B5EF4-FFF2-40B4-BE49-F238E27FC236}">
                          <a16:creationId xmlns="" xmlns:a16="http://schemas.microsoft.com/office/drawing/2014/main" id="{5FD03BAB-BFA7-7312-B734-AD0E26FD51FF}"/>
                        </a:ext>
                      </a:extLst>
                    </p:cNvPr>
                    <p:cNvSpPr>
                      <a:spLocks/>
                    </p:cNvSpPr>
                    <p:nvPr/>
                  </p:nvSpPr>
                  <p:spPr bwMode="auto">
                    <a:xfrm>
                      <a:off x="2298" y="1779"/>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3" y="529"/>
                          </a:moveTo>
                          <a:lnTo>
                            <a:pt x="3" y="529"/>
                          </a:lnTo>
                          <a:lnTo>
                            <a:pt x="30" y="528"/>
                          </a:lnTo>
                          <a:lnTo>
                            <a:pt x="56" y="525"/>
                          </a:lnTo>
                          <a:lnTo>
                            <a:pt x="82" y="522"/>
                          </a:lnTo>
                          <a:lnTo>
                            <a:pt x="108" y="516"/>
                          </a:lnTo>
                          <a:lnTo>
                            <a:pt x="132" y="510"/>
                          </a:lnTo>
                          <a:lnTo>
                            <a:pt x="158" y="503"/>
                          </a:lnTo>
                          <a:lnTo>
                            <a:pt x="181" y="494"/>
                          </a:lnTo>
                          <a:lnTo>
                            <a:pt x="204" y="485"/>
                          </a:lnTo>
                          <a:lnTo>
                            <a:pt x="228" y="473"/>
                          </a:lnTo>
                          <a:lnTo>
                            <a:pt x="250" y="461"/>
                          </a:lnTo>
                          <a:lnTo>
                            <a:pt x="271" y="448"/>
                          </a:lnTo>
                          <a:lnTo>
                            <a:pt x="292" y="435"/>
                          </a:lnTo>
                          <a:lnTo>
                            <a:pt x="313" y="420"/>
                          </a:lnTo>
                          <a:lnTo>
                            <a:pt x="332" y="404"/>
                          </a:lnTo>
                          <a:lnTo>
                            <a:pt x="350" y="387"/>
                          </a:lnTo>
                          <a:lnTo>
                            <a:pt x="368" y="370"/>
                          </a:lnTo>
                          <a:lnTo>
                            <a:pt x="385" y="351"/>
                          </a:lnTo>
                          <a:lnTo>
                            <a:pt x="401" y="332"/>
                          </a:lnTo>
                          <a:lnTo>
                            <a:pt x="416" y="313"/>
                          </a:lnTo>
                          <a:lnTo>
                            <a:pt x="430" y="291"/>
                          </a:lnTo>
                          <a:lnTo>
                            <a:pt x="443" y="270"/>
                          </a:lnTo>
                          <a:lnTo>
                            <a:pt x="456" y="248"/>
                          </a:lnTo>
                          <a:lnTo>
                            <a:pt x="467" y="226"/>
                          </a:lnTo>
                          <a:lnTo>
                            <a:pt x="476" y="202"/>
                          </a:lnTo>
                          <a:lnTo>
                            <a:pt x="486" y="179"/>
                          </a:lnTo>
                          <a:lnTo>
                            <a:pt x="493" y="155"/>
                          </a:lnTo>
                          <a:lnTo>
                            <a:pt x="500" y="129"/>
                          </a:lnTo>
                          <a:lnTo>
                            <a:pt x="505" y="105"/>
                          </a:lnTo>
                          <a:lnTo>
                            <a:pt x="509" y="78"/>
                          </a:lnTo>
                          <a:lnTo>
                            <a:pt x="512" y="53"/>
                          </a:lnTo>
                          <a:lnTo>
                            <a:pt x="514" y="26"/>
                          </a:lnTo>
                          <a:lnTo>
                            <a:pt x="513" y="0"/>
                          </a:lnTo>
                          <a:lnTo>
                            <a:pt x="327" y="3"/>
                          </a:lnTo>
                          <a:lnTo>
                            <a:pt x="326" y="20"/>
                          </a:lnTo>
                          <a:lnTo>
                            <a:pt x="325" y="37"/>
                          </a:lnTo>
                          <a:lnTo>
                            <a:pt x="324" y="54"/>
                          </a:lnTo>
                          <a:lnTo>
                            <a:pt x="321" y="70"/>
                          </a:lnTo>
                          <a:lnTo>
                            <a:pt x="318" y="87"/>
                          </a:lnTo>
                          <a:lnTo>
                            <a:pt x="314" y="103"/>
                          </a:lnTo>
                          <a:lnTo>
                            <a:pt x="308" y="117"/>
                          </a:lnTo>
                          <a:lnTo>
                            <a:pt x="303" y="133"/>
                          </a:lnTo>
                          <a:lnTo>
                            <a:pt x="297" y="147"/>
                          </a:lnTo>
                          <a:lnTo>
                            <a:pt x="289" y="162"/>
                          </a:lnTo>
                          <a:lnTo>
                            <a:pt x="282" y="177"/>
                          </a:lnTo>
                          <a:lnTo>
                            <a:pt x="273" y="190"/>
                          </a:lnTo>
                          <a:lnTo>
                            <a:pt x="264" y="203"/>
                          </a:lnTo>
                          <a:lnTo>
                            <a:pt x="254" y="216"/>
                          </a:lnTo>
                          <a:lnTo>
                            <a:pt x="245" y="229"/>
                          </a:lnTo>
                          <a:lnTo>
                            <a:pt x="233" y="241"/>
                          </a:lnTo>
                          <a:lnTo>
                            <a:pt x="222" y="251"/>
                          </a:lnTo>
                          <a:lnTo>
                            <a:pt x="210" y="262"/>
                          </a:lnTo>
                          <a:lnTo>
                            <a:pt x="198" y="272"/>
                          </a:lnTo>
                          <a:lnTo>
                            <a:pt x="184" y="282"/>
                          </a:lnTo>
                          <a:lnTo>
                            <a:pt x="171" y="290"/>
                          </a:lnTo>
                          <a:lnTo>
                            <a:pt x="158" y="299"/>
                          </a:lnTo>
                          <a:lnTo>
                            <a:pt x="144" y="306"/>
                          </a:lnTo>
                          <a:lnTo>
                            <a:pt x="129" y="314"/>
                          </a:lnTo>
                          <a:lnTo>
                            <a:pt x="114" y="320"/>
                          </a:lnTo>
                          <a:lnTo>
                            <a:pt x="98" y="325"/>
                          </a:lnTo>
                          <a:lnTo>
                            <a:pt x="83" y="330"/>
                          </a:lnTo>
                          <a:lnTo>
                            <a:pt x="66" y="334"/>
                          </a:lnTo>
                          <a:lnTo>
                            <a:pt x="50" y="337"/>
                          </a:lnTo>
                          <a:lnTo>
                            <a:pt x="34" y="339"/>
                          </a:lnTo>
                          <a:lnTo>
                            <a:pt x="17" y="341"/>
                          </a:lnTo>
                          <a:lnTo>
                            <a:pt x="0" y="342"/>
                          </a:lnTo>
                          <a:lnTo>
                            <a:pt x="3" y="529"/>
                          </a:lnTo>
                          <a:close/>
                        </a:path>
                      </a:pathLst>
                    </a:custGeom>
                    <a:solidFill>
                      <a:srgbClr val="EF2B2F"/>
                    </a:solidFill>
                    <a:ln>
                      <a:noFill/>
                    </a:ln>
                  </p:spPr>
                  <p:txBody>
                    <a:bodyPr/>
                    <a:lstStyle/>
                    <a:p>
                      <a:pPr>
                        <a:defRPr/>
                      </a:pPr>
                      <a:endParaRPr lang="en-US" sz="1050">
                        <a:latin typeface="+mj-lt"/>
                      </a:endParaRPr>
                    </a:p>
                  </p:txBody>
                </p:sp>
                <p:sp>
                  <p:nvSpPr>
                    <p:cNvPr id="41200" name="Freeform 666">
                      <a:extLst>
                        <a:ext uri="{FF2B5EF4-FFF2-40B4-BE49-F238E27FC236}">
                          <a16:creationId xmlns="" xmlns:a16="http://schemas.microsoft.com/office/drawing/2014/main" id="{9ABDFBC6-1D6F-A273-C8CA-F23B4DB3F07D}"/>
                        </a:ext>
                      </a:extLst>
                    </p:cNvPr>
                    <p:cNvSpPr>
                      <a:spLocks/>
                    </p:cNvSpPr>
                    <p:nvPr/>
                  </p:nvSpPr>
                  <p:spPr bwMode="auto">
                    <a:xfrm>
                      <a:off x="2210" y="1779"/>
                      <a:ext cx="88" cy="88"/>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0" y="3"/>
                          </a:moveTo>
                          <a:lnTo>
                            <a:pt x="0" y="3"/>
                          </a:lnTo>
                          <a:lnTo>
                            <a:pt x="1" y="29"/>
                          </a:lnTo>
                          <a:lnTo>
                            <a:pt x="3" y="56"/>
                          </a:lnTo>
                          <a:lnTo>
                            <a:pt x="7" y="81"/>
                          </a:lnTo>
                          <a:lnTo>
                            <a:pt x="12" y="107"/>
                          </a:lnTo>
                          <a:lnTo>
                            <a:pt x="19" y="132"/>
                          </a:lnTo>
                          <a:lnTo>
                            <a:pt x="25" y="157"/>
                          </a:lnTo>
                          <a:lnTo>
                            <a:pt x="35" y="181"/>
                          </a:lnTo>
                          <a:lnTo>
                            <a:pt x="44" y="204"/>
                          </a:lnTo>
                          <a:lnTo>
                            <a:pt x="55" y="227"/>
                          </a:lnTo>
                          <a:lnTo>
                            <a:pt x="67" y="249"/>
                          </a:lnTo>
                          <a:lnTo>
                            <a:pt x="80" y="271"/>
                          </a:lnTo>
                          <a:lnTo>
                            <a:pt x="94" y="291"/>
                          </a:lnTo>
                          <a:lnTo>
                            <a:pt x="109" y="312"/>
                          </a:lnTo>
                          <a:lnTo>
                            <a:pt x="125" y="331"/>
                          </a:lnTo>
                          <a:lnTo>
                            <a:pt x="141" y="350"/>
                          </a:lnTo>
                          <a:lnTo>
                            <a:pt x="159" y="367"/>
                          </a:lnTo>
                          <a:lnTo>
                            <a:pt x="177" y="384"/>
                          </a:lnTo>
                          <a:lnTo>
                            <a:pt x="196" y="400"/>
                          </a:lnTo>
                          <a:lnTo>
                            <a:pt x="216" y="416"/>
                          </a:lnTo>
                          <a:lnTo>
                            <a:pt x="236" y="429"/>
                          </a:lnTo>
                          <a:lnTo>
                            <a:pt x="258" y="442"/>
                          </a:lnTo>
                          <a:lnTo>
                            <a:pt x="280" y="455"/>
                          </a:lnTo>
                          <a:lnTo>
                            <a:pt x="303" y="465"/>
                          </a:lnTo>
                          <a:lnTo>
                            <a:pt x="327" y="476"/>
                          </a:lnTo>
                          <a:lnTo>
                            <a:pt x="350" y="484"/>
                          </a:lnTo>
                          <a:lnTo>
                            <a:pt x="375" y="492"/>
                          </a:lnTo>
                          <a:lnTo>
                            <a:pt x="399" y="499"/>
                          </a:lnTo>
                          <a:lnTo>
                            <a:pt x="424" y="505"/>
                          </a:lnTo>
                          <a:lnTo>
                            <a:pt x="450" y="508"/>
                          </a:lnTo>
                          <a:lnTo>
                            <a:pt x="476" y="511"/>
                          </a:lnTo>
                          <a:lnTo>
                            <a:pt x="503" y="513"/>
                          </a:lnTo>
                          <a:lnTo>
                            <a:pt x="529" y="513"/>
                          </a:lnTo>
                          <a:lnTo>
                            <a:pt x="526" y="326"/>
                          </a:lnTo>
                          <a:lnTo>
                            <a:pt x="508" y="325"/>
                          </a:lnTo>
                          <a:lnTo>
                            <a:pt x="491" y="324"/>
                          </a:lnTo>
                          <a:lnTo>
                            <a:pt x="475" y="323"/>
                          </a:lnTo>
                          <a:lnTo>
                            <a:pt x="458" y="320"/>
                          </a:lnTo>
                          <a:lnTo>
                            <a:pt x="442" y="317"/>
                          </a:lnTo>
                          <a:lnTo>
                            <a:pt x="427" y="313"/>
                          </a:lnTo>
                          <a:lnTo>
                            <a:pt x="411" y="308"/>
                          </a:lnTo>
                          <a:lnTo>
                            <a:pt x="396" y="302"/>
                          </a:lnTo>
                          <a:lnTo>
                            <a:pt x="381" y="296"/>
                          </a:lnTo>
                          <a:lnTo>
                            <a:pt x="367" y="288"/>
                          </a:lnTo>
                          <a:lnTo>
                            <a:pt x="352" y="281"/>
                          </a:lnTo>
                          <a:lnTo>
                            <a:pt x="338" y="272"/>
                          </a:lnTo>
                          <a:lnTo>
                            <a:pt x="326" y="264"/>
                          </a:lnTo>
                          <a:lnTo>
                            <a:pt x="313" y="254"/>
                          </a:lnTo>
                          <a:lnTo>
                            <a:pt x="300" y="244"/>
                          </a:lnTo>
                          <a:lnTo>
                            <a:pt x="288" y="233"/>
                          </a:lnTo>
                          <a:lnTo>
                            <a:pt x="278" y="221"/>
                          </a:lnTo>
                          <a:lnTo>
                            <a:pt x="266" y="210"/>
                          </a:lnTo>
                          <a:lnTo>
                            <a:pt x="257" y="197"/>
                          </a:lnTo>
                          <a:lnTo>
                            <a:pt x="247" y="184"/>
                          </a:lnTo>
                          <a:lnTo>
                            <a:pt x="238" y="170"/>
                          </a:lnTo>
                          <a:lnTo>
                            <a:pt x="230" y="157"/>
                          </a:lnTo>
                          <a:lnTo>
                            <a:pt x="222" y="143"/>
                          </a:lnTo>
                          <a:lnTo>
                            <a:pt x="215" y="128"/>
                          </a:lnTo>
                          <a:lnTo>
                            <a:pt x="209" y="113"/>
                          </a:lnTo>
                          <a:lnTo>
                            <a:pt x="204" y="98"/>
                          </a:lnTo>
                          <a:lnTo>
                            <a:pt x="198" y="82"/>
                          </a:lnTo>
                          <a:lnTo>
                            <a:pt x="194" y="66"/>
                          </a:lnTo>
                          <a:lnTo>
                            <a:pt x="192" y="51"/>
                          </a:lnTo>
                          <a:lnTo>
                            <a:pt x="189" y="34"/>
                          </a:lnTo>
                          <a:lnTo>
                            <a:pt x="188"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201" name="Freeform 667">
                      <a:extLst>
                        <a:ext uri="{FF2B5EF4-FFF2-40B4-BE49-F238E27FC236}">
                          <a16:creationId xmlns="" xmlns:a16="http://schemas.microsoft.com/office/drawing/2014/main" id="{8F1DA5F6-0038-45E3-FB23-365A1632528F}"/>
                        </a:ext>
                      </a:extLst>
                    </p:cNvPr>
                    <p:cNvSpPr>
                      <a:spLocks/>
                    </p:cNvSpPr>
                    <p:nvPr/>
                  </p:nvSpPr>
                  <p:spPr bwMode="auto">
                    <a:xfrm>
                      <a:off x="2210" y="1691"/>
                      <a:ext cx="84" cy="88"/>
                    </a:xfrm>
                    <a:custGeom>
                      <a:avLst/>
                      <a:gdLst>
                        <a:gd name="T0" fmla="*/ 0 w 514"/>
                        <a:gd name="T1" fmla="*/ 0 h 530"/>
                        <a:gd name="T2" fmla="*/ 0 w 514"/>
                        <a:gd name="T3" fmla="*/ 0 h 530"/>
                        <a:gd name="T4" fmla="*/ 0 w 514"/>
                        <a:gd name="T5" fmla="*/ 0 h 530"/>
                        <a:gd name="T6" fmla="*/ 0 w 514"/>
                        <a:gd name="T7" fmla="*/ 0 h 530"/>
                        <a:gd name="T8" fmla="*/ 0 w 514"/>
                        <a:gd name="T9" fmla="*/ 0 h 530"/>
                        <a:gd name="T10" fmla="*/ 0 w 514"/>
                        <a:gd name="T11" fmla="*/ 0 h 530"/>
                        <a:gd name="T12" fmla="*/ 0 w 514"/>
                        <a:gd name="T13" fmla="*/ 0 h 530"/>
                        <a:gd name="T14" fmla="*/ 0 w 514"/>
                        <a:gd name="T15" fmla="*/ 0 h 530"/>
                        <a:gd name="T16" fmla="*/ 0 w 514"/>
                        <a:gd name="T17" fmla="*/ 0 h 530"/>
                        <a:gd name="T18" fmla="*/ 0 w 514"/>
                        <a:gd name="T19" fmla="*/ 0 h 530"/>
                        <a:gd name="T20" fmla="*/ 0 w 514"/>
                        <a:gd name="T21" fmla="*/ 0 h 530"/>
                        <a:gd name="T22" fmla="*/ 0 w 514"/>
                        <a:gd name="T23" fmla="*/ 0 h 530"/>
                        <a:gd name="T24" fmla="*/ 0 w 514"/>
                        <a:gd name="T25" fmla="*/ 0 h 530"/>
                        <a:gd name="T26" fmla="*/ 0 w 514"/>
                        <a:gd name="T27" fmla="*/ 0 h 530"/>
                        <a:gd name="T28" fmla="*/ 0 w 514"/>
                        <a:gd name="T29" fmla="*/ 0 h 530"/>
                        <a:gd name="T30" fmla="*/ 0 w 514"/>
                        <a:gd name="T31" fmla="*/ 0 h 530"/>
                        <a:gd name="T32" fmla="*/ 0 w 514"/>
                        <a:gd name="T33" fmla="*/ 0 h 530"/>
                        <a:gd name="T34" fmla="*/ 0 w 514"/>
                        <a:gd name="T35" fmla="*/ 0 h 530"/>
                        <a:gd name="T36" fmla="*/ 0 w 514"/>
                        <a:gd name="T37" fmla="*/ 0 h 530"/>
                        <a:gd name="T38" fmla="*/ 0 w 514"/>
                        <a:gd name="T39" fmla="*/ 0 h 530"/>
                        <a:gd name="T40" fmla="*/ 0 w 514"/>
                        <a:gd name="T41" fmla="*/ 0 h 530"/>
                        <a:gd name="T42" fmla="*/ 0 w 514"/>
                        <a:gd name="T43" fmla="*/ 0 h 530"/>
                        <a:gd name="T44" fmla="*/ 0 w 514"/>
                        <a:gd name="T45" fmla="*/ 0 h 530"/>
                        <a:gd name="T46" fmla="*/ 0 w 514"/>
                        <a:gd name="T47" fmla="*/ 0 h 530"/>
                        <a:gd name="T48" fmla="*/ 0 w 514"/>
                        <a:gd name="T49" fmla="*/ 0 h 530"/>
                        <a:gd name="T50" fmla="*/ 0 w 514"/>
                        <a:gd name="T51" fmla="*/ 0 h 530"/>
                        <a:gd name="T52" fmla="*/ 0 w 514"/>
                        <a:gd name="T53" fmla="*/ 0 h 530"/>
                        <a:gd name="T54" fmla="*/ 0 w 514"/>
                        <a:gd name="T55" fmla="*/ 0 h 530"/>
                        <a:gd name="T56" fmla="*/ 0 w 514"/>
                        <a:gd name="T57" fmla="*/ 0 h 530"/>
                        <a:gd name="T58" fmla="*/ 0 w 514"/>
                        <a:gd name="T59" fmla="*/ 0 h 530"/>
                        <a:gd name="T60" fmla="*/ 0 w 514"/>
                        <a:gd name="T61" fmla="*/ 0 h 530"/>
                        <a:gd name="T62" fmla="*/ 0 w 514"/>
                        <a:gd name="T63" fmla="*/ 0 h 530"/>
                        <a:gd name="T64" fmla="*/ 0 w 514"/>
                        <a:gd name="T65" fmla="*/ 0 h 530"/>
                        <a:gd name="T66" fmla="*/ 0 w 514"/>
                        <a:gd name="T67" fmla="*/ 0 h 5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30"/>
                        <a:gd name="T104" fmla="*/ 514 w 514"/>
                        <a:gd name="T105" fmla="*/ 530 h 5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30">
                          <a:moveTo>
                            <a:pt x="510" y="0"/>
                          </a:moveTo>
                          <a:lnTo>
                            <a:pt x="510" y="0"/>
                          </a:lnTo>
                          <a:lnTo>
                            <a:pt x="484" y="1"/>
                          </a:lnTo>
                          <a:lnTo>
                            <a:pt x="457" y="5"/>
                          </a:lnTo>
                          <a:lnTo>
                            <a:pt x="431" y="8"/>
                          </a:lnTo>
                          <a:lnTo>
                            <a:pt x="405" y="13"/>
                          </a:lnTo>
                          <a:lnTo>
                            <a:pt x="381" y="20"/>
                          </a:lnTo>
                          <a:lnTo>
                            <a:pt x="356" y="27"/>
                          </a:lnTo>
                          <a:lnTo>
                            <a:pt x="332" y="35"/>
                          </a:lnTo>
                          <a:lnTo>
                            <a:pt x="309" y="45"/>
                          </a:lnTo>
                          <a:lnTo>
                            <a:pt x="285" y="57"/>
                          </a:lnTo>
                          <a:lnTo>
                            <a:pt x="263" y="68"/>
                          </a:lnTo>
                          <a:lnTo>
                            <a:pt x="242" y="81"/>
                          </a:lnTo>
                          <a:lnTo>
                            <a:pt x="221" y="95"/>
                          </a:lnTo>
                          <a:lnTo>
                            <a:pt x="200" y="110"/>
                          </a:lnTo>
                          <a:lnTo>
                            <a:pt x="181" y="126"/>
                          </a:lnTo>
                          <a:lnTo>
                            <a:pt x="163" y="143"/>
                          </a:lnTo>
                          <a:lnTo>
                            <a:pt x="145" y="160"/>
                          </a:lnTo>
                          <a:lnTo>
                            <a:pt x="128" y="179"/>
                          </a:lnTo>
                          <a:lnTo>
                            <a:pt x="112" y="198"/>
                          </a:lnTo>
                          <a:lnTo>
                            <a:pt x="97" y="217"/>
                          </a:lnTo>
                          <a:lnTo>
                            <a:pt x="84" y="238"/>
                          </a:lnTo>
                          <a:lnTo>
                            <a:pt x="70" y="259"/>
                          </a:lnTo>
                          <a:lnTo>
                            <a:pt x="58" y="282"/>
                          </a:lnTo>
                          <a:lnTo>
                            <a:pt x="46" y="304"/>
                          </a:lnTo>
                          <a:lnTo>
                            <a:pt x="37" y="327"/>
                          </a:lnTo>
                          <a:lnTo>
                            <a:pt x="28" y="351"/>
                          </a:lnTo>
                          <a:lnTo>
                            <a:pt x="20" y="375"/>
                          </a:lnTo>
                          <a:lnTo>
                            <a:pt x="13" y="400"/>
                          </a:lnTo>
                          <a:lnTo>
                            <a:pt x="8" y="426"/>
                          </a:lnTo>
                          <a:lnTo>
                            <a:pt x="4" y="451"/>
                          </a:lnTo>
                          <a:lnTo>
                            <a:pt x="1" y="477"/>
                          </a:lnTo>
                          <a:lnTo>
                            <a:pt x="0" y="503"/>
                          </a:lnTo>
                          <a:lnTo>
                            <a:pt x="0" y="530"/>
                          </a:lnTo>
                          <a:lnTo>
                            <a:pt x="187" y="527"/>
                          </a:lnTo>
                          <a:lnTo>
                            <a:pt x="187" y="509"/>
                          </a:lnTo>
                          <a:lnTo>
                            <a:pt x="188" y="493"/>
                          </a:lnTo>
                          <a:lnTo>
                            <a:pt x="190" y="476"/>
                          </a:lnTo>
                          <a:lnTo>
                            <a:pt x="192" y="459"/>
                          </a:lnTo>
                          <a:lnTo>
                            <a:pt x="196" y="443"/>
                          </a:lnTo>
                          <a:lnTo>
                            <a:pt x="199" y="427"/>
                          </a:lnTo>
                          <a:lnTo>
                            <a:pt x="205" y="412"/>
                          </a:lnTo>
                          <a:lnTo>
                            <a:pt x="210" y="396"/>
                          </a:lnTo>
                          <a:lnTo>
                            <a:pt x="216" y="381"/>
                          </a:lnTo>
                          <a:lnTo>
                            <a:pt x="224" y="367"/>
                          </a:lnTo>
                          <a:lnTo>
                            <a:pt x="232" y="354"/>
                          </a:lnTo>
                          <a:lnTo>
                            <a:pt x="240" y="340"/>
                          </a:lnTo>
                          <a:lnTo>
                            <a:pt x="249" y="326"/>
                          </a:lnTo>
                          <a:lnTo>
                            <a:pt x="259" y="313"/>
                          </a:lnTo>
                          <a:lnTo>
                            <a:pt x="269" y="301"/>
                          </a:lnTo>
                          <a:lnTo>
                            <a:pt x="280" y="289"/>
                          </a:lnTo>
                          <a:lnTo>
                            <a:pt x="292" y="278"/>
                          </a:lnTo>
                          <a:lnTo>
                            <a:pt x="303" y="268"/>
                          </a:lnTo>
                          <a:lnTo>
                            <a:pt x="316" y="257"/>
                          </a:lnTo>
                          <a:lnTo>
                            <a:pt x="329" y="248"/>
                          </a:lnTo>
                          <a:lnTo>
                            <a:pt x="342" y="239"/>
                          </a:lnTo>
                          <a:lnTo>
                            <a:pt x="355" y="231"/>
                          </a:lnTo>
                          <a:lnTo>
                            <a:pt x="370" y="223"/>
                          </a:lnTo>
                          <a:lnTo>
                            <a:pt x="385" y="216"/>
                          </a:lnTo>
                          <a:lnTo>
                            <a:pt x="400" y="209"/>
                          </a:lnTo>
                          <a:lnTo>
                            <a:pt x="415" y="204"/>
                          </a:lnTo>
                          <a:lnTo>
                            <a:pt x="431" y="200"/>
                          </a:lnTo>
                          <a:lnTo>
                            <a:pt x="447" y="196"/>
                          </a:lnTo>
                          <a:lnTo>
                            <a:pt x="463" y="192"/>
                          </a:lnTo>
                          <a:lnTo>
                            <a:pt x="480" y="190"/>
                          </a:lnTo>
                          <a:lnTo>
                            <a:pt x="497" y="188"/>
                          </a:lnTo>
                          <a:lnTo>
                            <a:pt x="514" y="187"/>
                          </a:lnTo>
                          <a:lnTo>
                            <a:pt x="510" y="0"/>
                          </a:lnTo>
                          <a:close/>
                        </a:path>
                      </a:pathLst>
                    </a:custGeom>
                    <a:solidFill>
                      <a:srgbClr val="EF2B2F"/>
                    </a:solidFill>
                    <a:ln>
                      <a:noFill/>
                    </a:ln>
                  </p:spPr>
                  <p:txBody>
                    <a:bodyPr/>
                    <a:lstStyle/>
                    <a:p>
                      <a:pPr>
                        <a:defRPr/>
                      </a:pPr>
                      <a:endParaRPr lang="en-US" sz="1050">
                        <a:latin typeface="+mj-lt"/>
                      </a:endParaRPr>
                    </a:p>
                  </p:txBody>
                </p:sp>
                <p:sp>
                  <p:nvSpPr>
                    <p:cNvPr id="41202" name="Freeform 668">
                      <a:extLst>
                        <a:ext uri="{FF2B5EF4-FFF2-40B4-BE49-F238E27FC236}">
                          <a16:creationId xmlns="" xmlns:a16="http://schemas.microsoft.com/office/drawing/2014/main" id="{F19D5D5D-752F-8A5C-A006-57684628FEAB}"/>
                        </a:ext>
                      </a:extLst>
                    </p:cNvPr>
                    <p:cNvSpPr>
                      <a:spLocks/>
                    </p:cNvSpPr>
                    <p:nvPr/>
                  </p:nvSpPr>
                  <p:spPr bwMode="auto">
                    <a:xfrm>
                      <a:off x="2570" y="1464"/>
                      <a:ext cx="141" cy="144"/>
                    </a:xfrm>
                    <a:custGeom>
                      <a:avLst/>
                      <a:gdLst>
                        <a:gd name="T0" fmla="*/ 0 w 852"/>
                        <a:gd name="T1" fmla="*/ 0 h 852"/>
                        <a:gd name="T2" fmla="*/ 0 w 852"/>
                        <a:gd name="T3" fmla="*/ 0 h 852"/>
                        <a:gd name="T4" fmla="*/ 0 w 852"/>
                        <a:gd name="T5" fmla="*/ 0 h 852"/>
                        <a:gd name="T6" fmla="*/ 0 w 852"/>
                        <a:gd name="T7" fmla="*/ 0 h 852"/>
                        <a:gd name="T8" fmla="*/ 0 w 852"/>
                        <a:gd name="T9" fmla="*/ 0 h 852"/>
                        <a:gd name="T10" fmla="*/ 0 w 852"/>
                        <a:gd name="T11" fmla="*/ 0 h 852"/>
                        <a:gd name="T12" fmla="*/ 0 w 852"/>
                        <a:gd name="T13" fmla="*/ 0 h 852"/>
                        <a:gd name="T14" fmla="*/ 0 w 852"/>
                        <a:gd name="T15" fmla="*/ 0 h 852"/>
                        <a:gd name="T16" fmla="*/ 0 w 852"/>
                        <a:gd name="T17" fmla="*/ 0 h 852"/>
                        <a:gd name="T18" fmla="*/ 0 w 852"/>
                        <a:gd name="T19" fmla="*/ 0 h 852"/>
                        <a:gd name="T20" fmla="*/ 0 w 852"/>
                        <a:gd name="T21" fmla="*/ 0 h 852"/>
                        <a:gd name="T22" fmla="*/ 0 w 852"/>
                        <a:gd name="T23" fmla="*/ 0 h 852"/>
                        <a:gd name="T24" fmla="*/ 0 w 852"/>
                        <a:gd name="T25" fmla="*/ 0 h 852"/>
                        <a:gd name="T26" fmla="*/ 0 w 852"/>
                        <a:gd name="T27" fmla="*/ 0 h 852"/>
                        <a:gd name="T28" fmla="*/ 0 w 852"/>
                        <a:gd name="T29" fmla="*/ 0 h 852"/>
                        <a:gd name="T30" fmla="*/ 0 w 852"/>
                        <a:gd name="T31" fmla="*/ 0 h 852"/>
                        <a:gd name="T32" fmla="*/ 0 w 852"/>
                        <a:gd name="T33" fmla="*/ 0 h 852"/>
                        <a:gd name="T34" fmla="*/ 0 w 852"/>
                        <a:gd name="T35" fmla="*/ 0 h 852"/>
                        <a:gd name="T36" fmla="*/ 0 w 852"/>
                        <a:gd name="T37" fmla="*/ 0 h 852"/>
                        <a:gd name="T38" fmla="*/ 0 w 852"/>
                        <a:gd name="T39" fmla="*/ 0 h 852"/>
                        <a:gd name="T40" fmla="*/ 0 w 852"/>
                        <a:gd name="T41" fmla="*/ 0 h 852"/>
                        <a:gd name="T42" fmla="*/ 0 w 852"/>
                        <a:gd name="T43" fmla="*/ 0 h 852"/>
                        <a:gd name="T44" fmla="*/ 0 w 852"/>
                        <a:gd name="T45" fmla="*/ 0 h 852"/>
                        <a:gd name="T46" fmla="*/ 0 w 852"/>
                        <a:gd name="T47" fmla="*/ 0 h 852"/>
                        <a:gd name="T48" fmla="*/ 0 w 852"/>
                        <a:gd name="T49" fmla="*/ 0 h 852"/>
                        <a:gd name="T50" fmla="*/ 0 w 852"/>
                        <a:gd name="T51" fmla="*/ 0 h 852"/>
                        <a:gd name="T52" fmla="*/ 0 w 852"/>
                        <a:gd name="T53" fmla="*/ 0 h 852"/>
                        <a:gd name="T54" fmla="*/ 0 w 852"/>
                        <a:gd name="T55" fmla="*/ 0 h 852"/>
                        <a:gd name="T56" fmla="*/ 0 w 852"/>
                        <a:gd name="T57" fmla="*/ 0 h 852"/>
                        <a:gd name="T58" fmla="*/ 0 w 852"/>
                        <a:gd name="T59" fmla="*/ 0 h 852"/>
                        <a:gd name="T60" fmla="*/ 0 w 852"/>
                        <a:gd name="T61" fmla="*/ 0 h 852"/>
                        <a:gd name="T62" fmla="*/ 0 w 852"/>
                        <a:gd name="T63" fmla="*/ 0 h 852"/>
                        <a:gd name="T64" fmla="*/ 0 w 852"/>
                        <a:gd name="T65" fmla="*/ 0 h 852"/>
                        <a:gd name="T66" fmla="*/ 0 w 852"/>
                        <a:gd name="T67" fmla="*/ 0 h 852"/>
                        <a:gd name="T68" fmla="*/ 0 w 852"/>
                        <a:gd name="T69" fmla="*/ 0 h 852"/>
                        <a:gd name="T70" fmla="*/ 0 w 852"/>
                        <a:gd name="T71" fmla="*/ 0 h 852"/>
                        <a:gd name="T72" fmla="*/ 0 w 852"/>
                        <a:gd name="T73" fmla="*/ 0 h 852"/>
                        <a:gd name="T74" fmla="*/ 0 w 852"/>
                        <a:gd name="T75" fmla="*/ 0 h 852"/>
                        <a:gd name="T76" fmla="*/ 0 w 852"/>
                        <a:gd name="T77" fmla="*/ 0 h 852"/>
                        <a:gd name="T78" fmla="*/ 0 w 852"/>
                        <a:gd name="T79" fmla="*/ 0 h 852"/>
                        <a:gd name="T80" fmla="*/ 0 w 852"/>
                        <a:gd name="T81" fmla="*/ 0 h 852"/>
                        <a:gd name="T82" fmla="*/ 0 w 852"/>
                        <a:gd name="T83" fmla="*/ 0 h 852"/>
                        <a:gd name="T84" fmla="*/ 0 w 852"/>
                        <a:gd name="T85" fmla="*/ 0 h 8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2"/>
                        <a:gd name="T130" fmla="*/ 0 h 852"/>
                        <a:gd name="T131" fmla="*/ 852 w 852"/>
                        <a:gd name="T132" fmla="*/ 852 h 85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2" h="852">
                          <a:moveTo>
                            <a:pt x="418" y="0"/>
                          </a:moveTo>
                          <a:lnTo>
                            <a:pt x="440" y="0"/>
                          </a:lnTo>
                          <a:lnTo>
                            <a:pt x="462" y="1"/>
                          </a:lnTo>
                          <a:lnTo>
                            <a:pt x="483" y="4"/>
                          </a:lnTo>
                          <a:lnTo>
                            <a:pt x="504" y="7"/>
                          </a:lnTo>
                          <a:lnTo>
                            <a:pt x="525" y="11"/>
                          </a:lnTo>
                          <a:lnTo>
                            <a:pt x="545" y="17"/>
                          </a:lnTo>
                          <a:lnTo>
                            <a:pt x="566" y="23"/>
                          </a:lnTo>
                          <a:lnTo>
                            <a:pt x="585" y="31"/>
                          </a:lnTo>
                          <a:lnTo>
                            <a:pt x="604" y="39"/>
                          </a:lnTo>
                          <a:lnTo>
                            <a:pt x="622" y="48"/>
                          </a:lnTo>
                          <a:lnTo>
                            <a:pt x="640" y="58"/>
                          </a:lnTo>
                          <a:lnTo>
                            <a:pt x="658" y="69"/>
                          </a:lnTo>
                          <a:lnTo>
                            <a:pt x="675" y="80"/>
                          </a:lnTo>
                          <a:lnTo>
                            <a:pt x="691" y="92"/>
                          </a:lnTo>
                          <a:lnTo>
                            <a:pt x="707" y="106"/>
                          </a:lnTo>
                          <a:lnTo>
                            <a:pt x="722" y="120"/>
                          </a:lnTo>
                          <a:lnTo>
                            <a:pt x="737" y="133"/>
                          </a:lnTo>
                          <a:lnTo>
                            <a:pt x="750" y="149"/>
                          </a:lnTo>
                          <a:lnTo>
                            <a:pt x="763" y="165"/>
                          </a:lnTo>
                          <a:lnTo>
                            <a:pt x="775" y="181"/>
                          </a:lnTo>
                          <a:lnTo>
                            <a:pt x="786" y="198"/>
                          </a:lnTo>
                          <a:lnTo>
                            <a:pt x="797" y="216"/>
                          </a:lnTo>
                          <a:lnTo>
                            <a:pt x="807" y="234"/>
                          </a:lnTo>
                          <a:lnTo>
                            <a:pt x="816" y="253"/>
                          </a:lnTo>
                          <a:lnTo>
                            <a:pt x="824" y="272"/>
                          </a:lnTo>
                          <a:lnTo>
                            <a:pt x="831" y="292"/>
                          </a:lnTo>
                          <a:lnTo>
                            <a:pt x="837" y="312"/>
                          </a:lnTo>
                          <a:lnTo>
                            <a:pt x="843" y="333"/>
                          </a:lnTo>
                          <a:lnTo>
                            <a:pt x="846" y="353"/>
                          </a:lnTo>
                          <a:lnTo>
                            <a:pt x="849" y="374"/>
                          </a:lnTo>
                          <a:lnTo>
                            <a:pt x="851" y="397"/>
                          </a:lnTo>
                          <a:lnTo>
                            <a:pt x="852" y="418"/>
                          </a:lnTo>
                          <a:lnTo>
                            <a:pt x="852" y="440"/>
                          </a:lnTo>
                          <a:lnTo>
                            <a:pt x="851" y="461"/>
                          </a:lnTo>
                          <a:lnTo>
                            <a:pt x="849" y="484"/>
                          </a:lnTo>
                          <a:lnTo>
                            <a:pt x="846" y="504"/>
                          </a:lnTo>
                          <a:lnTo>
                            <a:pt x="841" y="525"/>
                          </a:lnTo>
                          <a:lnTo>
                            <a:pt x="835" y="545"/>
                          </a:lnTo>
                          <a:lnTo>
                            <a:pt x="829" y="565"/>
                          </a:lnTo>
                          <a:lnTo>
                            <a:pt x="823" y="584"/>
                          </a:lnTo>
                          <a:lnTo>
                            <a:pt x="814" y="603"/>
                          </a:lnTo>
                          <a:lnTo>
                            <a:pt x="805" y="623"/>
                          </a:lnTo>
                          <a:lnTo>
                            <a:pt x="795" y="641"/>
                          </a:lnTo>
                          <a:lnTo>
                            <a:pt x="784" y="658"/>
                          </a:lnTo>
                          <a:lnTo>
                            <a:pt x="773" y="675"/>
                          </a:lnTo>
                          <a:lnTo>
                            <a:pt x="760" y="690"/>
                          </a:lnTo>
                          <a:lnTo>
                            <a:pt x="747" y="706"/>
                          </a:lnTo>
                          <a:lnTo>
                            <a:pt x="733" y="721"/>
                          </a:lnTo>
                          <a:lnTo>
                            <a:pt x="719" y="736"/>
                          </a:lnTo>
                          <a:lnTo>
                            <a:pt x="704" y="750"/>
                          </a:lnTo>
                          <a:lnTo>
                            <a:pt x="688" y="763"/>
                          </a:lnTo>
                          <a:lnTo>
                            <a:pt x="671" y="775"/>
                          </a:lnTo>
                          <a:lnTo>
                            <a:pt x="654" y="786"/>
                          </a:lnTo>
                          <a:lnTo>
                            <a:pt x="636" y="797"/>
                          </a:lnTo>
                          <a:lnTo>
                            <a:pt x="618" y="807"/>
                          </a:lnTo>
                          <a:lnTo>
                            <a:pt x="599" y="816"/>
                          </a:lnTo>
                          <a:lnTo>
                            <a:pt x="579" y="824"/>
                          </a:lnTo>
                          <a:lnTo>
                            <a:pt x="560" y="830"/>
                          </a:lnTo>
                          <a:lnTo>
                            <a:pt x="540" y="837"/>
                          </a:lnTo>
                          <a:lnTo>
                            <a:pt x="520" y="842"/>
                          </a:lnTo>
                          <a:lnTo>
                            <a:pt x="499" y="846"/>
                          </a:lnTo>
                          <a:lnTo>
                            <a:pt x="477" y="850"/>
                          </a:lnTo>
                          <a:lnTo>
                            <a:pt x="455" y="852"/>
                          </a:lnTo>
                          <a:lnTo>
                            <a:pt x="434" y="852"/>
                          </a:lnTo>
                          <a:lnTo>
                            <a:pt x="412" y="852"/>
                          </a:lnTo>
                          <a:lnTo>
                            <a:pt x="390" y="851"/>
                          </a:lnTo>
                          <a:lnTo>
                            <a:pt x="369" y="849"/>
                          </a:lnTo>
                          <a:lnTo>
                            <a:pt x="348" y="845"/>
                          </a:lnTo>
                          <a:lnTo>
                            <a:pt x="327" y="841"/>
                          </a:lnTo>
                          <a:lnTo>
                            <a:pt x="306" y="836"/>
                          </a:lnTo>
                          <a:lnTo>
                            <a:pt x="286" y="829"/>
                          </a:lnTo>
                          <a:lnTo>
                            <a:pt x="267" y="822"/>
                          </a:lnTo>
                          <a:lnTo>
                            <a:pt x="248" y="813"/>
                          </a:lnTo>
                          <a:lnTo>
                            <a:pt x="230" y="804"/>
                          </a:lnTo>
                          <a:lnTo>
                            <a:pt x="212" y="794"/>
                          </a:lnTo>
                          <a:lnTo>
                            <a:pt x="194" y="784"/>
                          </a:lnTo>
                          <a:lnTo>
                            <a:pt x="177" y="772"/>
                          </a:lnTo>
                          <a:lnTo>
                            <a:pt x="161" y="759"/>
                          </a:lnTo>
                          <a:lnTo>
                            <a:pt x="145" y="747"/>
                          </a:lnTo>
                          <a:lnTo>
                            <a:pt x="130" y="733"/>
                          </a:lnTo>
                          <a:lnTo>
                            <a:pt x="115" y="718"/>
                          </a:lnTo>
                          <a:lnTo>
                            <a:pt x="101" y="703"/>
                          </a:lnTo>
                          <a:lnTo>
                            <a:pt x="89" y="687"/>
                          </a:lnTo>
                          <a:lnTo>
                            <a:pt x="77" y="670"/>
                          </a:lnTo>
                          <a:lnTo>
                            <a:pt x="65" y="653"/>
                          </a:lnTo>
                          <a:lnTo>
                            <a:pt x="55" y="635"/>
                          </a:lnTo>
                          <a:lnTo>
                            <a:pt x="45" y="617"/>
                          </a:lnTo>
                          <a:lnTo>
                            <a:pt x="36" y="599"/>
                          </a:lnTo>
                          <a:lnTo>
                            <a:pt x="28" y="580"/>
                          </a:lnTo>
                          <a:lnTo>
                            <a:pt x="21" y="560"/>
                          </a:lnTo>
                          <a:lnTo>
                            <a:pt x="14" y="540"/>
                          </a:lnTo>
                          <a:lnTo>
                            <a:pt x="9" y="520"/>
                          </a:lnTo>
                          <a:lnTo>
                            <a:pt x="5" y="498"/>
                          </a:lnTo>
                          <a:lnTo>
                            <a:pt x="3" y="477"/>
                          </a:lnTo>
                          <a:lnTo>
                            <a:pt x="1" y="456"/>
                          </a:lnTo>
                          <a:lnTo>
                            <a:pt x="0" y="434"/>
                          </a:lnTo>
                          <a:lnTo>
                            <a:pt x="0" y="411"/>
                          </a:lnTo>
                          <a:lnTo>
                            <a:pt x="1" y="390"/>
                          </a:lnTo>
                          <a:lnTo>
                            <a:pt x="3" y="369"/>
                          </a:lnTo>
                          <a:lnTo>
                            <a:pt x="6" y="348"/>
                          </a:lnTo>
                          <a:lnTo>
                            <a:pt x="11" y="328"/>
                          </a:lnTo>
                          <a:lnTo>
                            <a:pt x="17" y="307"/>
                          </a:lnTo>
                          <a:lnTo>
                            <a:pt x="23" y="287"/>
                          </a:lnTo>
                          <a:lnTo>
                            <a:pt x="30" y="267"/>
                          </a:lnTo>
                          <a:lnTo>
                            <a:pt x="38" y="249"/>
                          </a:lnTo>
                          <a:lnTo>
                            <a:pt x="47" y="230"/>
                          </a:lnTo>
                          <a:lnTo>
                            <a:pt x="57" y="212"/>
                          </a:lnTo>
                          <a:lnTo>
                            <a:pt x="68" y="195"/>
                          </a:lnTo>
                          <a:lnTo>
                            <a:pt x="79" y="178"/>
                          </a:lnTo>
                          <a:lnTo>
                            <a:pt x="92" y="161"/>
                          </a:lnTo>
                          <a:lnTo>
                            <a:pt x="105" y="145"/>
                          </a:lnTo>
                          <a:lnTo>
                            <a:pt x="118" y="130"/>
                          </a:lnTo>
                          <a:lnTo>
                            <a:pt x="133" y="116"/>
                          </a:lnTo>
                          <a:lnTo>
                            <a:pt x="149" y="103"/>
                          </a:lnTo>
                          <a:lnTo>
                            <a:pt x="164" y="89"/>
                          </a:lnTo>
                          <a:lnTo>
                            <a:pt x="181" y="77"/>
                          </a:lnTo>
                          <a:lnTo>
                            <a:pt x="198" y="66"/>
                          </a:lnTo>
                          <a:lnTo>
                            <a:pt x="216" y="55"/>
                          </a:lnTo>
                          <a:lnTo>
                            <a:pt x="234" y="45"/>
                          </a:lnTo>
                          <a:lnTo>
                            <a:pt x="253" y="36"/>
                          </a:lnTo>
                          <a:lnTo>
                            <a:pt x="272" y="28"/>
                          </a:lnTo>
                          <a:lnTo>
                            <a:pt x="292" y="21"/>
                          </a:lnTo>
                          <a:lnTo>
                            <a:pt x="312" y="16"/>
                          </a:lnTo>
                          <a:lnTo>
                            <a:pt x="333" y="10"/>
                          </a:lnTo>
                          <a:lnTo>
                            <a:pt x="353" y="6"/>
                          </a:lnTo>
                          <a:lnTo>
                            <a:pt x="374" y="3"/>
                          </a:lnTo>
                          <a:lnTo>
                            <a:pt x="397" y="1"/>
                          </a:lnTo>
                          <a:lnTo>
                            <a:pt x="418" y="0"/>
                          </a:lnTo>
                          <a:close/>
                        </a:path>
                      </a:pathLst>
                    </a:custGeom>
                    <a:solidFill>
                      <a:srgbClr val="DC2B19"/>
                    </a:solidFill>
                    <a:ln>
                      <a:noFill/>
                    </a:ln>
                  </p:spPr>
                  <p:txBody>
                    <a:bodyPr/>
                    <a:lstStyle/>
                    <a:p>
                      <a:pPr>
                        <a:defRPr/>
                      </a:pPr>
                      <a:endParaRPr lang="en-US" sz="1050">
                        <a:latin typeface="+mj-lt"/>
                      </a:endParaRPr>
                    </a:p>
                  </p:txBody>
                </p:sp>
                <p:sp>
                  <p:nvSpPr>
                    <p:cNvPr id="41203" name="Freeform 669">
                      <a:extLst>
                        <a:ext uri="{FF2B5EF4-FFF2-40B4-BE49-F238E27FC236}">
                          <a16:creationId xmlns="" xmlns:a16="http://schemas.microsoft.com/office/drawing/2014/main" id="{60DC6206-3751-FF0B-FA25-59D366EDEB70}"/>
                        </a:ext>
                      </a:extLst>
                    </p:cNvPr>
                    <p:cNvSpPr>
                      <a:spLocks/>
                    </p:cNvSpPr>
                    <p:nvPr/>
                  </p:nvSpPr>
                  <p:spPr bwMode="auto">
                    <a:xfrm>
                      <a:off x="2641" y="1448"/>
                      <a:ext cx="88" cy="88"/>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529" y="511"/>
                          </a:moveTo>
                          <a:lnTo>
                            <a:pt x="529" y="511"/>
                          </a:lnTo>
                          <a:lnTo>
                            <a:pt x="528" y="484"/>
                          </a:lnTo>
                          <a:lnTo>
                            <a:pt x="526" y="458"/>
                          </a:lnTo>
                          <a:lnTo>
                            <a:pt x="521" y="432"/>
                          </a:lnTo>
                          <a:lnTo>
                            <a:pt x="516" y="406"/>
                          </a:lnTo>
                          <a:lnTo>
                            <a:pt x="511" y="381"/>
                          </a:lnTo>
                          <a:lnTo>
                            <a:pt x="503" y="357"/>
                          </a:lnTo>
                          <a:lnTo>
                            <a:pt x="494" y="332"/>
                          </a:lnTo>
                          <a:lnTo>
                            <a:pt x="484" y="309"/>
                          </a:lnTo>
                          <a:lnTo>
                            <a:pt x="474" y="287"/>
                          </a:lnTo>
                          <a:lnTo>
                            <a:pt x="462" y="265"/>
                          </a:lnTo>
                          <a:lnTo>
                            <a:pt x="449" y="242"/>
                          </a:lnTo>
                          <a:lnTo>
                            <a:pt x="434" y="222"/>
                          </a:lnTo>
                          <a:lnTo>
                            <a:pt x="420" y="202"/>
                          </a:lnTo>
                          <a:lnTo>
                            <a:pt x="405" y="183"/>
                          </a:lnTo>
                          <a:lnTo>
                            <a:pt x="388" y="164"/>
                          </a:lnTo>
                          <a:lnTo>
                            <a:pt x="369" y="146"/>
                          </a:lnTo>
                          <a:lnTo>
                            <a:pt x="351" y="129"/>
                          </a:lnTo>
                          <a:lnTo>
                            <a:pt x="332" y="113"/>
                          </a:lnTo>
                          <a:lnTo>
                            <a:pt x="312" y="98"/>
                          </a:lnTo>
                          <a:lnTo>
                            <a:pt x="292" y="84"/>
                          </a:lnTo>
                          <a:lnTo>
                            <a:pt x="271" y="70"/>
                          </a:lnTo>
                          <a:lnTo>
                            <a:pt x="248" y="59"/>
                          </a:lnTo>
                          <a:lnTo>
                            <a:pt x="226" y="48"/>
                          </a:lnTo>
                          <a:lnTo>
                            <a:pt x="203" y="38"/>
                          </a:lnTo>
                          <a:lnTo>
                            <a:pt x="178" y="29"/>
                          </a:lnTo>
                          <a:lnTo>
                            <a:pt x="154" y="21"/>
                          </a:lnTo>
                          <a:lnTo>
                            <a:pt x="129" y="14"/>
                          </a:lnTo>
                          <a:lnTo>
                            <a:pt x="104" y="9"/>
                          </a:lnTo>
                          <a:lnTo>
                            <a:pt x="78" y="5"/>
                          </a:lnTo>
                          <a:lnTo>
                            <a:pt x="52" y="1"/>
                          </a:lnTo>
                          <a:lnTo>
                            <a:pt x="26" y="0"/>
                          </a:lnTo>
                          <a:lnTo>
                            <a:pt x="0" y="0"/>
                          </a:lnTo>
                          <a:lnTo>
                            <a:pt x="3" y="187"/>
                          </a:lnTo>
                          <a:lnTo>
                            <a:pt x="20" y="187"/>
                          </a:lnTo>
                          <a:lnTo>
                            <a:pt x="37" y="188"/>
                          </a:lnTo>
                          <a:lnTo>
                            <a:pt x="54" y="190"/>
                          </a:lnTo>
                          <a:lnTo>
                            <a:pt x="70" y="192"/>
                          </a:lnTo>
                          <a:lnTo>
                            <a:pt x="86" y="197"/>
                          </a:lnTo>
                          <a:lnTo>
                            <a:pt x="102" y="200"/>
                          </a:lnTo>
                          <a:lnTo>
                            <a:pt x="118" y="205"/>
                          </a:lnTo>
                          <a:lnTo>
                            <a:pt x="133" y="210"/>
                          </a:lnTo>
                          <a:lnTo>
                            <a:pt x="148" y="218"/>
                          </a:lnTo>
                          <a:lnTo>
                            <a:pt x="162" y="224"/>
                          </a:lnTo>
                          <a:lnTo>
                            <a:pt x="176" y="233"/>
                          </a:lnTo>
                          <a:lnTo>
                            <a:pt x="190" y="240"/>
                          </a:lnTo>
                          <a:lnTo>
                            <a:pt x="203" y="250"/>
                          </a:lnTo>
                          <a:lnTo>
                            <a:pt x="215" y="259"/>
                          </a:lnTo>
                          <a:lnTo>
                            <a:pt x="228" y="270"/>
                          </a:lnTo>
                          <a:lnTo>
                            <a:pt x="240" y="280"/>
                          </a:lnTo>
                          <a:lnTo>
                            <a:pt x="252" y="292"/>
                          </a:lnTo>
                          <a:lnTo>
                            <a:pt x="262" y="304"/>
                          </a:lnTo>
                          <a:lnTo>
                            <a:pt x="272" y="317"/>
                          </a:lnTo>
                          <a:lnTo>
                            <a:pt x="281" y="329"/>
                          </a:lnTo>
                          <a:lnTo>
                            <a:pt x="291" y="343"/>
                          </a:lnTo>
                          <a:lnTo>
                            <a:pt x="299" y="356"/>
                          </a:lnTo>
                          <a:lnTo>
                            <a:pt x="307" y="371"/>
                          </a:lnTo>
                          <a:lnTo>
                            <a:pt x="313" y="386"/>
                          </a:lnTo>
                          <a:lnTo>
                            <a:pt x="320" y="400"/>
                          </a:lnTo>
                          <a:lnTo>
                            <a:pt x="325" y="415"/>
                          </a:lnTo>
                          <a:lnTo>
                            <a:pt x="330" y="431"/>
                          </a:lnTo>
                          <a:lnTo>
                            <a:pt x="334" y="447"/>
                          </a:lnTo>
                          <a:lnTo>
                            <a:pt x="338" y="463"/>
                          </a:lnTo>
                          <a:lnTo>
                            <a:pt x="340" y="480"/>
                          </a:lnTo>
                          <a:lnTo>
                            <a:pt x="341" y="497"/>
                          </a:lnTo>
                          <a:lnTo>
                            <a:pt x="342" y="514"/>
                          </a:lnTo>
                          <a:lnTo>
                            <a:pt x="529" y="511"/>
                          </a:lnTo>
                          <a:close/>
                        </a:path>
                      </a:pathLst>
                    </a:custGeom>
                    <a:solidFill>
                      <a:srgbClr val="EF2B2F"/>
                    </a:solidFill>
                    <a:ln>
                      <a:noFill/>
                    </a:ln>
                  </p:spPr>
                  <p:txBody>
                    <a:bodyPr/>
                    <a:lstStyle/>
                    <a:p>
                      <a:pPr>
                        <a:defRPr/>
                      </a:pPr>
                      <a:endParaRPr lang="en-US" sz="1050">
                        <a:latin typeface="+mj-lt"/>
                      </a:endParaRPr>
                    </a:p>
                  </p:txBody>
                </p:sp>
                <p:sp>
                  <p:nvSpPr>
                    <p:cNvPr id="41204" name="Freeform 670">
                      <a:extLst>
                        <a:ext uri="{FF2B5EF4-FFF2-40B4-BE49-F238E27FC236}">
                          <a16:creationId xmlns="" xmlns:a16="http://schemas.microsoft.com/office/drawing/2014/main" id="{2539AFA7-6CB6-03BB-2BF5-5EC89773651B}"/>
                        </a:ext>
                      </a:extLst>
                    </p:cNvPr>
                    <p:cNvSpPr>
                      <a:spLocks/>
                    </p:cNvSpPr>
                    <p:nvPr/>
                  </p:nvSpPr>
                  <p:spPr bwMode="auto">
                    <a:xfrm>
                      <a:off x="2641" y="1536"/>
                      <a:ext cx="88" cy="88"/>
                    </a:xfrm>
                    <a:custGeom>
                      <a:avLst/>
                      <a:gdLst>
                        <a:gd name="T0" fmla="*/ 0 w 513"/>
                        <a:gd name="T1" fmla="*/ 0 h 528"/>
                        <a:gd name="T2" fmla="*/ 0 w 513"/>
                        <a:gd name="T3" fmla="*/ 0 h 528"/>
                        <a:gd name="T4" fmla="*/ 0 w 513"/>
                        <a:gd name="T5" fmla="*/ 0 h 528"/>
                        <a:gd name="T6" fmla="*/ 0 w 513"/>
                        <a:gd name="T7" fmla="*/ 0 h 528"/>
                        <a:gd name="T8" fmla="*/ 0 w 513"/>
                        <a:gd name="T9" fmla="*/ 0 h 528"/>
                        <a:gd name="T10" fmla="*/ 0 w 513"/>
                        <a:gd name="T11" fmla="*/ 0 h 528"/>
                        <a:gd name="T12" fmla="*/ 0 w 513"/>
                        <a:gd name="T13" fmla="*/ 0 h 528"/>
                        <a:gd name="T14" fmla="*/ 0 w 513"/>
                        <a:gd name="T15" fmla="*/ 0 h 528"/>
                        <a:gd name="T16" fmla="*/ 0 w 513"/>
                        <a:gd name="T17" fmla="*/ 0 h 528"/>
                        <a:gd name="T18" fmla="*/ 0 w 513"/>
                        <a:gd name="T19" fmla="*/ 0 h 528"/>
                        <a:gd name="T20" fmla="*/ 0 w 513"/>
                        <a:gd name="T21" fmla="*/ 0 h 528"/>
                        <a:gd name="T22" fmla="*/ 0 w 513"/>
                        <a:gd name="T23" fmla="*/ 0 h 528"/>
                        <a:gd name="T24" fmla="*/ 0 w 513"/>
                        <a:gd name="T25" fmla="*/ 0 h 528"/>
                        <a:gd name="T26" fmla="*/ 0 w 513"/>
                        <a:gd name="T27" fmla="*/ 0 h 528"/>
                        <a:gd name="T28" fmla="*/ 0 w 513"/>
                        <a:gd name="T29" fmla="*/ 0 h 528"/>
                        <a:gd name="T30" fmla="*/ 0 w 513"/>
                        <a:gd name="T31" fmla="*/ 0 h 528"/>
                        <a:gd name="T32" fmla="*/ 0 w 513"/>
                        <a:gd name="T33" fmla="*/ 0 h 528"/>
                        <a:gd name="T34" fmla="*/ 0 w 513"/>
                        <a:gd name="T35" fmla="*/ 0 h 528"/>
                        <a:gd name="T36" fmla="*/ 0 w 513"/>
                        <a:gd name="T37" fmla="*/ 0 h 528"/>
                        <a:gd name="T38" fmla="*/ 0 w 513"/>
                        <a:gd name="T39" fmla="*/ 0 h 528"/>
                        <a:gd name="T40" fmla="*/ 0 w 513"/>
                        <a:gd name="T41" fmla="*/ 0 h 528"/>
                        <a:gd name="T42" fmla="*/ 0 w 513"/>
                        <a:gd name="T43" fmla="*/ 0 h 528"/>
                        <a:gd name="T44" fmla="*/ 0 w 513"/>
                        <a:gd name="T45" fmla="*/ 0 h 528"/>
                        <a:gd name="T46" fmla="*/ 0 w 513"/>
                        <a:gd name="T47" fmla="*/ 0 h 528"/>
                        <a:gd name="T48" fmla="*/ 0 w 513"/>
                        <a:gd name="T49" fmla="*/ 0 h 528"/>
                        <a:gd name="T50" fmla="*/ 0 w 513"/>
                        <a:gd name="T51" fmla="*/ 0 h 528"/>
                        <a:gd name="T52" fmla="*/ 0 w 513"/>
                        <a:gd name="T53" fmla="*/ 0 h 528"/>
                        <a:gd name="T54" fmla="*/ 0 w 513"/>
                        <a:gd name="T55" fmla="*/ 0 h 528"/>
                        <a:gd name="T56" fmla="*/ 0 w 513"/>
                        <a:gd name="T57" fmla="*/ 0 h 528"/>
                        <a:gd name="T58" fmla="*/ 0 w 513"/>
                        <a:gd name="T59" fmla="*/ 0 h 528"/>
                        <a:gd name="T60" fmla="*/ 0 w 513"/>
                        <a:gd name="T61" fmla="*/ 0 h 528"/>
                        <a:gd name="T62" fmla="*/ 0 w 513"/>
                        <a:gd name="T63" fmla="*/ 0 h 528"/>
                        <a:gd name="T64" fmla="*/ 0 w 513"/>
                        <a:gd name="T65" fmla="*/ 0 h 528"/>
                        <a:gd name="T66" fmla="*/ 0 w 513"/>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3"/>
                        <a:gd name="T103" fmla="*/ 0 h 528"/>
                        <a:gd name="T104" fmla="*/ 513 w 513"/>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3" h="528">
                          <a:moveTo>
                            <a:pt x="2" y="528"/>
                          </a:moveTo>
                          <a:lnTo>
                            <a:pt x="2" y="528"/>
                          </a:lnTo>
                          <a:lnTo>
                            <a:pt x="29" y="528"/>
                          </a:lnTo>
                          <a:lnTo>
                            <a:pt x="55" y="525"/>
                          </a:lnTo>
                          <a:lnTo>
                            <a:pt x="82" y="522"/>
                          </a:lnTo>
                          <a:lnTo>
                            <a:pt x="107" y="516"/>
                          </a:lnTo>
                          <a:lnTo>
                            <a:pt x="132" y="510"/>
                          </a:lnTo>
                          <a:lnTo>
                            <a:pt x="156" y="503"/>
                          </a:lnTo>
                          <a:lnTo>
                            <a:pt x="180" y="494"/>
                          </a:lnTo>
                          <a:lnTo>
                            <a:pt x="204" y="483"/>
                          </a:lnTo>
                          <a:lnTo>
                            <a:pt x="227" y="473"/>
                          </a:lnTo>
                          <a:lnTo>
                            <a:pt x="249" y="461"/>
                          </a:lnTo>
                          <a:lnTo>
                            <a:pt x="271" y="448"/>
                          </a:lnTo>
                          <a:lnTo>
                            <a:pt x="292" y="435"/>
                          </a:lnTo>
                          <a:lnTo>
                            <a:pt x="312" y="420"/>
                          </a:lnTo>
                          <a:lnTo>
                            <a:pt x="331" y="404"/>
                          </a:lnTo>
                          <a:lnTo>
                            <a:pt x="349" y="387"/>
                          </a:lnTo>
                          <a:lnTo>
                            <a:pt x="367" y="369"/>
                          </a:lnTo>
                          <a:lnTo>
                            <a:pt x="384" y="351"/>
                          </a:lnTo>
                          <a:lnTo>
                            <a:pt x="400" y="332"/>
                          </a:lnTo>
                          <a:lnTo>
                            <a:pt x="415" y="312"/>
                          </a:lnTo>
                          <a:lnTo>
                            <a:pt x="429" y="291"/>
                          </a:lnTo>
                          <a:lnTo>
                            <a:pt x="443" y="270"/>
                          </a:lnTo>
                          <a:lnTo>
                            <a:pt x="454" y="248"/>
                          </a:lnTo>
                          <a:lnTo>
                            <a:pt x="466" y="226"/>
                          </a:lnTo>
                          <a:lnTo>
                            <a:pt x="476" y="202"/>
                          </a:lnTo>
                          <a:lnTo>
                            <a:pt x="484" y="178"/>
                          </a:lnTo>
                          <a:lnTo>
                            <a:pt x="493" y="154"/>
                          </a:lnTo>
                          <a:lnTo>
                            <a:pt x="499" y="129"/>
                          </a:lnTo>
                          <a:lnTo>
                            <a:pt x="504" y="104"/>
                          </a:lnTo>
                          <a:lnTo>
                            <a:pt x="509" y="78"/>
                          </a:lnTo>
                          <a:lnTo>
                            <a:pt x="512" y="53"/>
                          </a:lnTo>
                          <a:lnTo>
                            <a:pt x="513" y="26"/>
                          </a:lnTo>
                          <a:lnTo>
                            <a:pt x="513" y="0"/>
                          </a:lnTo>
                          <a:lnTo>
                            <a:pt x="326" y="3"/>
                          </a:lnTo>
                          <a:lnTo>
                            <a:pt x="326" y="20"/>
                          </a:lnTo>
                          <a:lnTo>
                            <a:pt x="325" y="37"/>
                          </a:lnTo>
                          <a:lnTo>
                            <a:pt x="324" y="54"/>
                          </a:lnTo>
                          <a:lnTo>
                            <a:pt x="321" y="70"/>
                          </a:lnTo>
                          <a:lnTo>
                            <a:pt x="317" y="87"/>
                          </a:lnTo>
                          <a:lnTo>
                            <a:pt x="313" y="103"/>
                          </a:lnTo>
                          <a:lnTo>
                            <a:pt x="308" y="117"/>
                          </a:lnTo>
                          <a:lnTo>
                            <a:pt x="303" y="132"/>
                          </a:lnTo>
                          <a:lnTo>
                            <a:pt x="296" y="147"/>
                          </a:lnTo>
                          <a:lnTo>
                            <a:pt x="289" y="162"/>
                          </a:lnTo>
                          <a:lnTo>
                            <a:pt x="281" y="176"/>
                          </a:lnTo>
                          <a:lnTo>
                            <a:pt x="273" y="190"/>
                          </a:lnTo>
                          <a:lnTo>
                            <a:pt x="263" y="203"/>
                          </a:lnTo>
                          <a:lnTo>
                            <a:pt x="254" y="216"/>
                          </a:lnTo>
                          <a:lnTo>
                            <a:pt x="243" y="228"/>
                          </a:lnTo>
                          <a:lnTo>
                            <a:pt x="232" y="239"/>
                          </a:lnTo>
                          <a:lnTo>
                            <a:pt x="222" y="251"/>
                          </a:lnTo>
                          <a:lnTo>
                            <a:pt x="209" y="262"/>
                          </a:lnTo>
                          <a:lnTo>
                            <a:pt x="196" y="272"/>
                          </a:lnTo>
                          <a:lnTo>
                            <a:pt x="184" y="282"/>
                          </a:lnTo>
                          <a:lnTo>
                            <a:pt x="171" y="290"/>
                          </a:lnTo>
                          <a:lnTo>
                            <a:pt x="157" y="299"/>
                          </a:lnTo>
                          <a:lnTo>
                            <a:pt x="142" y="306"/>
                          </a:lnTo>
                          <a:lnTo>
                            <a:pt x="128" y="314"/>
                          </a:lnTo>
                          <a:lnTo>
                            <a:pt x="113" y="320"/>
                          </a:lnTo>
                          <a:lnTo>
                            <a:pt x="98" y="324"/>
                          </a:lnTo>
                          <a:lnTo>
                            <a:pt x="82" y="330"/>
                          </a:lnTo>
                          <a:lnTo>
                            <a:pt x="66" y="334"/>
                          </a:lnTo>
                          <a:lnTo>
                            <a:pt x="50" y="337"/>
                          </a:lnTo>
                          <a:lnTo>
                            <a:pt x="33" y="339"/>
                          </a:lnTo>
                          <a:lnTo>
                            <a:pt x="17" y="341"/>
                          </a:lnTo>
                          <a:lnTo>
                            <a:pt x="0" y="342"/>
                          </a:lnTo>
                          <a:lnTo>
                            <a:pt x="2" y="528"/>
                          </a:lnTo>
                          <a:close/>
                        </a:path>
                      </a:pathLst>
                    </a:custGeom>
                    <a:solidFill>
                      <a:srgbClr val="EF2B2F"/>
                    </a:solidFill>
                    <a:ln>
                      <a:noFill/>
                    </a:ln>
                  </p:spPr>
                  <p:txBody>
                    <a:bodyPr/>
                    <a:lstStyle/>
                    <a:p>
                      <a:pPr>
                        <a:defRPr/>
                      </a:pPr>
                      <a:endParaRPr lang="en-US" sz="1050">
                        <a:latin typeface="+mj-lt"/>
                      </a:endParaRPr>
                    </a:p>
                  </p:txBody>
                </p:sp>
                <p:sp>
                  <p:nvSpPr>
                    <p:cNvPr id="41205" name="Freeform 671">
                      <a:extLst>
                        <a:ext uri="{FF2B5EF4-FFF2-40B4-BE49-F238E27FC236}">
                          <a16:creationId xmlns="" xmlns:a16="http://schemas.microsoft.com/office/drawing/2014/main" id="{CCF4B6C5-433D-F38D-FA82-489543AA62CB}"/>
                        </a:ext>
                      </a:extLst>
                    </p:cNvPr>
                    <p:cNvSpPr>
                      <a:spLocks/>
                    </p:cNvSpPr>
                    <p:nvPr/>
                  </p:nvSpPr>
                  <p:spPr bwMode="auto">
                    <a:xfrm>
                      <a:off x="2557" y="1536"/>
                      <a:ext cx="88" cy="88"/>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0" y="2"/>
                          </a:moveTo>
                          <a:lnTo>
                            <a:pt x="0" y="2"/>
                          </a:lnTo>
                          <a:lnTo>
                            <a:pt x="1" y="29"/>
                          </a:lnTo>
                          <a:lnTo>
                            <a:pt x="3" y="55"/>
                          </a:lnTo>
                          <a:lnTo>
                            <a:pt x="8" y="81"/>
                          </a:lnTo>
                          <a:lnTo>
                            <a:pt x="13" y="107"/>
                          </a:lnTo>
                          <a:lnTo>
                            <a:pt x="18" y="132"/>
                          </a:lnTo>
                          <a:lnTo>
                            <a:pt x="26" y="157"/>
                          </a:lnTo>
                          <a:lnTo>
                            <a:pt x="35" y="180"/>
                          </a:lnTo>
                          <a:lnTo>
                            <a:pt x="45" y="203"/>
                          </a:lnTo>
                          <a:lnTo>
                            <a:pt x="55" y="227"/>
                          </a:lnTo>
                          <a:lnTo>
                            <a:pt x="67" y="249"/>
                          </a:lnTo>
                          <a:lnTo>
                            <a:pt x="80" y="270"/>
                          </a:lnTo>
                          <a:lnTo>
                            <a:pt x="95" y="291"/>
                          </a:lnTo>
                          <a:lnTo>
                            <a:pt x="108" y="312"/>
                          </a:lnTo>
                          <a:lnTo>
                            <a:pt x="124" y="331"/>
                          </a:lnTo>
                          <a:lnTo>
                            <a:pt x="141" y="349"/>
                          </a:lnTo>
                          <a:lnTo>
                            <a:pt x="159" y="367"/>
                          </a:lnTo>
                          <a:lnTo>
                            <a:pt x="177" y="384"/>
                          </a:lnTo>
                          <a:lnTo>
                            <a:pt x="197" y="400"/>
                          </a:lnTo>
                          <a:lnTo>
                            <a:pt x="217" y="414"/>
                          </a:lnTo>
                          <a:lnTo>
                            <a:pt x="237" y="429"/>
                          </a:lnTo>
                          <a:lnTo>
                            <a:pt x="258" y="442"/>
                          </a:lnTo>
                          <a:lnTo>
                            <a:pt x="280" y="455"/>
                          </a:lnTo>
                          <a:lnTo>
                            <a:pt x="304" y="465"/>
                          </a:lnTo>
                          <a:lnTo>
                            <a:pt x="326" y="475"/>
                          </a:lnTo>
                          <a:lnTo>
                            <a:pt x="351" y="484"/>
                          </a:lnTo>
                          <a:lnTo>
                            <a:pt x="375" y="492"/>
                          </a:lnTo>
                          <a:lnTo>
                            <a:pt x="399" y="499"/>
                          </a:lnTo>
                          <a:lnTo>
                            <a:pt x="425" y="504"/>
                          </a:lnTo>
                          <a:lnTo>
                            <a:pt x="450" y="508"/>
                          </a:lnTo>
                          <a:lnTo>
                            <a:pt x="477" y="511"/>
                          </a:lnTo>
                          <a:lnTo>
                            <a:pt x="502" y="513"/>
                          </a:lnTo>
                          <a:lnTo>
                            <a:pt x="529" y="512"/>
                          </a:lnTo>
                          <a:lnTo>
                            <a:pt x="527" y="326"/>
                          </a:lnTo>
                          <a:lnTo>
                            <a:pt x="509" y="325"/>
                          </a:lnTo>
                          <a:lnTo>
                            <a:pt x="492" y="324"/>
                          </a:lnTo>
                          <a:lnTo>
                            <a:pt x="475" y="323"/>
                          </a:lnTo>
                          <a:lnTo>
                            <a:pt x="459" y="320"/>
                          </a:lnTo>
                          <a:lnTo>
                            <a:pt x="443" y="317"/>
                          </a:lnTo>
                          <a:lnTo>
                            <a:pt x="427" y="313"/>
                          </a:lnTo>
                          <a:lnTo>
                            <a:pt x="411" y="308"/>
                          </a:lnTo>
                          <a:lnTo>
                            <a:pt x="396" y="302"/>
                          </a:lnTo>
                          <a:lnTo>
                            <a:pt x="381" y="296"/>
                          </a:lnTo>
                          <a:lnTo>
                            <a:pt x="366" y="288"/>
                          </a:lnTo>
                          <a:lnTo>
                            <a:pt x="353" y="281"/>
                          </a:lnTo>
                          <a:lnTo>
                            <a:pt x="339" y="272"/>
                          </a:lnTo>
                          <a:lnTo>
                            <a:pt x="326" y="264"/>
                          </a:lnTo>
                          <a:lnTo>
                            <a:pt x="313" y="253"/>
                          </a:lnTo>
                          <a:lnTo>
                            <a:pt x="301" y="244"/>
                          </a:lnTo>
                          <a:lnTo>
                            <a:pt x="289" y="232"/>
                          </a:lnTo>
                          <a:lnTo>
                            <a:pt x="277" y="221"/>
                          </a:lnTo>
                          <a:lnTo>
                            <a:pt x="267" y="210"/>
                          </a:lnTo>
                          <a:lnTo>
                            <a:pt x="257" y="197"/>
                          </a:lnTo>
                          <a:lnTo>
                            <a:pt x="248" y="184"/>
                          </a:lnTo>
                          <a:lnTo>
                            <a:pt x="238" y="170"/>
                          </a:lnTo>
                          <a:lnTo>
                            <a:pt x="229" y="157"/>
                          </a:lnTo>
                          <a:lnTo>
                            <a:pt x="222" y="143"/>
                          </a:lnTo>
                          <a:lnTo>
                            <a:pt x="216" y="128"/>
                          </a:lnTo>
                          <a:lnTo>
                            <a:pt x="209" y="113"/>
                          </a:lnTo>
                          <a:lnTo>
                            <a:pt x="204" y="97"/>
                          </a:lnTo>
                          <a:lnTo>
                            <a:pt x="199" y="82"/>
                          </a:lnTo>
                          <a:lnTo>
                            <a:pt x="194" y="65"/>
                          </a:lnTo>
                          <a:lnTo>
                            <a:pt x="191" y="49"/>
                          </a:lnTo>
                          <a:lnTo>
                            <a:pt x="189" y="34"/>
                          </a:lnTo>
                          <a:lnTo>
                            <a:pt x="188" y="17"/>
                          </a:lnTo>
                          <a:lnTo>
                            <a:pt x="187" y="0"/>
                          </a:lnTo>
                          <a:lnTo>
                            <a:pt x="0" y="2"/>
                          </a:lnTo>
                          <a:close/>
                        </a:path>
                      </a:pathLst>
                    </a:custGeom>
                    <a:solidFill>
                      <a:srgbClr val="EF2B2F"/>
                    </a:solidFill>
                    <a:ln>
                      <a:noFill/>
                    </a:ln>
                  </p:spPr>
                  <p:txBody>
                    <a:bodyPr/>
                    <a:lstStyle/>
                    <a:p>
                      <a:pPr>
                        <a:defRPr/>
                      </a:pPr>
                      <a:endParaRPr lang="en-US" sz="1050">
                        <a:latin typeface="+mj-lt"/>
                      </a:endParaRPr>
                    </a:p>
                  </p:txBody>
                </p:sp>
                <p:sp>
                  <p:nvSpPr>
                    <p:cNvPr id="41206" name="Freeform 672">
                      <a:extLst>
                        <a:ext uri="{FF2B5EF4-FFF2-40B4-BE49-F238E27FC236}">
                          <a16:creationId xmlns="" xmlns:a16="http://schemas.microsoft.com/office/drawing/2014/main" id="{42E52F9B-C908-2918-F910-F711F9B05CB5}"/>
                        </a:ext>
                      </a:extLst>
                    </p:cNvPr>
                    <p:cNvSpPr>
                      <a:spLocks/>
                    </p:cNvSpPr>
                    <p:nvPr/>
                  </p:nvSpPr>
                  <p:spPr bwMode="auto">
                    <a:xfrm>
                      <a:off x="2557" y="1448"/>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4" y="1"/>
                          </a:lnTo>
                          <a:lnTo>
                            <a:pt x="458" y="4"/>
                          </a:lnTo>
                          <a:lnTo>
                            <a:pt x="431" y="8"/>
                          </a:lnTo>
                          <a:lnTo>
                            <a:pt x="406" y="13"/>
                          </a:lnTo>
                          <a:lnTo>
                            <a:pt x="381" y="20"/>
                          </a:lnTo>
                          <a:lnTo>
                            <a:pt x="357" y="27"/>
                          </a:lnTo>
                          <a:lnTo>
                            <a:pt x="332" y="35"/>
                          </a:lnTo>
                          <a:lnTo>
                            <a:pt x="309" y="45"/>
                          </a:lnTo>
                          <a:lnTo>
                            <a:pt x="286" y="56"/>
                          </a:lnTo>
                          <a:lnTo>
                            <a:pt x="263" y="68"/>
                          </a:lnTo>
                          <a:lnTo>
                            <a:pt x="242" y="81"/>
                          </a:lnTo>
                          <a:lnTo>
                            <a:pt x="221" y="95"/>
                          </a:lnTo>
                          <a:lnTo>
                            <a:pt x="201" y="110"/>
                          </a:lnTo>
                          <a:lnTo>
                            <a:pt x="182" y="126"/>
                          </a:lnTo>
                          <a:lnTo>
                            <a:pt x="164" y="142"/>
                          </a:lnTo>
                          <a:lnTo>
                            <a:pt x="146" y="160"/>
                          </a:lnTo>
                          <a:lnTo>
                            <a:pt x="129" y="178"/>
                          </a:lnTo>
                          <a:lnTo>
                            <a:pt x="113" y="197"/>
                          </a:lnTo>
                          <a:lnTo>
                            <a:pt x="98" y="217"/>
                          </a:lnTo>
                          <a:lnTo>
                            <a:pt x="84" y="238"/>
                          </a:lnTo>
                          <a:lnTo>
                            <a:pt x="70" y="259"/>
                          </a:lnTo>
                          <a:lnTo>
                            <a:pt x="58" y="280"/>
                          </a:lnTo>
                          <a:lnTo>
                            <a:pt x="47" y="304"/>
                          </a:lnTo>
                          <a:lnTo>
                            <a:pt x="37" y="327"/>
                          </a:lnTo>
                          <a:lnTo>
                            <a:pt x="29" y="351"/>
                          </a:lnTo>
                          <a:lnTo>
                            <a:pt x="20" y="375"/>
                          </a:lnTo>
                          <a:lnTo>
                            <a:pt x="14" y="399"/>
                          </a:lnTo>
                          <a:lnTo>
                            <a:pt x="9" y="425"/>
                          </a:lnTo>
                          <a:lnTo>
                            <a:pt x="4" y="450"/>
                          </a:lnTo>
                          <a:lnTo>
                            <a:pt x="1" y="477"/>
                          </a:lnTo>
                          <a:lnTo>
                            <a:pt x="0" y="503"/>
                          </a:lnTo>
                          <a:lnTo>
                            <a:pt x="0" y="529"/>
                          </a:lnTo>
                          <a:lnTo>
                            <a:pt x="187" y="527"/>
                          </a:lnTo>
                          <a:lnTo>
                            <a:pt x="187" y="509"/>
                          </a:lnTo>
                          <a:lnTo>
                            <a:pt x="188" y="492"/>
                          </a:lnTo>
                          <a:lnTo>
                            <a:pt x="189" y="476"/>
                          </a:lnTo>
                          <a:lnTo>
                            <a:pt x="192" y="459"/>
                          </a:lnTo>
                          <a:lnTo>
                            <a:pt x="195" y="443"/>
                          </a:lnTo>
                          <a:lnTo>
                            <a:pt x="200" y="427"/>
                          </a:lnTo>
                          <a:lnTo>
                            <a:pt x="205" y="411"/>
                          </a:lnTo>
                          <a:lnTo>
                            <a:pt x="210" y="396"/>
                          </a:lnTo>
                          <a:lnTo>
                            <a:pt x="217" y="381"/>
                          </a:lnTo>
                          <a:lnTo>
                            <a:pt x="224" y="367"/>
                          </a:lnTo>
                          <a:lnTo>
                            <a:pt x="232" y="354"/>
                          </a:lnTo>
                          <a:lnTo>
                            <a:pt x="240" y="339"/>
                          </a:lnTo>
                          <a:lnTo>
                            <a:pt x="250" y="326"/>
                          </a:lnTo>
                          <a:lnTo>
                            <a:pt x="259" y="313"/>
                          </a:lnTo>
                          <a:lnTo>
                            <a:pt x="270" y="301"/>
                          </a:lnTo>
                          <a:lnTo>
                            <a:pt x="280" y="289"/>
                          </a:lnTo>
                          <a:lnTo>
                            <a:pt x="292" y="278"/>
                          </a:lnTo>
                          <a:lnTo>
                            <a:pt x="304" y="267"/>
                          </a:lnTo>
                          <a:lnTo>
                            <a:pt x="317" y="257"/>
                          </a:lnTo>
                          <a:lnTo>
                            <a:pt x="329" y="248"/>
                          </a:lnTo>
                          <a:lnTo>
                            <a:pt x="342" y="239"/>
                          </a:lnTo>
                          <a:lnTo>
                            <a:pt x="356" y="231"/>
                          </a:lnTo>
                          <a:lnTo>
                            <a:pt x="371" y="223"/>
                          </a:lnTo>
                          <a:lnTo>
                            <a:pt x="385" y="216"/>
                          </a:lnTo>
                          <a:lnTo>
                            <a:pt x="399" y="209"/>
                          </a:lnTo>
                          <a:lnTo>
                            <a:pt x="415" y="204"/>
                          </a:lnTo>
                          <a:lnTo>
                            <a:pt x="431" y="199"/>
                          </a:lnTo>
                          <a:lnTo>
                            <a:pt x="447" y="195"/>
                          </a:lnTo>
                          <a:lnTo>
                            <a:pt x="463" y="192"/>
                          </a:lnTo>
                          <a:lnTo>
                            <a:pt x="480" y="189"/>
                          </a:lnTo>
                          <a:lnTo>
                            <a:pt x="496" y="188"/>
                          </a:lnTo>
                          <a:lnTo>
                            <a:pt x="514" y="187"/>
                          </a:lnTo>
                          <a:lnTo>
                            <a:pt x="511" y="0"/>
                          </a:lnTo>
                          <a:close/>
                        </a:path>
                      </a:pathLst>
                    </a:custGeom>
                    <a:solidFill>
                      <a:srgbClr val="EF2B2F"/>
                    </a:solidFill>
                    <a:ln>
                      <a:noFill/>
                    </a:ln>
                  </p:spPr>
                  <p:txBody>
                    <a:bodyPr/>
                    <a:lstStyle/>
                    <a:p>
                      <a:pPr>
                        <a:defRPr/>
                      </a:pPr>
                      <a:endParaRPr lang="en-US" sz="1050">
                        <a:latin typeface="+mj-lt"/>
                      </a:endParaRPr>
                    </a:p>
                  </p:txBody>
                </p:sp>
                <p:sp>
                  <p:nvSpPr>
                    <p:cNvPr id="41207" name="Freeform 673">
                      <a:extLst>
                        <a:ext uri="{FF2B5EF4-FFF2-40B4-BE49-F238E27FC236}">
                          <a16:creationId xmlns="" xmlns:a16="http://schemas.microsoft.com/office/drawing/2014/main" id="{BCF4C9ED-AA6C-24D3-9C84-F1725134D888}"/>
                        </a:ext>
                      </a:extLst>
                    </p:cNvPr>
                    <p:cNvSpPr>
                      <a:spLocks/>
                    </p:cNvSpPr>
                    <p:nvPr/>
                  </p:nvSpPr>
                  <p:spPr bwMode="auto">
                    <a:xfrm>
                      <a:off x="2425" y="1635"/>
                      <a:ext cx="88" cy="84"/>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529" y="510"/>
                          </a:moveTo>
                          <a:lnTo>
                            <a:pt x="529" y="510"/>
                          </a:lnTo>
                          <a:lnTo>
                            <a:pt x="528" y="484"/>
                          </a:lnTo>
                          <a:lnTo>
                            <a:pt x="526" y="458"/>
                          </a:lnTo>
                          <a:lnTo>
                            <a:pt x="521" y="432"/>
                          </a:lnTo>
                          <a:lnTo>
                            <a:pt x="517" y="406"/>
                          </a:lnTo>
                          <a:lnTo>
                            <a:pt x="511" y="381"/>
                          </a:lnTo>
                          <a:lnTo>
                            <a:pt x="503" y="356"/>
                          </a:lnTo>
                          <a:lnTo>
                            <a:pt x="494" y="333"/>
                          </a:lnTo>
                          <a:lnTo>
                            <a:pt x="484" y="308"/>
                          </a:lnTo>
                          <a:lnTo>
                            <a:pt x="474" y="286"/>
                          </a:lnTo>
                          <a:lnTo>
                            <a:pt x="462" y="264"/>
                          </a:lnTo>
                          <a:lnTo>
                            <a:pt x="449" y="243"/>
                          </a:lnTo>
                          <a:lnTo>
                            <a:pt x="435" y="221"/>
                          </a:lnTo>
                          <a:lnTo>
                            <a:pt x="420" y="201"/>
                          </a:lnTo>
                          <a:lnTo>
                            <a:pt x="405" y="182"/>
                          </a:lnTo>
                          <a:lnTo>
                            <a:pt x="388" y="163"/>
                          </a:lnTo>
                          <a:lnTo>
                            <a:pt x="369" y="146"/>
                          </a:lnTo>
                          <a:lnTo>
                            <a:pt x="351" y="129"/>
                          </a:lnTo>
                          <a:lnTo>
                            <a:pt x="332" y="113"/>
                          </a:lnTo>
                          <a:lnTo>
                            <a:pt x="312" y="98"/>
                          </a:lnTo>
                          <a:lnTo>
                            <a:pt x="292" y="84"/>
                          </a:lnTo>
                          <a:lnTo>
                            <a:pt x="271" y="71"/>
                          </a:lnTo>
                          <a:lnTo>
                            <a:pt x="248" y="58"/>
                          </a:lnTo>
                          <a:lnTo>
                            <a:pt x="226" y="47"/>
                          </a:lnTo>
                          <a:lnTo>
                            <a:pt x="203" y="37"/>
                          </a:lnTo>
                          <a:lnTo>
                            <a:pt x="178" y="28"/>
                          </a:lnTo>
                          <a:lnTo>
                            <a:pt x="154" y="21"/>
                          </a:lnTo>
                          <a:lnTo>
                            <a:pt x="129" y="14"/>
                          </a:lnTo>
                          <a:lnTo>
                            <a:pt x="104" y="9"/>
                          </a:lnTo>
                          <a:lnTo>
                            <a:pt x="78" y="5"/>
                          </a:lnTo>
                          <a:lnTo>
                            <a:pt x="52" y="2"/>
                          </a:lnTo>
                          <a:lnTo>
                            <a:pt x="26" y="0"/>
                          </a:lnTo>
                          <a:lnTo>
                            <a:pt x="0" y="0"/>
                          </a:lnTo>
                          <a:lnTo>
                            <a:pt x="3" y="186"/>
                          </a:lnTo>
                          <a:lnTo>
                            <a:pt x="20" y="188"/>
                          </a:lnTo>
                          <a:lnTo>
                            <a:pt x="37" y="189"/>
                          </a:lnTo>
                          <a:lnTo>
                            <a:pt x="54" y="190"/>
                          </a:lnTo>
                          <a:lnTo>
                            <a:pt x="70" y="193"/>
                          </a:lnTo>
                          <a:lnTo>
                            <a:pt x="86" y="196"/>
                          </a:lnTo>
                          <a:lnTo>
                            <a:pt x="102" y="200"/>
                          </a:lnTo>
                          <a:lnTo>
                            <a:pt x="118" y="204"/>
                          </a:lnTo>
                          <a:lnTo>
                            <a:pt x="133" y="211"/>
                          </a:lnTo>
                          <a:lnTo>
                            <a:pt x="148" y="217"/>
                          </a:lnTo>
                          <a:lnTo>
                            <a:pt x="162" y="225"/>
                          </a:lnTo>
                          <a:lnTo>
                            <a:pt x="176" y="232"/>
                          </a:lnTo>
                          <a:lnTo>
                            <a:pt x="190" y="241"/>
                          </a:lnTo>
                          <a:lnTo>
                            <a:pt x="203" y="249"/>
                          </a:lnTo>
                          <a:lnTo>
                            <a:pt x="215" y="260"/>
                          </a:lnTo>
                          <a:lnTo>
                            <a:pt x="228" y="269"/>
                          </a:lnTo>
                          <a:lnTo>
                            <a:pt x="240" y="281"/>
                          </a:lnTo>
                          <a:lnTo>
                            <a:pt x="252" y="291"/>
                          </a:lnTo>
                          <a:lnTo>
                            <a:pt x="262" y="303"/>
                          </a:lnTo>
                          <a:lnTo>
                            <a:pt x="272" y="316"/>
                          </a:lnTo>
                          <a:lnTo>
                            <a:pt x="281" y="329"/>
                          </a:lnTo>
                          <a:lnTo>
                            <a:pt x="291" y="342"/>
                          </a:lnTo>
                          <a:lnTo>
                            <a:pt x="299" y="356"/>
                          </a:lnTo>
                          <a:lnTo>
                            <a:pt x="307" y="370"/>
                          </a:lnTo>
                          <a:lnTo>
                            <a:pt x="314" y="385"/>
                          </a:lnTo>
                          <a:lnTo>
                            <a:pt x="320" y="400"/>
                          </a:lnTo>
                          <a:lnTo>
                            <a:pt x="325" y="415"/>
                          </a:lnTo>
                          <a:lnTo>
                            <a:pt x="330" y="430"/>
                          </a:lnTo>
                          <a:lnTo>
                            <a:pt x="334" y="446"/>
                          </a:lnTo>
                          <a:lnTo>
                            <a:pt x="338" y="463"/>
                          </a:lnTo>
                          <a:lnTo>
                            <a:pt x="340" y="479"/>
                          </a:lnTo>
                          <a:lnTo>
                            <a:pt x="342" y="496"/>
                          </a:lnTo>
                          <a:lnTo>
                            <a:pt x="342" y="513"/>
                          </a:lnTo>
                          <a:lnTo>
                            <a:pt x="529" y="510"/>
                          </a:lnTo>
                          <a:close/>
                        </a:path>
                      </a:pathLst>
                    </a:custGeom>
                    <a:solidFill>
                      <a:srgbClr val="EF2B2F"/>
                    </a:solidFill>
                    <a:ln>
                      <a:noFill/>
                    </a:ln>
                  </p:spPr>
                  <p:txBody>
                    <a:bodyPr/>
                    <a:lstStyle/>
                    <a:p>
                      <a:pPr>
                        <a:defRPr/>
                      </a:pPr>
                      <a:endParaRPr lang="en-US" sz="1050">
                        <a:latin typeface="+mj-lt"/>
                      </a:endParaRPr>
                    </a:p>
                  </p:txBody>
                </p:sp>
                <p:sp>
                  <p:nvSpPr>
                    <p:cNvPr id="41208" name="Freeform 674">
                      <a:extLst>
                        <a:ext uri="{FF2B5EF4-FFF2-40B4-BE49-F238E27FC236}">
                          <a16:creationId xmlns="" xmlns:a16="http://schemas.microsoft.com/office/drawing/2014/main" id="{CEA829ED-F9A9-9811-4D61-5465600D78E8}"/>
                        </a:ext>
                      </a:extLst>
                    </p:cNvPr>
                    <p:cNvSpPr>
                      <a:spLocks/>
                    </p:cNvSpPr>
                    <p:nvPr/>
                  </p:nvSpPr>
                  <p:spPr bwMode="auto">
                    <a:xfrm>
                      <a:off x="2425" y="1719"/>
                      <a:ext cx="88" cy="88"/>
                    </a:xfrm>
                    <a:custGeom>
                      <a:avLst/>
                      <a:gdLst>
                        <a:gd name="T0" fmla="*/ 0 w 513"/>
                        <a:gd name="T1" fmla="*/ 0 h 529"/>
                        <a:gd name="T2" fmla="*/ 0 w 513"/>
                        <a:gd name="T3" fmla="*/ 0 h 529"/>
                        <a:gd name="T4" fmla="*/ 0 w 513"/>
                        <a:gd name="T5" fmla="*/ 0 h 529"/>
                        <a:gd name="T6" fmla="*/ 0 w 513"/>
                        <a:gd name="T7" fmla="*/ 0 h 529"/>
                        <a:gd name="T8" fmla="*/ 0 w 513"/>
                        <a:gd name="T9" fmla="*/ 0 h 529"/>
                        <a:gd name="T10" fmla="*/ 0 w 513"/>
                        <a:gd name="T11" fmla="*/ 0 h 529"/>
                        <a:gd name="T12" fmla="*/ 0 w 513"/>
                        <a:gd name="T13" fmla="*/ 0 h 529"/>
                        <a:gd name="T14" fmla="*/ 0 w 513"/>
                        <a:gd name="T15" fmla="*/ 0 h 529"/>
                        <a:gd name="T16" fmla="*/ 0 w 513"/>
                        <a:gd name="T17" fmla="*/ 0 h 529"/>
                        <a:gd name="T18" fmla="*/ 0 w 513"/>
                        <a:gd name="T19" fmla="*/ 0 h 529"/>
                        <a:gd name="T20" fmla="*/ 0 w 513"/>
                        <a:gd name="T21" fmla="*/ 0 h 529"/>
                        <a:gd name="T22" fmla="*/ 0 w 513"/>
                        <a:gd name="T23" fmla="*/ 0 h 529"/>
                        <a:gd name="T24" fmla="*/ 0 w 513"/>
                        <a:gd name="T25" fmla="*/ 0 h 529"/>
                        <a:gd name="T26" fmla="*/ 0 w 513"/>
                        <a:gd name="T27" fmla="*/ 0 h 529"/>
                        <a:gd name="T28" fmla="*/ 0 w 513"/>
                        <a:gd name="T29" fmla="*/ 0 h 529"/>
                        <a:gd name="T30" fmla="*/ 0 w 513"/>
                        <a:gd name="T31" fmla="*/ 0 h 529"/>
                        <a:gd name="T32" fmla="*/ 0 w 513"/>
                        <a:gd name="T33" fmla="*/ 0 h 529"/>
                        <a:gd name="T34" fmla="*/ 0 w 513"/>
                        <a:gd name="T35" fmla="*/ 0 h 529"/>
                        <a:gd name="T36" fmla="*/ 0 w 513"/>
                        <a:gd name="T37" fmla="*/ 0 h 529"/>
                        <a:gd name="T38" fmla="*/ 0 w 513"/>
                        <a:gd name="T39" fmla="*/ 0 h 529"/>
                        <a:gd name="T40" fmla="*/ 0 w 513"/>
                        <a:gd name="T41" fmla="*/ 0 h 529"/>
                        <a:gd name="T42" fmla="*/ 0 w 513"/>
                        <a:gd name="T43" fmla="*/ 0 h 529"/>
                        <a:gd name="T44" fmla="*/ 0 w 513"/>
                        <a:gd name="T45" fmla="*/ 0 h 529"/>
                        <a:gd name="T46" fmla="*/ 0 w 513"/>
                        <a:gd name="T47" fmla="*/ 0 h 529"/>
                        <a:gd name="T48" fmla="*/ 0 w 513"/>
                        <a:gd name="T49" fmla="*/ 0 h 529"/>
                        <a:gd name="T50" fmla="*/ 0 w 513"/>
                        <a:gd name="T51" fmla="*/ 0 h 529"/>
                        <a:gd name="T52" fmla="*/ 0 w 513"/>
                        <a:gd name="T53" fmla="*/ 0 h 529"/>
                        <a:gd name="T54" fmla="*/ 0 w 513"/>
                        <a:gd name="T55" fmla="*/ 0 h 529"/>
                        <a:gd name="T56" fmla="*/ 0 w 513"/>
                        <a:gd name="T57" fmla="*/ 0 h 529"/>
                        <a:gd name="T58" fmla="*/ 0 w 513"/>
                        <a:gd name="T59" fmla="*/ 0 h 529"/>
                        <a:gd name="T60" fmla="*/ 0 w 513"/>
                        <a:gd name="T61" fmla="*/ 0 h 529"/>
                        <a:gd name="T62" fmla="*/ 0 w 513"/>
                        <a:gd name="T63" fmla="*/ 0 h 529"/>
                        <a:gd name="T64" fmla="*/ 0 w 513"/>
                        <a:gd name="T65" fmla="*/ 0 h 529"/>
                        <a:gd name="T66" fmla="*/ 0 w 513"/>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3"/>
                        <a:gd name="T103" fmla="*/ 0 h 529"/>
                        <a:gd name="T104" fmla="*/ 513 w 513"/>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3" h="529">
                          <a:moveTo>
                            <a:pt x="2" y="529"/>
                          </a:moveTo>
                          <a:lnTo>
                            <a:pt x="2" y="529"/>
                          </a:lnTo>
                          <a:lnTo>
                            <a:pt x="29" y="528"/>
                          </a:lnTo>
                          <a:lnTo>
                            <a:pt x="55" y="526"/>
                          </a:lnTo>
                          <a:lnTo>
                            <a:pt x="82" y="522"/>
                          </a:lnTo>
                          <a:lnTo>
                            <a:pt x="107" y="517"/>
                          </a:lnTo>
                          <a:lnTo>
                            <a:pt x="132" y="510"/>
                          </a:lnTo>
                          <a:lnTo>
                            <a:pt x="156" y="503"/>
                          </a:lnTo>
                          <a:lnTo>
                            <a:pt x="180" y="494"/>
                          </a:lnTo>
                          <a:lnTo>
                            <a:pt x="204" y="485"/>
                          </a:lnTo>
                          <a:lnTo>
                            <a:pt x="227" y="474"/>
                          </a:lnTo>
                          <a:lnTo>
                            <a:pt x="249" y="462"/>
                          </a:lnTo>
                          <a:lnTo>
                            <a:pt x="271" y="449"/>
                          </a:lnTo>
                          <a:lnTo>
                            <a:pt x="292" y="435"/>
                          </a:lnTo>
                          <a:lnTo>
                            <a:pt x="312" y="420"/>
                          </a:lnTo>
                          <a:lnTo>
                            <a:pt x="331" y="404"/>
                          </a:lnTo>
                          <a:lnTo>
                            <a:pt x="349" y="388"/>
                          </a:lnTo>
                          <a:lnTo>
                            <a:pt x="367" y="370"/>
                          </a:lnTo>
                          <a:lnTo>
                            <a:pt x="384" y="352"/>
                          </a:lnTo>
                          <a:lnTo>
                            <a:pt x="400" y="333"/>
                          </a:lnTo>
                          <a:lnTo>
                            <a:pt x="415" y="313"/>
                          </a:lnTo>
                          <a:lnTo>
                            <a:pt x="429" y="292"/>
                          </a:lnTo>
                          <a:lnTo>
                            <a:pt x="443" y="271"/>
                          </a:lnTo>
                          <a:lnTo>
                            <a:pt x="454" y="249"/>
                          </a:lnTo>
                          <a:lnTo>
                            <a:pt x="466" y="226"/>
                          </a:lnTo>
                          <a:lnTo>
                            <a:pt x="476" y="203"/>
                          </a:lnTo>
                          <a:lnTo>
                            <a:pt x="484" y="179"/>
                          </a:lnTo>
                          <a:lnTo>
                            <a:pt x="493" y="155"/>
                          </a:lnTo>
                          <a:lnTo>
                            <a:pt x="499" y="131"/>
                          </a:lnTo>
                          <a:lnTo>
                            <a:pt x="504" y="105"/>
                          </a:lnTo>
                          <a:lnTo>
                            <a:pt x="509" y="80"/>
                          </a:lnTo>
                          <a:lnTo>
                            <a:pt x="512" y="53"/>
                          </a:lnTo>
                          <a:lnTo>
                            <a:pt x="513" y="27"/>
                          </a:lnTo>
                          <a:lnTo>
                            <a:pt x="513" y="0"/>
                          </a:lnTo>
                          <a:lnTo>
                            <a:pt x="326" y="3"/>
                          </a:lnTo>
                          <a:lnTo>
                            <a:pt x="326" y="21"/>
                          </a:lnTo>
                          <a:lnTo>
                            <a:pt x="325" y="38"/>
                          </a:lnTo>
                          <a:lnTo>
                            <a:pt x="324" y="54"/>
                          </a:lnTo>
                          <a:lnTo>
                            <a:pt x="321" y="71"/>
                          </a:lnTo>
                          <a:lnTo>
                            <a:pt x="317" y="87"/>
                          </a:lnTo>
                          <a:lnTo>
                            <a:pt x="313" y="103"/>
                          </a:lnTo>
                          <a:lnTo>
                            <a:pt x="308" y="119"/>
                          </a:lnTo>
                          <a:lnTo>
                            <a:pt x="302" y="134"/>
                          </a:lnTo>
                          <a:lnTo>
                            <a:pt x="296" y="149"/>
                          </a:lnTo>
                          <a:lnTo>
                            <a:pt x="289" y="162"/>
                          </a:lnTo>
                          <a:lnTo>
                            <a:pt x="281" y="176"/>
                          </a:lnTo>
                          <a:lnTo>
                            <a:pt x="273" y="191"/>
                          </a:lnTo>
                          <a:lnTo>
                            <a:pt x="263" y="204"/>
                          </a:lnTo>
                          <a:lnTo>
                            <a:pt x="254" y="216"/>
                          </a:lnTo>
                          <a:lnTo>
                            <a:pt x="243" y="229"/>
                          </a:lnTo>
                          <a:lnTo>
                            <a:pt x="232" y="241"/>
                          </a:lnTo>
                          <a:lnTo>
                            <a:pt x="222" y="251"/>
                          </a:lnTo>
                          <a:lnTo>
                            <a:pt x="209" y="262"/>
                          </a:lnTo>
                          <a:lnTo>
                            <a:pt x="196" y="273"/>
                          </a:lnTo>
                          <a:lnTo>
                            <a:pt x="184" y="282"/>
                          </a:lnTo>
                          <a:lnTo>
                            <a:pt x="171" y="291"/>
                          </a:lnTo>
                          <a:lnTo>
                            <a:pt x="157" y="299"/>
                          </a:lnTo>
                          <a:lnTo>
                            <a:pt x="142" y="307"/>
                          </a:lnTo>
                          <a:lnTo>
                            <a:pt x="128" y="314"/>
                          </a:lnTo>
                          <a:lnTo>
                            <a:pt x="113" y="320"/>
                          </a:lnTo>
                          <a:lnTo>
                            <a:pt x="98" y="326"/>
                          </a:lnTo>
                          <a:lnTo>
                            <a:pt x="82" y="331"/>
                          </a:lnTo>
                          <a:lnTo>
                            <a:pt x="66" y="334"/>
                          </a:lnTo>
                          <a:lnTo>
                            <a:pt x="50" y="337"/>
                          </a:lnTo>
                          <a:lnTo>
                            <a:pt x="33" y="341"/>
                          </a:lnTo>
                          <a:lnTo>
                            <a:pt x="17" y="342"/>
                          </a:lnTo>
                          <a:lnTo>
                            <a:pt x="0" y="343"/>
                          </a:lnTo>
                          <a:lnTo>
                            <a:pt x="2" y="529"/>
                          </a:lnTo>
                          <a:close/>
                        </a:path>
                      </a:pathLst>
                    </a:custGeom>
                    <a:solidFill>
                      <a:srgbClr val="EF2B2F"/>
                    </a:solidFill>
                    <a:ln>
                      <a:noFill/>
                    </a:ln>
                  </p:spPr>
                  <p:txBody>
                    <a:bodyPr/>
                    <a:lstStyle/>
                    <a:p>
                      <a:pPr>
                        <a:defRPr/>
                      </a:pPr>
                      <a:endParaRPr lang="en-US" sz="1050">
                        <a:latin typeface="+mj-lt"/>
                      </a:endParaRPr>
                    </a:p>
                  </p:txBody>
                </p:sp>
                <p:sp>
                  <p:nvSpPr>
                    <p:cNvPr id="41209" name="Freeform 675">
                      <a:extLst>
                        <a:ext uri="{FF2B5EF4-FFF2-40B4-BE49-F238E27FC236}">
                          <a16:creationId xmlns="" xmlns:a16="http://schemas.microsoft.com/office/drawing/2014/main" id="{79C6308E-84A8-9602-EC5D-3E50B378D900}"/>
                        </a:ext>
                      </a:extLst>
                    </p:cNvPr>
                    <p:cNvSpPr>
                      <a:spLocks/>
                    </p:cNvSpPr>
                    <p:nvPr/>
                  </p:nvSpPr>
                  <p:spPr bwMode="auto">
                    <a:xfrm>
                      <a:off x="2337" y="1723"/>
                      <a:ext cx="88" cy="84"/>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0" y="3"/>
                          </a:moveTo>
                          <a:lnTo>
                            <a:pt x="0" y="3"/>
                          </a:lnTo>
                          <a:lnTo>
                            <a:pt x="1" y="30"/>
                          </a:lnTo>
                          <a:lnTo>
                            <a:pt x="3" y="56"/>
                          </a:lnTo>
                          <a:lnTo>
                            <a:pt x="8" y="82"/>
                          </a:lnTo>
                          <a:lnTo>
                            <a:pt x="13" y="107"/>
                          </a:lnTo>
                          <a:lnTo>
                            <a:pt x="18" y="133"/>
                          </a:lnTo>
                          <a:lnTo>
                            <a:pt x="26" y="157"/>
                          </a:lnTo>
                          <a:lnTo>
                            <a:pt x="35" y="181"/>
                          </a:lnTo>
                          <a:lnTo>
                            <a:pt x="45" y="205"/>
                          </a:lnTo>
                          <a:lnTo>
                            <a:pt x="55" y="227"/>
                          </a:lnTo>
                          <a:lnTo>
                            <a:pt x="67" y="249"/>
                          </a:lnTo>
                          <a:lnTo>
                            <a:pt x="80" y="272"/>
                          </a:lnTo>
                          <a:lnTo>
                            <a:pt x="95" y="292"/>
                          </a:lnTo>
                          <a:lnTo>
                            <a:pt x="108" y="312"/>
                          </a:lnTo>
                          <a:lnTo>
                            <a:pt x="124" y="331"/>
                          </a:lnTo>
                          <a:lnTo>
                            <a:pt x="141" y="350"/>
                          </a:lnTo>
                          <a:lnTo>
                            <a:pt x="159" y="368"/>
                          </a:lnTo>
                          <a:lnTo>
                            <a:pt x="177" y="384"/>
                          </a:lnTo>
                          <a:lnTo>
                            <a:pt x="197" y="401"/>
                          </a:lnTo>
                          <a:lnTo>
                            <a:pt x="217" y="416"/>
                          </a:lnTo>
                          <a:lnTo>
                            <a:pt x="237" y="430"/>
                          </a:lnTo>
                          <a:lnTo>
                            <a:pt x="258" y="443"/>
                          </a:lnTo>
                          <a:lnTo>
                            <a:pt x="280" y="455"/>
                          </a:lnTo>
                          <a:lnTo>
                            <a:pt x="304" y="466"/>
                          </a:lnTo>
                          <a:lnTo>
                            <a:pt x="326" y="476"/>
                          </a:lnTo>
                          <a:lnTo>
                            <a:pt x="351" y="485"/>
                          </a:lnTo>
                          <a:lnTo>
                            <a:pt x="375" y="492"/>
                          </a:lnTo>
                          <a:lnTo>
                            <a:pt x="399" y="500"/>
                          </a:lnTo>
                          <a:lnTo>
                            <a:pt x="425" y="505"/>
                          </a:lnTo>
                          <a:lnTo>
                            <a:pt x="450" y="509"/>
                          </a:lnTo>
                          <a:lnTo>
                            <a:pt x="477" y="512"/>
                          </a:lnTo>
                          <a:lnTo>
                            <a:pt x="503" y="513"/>
                          </a:lnTo>
                          <a:lnTo>
                            <a:pt x="529" y="513"/>
                          </a:lnTo>
                          <a:lnTo>
                            <a:pt x="527" y="327"/>
                          </a:lnTo>
                          <a:lnTo>
                            <a:pt x="509" y="327"/>
                          </a:lnTo>
                          <a:lnTo>
                            <a:pt x="492" y="326"/>
                          </a:lnTo>
                          <a:lnTo>
                            <a:pt x="475" y="324"/>
                          </a:lnTo>
                          <a:lnTo>
                            <a:pt x="459" y="321"/>
                          </a:lnTo>
                          <a:lnTo>
                            <a:pt x="443" y="317"/>
                          </a:lnTo>
                          <a:lnTo>
                            <a:pt x="427" y="314"/>
                          </a:lnTo>
                          <a:lnTo>
                            <a:pt x="411" y="309"/>
                          </a:lnTo>
                          <a:lnTo>
                            <a:pt x="396" y="302"/>
                          </a:lnTo>
                          <a:lnTo>
                            <a:pt x="381" y="296"/>
                          </a:lnTo>
                          <a:lnTo>
                            <a:pt x="366" y="290"/>
                          </a:lnTo>
                          <a:lnTo>
                            <a:pt x="353" y="281"/>
                          </a:lnTo>
                          <a:lnTo>
                            <a:pt x="339" y="274"/>
                          </a:lnTo>
                          <a:lnTo>
                            <a:pt x="326" y="264"/>
                          </a:lnTo>
                          <a:lnTo>
                            <a:pt x="313" y="255"/>
                          </a:lnTo>
                          <a:lnTo>
                            <a:pt x="301" y="244"/>
                          </a:lnTo>
                          <a:lnTo>
                            <a:pt x="289" y="233"/>
                          </a:lnTo>
                          <a:lnTo>
                            <a:pt x="277" y="222"/>
                          </a:lnTo>
                          <a:lnTo>
                            <a:pt x="267" y="210"/>
                          </a:lnTo>
                          <a:lnTo>
                            <a:pt x="257" y="197"/>
                          </a:lnTo>
                          <a:lnTo>
                            <a:pt x="248" y="185"/>
                          </a:lnTo>
                          <a:lnTo>
                            <a:pt x="238" y="171"/>
                          </a:lnTo>
                          <a:lnTo>
                            <a:pt x="229" y="157"/>
                          </a:lnTo>
                          <a:lnTo>
                            <a:pt x="222" y="143"/>
                          </a:lnTo>
                          <a:lnTo>
                            <a:pt x="216" y="128"/>
                          </a:lnTo>
                          <a:lnTo>
                            <a:pt x="209" y="113"/>
                          </a:lnTo>
                          <a:lnTo>
                            <a:pt x="204" y="99"/>
                          </a:lnTo>
                          <a:lnTo>
                            <a:pt x="199" y="83"/>
                          </a:lnTo>
                          <a:lnTo>
                            <a:pt x="194" y="67"/>
                          </a:lnTo>
                          <a:lnTo>
                            <a:pt x="191" y="51"/>
                          </a:lnTo>
                          <a:lnTo>
                            <a:pt x="189" y="34"/>
                          </a:lnTo>
                          <a:lnTo>
                            <a:pt x="188"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210" name="Freeform 676">
                      <a:extLst>
                        <a:ext uri="{FF2B5EF4-FFF2-40B4-BE49-F238E27FC236}">
                          <a16:creationId xmlns="" xmlns:a16="http://schemas.microsoft.com/office/drawing/2014/main" id="{41DD2E53-2D79-C796-298B-8DC4B9B5699E}"/>
                        </a:ext>
                      </a:extLst>
                    </p:cNvPr>
                    <p:cNvSpPr>
                      <a:spLocks/>
                    </p:cNvSpPr>
                    <p:nvPr/>
                  </p:nvSpPr>
                  <p:spPr bwMode="auto">
                    <a:xfrm>
                      <a:off x="2337" y="1635"/>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4" y="1"/>
                          </a:lnTo>
                          <a:lnTo>
                            <a:pt x="458" y="4"/>
                          </a:lnTo>
                          <a:lnTo>
                            <a:pt x="431" y="7"/>
                          </a:lnTo>
                          <a:lnTo>
                            <a:pt x="406" y="12"/>
                          </a:lnTo>
                          <a:lnTo>
                            <a:pt x="381" y="19"/>
                          </a:lnTo>
                          <a:lnTo>
                            <a:pt x="357" y="26"/>
                          </a:lnTo>
                          <a:lnTo>
                            <a:pt x="332" y="35"/>
                          </a:lnTo>
                          <a:lnTo>
                            <a:pt x="309" y="45"/>
                          </a:lnTo>
                          <a:lnTo>
                            <a:pt x="286" y="56"/>
                          </a:lnTo>
                          <a:lnTo>
                            <a:pt x="263" y="68"/>
                          </a:lnTo>
                          <a:lnTo>
                            <a:pt x="242" y="80"/>
                          </a:lnTo>
                          <a:lnTo>
                            <a:pt x="221" y="94"/>
                          </a:lnTo>
                          <a:lnTo>
                            <a:pt x="201" y="109"/>
                          </a:lnTo>
                          <a:lnTo>
                            <a:pt x="182" y="125"/>
                          </a:lnTo>
                          <a:lnTo>
                            <a:pt x="164" y="142"/>
                          </a:lnTo>
                          <a:lnTo>
                            <a:pt x="146" y="159"/>
                          </a:lnTo>
                          <a:lnTo>
                            <a:pt x="129" y="178"/>
                          </a:lnTo>
                          <a:lnTo>
                            <a:pt x="113" y="197"/>
                          </a:lnTo>
                          <a:lnTo>
                            <a:pt x="98" y="217"/>
                          </a:lnTo>
                          <a:lnTo>
                            <a:pt x="84" y="237"/>
                          </a:lnTo>
                          <a:lnTo>
                            <a:pt x="70" y="259"/>
                          </a:lnTo>
                          <a:lnTo>
                            <a:pt x="58" y="281"/>
                          </a:lnTo>
                          <a:lnTo>
                            <a:pt x="47" y="303"/>
                          </a:lnTo>
                          <a:lnTo>
                            <a:pt x="37" y="326"/>
                          </a:lnTo>
                          <a:lnTo>
                            <a:pt x="29" y="351"/>
                          </a:lnTo>
                          <a:lnTo>
                            <a:pt x="20" y="374"/>
                          </a:lnTo>
                          <a:lnTo>
                            <a:pt x="14" y="400"/>
                          </a:lnTo>
                          <a:lnTo>
                            <a:pt x="9" y="425"/>
                          </a:lnTo>
                          <a:lnTo>
                            <a:pt x="4" y="451"/>
                          </a:lnTo>
                          <a:lnTo>
                            <a:pt x="1" y="476"/>
                          </a:lnTo>
                          <a:lnTo>
                            <a:pt x="0" y="503"/>
                          </a:lnTo>
                          <a:lnTo>
                            <a:pt x="0" y="529"/>
                          </a:lnTo>
                          <a:lnTo>
                            <a:pt x="187" y="526"/>
                          </a:lnTo>
                          <a:lnTo>
                            <a:pt x="187" y="508"/>
                          </a:lnTo>
                          <a:lnTo>
                            <a:pt x="188" y="492"/>
                          </a:lnTo>
                          <a:lnTo>
                            <a:pt x="190" y="475"/>
                          </a:lnTo>
                          <a:lnTo>
                            <a:pt x="192" y="458"/>
                          </a:lnTo>
                          <a:lnTo>
                            <a:pt x="195" y="442"/>
                          </a:lnTo>
                          <a:lnTo>
                            <a:pt x="200" y="426"/>
                          </a:lnTo>
                          <a:lnTo>
                            <a:pt x="205" y="411"/>
                          </a:lnTo>
                          <a:lnTo>
                            <a:pt x="210" y="397"/>
                          </a:lnTo>
                          <a:lnTo>
                            <a:pt x="217" y="381"/>
                          </a:lnTo>
                          <a:lnTo>
                            <a:pt x="224" y="367"/>
                          </a:lnTo>
                          <a:lnTo>
                            <a:pt x="232" y="353"/>
                          </a:lnTo>
                          <a:lnTo>
                            <a:pt x="240" y="339"/>
                          </a:lnTo>
                          <a:lnTo>
                            <a:pt x="250" y="325"/>
                          </a:lnTo>
                          <a:lnTo>
                            <a:pt x="259" y="313"/>
                          </a:lnTo>
                          <a:lnTo>
                            <a:pt x="270" y="301"/>
                          </a:lnTo>
                          <a:lnTo>
                            <a:pt x="280" y="289"/>
                          </a:lnTo>
                          <a:lnTo>
                            <a:pt x="292" y="278"/>
                          </a:lnTo>
                          <a:lnTo>
                            <a:pt x="304" y="267"/>
                          </a:lnTo>
                          <a:lnTo>
                            <a:pt x="317" y="256"/>
                          </a:lnTo>
                          <a:lnTo>
                            <a:pt x="329" y="247"/>
                          </a:lnTo>
                          <a:lnTo>
                            <a:pt x="342" y="238"/>
                          </a:lnTo>
                          <a:lnTo>
                            <a:pt x="356" y="230"/>
                          </a:lnTo>
                          <a:lnTo>
                            <a:pt x="371" y="223"/>
                          </a:lnTo>
                          <a:lnTo>
                            <a:pt x="385" y="215"/>
                          </a:lnTo>
                          <a:lnTo>
                            <a:pt x="399" y="209"/>
                          </a:lnTo>
                          <a:lnTo>
                            <a:pt x="415" y="203"/>
                          </a:lnTo>
                          <a:lnTo>
                            <a:pt x="431" y="199"/>
                          </a:lnTo>
                          <a:lnTo>
                            <a:pt x="447" y="195"/>
                          </a:lnTo>
                          <a:lnTo>
                            <a:pt x="463" y="192"/>
                          </a:lnTo>
                          <a:lnTo>
                            <a:pt x="480" y="190"/>
                          </a:lnTo>
                          <a:lnTo>
                            <a:pt x="496" y="188"/>
                          </a:lnTo>
                          <a:lnTo>
                            <a:pt x="514" y="186"/>
                          </a:lnTo>
                          <a:lnTo>
                            <a:pt x="511" y="0"/>
                          </a:lnTo>
                          <a:close/>
                        </a:path>
                      </a:pathLst>
                    </a:custGeom>
                    <a:solidFill>
                      <a:srgbClr val="EF2B2F"/>
                    </a:solidFill>
                    <a:ln>
                      <a:noFill/>
                    </a:ln>
                  </p:spPr>
                  <p:txBody>
                    <a:bodyPr/>
                    <a:lstStyle/>
                    <a:p>
                      <a:pPr>
                        <a:defRPr/>
                      </a:pPr>
                      <a:endParaRPr lang="en-US" sz="1050">
                        <a:latin typeface="+mj-lt"/>
                      </a:endParaRPr>
                    </a:p>
                  </p:txBody>
                </p:sp>
                <p:sp>
                  <p:nvSpPr>
                    <p:cNvPr id="41211" name="Freeform 677">
                      <a:extLst>
                        <a:ext uri="{FF2B5EF4-FFF2-40B4-BE49-F238E27FC236}">
                          <a16:creationId xmlns="" xmlns:a16="http://schemas.microsoft.com/office/drawing/2014/main" id="{5CE74E73-E7DC-E047-BE6A-BF6E2C7B834D}"/>
                        </a:ext>
                      </a:extLst>
                    </p:cNvPr>
                    <p:cNvSpPr>
                      <a:spLocks/>
                    </p:cNvSpPr>
                    <p:nvPr/>
                  </p:nvSpPr>
                  <p:spPr bwMode="auto">
                    <a:xfrm>
                      <a:off x="2531" y="1544"/>
                      <a:ext cx="88" cy="84"/>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529" y="511"/>
                          </a:moveTo>
                          <a:lnTo>
                            <a:pt x="529" y="511"/>
                          </a:lnTo>
                          <a:lnTo>
                            <a:pt x="528" y="484"/>
                          </a:lnTo>
                          <a:lnTo>
                            <a:pt x="525" y="458"/>
                          </a:lnTo>
                          <a:lnTo>
                            <a:pt x="522" y="432"/>
                          </a:lnTo>
                          <a:lnTo>
                            <a:pt x="517" y="406"/>
                          </a:lnTo>
                          <a:lnTo>
                            <a:pt x="510" y="381"/>
                          </a:lnTo>
                          <a:lnTo>
                            <a:pt x="503" y="357"/>
                          </a:lnTo>
                          <a:lnTo>
                            <a:pt x="494" y="332"/>
                          </a:lnTo>
                          <a:lnTo>
                            <a:pt x="484" y="309"/>
                          </a:lnTo>
                          <a:lnTo>
                            <a:pt x="473" y="286"/>
                          </a:lnTo>
                          <a:lnTo>
                            <a:pt x="462" y="264"/>
                          </a:lnTo>
                          <a:lnTo>
                            <a:pt x="449" y="242"/>
                          </a:lnTo>
                          <a:lnTo>
                            <a:pt x="435" y="222"/>
                          </a:lnTo>
                          <a:lnTo>
                            <a:pt x="420" y="202"/>
                          </a:lnTo>
                          <a:lnTo>
                            <a:pt x="404" y="182"/>
                          </a:lnTo>
                          <a:lnTo>
                            <a:pt x="387" y="164"/>
                          </a:lnTo>
                          <a:lnTo>
                            <a:pt x="370" y="146"/>
                          </a:lnTo>
                          <a:lnTo>
                            <a:pt x="351" y="129"/>
                          </a:lnTo>
                          <a:lnTo>
                            <a:pt x="332" y="113"/>
                          </a:lnTo>
                          <a:lnTo>
                            <a:pt x="312" y="98"/>
                          </a:lnTo>
                          <a:lnTo>
                            <a:pt x="292" y="84"/>
                          </a:lnTo>
                          <a:lnTo>
                            <a:pt x="270" y="70"/>
                          </a:lnTo>
                          <a:lnTo>
                            <a:pt x="248" y="59"/>
                          </a:lnTo>
                          <a:lnTo>
                            <a:pt x="226" y="47"/>
                          </a:lnTo>
                          <a:lnTo>
                            <a:pt x="202" y="37"/>
                          </a:lnTo>
                          <a:lnTo>
                            <a:pt x="178" y="29"/>
                          </a:lnTo>
                          <a:lnTo>
                            <a:pt x="155" y="20"/>
                          </a:lnTo>
                          <a:lnTo>
                            <a:pt x="129" y="14"/>
                          </a:lnTo>
                          <a:lnTo>
                            <a:pt x="105" y="9"/>
                          </a:lnTo>
                          <a:lnTo>
                            <a:pt x="78" y="5"/>
                          </a:lnTo>
                          <a:lnTo>
                            <a:pt x="53" y="1"/>
                          </a:lnTo>
                          <a:lnTo>
                            <a:pt x="26" y="0"/>
                          </a:lnTo>
                          <a:lnTo>
                            <a:pt x="0" y="0"/>
                          </a:lnTo>
                          <a:lnTo>
                            <a:pt x="3" y="187"/>
                          </a:lnTo>
                          <a:lnTo>
                            <a:pt x="20" y="187"/>
                          </a:lnTo>
                          <a:lnTo>
                            <a:pt x="37" y="188"/>
                          </a:lnTo>
                          <a:lnTo>
                            <a:pt x="54" y="190"/>
                          </a:lnTo>
                          <a:lnTo>
                            <a:pt x="70" y="192"/>
                          </a:lnTo>
                          <a:lnTo>
                            <a:pt x="87" y="197"/>
                          </a:lnTo>
                          <a:lnTo>
                            <a:pt x="103" y="200"/>
                          </a:lnTo>
                          <a:lnTo>
                            <a:pt x="117" y="205"/>
                          </a:lnTo>
                          <a:lnTo>
                            <a:pt x="133" y="210"/>
                          </a:lnTo>
                          <a:lnTo>
                            <a:pt x="147" y="217"/>
                          </a:lnTo>
                          <a:lnTo>
                            <a:pt x="162" y="224"/>
                          </a:lnTo>
                          <a:lnTo>
                            <a:pt x="176" y="233"/>
                          </a:lnTo>
                          <a:lnTo>
                            <a:pt x="190" y="240"/>
                          </a:lnTo>
                          <a:lnTo>
                            <a:pt x="203" y="250"/>
                          </a:lnTo>
                          <a:lnTo>
                            <a:pt x="216" y="259"/>
                          </a:lnTo>
                          <a:lnTo>
                            <a:pt x="228" y="270"/>
                          </a:lnTo>
                          <a:lnTo>
                            <a:pt x="241" y="280"/>
                          </a:lnTo>
                          <a:lnTo>
                            <a:pt x="251" y="292"/>
                          </a:lnTo>
                          <a:lnTo>
                            <a:pt x="262" y="304"/>
                          </a:lnTo>
                          <a:lnTo>
                            <a:pt x="272" y="316"/>
                          </a:lnTo>
                          <a:lnTo>
                            <a:pt x="282" y="329"/>
                          </a:lnTo>
                          <a:lnTo>
                            <a:pt x="291" y="343"/>
                          </a:lnTo>
                          <a:lnTo>
                            <a:pt x="299" y="356"/>
                          </a:lnTo>
                          <a:lnTo>
                            <a:pt x="306" y="371"/>
                          </a:lnTo>
                          <a:lnTo>
                            <a:pt x="314" y="385"/>
                          </a:lnTo>
                          <a:lnTo>
                            <a:pt x="320" y="400"/>
                          </a:lnTo>
                          <a:lnTo>
                            <a:pt x="326" y="415"/>
                          </a:lnTo>
                          <a:lnTo>
                            <a:pt x="330" y="431"/>
                          </a:lnTo>
                          <a:lnTo>
                            <a:pt x="334" y="447"/>
                          </a:lnTo>
                          <a:lnTo>
                            <a:pt x="337" y="463"/>
                          </a:lnTo>
                          <a:lnTo>
                            <a:pt x="339" y="480"/>
                          </a:lnTo>
                          <a:lnTo>
                            <a:pt x="341" y="497"/>
                          </a:lnTo>
                          <a:lnTo>
                            <a:pt x="343" y="514"/>
                          </a:lnTo>
                          <a:lnTo>
                            <a:pt x="529" y="511"/>
                          </a:lnTo>
                          <a:close/>
                        </a:path>
                      </a:pathLst>
                    </a:custGeom>
                    <a:solidFill>
                      <a:srgbClr val="EF2B2F"/>
                    </a:solidFill>
                    <a:ln>
                      <a:noFill/>
                    </a:ln>
                  </p:spPr>
                  <p:txBody>
                    <a:bodyPr/>
                    <a:lstStyle/>
                    <a:p>
                      <a:pPr>
                        <a:defRPr/>
                      </a:pPr>
                      <a:endParaRPr lang="en-US" sz="1050">
                        <a:latin typeface="+mj-lt"/>
                      </a:endParaRPr>
                    </a:p>
                  </p:txBody>
                </p:sp>
                <p:sp>
                  <p:nvSpPr>
                    <p:cNvPr id="41212" name="Freeform 678">
                      <a:extLst>
                        <a:ext uri="{FF2B5EF4-FFF2-40B4-BE49-F238E27FC236}">
                          <a16:creationId xmlns="" xmlns:a16="http://schemas.microsoft.com/office/drawing/2014/main" id="{8E95A97D-AFF0-3F6A-5AA1-917CD995EA2A}"/>
                        </a:ext>
                      </a:extLst>
                    </p:cNvPr>
                    <p:cNvSpPr>
                      <a:spLocks/>
                    </p:cNvSpPr>
                    <p:nvPr/>
                  </p:nvSpPr>
                  <p:spPr bwMode="auto">
                    <a:xfrm>
                      <a:off x="2535" y="1627"/>
                      <a:ext cx="84"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4" y="528"/>
                          </a:moveTo>
                          <a:lnTo>
                            <a:pt x="4" y="528"/>
                          </a:lnTo>
                          <a:lnTo>
                            <a:pt x="30" y="527"/>
                          </a:lnTo>
                          <a:lnTo>
                            <a:pt x="57" y="525"/>
                          </a:lnTo>
                          <a:lnTo>
                            <a:pt x="82" y="522"/>
                          </a:lnTo>
                          <a:lnTo>
                            <a:pt x="108" y="516"/>
                          </a:lnTo>
                          <a:lnTo>
                            <a:pt x="133" y="510"/>
                          </a:lnTo>
                          <a:lnTo>
                            <a:pt x="158" y="503"/>
                          </a:lnTo>
                          <a:lnTo>
                            <a:pt x="181" y="494"/>
                          </a:lnTo>
                          <a:lnTo>
                            <a:pt x="205" y="483"/>
                          </a:lnTo>
                          <a:lnTo>
                            <a:pt x="228" y="473"/>
                          </a:lnTo>
                          <a:lnTo>
                            <a:pt x="250" y="461"/>
                          </a:lnTo>
                          <a:lnTo>
                            <a:pt x="272" y="448"/>
                          </a:lnTo>
                          <a:lnTo>
                            <a:pt x="293" y="435"/>
                          </a:lnTo>
                          <a:lnTo>
                            <a:pt x="313" y="420"/>
                          </a:lnTo>
                          <a:lnTo>
                            <a:pt x="332" y="404"/>
                          </a:lnTo>
                          <a:lnTo>
                            <a:pt x="351" y="387"/>
                          </a:lnTo>
                          <a:lnTo>
                            <a:pt x="368" y="369"/>
                          </a:lnTo>
                          <a:lnTo>
                            <a:pt x="385" y="351"/>
                          </a:lnTo>
                          <a:lnTo>
                            <a:pt x="401" y="332"/>
                          </a:lnTo>
                          <a:lnTo>
                            <a:pt x="416" y="312"/>
                          </a:lnTo>
                          <a:lnTo>
                            <a:pt x="431" y="291"/>
                          </a:lnTo>
                          <a:lnTo>
                            <a:pt x="443" y="270"/>
                          </a:lnTo>
                          <a:lnTo>
                            <a:pt x="456" y="248"/>
                          </a:lnTo>
                          <a:lnTo>
                            <a:pt x="467" y="226"/>
                          </a:lnTo>
                          <a:lnTo>
                            <a:pt x="477" y="202"/>
                          </a:lnTo>
                          <a:lnTo>
                            <a:pt x="486" y="178"/>
                          </a:lnTo>
                          <a:lnTo>
                            <a:pt x="493" y="153"/>
                          </a:lnTo>
                          <a:lnTo>
                            <a:pt x="501" y="129"/>
                          </a:lnTo>
                          <a:lnTo>
                            <a:pt x="506" y="104"/>
                          </a:lnTo>
                          <a:lnTo>
                            <a:pt x="509" y="78"/>
                          </a:lnTo>
                          <a:lnTo>
                            <a:pt x="512" y="53"/>
                          </a:lnTo>
                          <a:lnTo>
                            <a:pt x="514" y="26"/>
                          </a:lnTo>
                          <a:lnTo>
                            <a:pt x="514" y="0"/>
                          </a:lnTo>
                          <a:lnTo>
                            <a:pt x="328" y="3"/>
                          </a:lnTo>
                          <a:lnTo>
                            <a:pt x="326" y="20"/>
                          </a:lnTo>
                          <a:lnTo>
                            <a:pt x="325" y="37"/>
                          </a:lnTo>
                          <a:lnTo>
                            <a:pt x="324" y="54"/>
                          </a:lnTo>
                          <a:lnTo>
                            <a:pt x="321" y="70"/>
                          </a:lnTo>
                          <a:lnTo>
                            <a:pt x="318" y="86"/>
                          </a:lnTo>
                          <a:lnTo>
                            <a:pt x="314" y="101"/>
                          </a:lnTo>
                          <a:lnTo>
                            <a:pt x="310" y="117"/>
                          </a:lnTo>
                          <a:lnTo>
                            <a:pt x="303" y="132"/>
                          </a:lnTo>
                          <a:lnTo>
                            <a:pt x="297" y="147"/>
                          </a:lnTo>
                          <a:lnTo>
                            <a:pt x="289" y="162"/>
                          </a:lnTo>
                          <a:lnTo>
                            <a:pt x="282" y="176"/>
                          </a:lnTo>
                          <a:lnTo>
                            <a:pt x="273" y="190"/>
                          </a:lnTo>
                          <a:lnTo>
                            <a:pt x="265" y="203"/>
                          </a:lnTo>
                          <a:lnTo>
                            <a:pt x="254" y="216"/>
                          </a:lnTo>
                          <a:lnTo>
                            <a:pt x="245" y="228"/>
                          </a:lnTo>
                          <a:lnTo>
                            <a:pt x="234" y="239"/>
                          </a:lnTo>
                          <a:lnTo>
                            <a:pt x="222" y="251"/>
                          </a:lnTo>
                          <a:lnTo>
                            <a:pt x="211" y="262"/>
                          </a:lnTo>
                          <a:lnTo>
                            <a:pt x="198" y="271"/>
                          </a:lnTo>
                          <a:lnTo>
                            <a:pt x="185" y="282"/>
                          </a:lnTo>
                          <a:lnTo>
                            <a:pt x="171" y="290"/>
                          </a:lnTo>
                          <a:lnTo>
                            <a:pt x="158" y="299"/>
                          </a:lnTo>
                          <a:lnTo>
                            <a:pt x="144" y="306"/>
                          </a:lnTo>
                          <a:lnTo>
                            <a:pt x="129" y="314"/>
                          </a:lnTo>
                          <a:lnTo>
                            <a:pt x="114" y="319"/>
                          </a:lnTo>
                          <a:lnTo>
                            <a:pt x="99" y="324"/>
                          </a:lnTo>
                          <a:lnTo>
                            <a:pt x="83" y="330"/>
                          </a:lnTo>
                          <a:lnTo>
                            <a:pt x="67" y="334"/>
                          </a:lnTo>
                          <a:lnTo>
                            <a:pt x="50" y="337"/>
                          </a:lnTo>
                          <a:lnTo>
                            <a:pt x="34" y="339"/>
                          </a:lnTo>
                          <a:lnTo>
                            <a:pt x="17" y="341"/>
                          </a:lnTo>
                          <a:lnTo>
                            <a:pt x="0" y="341"/>
                          </a:lnTo>
                          <a:lnTo>
                            <a:pt x="4" y="528"/>
                          </a:lnTo>
                          <a:close/>
                        </a:path>
                      </a:pathLst>
                    </a:custGeom>
                    <a:solidFill>
                      <a:srgbClr val="EF2B2F"/>
                    </a:solidFill>
                    <a:ln>
                      <a:noFill/>
                    </a:ln>
                  </p:spPr>
                  <p:txBody>
                    <a:bodyPr/>
                    <a:lstStyle/>
                    <a:p>
                      <a:pPr>
                        <a:defRPr/>
                      </a:pPr>
                      <a:endParaRPr lang="en-US" sz="1050">
                        <a:latin typeface="+mj-lt"/>
                      </a:endParaRPr>
                    </a:p>
                  </p:txBody>
                </p:sp>
                <p:sp>
                  <p:nvSpPr>
                    <p:cNvPr id="41213" name="Freeform 679">
                      <a:extLst>
                        <a:ext uri="{FF2B5EF4-FFF2-40B4-BE49-F238E27FC236}">
                          <a16:creationId xmlns="" xmlns:a16="http://schemas.microsoft.com/office/drawing/2014/main" id="{1DDFE625-97D6-9DC9-3C5E-DD0EDB7CD1FD}"/>
                        </a:ext>
                      </a:extLst>
                    </p:cNvPr>
                    <p:cNvSpPr>
                      <a:spLocks/>
                    </p:cNvSpPr>
                    <p:nvPr/>
                  </p:nvSpPr>
                  <p:spPr bwMode="auto">
                    <a:xfrm>
                      <a:off x="2447" y="1627"/>
                      <a:ext cx="88" cy="88"/>
                    </a:xfrm>
                    <a:custGeom>
                      <a:avLst/>
                      <a:gdLst>
                        <a:gd name="T0" fmla="*/ 0 w 530"/>
                        <a:gd name="T1" fmla="*/ 0 h 513"/>
                        <a:gd name="T2" fmla="*/ 0 w 530"/>
                        <a:gd name="T3" fmla="*/ 0 h 513"/>
                        <a:gd name="T4" fmla="*/ 0 w 530"/>
                        <a:gd name="T5" fmla="*/ 0 h 513"/>
                        <a:gd name="T6" fmla="*/ 0 w 530"/>
                        <a:gd name="T7" fmla="*/ 0 h 513"/>
                        <a:gd name="T8" fmla="*/ 0 w 530"/>
                        <a:gd name="T9" fmla="*/ 0 h 513"/>
                        <a:gd name="T10" fmla="*/ 0 w 530"/>
                        <a:gd name="T11" fmla="*/ 0 h 513"/>
                        <a:gd name="T12" fmla="*/ 0 w 530"/>
                        <a:gd name="T13" fmla="*/ 0 h 513"/>
                        <a:gd name="T14" fmla="*/ 0 w 530"/>
                        <a:gd name="T15" fmla="*/ 0 h 513"/>
                        <a:gd name="T16" fmla="*/ 0 w 530"/>
                        <a:gd name="T17" fmla="*/ 0 h 513"/>
                        <a:gd name="T18" fmla="*/ 0 w 530"/>
                        <a:gd name="T19" fmla="*/ 0 h 513"/>
                        <a:gd name="T20" fmla="*/ 0 w 530"/>
                        <a:gd name="T21" fmla="*/ 0 h 513"/>
                        <a:gd name="T22" fmla="*/ 0 w 530"/>
                        <a:gd name="T23" fmla="*/ 0 h 513"/>
                        <a:gd name="T24" fmla="*/ 0 w 530"/>
                        <a:gd name="T25" fmla="*/ 0 h 513"/>
                        <a:gd name="T26" fmla="*/ 0 w 530"/>
                        <a:gd name="T27" fmla="*/ 0 h 513"/>
                        <a:gd name="T28" fmla="*/ 0 w 530"/>
                        <a:gd name="T29" fmla="*/ 0 h 513"/>
                        <a:gd name="T30" fmla="*/ 0 w 530"/>
                        <a:gd name="T31" fmla="*/ 0 h 513"/>
                        <a:gd name="T32" fmla="*/ 0 w 530"/>
                        <a:gd name="T33" fmla="*/ 0 h 513"/>
                        <a:gd name="T34" fmla="*/ 0 w 530"/>
                        <a:gd name="T35" fmla="*/ 0 h 513"/>
                        <a:gd name="T36" fmla="*/ 0 w 530"/>
                        <a:gd name="T37" fmla="*/ 0 h 513"/>
                        <a:gd name="T38" fmla="*/ 0 w 530"/>
                        <a:gd name="T39" fmla="*/ 0 h 513"/>
                        <a:gd name="T40" fmla="*/ 0 w 530"/>
                        <a:gd name="T41" fmla="*/ 0 h 513"/>
                        <a:gd name="T42" fmla="*/ 0 w 530"/>
                        <a:gd name="T43" fmla="*/ 0 h 513"/>
                        <a:gd name="T44" fmla="*/ 0 w 530"/>
                        <a:gd name="T45" fmla="*/ 0 h 513"/>
                        <a:gd name="T46" fmla="*/ 0 w 530"/>
                        <a:gd name="T47" fmla="*/ 0 h 513"/>
                        <a:gd name="T48" fmla="*/ 0 w 530"/>
                        <a:gd name="T49" fmla="*/ 0 h 513"/>
                        <a:gd name="T50" fmla="*/ 0 w 530"/>
                        <a:gd name="T51" fmla="*/ 0 h 513"/>
                        <a:gd name="T52" fmla="*/ 0 w 530"/>
                        <a:gd name="T53" fmla="*/ 0 h 513"/>
                        <a:gd name="T54" fmla="*/ 0 w 530"/>
                        <a:gd name="T55" fmla="*/ 0 h 513"/>
                        <a:gd name="T56" fmla="*/ 0 w 530"/>
                        <a:gd name="T57" fmla="*/ 0 h 513"/>
                        <a:gd name="T58" fmla="*/ 0 w 530"/>
                        <a:gd name="T59" fmla="*/ 0 h 513"/>
                        <a:gd name="T60" fmla="*/ 0 w 530"/>
                        <a:gd name="T61" fmla="*/ 0 h 513"/>
                        <a:gd name="T62" fmla="*/ 0 w 530"/>
                        <a:gd name="T63" fmla="*/ 0 h 513"/>
                        <a:gd name="T64" fmla="*/ 0 w 530"/>
                        <a:gd name="T65" fmla="*/ 0 h 513"/>
                        <a:gd name="T66" fmla="*/ 0 w 530"/>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3"/>
                        <a:gd name="T104" fmla="*/ 530 w 530"/>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3">
                          <a:moveTo>
                            <a:pt x="0" y="2"/>
                          </a:moveTo>
                          <a:lnTo>
                            <a:pt x="0" y="2"/>
                          </a:lnTo>
                          <a:lnTo>
                            <a:pt x="1" y="29"/>
                          </a:lnTo>
                          <a:lnTo>
                            <a:pt x="3" y="55"/>
                          </a:lnTo>
                          <a:lnTo>
                            <a:pt x="7" y="81"/>
                          </a:lnTo>
                          <a:lnTo>
                            <a:pt x="12" y="107"/>
                          </a:lnTo>
                          <a:lnTo>
                            <a:pt x="19" y="132"/>
                          </a:lnTo>
                          <a:lnTo>
                            <a:pt x="26" y="157"/>
                          </a:lnTo>
                          <a:lnTo>
                            <a:pt x="35" y="180"/>
                          </a:lnTo>
                          <a:lnTo>
                            <a:pt x="44" y="203"/>
                          </a:lnTo>
                          <a:lnTo>
                            <a:pt x="55" y="227"/>
                          </a:lnTo>
                          <a:lnTo>
                            <a:pt x="68" y="249"/>
                          </a:lnTo>
                          <a:lnTo>
                            <a:pt x="80" y="270"/>
                          </a:lnTo>
                          <a:lnTo>
                            <a:pt x="94" y="291"/>
                          </a:lnTo>
                          <a:lnTo>
                            <a:pt x="109" y="311"/>
                          </a:lnTo>
                          <a:lnTo>
                            <a:pt x="125" y="331"/>
                          </a:lnTo>
                          <a:lnTo>
                            <a:pt x="142" y="349"/>
                          </a:lnTo>
                          <a:lnTo>
                            <a:pt x="159" y="367"/>
                          </a:lnTo>
                          <a:lnTo>
                            <a:pt x="178" y="384"/>
                          </a:lnTo>
                          <a:lnTo>
                            <a:pt x="196" y="400"/>
                          </a:lnTo>
                          <a:lnTo>
                            <a:pt x="216" y="414"/>
                          </a:lnTo>
                          <a:lnTo>
                            <a:pt x="238" y="429"/>
                          </a:lnTo>
                          <a:lnTo>
                            <a:pt x="259" y="442"/>
                          </a:lnTo>
                          <a:lnTo>
                            <a:pt x="280" y="455"/>
                          </a:lnTo>
                          <a:lnTo>
                            <a:pt x="303" y="465"/>
                          </a:lnTo>
                          <a:lnTo>
                            <a:pt x="327" y="475"/>
                          </a:lnTo>
                          <a:lnTo>
                            <a:pt x="350" y="484"/>
                          </a:lnTo>
                          <a:lnTo>
                            <a:pt x="375" y="492"/>
                          </a:lnTo>
                          <a:lnTo>
                            <a:pt x="399" y="498"/>
                          </a:lnTo>
                          <a:lnTo>
                            <a:pt x="425" y="503"/>
                          </a:lnTo>
                          <a:lnTo>
                            <a:pt x="450" y="508"/>
                          </a:lnTo>
                          <a:lnTo>
                            <a:pt x="477" y="511"/>
                          </a:lnTo>
                          <a:lnTo>
                            <a:pt x="503" y="513"/>
                          </a:lnTo>
                          <a:lnTo>
                            <a:pt x="530" y="512"/>
                          </a:lnTo>
                          <a:lnTo>
                            <a:pt x="526" y="325"/>
                          </a:lnTo>
                          <a:lnTo>
                            <a:pt x="508" y="325"/>
                          </a:lnTo>
                          <a:lnTo>
                            <a:pt x="492" y="324"/>
                          </a:lnTo>
                          <a:lnTo>
                            <a:pt x="475" y="323"/>
                          </a:lnTo>
                          <a:lnTo>
                            <a:pt x="458" y="320"/>
                          </a:lnTo>
                          <a:lnTo>
                            <a:pt x="443" y="317"/>
                          </a:lnTo>
                          <a:lnTo>
                            <a:pt x="427" y="313"/>
                          </a:lnTo>
                          <a:lnTo>
                            <a:pt x="412" y="307"/>
                          </a:lnTo>
                          <a:lnTo>
                            <a:pt x="396" y="302"/>
                          </a:lnTo>
                          <a:lnTo>
                            <a:pt x="381" y="296"/>
                          </a:lnTo>
                          <a:lnTo>
                            <a:pt x="367" y="288"/>
                          </a:lnTo>
                          <a:lnTo>
                            <a:pt x="353" y="281"/>
                          </a:lnTo>
                          <a:lnTo>
                            <a:pt x="340" y="272"/>
                          </a:lnTo>
                          <a:lnTo>
                            <a:pt x="326" y="263"/>
                          </a:lnTo>
                          <a:lnTo>
                            <a:pt x="313" y="253"/>
                          </a:lnTo>
                          <a:lnTo>
                            <a:pt x="300" y="244"/>
                          </a:lnTo>
                          <a:lnTo>
                            <a:pt x="289" y="232"/>
                          </a:lnTo>
                          <a:lnTo>
                            <a:pt x="278" y="221"/>
                          </a:lnTo>
                          <a:lnTo>
                            <a:pt x="267" y="209"/>
                          </a:lnTo>
                          <a:lnTo>
                            <a:pt x="257" y="197"/>
                          </a:lnTo>
                          <a:lnTo>
                            <a:pt x="247" y="183"/>
                          </a:lnTo>
                          <a:lnTo>
                            <a:pt x="239" y="170"/>
                          </a:lnTo>
                          <a:lnTo>
                            <a:pt x="230" y="157"/>
                          </a:lnTo>
                          <a:lnTo>
                            <a:pt x="223" y="143"/>
                          </a:lnTo>
                          <a:lnTo>
                            <a:pt x="215" y="128"/>
                          </a:lnTo>
                          <a:lnTo>
                            <a:pt x="209" y="113"/>
                          </a:lnTo>
                          <a:lnTo>
                            <a:pt x="204" y="97"/>
                          </a:lnTo>
                          <a:lnTo>
                            <a:pt x="198" y="82"/>
                          </a:lnTo>
                          <a:lnTo>
                            <a:pt x="195" y="65"/>
                          </a:lnTo>
                          <a:lnTo>
                            <a:pt x="192" y="49"/>
                          </a:lnTo>
                          <a:lnTo>
                            <a:pt x="189" y="33"/>
                          </a:lnTo>
                          <a:lnTo>
                            <a:pt x="188" y="17"/>
                          </a:lnTo>
                          <a:lnTo>
                            <a:pt x="187" y="0"/>
                          </a:lnTo>
                          <a:lnTo>
                            <a:pt x="0" y="2"/>
                          </a:lnTo>
                          <a:close/>
                        </a:path>
                      </a:pathLst>
                    </a:custGeom>
                    <a:solidFill>
                      <a:srgbClr val="EF2B2F"/>
                    </a:solidFill>
                    <a:ln>
                      <a:noFill/>
                    </a:ln>
                  </p:spPr>
                  <p:txBody>
                    <a:bodyPr/>
                    <a:lstStyle/>
                    <a:p>
                      <a:pPr>
                        <a:defRPr/>
                      </a:pPr>
                      <a:endParaRPr lang="en-US" sz="1050">
                        <a:latin typeface="+mj-lt"/>
                      </a:endParaRPr>
                    </a:p>
                  </p:txBody>
                </p:sp>
                <p:sp>
                  <p:nvSpPr>
                    <p:cNvPr id="41214" name="Freeform 680">
                      <a:extLst>
                        <a:ext uri="{FF2B5EF4-FFF2-40B4-BE49-F238E27FC236}">
                          <a16:creationId xmlns="" xmlns:a16="http://schemas.microsoft.com/office/drawing/2014/main" id="{75498954-3B66-4691-D149-EDC9CC9E1CFF}"/>
                        </a:ext>
                      </a:extLst>
                    </p:cNvPr>
                    <p:cNvSpPr>
                      <a:spLocks/>
                    </p:cNvSpPr>
                    <p:nvPr/>
                  </p:nvSpPr>
                  <p:spPr bwMode="auto">
                    <a:xfrm>
                      <a:off x="2447" y="1544"/>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4" y="1"/>
                          </a:lnTo>
                          <a:lnTo>
                            <a:pt x="457" y="4"/>
                          </a:lnTo>
                          <a:lnTo>
                            <a:pt x="432" y="8"/>
                          </a:lnTo>
                          <a:lnTo>
                            <a:pt x="406" y="13"/>
                          </a:lnTo>
                          <a:lnTo>
                            <a:pt x="381" y="19"/>
                          </a:lnTo>
                          <a:lnTo>
                            <a:pt x="357" y="26"/>
                          </a:lnTo>
                          <a:lnTo>
                            <a:pt x="332" y="35"/>
                          </a:lnTo>
                          <a:lnTo>
                            <a:pt x="309" y="45"/>
                          </a:lnTo>
                          <a:lnTo>
                            <a:pt x="286" y="55"/>
                          </a:lnTo>
                          <a:lnTo>
                            <a:pt x="264" y="68"/>
                          </a:lnTo>
                          <a:lnTo>
                            <a:pt x="242" y="81"/>
                          </a:lnTo>
                          <a:lnTo>
                            <a:pt x="222" y="95"/>
                          </a:lnTo>
                          <a:lnTo>
                            <a:pt x="201" y="110"/>
                          </a:lnTo>
                          <a:lnTo>
                            <a:pt x="182" y="126"/>
                          </a:lnTo>
                          <a:lnTo>
                            <a:pt x="163" y="141"/>
                          </a:lnTo>
                          <a:lnTo>
                            <a:pt x="145" y="159"/>
                          </a:lnTo>
                          <a:lnTo>
                            <a:pt x="129" y="178"/>
                          </a:lnTo>
                          <a:lnTo>
                            <a:pt x="112" y="197"/>
                          </a:lnTo>
                          <a:lnTo>
                            <a:pt x="97" y="217"/>
                          </a:lnTo>
                          <a:lnTo>
                            <a:pt x="84" y="237"/>
                          </a:lnTo>
                          <a:lnTo>
                            <a:pt x="70" y="258"/>
                          </a:lnTo>
                          <a:lnTo>
                            <a:pt x="58" y="280"/>
                          </a:lnTo>
                          <a:lnTo>
                            <a:pt x="47" y="304"/>
                          </a:lnTo>
                          <a:lnTo>
                            <a:pt x="37" y="327"/>
                          </a:lnTo>
                          <a:lnTo>
                            <a:pt x="28" y="350"/>
                          </a:lnTo>
                          <a:lnTo>
                            <a:pt x="21" y="375"/>
                          </a:lnTo>
                          <a:lnTo>
                            <a:pt x="14" y="399"/>
                          </a:lnTo>
                          <a:lnTo>
                            <a:pt x="8" y="425"/>
                          </a:lnTo>
                          <a:lnTo>
                            <a:pt x="4" y="450"/>
                          </a:lnTo>
                          <a:lnTo>
                            <a:pt x="2" y="477"/>
                          </a:lnTo>
                          <a:lnTo>
                            <a:pt x="0" y="503"/>
                          </a:lnTo>
                          <a:lnTo>
                            <a:pt x="0" y="529"/>
                          </a:lnTo>
                          <a:lnTo>
                            <a:pt x="187" y="527"/>
                          </a:lnTo>
                          <a:lnTo>
                            <a:pt x="187" y="509"/>
                          </a:lnTo>
                          <a:lnTo>
                            <a:pt x="188" y="492"/>
                          </a:lnTo>
                          <a:lnTo>
                            <a:pt x="190" y="476"/>
                          </a:lnTo>
                          <a:lnTo>
                            <a:pt x="192" y="459"/>
                          </a:lnTo>
                          <a:lnTo>
                            <a:pt x="196" y="443"/>
                          </a:lnTo>
                          <a:lnTo>
                            <a:pt x="199" y="427"/>
                          </a:lnTo>
                          <a:lnTo>
                            <a:pt x="205" y="411"/>
                          </a:lnTo>
                          <a:lnTo>
                            <a:pt x="211" y="396"/>
                          </a:lnTo>
                          <a:lnTo>
                            <a:pt x="217" y="381"/>
                          </a:lnTo>
                          <a:lnTo>
                            <a:pt x="224" y="367"/>
                          </a:lnTo>
                          <a:lnTo>
                            <a:pt x="232" y="353"/>
                          </a:lnTo>
                          <a:lnTo>
                            <a:pt x="241" y="339"/>
                          </a:lnTo>
                          <a:lnTo>
                            <a:pt x="249" y="326"/>
                          </a:lnTo>
                          <a:lnTo>
                            <a:pt x="259" y="313"/>
                          </a:lnTo>
                          <a:lnTo>
                            <a:pt x="269" y="301"/>
                          </a:lnTo>
                          <a:lnTo>
                            <a:pt x="280" y="289"/>
                          </a:lnTo>
                          <a:lnTo>
                            <a:pt x="292" y="278"/>
                          </a:lnTo>
                          <a:lnTo>
                            <a:pt x="303" y="267"/>
                          </a:lnTo>
                          <a:lnTo>
                            <a:pt x="316" y="257"/>
                          </a:lnTo>
                          <a:lnTo>
                            <a:pt x="329" y="248"/>
                          </a:lnTo>
                          <a:lnTo>
                            <a:pt x="343" y="239"/>
                          </a:lnTo>
                          <a:lnTo>
                            <a:pt x="357" y="231"/>
                          </a:lnTo>
                          <a:lnTo>
                            <a:pt x="370" y="222"/>
                          </a:lnTo>
                          <a:lnTo>
                            <a:pt x="385" y="216"/>
                          </a:lnTo>
                          <a:lnTo>
                            <a:pt x="400" y="209"/>
                          </a:lnTo>
                          <a:lnTo>
                            <a:pt x="415" y="204"/>
                          </a:lnTo>
                          <a:lnTo>
                            <a:pt x="431" y="199"/>
                          </a:lnTo>
                          <a:lnTo>
                            <a:pt x="447" y="194"/>
                          </a:lnTo>
                          <a:lnTo>
                            <a:pt x="463" y="192"/>
                          </a:lnTo>
                          <a:lnTo>
                            <a:pt x="480" y="189"/>
                          </a:lnTo>
                          <a:lnTo>
                            <a:pt x="497" y="188"/>
                          </a:lnTo>
                          <a:lnTo>
                            <a:pt x="514" y="187"/>
                          </a:lnTo>
                          <a:lnTo>
                            <a:pt x="511" y="0"/>
                          </a:lnTo>
                          <a:close/>
                        </a:path>
                      </a:pathLst>
                    </a:custGeom>
                    <a:solidFill>
                      <a:srgbClr val="EF2B2F"/>
                    </a:solidFill>
                    <a:ln>
                      <a:noFill/>
                    </a:ln>
                  </p:spPr>
                  <p:txBody>
                    <a:bodyPr/>
                    <a:lstStyle/>
                    <a:p>
                      <a:pPr>
                        <a:defRPr/>
                      </a:pPr>
                      <a:endParaRPr lang="en-US" sz="1050">
                        <a:latin typeface="+mj-lt"/>
                      </a:endParaRPr>
                    </a:p>
                  </p:txBody>
                </p:sp>
                <p:sp>
                  <p:nvSpPr>
                    <p:cNvPr id="41215" name="Freeform 681">
                      <a:extLst>
                        <a:ext uri="{FF2B5EF4-FFF2-40B4-BE49-F238E27FC236}">
                          <a16:creationId xmlns="" xmlns:a16="http://schemas.microsoft.com/office/drawing/2014/main" id="{9A04F167-0B67-49A9-99DD-299F6B4C524E}"/>
                        </a:ext>
                      </a:extLst>
                    </p:cNvPr>
                    <p:cNvSpPr>
                      <a:spLocks/>
                    </p:cNvSpPr>
                    <p:nvPr/>
                  </p:nvSpPr>
                  <p:spPr bwMode="auto">
                    <a:xfrm>
                      <a:off x="2698" y="1404"/>
                      <a:ext cx="145" cy="144"/>
                    </a:xfrm>
                    <a:custGeom>
                      <a:avLst/>
                      <a:gdLst>
                        <a:gd name="T0" fmla="*/ 0 w 852"/>
                        <a:gd name="T1" fmla="*/ 0 h 853"/>
                        <a:gd name="T2" fmla="*/ 0 w 852"/>
                        <a:gd name="T3" fmla="*/ 0 h 853"/>
                        <a:gd name="T4" fmla="*/ 0 w 852"/>
                        <a:gd name="T5" fmla="*/ 0 h 853"/>
                        <a:gd name="T6" fmla="*/ 0 w 852"/>
                        <a:gd name="T7" fmla="*/ 0 h 853"/>
                        <a:gd name="T8" fmla="*/ 0 w 852"/>
                        <a:gd name="T9" fmla="*/ 0 h 853"/>
                        <a:gd name="T10" fmla="*/ 0 w 852"/>
                        <a:gd name="T11" fmla="*/ 0 h 853"/>
                        <a:gd name="T12" fmla="*/ 0 w 852"/>
                        <a:gd name="T13" fmla="*/ 0 h 853"/>
                        <a:gd name="T14" fmla="*/ 0 w 852"/>
                        <a:gd name="T15" fmla="*/ 0 h 853"/>
                        <a:gd name="T16" fmla="*/ 0 w 852"/>
                        <a:gd name="T17" fmla="*/ 0 h 853"/>
                        <a:gd name="T18" fmla="*/ 0 w 852"/>
                        <a:gd name="T19" fmla="*/ 0 h 853"/>
                        <a:gd name="T20" fmla="*/ 0 w 852"/>
                        <a:gd name="T21" fmla="*/ 0 h 853"/>
                        <a:gd name="T22" fmla="*/ 0 w 852"/>
                        <a:gd name="T23" fmla="*/ 0 h 853"/>
                        <a:gd name="T24" fmla="*/ 0 w 852"/>
                        <a:gd name="T25" fmla="*/ 0 h 853"/>
                        <a:gd name="T26" fmla="*/ 0 w 852"/>
                        <a:gd name="T27" fmla="*/ 0 h 853"/>
                        <a:gd name="T28" fmla="*/ 0 w 852"/>
                        <a:gd name="T29" fmla="*/ 0 h 853"/>
                        <a:gd name="T30" fmla="*/ 0 w 852"/>
                        <a:gd name="T31" fmla="*/ 0 h 853"/>
                        <a:gd name="T32" fmla="*/ 0 w 852"/>
                        <a:gd name="T33" fmla="*/ 0 h 853"/>
                        <a:gd name="T34" fmla="*/ 0 w 852"/>
                        <a:gd name="T35" fmla="*/ 0 h 853"/>
                        <a:gd name="T36" fmla="*/ 0 w 852"/>
                        <a:gd name="T37" fmla="*/ 0 h 853"/>
                        <a:gd name="T38" fmla="*/ 0 w 852"/>
                        <a:gd name="T39" fmla="*/ 0 h 853"/>
                        <a:gd name="T40" fmla="*/ 0 w 852"/>
                        <a:gd name="T41" fmla="*/ 0 h 853"/>
                        <a:gd name="T42" fmla="*/ 0 w 852"/>
                        <a:gd name="T43" fmla="*/ 0 h 853"/>
                        <a:gd name="T44" fmla="*/ 0 w 852"/>
                        <a:gd name="T45" fmla="*/ 0 h 853"/>
                        <a:gd name="T46" fmla="*/ 0 w 852"/>
                        <a:gd name="T47" fmla="*/ 0 h 853"/>
                        <a:gd name="T48" fmla="*/ 0 w 852"/>
                        <a:gd name="T49" fmla="*/ 0 h 853"/>
                        <a:gd name="T50" fmla="*/ 0 w 852"/>
                        <a:gd name="T51" fmla="*/ 0 h 853"/>
                        <a:gd name="T52" fmla="*/ 0 w 852"/>
                        <a:gd name="T53" fmla="*/ 0 h 853"/>
                        <a:gd name="T54" fmla="*/ 0 w 852"/>
                        <a:gd name="T55" fmla="*/ 0 h 853"/>
                        <a:gd name="T56" fmla="*/ 0 w 852"/>
                        <a:gd name="T57" fmla="*/ 0 h 853"/>
                        <a:gd name="T58" fmla="*/ 0 w 852"/>
                        <a:gd name="T59" fmla="*/ 0 h 853"/>
                        <a:gd name="T60" fmla="*/ 0 w 852"/>
                        <a:gd name="T61" fmla="*/ 0 h 853"/>
                        <a:gd name="T62" fmla="*/ 0 w 852"/>
                        <a:gd name="T63" fmla="*/ 0 h 853"/>
                        <a:gd name="T64" fmla="*/ 0 w 852"/>
                        <a:gd name="T65" fmla="*/ 0 h 853"/>
                        <a:gd name="T66" fmla="*/ 0 w 852"/>
                        <a:gd name="T67" fmla="*/ 0 h 853"/>
                        <a:gd name="T68" fmla="*/ 0 w 852"/>
                        <a:gd name="T69" fmla="*/ 0 h 853"/>
                        <a:gd name="T70" fmla="*/ 0 w 852"/>
                        <a:gd name="T71" fmla="*/ 0 h 853"/>
                        <a:gd name="T72" fmla="*/ 0 w 852"/>
                        <a:gd name="T73" fmla="*/ 0 h 853"/>
                        <a:gd name="T74" fmla="*/ 0 w 852"/>
                        <a:gd name="T75" fmla="*/ 0 h 853"/>
                        <a:gd name="T76" fmla="*/ 0 w 852"/>
                        <a:gd name="T77" fmla="*/ 0 h 853"/>
                        <a:gd name="T78" fmla="*/ 0 w 852"/>
                        <a:gd name="T79" fmla="*/ 0 h 853"/>
                        <a:gd name="T80" fmla="*/ 0 w 852"/>
                        <a:gd name="T81" fmla="*/ 0 h 853"/>
                        <a:gd name="T82" fmla="*/ 0 w 852"/>
                        <a:gd name="T83" fmla="*/ 0 h 853"/>
                        <a:gd name="T84" fmla="*/ 0 w 852"/>
                        <a:gd name="T85" fmla="*/ 0 h 8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2"/>
                        <a:gd name="T130" fmla="*/ 0 h 853"/>
                        <a:gd name="T131" fmla="*/ 852 w 852"/>
                        <a:gd name="T132" fmla="*/ 853 h 8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2" h="853">
                          <a:moveTo>
                            <a:pt x="418" y="0"/>
                          </a:moveTo>
                          <a:lnTo>
                            <a:pt x="440" y="0"/>
                          </a:lnTo>
                          <a:lnTo>
                            <a:pt x="462" y="1"/>
                          </a:lnTo>
                          <a:lnTo>
                            <a:pt x="483" y="4"/>
                          </a:lnTo>
                          <a:lnTo>
                            <a:pt x="504" y="7"/>
                          </a:lnTo>
                          <a:lnTo>
                            <a:pt x="525" y="11"/>
                          </a:lnTo>
                          <a:lnTo>
                            <a:pt x="546" y="17"/>
                          </a:lnTo>
                          <a:lnTo>
                            <a:pt x="566" y="23"/>
                          </a:lnTo>
                          <a:lnTo>
                            <a:pt x="585" y="31"/>
                          </a:lnTo>
                          <a:lnTo>
                            <a:pt x="604" y="39"/>
                          </a:lnTo>
                          <a:lnTo>
                            <a:pt x="622" y="47"/>
                          </a:lnTo>
                          <a:lnTo>
                            <a:pt x="640" y="58"/>
                          </a:lnTo>
                          <a:lnTo>
                            <a:pt x="658" y="69"/>
                          </a:lnTo>
                          <a:lnTo>
                            <a:pt x="675" y="80"/>
                          </a:lnTo>
                          <a:lnTo>
                            <a:pt x="691" y="92"/>
                          </a:lnTo>
                          <a:lnTo>
                            <a:pt x="707" y="106"/>
                          </a:lnTo>
                          <a:lnTo>
                            <a:pt x="722" y="120"/>
                          </a:lnTo>
                          <a:lnTo>
                            <a:pt x="737" y="133"/>
                          </a:lnTo>
                          <a:lnTo>
                            <a:pt x="751" y="149"/>
                          </a:lnTo>
                          <a:lnTo>
                            <a:pt x="763" y="165"/>
                          </a:lnTo>
                          <a:lnTo>
                            <a:pt x="775" y="181"/>
                          </a:lnTo>
                          <a:lnTo>
                            <a:pt x="787" y="198"/>
                          </a:lnTo>
                          <a:lnTo>
                            <a:pt x="797" y="216"/>
                          </a:lnTo>
                          <a:lnTo>
                            <a:pt x="807" y="234"/>
                          </a:lnTo>
                          <a:lnTo>
                            <a:pt x="816" y="253"/>
                          </a:lnTo>
                          <a:lnTo>
                            <a:pt x="824" y="272"/>
                          </a:lnTo>
                          <a:lnTo>
                            <a:pt x="831" y="293"/>
                          </a:lnTo>
                          <a:lnTo>
                            <a:pt x="838" y="312"/>
                          </a:lnTo>
                          <a:lnTo>
                            <a:pt x="843" y="333"/>
                          </a:lnTo>
                          <a:lnTo>
                            <a:pt x="847" y="353"/>
                          </a:lnTo>
                          <a:lnTo>
                            <a:pt x="849" y="374"/>
                          </a:lnTo>
                          <a:lnTo>
                            <a:pt x="851" y="397"/>
                          </a:lnTo>
                          <a:lnTo>
                            <a:pt x="852" y="418"/>
                          </a:lnTo>
                          <a:lnTo>
                            <a:pt x="852" y="440"/>
                          </a:lnTo>
                          <a:lnTo>
                            <a:pt x="851" y="461"/>
                          </a:lnTo>
                          <a:lnTo>
                            <a:pt x="849" y="482"/>
                          </a:lnTo>
                          <a:lnTo>
                            <a:pt x="846" y="504"/>
                          </a:lnTo>
                          <a:lnTo>
                            <a:pt x="841" y="525"/>
                          </a:lnTo>
                          <a:lnTo>
                            <a:pt x="835" y="545"/>
                          </a:lnTo>
                          <a:lnTo>
                            <a:pt x="829" y="565"/>
                          </a:lnTo>
                          <a:lnTo>
                            <a:pt x="822" y="584"/>
                          </a:lnTo>
                          <a:lnTo>
                            <a:pt x="814" y="603"/>
                          </a:lnTo>
                          <a:lnTo>
                            <a:pt x="805" y="623"/>
                          </a:lnTo>
                          <a:lnTo>
                            <a:pt x="795" y="641"/>
                          </a:lnTo>
                          <a:lnTo>
                            <a:pt x="784" y="658"/>
                          </a:lnTo>
                          <a:lnTo>
                            <a:pt x="773" y="674"/>
                          </a:lnTo>
                          <a:lnTo>
                            <a:pt x="760" y="690"/>
                          </a:lnTo>
                          <a:lnTo>
                            <a:pt x="747" y="706"/>
                          </a:lnTo>
                          <a:lnTo>
                            <a:pt x="734" y="721"/>
                          </a:lnTo>
                          <a:lnTo>
                            <a:pt x="719" y="736"/>
                          </a:lnTo>
                          <a:lnTo>
                            <a:pt x="704" y="750"/>
                          </a:lnTo>
                          <a:lnTo>
                            <a:pt x="688" y="763"/>
                          </a:lnTo>
                          <a:lnTo>
                            <a:pt x="671" y="775"/>
                          </a:lnTo>
                          <a:lnTo>
                            <a:pt x="654" y="786"/>
                          </a:lnTo>
                          <a:lnTo>
                            <a:pt x="636" y="797"/>
                          </a:lnTo>
                          <a:lnTo>
                            <a:pt x="618" y="807"/>
                          </a:lnTo>
                          <a:lnTo>
                            <a:pt x="600" y="816"/>
                          </a:lnTo>
                          <a:lnTo>
                            <a:pt x="580" y="824"/>
                          </a:lnTo>
                          <a:lnTo>
                            <a:pt x="560" y="830"/>
                          </a:lnTo>
                          <a:lnTo>
                            <a:pt x="540" y="837"/>
                          </a:lnTo>
                          <a:lnTo>
                            <a:pt x="520" y="842"/>
                          </a:lnTo>
                          <a:lnTo>
                            <a:pt x="499" y="846"/>
                          </a:lnTo>
                          <a:lnTo>
                            <a:pt x="478" y="850"/>
                          </a:lnTo>
                          <a:lnTo>
                            <a:pt x="456" y="852"/>
                          </a:lnTo>
                          <a:lnTo>
                            <a:pt x="434" y="853"/>
                          </a:lnTo>
                          <a:lnTo>
                            <a:pt x="412" y="852"/>
                          </a:lnTo>
                          <a:lnTo>
                            <a:pt x="390" y="851"/>
                          </a:lnTo>
                          <a:lnTo>
                            <a:pt x="369" y="848"/>
                          </a:lnTo>
                          <a:lnTo>
                            <a:pt x="348" y="845"/>
                          </a:lnTo>
                          <a:lnTo>
                            <a:pt x="327" y="841"/>
                          </a:lnTo>
                          <a:lnTo>
                            <a:pt x="307" y="836"/>
                          </a:lnTo>
                          <a:lnTo>
                            <a:pt x="287" y="829"/>
                          </a:lnTo>
                          <a:lnTo>
                            <a:pt x="267" y="822"/>
                          </a:lnTo>
                          <a:lnTo>
                            <a:pt x="248" y="813"/>
                          </a:lnTo>
                          <a:lnTo>
                            <a:pt x="230" y="804"/>
                          </a:lnTo>
                          <a:lnTo>
                            <a:pt x="212" y="794"/>
                          </a:lnTo>
                          <a:lnTo>
                            <a:pt x="194" y="784"/>
                          </a:lnTo>
                          <a:lnTo>
                            <a:pt x="177" y="772"/>
                          </a:lnTo>
                          <a:lnTo>
                            <a:pt x="161" y="759"/>
                          </a:lnTo>
                          <a:lnTo>
                            <a:pt x="145" y="747"/>
                          </a:lnTo>
                          <a:lnTo>
                            <a:pt x="130" y="733"/>
                          </a:lnTo>
                          <a:lnTo>
                            <a:pt x="115" y="718"/>
                          </a:lnTo>
                          <a:lnTo>
                            <a:pt x="102" y="703"/>
                          </a:lnTo>
                          <a:lnTo>
                            <a:pt x="89" y="687"/>
                          </a:lnTo>
                          <a:lnTo>
                            <a:pt x="77" y="670"/>
                          </a:lnTo>
                          <a:lnTo>
                            <a:pt x="66" y="653"/>
                          </a:lnTo>
                          <a:lnTo>
                            <a:pt x="55" y="635"/>
                          </a:lnTo>
                          <a:lnTo>
                            <a:pt x="45" y="617"/>
                          </a:lnTo>
                          <a:lnTo>
                            <a:pt x="36" y="599"/>
                          </a:lnTo>
                          <a:lnTo>
                            <a:pt x="28" y="580"/>
                          </a:lnTo>
                          <a:lnTo>
                            <a:pt x="21" y="560"/>
                          </a:lnTo>
                          <a:lnTo>
                            <a:pt x="15" y="540"/>
                          </a:lnTo>
                          <a:lnTo>
                            <a:pt x="9" y="520"/>
                          </a:lnTo>
                          <a:lnTo>
                            <a:pt x="6" y="498"/>
                          </a:lnTo>
                          <a:lnTo>
                            <a:pt x="3" y="477"/>
                          </a:lnTo>
                          <a:lnTo>
                            <a:pt x="1" y="456"/>
                          </a:lnTo>
                          <a:lnTo>
                            <a:pt x="0" y="434"/>
                          </a:lnTo>
                          <a:lnTo>
                            <a:pt x="0" y="411"/>
                          </a:lnTo>
                          <a:lnTo>
                            <a:pt x="1" y="390"/>
                          </a:lnTo>
                          <a:lnTo>
                            <a:pt x="3" y="369"/>
                          </a:lnTo>
                          <a:lnTo>
                            <a:pt x="7" y="348"/>
                          </a:lnTo>
                          <a:lnTo>
                            <a:pt x="11" y="328"/>
                          </a:lnTo>
                          <a:lnTo>
                            <a:pt x="17" y="307"/>
                          </a:lnTo>
                          <a:lnTo>
                            <a:pt x="23" y="287"/>
                          </a:lnTo>
                          <a:lnTo>
                            <a:pt x="30" y="267"/>
                          </a:lnTo>
                          <a:lnTo>
                            <a:pt x="38" y="248"/>
                          </a:lnTo>
                          <a:lnTo>
                            <a:pt x="47" y="230"/>
                          </a:lnTo>
                          <a:lnTo>
                            <a:pt x="57" y="212"/>
                          </a:lnTo>
                          <a:lnTo>
                            <a:pt x="68" y="194"/>
                          </a:lnTo>
                          <a:lnTo>
                            <a:pt x="79" y="178"/>
                          </a:lnTo>
                          <a:lnTo>
                            <a:pt x="92" y="161"/>
                          </a:lnTo>
                          <a:lnTo>
                            <a:pt x="105" y="145"/>
                          </a:lnTo>
                          <a:lnTo>
                            <a:pt x="119" y="130"/>
                          </a:lnTo>
                          <a:lnTo>
                            <a:pt x="133" y="115"/>
                          </a:lnTo>
                          <a:lnTo>
                            <a:pt x="149" y="103"/>
                          </a:lnTo>
                          <a:lnTo>
                            <a:pt x="164" y="89"/>
                          </a:lnTo>
                          <a:lnTo>
                            <a:pt x="181" y="77"/>
                          </a:lnTo>
                          <a:lnTo>
                            <a:pt x="198" y="66"/>
                          </a:lnTo>
                          <a:lnTo>
                            <a:pt x="216" y="55"/>
                          </a:lnTo>
                          <a:lnTo>
                            <a:pt x="234" y="45"/>
                          </a:lnTo>
                          <a:lnTo>
                            <a:pt x="253" y="36"/>
                          </a:lnTo>
                          <a:lnTo>
                            <a:pt x="273" y="28"/>
                          </a:lnTo>
                          <a:lnTo>
                            <a:pt x="292" y="21"/>
                          </a:lnTo>
                          <a:lnTo>
                            <a:pt x="312" y="16"/>
                          </a:lnTo>
                          <a:lnTo>
                            <a:pt x="333" y="10"/>
                          </a:lnTo>
                          <a:lnTo>
                            <a:pt x="353" y="6"/>
                          </a:lnTo>
                          <a:lnTo>
                            <a:pt x="375" y="3"/>
                          </a:lnTo>
                          <a:lnTo>
                            <a:pt x="397" y="1"/>
                          </a:lnTo>
                          <a:lnTo>
                            <a:pt x="418" y="0"/>
                          </a:lnTo>
                          <a:close/>
                        </a:path>
                      </a:pathLst>
                    </a:custGeom>
                    <a:solidFill>
                      <a:srgbClr val="DC2B19"/>
                    </a:solidFill>
                    <a:ln>
                      <a:noFill/>
                    </a:ln>
                  </p:spPr>
                  <p:txBody>
                    <a:bodyPr/>
                    <a:lstStyle/>
                    <a:p>
                      <a:pPr>
                        <a:defRPr/>
                      </a:pPr>
                      <a:endParaRPr lang="en-US" sz="1050">
                        <a:latin typeface="+mj-lt"/>
                      </a:endParaRPr>
                    </a:p>
                  </p:txBody>
                </p:sp>
                <p:sp>
                  <p:nvSpPr>
                    <p:cNvPr id="41216" name="Freeform 682">
                      <a:extLst>
                        <a:ext uri="{FF2B5EF4-FFF2-40B4-BE49-F238E27FC236}">
                          <a16:creationId xmlns="" xmlns:a16="http://schemas.microsoft.com/office/drawing/2014/main" id="{DCD029AD-2765-501C-D860-8E58759B30D1}"/>
                        </a:ext>
                      </a:extLst>
                    </p:cNvPr>
                    <p:cNvSpPr>
                      <a:spLocks/>
                    </p:cNvSpPr>
                    <p:nvPr/>
                  </p:nvSpPr>
                  <p:spPr bwMode="auto">
                    <a:xfrm>
                      <a:off x="2768" y="1388"/>
                      <a:ext cx="88" cy="84"/>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529" y="511"/>
                          </a:moveTo>
                          <a:lnTo>
                            <a:pt x="529" y="511"/>
                          </a:lnTo>
                          <a:lnTo>
                            <a:pt x="528" y="484"/>
                          </a:lnTo>
                          <a:lnTo>
                            <a:pt x="526" y="458"/>
                          </a:lnTo>
                          <a:lnTo>
                            <a:pt x="521" y="432"/>
                          </a:lnTo>
                          <a:lnTo>
                            <a:pt x="516" y="406"/>
                          </a:lnTo>
                          <a:lnTo>
                            <a:pt x="511" y="381"/>
                          </a:lnTo>
                          <a:lnTo>
                            <a:pt x="503" y="357"/>
                          </a:lnTo>
                          <a:lnTo>
                            <a:pt x="494" y="332"/>
                          </a:lnTo>
                          <a:lnTo>
                            <a:pt x="484" y="309"/>
                          </a:lnTo>
                          <a:lnTo>
                            <a:pt x="474" y="287"/>
                          </a:lnTo>
                          <a:lnTo>
                            <a:pt x="462" y="265"/>
                          </a:lnTo>
                          <a:lnTo>
                            <a:pt x="449" y="242"/>
                          </a:lnTo>
                          <a:lnTo>
                            <a:pt x="434" y="222"/>
                          </a:lnTo>
                          <a:lnTo>
                            <a:pt x="421" y="202"/>
                          </a:lnTo>
                          <a:lnTo>
                            <a:pt x="405" y="183"/>
                          </a:lnTo>
                          <a:lnTo>
                            <a:pt x="388" y="164"/>
                          </a:lnTo>
                          <a:lnTo>
                            <a:pt x="370" y="146"/>
                          </a:lnTo>
                          <a:lnTo>
                            <a:pt x="352" y="129"/>
                          </a:lnTo>
                          <a:lnTo>
                            <a:pt x="332" y="113"/>
                          </a:lnTo>
                          <a:lnTo>
                            <a:pt x="312" y="98"/>
                          </a:lnTo>
                          <a:lnTo>
                            <a:pt x="292" y="84"/>
                          </a:lnTo>
                          <a:lnTo>
                            <a:pt x="271" y="70"/>
                          </a:lnTo>
                          <a:lnTo>
                            <a:pt x="249" y="59"/>
                          </a:lnTo>
                          <a:lnTo>
                            <a:pt x="226" y="48"/>
                          </a:lnTo>
                          <a:lnTo>
                            <a:pt x="203" y="38"/>
                          </a:lnTo>
                          <a:lnTo>
                            <a:pt x="178" y="29"/>
                          </a:lnTo>
                          <a:lnTo>
                            <a:pt x="154" y="21"/>
                          </a:lnTo>
                          <a:lnTo>
                            <a:pt x="130" y="14"/>
                          </a:lnTo>
                          <a:lnTo>
                            <a:pt x="104" y="9"/>
                          </a:lnTo>
                          <a:lnTo>
                            <a:pt x="79" y="5"/>
                          </a:lnTo>
                          <a:lnTo>
                            <a:pt x="52" y="1"/>
                          </a:lnTo>
                          <a:lnTo>
                            <a:pt x="27" y="0"/>
                          </a:lnTo>
                          <a:lnTo>
                            <a:pt x="0" y="0"/>
                          </a:lnTo>
                          <a:lnTo>
                            <a:pt x="3" y="187"/>
                          </a:lnTo>
                          <a:lnTo>
                            <a:pt x="20" y="187"/>
                          </a:lnTo>
                          <a:lnTo>
                            <a:pt x="37" y="188"/>
                          </a:lnTo>
                          <a:lnTo>
                            <a:pt x="54" y="190"/>
                          </a:lnTo>
                          <a:lnTo>
                            <a:pt x="70" y="192"/>
                          </a:lnTo>
                          <a:lnTo>
                            <a:pt x="86" y="197"/>
                          </a:lnTo>
                          <a:lnTo>
                            <a:pt x="102" y="200"/>
                          </a:lnTo>
                          <a:lnTo>
                            <a:pt x="118" y="205"/>
                          </a:lnTo>
                          <a:lnTo>
                            <a:pt x="133" y="212"/>
                          </a:lnTo>
                          <a:lnTo>
                            <a:pt x="148" y="218"/>
                          </a:lnTo>
                          <a:lnTo>
                            <a:pt x="163" y="224"/>
                          </a:lnTo>
                          <a:lnTo>
                            <a:pt x="176" y="233"/>
                          </a:lnTo>
                          <a:lnTo>
                            <a:pt x="190" y="240"/>
                          </a:lnTo>
                          <a:lnTo>
                            <a:pt x="203" y="250"/>
                          </a:lnTo>
                          <a:lnTo>
                            <a:pt x="216" y="259"/>
                          </a:lnTo>
                          <a:lnTo>
                            <a:pt x="228" y="270"/>
                          </a:lnTo>
                          <a:lnTo>
                            <a:pt x="240" y="280"/>
                          </a:lnTo>
                          <a:lnTo>
                            <a:pt x="252" y="292"/>
                          </a:lnTo>
                          <a:lnTo>
                            <a:pt x="262" y="304"/>
                          </a:lnTo>
                          <a:lnTo>
                            <a:pt x="272" y="317"/>
                          </a:lnTo>
                          <a:lnTo>
                            <a:pt x="281" y="329"/>
                          </a:lnTo>
                          <a:lnTo>
                            <a:pt x="291" y="343"/>
                          </a:lnTo>
                          <a:lnTo>
                            <a:pt x="300" y="357"/>
                          </a:lnTo>
                          <a:lnTo>
                            <a:pt x="307" y="371"/>
                          </a:lnTo>
                          <a:lnTo>
                            <a:pt x="313" y="386"/>
                          </a:lnTo>
                          <a:lnTo>
                            <a:pt x="320" y="400"/>
                          </a:lnTo>
                          <a:lnTo>
                            <a:pt x="325" y="415"/>
                          </a:lnTo>
                          <a:lnTo>
                            <a:pt x="330" y="431"/>
                          </a:lnTo>
                          <a:lnTo>
                            <a:pt x="335" y="447"/>
                          </a:lnTo>
                          <a:lnTo>
                            <a:pt x="338" y="463"/>
                          </a:lnTo>
                          <a:lnTo>
                            <a:pt x="340" y="480"/>
                          </a:lnTo>
                          <a:lnTo>
                            <a:pt x="341" y="497"/>
                          </a:lnTo>
                          <a:lnTo>
                            <a:pt x="342" y="514"/>
                          </a:lnTo>
                          <a:lnTo>
                            <a:pt x="529" y="511"/>
                          </a:lnTo>
                          <a:close/>
                        </a:path>
                      </a:pathLst>
                    </a:custGeom>
                    <a:solidFill>
                      <a:srgbClr val="EF2B2F"/>
                    </a:solidFill>
                    <a:ln>
                      <a:noFill/>
                    </a:ln>
                  </p:spPr>
                  <p:txBody>
                    <a:bodyPr/>
                    <a:lstStyle/>
                    <a:p>
                      <a:pPr>
                        <a:defRPr/>
                      </a:pPr>
                      <a:endParaRPr lang="en-US" sz="1050">
                        <a:latin typeface="+mj-lt"/>
                      </a:endParaRPr>
                    </a:p>
                  </p:txBody>
                </p:sp>
                <p:sp>
                  <p:nvSpPr>
                    <p:cNvPr id="41217" name="Freeform 683">
                      <a:extLst>
                        <a:ext uri="{FF2B5EF4-FFF2-40B4-BE49-F238E27FC236}">
                          <a16:creationId xmlns="" xmlns:a16="http://schemas.microsoft.com/office/drawing/2014/main" id="{AD34F615-7505-55BA-103F-0B5952091AC0}"/>
                        </a:ext>
                      </a:extLst>
                    </p:cNvPr>
                    <p:cNvSpPr>
                      <a:spLocks/>
                    </p:cNvSpPr>
                    <p:nvPr/>
                  </p:nvSpPr>
                  <p:spPr bwMode="auto">
                    <a:xfrm>
                      <a:off x="2773" y="1472"/>
                      <a:ext cx="84" cy="88"/>
                    </a:xfrm>
                    <a:custGeom>
                      <a:avLst/>
                      <a:gdLst>
                        <a:gd name="T0" fmla="*/ 0 w 513"/>
                        <a:gd name="T1" fmla="*/ 0 h 528"/>
                        <a:gd name="T2" fmla="*/ 0 w 513"/>
                        <a:gd name="T3" fmla="*/ 0 h 528"/>
                        <a:gd name="T4" fmla="*/ 0 w 513"/>
                        <a:gd name="T5" fmla="*/ 0 h 528"/>
                        <a:gd name="T6" fmla="*/ 0 w 513"/>
                        <a:gd name="T7" fmla="*/ 0 h 528"/>
                        <a:gd name="T8" fmla="*/ 0 w 513"/>
                        <a:gd name="T9" fmla="*/ 0 h 528"/>
                        <a:gd name="T10" fmla="*/ 0 w 513"/>
                        <a:gd name="T11" fmla="*/ 0 h 528"/>
                        <a:gd name="T12" fmla="*/ 0 w 513"/>
                        <a:gd name="T13" fmla="*/ 0 h 528"/>
                        <a:gd name="T14" fmla="*/ 0 w 513"/>
                        <a:gd name="T15" fmla="*/ 0 h 528"/>
                        <a:gd name="T16" fmla="*/ 0 w 513"/>
                        <a:gd name="T17" fmla="*/ 0 h 528"/>
                        <a:gd name="T18" fmla="*/ 0 w 513"/>
                        <a:gd name="T19" fmla="*/ 0 h 528"/>
                        <a:gd name="T20" fmla="*/ 0 w 513"/>
                        <a:gd name="T21" fmla="*/ 0 h 528"/>
                        <a:gd name="T22" fmla="*/ 0 w 513"/>
                        <a:gd name="T23" fmla="*/ 0 h 528"/>
                        <a:gd name="T24" fmla="*/ 0 w 513"/>
                        <a:gd name="T25" fmla="*/ 0 h 528"/>
                        <a:gd name="T26" fmla="*/ 0 w 513"/>
                        <a:gd name="T27" fmla="*/ 0 h 528"/>
                        <a:gd name="T28" fmla="*/ 0 w 513"/>
                        <a:gd name="T29" fmla="*/ 0 h 528"/>
                        <a:gd name="T30" fmla="*/ 0 w 513"/>
                        <a:gd name="T31" fmla="*/ 0 h 528"/>
                        <a:gd name="T32" fmla="*/ 0 w 513"/>
                        <a:gd name="T33" fmla="*/ 0 h 528"/>
                        <a:gd name="T34" fmla="*/ 0 w 513"/>
                        <a:gd name="T35" fmla="*/ 0 h 528"/>
                        <a:gd name="T36" fmla="*/ 0 w 513"/>
                        <a:gd name="T37" fmla="*/ 0 h 528"/>
                        <a:gd name="T38" fmla="*/ 0 w 513"/>
                        <a:gd name="T39" fmla="*/ 0 h 528"/>
                        <a:gd name="T40" fmla="*/ 0 w 513"/>
                        <a:gd name="T41" fmla="*/ 0 h 528"/>
                        <a:gd name="T42" fmla="*/ 0 w 513"/>
                        <a:gd name="T43" fmla="*/ 0 h 528"/>
                        <a:gd name="T44" fmla="*/ 0 w 513"/>
                        <a:gd name="T45" fmla="*/ 0 h 528"/>
                        <a:gd name="T46" fmla="*/ 0 w 513"/>
                        <a:gd name="T47" fmla="*/ 0 h 528"/>
                        <a:gd name="T48" fmla="*/ 0 w 513"/>
                        <a:gd name="T49" fmla="*/ 0 h 528"/>
                        <a:gd name="T50" fmla="*/ 0 w 513"/>
                        <a:gd name="T51" fmla="*/ 0 h 528"/>
                        <a:gd name="T52" fmla="*/ 0 w 513"/>
                        <a:gd name="T53" fmla="*/ 0 h 528"/>
                        <a:gd name="T54" fmla="*/ 0 w 513"/>
                        <a:gd name="T55" fmla="*/ 0 h 528"/>
                        <a:gd name="T56" fmla="*/ 0 w 513"/>
                        <a:gd name="T57" fmla="*/ 0 h 528"/>
                        <a:gd name="T58" fmla="*/ 0 w 513"/>
                        <a:gd name="T59" fmla="*/ 0 h 528"/>
                        <a:gd name="T60" fmla="*/ 0 w 513"/>
                        <a:gd name="T61" fmla="*/ 0 h 528"/>
                        <a:gd name="T62" fmla="*/ 0 w 513"/>
                        <a:gd name="T63" fmla="*/ 0 h 528"/>
                        <a:gd name="T64" fmla="*/ 0 w 513"/>
                        <a:gd name="T65" fmla="*/ 0 h 528"/>
                        <a:gd name="T66" fmla="*/ 0 w 513"/>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3"/>
                        <a:gd name="T103" fmla="*/ 0 h 528"/>
                        <a:gd name="T104" fmla="*/ 513 w 513"/>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3" h="528">
                          <a:moveTo>
                            <a:pt x="2" y="528"/>
                          </a:moveTo>
                          <a:lnTo>
                            <a:pt x="2" y="528"/>
                          </a:lnTo>
                          <a:lnTo>
                            <a:pt x="29" y="528"/>
                          </a:lnTo>
                          <a:lnTo>
                            <a:pt x="55" y="525"/>
                          </a:lnTo>
                          <a:lnTo>
                            <a:pt x="82" y="522"/>
                          </a:lnTo>
                          <a:lnTo>
                            <a:pt x="107" y="516"/>
                          </a:lnTo>
                          <a:lnTo>
                            <a:pt x="132" y="510"/>
                          </a:lnTo>
                          <a:lnTo>
                            <a:pt x="156" y="503"/>
                          </a:lnTo>
                          <a:lnTo>
                            <a:pt x="181" y="494"/>
                          </a:lnTo>
                          <a:lnTo>
                            <a:pt x="204" y="483"/>
                          </a:lnTo>
                          <a:lnTo>
                            <a:pt x="227" y="473"/>
                          </a:lnTo>
                          <a:lnTo>
                            <a:pt x="250" y="461"/>
                          </a:lnTo>
                          <a:lnTo>
                            <a:pt x="271" y="448"/>
                          </a:lnTo>
                          <a:lnTo>
                            <a:pt x="292" y="435"/>
                          </a:lnTo>
                          <a:lnTo>
                            <a:pt x="312" y="420"/>
                          </a:lnTo>
                          <a:lnTo>
                            <a:pt x="331" y="404"/>
                          </a:lnTo>
                          <a:lnTo>
                            <a:pt x="349" y="387"/>
                          </a:lnTo>
                          <a:lnTo>
                            <a:pt x="367" y="369"/>
                          </a:lnTo>
                          <a:lnTo>
                            <a:pt x="384" y="351"/>
                          </a:lnTo>
                          <a:lnTo>
                            <a:pt x="400" y="332"/>
                          </a:lnTo>
                          <a:lnTo>
                            <a:pt x="415" y="312"/>
                          </a:lnTo>
                          <a:lnTo>
                            <a:pt x="429" y="291"/>
                          </a:lnTo>
                          <a:lnTo>
                            <a:pt x="443" y="270"/>
                          </a:lnTo>
                          <a:lnTo>
                            <a:pt x="455" y="248"/>
                          </a:lnTo>
                          <a:lnTo>
                            <a:pt x="466" y="226"/>
                          </a:lnTo>
                          <a:lnTo>
                            <a:pt x="476" y="202"/>
                          </a:lnTo>
                          <a:lnTo>
                            <a:pt x="484" y="178"/>
                          </a:lnTo>
                          <a:lnTo>
                            <a:pt x="493" y="154"/>
                          </a:lnTo>
                          <a:lnTo>
                            <a:pt x="499" y="129"/>
                          </a:lnTo>
                          <a:lnTo>
                            <a:pt x="504" y="105"/>
                          </a:lnTo>
                          <a:lnTo>
                            <a:pt x="509" y="78"/>
                          </a:lnTo>
                          <a:lnTo>
                            <a:pt x="512" y="53"/>
                          </a:lnTo>
                          <a:lnTo>
                            <a:pt x="513" y="26"/>
                          </a:lnTo>
                          <a:lnTo>
                            <a:pt x="513" y="0"/>
                          </a:lnTo>
                          <a:lnTo>
                            <a:pt x="326" y="3"/>
                          </a:lnTo>
                          <a:lnTo>
                            <a:pt x="326" y="20"/>
                          </a:lnTo>
                          <a:lnTo>
                            <a:pt x="325" y="37"/>
                          </a:lnTo>
                          <a:lnTo>
                            <a:pt x="324" y="54"/>
                          </a:lnTo>
                          <a:lnTo>
                            <a:pt x="321" y="70"/>
                          </a:lnTo>
                          <a:lnTo>
                            <a:pt x="318" y="86"/>
                          </a:lnTo>
                          <a:lnTo>
                            <a:pt x="313" y="102"/>
                          </a:lnTo>
                          <a:lnTo>
                            <a:pt x="308" y="117"/>
                          </a:lnTo>
                          <a:lnTo>
                            <a:pt x="303" y="132"/>
                          </a:lnTo>
                          <a:lnTo>
                            <a:pt x="296" y="147"/>
                          </a:lnTo>
                          <a:lnTo>
                            <a:pt x="289" y="162"/>
                          </a:lnTo>
                          <a:lnTo>
                            <a:pt x="281" y="176"/>
                          </a:lnTo>
                          <a:lnTo>
                            <a:pt x="273" y="190"/>
                          </a:lnTo>
                          <a:lnTo>
                            <a:pt x="263" y="203"/>
                          </a:lnTo>
                          <a:lnTo>
                            <a:pt x="254" y="216"/>
                          </a:lnTo>
                          <a:lnTo>
                            <a:pt x="243" y="228"/>
                          </a:lnTo>
                          <a:lnTo>
                            <a:pt x="233" y="239"/>
                          </a:lnTo>
                          <a:lnTo>
                            <a:pt x="222" y="251"/>
                          </a:lnTo>
                          <a:lnTo>
                            <a:pt x="209" y="262"/>
                          </a:lnTo>
                          <a:lnTo>
                            <a:pt x="196" y="271"/>
                          </a:lnTo>
                          <a:lnTo>
                            <a:pt x="184" y="282"/>
                          </a:lnTo>
                          <a:lnTo>
                            <a:pt x="171" y="290"/>
                          </a:lnTo>
                          <a:lnTo>
                            <a:pt x="157" y="299"/>
                          </a:lnTo>
                          <a:lnTo>
                            <a:pt x="142" y="306"/>
                          </a:lnTo>
                          <a:lnTo>
                            <a:pt x="128" y="314"/>
                          </a:lnTo>
                          <a:lnTo>
                            <a:pt x="114" y="320"/>
                          </a:lnTo>
                          <a:lnTo>
                            <a:pt x="98" y="324"/>
                          </a:lnTo>
                          <a:lnTo>
                            <a:pt x="82" y="330"/>
                          </a:lnTo>
                          <a:lnTo>
                            <a:pt x="66" y="334"/>
                          </a:lnTo>
                          <a:lnTo>
                            <a:pt x="50" y="337"/>
                          </a:lnTo>
                          <a:lnTo>
                            <a:pt x="34" y="339"/>
                          </a:lnTo>
                          <a:lnTo>
                            <a:pt x="17" y="341"/>
                          </a:lnTo>
                          <a:lnTo>
                            <a:pt x="0" y="342"/>
                          </a:lnTo>
                          <a:lnTo>
                            <a:pt x="2" y="528"/>
                          </a:lnTo>
                          <a:close/>
                        </a:path>
                      </a:pathLst>
                    </a:custGeom>
                    <a:solidFill>
                      <a:srgbClr val="EF2B2F"/>
                    </a:solidFill>
                    <a:ln>
                      <a:noFill/>
                    </a:ln>
                  </p:spPr>
                  <p:txBody>
                    <a:bodyPr/>
                    <a:lstStyle/>
                    <a:p>
                      <a:pPr>
                        <a:defRPr/>
                      </a:pPr>
                      <a:endParaRPr lang="en-US" sz="1050">
                        <a:latin typeface="+mj-lt"/>
                      </a:endParaRPr>
                    </a:p>
                  </p:txBody>
                </p:sp>
                <p:sp>
                  <p:nvSpPr>
                    <p:cNvPr id="41218" name="Freeform 684">
                      <a:extLst>
                        <a:ext uri="{FF2B5EF4-FFF2-40B4-BE49-F238E27FC236}">
                          <a16:creationId xmlns="" xmlns:a16="http://schemas.microsoft.com/office/drawing/2014/main" id="{ABC4BB62-37F1-74DF-5435-3EFBCFF9FE3A}"/>
                        </a:ext>
                      </a:extLst>
                    </p:cNvPr>
                    <p:cNvSpPr>
                      <a:spLocks/>
                    </p:cNvSpPr>
                    <p:nvPr/>
                  </p:nvSpPr>
                  <p:spPr bwMode="auto">
                    <a:xfrm>
                      <a:off x="2685" y="1476"/>
                      <a:ext cx="88" cy="84"/>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0" y="2"/>
                          </a:moveTo>
                          <a:lnTo>
                            <a:pt x="0" y="2"/>
                          </a:lnTo>
                          <a:lnTo>
                            <a:pt x="1" y="29"/>
                          </a:lnTo>
                          <a:lnTo>
                            <a:pt x="3" y="55"/>
                          </a:lnTo>
                          <a:lnTo>
                            <a:pt x="8" y="81"/>
                          </a:lnTo>
                          <a:lnTo>
                            <a:pt x="13" y="107"/>
                          </a:lnTo>
                          <a:lnTo>
                            <a:pt x="18" y="132"/>
                          </a:lnTo>
                          <a:lnTo>
                            <a:pt x="26" y="157"/>
                          </a:lnTo>
                          <a:lnTo>
                            <a:pt x="35" y="180"/>
                          </a:lnTo>
                          <a:lnTo>
                            <a:pt x="45" y="204"/>
                          </a:lnTo>
                          <a:lnTo>
                            <a:pt x="55" y="227"/>
                          </a:lnTo>
                          <a:lnTo>
                            <a:pt x="67" y="249"/>
                          </a:lnTo>
                          <a:lnTo>
                            <a:pt x="80" y="270"/>
                          </a:lnTo>
                          <a:lnTo>
                            <a:pt x="95" y="291"/>
                          </a:lnTo>
                          <a:lnTo>
                            <a:pt x="109" y="312"/>
                          </a:lnTo>
                          <a:lnTo>
                            <a:pt x="124" y="331"/>
                          </a:lnTo>
                          <a:lnTo>
                            <a:pt x="141" y="349"/>
                          </a:lnTo>
                          <a:lnTo>
                            <a:pt x="160" y="367"/>
                          </a:lnTo>
                          <a:lnTo>
                            <a:pt x="178" y="384"/>
                          </a:lnTo>
                          <a:lnTo>
                            <a:pt x="197" y="400"/>
                          </a:lnTo>
                          <a:lnTo>
                            <a:pt x="217" y="414"/>
                          </a:lnTo>
                          <a:lnTo>
                            <a:pt x="237" y="429"/>
                          </a:lnTo>
                          <a:lnTo>
                            <a:pt x="258" y="442"/>
                          </a:lnTo>
                          <a:lnTo>
                            <a:pt x="281" y="455"/>
                          </a:lnTo>
                          <a:lnTo>
                            <a:pt x="304" y="465"/>
                          </a:lnTo>
                          <a:lnTo>
                            <a:pt x="326" y="475"/>
                          </a:lnTo>
                          <a:lnTo>
                            <a:pt x="351" y="484"/>
                          </a:lnTo>
                          <a:lnTo>
                            <a:pt x="375" y="492"/>
                          </a:lnTo>
                          <a:lnTo>
                            <a:pt x="400" y="499"/>
                          </a:lnTo>
                          <a:lnTo>
                            <a:pt x="425" y="504"/>
                          </a:lnTo>
                          <a:lnTo>
                            <a:pt x="451" y="508"/>
                          </a:lnTo>
                          <a:lnTo>
                            <a:pt x="477" y="511"/>
                          </a:lnTo>
                          <a:lnTo>
                            <a:pt x="504" y="513"/>
                          </a:lnTo>
                          <a:lnTo>
                            <a:pt x="529" y="512"/>
                          </a:lnTo>
                          <a:lnTo>
                            <a:pt x="527" y="326"/>
                          </a:lnTo>
                          <a:lnTo>
                            <a:pt x="509" y="325"/>
                          </a:lnTo>
                          <a:lnTo>
                            <a:pt x="492" y="324"/>
                          </a:lnTo>
                          <a:lnTo>
                            <a:pt x="476" y="323"/>
                          </a:lnTo>
                          <a:lnTo>
                            <a:pt x="459" y="320"/>
                          </a:lnTo>
                          <a:lnTo>
                            <a:pt x="443" y="317"/>
                          </a:lnTo>
                          <a:lnTo>
                            <a:pt x="427" y="313"/>
                          </a:lnTo>
                          <a:lnTo>
                            <a:pt x="411" y="308"/>
                          </a:lnTo>
                          <a:lnTo>
                            <a:pt x="396" y="302"/>
                          </a:lnTo>
                          <a:lnTo>
                            <a:pt x="381" y="296"/>
                          </a:lnTo>
                          <a:lnTo>
                            <a:pt x="367" y="288"/>
                          </a:lnTo>
                          <a:lnTo>
                            <a:pt x="353" y="281"/>
                          </a:lnTo>
                          <a:lnTo>
                            <a:pt x="339" y="272"/>
                          </a:lnTo>
                          <a:lnTo>
                            <a:pt x="326" y="264"/>
                          </a:lnTo>
                          <a:lnTo>
                            <a:pt x="314" y="253"/>
                          </a:lnTo>
                          <a:lnTo>
                            <a:pt x="301" y="244"/>
                          </a:lnTo>
                          <a:lnTo>
                            <a:pt x="289" y="232"/>
                          </a:lnTo>
                          <a:lnTo>
                            <a:pt x="277" y="221"/>
                          </a:lnTo>
                          <a:lnTo>
                            <a:pt x="267" y="210"/>
                          </a:lnTo>
                          <a:lnTo>
                            <a:pt x="257" y="197"/>
                          </a:lnTo>
                          <a:lnTo>
                            <a:pt x="248" y="184"/>
                          </a:lnTo>
                          <a:lnTo>
                            <a:pt x="238" y="170"/>
                          </a:lnTo>
                          <a:lnTo>
                            <a:pt x="230" y="157"/>
                          </a:lnTo>
                          <a:lnTo>
                            <a:pt x="222" y="143"/>
                          </a:lnTo>
                          <a:lnTo>
                            <a:pt x="216" y="128"/>
                          </a:lnTo>
                          <a:lnTo>
                            <a:pt x="209" y="113"/>
                          </a:lnTo>
                          <a:lnTo>
                            <a:pt x="204" y="97"/>
                          </a:lnTo>
                          <a:lnTo>
                            <a:pt x="199" y="82"/>
                          </a:lnTo>
                          <a:lnTo>
                            <a:pt x="195" y="65"/>
                          </a:lnTo>
                          <a:lnTo>
                            <a:pt x="191" y="49"/>
                          </a:lnTo>
                          <a:lnTo>
                            <a:pt x="189" y="34"/>
                          </a:lnTo>
                          <a:lnTo>
                            <a:pt x="188" y="17"/>
                          </a:lnTo>
                          <a:lnTo>
                            <a:pt x="187" y="0"/>
                          </a:lnTo>
                          <a:lnTo>
                            <a:pt x="0" y="2"/>
                          </a:lnTo>
                          <a:close/>
                        </a:path>
                      </a:pathLst>
                    </a:custGeom>
                    <a:solidFill>
                      <a:srgbClr val="EF2B2F"/>
                    </a:solidFill>
                    <a:ln>
                      <a:noFill/>
                    </a:ln>
                  </p:spPr>
                  <p:txBody>
                    <a:bodyPr/>
                    <a:lstStyle/>
                    <a:p>
                      <a:pPr>
                        <a:defRPr/>
                      </a:pPr>
                      <a:endParaRPr lang="en-US" sz="1050">
                        <a:latin typeface="+mj-lt"/>
                      </a:endParaRPr>
                    </a:p>
                  </p:txBody>
                </p:sp>
                <p:sp>
                  <p:nvSpPr>
                    <p:cNvPr id="41219" name="Freeform 685">
                      <a:extLst>
                        <a:ext uri="{FF2B5EF4-FFF2-40B4-BE49-F238E27FC236}">
                          <a16:creationId xmlns="" xmlns:a16="http://schemas.microsoft.com/office/drawing/2014/main" id="{246FC6B0-863D-35D6-DF76-220F3536862F}"/>
                        </a:ext>
                      </a:extLst>
                    </p:cNvPr>
                    <p:cNvSpPr>
                      <a:spLocks/>
                    </p:cNvSpPr>
                    <p:nvPr/>
                  </p:nvSpPr>
                  <p:spPr bwMode="auto">
                    <a:xfrm>
                      <a:off x="2685" y="1388"/>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4" y="1"/>
                          </a:lnTo>
                          <a:lnTo>
                            <a:pt x="458" y="4"/>
                          </a:lnTo>
                          <a:lnTo>
                            <a:pt x="431" y="8"/>
                          </a:lnTo>
                          <a:lnTo>
                            <a:pt x="406" y="13"/>
                          </a:lnTo>
                          <a:lnTo>
                            <a:pt x="381" y="19"/>
                          </a:lnTo>
                          <a:lnTo>
                            <a:pt x="357" y="26"/>
                          </a:lnTo>
                          <a:lnTo>
                            <a:pt x="333" y="35"/>
                          </a:lnTo>
                          <a:lnTo>
                            <a:pt x="309" y="45"/>
                          </a:lnTo>
                          <a:lnTo>
                            <a:pt x="286" y="56"/>
                          </a:lnTo>
                          <a:lnTo>
                            <a:pt x="264" y="68"/>
                          </a:lnTo>
                          <a:lnTo>
                            <a:pt x="242" y="81"/>
                          </a:lnTo>
                          <a:lnTo>
                            <a:pt x="221" y="95"/>
                          </a:lnTo>
                          <a:lnTo>
                            <a:pt x="201" y="110"/>
                          </a:lnTo>
                          <a:lnTo>
                            <a:pt x="182" y="126"/>
                          </a:lnTo>
                          <a:lnTo>
                            <a:pt x="164" y="141"/>
                          </a:lnTo>
                          <a:lnTo>
                            <a:pt x="146" y="160"/>
                          </a:lnTo>
                          <a:lnTo>
                            <a:pt x="129" y="178"/>
                          </a:lnTo>
                          <a:lnTo>
                            <a:pt x="113" y="197"/>
                          </a:lnTo>
                          <a:lnTo>
                            <a:pt x="98" y="217"/>
                          </a:lnTo>
                          <a:lnTo>
                            <a:pt x="84" y="238"/>
                          </a:lnTo>
                          <a:lnTo>
                            <a:pt x="70" y="259"/>
                          </a:lnTo>
                          <a:lnTo>
                            <a:pt x="59" y="280"/>
                          </a:lnTo>
                          <a:lnTo>
                            <a:pt x="47" y="304"/>
                          </a:lnTo>
                          <a:lnTo>
                            <a:pt x="37" y="327"/>
                          </a:lnTo>
                          <a:lnTo>
                            <a:pt x="29" y="350"/>
                          </a:lnTo>
                          <a:lnTo>
                            <a:pt x="20" y="375"/>
                          </a:lnTo>
                          <a:lnTo>
                            <a:pt x="14" y="399"/>
                          </a:lnTo>
                          <a:lnTo>
                            <a:pt x="9" y="425"/>
                          </a:lnTo>
                          <a:lnTo>
                            <a:pt x="4" y="450"/>
                          </a:lnTo>
                          <a:lnTo>
                            <a:pt x="1" y="477"/>
                          </a:lnTo>
                          <a:lnTo>
                            <a:pt x="0" y="503"/>
                          </a:lnTo>
                          <a:lnTo>
                            <a:pt x="0" y="529"/>
                          </a:lnTo>
                          <a:lnTo>
                            <a:pt x="187" y="527"/>
                          </a:lnTo>
                          <a:lnTo>
                            <a:pt x="187" y="509"/>
                          </a:lnTo>
                          <a:lnTo>
                            <a:pt x="188" y="492"/>
                          </a:lnTo>
                          <a:lnTo>
                            <a:pt x="190" y="476"/>
                          </a:lnTo>
                          <a:lnTo>
                            <a:pt x="192" y="459"/>
                          </a:lnTo>
                          <a:lnTo>
                            <a:pt x="196" y="443"/>
                          </a:lnTo>
                          <a:lnTo>
                            <a:pt x="200" y="427"/>
                          </a:lnTo>
                          <a:lnTo>
                            <a:pt x="205" y="411"/>
                          </a:lnTo>
                          <a:lnTo>
                            <a:pt x="210" y="396"/>
                          </a:lnTo>
                          <a:lnTo>
                            <a:pt x="217" y="381"/>
                          </a:lnTo>
                          <a:lnTo>
                            <a:pt x="224" y="367"/>
                          </a:lnTo>
                          <a:lnTo>
                            <a:pt x="232" y="353"/>
                          </a:lnTo>
                          <a:lnTo>
                            <a:pt x="240" y="339"/>
                          </a:lnTo>
                          <a:lnTo>
                            <a:pt x="250" y="326"/>
                          </a:lnTo>
                          <a:lnTo>
                            <a:pt x="259" y="313"/>
                          </a:lnTo>
                          <a:lnTo>
                            <a:pt x="270" y="301"/>
                          </a:lnTo>
                          <a:lnTo>
                            <a:pt x="281" y="289"/>
                          </a:lnTo>
                          <a:lnTo>
                            <a:pt x="292" y="278"/>
                          </a:lnTo>
                          <a:lnTo>
                            <a:pt x="304" y="267"/>
                          </a:lnTo>
                          <a:lnTo>
                            <a:pt x="317" y="257"/>
                          </a:lnTo>
                          <a:lnTo>
                            <a:pt x="329" y="248"/>
                          </a:lnTo>
                          <a:lnTo>
                            <a:pt x="342" y="239"/>
                          </a:lnTo>
                          <a:lnTo>
                            <a:pt x="356" y="231"/>
                          </a:lnTo>
                          <a:lnTo>
                            <a:pt x="371" y="223"/>
                          </a:lnTo>
                          <a:lnTo>
                            <a:pt x="385" y="216"/>
                          </a:lnTo>
                          <a:lnTo>
                            <a:pt x="400" y="209"/>
                          </a:lnTo>
                          <a:lnTo>
                            <a:pt x="415" y="204"/>
                          </a:lnTo>
                          <a:lnTo>
                            <a:pt x="431" y="199"/>
                          </a:lnTo>
                          <a:lnTo>
                            <a:pt x="447" y="195"/>
                          </a:lnTo>
                          <a:lnTo>
                            <a:pt x="463" y="192"/>
                          </a:lnTo>
                          <a:lnTo>
                            <a:pt x="480" y="189"/>
                          </a:lnTo>
                          <a:lnTo>
                            <a:pt x="496" y="188"/>
                          </a:lnTo>
                          <a:lnTo>
                            <a:pt x="514" y="187"/>
                          </a:lnTo>
                          <a:lnTo>
                            <a:pt x="511" y="0"/>
                          </a:lnTo>
                          <a:close/>
                        </a:path>
                      </a:pathLst>
                    </a:custGeom>
                    <a:solidFill>
                      <a:srgbClr val="EF2B2F"/>
                    </a:solidFill>
                    <a:ln>
                      <a:noFill/>
                    </a:ln>
                  </p:spPr>
                  <p:txBody>
                    <a:bodyPr/>
                    <a:lstStyle/>
                    <a:p>
                      <a:pPr>
                        <a:defRPr/>
                      </a:pPr>
                      <a:endParaRPr lang="en-US" sz="1050">
                        <a:latin typeface="+mj-lt"/>
                      </a:endParaRPr>
                    </a:p>
                  </p:txBody>
                </p:sp>
                <p:sp>
                  <p:nvSpPr>
                    <p:cNvPr id="41220" name="Freeform 686">
                      <a:extLst>
                        <a:ext uri="{FF2B5EF4-FFF2-40B4-BE49-F238E27FC236}">
                          <a16:creationId xmlns="" xmlns:a16="http://schemas.microsoft.com/office/drawing/2014/main" id="{E6D67E2A-8C50-724B-2BB8-8EF37681D9B6}"/>
                        </a:ext>
                      </a:extLst>
                    </p:cNvPr>
                    <p:cNvSpPr>
                      <a:spLocks/>
                    </p:cNvSpPr>
                    <p:nvPr/>
                  </p:nvSpPr>
                  <p:spPr bwMode="auto">
                    <a:xfrm>
                      <a:off x="2913" y="1404"/>
                      <a:ext cx="88" cy="84"/>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529" y="510"/>
                          </a:moveTo>
                          <a:lnTo>
                            <a:pt x="529" y="510"/>
                          </a:lnTo>
                          <a:lnTo>
                            <a:pt x="528" y="484"/>
                          </a:lnTo>
                          <a:lnTo>
                            <a:pt x="526" y="457"/>
                          </a:lnTo>
                          <a:lnTo>
                            <a:pt x="522" y="432"/>
                          </a:lnTo>
                          <a:lnTo>
                            <a:pt x="518" y="405"/>
                          </a:lnTo>
                          <a:lnTo>
                            <a:pt x="511" y="381"/>
                          </a:lnTo>
                          <a:lnTo>
                            <a:pt x="504" y="356"/>
                          </a:lnTo>
                          <a:lnTo>
                            <a:pt x="494" y="332"/>
                          </a:lnTo>
                          <a:lnTo>
                            <a:pt x="485" y="309"/>
                          </a:lnTo>
                          <a:lnTo>
                            <a:pt x="474" y="285"/>
                          </a:lnTo>
                          <a:lnTo>
                            <a:pt x="462" y="263"/>
                          </a:lnTo>
                          <a:lnTo>
                            <a:pt x="450" y="242"/>
                          </a:lnTo>
                          <a:lnTo>
                            <a:pt x="436" y="221"/>
                          </a:lnTo>
                          <a:lnTo>
                            <a:pt x="421" y="201"/>
                          </a:lnTo>
                          <a:lnTo>
                            <a:pt x="405" y="181"/>
                          </a:lnTo>
                          <a:lnTo>
                            <a:pt x="388" y="163"/>
                          </a:lnTo>
                          <a:lnTo>
                            <a:pt x="370" y="145"/>
                          </a:lnTo>
                          <a:lnTo>
                            <a:pt x="352" y="128"/>
                          </a:lnTo>
                          <a:lnTo>
                            <a:pt x="333" y="112"/>
                          </a:lnTo>
                          <a:lnTo>
                            <a:pt x="313" y="98"/>
                          </a:lnTo>
                          <a:lnTo>
                            <a:pt x="292" y="84"/>
                          </a:lnTo>
                          <a:lnTo>
                            <a:pt x="270" y="70"/>
                          </a:lnTo>
                          <a:lnTo>
                            <a:pt x="249" y="58"/>
                          </a:lnTo>
                          <a:lnTo>
                            <a:pt x="227" y="47"/>
                          </a:lnTo>
                          <a:lnTo>
                            <a:pt x="203" y="37"/>
                          </a:lnTo>
                          <a:lnTo>
                            <a:pt x="179" y="29"/>
                          </a:lnTo>
                          <a:lnTo>
                            <a:pt x="154" y="20"/>
                          </a:lnTo>
                          <a:lnTo>
                            <a:pt x="130" y="14"/>
                          </a:lnTo>
                          <a:lnTo>
                            <a:pt x="104" y="8"/>
                          </a:lnTo>
                          <a:lnTo>
                            <a:pt x="79" y="4"/>
                          </a:lnTo>
                          <a:lnTo>
                            <a:pt x="52" y="1"/>
                          </a:lnTo>
                          <a:lnTo>
                            <a:pt x="27" y="0"/>
                          </a:lnTo>
                          <a:lnTo>
                            <a:pt x="0" y="0"/>
                          </a:lnTo>
                          <a:lnTo>
                            <a:pt x="4" y="187"/>
                          </a:lnTo>
                          <a:lnTo>
                            <a:pt x="21" y="187"/>
                          </a:lnTo>
                          <a:lnTo>
                            <a:pt x="37" y="188"/>
                          </a:lnTo>
                          <a:lnTo>
                            <a:pt x="54" y="190"/>
                          </a:lnTo>
                          <a:lnTo>
                            <a:pt x="70" y="192"/>
                          </a:lnTo>
                          <a:lnTo>
                            <a:pt x="86" y="196"/>
                          </a:lnTo>
                          <a:lnTo>
                            <a:pt x="102" y="199"/>
                          </a:lnTo>
                          <a:lnTo>
                            <a:pt x="118" y="205"/>
                          </a:lnTo>
                          <a:lnTo>
                            <a:pt x="133" y="210"/>
                          </a:lnTo>
                          <a:lnTo>
                            <a:pt x="148" y="216"/>
                          </a:lnTo>
                          <a:lnTo>
                            <a:pt x="163" y="224"/>
                          </a:lnTo>
                          <a:lnTo>
                            <a:pt x="177" y="232"/>
                          </a:lnTo>
                          <a:lnTo>
                            <a:pt x="190" y="240"/>
                          </a:lnTo>
                          <a:lnTo>
                            <a:pt x="203" y="249"/>
                          </a:lnTo>
                          <a:lnTo>
                            <a:pt x="216" y="259"/>
                          </a:lnTo>
                          <a:lnTo>
                            <a:pt x="229" y="269"/>
                          </a:lnTo>
                          <a:lnTo>
                            <a:pt x="240" y="280"/>
                          </a:lnTo>
                          <a:lnTo>
                            <a:pt x="252" y="292"/>
                          </a:lnTo>
                          <a:lnTo>
                            <a:pt x="263" y="303"/>
                          </a:lnTo>
                          <a:lnTo>
                            <a:pt x="272" y="316"/>
                          </a:lnTo>
                          <a:lnTo>
                            <a:pt x="282" y="329"/>
                          </a:lnTo>
                          <a:lnTo>
                            <a:pt x="291" y="343"/>
                          </a:lnTo>
                          <a:lnTo>
                            <a:pt x="300" y="355"/>
                          </a:lnTo>
                          <a:lnTo>
                            <a:pt x="307" y="370"/>
                          </a:lnTo>
                          <a:lnTo>
                            <a:pt x="315" y="385"/>
                          </a:lnTo>
                          <a:lnTo>
                            <a:pt x="320" y="400"/>
                          </a:lnTo>
                          <a:lnTo>
                            <a:pt x="325" y="415"/>
                          </a:lnTo>
                          <a:lnTo>
                            <a:pt x="331" y="431"/>
                          </a:lnTo>
                          <a:lnTo>
                            <a:pt x="335" y="447"/>
                          </a:lnTo>
                          <a:lnTo>
                            <a:pt x="338" y="463"/>
                          </a:lnTo>
                          <a:lnTo>
                            <a:pt x="340" y="480"/>
                          </a:lnTo>
                          <a:lnTo>
                            <a:pt x="342" y="497"/>
                          </a:lnTo>
                          <a:lnTo>
                            <a:pt x="342" y="513"/>
                          </a:lnTo>
                          <a:lnTo>
                            <a:pt x="529" y="510"/>
                          </a:lnTo>
                          <a:close/>
                        </a:path>
                      </a:pathLst>
                    </a:custGeom>
                    <a:solidFill>
                      <a:srgbClr val="EF2B2F"/>
                    </a:solidFill>
                    <a:ln>
                      <a:noFill/>
                    </a:ln>
                  </p:spPr>
                  <p:txBody>
                    <a:bodyPr/>
                    <a:lstStyle/>
                    <a:p>
                      <a:pPr>
                        <a:defRPr/>
                      </a:pPr>
                      <a:endParaRPr lang="en-US" sz="1050">
                        <a:latin typeface="+mj-lt"/>
                      </a:endParaRPr>
                    </a:p>
                  </p:txBody>
                </p:sp>
                <p:sp>
                  <p:nvSpPr>
                    <p:cNvPr id="41221" name="Freeform 687">
                      <a:extLst>
                        <a:ext uri="{FF2B5EF4-FFF2-40B4-BE49-F238E27FC236}">
                          <a16:creationId xmlns="" xmlns:a16="http://schemas.microsoft.com/office/drawing/2014/main" id="{6B889BDD-E033-67AE-D6D0-166DBC2E4C5C}"/>
                        </a:ext>
                      </a:extLst>
                    </p:cNvPr>
                    <p:cNvSpPr>
                      <a:spLocks/>
                    </p:cNvSpPr>
                    <p:nvPr/>
                  </p:nvSpPr>
                  <p:spPr bwMode="auto">
                    <a:xfrm>
                      <a:off x="2913" y="1488"/>
                      <a:ext cx="88" cy="88"/>
                    </a:xfrm>
                    <a:custGeom>
                      <a:avLst/>
                      <a:gdLst>
                        <a:gd name="T0" fmla="*/ 0 w 513"/>
                        <a:gd name="T1" fmla="*/ 0 h 529"/>
                        <a:gd name="T2" fmla="*/ 0 w 513"/>
                        <a:gd name="T3" fmla="*/ 0 h 529"/>
                        <a:gd name="T4" fmla="*/ 0 w 513"/>
                        <a:gd name="T5" fmla="*/ 0 h 529"/>
                        <a:gd name="T6" fmla="*/ 0 w 513"/>
                        <a:gd name="T7" fmla="*/ 0 h 529"/>
                        <a:gd name="T8" fmla="*/ 0 w 513"/>
                        <a:gd name="T9" fmla="*/ 0 h 529"/>
                        <a:gd name="T10" fmla="*/ 0 w 513"/>
                        <a:gd name="T11" fmla="*/ 0 h 529"/>
                        <a:gd name="T12" fmla="*/ 0 w 513"/>
                        <a:gd name="T13" fmla="*/ 0 h 529"/>
                        <a:gd name="T14" fmla="*/ 0 w 513"/>
                        <a:gd name="T15" fmla="*/ 0 h 529"/>
                        <a:gd name="T16" fmla="*/ 0 w 513"/>
                        <a:gd name="T17" fmla="*/ 0 h 529"/>
                        <a:gd name="T18" fmla="*/ 0 w 513"/>
                        <a:gd name="T19" fmla="*/ 0 h 529"/>
                        <a:gd name="T20" fmla="*/ 0 w 513"/>
                        <a:gd name="T21" fmla="*/ 0 h 529"/>
                        <a:gd name="T22" fmla="*/ 0 w 513"/>
                        <a:gd name="T23" fmla="*/ 0 h 529"/>
                        <a:gd name="T24" fmla="*/ 0 w 513"/>
                        <a:gd name="T25" fmla="*/ 0 h 529"/>
                        <a:gd name="T26" fmla="*/ 0 w 513"/>
                        <a:gd name="T27" fmla="*/ 0 h 529"/>
                        <a:gd name="T28" fmla="*/ 0 w 513"/>
                        <a:gd name="T29" fmla="*/ 0 h 529"/>
                        <a:gd name="T30" fmla="*/ 0 w 513"/>
                        <a:gd name="T31" fmla="*/ 0 h 529"/>
                        <a:gd name="T32" fmla="*/ 0 w 513"/>
                        <a:gd name="T33" fmla="*/ 0 h 529"/>
                        <a:gd name="T34" fmla="*/ 0 w 513"/>
                        <a:gd name="T35" fmla="*/ 0 h 529"/>
                        <a:gd name="T36" fmla="*/ 0 w 513"/>
                        <a:gd name="T37" fmla="*/ 0 h 529"/>
                        <a:gd name="T38" fmla="*/ 0 w 513"/>
                        <a:gd name="T39" fmla="*/ 0 h 529"/>
                        <a:gd name="T40" fmla="*/ 0 w 513"/>
                        <a:gd name="T41" fmla="*/ 0 h 529"/>
                        <a:gd name="T42" fmla="*/ 0 w 513"/>
                        <a:gd name="T43" fmla="*/ 0 h 529"/>
                        <a:gd name="T44" fmla="*/ 0 w 513"/>
                        <a:gd name="T45" fmla="*/ 0 h 529"/>
                        <a:gd name="T46" fmla="*/ 0 w 513"/>
                        <a:gd name="T47" fmla="*/ 0 h 529"/>
                        <a:gd name="T48" fmla="*/ 0 w 513"/>
                        <a:gd name="T49" fmla="*/ 0 h 529"/>
                        <a:gd name="T50" fmla="*/ 0 w 513"/>
                        <a:gd name="T51" fmla="*/ 0 h 529"/>
                        <a:gd name="T52" fmla="*/ 0 w 513"/>
                        <a:gd name="T53" fmla="*/ 0 h 529"/>
                        <a:gd name="T54" fmla="*/ 0 w 513"/>
                        <a:gd name="T55" fmla="*/ 0 h 529"/>
                        <a:gd name="T56" fmla="*/ 0 w 513"/>
                        <a:gd name="T57" fmla="*/ 0 h 529"/>
                        <a:gd name="T58" fmla="*/ 0 w 513"/>
                        <a:gd name="T59" fmla="*/ 0 h 529"/>
                        <a:gd name="T60" fmla="*/ 0 w 513"/>
                        <a:gd name="T61" fmla="*/ 0 h 529"/>
                        <a:gd name="T62" fmla="*/ 0 w 513"/>
                        <a:gd name="T63" fmla="*/ 0 h 529"/>
                        <a:gd name="T64" fmla="*/ 0 w 513"/>
                        <a:gd name="T65" fmla="*/ 0 h 529"/>
                        <a:gd name="T66" fmla="*/ 0 w 513"/>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3"/>
                        <a:gd name="T103" fmla="*/ 0 h 529"/>
                        <a:gd name="T104" fmla="*/ 513 w 513"/>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3" h="529">
                          <a:moveTo>
                            <a:pt x="2" y="529"/>
                          </a:moveTo>
                          <a:lnTo>
                            <a:pt x="2" y="529"/>
                          </a:lnTo>
                          <a:lnTo>
                            <a:pt x="29" y="528"/>
                          </a:lnTo>
                          <a:lnTo>
                            <a:pt x="55" y="525"/>
                          </a:lnTo>
                          <a:lnTo>
                            <a:pt x="82" y="522"/>
                          </a:lnTo>
                          <a:lnTo>
                            <a:pt x="108" y="517"/>
                          </a:lnTo>
                          <a:lnTo>
                            <a:pt x="132" y="511"/>
                          </a:lnTo>
                          <a:lnTo>
                            <a:pt x="156" y="503"/>
                          </a:lnTo>
                          <a:lnTo>
                            <a:pt x="181" y="494"/>
                          </a:lnTo>
                          <a:lnTo>
                            <a:pt x="204" y="484"/>
                          </a:lnTo>
                          <a:lnTo>
                            <a:pt x="228" y="473"/>
                          </a:lnTo>
                          <a:lnTo>
                            <a:pt x="250" y="462"/>
                          </a:lnTo>
                          <a:lnTo>
                            <a:pt x="271" y="449"/>
                          </a:lnTo>
                          <a:lnTo>
                            <a:pt x="292" y="435"/>
                          </a:lnTo>
                          <a:lnTo>
                            <a:pt x="312" y="420"/>
                          </a:lnTo>
                          <a:lnTo>
                            <a:pt x="332" y="405"/>
                          </a:lnTo>
                          <a:lnTo>
                            <a:pt x="350" y="388"/>
                          </a:lnTo>
                          <a:lnTo>
                            <a:pt x="368" y="369"/>
                          </a:lnTo>
                          <a:lnTo>
                            <a:pt x="385" y="351"/>
                          </a:lnTo>
                          <a:lnTo>
                            <a:pt x="401" y="332"/>
                          </a:lnTo>
                          <a:lnTo>
                            <a:pt x="415" y="312"/>
                          </a:lnTo>
                          <a:lnTo>
                            <a:pt x="429" y="292"/>
                          </a:lnTo>
                          <a:lnTo>
                            <a:pt x="443" y="271"/>
                          </a:lnTo>
                          <a:lnTo>
                            <a:pt x="455" y="249"/>
                          </a:lnTo>
                          <a:lnTo>
                            <a:pt x="466" y="226"/>
                          </a:lnTo>
                          <a:lnTo>
                            <a:pt x="476" y="203"/>
                          </a:lnTo>
                          <a:lnTo>
                            <a:pt x="485" y="179"/>
                          </a:lnTo>
                          <a:lnTo>
                            <a:pt x="493" y="154"/>
                          </a:lnTo>
                          <a:lnTo>
                            <a:pt x="499" y="130"/>
                          </a:lnTo>
                          <a:lnTo>
                            <a:pt x="505" y="104"/>
                          </a:lnTo>
                          <a:lnTo>
                            <a:pt x="509" y="79"/>
                          </a:lnTo>
                          <a:lnTo>
                            <a:pt x="512" y="53"/>
                          </a:lnTo>
                          <a:lnTo>
                            <a:pt x="513" y="27"/>
                          </a:lnTo>
                          <a:lnTo>
                            <a:pt x="513" y="0"/>
                          </a:lnTo>
                          <a:lnTo>
                            <a:pt x="326" y="3"/>
                          </a:lnTo>
                          <a:lnTo>
                            <a:pt x="326" y="20"/>
                          </a:lnTo>
                          <a:lnTo>
                            <a:pt x="325" y="37"/>
                          </a:lnTo>
                          <a:lnTo>
                            <a:pt x="324" y="54"/>
                          </a:lnTo>
                          <a:lnTo>
                            <a:pt x="321" y="70"/>
                          </a:lnTo>
                          <a:lnTo>
                            <a:pt x="318" y="86"/>
                          </a:lnTo>
                          <a:lnTo>
                            <a:pt x="314" y="102"/>
                          </a:lnTo>
                          <a:lnTo>
                            <a:pt x="308" y="118"/>
                          </a:lnTo>
                          <a:lnTo>
                            <a:pt x="303" y="133"/>
                          </a:lnTo>
                          <a:lnTo>
                            <a:pt x="297" y="148"/>
                          </a:lnTo>
                          <a:lnTo>
                            <a:pt x="289" y="163"/>
                          </a:lnTo>
                          <a:lnTo>
                            <a:pt x="282" y="176"/>
                          </a:lnTo>
                          <a:lnTo>
                            <a:pt x="273" y="190"/>
                          </a:lnTo>
                          <a:lnTo>
                            <a:pt x="264" y="204"/>
                          </a:lnTo>
                          <a:lnTo>
                            <a:pt x="254" y="216"/>
                          </a:lnTo>
                          <a:lnTo>
                            <a:pt x="243" y="228"/>
                          </a:lnTo>
                          <a:lnTo>
                            <a:pt x="233" y="240"/>
                          </a:lnTo>
                          <a:lnTo>
                            <a:pt x="222" y="252"/>
                          </a:lnTo>
                          <a:lnTo>
                            <a:pt x="209" y="262"/>
                          </a:lnTo>
                          <a:lnTo>
                            <a:pt x="197" y="272"/>
                          </a:lnTo>
                          <a:lnTo>
                            <a:pt x="184" y="281"/>
                          </a:lnTo>
                          <a:lnTo>
                            <a:pt x="171" y="291"/>
                          </a:lnTo>
                          <a:lnTo>
                            <a:pt x="157" y="299"/>
                          </a:lnTo>
                          <a:lnTo>
                            <a:pt x="143" y="307"/>
                          </a:lnTo>
                          <a:lnTo>
                            <a:pt x="129" y="314"/>
                          </a:lnTo>
                          <a:lnTo>
                            <a:pt x="114" y="320"/>
                          </a:lnTo>
                          <a:lnTo>
                            <a:pt x="98" y="325"/>
                          </a:lnTo>
                          <a:lnTo>
                            <a:pt x="82" y="330"/>
                          </a:lnTo>
                          <a:lnTo>
                            <a:pt x="66" y="334"/>
                          </a:lnTo>
                          <a:lnTo>
                            <a:pt x="50" y="338"/>
                          </a:lnTo>
                          <a:lnTo>
                            <a:pt x="34" y="340"/>
                          </a:lnTo>
                          <a:lnTo>
                            <a:pt x="17" y="342"/>
                          </a:lnTo>
                          <a:lnTo>
                            <a:pt x="0" y="342"/>
                          </a:lnTo>
                          <a:lnTo>
                            <a:pt x="2" y="529"/>
                          </a:lnTo>
                          <a:close/>
                        </a:path>
                      </a:pathLst>
                    </a:custGeom>
                    <a:solidFill>
                      <a:srgbClr val="EF2B2F"/>
                    </a:solidFill>
                    <a:ln>
                      <a:noFill/>
                    </a:ln>
                  </p:spPr>
                  <p:txBody>
                    <a:bodyPr/>
                    <a:lstStyle/>
                    <a:p>
                      <a:pPr>
                        <a:defRPr/>
                      </a:pPr>
                      <a:endParaRPr lang="en-US" sz="1050">
                        <a:latin typeface="+mj-lt"/>
                      </a:endParaRPr>
                    </a:p>
                  </p:txBody>
                </p:sp>
                <p:sp>
                  <p:nvSpPr>
                    <p:cNvPr id="41222" name="Freeform 688">
                      <a:extLst>
                        <a:ext uri="{FF2B5EF4-FFF2-40B4-BE49-F238E27FC236}">
                          <a16:creationId xmlns="" xmlns:a16="http://schemas.microsoft.com/office/drawing/2014/main" id="{97AA385A-B70D-91B3-10FD-4BAE9B84406D}"/>
                        </a:ext>
                      </a:extLst>
                    </p:cNvPr>
                    <p:cNvSpPr>
                      <a:spLocks/>
                    </p:cNvSpPr>
                    <p:nvPr/>
                  </p:nvSpPr>
                  <p:spPr bwMode="auto">
                    <a:xfrm>
                      <a:off x="2825" y="1492"/>
                      <a:ext cx="88" cy="84"/>
                    </a:xfrm>
                    <a:custGeom>
                      <a:avLst/>
                      <a:gdLst>
                        <a:gd name="T0" fmla="*/ 0 w 528"/>
                        <a:gd name="T1" fmla="*/ 0 h 514"/>
                        <a:gd name="T2" fmla="*/ 0 w 528"/>
                        <a:gd name="T3" fmla="*/ 0 h 514"/>
                        <a:gd name="T4" fmla="*/ 0 w 528"/>
                        <a:gd name="T5" fmla="*/ 0 h 514"/>
                        <a:gd name="T6" fmla="*/ 0 w 528"/>
                        <a:gd name="T7" fmla="*/ 0 h 514"/>
                        <a:gd name="T8" fmla="*/ 0 w 528"/>
                        <a:gd name="T9" fmla="*/ 0 h 514"/>
                        <a:gd name="T10" fmla="*/ 0 w 528"/>
                        <a:gd name="T11" fmla="*/ 0 h 514"/>
                        <a:gd name="T12" fmla="*/ 0 w 528"/>
                        <a:gd name="T13" fmla="*/ 0 h 514"/>
                        <a:gd name="T14" fmla="*/ 0 w 528"/>
                        <a:gd name="T15" fmla="*/ 0 h 514"/>
                        <a:gd name="T16" fmla="*/ 0 w 528"/>
                        <a:gd name="T17" fmla="*/ 0 h 514"/>
                        <a:gd name="T18" fmla="*/ 0 w 528"/>
                        <a:gd name="T19" fmla="*/ 0 h 514"/>
                        <a:gd name="T20" fmla="*/ 0 w 528"/>
                        <a:gd name="T21" fmla="*/ 0 h 514"/>
                        <a:gd name="T22" fmla="*/ 0 w 528"/>
                        <a:gd name="T23" fmla="*/ 0 h 514"/>
                        <a:gd name="T24" fmla="*/ 0 w 528"/>
                        <a:gd name="T25" fmla="*/ 0 h 514"/>
                        <a:gd name="T26" fmla="*/ 0 w 528"/>
                        <a:gd name="T27" fmla="*/ 0 h 514"/>
                        <a:gd name="T28" fmla="*/ 0 w 528"/>
                        <a:gd name="T29" fmla="*/ 0 h 514"/>
                        <a:gd name="T30" fmla="*/ 0 w 528"/>
                        <a:gd name="T31" fmla="*/ 0 h 514"/>
                        <a:gd name="T32" fmla="*/ 0 w 528"/>
                        <a:gd name="T33" fmla="*/ 0 h 514"/>
                        <a:gd name="T34" fmla="*/ 0 w 528"/>
                        <a:gd name="T35" fmla="*/ 0 h 514"/>
                        <a:gd name="T36" fmla="*/ 0 w 528"/>
                        <a:gd name="T37" fmla="*/ 0 h 514"/>
                        <a:gd name="T38" fmla="*/ 0 w 528"/>
                        <a:gd name="T39" fmla="*/ 0 h 514"/>
                        <a:gd name="T40" fmla="*/ 0 w 528"/>
                        <a:gd name="T41" fmla="*/ 0 h 514"/>
                        <a:gd name="T42" fmla="*/ 0 w 528"/>
                        <a:gd name="T43" fmla="*/ 0 h 514"/>
                        <a:gd name="T44" fmla="*/ 0 w 528"/>
                        <a:gd name="T45" fmla="*/ 0 h 514"/>
                        <a:gd name="T46" fmla="*/ 0 w 528"/>
                        <a:gd name="T47" fmla="*/ 0 h 514"/>
                        <a:gd name="T48" fmla="*/ 0 w 528"/>
                        <a:gd name="T49" fmla="*/ 0 h 514"/>
                        <a:gd name="T50" fmla="*/ 0 w 528"/>
                        <a:gd name="T51" fmla="*/ 0 h 514"/>
                        <a:gd name="T52" fmla="*/ 0 w 528"/>
                        <a:gd name="T53" fmla="*/ 0 h 514"/>
                        <a:gd name="T54" fmla="*/ 0 w 528"/>
                        <a:gd name="T55" fmla="*/ 0 h 514"/>
                        <a:gd name="T56" fmla="*/ 0 w 528"/>
                        <a:gd name="T57" fmla="*/ 0 h 514"/>
                        <a:gd name="T58" fmla="*/ 0 w 528"/>
                        <a:gd name="T59" fmla="*/ 0 h 514"/>
                        <a:gd name="T60" fmla="*/ 0 w 528"/>
                        <a:gd name="T61" fmla="*/ 0 h 514"/>
                        <a:gd name="T62" fmla="*/ 0 w 528"/>
                        <a:gd name="T63" fmla="*/ 0 h 514"/>
                        <a:gd name="T64" fmla="*/ 0 w 528"/>
                        <a:gd name="T65" fmla="*/ 0 h 514"/>
                        <a:gd name="T66" fmla="*/ 0 w 528"/>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8"/>
                        <a:gd name="T103" fmla="*/ 0 h 514"/>
                        <a:gd name="T104" fmla="*/ 528 w 528"/>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8" h="514">
                          <a:moveTo>
                            <a:pt x="0" y="2"/>
                          </a:moveTo>
                          <a:lnTo>
                            <a:pt x="0" y="2"/>
                          </a:lnTo>
                          <a:lnTo>
                            <a:pt x="1" y="29"/>
                          </a:lnTo>
                          <a:lnTo>
                            <a:pt x="3" y="55"/>
                          </a:lnTo>
                          <a:lnTo>
                            <a:pt x="7" y="82"/>
                          </a:lnTo>
                          <a:lnTo>
                            <a:pt x="12" y="107"/>
                          </a:lnTo>
                          <a:lnTo>
                            <a:pt x="18" y="132"/>
                          </a:lnTo>
                          <a:lnTo>
                            <a:pt x="25" y="157"/>
                          </a:lnTo>
                          <a:lnTo>
                            <a:pt x="35" y="181"/>
                          </a:lnTo>
                          <a:lnTo>
                            <a:pt x="44" y="204"/>
                          </a:lnTo>
                          <a:lnTo>
                            <a:pt x="55" y="227"/>
                          </a:lnTo>
                          <a:lnTo>
                            <a:pt x="66" y="250"/>
                          </a:lnTo>
                          <a:lnTo>
                            <a:pt x="79" y="271"/>
                          </a:lnTo>
                          <a:lnTo>
                            <a:pt x="94" y="292"/>
                          </a:lnTo>
                          <a:lnTo>
                            <a:pt x="109" y="312"/>
                          </a:lnTo>
                          <a:lnTo>
                            <a:pt x="124" y="331"/>
                          </a:lnTo>
                          <a:lnTo>
                            <a:pt x="141" y="349"/>
                          </a:lnTo>
                          <a:lnTo>
                            <a:pt x="159" y="367"/>
                          </a:lnTo>
                          <a:lnTo>
                            <a:pt x="177" y="384"/>
                          </a:lnTo>
                          <a:lnTo>
                            <a:pt x="196" y="400"/>
                          </a:lnTo>
                          <a:lnTo>
                            <a:pt x="216" y="415"/>
                          </a:lnTo>
                          <a:lnTo>
                            <a:pt x="236" y="430"/>
                          </a:lnTo>
                          <a:lnTo>
                            <a:pt x="258" y="443"/>
                          </a:lnTo>
                          <a:lnTo>
                            <a:pt x="280" y="455"/>
                          </a:lnTo>
                          <a:lnTo>
                            <a:pt x="303" y="466"/>
                          </a:lnTo>
                          <a:lnTo>
                            <a:pt x="326" y="476"/>
                          </a:lnTo>
                          <a:lnTo>
                            <a:pt x="350" y="485"/>
                          </a:lnTo>
                          <a:lnTo>
                            <a:pt x="374" y="492"/>
                          </a:lnTo>
                          <a:lnTo>
                            <a:pt x="399" y="499"/>
                          </a:lnTo>
                          <a:lnTo>
                            <a:pt x="424" y="504"/>
                          </a:lnTo>
                          <a:lnTo>
                            <a:pt x="450" y="508"/>
                          </a:lnTo>
                          <a:lnTo>
                            <a:pt x="476" y="512"/>
                          </a:lnTo>
                          <a:lnTo>
                            <a:pt x="503" y="514"/>
                          </a:lnTo>
                          <a:lnTo>
                            <a:pt x="528" y="513"/>
                          </a:lnTo>
                          <a:lnTo>
                            <a:pt x="526" y="326"/>
                          </a:lnTo>
                          <a:lnTo>
                            <a:pt x="508" y="326"/>
                          </a:lnTo>
                          <a:lnTo>
                            <a:pt x="491" y="325"/>
                          </a:lnTo>
                          <a:lnTo>
                            <a:pt x="474" y="324"/>
                          </a:lnTo>
                          <a:lnTo>
                            <a:pt x="458" y="321"/>
                          </a:lnTo>
                          <a:lnTo>
                            <a:pt x="442" y="317"/>
                          </a:lnTo>
                          <a:lnTo>
                            <a:pt x="426" y="313"/>
                          </a:lnTo>
                          <a:lnTo>
                            <a:pt x="410" y="308"/>
                          </a:lnTo>
                          <a:lnTo>
                            <a:pt x="396" y="303"/>
                          </a:lnTo>
                          <a:lnTo>
                            <a:pt x="381" y="296"/>
                          </a:lnTo>
                          <a:lnTo>
                            <a:pt x="366" y="289"/>
                          </a:lnTo>
                          <a:lnTo>
                            <a:pt x="352" y="281"/>
                          </a:lnTo>
                          <a:lnTo>
                            <a:pt x="338" y="273"/>
                          </a:lnTo>
                          <a:lnTo>
                            <a:pt x="326" y="263"/>
                          </a:lnTo>
                          <a:lnTo>
                            <a:pt x="313" y="254"/>
                          </a:lnTo>
                          <a:lnTo>
                            <a:pt x="300" y="244"/>
                          </a:lnTo>
                          <a:lnTo>
                            <a:pt x="288" y="233"/>
                          </a:lnTo>
                          <a:lnTo>
                            <a:pt x="277" y="222"/>
                          </a:lnTo>
                          <a:lnTo>
                            <a:pt x="266" y="209"/>
                          </a:lnTo>
                          <a:lnTo>
                            <a:pt x="257" y="198"/>
                          </a:lnTo>
                          <a:lnTo>
                            <a:pt x="247" y="184"/>
                          </a:lnTo>
                          <a:lnTo>
                            <a:pt x="237" y="171"/>
                          </a:lnTo>
                          <a:lnTo>
                            <a:pt x="229" y="157"/>
                          </a:lnTo>
                          <a:lnTo>
                            <a:pt x="221" y="143"/>
                          </a:lnTo>
                          <a:lnTo>
                            <a:pt x="215" y="129"/>
                          </a:lnTo>
                          <a:lnTo>
                            <a:pt x="209" y="114"/>
                          </a:lnTo>
                          <a:lnTo>
                            <a:pt x="203" y="98"/>
                          </a:lnTo>
                          <a:lnTo>
                            <a:pt x="198" y="83"/>
                          </a:lnTo>
                          <a:lnTo>
                            <a:pt x="194" y="66"/>
                          </a:lnTo>
                          <a:lnTo>
                            <a:pt x="191" y="50"/>
                          </a:lnTo>
                          <a:lnTo>
                            <a:pt x="189" y="34"/>
                          </a:lnTo>
                          <a:lnTo>
                            <a:pt x="187" y="17"/>
                          </a:lnTo>
                          <a:lnTo>
                            <a:pt x="186" y="0"/>
                          </a:lnTo>
                          <a:lnTo>
                            <a:pt x="0" y="2"/>
                          </a:lnTo>
                          <a:close/>
                        </a:path>
                      </a:pathLst>
                    </a:custGeom>
                    <a:solidFill>
                      <a:srgbClr val="EF2B2F"/>
                    </a:solidFill>
                    <a:ln>
                      <a:noFill/>
                    </a:ln>
                  </p:spPr>
                  <p:txBody>
                    <a:bodyPr/>
                    <a:lstStyle/>
                    <a:p>
                      <a:pPr>
                        <a:defRPr/>
                      </a:pPr>
                      <a:endParaRPr lang="en-US" sz="1050">
                        <a:latin typeface="+mj-lt"/>
                      </a:endParaRPr>
                    </a:p>
                  </p:txBody>
                </p:sp>
                <p:sp>
                  <p:nvSpPr>
                    <p:cNvPr id="41223" name="Freeform 689">
                      <a:extLst>
                        <a:ext uri="{FF2B5EF4-FFF2-40B4-BE49-F238E27FC236}">
                          <a16:creationId xmlns="" xmlns:a16="http://schemas.microsoft.com/office/drawing/2014/main" id="{CBE73054-B7C3-6032-8290-136038871FD8}"/>
                        </a:ext>
                      </a:extLst>
                    </p:cNvPr>
                    <p:cNvSpPr>
                      <a:spLocks/>
                    </p:cNvSpPr>
                    <p:nvPr/>
                  </p:nvSpPr>
                  <p:spPr bwMode="auto">
                    <a:xfrm>
                      <a:off x="2825" y="1404"/>
                      <a:ext cx="88"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510" y="0"/>
                          </a:moveTo>
                          <a:lnTo>
                            <a:pt x="510" y="0"/>
                          </a:lnTo>
                          <a:lnTo>
                            <a:pt x="484" y="1"/>
                          </a:lnTo>
                          <a:lnTo>
                            <a:pt x="457" y="3"/>
                          </a:lnTo>
                          <a:lnTo>
                            <a:pt x="431" y="7"/>
                          </a:lnTo>
                          <a:lnTo>
                            <a:pt x="405" y="13"/>
                          </a:lnTo>
                          <a:lnTo>
                            <a:pt x="381" y="19"/>
                          </a:lnTo>
                          <a:lnTo>
                            <a:pt x="356" y="25"/>
                          </a:lnTo>
                          <a:lnTo>
                            <a:pt x="332" y="35"/>
                          </a:lnTo>
                          <a:lnTo>
                            <a:pt x="309" y="45"/>
                          </a:lnTo>
                          <a:lnTo>
                            <a:pt x="285" y="55"/>
                          </a:lnTo>
                          <a:lnTo>
                            <a:pt x="263" y="67"/>
                          </a:lnTo>
                          <a:lnTo>
                            <a:pt x="242" y="81"/>
                          </a:lnTo>
                          <a:lnTo>
                            <a:pt x="220" y="94"/>
                          </a:lnTo>
                          <a:lnTo>
                            <a:pt x="200" y="109"/>
                          </a:lnTo>
                          <a:lnTo>
                            <a:pt x="181" y="125"/>
                          </a:lnTo>
                          <a:lnTo>
                            <a:pt x="163" y="141"/>
                          </a:lnTo>
                          <a:lnTo>
                            <a:pt x="145" y="159"/>
                          </a:lnTo>
                          <a:lnTo>
                            <a:pt x="128" y="177"/>
                          </a:lnTo>
                          <a:lnTo>
                            <a:pt x="112" y="196"/>
                          </a:lnTo>
                          <a:lnTo>
                            <a:pt x="97" y="216"/>
                          </a:lnTo>
                          <a:lnTo>
                            <a:pt x="83" y="237"/>
                          </a:lnTo>
                          <a:lnTo>
                            <a:pt x="70" y="258"/>
                          </a:lnTo>
                          <a:lnTo>
                            <a:pt x="58" y="280"/>
                          </a:lnTo>
                          <a:lnTo>
                            <a:pt x="46" y="302"/>
                          </a:lnTo>
                          <a:lnTo>
                            <a:pt x="37" y="327"/>
                          </a:lnTo>
                          <a:lnTo>
                            <a:pt x="28" y="350"/>
                          </a:lnTo>
                          <a:lnTo>
                            <a:pt x="20" y="374"/>
                          </a:lnTo>
                          <a:lnTo>
                            <a:pt x="13" y="399"/>
                          </a:lnTo>
                          <a:lnTo>
                            <a:pt x="8" y="424"/>
                          </a:lnTo>
                          <a:lnTo>
                            <a:pt x="4" y="450"/>
                          </a:lnTo>
                          <a:lnTo>
                            <a:pt x="1" y="476"/>
                          </a:lnTo>
                          <a:lnTo>
                            <a:pt x="0" y="503"/>
                          </a:lnTo>
                          <a:lnTo>
                            <a:pt x="0" y="528"/>
                          </a:lnTo>
                          <a:lnTo>
                            <a:pt x="186" y="526"/>
                          </a:lnTo>
                          <a:lnTo>
                            <a:pt x="186" y="508"/>
                          </a:lnTo>
                          <a:lnTo>
                            <a:pt x="187" y="491"/>
                          </a:lnTo>
                          <a:lnTo>
                            <a:pt x="189" y="475"/>
                          </a:lnTo>
                          <a:lnTo>
                            <a:pt x="192" y="458"/>
                          </a:lnTo>
                          <a:lnTo>
                            <a:pt x="195" y="442"/>
                          </a:lnTo>
                          <a:lnTo>
                            <a:pt x="199" y="426"/>
                          </a:lnTo>
                          <a:lnTo>
                            <a:pt x="204" y="411"/>
                          </a:lnTo>
                          <a:lnTo>
                            <a:pt x="210" y="396"/>
                          </a:lnTo>
                          <a:lnTo>
                            <a:pt x="216" y="381"/>
                          </a:lnTo>
                          <a:lnTo>
                            <a:pt x="224" y="367"/>
                          </a:lnTo>
                          <a:lnTo>
                            <a:pt x="231" y="352"/>
                          </a:lnTo>
                          <a:lnTo>
                            <a:pt x="240" y="338"/>
                          </a:lnTo>
                          <a:lnTo>
                            <a:pt x="249" y="326"/>
                          </a:lnTo>
                          <a:lnTo>
                            <a:pt x="259" y="313"/>
                          </a:lnTo>
                          <a:lnTo>
                            <a:pt x="269" y="300"/>
                          </a:lnTo>
                          <a:lnTo>
                            <a:pt x="280" y="289"/>
                          </a:lnTo>
                          <a:lnTo>
                            <a:pt x="292" y="278"/>
                          </a:lnTo>
                          <a:lnTo>
                            <a:pt x="303" y="266"/>
                          </a:lnTo>
                          <a:lnTo>
                            <a:pt x="316" y="257"/>
                          </a:lnTo>
                          <a:lnTo>
                            <a:pt x="329" y="247"/>
                          </a:lnTo>
                          <a:lnTo>
                            <a:pt x="341" y="238"/>
                          </a:lnTo>
                          <a:lnTo>
                            <a:pt x="355" y="230"/>
                          </a:lnTo>
                          <a:lnTo>
                            <a:pt x="370" y="222"/>
                          </a:lnTo>
                          <a:lnTo>
                            <a:pt x="384" y="215"/>
                          </a:lnTo>
                          <a:lnTo>
                            <a:pt x="399" y="209"/>
                          </a:lnTo>
                          <a:lnTo>
                            <a:pt x="415" y="204"/>
                          </a:lnTo>
                          <a:lnTo>
                            <a:pt x="431" y="198"/>
                          </a:lnTo>
                          <a:lnTo>
                            <a:pt x="447" y="194"/>
                          </a:lnTo>
                          <a:lnTo>
                            <a:pt x="463" y="192"/>
                          </a:lnTo>
                          <a:lnTo>
                            <a:pt x="480" y="189"/>
                          </a:lnTo>
                          <a:lnTo>
                            <a:pt x="495" y="188"/>
                          </a:lnTo>
                          <a:lnTo>
                            <a:pt x="514" y="187"/>
                          </a:lnTo>
                          <a:lnTo>
                            <a:pt x="510" y="0"/>
                          </a:lnTo>
                          <a:close/>
                        </a:path>
                      </a:pathLst>
                    </a:custGeom>
                    <a:solidFill>
                      <a:srgbClr val="EF2B2F"/>
                    </a:solidFill>
                    <a:ln>
                      <a:noFill/>
                    </a:ln>
                  </p:spPr>
                  <p:txBody>
                    <a:bodyPr/>
                    <a:lstStyle/>
                    <a:p>
                      <a:pPr>
                        <a:defRPr/>
                      </a:pPr>
                      <a:endParaRPr lang="en-US" sz="1050">
                        <a:latin typeface="+mj-lt"/>
                      </a:endParaRPr>
                    </a:p>
                  </p:txBody>
                </p:sp>
                <p:sp>
                  <p:nvSpPr>
                    <p:cNvPr id="41224" name="Freeform 690">
                      <a:extLst>
                        <a:ext uri="{FF2B5EF4-FFF2-40B4-BE49-F238E27FC236}">
                          <a16:creationId xmlns="" xmlns:a16="http://schemas.microsoft.com/office/drawing/2014/main" id="{3D56B313-7728-A8E9-909B-47E49F27E56D}"/>
                        </a:ext>
                      </a:extLst>
                    </p:cNvPr>
                    <p:cNvSpPr>
                      <a:spLocks/>
                    </p:cNvSpPr>
                    <p:nvPr/>
                  </p:nvSpPr>
                  <p:spPr bwMode="auto">
                    <a:xfrm>
                      <a:off x="2526" y="1990"/>
                      <a:ext cx="141" cy="140"/>
                    </a:xfrm>
                    <a:custGeom>
                      <a:avLst/>
                      <a:gdLst>
                        <a:gd name="T0" fmla="*/ 0 w 854"/>
                        <a:gd name="T1" fmla="*/ 0 h 853"/>
                        <a:gd name="T2" fmla="*/ 0 w 854"/>
                        <a:gd name="T3" fmla="*/ 0 h 853"/>
                        <a:gd name="T4" fmla="*/ 0 w 854"/>
                        <a:gd name="T5" fmla="*/ 0 h 853"/>
                        <a:gd name="T6" fmla="*/ 0 w 854"/>
                        <a:gd name="T7" fmla="*/ 0 h 853"/>
                        <a:gd name="T8" fmla="*/ 0 w 854"/>
                        <a:gd name="T9" fmla="*/ 0 h 853"/>
                        <a:gd name="T10" fmla="*/ 0 w 854"/>
                        <a:gd name="T11" fmla="*/ 0 h 853"/>
                        <a:gd name="T12" fmla="*/ 0 w 854"/>
                        <a:gd name="T13" fmla="*/ 0 h 853"/>
                        <a:gd name="T14" fmla="*/ 0 w 854"/>
                        <a:gd name="T15" fmla="*/ 0 h 853"/>
                        <a:gd name="T16" fmla="*/ 0 w 854"/>
                        <a:gd name="T17" fmla="*/ 0 h 853"/>
                        <a:gd name="T18" fmla="*/ 0 w 854"/>
                        <a:gd name="T19" fmla="*/ 0 h 853"/>
                        <a:gd name="T20" fmla="*/ 0 w 854"/>
                        <a:gd name="T21" fmla="*/ 0 h 853"/>
                        <a:gd name="T22" fmla="*/ 0 w 854"/>
                        <a:gd name="T23" fmla="*/ 0 h 853"/>
                        <a:gd name="T24" fmla="*/ 0 w 854"/>
                        <a:gd name="T25" fmla="*/ 0 h 853"/>
                        <a:gd name="T26" fmla="*/ 0 w 854"/>
                        <a:gd name="T27" fmla="*/ 0 h 853"/>
                        <a:gd name="T28" fmla="*/ 0 w 854"/>
                        <a:gd name="T29" fmla="*/ 0 h 853"/>
                        <a:gd name="T30" fmla="*/ 0 w 854"/>
                        <a:gd name="T31" fmla="*/ 0 h 853"/>
                        <a:gd name="T32" fmla="*/ 0 w 854"/>
                        <a:gd name="T33" fmla="*/ 0 h 853"/>
                        <a:gd name="T34" fmla="*/ 0 w 854"/>
                        <a:gd name="T35" fmla="*/ 0 h 853"/>
                        <a:gd name="T36" fmla="*/ 0 w 854"/>
                        <a:gd name="T37" fmla="*/ 0 h 853"/>
                        <a:gd name="T38" fmla="*/ 0 w 854"/>
                        <a:gd name="T39" fmla="*/ 0 h 853"/>
                        <a:gd name="T40" fmla="*/ 0 w 854"/>
                        <a:gd name="T41" fmla="*/ 0 h 853"/>
                        <a:gd name="T42" fmla="*/ 0 w 854"/>
                        <a:gd name="T43" fmla="*/ 0 h 853"/>
                        <a:gd name="T44" fmla="*/ 0 w 854"/>
                        <a:gd name="T45" fmla="*/ 0 h 853"/>
                        <a:gd name="T46" fmla="*/ 0 w 854"/>
                        <a:gd name="T47" fmla="*/ 0 h 853"/>
                        <a:gd name="T48" fmla="*/ 0 w 854"/>
                        <a:gd name="T49" fmla="*/ 0 h 853"/>
                        <a:gd name="T50" fmla="*/ 0 w 854"/>
                        <a:gd name="T51" fmla="*/ 0 h 853"/>
                        <a:gd name="T52" fmla="*/ 0 w 854"/>
                        <a:gd name="T53" fmla="*/ 0 h 853"/>
                        <a:gd name="T54" fmla="*/ 0 w 854"/>
                        <a:gd name="T55" fmla="*/ 0 h 853"/>
                        <a:gd name="T56" fmla="*/ 0 w 854"/>
                        <a:gd name="T57" fmla="*/ 0 h 853"/>
                        <a:gd name="T58" fmla="*/ 0 w 854"/>
                        <a:gd name="T59" fmla="*/ 0 h 853"/>
                        <a:gd name="T60" fmla="*/ 0 w 854"/>
                        <a:gd name="T61" fmla="*/ 0 h 853"/>
                        <a:gd name="T62" fmla="*/ 0 w 854"/>
                        <a:gd name="T63" fmla="*/ 0 h 853"/>
                        <a:gd name="T64" fmla="*/ 0 w 854"/>
                        <a:gd name="T65" fmla="*/ 0 h 853"/>
                        <a:gd name="T66" fmla="*/ 0 w 854"/>
                        <a:gd name="T67" fmla="*/ 0 h 853"/>
                        <a:gd name="T68" fmla="*/ 0 w 854"/>
                        <a:gd name="T69" fmla="*/ 0 h 853"/>
                        <a:gd name="T70" fmla="*/ 0 w 854"/>
                        <a:gd name="T71" fmla="*/ 0 h 853"/>
                        <a:gd name="T72" fmla="*/ 0 w 854"/>
                        <a:gd name="T73" fmla="*/ 0 h 853"/>
                        <a:gd name="T74" fmla="*/ 0 w 854"/>
                        <a:gd name="T75" fmla="*/ 0 h 853"/>
                        <a:gd name="T76" fmla="*/ 0 w 854"/>
                        <a:gd name="T77" fmla="*/ 0 h 853"/>
                        <a:gd name="T78" fmla="*/ 0 w 854"/>
                        <a:gd name="T79" fmla="*/ 0 h 853"/>
                        <a:gd name="T80" fmla="*/ 0 w 854"/>
                        <a:gd name="T81" fmla="*/ 0 h 853"/>
                        <a:gd name="T82" fmla="*/ 0 w 854"/>
                        <a:gd name="T83" fmla="*/ 0 h 853"/>
                        <a:gd name="T84" fmla="*/ 0 w 854"/>
                        <a:gd name="T85" fmla="*/ 0 h 8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4"/>
                        <a:gd name="T130" fmla="*/ 0 h 853"/>
                        <a:gd name="T131" fmla="*/ 854 w 854"/>
                        <a:gd name="T132" fmla="*/ 853 h 8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4" h="853">
                          <a:moveTo>
                            <a:pt x="418" y="0"/>
                          </a:moveTo>
                          <a:lnTo>
                            <a:pt x="441" y="0"/>
                          </a:lnTo>
                          <a:lnTo>
                            <a:pt x="462" y="2"/>
                          </a:lnTo>
                          <a:lnTo>
                            <a:pt x="484" y="4"/>
                          </a:lnTo>
                          <a:lnTo>
                            <a:pt x="504" y="7"/>
                          </a:lnTo>
                          <a:lnTo>
                            <a:pt x="526" y="11"/>
                          </a:lnTo>
                          <a:lnTo>
                            <a:pt x="546" y="17"/>
                          </a:lnTo>
                          <a:lnTo>
                            <a:pt x="566" y="23"/>
                          </a:lnTo>
                          <a:lnTo>
                            <a:pt x="585" y="31"/>
                          </a:lnTo>
                          <a:lnTo>
                            <a:pt x="604" y="39"/>
                          </a:lnTo>
                          <a:lnTo>
                            <a:pt x="622" y="47"/>
                          </a:lnTo>
                          <a:lnTo>
                            <a:pt x="640" y="58"/>
                          </a:lnTo>
                          <a:lnTo>
                            <a:pt x="658" y="69"/>
                          </a:lnTo>
                          <a:lnTo>
                            <a:pt x="675" y="80"/>
                          </a:lnTo>
                          <a:lnTo>
                            <a:pt x="691" y="93"/>
                          </a:lnTo>
                          <a:lnTo>
                            <a:pt x="707" y="106"/>
                          </a:lnTo>
                          <a:lnTo>
                            <a:pt x="722" y="120"/>
                          </a:lnTo>
                          <a:lnTo>
                            <a:pt x="737" y="134"/>
                          </a:lnTo>
                          <a:lnTo>
                            <a:pt x="751" y="149"/>
                          </a:lnTo>
                          <a:lnTo>
                            <a:pt x="764" y="165"/>
                          </a:lnTo>
                          <a:lnTo>
                            <a:pt x="776" y="182"/>
                          </a:lnTo>
                          <a:lnTo>
                            <a:pt x="787" y="199"/>
                          </a:lnTo>
                          <a:lnTo>
                            <a:pt x="798" y="216"/>
                          </a:lnTo>
                          <a:lnTo>
                            <a:pt x="808" y="235"/>
                          </a:lnTo>
                          <a:lnTo>
                            <a:pt x="817" y="253"/>
                          </a:lnTo>
                          <a:lnTo>
                            <a:pt x="825" y="272"/>
                          </a:lnTo>
                          <a:lnTo>
                            <a:pt x="832" y="293"/>
                          </a:lnTo>
                          <a:lnTo>
                            <a:pt x="838" y="313"/>
                          </a:lnTo>
                          <a:lnTo>
                            <a:pt x="843" y="333"/>
                          </a:lnTo>
                          <a:lnTo>
                            <a:pt x="848" y="354"/>
                          </a:lnTo>
                          <a:lnTo>
                            <a:pt x="851" y="375"/>
                          </a:lnTo>
                          <a:lnTo>
                            <a:pt x="853" y="397"/>
                          </a:lnTo>
                          <a:lnTo>
                            <a:pt x="854" y="419"/>
                          </a:lnTo>
                          <a:lnTo>
                            <a:pt x="853" y="440"/>
                          </a:lnTo>
                          <a:lnTo>
                            <a:pt x="852" y="462"/>
                          </a:lnTo>
                          <a:lnTo>
                            <a:pt x="850" y="484"/>
                          </a:lnTo>
                          <a:lnTo>
                            <a:pt x="846" y="505"/>
                          </a:lnTo>
                          <a:lnTo>
                            <a:pt x="842" y="525"/>
                          </a:lnTo>
                          <a:lnTo>
                            <a:pt x="837" y="545"/>
                          </a:lnTo>
                          <a:lnTo>
                            <a:pt x="831" y="565"/>
                          </a:lnTo>
                          <a:lnTo>
                            <a:pt x="823" y="584"/>
                          </a:lnTo>
                          <a:lnTo>
                            <a:pt x="815" y="603"/>
                          </a:lnTo>
                          <a:lnTo>
                            <a:pt x="805" y="623"/>
                          </a:lnTo>
                          <a:lnTo>
                            <a:pt x="795" y="641"/>
                          </a:lnTo>
                          <a:lnTo>
                            <a:pt x="785" y="658"/>
                          </a:lnTo>
                          <a:lnTo>
                            <a:pt x="773" y="675"/>
                          </a:lnTo>
                          <a:lnTo>
                            <a:pt x="760" y="691"/>
                          </a:lnTo>
                          <a:lnTo>
                            <a:pt x="748" y="707"/>
                          </a:lnTo>
                          <a:lnTo>
                            <a:pt x="734" y="722"/>
                          </a:lnTo>
                          <a:lnTo>
                            <a:pt x="719" y="736"/>
                          </a:lnTo>
                          <a:lnTo>
                            <a:pt x="704" y="750"/>
                          </a:lnTo>
                          <a:lnTo>
                            <a:pt x="688" y="763"/>
                          </a:lnTo>
                          <a:lnTo>
                            <a:pt x="671" y="775"/>
                          </a:lnTo>
                          <a:lnTo>
                            <a:pt x="654" y="787"/>
                          </a:lnTo>
                          <a:lnTo>
                            <a:pt x="636" y="798"/>
                          </a:lnTo>
                          <a:lnTo>
                            <a:pt x="618" y="807"/>
                          </a:lnTo>
                          <a:lnTo>
                            <a:pt x="600" y="816"/>
                          </a:lnTo>
                          <a:lnTo>
                            <a:pt x="581" y="824"/>
                          </a:lnTo>
                          <a:lnTo>
                            <a:pt x="561" y="832"/>
                          </a:lnTo>
                          <a:lnTo>
                            <a:pt x="541" y="837"/>
                          </a:lnTo>
                          <a:lnTo>
                            <a:pt x="520" y="842"/>
                          </a:lnTo>
                          <a:lnTo>
                            <a:pt x="499" y="846"/>
                          </a:lnTo>
                          <a:lnTo>
                            <a:pt x="478" y="850"/>
                          </a:lnTo>
                          <a:lnTo>
                            <a:pt x="457" y="852"/>
                          </a:lnTo>
                          <a:lnTo>
                            <a:pt x="434" y="853"/>
                          </a:lnTo>
                          <a:lnTo>
                            <a:pt x="412" y="853"/>
                          </a:lnTo>
                          <a:lnTo>
                            <a:pt x="391" y="851"/>
                          </a:lnTo>
                          <a:lnTo>
                            <a:pt x="370" y="848"/>
                          </a:lnTo>
                          <a:lnTo>
                            <a:pt x="348" y="845"/>
                          </a:lnTo>
                          <a:lnTo>
                            <a:pt x="328" y="841"/>
                          </a:lnTo>
                          <a:lnTo>
                            <a:pt x="307" y="836"/>
                          </a:lnTo>
                          <a:lnTo>
                            <a:pt x="288" y="829"/>
                          </a:lnTo>
                          <a:lnTo>
                            <a:pt x="268" y="822"/>
                          </a:lnTo>
                          <a:lnTo>
                            <a:pt x="249" y="813"/>
                          </a:lnTo>
                          <a:lnTo>
                            <a:pt x="230" y="805"/>
                          </a:lnTo>
                          <a:lnTo>
                            <a:pt x="212" y="794"/>
                          </a:lnTo>
                          <a:lnTo>
                            <a:pt x="194" y="784"/>
                          </a:lnTo>
                          <a:lnTo>
                            <a:pt x="177" y="772"/>
                          </a:lnTo>
                          <a:lnTo>
                            <a:pt x="161" y="760"/>
                          </a:lnTo>
                          <a:lnTo>
                            <a:pt x="146" y="747"/>
                          </a:lnTo>
                          <a:lnTo>
                            <a:pt x="131" y="733"/>
                          </a:lnTo>
                          <a:lnTo>
                            <a:pt x="116" y="718"/>
                          </a:lnTo>
                          <a:lnTo>
                            <a:pt x="103" y="703"/>
                          </a:lnTo>
                          <a:lnTo>
                            <a:pt x="89" y="687"/>
                          </a:lnTo>
                          <a:lnTo>
                            <a:pt x="78" y="671"/>
                          </a:lnTo>
                          <a:lnTo>
                            <a:pt x="66" y="653"/>
                          </a:lnTo>
                          <a:lnTo>
                            <a:pt x="55" y="636"/>
                          </a:lnTo>
                          <a:lnTo>
                            <a:pt x="46" y="618"/>
                          </a:lnTo>
                          <a:lnTo>
                            <a:pt x="36" y="599"/>
                          </a:lnTo>
                          <a:lnTo>
                            <a:pt x="29" y="580"/>
                          </a:lnTo>
                          <a:lnTo>
                            <a:pt x="21" y="560"/>
                          </a:lnTo>
                          <a:lnTo>
                            <a:pt x="15" y="540"/>
                          </a:lnTo>
                          <a:lnTo>
                            <a:pt x="11" y="520"/>
                          </a:lnTo>
                          <a:lnTo>
                            <a:pt x="6" y="498"/>
                          </a:lnTo>
                          <a:lnTo>
                            <a:pt x="3" y="477"/>
                          </a:lnTo>
                          <a:lnTo>
                            <a:pt x="1" y="456"/>
                          </a:lnTo>
                          <a:lnTo>
                            <a:pt x="0" y="434"/>
                          </a:lnTo>
                          <a:lnTo>
                            <a:pt x="0" y="412"/>
                          </a:lnTo>
                          <a:lnTo>
                            <a:pt x="1" y="390"/>
                          </a:lnTo>
                          <a:lnTo>
                            <a:pt x="3" y="369"/>
                          </a:lnTo>
                          <a:lnTo>
                            <a:pt x="7" y="349"/>
                          </a:lnTo>
                          <a:lnTo>
                            <a:pt x="12" y="328"/>
                          </a:lnTo>
                          <a:lnTo>
                            <a:pt x="17" y="307"/>
                          </a:lnTo>
                          <a:lnTo>
                            <a:pt x="23" y="287"/>
                          </a:lnTo>
                          <a:lnTo>
                            <a:pt x="31" y="268"/>
                          </a:lnTo>
                          <a:lnTo>
                            <a:pt x="38" y="249"/>
                          </a:lnTo>
                          <a:lnTo>
                            <a:pt x="48" y="230"/>
                          </a:lnTo>
                          <a:lnTo>
                            <a:pt x="57" y="212"/>
                          </a:lnTo>
                          <a:lnTo>
                            <a:pt x="69" y="195"/>
                          </a:lnTo>
                          <a:lnTo>
                            <a:pt x="81" y="178"/>
                          </a:lnTo>
                          <a:lnTo>
                            <a:pt x="92" y="161"/>
                          </a:lnTo>
                          <a:lnTo>
                            <a:pt x="106" y="146"/>
                          </a:lnTo>
                          <a:lnTo>
                            <a:pt x="120" y="130"/>
                          </a:lnTo>
                          <a:lnTo>
                            <a:pt x="134" y="116"/>
                          </a:lnTo>
                          <a:lnTo>
                            <a:pt x="150" y="103"/>
                          </a:lnTo>
                          <a:lnTo>
                            <a:pt x="166" y="90"/>
                          </a:lnTo>
                          <a:lnTo>
                            <a:pt x="182" y="77"/>
                          </a:lnTo>
                          <a:lnTo>
                            <a:pt x="199" y="66"/>
                          </a:lnTo>
                          <a:lnTo>
                            <a:pt x="217" y="55"/>
                          </a:lnTo>
                          <a:lnTo>
                            <a:pt x="235" y="45"/>
                          </a:lnTo>
                          <a:lnTo>
                            <a:pt x="254" y="37"/>
                          </a:lnTo>
                          <a:lnTo>
                            <a:pt x="273" y="28"/>
                          </a:lnTo>
                          <a:lnTo>
                            <a:pt x="292" y="22"/>
                          </a:lnTo>
                          <a:lnTo>
                            <a:pt x="312" y="16"/>
                          </a:lnTo>
                          <a:lnTo>
                            <a:pt x="334" y="10"/>
                          </a:lnTo>
                          <a:lnTo>
                            <a:pt x="354" y="6"/>
                          </a:lnTo>
                          <a:lnTo>
                            <a:pt x="375" y="3"/>
                          </a:lnTo>
                          <a:lnTo>
                            <a:pt x="397" y="1"/>
                          </a:lnTo>
                          <a:lnTo>
                            <a:pt x="418" y="0"/>
                          </a:lnTo>
                          <a:close/>
                        </a:path>
                      </a:pathLst>
                    </a:custGeom>
                    <a:solidFill>
                      <a:srgbClr val="DC2B19"/>
                    </a:solidFill>
                    <a:ln>
                      <a:noFill/>
                    </a:ln>
                  </p:spPr>
                  <p:txBody>
                    <a:bodyPr/>
                    <a:lstStyle/>
                    <a:p>
                      <a:pPr>
                        <a:defRPr/>
                      </a:pPr>
                      <a:endParaRPr lang="en-US" sz="1050">
                        <a:latin typeface="+mj-lt"/>
                      </a:endParaRPr>
                    </a:p>
                  </p:txBody>
                </p:sp>
                <p:sp>
                  <p:nvSpPr>
                    <p:cNvPr id="41225" name="Freeform 691">
                      <a:extLst>
                        <a:ext uri="{FF2B5EF4-FFF2-40B4-BE49-F238E27FC236}">
                          <a16:creationId xmlns="" xmlns:a16="http://schemas.microsoft.com/office/drawing/2014/main" id="{A8B7F991-F459-4ED2-6122-DE56F84CFB7E}"/>
                        </a:ext>
                      </a:extLst>
                    </p:cNvPr>
                    <p:cNvSpPr>
                      <a:spLocks/>
                    </p:cNvSpPr>
                    <p:nvPr/>
                  </p:nvSpPr>
                  <p:spPr bwMode="auto">
                    <a:xfrm>
                      <a:off x="2597" y="1975"/>
                      <a:ext cx="88" cy="84"/>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529" y="511"/>
                          </a:moveTo>
                          <a:lnTo>
                            <a:pt x="529" y="511"/>
                          </a:lnTo>
                          <a:lnTo>
                            <a:pt x="529" y="484"/>
                          </a:lnTo>
                          <a:lnTo>
                            <a:pt x="526" y="458"/>
                          </a:lnTo>
                          <a:lnTo>
                            <a:pt x="523" y="432"/>
                          </a:lnTo>
                          <a:lnTo>
                            <a:pt x="518" y="407"/>
                          </a:lnTo>
                          <a:lnTo>
                            <a:pt x="511" y="381"/>
                          </a:lnTo>
                          <a:lnTo>
                            <a:pt x="504" y="357"/>
                          </a:lnTo>
                          <a:lnTo>
                            <a:pt x="495" y="334"/>
                          </a:lnTo>
                          <a:lnTo>
                            <a:pt x="485" y="309"/>
                          </a:lnTo>
                          <a:lnTo>
                            <a:pt x="474" y="287"/>
                          </a:lnTo>
                          <a:lnTo>
                            <a:pt x="462" y="265"/>
                          </a:lnTo>
                          <a:lnTo>
                            <a:pt x="450" y="242"/>
                          </a:lnTo>
                          <a:lnTo>
                            <a:pt x="436" y="222"/>
                          </a:lnTo>
                          <a:lnTo>
                            <a:pt x="421" y="202"/>
                          </a:lnTo>
                          <a:lnTo>
                            <a:pt x="405" y="183"/>
                          </a:lnTo>
                          <a:lnTo>
                            <a:pt x="388" y="164"/>
                          </a:lnTo>
                          <a:lnTo>
                            <a:pt x="370" y="147"/>
                          </a:lnTo>
                          <a:lnTo>
                            <a:pt x="352" y="130"/>
                          </a:lnTo>
                          <a:lnTo>
                            <a:pt x="333" y="114"/>
                          </a:lnTo>
                          <a:lnTo>
                            <a:pt x="313" y="99"/>
                          </a:lnTo>
                          <a:lnTo>
                            <a:pt x="292" y="84"/>
                          </a:lnTo>
                          <a:lnTo>
                            <a:pt x="271" y="71"/>
                          </a:lnTo>
                          <a:lnTo>
                            <a:pt x="249" y="59"/>
                          </a:lnTo>
                          <a:lnTo>
                            <a:pt x="227" y="48"/>
                          </a:lnTo>
                          <a:lnTo>
                            <a:pt x="203" y="38"/>
                          </a:lnTo>
                          <a:lnTo>
                            <a:pt x="179" y="29"/>
                          </a:lnTo>
                          <a:lnTo>
                            <a:pt x="154" y="22"/>
                          </a:lnTo>
                          <a:lnTo>
                            <a:pt x="130" y="14"/>
                          </a:lnTo>
                          <a:lnTo>
                            <a:pt x="106" y="9"/>
                          </a:lnTo>
                          <a:lnTo>
                            <a:pt x="79" y="6"/>
                          </a:lnTo>
                          <a:lnTo>
                            <a:pt x="54" y="3"/>
                          </a:lnTo>
                          <a:lnTo>
                            <a:pt x="27" y="0"/>
                          </a:lnTo>
                          <a:lnTo>
                            <a:pt x="0" y="0"/>
                          </a:lnTo>
                          <a:lnTo>
                            <a:pt x="4" y="187"/>
                          </a:lnTo>
                          <a:lnTo>
                            <a:pt x="21" y="188"/>
                          </a:lnTo>
                          <a:lnTo>
                            <a:pt x="38" y="189"/>
                          </a:lnTo>
                          <a:lnTo>
                            <a:pt x="55" y="190"/>
                          </a:lnTo>
                          <a:lnTo>
                            <a:pt x="71" y="193"/>
                          </a:lnTo>
                          <a:lnTo>
                            <a:pt x="86" y="197"/>
                          </a:lnTo>
                          <a:lnTo>
                            <a:pt x="102" y="201"/>
                          </a:lnTo>
                          <a:lnTo>
                            <a:pt x="118" y="205"/>
                          </a:lnTo>
                          <a:lnTo>
                            <a:pt x="133" y="212"/>
                          </a:lnTo>
                          <a:lnTo>
                            <a:pt x="148" y="218"/>
                          </a:lnTo>
                          <a:lnTo>
                            <a:pt x="163" y="225"/>
                          </a:lnTo>
                          <a:lnTo>
                            <a:pt x="177" y="233"/>
                          </a:lnTo>
                          <a:lnTo>
                            <a:pt x="191" y="241"/>
                          </a:lnTo>
                          <a:lnTo>
                            <a:pt x="204" y="250"/>
                          </a:lnTo>
                          <a:lnTo>
                            <a:pt x="217" y="260"/>
                          </a:lnTo>
                          <a:lnTo>
                            <a:pt x="229" y="270"/>
                          </a:lnTo>
                          <a:lnTo>
                            <a:pt x="240" y="280"/>
                          </a:lnTo>
                          <a:lnTo>
                            <a:pt x="252" y="292"/>
                          </a:lnTo>
                          <a:lnTo>
                            <a:pt x="263" y="304"/>
                          </a:lnTo>
                          <a:lnTo>
                            <a:pt x="272" y="317"/>
                          </a:lnTo>
                          <a:lnTo>
                            <a:pt x="283" y="329"/>
                          </a:lnTo>
                          <a:lnTo>
                            <a:pt x="291" y="343"/>
                          </a:lnTo>
                          <a:lnTo>
                            <a:pt x="300" y="357"/>
                          </a:lnTo>
                          <a:lnTo>
                            <a:pt x="307" y="371"/>
                          </a:lnTo>
                          <a:lnTo>
                            <a:pt x="315" y="386"/>
                          </a:lnTo>
                          <a:lnTo>
                            <a:pt x="320" y="400"/>
                          </a:lnTo>
                          <a:lnTo>
                            <a:pt x="325" y="415"/>
                          </a:lnTo>
                          <a:lnTo>
                            <a:pt x="331" y="431"/>
                          </a:lnTo>
                          <a:lnTo>
                            <a:pt x="335" y="447"/>
                          </a:lnTo>
                          <a:lnTo>
                            <a:pt x="338" y="464"/>
                          </a:lnTo>
                          <a:lnTo>
                            <a:pt x="340" y="480"/>
                          </a:lnTo>
                          <a:lnTo>
                            <a:pt x="342" y="497"/>
                          </a:lnTo>
                          <a:lnTo>
                            <a:pt x="343" y="514"/>
                          </a:lnTo>
                          <a:lnTo>
                            <a:pt x="529" y="511"/>
                          </a:lnTo>
                          <a:close/>
                        </a:path>
                      </a:pathLst>
                    </a:custGeom>
                    <a:solidFill>
                      <a:srgbClr val="EF2B2F"/>
                    </a:solidFill>
                    <a:ln>
                      <a:noFill/>
                    </a:ln>
                  </p:spPr>
                  <p:txBody>
                    <a:bodyPr/>
                    <a:lstStyle/>
                    <a:p>
                      <a:pPr>
                        <a:defRPr/>
                      </a:pPr>
                      <a:endParaRPr lang="en-US" sz="1050">
                        <a:latin typeface="+mj-lt"/>
                      </a:endParaRPr>
                    </a:p>
                  </p:txBody>
                </p:sp>
                <p:sp>
                  <p:nvSpPr>
                    <p:cNvPr id="41226" name="Freeform 692">
                      <a:extLst>
                        <a:ext uri="{FF2B5EF4-FFF2-40B4-BE49-F238E27FC236}">
                          <a16:creationId xmlns="" xmlns:a16="http://schemas.microsoft.com/office/drawing/2014/main" id="{F652F2F8-04B6-F773-3087-309B5FB388C5}"/>
                        </a:ext>
                      </a:extLst>
                    </p:cNvPr>
                    <p:cNvSpPr>
                      <a:spLocks/>
                    </p:cNvSpPr>
                    <p:nvPr/>
                  </p:nvSpPr>
                  <p:spPr bwMode="auto">
                    <a:xfrm>
                      <a:off x="2597" y="2058"/>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2" y="529"/>
                          </a:moveTo>
                          <a:lnTo>
                            <a:pt x="2" y="529"/>
                          </a:lnTo>
                          <a:lnTo>
                            <a:pt x="30" y="528"/>
                          </a:lnTo>
                          <a:lnTo>
                            <a:pt x="56" y="526"/>
                          </a:lnTo>
                          <a:lnTo>
                            <a:pt x="82" y="522"/>
                          </a:lnTo>
                          <a:lnTo>
                            <a:pt x="108" y="516"/>
                          </a:lnTo>
                          <a:lnTo>
                            <a:pt x="132" y="510"/>
                          </a:lnTo>
                          <a:lnTo>
                            <a:pt x="158" y="503"/>
                          </a:lnTo>
                          <a:lnTo>
                            <a:pt x="181" y="494"/>
                          </a:lnTo>
                          <a:lnTo>
                            <a:pt x="204" y="485"/>
                          </a:lnTo>
                          <a:lnTo>
                            <a:pt x="228" y="474"/>
                          </a:lnTo>
                          <a:lnTo>
                            <a:pt x="250" y="461"/>
                          </a:lnTo>
                          <a:lnTo>
                            <a:pt x="271" y="448"/>
                          </a:lnTo>
                          <a:lnTo>
                            <a:pt x="292" y="435"/>
                          </a:lnTo>
                          <a:lnTo>
                            <a:pt x="313" y="420"/>
                          </a:lnTo>
                          <a:lnTo>
                            <a:pt x="332" y="404"/>
                          </a:lnTo>
                          <a:lnTo>
                            <a:pt x="350" y="387"/>
                          </a:lnTo>
                          <a:lnTo>
                            <a:pt x="368" y="370"/>
                          </a:lnTo>
                          <a:lnTo>
                            <a:pt x="385" y="351"/>
                          </a:lnTo>
                          <a:lnTo>
                            <a:pt x="401" y="333"/>
                          </a:lnTo>
                          <a:lnTo>
                            <a:pt x="416" y="313"/>
                          </a:lnTo>
                          <a:lnTo>
                            <a:pt x="430" y="291"/>
                          </a:lnTo>
                          <a:lnTo>
                            <a:pt x="443" y="270"/>
                          </a:lnTo>
                          <a:lnTo>
                            <a:pt x="456" y="249"/>
                          </a:lnTo>
                          <a:lnTo>
                            <a:pt x="467" y="226"/>
                          </a:lnTo>
                          <a:lnTo>
                            <a:pt x="476" y="202"/>
                          </a:lnTo>
                          <a:lnTo>
                            <a:pt x="486" y="179"/>
                          </a:lnTo>
                          <a:lnTo>
                            <a:pt x="493" y="155"/>
                          </a:lnTo>
                          <a:lnTo>
                            <a:pt x="501" y="130"/>
                          </a:lnTo>
                          <a:lnTo>
                            <a:pt x="505" y="105"/>
                          </a:lnTo>
                          <a:lnTo>
                            <a:pt x="509" y="79"/>
                          </a:lnTo>
                          <a:lnTo>
                            <a:pt x="512" y="53"/>
                          </a:lnTo>
                          <a:lnTo>
                            <a:pt x="514" y="26"/>
                          </a:lnTo>
                          <a:lnTo>
                            <a:pt x="513" y="0"/>
                          </a:lnTo>
                          <a:lnTo>
                            <a:pt x="327" y="3"/>
                          </a:lnTo>
                          <a:lnTo>
                            <a:pt x="326" y="21"/>
                          </a:lnTo>
                          <a:lnTo>
                            <a:pt x="325" y="38"/>
                          </a:lnTo>
                          <a:lnTo>
                            <a:pt x="324" y="54"/>
                          </a:lnTo>
                          <a:lnTo>
                            <a:pt x="321" y="71"/>
                          </a:lnTo>
                          <a:lnTo>
                            <a:pt x="318" y="87"/>
                          </a:lnTo>
                          <a:lnTo>
                            <a:pt x="314" y="103"/>
                          </a:lnTo>
                          <a:lnTo>
                            <a:pt x="309" y="117"/>
                          </a:lnTo>
                          <a:lnTo>
                            <a:pt x="303" y="133"/>
                          </a:lnTo>
                          <a:lnTo>
                            <a:pt x="297" y="148"/>
                          </a:lnTo>
                          <a:lnTo>
                            <a:pt x="289" y="162"/>
                          </a:lnTo>
                          <a:lnTo>
                            <a:pt x="282" y="176"/>
                          </a:lnTo>
                          <a:lnTo>
                            <a:pt x="273" y="190"/>
                          </a:lnTo>
                          <a:lnTo>
                            <a:pt x="265" y="203"/>
                          </a:lnTo>
                          <a:lnTo>
                            <a:pt x="254" y="216"/>
                          </a:lnTo>
                          <a:lnTo>
                            <a:pt x="245" y="229"/>
                          </a:lnTo>
                          <a:lnTo>
                            <a:pt x="233" y="241"/>
                          </a:lnTo>
                          <a:lnTo>
                            <a:pt x="222" y="251"/>
                          </a:lnTo>
                          <a:lnTo>
                            <a:pt x="211" y="262"/>
                          </a:lnTo>
                          <a:lnTo>
                            <a:pt x="198" y="272"/>
                          </a:lnTo>
                          <a:lnTo>
                            <a:pt x="185" y="282"/>
                          </a:lnTo>
                          <a:lnTo>
                            <a:pt x="171" y="290"/>
                          </a:lnTo>
                          <a:lnTo>
                            <a:pt x="158" y="299"/>
                          </a:lnTo>
                          <a:lnTo>
                            <a:pt x="144" y="306"/>
                          </a:lnTo>
                          <a:lnTo>
                            <a:pt x="129" y="314"/>
                          </a:lnTo>
                          <a:lnTo>
                            <a:pt x="114" y="320"/>
                          </a:lnTo>
                          <a:lnTo>
                            <a:pt x="98" y="325"/>
                          </a:lnTo>
                          <a:lnTo>
                            <a:pt x="83" y="331"/>
                          </a:lnTo>
                          <a:lnTo>
                            <a:pt x="66" y="334"/>
                          </a:lnTo>
                          <a:lnTo>
                            <a:pt x="50" y="337"/>
                          </a:lnTo>
                          <a:lnTo>
                            <a:pt x="34" y="339"/>
                          </a:lnTo>
                          <a:lnTo>
                            <a:pt x="17" y="341"/>
                          </a:lnTo>
                          <a:lnTo>
                            <a:pt x="0" y="342"/>
                          </a:lnTo>
                          <a:lnTo>
                            <a:pt x="2" y="529"/>
                          </a:lnTo>
                          <a:close/>
                        </a:path>
                      </a:pathLst>
                    </a:custGeom>
                    <a:solidFill>
                      <a:srgbClr val="EF2B2F"/>
                    </a:solidFill>
                    <a:ln>
                      <a:noFill/>
                    </a:ln>
                  </p:spPr>
                  <p:txBody>
                    <a:bodyPr/>
                    <a:lstStyle/>
                    <a:p>
                      <a:pPr>
                        <a:defRPr/>
                      </a:pPr>
                      <a:endParaRPr lang="en-US" sz="1050">
                        <a:latin typeface="+mj-lt"/>
                      </a:endParaRPr>
                    </a:p>
                  </p:txBody>
                </p:sp>
                <p:sp>
                  <p:nvSpPr>
                    <p:cNvPr id="41227" name="Freeform 693">
                      <a:extLst>
                        <a:ext uri="{FF2B5EF4-FFF2-40B4-BE49-F238E27FC236}">
                          <a16:creationId xmlns="" xmlns:a16="http://schemas.microsoft.com/office/drawing/2014/main" id="{AA185890-6E76-2F59-D2CD-CAC4FAAEDB5D}"/>
                        </a:ext>
                      </a:extLst>
                    </p:cNvPr>
                    <p:cNvSpPr>
                      <a:spLocks/>
                    </p:cNvSpPr>
                    <p:nvPr/>
                  </p:nvSpPr>
                  <p:spPr bwMode="auto">
                    <a:xfrm>
                      <a:off x="2509" y="2062"/>
                      <a:ext cx="92" cy="84"/>
                    </a:xfrm>
                    <a:custGeom>
                      <a:avLst/>
                      <a:gdLst>
                        <a:gd name="T0" fmla="*/ 0 w 528"/>
                        <a:gd name="T1" fmla="*/ 0 h 513"/>
                        <a:gd name="T2" fmla="*/ 0 w 528"/>
                        <a:gd name="T3" fmla="*/ 0 h 513"/>
                        <a:gd name="T4" fmla="*/ 0 w 528"/>
                        <a:gd name="T5" fmla="*/ 0 h 513"/>
                        <a:gd name="T6" fmla="*/ 0 w 528"/>
                        <a:gd name="T7" fmla="*/ 0 h 513"/>
                        <a:gd name="T8" fmla="*/ 0 w 528"/>
                        <a:gd name="T9" fmla="*/ 0 h 513"/>
                        <a:gd name="T10" fmla="*/ 0 w 528"/>
                        <a:gd name="T11" fmla="*/ 0 h 513"/>
                        <a:gd name="T12" fmla="*/ 0 w 528"/>
                        <a:gd name="T13" fmla="*/ 0 h 513"/>
                        <a:gd name="T14" fmla="*/ 0 w 528"/>
                        <a:gd name="T15" fmla="*/ 0 h 513"/>
                        <a:gd name="T16" fmla="*/ 0 w 528"/>
                        <a:gd name="T17" fmla="*/ 0 h 513"/>
                        <a:gd name="T18" fmla="*/ 0 w 528"/>
                        <a:gd name="T19" fmla="*/ 0 h 513"/>
                        <a:gd name="T20" fmla="*/ 0 w 528"/>
                        <a:gd name="T21" fmla="*/ 0 h 513"/>
                        <a:gd name="T22" fmla="*/ 0 w 528"/>
                        <a:gd name="T23" fmla="*/ 0 h 513"/>
                        <a:gd name="T24" fmla="*/ 0 w 528"/>
                        <a:gd name="T25" fmla="*/ 0 h 513"/>
                        <a:gd name="T26" fmla="*/ 0 w 528"/>
                        <a:gd name="T27" fmla="*/ 0 h 513"/>
                        <a:gd name="T28" fmla="*/ 0 w 528"/>
                        <a:gd name="T29" fmla="*/ 0 h 513"/>
                        <a:gd name="T30" fmla="*/ 0 w 528"/>
                        <a:gd name="T31" fmla="*/ 0 h 513"/>
                        <a:gd name="T32" fmla="*/ 0 w 528"/>
                        <a:gd name="T33" fmla="*/ 0 h 513"/>
                        <a:gd name="T34" fmla="*/ 0 w 528"/>
                        <a:gd name="T35" fmla="*/ 0 h 513"/>
                        <a:gd name="T36" fmla="*/ 0 w 528"/>
                        <a:gd name="T37" fmla="*/ 0 h 513"/>
                        <a:gd name="T38" fmla="*/ 0 w 528"/>
                        <a:gd name="T39" fmla="*/ 0 h 513"/>
                        <a:gd name="T40" fmla="*/ 0 w 528"/>
                        <a:gd name="T41" fmla="*/ 0 h 513"/>
                        <a:gd name="T42" fmla="*/ 0 w 528"/>
                        <a:gd name="T43" fmla="*/ 0 h 513"/>
                        <a:gd name="T44" fmla="*/ 0 w 528"/>
                        <a:gd name="T45" fmla="*/ 0 h 513"/>
                        <a:gd name="T46" fmla="*/ 0 w 528"/>
                        <a:gd name="T47" fmla="*/ 0 h 513"/>
                        <a:gd name="T48" fmla="*/ 0 w 528"/>
                        <a:gd name="T49" fmla="*/ 0 h 513"/>
                        <a:gd name="T50" fmla="*/ 0 w 528"/>
                        <a:gd name="T51" fmla="*/ 0 h 513"/>
                        <a:gd name="T52" fmla="*/ 0 w 528"/>
                        <a:gd name="T53" fmla="*/ 0 h 513"/>
                        <a:gd name="T54" fmla="*/ 0 w 528"/>
                        <a:gd name="T55" fmla="*/ 0 h 513"/>
                        <a:gd name="T56" fmla="*/ 0 w 528"/>
                        <a:gd name="T57" fmla="*/ 0 h 513"/>
                        <a:gd name="T58" fmla="*/ 0 w 528"/>
                        <a:gd name="T59" fmla="*/ 0 h 513"/>
                        <a:gd name="T60" fmla="*/ 0 w 528"/>
                        <a:gd name="T61" fmla="*/ 0 h 513"/>
                        <a:gd name="T62" fmla="*/ 0 w 528"/>
                        <a:gd name="T63" fmla="*/ 0 h 513"/>
                        <a:gd name="T64" fmla="*/ 0 w 528"/>
                        <a:gd name="T65" fmla="*/ 0 h 513"/>
                        <a:gd name="T66" fmla="*/ 0 w 528"/>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8"/>
                        <a:gd name="T103" fmla="*/ 0 h 513"/>
                        <a:gd name="T104" fmla="*/ 528 w 528"/>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8" h="513">
                          <a:moveTo>
                            <a:pt x="0" y="3"/>
                          </a:moveTo>
                          <a:lnTo>
                            <a:pt x="0" y="3"/>
                          </a:lnTo>
                          <a:lnTo>
                            <a:pt x="1" y="29"/>
                          </a:lnTo>
                          <a:lnTo>
                            <a:pt x="3" y="56"/>
                          </a:lnTo>
                          <a:lnTo>
                            <a:pt x="7" y="81"/>
                          </a:lnTo>
                          <a:lnTo>
                            <a:pt x="12" y="107"/>
                          </a:lnTo>
                          <a:lnTo>
                            <a:pt x="19" y="132"/>
                          </a:lnTo>
                          <a:lnTo>
                            <a:pt x="25" y="157"/>
                          </a:lnTo>
                          <a:lnTo>
                            <a:pt x="35" y="181"/>
                          </a:lnTo>
                          <a:lnTo>
                            <a:pt x="44" y="204"/>
                          </a:lnTo>
                          <a:lnTo>
                            <a:pt x="55" y="227"/>
                          </a:lnTo>
                          <a:lnTo>
                            <a:pt x="68" y="249"/>
                          </a:lnTo>
                          <a:lnTo>
                            <a:pt x="80" y="271"/>
                          </a:lnTo>
                          <a:lnTo>
                            <a:pt x="94" y="291"/>
                          </a:lnTo>
                          <a:lnTo>
                            <a:pt x="109" y="312"/>
                          </a:lnTo>
                          <a:lnTo>
                            <a:pt x="125" y="331"/>
                          </a:lnTo>
                          <a:lnTo>
                            <a:pt x="141" y="350"/>
                          </a:lnTo>
                          <a:lnTo>
                            <a:pt x="159" y="368"/>
                          </a:lnTo>
                          <a:lnTo>
                            <a:pt x="177" y="384"/>
                          </a:lnTo>
                          <a:lnTo>
                            <a:pt x="196" y="401"/>
                          </a:lnTo>
                          <a:lnTo>
                            <a:pt x="216" y="415"/>
                          </a:lnTo>
                          <a:lnTo>
                            <a:pt x="237" y="429"/>
                          </a:lnTo>
                          <a:lnTo>
                            <a:pt x="258" y="443"/>
                          </a:lnTo>
                          <a:lnTo>
                            <a:pt x="280" y="455"/>
                          </a:lnTo>
                          <a:lnTo>
                            <a:pt x="303" y="465"/>
                          </a:lnTo>
                          <a:lnTo>
                            <a:pt x="327" y="476"/>
                          </a:lnTo>
                          <a:lnTo>
                            <a:pt x="350" y="484"/>
                          </a:lnTo>
                          <a:lnTo>
                            <a:pt x="374" y="492"/>
                          </a:lnTo>
                          <a:lnTo>
                            <a:pt x="399" y="499"/>
                          </a:lnTo>
                          <a:lnTo>
                            <a:pt x="424" y="505"/>
                          </a:lnTo>
                          <a:lnTo>
                            <a:pt x="450" y="509"/>
                          </a:lnTo>
                          <a:lnTo>
                            <a:pt x="476" y="511"/>
                          </a:lnTo>
                          <a:lnTo>
                            <a:pt x="503" y="513"/>
                          </a:lnTo>
                          <a:lnTo>
                            <a:pt x="528" y="513"/>
                          </a:lnTo>
                          <a:lnTo>
                            <a:pt x="526" y="326"/>
                          </a:lnTo>
                          <a:lnTo>
                            <a:pt x="508" y="325"/>
                          </a:lnTo>
                          <a:lnTo>
                            <a:pt x="491" y="325"/>
                          </a:lnTo>
                          <a:lnTo>
                            <a:pt x="475" y="323"/>
                          </a:lnTo>
                          <a:lnTo>
                            <a:pt x="458" y="321"/>
                          </a:lnTo>
                          <a:lnTo>
                            <a:pt x="442" y="317"/>
                          </a:lnTo>
                          <a:lnTo>
                            <a:pt x="427" y="313"/>
                          </a:lnTo>
                          <a:lnTo>
                            <a:pt x="412" y="308"/>
                          </a:lnTo>
                          <a:lnTo>
                            <a:pt x="396" y="302"/>
                          </a:lnTo>
                          <a:lnTo>
                            <a:pt x="381" y="296"/>
                          </a:lnTo>
                          <a:lnTo>
                            <a:pt x="367" y="289"/>
                          </a:lnTo>
                          <a:lnTo>
                            <a:pt x="352" y="281"/>
                          </a:lnTo>
                          <a:lnTo>
                            <a:pt x="338" y="272"/>
                          </a:lnTo>
                          <a:lnTo>
                            <a:pt x="326" y="264"/>
                          </a:lnTo>
                          <a:lnTo>
                            <a:pt x="313" y="254"/>
                          </a:lnTo>
                          <a:lnTo>
                            <a:pt x="300" y="244"/>
                          </a:lnTo>
                          <a:lnTo>
                            <a:pt x="288" y="233"/>
                          </a:lnTo>
                          <a:lnTo>
                            <a:pt x="278" y="221"/>
                          </a:lnTo>
                          <a:lnTo>
                            <a:pt x="266" y="210"/>
                          </a:lnTo>
                          <a:lnTo>
                            <a:pt x="257" y="197"/>
                          </a:lnTo>
                          <a:lnTo>
                            <a:pt x="247" y="184"/>
                          </a:lnTo>
                          <a:lnTo>
                            <a:pt x="239" y="170"/>
                          </a:lnTo>
                          <a:lnTo>
                            <a:pt x="230" y="157"/>
                          </a:lnTo>
                          <a:lnTo>
                            <a:pt x="222" y="143"/>
                          </a:lnTo>
                          <a:lnTo>
                            <a:pt x="215" y="128"/>
                          </a:lnTo>
                          <a:lnTo>
                            <a:pt x="209" y="113"/>
                          </a:lnTo>
                          <a:lnTo>
                            <a:pt x="203" y="98"/>
                          </a:lnTo>
                          <a:lnTo>
                            <a:pt x="198" y="82"/>
                          </a:lnTo>
                          <a:lnTo>
                            <a:pt x="194" y="66"/>
                          </a:lnTo>
                          <a:lnTo>
                            <a:pt x="192" y="51"/>
                          </a:lnTo>
                          <a:lnTo>
                            <a:pt x="189" y="34"/>
                          </a:lnTo>
                          <a:lnTo>
                            <a:pt x="188" y="17"/>
                          </a:lnTo>
                          <a:lnTo>
                            <a:pt x="186" y="0"/>
                          </a:lnTo>
                          <a:lnTo>
                            <a:pt x="0" y="3"/>
                          </a:lnTo>
                          <a:close/>
                        </a:path>
                      </a:pathLst>
                    </a:custGeom>
                    <a:solidFill>
                      <a:srgbClr val="EF2B2F"/>
                    </a:solidFill>
                    <a:ln>
                      <a:noFill/>
                    </a:ln>
                  </p:spPr>
                  <p:txBody>
                    <a:bodyPr/>
                    <a:lstStyle/>
                    <a:p>
                      <a:pPr>
                        <a:defRPr/>
                      </a:pPr>
                      <a:endParaRPr lang="en-US" sz="1050">
                        <a:latin typeface="+mj-lt"/>
                      </a:endParaRPr>
                    </a:p>
                  </p:txBody>
                </p:sp>
                <p:sp>
                  <p:nvSpPr>
                    <p:cNvPr id="41228" name="Freeform 694">
                      <a:extLst>
                        <a:ext uri="{FF2B5EF4-FFF2-40B4-BE49-F238E27FC236}">
                          <a16:creationId xmlns="" xmlns:a16="http://schemas.microsoft.com/office/drawing/2014/main" id="{2041622D-6024-2431-1FBF-9EFA48D22722}"/>
                        </a:ext>
                      </a:extLst>
                    </p:cNvPr>
                    <p:cNvSpPr>
                      <a:spLocks/>
                    </p:cNvSpPr>
                    <p:nvPr/>
                  </p:nvSpPr>
                  <p:spPr bwMode="auto">
                    <a:xfrm>
                      <a:off x="2509" y="1975"/>
                      <a:ext cx="88" cy="88"/>
                    </a:xfrm>
                    <a:custGeom>
                      <a:avLst/>
                      <a:gdLst>
                        <a:gd name="T0" fmla="*/ 0 w 514"/>
                        <a:gd name="T1" fmla="*/ 0 h 530"/>
                        <a:gd name="T2" fmla="*/ 0 w 514"/>
                        <a:gd name="T3" fmla="*/ 0 h 530"/>
                        <a:gd name="T4" fmla="*/ 0 w 514"/>
                        <a:gd name="T5" fmla="*/ 0 h 530"/>
                        <a:gd name="T6" fmla="*/ 0 w 514"/>
                        <a:gd name="T7" fmla="*/ 0 h 530"/>
                        <a:gd name="T8" fmla="*/ 0 w 514"/>
                        <a:gd name="T9" fmla="*/ 0 h 530"/>
                        <a:gd name="T10" fmla="*/ 0 w 514"/>
                        <a:gd name="T11" fmla="*/ 0 h 530"/>
                        <a:gd name="T12" fmla="*/ 0 w 514"/>
                        <a:gd name="T13" fmla="*/ 0 h 530"/>
                        <a:gd name="T14" fmla="*/ 0 w 514"/>
                        <a:gd name="T15" fmla="*/ 0 h 530"/>
                        <a:gd name="T16" fmla="*/ 0 w 514"/>
                        <a:gd name="T17" fmla="*/ 0 h 530"/>
                        <a:gd name="T18" fmla="*/ 0 w 514"/>
                        <a:gd name="T19" fmla="*/ 0 h 530"/>
                        <a:gd name="T20" fmla="*/ 0 w 514"/>
                        <a:gd name="T21" fmla="*/ 0 h 530"/>
                        <a:gd name="T22" fmla="*/ 0 w 514"/>
                        <a:gd name="T23" fmla="*/ 0 h 530"/>
                        <a:gd name="T24" fmla="*/ 0 w 514"/>
                        <a:gd name="T25" fmla="*/ 0 h 530"/>
                        <a:gd name="T26" fmla="*/ 0 w 514"/>
                        <a:gd name="T27" fmla="*/ 0 h 530"/>
                        <a:gd name="T28" fmla="*/ 0 w 514"/>
                        <a:gd name="T29" fmla="*/ 0 h 530"/>
                        <a:gd name="T30" fmla="*/ 0 w 514"/>
                        <a:gd name="T31" fmla="*/ 0 h 530"/>
                        <a:gd name="T32" fmla="*/ 0 w 514"/>
                        <a:gd name="T33" fmla="*/ 0 h 530"/>
                        <a:gd name="T34" fmla="*/ 0 w 514"/>
                        <a:gd name="T35" fmla="*/ 0 h 530"/>
                        <a:gd name="T36" fmla="*/ 0 w 514"/>
                        <a:gd name="T37" fmla="*/ 0 h 530"/>
                        <a:gd name="T38" fmla="*/ 0 w 514"/>
                        <a:gd name="T39" fmla="*/ 0 h 530"/>
                        <a:gd name="T40" fmla="*/ 0 w 514"/>
                        <a:gd name="T41" fmla="*/ 0 h 530"/>
                        <a:gd name="T42" fmla="*/ 0 w 514"/>
                        <a:gd name="T43" fmla="*/ 0 h 530"/>
                        <a:gd name="T44" fmla="*/ 0 w 514"/>
                        <a:gd name="T45" fmla="*/ 0 h 530"/>
                        <a:gd name="T46" fmla="*/ 0 w 514"/>
                        <a:gd name="T47" fmla="*/ 0 h 530"/>
                        <a:gd name="T48" fmla="*/ 0 w 514"/>
                        <a:gd name="T49" fmla="*/ 0 h 530"/>
                        <a:gd name="T50" fmla="*/ 0 w 514"/>
                        <a:gd name="T51" fmla="*/ 0 h 530"/>
                        <a:gd name="T52" fmla="*/ 0 w 514"/>
                        <a:gd name="T53" fmla="*/ 0 h 530"/>
                        <a:gd name="T54" fmla="*/ 0 w 514"/>
                        <a:gd name="T55" fmla="*/ 0 h 530"/>
                        <a:gd name="T56" fmla="*/ 0 w 514"/>
                        <a:gd name="T57" fmla="*/ 0 h 530"/>
                        <a:gd name="T58" fmla="*/ 0 w 514"/>
                        <a:gd name="T59" fmla="*/ 0 h 530"/>
                        <a:gd name="T60" fmla="*/ 0 w 514"/>
                        <a:gd name="T61" fmla="*/ 0 h 530"/>
                        <a:gd name="T62" fmla="*/ 0 w 514"/>
                        <a:gd name="T63" fmla="*/ 0 h 530"/>
                        <a:gd name="T64" fmla="*/ 0 w 514"/>
                        <a:gd name="T65" fmla="*/ 0 h 530"/>
                        <a:gd name="T66" fmla="*/ 0 w 514"/>
                        <a:gd name="T67" fmla="*/ 0 h 5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30"/>
                        <a:gd name="T104" fmla="*/ 514 w 514"/>
                        <a:gd name="T105" fmla="*/ 530 h 5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30">
                          <a:moveTo>
                            <a:pt x="510" y="0"/>
                          </a:moveTo>
                          <a:lnTo>
                            <a:pt x="510" y="0"/>
                          </a:lnTo>
                          <a:lnTo>
                            <a:pt x="484" y="1"/>
                          </a:lnTo>
                          <a:lnTo>
                            <a:pt x="457" y="5"/>
                          </a:lnTo>
                          <a:lnTo>
                            <a:pt x="432" y="8"/>
                          </a:lnTo>
                          <a:lnTo>
                            <a:pt x="405" y="13"/>
                          </a:lnTo>
                          <a:lnTo>
                            <a:pt x="381" y="19"/>
                          </a:lnTo>
                          <a:lnTo>
                            <a:pt x="356" y="27"/>
                          </a:lnTo>
                          <a:lnTo>
                            <a:pt x="332" y="35"/>
                          </a:lnTo>
                          <a:lnTo>
                            <a:pt x="309" y="46"/>
                          </a:lnTo>
                          <a:lnTo>
                            <a:pt x="286" y="57"/>
                          </a:lnTo>
                          <a:lnTo>
                            <a:pt x="264" y="68"/>
                          </a:lnTo>
                          <a:lnTo>
                            <a:pt x="242" y="81"/>
                          </a:lnTo>
                          <a:lnTo>
                            <a:pt x="222" y="95"/>
                          </a:lnTo>
                          <a:lnTo>
                            <a:pt x="201" y="110"/>
                          </a:lnTo>
                          <a:lnTo>
                            <a:pt x="181" y="126"/>
                          </a:lnTo>
                          <a:lnTo>
                            <a:pt x="163" y="143"/>
                          </a:lnTo>
                          <a:lnTo>
                            <a:pt x="145" y="160"/>
                          </a:lnTo>
                          <a:lnTo>
                            <a:pt x="128" y="179"/>
                          </a:lnTo>
                          <a:lnTo>
                            <a:pt x="112" y="198"/>
                          </a:lnTo>
                          <a:lnTo>
                            <a:pt x="97" y="218"/>
                          </a:lnTo>
                          <a:lnTo>
                            <a:pt x="83" y="238"/>
                          </a:lnTo>
                          <a:lnTo>
                            <a:pt x="70" y="259"/>
                          </a:lnTo>
                          <a:lnTo>
                            <a:pt x="58" y="282"/>
                          </a:lnTo>
                          <a:lnTo>
                            <a:pt x="46" y="304"/>
                          </a:lnTo>
                          <a:lnTo>
                            <a:pt x="37" y="327"/>
                          </a:lnTo>
                          <a:lnTo>
                            <a:pt x="28" y="352"/>
                          </a:lnTo>
                          <a:lnTo>
                            <a:pt x="20" y="375"/>
                          </a:lnTo>
                          <a:lnTo>
                            <a:pt x="13" y="400"/>
                          </a:lnTo>
                          <a:lnTo>
                            <a:pt x="8" y="426"/>
                          </a:lnTo>
                          <a:lnTo>
                            <a:pt x="4" y="451"/>
                          </a:lnTo>
                          <a:lnTo>
                            <a:pt x="1" y="477"/>
                          </a:lnTo>
                          <a:lnTo>
                            <a:pt x="0" y="503"/>
                          </a:lnTo>
                          <a:lnTo>
                            <a:pt x="0" y="530"/>
                          </a:lnTo>
                          <a:lnTo>
                            <a:pt x="186" y="527"/>
                          </a:lnTo>
                          <a:lnTo>
                            <a:pt x="186" y="510"/>
                          </a:lnTo>
                          <a:lnTo>
                            <a:pt x="188" y="493"/>
                          </a:lnTo>
                          <a:lnTo>
                            <a:pt x="190" y="476"/>
                          </a:lnTo>
                          <a:lnTo>
                            <a:pt x="192" y="459"/>
                          </a:lnTo>
                          <a:lnTo>
                            <a:pt x="196" y="443"/>
                          </a:lnTo>
                          <a:lnTo>
                            <a:pt x="199" y="427"/>
                          </a:lnTo>
                          <a:lnTo>
                            <a:pt x="205" y="412"/>
                          </a:lnTo>
                          <a:lnTo>
                            <a:pt x="210" y="396"/>
                          </a:lnTo>
                          <a:lnTo>
                            <a:pt x="216" y="382"/>
                          </a:lnTo>
                          <a:lnTo>
                            <a:pt x="224" y="367"/>
                          </a:lnTo>
                          <a:lnTo>
                            <a:pt x="232" y="354"/>
                          </a:lnTo>
                          <a:lnTo>
                            <a:pt x="240" y="340"/>
                          </a:lnTo>
                          <a:lnTo>
                            <a:pt x="249" y="326"/>
                          </a:lnTo>
                          <a:lnTo>
                            <a:pt x="259" y="313"/>
                          </a:lnTo>
                          <a:lnTo>
                            <a:pt x="269" y="302"/>
                          </a:lnTo>
                          <a:lnTo>
                            <a:pt x="280" y="289"/>
                          </a:lnTo>
                          <a:lnTo>
                            <a:pt x="292" y="278"/>
                          </a:lnTo>
                          <a:lnTo>
                            <a:pt x="303" y="268"/>
                          </a:lnTo>
                          <a:lnTo>
                            <a:pt x="316" y="257"/>
                          </a:lnTo>
                          <a:lnTo>
                            <a:pt x="329" y="248"/>
                          </a:lnTo>
                          <a:lnTo>
                            <a:pt x="343" y="239"/>
                          </a:lnTo>
                          <a:lnTo>
                            <a:pt x="355" y="231"/>
                          </a:lnTo>
                          <a:lnTo>
                            <a:pt x="370" y="223"/>
                          </a:lnTo>
                          <a:lnTo>
                            <a:pt x="385" y="216"/>
                          </a:lnTo>
                          <a:lnTo>
                            <a:pt x="400" y="209"/>
                          </a:lnTo>
                          <a:lnTo>
                            <a:pt x="415" y="204"/>
                          </a:lnTo>
                          <a:lnTo>
                            <a:pt x="431" y="200"/>
                          </a:lnTo>
                          <a:lnTo>
                            <a:pt x="447" y="196"/>
                          </a:lnTo>
                          <a:lnTo>
                            <a:pt x="463" y="192"/>
                          </a:lnTo>
                          <a:lnTo>
                            <a:pt x="480" y="190"/>
                          </a:lnTo>
                          <a:lnTo>
                            <a:pt x="497" y="188"/>
                          </a:lnTo>
                          <a:lnTo>
                            <a:pt x="514" y="187"/>
                          </a:lnTo>
                          <a:lnTo>
                            <a:pt x="510" y="0"/>
                          </a:lnTo>
                          <a:close/>
                        </a:path>
                      </a:pathLst>
                    </a:custGeom>
                    <a:solidFill>
                      <a:srgbClr val="EF2B2F"/>
                    </a:solidFill>
                    <a:ln>
                      <a:noFill/>
                    </a:ln>
                  </p:spPr>
                  <p:txBody>
                    <a:bodyPr/>
                    <a:lstStyle/>
                    <a:p>
                      <a:pPr>
                        <a:defRPr/>
                      </a:pPr>
                      <a:endParaRPr lang="en-US" sz="1050">
                        <a:latin typeface="+mj-lt"/>
                      </a:endParaRPr>
                    </a:p>
                  </p:txBody>
                </p:sp>
                <p:sp>
                  <p:nvSpPr>
                    <p:cNvPr id="41229" name="Freeform 695">
                      <a:extLst>
                        <a:ext uri="{FF2B5EF4-FFF2-40B4-BE49-F238E27FC236}">
                          <a16:creationId xmlns="" xmlns:a16="http://schemas.microsoft.com/office/drawing/2014/main" id="{B4D053D1-59FB-A821-DF26-36DD9D799DF2}"/>
                        </a:ext>
                      </a:extLst>
                    </p:cNvPr>
                    <p:cNvSpPr>
                      <a:spLocks/>
                    </p:cNvSpPr>
                    <p:nvPr/>
                  </p:nvSpPr>
                  <p:spPr bwMode="auto">
                    <a:xfrm>
                      <a:off x="3652" y="2904"/>
                      <a:ext cx="141" cy="144"/>
                    </a:xfrm>
                    <a:custGeom>
                      <a:avLst/>
                      <a:gdLst>
                        <a:gd name="T0" fmla="*/ 0 w 853"/>
                        <a:gd name="T1" fmla="*/ 0 h 853"/>
                        <a:gd name="T2" fmla="*/ 0 w 853"/>
                        <a:gd name="T3" fmla="*/ 0 h 853"/>
                        <a:gd name="T4" fmla="*/ 0 w 853"/>
                        <a:gd name="T5" fmla="*/ 0 h 853"/>
                        <a:gd name="T6" fmla="*/ 0 w 853"/>
                        <a:gd name="T7" fmla="*/ 0 h 853"/>
                        <a:gd name="T8" fmla="*/ 0 w 853"/>
                        <a:gd name="T9" fmla="*/ 0 h 853"/>
                        <a:gd name="T10" fmla="*/ 0 w 853"/>
                        <a:gd name="T11" fmla="*/ 0 h 853"/>
                        <a:gd name="T12" fmla="*/ 0 w 853"/>
                        <a:gd name="T13" fmla="*/ 0 h 853"/>
                        <a:gd name="T14" fmla="*/ 0 w 853"/>
                        <a:gd name="T15" fmla="*/ 0 h 853"/>
                        <a:gd name="T16" fmla="*/ 0 w 853"/>
                        <a:gd name="T17" fmla="*/ 0 h 853"/>
                        <a:gd name="T18" fmla="*/ 0 w 853"/>
                        <a:gd name="T19" fmla="*/ 0 h 853"/>
                        <a:gd name="T20" fmla="*/ 0 w 853"/>
                        <a:gd name="T21" fmla="*/ 0 h 853"/>
                        <a:gd name="T22" fmla="*/ 0 w 853"/>
                        <a:gd name="T23" fmla="*/ 0 h 853"/>
                        <a:gd name="T24" fmla="*/ 0 w 853"/>
                        <a:gd name="T25" fmla="*/ 0 h 853"/>
                        <a:gd name="T26" fmla="*/ 0 w 853"/>
                        <a:gd name="T27" fmla="*/ 0 h 853"/>
                        <a:gd name="T28" fmla="*/ 0 w 853"/>
                        <a:gd name="T29" fmla="*/ 0 h 853"/>
                        <a:gd name="T30" fmla="*/ 0 w 853"/>
                        <a:gd name="T31" fmla="*/ 0 h 853"/>
                        <a:gd name="T32" fmla="*/ 0 w 853"/>
                        <a:gd name="T33" fmla="*/ 0 h 853"/>
                        <a:gd name="T34" fmla="*/ 0 w 853"/>
                        <a:gd name="T35" fmla="*/ 0 h 853"/>
                        <a:gd name="T36" fmla="*/ 0 w 853"/>
                        <a:gd name="T37" fmla="*/ 0 h 853"/>
                        <a:gd name="T38" fmla="*/ 0 w 853"/>
                        <a:gd name="T39" fmla="*/ 0 h 853"/>
                        <a:gd name="T40" fmla="*/ 0 w 853"/>
                        <a:gd name="T41" fmla="*/ 0 h 853"/>
                        <a:gd name="T42" fmla="*/ 0 w 853"/>
                        <a:gd name="T43" fmla="*/ 0 h 853"/>
                        <a:gd name="T44" fmla="*/ 0 w 853"/>
                        <a:gd name="T45" fmla="*/ 0 h 853"/>
                        <a:gd name="T46" fmla="*/ 0 w 853"/>
                        <a:gd name="T47" fmla="*/ 0 h 853"/>
                        <a:gd name="T48" fmla="*/ 0 w 853"/>
                        <a:gd name="T49" fmla="*/ 0 h 853"/>
                        <a:gd name="T50" fmla="*/ 0 w 853"/>
                        <a:gd name="T51" fmla="*/ 0 h 853"/>
                        <a:gd name="T52" fmla="*/ 0 w 853"/>
                        <a:gd name="T53" fmla="*/ 0 h 853"/>
                        <a:gd name="T54" fmla="*/ 0 w 853"/>
                        <a:gd name="T55" fmla="*/ 0 h 853"/>
                        <a:gd name="T56" fmla="*/ 0 w 853"/>
                        <a:gd name="T57" fmla="*/ 0 h 853"/>
                        <a:gd name="T58" fmla="*/ 0 w 853"/>
                        <a:gd name="T59" fmla="*/ 0 h 853"/>
                        <a:gd name="T60" fmla="*/ 0 w 853"/>
                        <a:gd name="T61" fmla="*/ 0 h 853"/>
                        <a:gd name="T62" fmla="*/ 0 w 853"/>
                        <a:gd name="T63" fmla="*/ 0 h 853"/>
                        <a:gd name="T64" fmla="*/ 0 w 853"/>
                        <a:gd name="T65" fmla="*/ 0 h 853"/>
                        <a:gd name="T66" fmla="*/ 0 w 853"/>
                        <a:gd name="T67" fmla="*/ 0 h 853"/>
                        <a:gd name="T68" fmla="*/ 0 w 853"/>
                        <a:gd name="T69" fmla="*/ 0 h 853"/>
                        <a:gd name="T70" fmla="*/ 0 w 853"/>
                        <a:gd name="T71" fmla="*/ 0 h 853"/>
                        <a:gd name="T72" fmla="*/ 0 w 853"/>
                        <a:gd name="T73" fmla="*/ 0 h 853"/>
                        <a:gd name="T74" fmla="*/ 0 w 853"/>
                        <a:gd name="T75" fmla="*/ 0 h 853"/>
                        <a:gd name="T76" fmla="*/ 0 w 853"/>
                        <a:gd name="T77" fmla="*/ 0 h 853"/>
                        <a:gd name="T78" fmla="*/ 0 w 853"/>
                        <a:gd name="T79" fmla="*/ 0 h 853"/>
                        <a:gd name="T80" fmla="*/ 0 w 853"/>
                        <a:gd name="T81" fmla="*/ 0 h 853"/>
                        <a:gd name="T82" fmla="*/ 0 w 853"/>
                        <a:gd name="T83" fmla="*/ 0 h 853"/>
                        <a:gd name="T84" fmla="*/ 0 w 853"/>
                        <a:gd name="T85" fmla="*/ 0 h 8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3"/>
                        <a:gd name="T130" fmla="*/ 0 h 853"/>
                        <a:gd name="T131" fmla="*/ 853 w 853"/>
                        <a:gd name="T132" fmla="*/ 853 h 8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3" h="853">
                          <a:moveTo>
                            <a:pt x="418" y="0"/>
                          </a:moveTo>
                          <a:lnTo>
                            <a:pt x="441" y="0"/>
                          </a:lnTo>
                          <a:lnTo>
                            <a:pt x="462" y="1"/>
                          </a:lnTo>
                          <a:lnTo>
                            <a:pt x="483" y="4"/>
                          </a:lnTo>
                          <a:lnTo>
                            <a:pt x="504" y="7"/>
                          </a:lnTo>
                          <a:lnTo>
                            <a:pt x="526" y="12"/>
                          </a:lnTo>
                          <a:lnTo>
                            <a:pt x="546" y="17"/>
                          </a:lnTo>
                          <a:lnTo>
                            <a:pt x="565" y="23"/>
                          </a:lnTo>
                          <a:lnTo>
                            <a:pt x="585" y="31"/>
                          </a:lnTo>
                          <a:lnTo>
                            <a:pt x="604" y="39"/>
                          </a:lnTo>
                          <a:lnTo>
                            <a:pt x="622" y="48"/>
                          </a:lnTo>
                          <a:lnTo>
                            <a:pt x="640" y="58"/>
                          </a:lnTo>
                          <a:lnTo>
                            <a:pt x="658" y="69"/>
                          </a:lnTo>
                          <a:lnTo>
                            <a:pt x="675" y="81"/>
                          </a:lnTo>
                          <a:lnTo>
                            <a:pt x="691" y="92"/>
                          </a:lnTo>
                          <a:lnTo>
                            <a:pt x="707" y="106"/>
                          </a:lnTo>
                          <a:lnTo>
                            <a:pt x="722" y="120"/>
                          </a:lnTo>
                          <a:lnTo>
                            <a:pt x="737" y="135"/>
                          </a:lnTo>
                          <a:lnTo>
                            <a:pt x="751" y="150"/>
                          </a:lnTo>
                          <a:lnTo>
                            <a:pt x="764" y="165"/>
                          </a:lnTo>
                          <a:lnTo>
                            <a:pt x="775" y="181"/>
                          </a:lnTo>
                          <a:lnTo>
                            <a:pt x="787" y="199"/>
                          </a:lnTo>
                          <a:lnTo>
                            <a:pt x="797" y="216"/>
                          </a:lnTo>
                          <a:lnTo>
                            <a:pt x="807" y="234"/>
                          </a:lnTo>
                          <a:lnTo>
                            <a:pt x="817" y="254"/>
                          </a:lnTo>
                          <a:lnTo>
                            <a:pt x="824" y="273"/>
                          </a:lnTo>
                          <a:lnTo>
                            <a:pt x="831" y="293"/>
                          </a:lnTo>
                          <a:lnTo>
                            <a:pt x="838" y="313"/>
                          </a:lnTo>
                          <a:lnTo>
                            <a:pt x="843" y="333"/>
                          </a:lnTo>
                          <a:lnTo>
                            <a:pt x="847" y="354"/>
                          </a:lnTo>
                          <a:lnTo>
                            <a:pt x="851" y="376"/>
                          </a:lnTo>
                          <a:lnTo>
                            <a:pt x="852" y="397"/>
                          </a:lnTo>
                          <a:lnTo>
                            <a:pt x="853" y="418"/>
                          </a:lnTo>
                          <a:lnTo>
                            <a:pt x="853" y="440"/>
                          </a:lnTo>
                          <a:lnTo>
                            <a:pt x="852" y="463"/>
                          </a:lnTo>
                          <a:lnTo>
                            <a:pt x="850" y="484"/>
                          </a:lnTo>
                          <a:lnTo>
                            <a:pt x="846" y="504"/>
                          </a:lnTo>
                          <a:lnTo>
                            <a:pt x="841" y="525"/>
                          </a:lnTo>
                          <a:lnTo>
                            <a:pt x="836" y="545"/>
                          </a:lnTo>
                          <a:lnTo>
                            <a:pt x="829" y="565"/>
                          </a:lnTo>
                          <a:lnTo>
                            <a:pt x="823" y="585"/>
                          </a:lnTo>
                          <a:lnTo>
                            <a:pt x="814" y="604"/>
                          </a:lnTo>
                          <a:lnTo>
                            <a:pt x="805" y="623"/>
                          </a:lnTo>
                          <a:lnTo>
                            <a:pt x="795" y="641"/>
                          </a:lnTo>
                          <a:lnTo>
                            <a:pt x="785" y="658"/>
                          </a:lnTo>
                          <a:lnTo>
                            <a:pt x="773" y="675"/>
                          </a:lnTo>
                          <a:lnTo>
                            <a:pt x="760" y="692"/>
                          </a:lnTo>
                          <a:lnTo>
                            <a:pt x="748" y="707"/>
                          </a:lnTo>
                          <a:lnTo>
                            <a:pt x="734" y="721"/>
                          </a:lnTo>
                          <a:lnTo>
                            <a:pt x="719" y="736"/>
                          </a:lnTo>
                          <a:lnTo>
                            <a:pt x="704" y="750"/>
                          </a:lnTo>
                          <a:lnTo>
                            <a:pt x="688" y="763"/>
                          </a:lnTo>
                          <a:lnTo>
                            <a:pt x="671" y="775"/>
                          </a:lnTo>
                          <a:lnTo>
                            <a:pt x="654" y="787"/>
                          </a:lnTo>
                          <a:lnTo>
                            <a:pt x="636" y="798"/>
                          </a:lnTo>
                          <a:lnTo>
                            <a:pt x="618" y="807"/>
                          </a:lnTo>
                          <a:lnTo>
                            <a:pt x="599" y="816"/>
                          </a:lnTo>
                          <a:lnTo>
                            <a:pt x="580" y="824"/>
                          </a:lnTo>
                          <a:lnTo>
                            <a:pt x="561" y="831"/>
                          </a:lnTo>
                          <a:lnTo>
                            <a:pt x="540" y="837"/>
                          </a:lnTo>
                          <a:lnTo>
                            <a:pt x="520" y="842"/>
                          </a:lnTo>
                          <a:lnTo>
                            <a:pt x="499" y="847"/>
                          </a:lnTo>
                          <a:lnTo>
                            <a:pt x="478" y="850"/>
                          </a:lnTo>
                          <a:lnTo>
                            <a:pt x="456" y="852"/>
                          </a:lnTo>
                          <a:lnTo>
                            <a:pt x="434" y="853"/>
                          </a:lnTo>
                          <a:lnTo>
                            <a:pt x="412" y="853"/>
                          </a:lnTo>
                          <a:lnTo>
                            <a:pt x="391" y="851"/>
                          </a:lnTo>
                          <a:lnTo>
                            <a:pt x="370" y="849"/>
                          </a:lnTo>
                          <a:lnTo>
                            <a:pt x="348" y="845"/>
                          </a:lnTo>
                          <a:lnTo>
                            <a:pt x="327" y="841"/>
                          </a:lnTo>
                          <a:lnTo>
                            <a:pt x="307" y="836"/>
                          </a:lnTo>
                          <a:lnTo>
                            <a:pt x="287" y="830"/>
                          </a:lnTo>
                          <a:lnTo>
                            <a:pt x="268" y="822"/>
                          </a:lnTo>
                          <a:lnTo>
                            <a:pt x="248" y="814"/>
                          </a:lnTo>
                          <a:lnTo>
                            <a:pt x="230" y="805"/>
                          </a:lnTo>
                          <a:lnTo>
                            <a:pt x="212" y="795"/>
                          </a:lnTo>
                          <a:lnTo>
                            <a:pt x="194" y="784"/>
                          </a:lnTo>
                          <a:lnTo>
                            <a:pt x="177" y="772"/>
                          </a:lnTo>
                          <a:lnTo>
                            <a:pt x="161" y="760"/>
                          </a:lnTo>
                          <a:lnTo>
                            <a:pt x="145" y="747"/>
                          </a:lnTo>
                          <a:lnTo>
                            <a:pt x="131" y="733"/>
                          </a:lnTo>
                          <a:lnTo>
                            <a:pt x="116" y="718"/>
                          </a:lnTo>
                          <a:lnTo>
                            <a:pt x="102" y="703"/>
                          </a:lnTo>
                          <a:lnTo>
                            <a:pt x="89" y="687"/>
                          </a:lnTo>
                          <a:lnTo>
                            <a:pt x="77" y="670"/>
                          </a:lnTo>
                          <a:lnTo>
                            <a:pt x="66" y="653"/>
                          </a:lnTo>
                          <a:lnTo>
                            <a:pt x="55" y="636"/>
                          </a:lnTo>
                          <a:lnTo>
                            <a:pt x="46" y="617"/>
                          </a:lnTo>
                          <a:lnTo>
                            <a:pt x="36" y="599"/>
                          </a:lnTo>
                          <a:lnTo>
                            <a:pt x="29" y="580"/>
                          </a:lnTo>
                          <a:lnTo>
                            <a:pt x="21" y="560"/>
                          </a:lnTo>
                          <a:lnTo>
                            <a:pt x="15" y="540"/>
                          </a:lnTo>
                          <a:lnTo>
                            <a:pt x="9" y="520"/>
                          </a:lnTo>
                          <a:lnTo>
                            <a:pt x="5" y="499"/>
                          </a:lnTo>
                          <a:lnTo>
                            <a:pt x="3" y="477"/>
                          </a:lnTo>
                          <a:lnTo>
                            <a:pt x="1" y="456"/>
                          </a:lnTo>
                          <a:lnTo>
                            <a:pt x="0" y="434"/>
                          </a:lnTo>
                          <a:lnTo>
                            <a:pt x="0" y="413"/>
                          </a:lnTo>
                          <a:lnTo>
                            <a:pt x="1" y="390"/>
                          </a:lnTo>
                          <a:lnTo>
                            <a:pt x="3" y="369"/>
                          </a:lnTo>
                          <a:lnTo>
                            <a:pt x="6" y="348"/>
                          </a:lnTo>
                          <a:lnTo>
                            <a:pt x="12" y="328"/>
                          </a:lnTo>
                          <a:lnTo>
                            <a:pt x="17" y="308"/>
                          </a:lnTo>
                          <a:lnTo>
                            <a:pt x="23" y="287"/>
                          </a:lnTo>
                          <a:lnTo>
                            <a:pt x="31" y="268"/>
                          </a:lnTo>
                          <a:lnTo>
                            <a:pt x="38" y="249"/>
                          </a:lnTo>
                          <a:lnTo>
                            <a:pt x="48" y="230"/>
                          </a:lnTo>
                          <a:lnTo>
                            <a:pt x="57" y="212"/>
                          </a:lnTo>
                          <a:lnTo>
                            <a:pt x="68" y="195"/>
                          </a:lnTo>
                          <a:lnTo>
                            <a:pt x="80" y="178"/>
                          </a:lnTo>
                          <a:lnTo>
                            <a:pt x="92" y="161"/>
                          </a:lnTo>
                          <a:lnTo>
                            <a:pt x="105" y="145"/>
                          </a:lnTo>
                          <a:lnTo>
                            <a:pt x="119" y="130"/>
                          </a:lnTo>
                          <a:lnTo>
                            <a:pt x="134" y="117"/>
                          </a:lnTo>
                          <a:lnTo>
                            <a:pt x="149" y="103"/>
                          </a:lnTo>
                          <a:lnTo>
                            <a:pt x="165" y="90"/>
                          </a:lnTo>
                          <a:lnTo>
                            <a:pt x="182" y="77"/>
                          </a:lnTo>
                          <a:lnTo>
                            <a:pt x="199" y="66"/>
                          </a:lnTo>
                          <a:lnTo>
                            <a:pt x="217" y="55"/>
                          </a:lnTo>
                          <a:lnTo>
                            <a:pt x="235" y="46"/>
                          </a:lnTo>
                          <a:lnTo>
                            <a:pt x="254" y="37"/>
                          </a:lnTo>
                          <a:lnTo>
                            <a:pt x="273" y="29"/>
                          </a:lnTo>
                          <a:lnTo>
                            <a:pt x="292" y="21"/>
                          </a:lnTo>
                          <a:lnTo>
                            <a:pt x="312" y="16"/>
                          </a:lnTo>
                          <a:lnTo>
                            <a:pt x="332" y="11"/>
                          </a:lnTo>
                          <a:lnTo>
                            <a:pt x="354" y="6"/>
                          </a:lnTo>
                          <a:lnTo>
                            <a:pt x="375" y="3"/>
                          </a:lnTo>
                          <a:lnTo>
                            <a:pt x="397" y="1"/>
                          </a:lnTo>
                          <a:lnTo>
                            <a:pt x="418" y="0"/>
                          </a:lnTo>
                          <a:close/>
                        </a:path>
                      </a:pathLst>
                    </a:custGeom>
                    <a:solidFill>
                      <a:srgbClr val="DC2B19"/>
                    </a:solidFill>
                    <a:ln>
                      <a:noFill/>
                    </a:ln>
                  </p:spPr>
                  <p:txBody>
                    <a:bodyPr/>
                    <a:lstStyle/>
                    <a:p>
                      <a:pPr>
                        <a:defRPr/>
                      </a:pPr>
                      <a:endParaRPr lang="en-US" sz="1050">
                        <a:latin typeface="+mj-lt"/>
                      </a:endParaRPr>
                    </a:p>
                  </p:txBody>
                </p:sp>
                <p:sp>
                  <p:nvSpPr>
                    <p:cNvPr id="41230" name="Freeform 696">
                      <a:extLst>
                        <a:ext uri="{FF2B5EF4-FFF2-40B4-BE49-F238E27FC236}">
                          <a16:creationId xmlns="" xmlns:a16="http://schemas.microsoft.com/office/drawing/2014/main" id="{A546F596-5D64-3D84-A1C8-0F23EAE0FB0F}"/>
                        </a:ext>
                      </a:extLst>
                    </p:cNvPr>
                    <p:cNvSpPr>
                      <a:spLocks/>
                    </p:cNvSpPr>
                    <p:nvPr/>
                  </p:nvSpPr>
                  <p:spPr bwMode="auto">
                    <a:xfrm>
                      <a:off x="3722" y="2888"/>
                      <a:ext cx="88" cy="88"/>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529" y="510"/>
                          </a:moveTo>
                          <a:lnTo>
                            <a:pt x="529" y="510"/>
                          </a:lnTo>
                          <a:lnTo>
                            <a:pt x="528" y="483"/>
                          </a:lnTo>
                          <a:lnTo>
                            <a:pt x="526" y="457"/>
                          </a:lnTo>
                          <a:lnTo>
                            <a:pt x="522" y="431"/>
                          </a:lnTo>
                          <a:lnTo>
                            <a:pt x="517" y="406"/>
                          </a:lnTo>
                          <a:lnTo>
                            <a:pt x="511" y="380"/>
                          </a:lnTo>
                          <a:lnTo>
                            <a:pt x="504" y="356"/>
                          </a:lnTo>
                          <a:lnTo>
                            <a:pt x="494" y="332"/>
                          </a:lnTo>
                          <a:lnTo>
                            <a:pt x="485" y="308"/>
                          </a:lnTo>
                          <a:lnTo>
                            <a:pt x="474" y="286"/>
                          </a:lnTo>
                          <a:lnTo>
                            <a:pt x="462" y="264"/>
                          </a:lnTo>
                          <a:lnTo>
                            <a:pt x="450" y="241"/>
                          </a:lnTo>
                          <a:lnTo>
                            <a:pt x="435" y="221"/>
                          </a:lnTo>
                          <a:lnTo>
                            <a:pt x="421" y="201"/>
                          </a:lnTo>
                          <a:lnTo>
                            <a:pt x="405" y="182"/>
                          </a:lnTo>
                          <a:lnTo>
                            <a:pt x="388" y="163"/>
                          </a:lnTo>
                          <a:lnTo>
                            <a:pt x="370" y="145"/>
                          </a:lnTo>
                          <a:lnTo>
                            <a:pt x="352" y="129"/>
                          </a:lnTo>
                          <a:lnTo>
                            <a:pt x="333" y="112"/>
                          </a:lnTo>
                          <a:lnTo>
                            <a:pt x="313" y="97"/>
                          </a:lnTo>
                          <a:lnTo>
                            <a:pt x="292" y="83"/>
                          </a:lnTo>
                          <a:lnTo>
                            <a:pt x="271" y="70"/>
                          </a:lnTo>
                          <a:lnTo>
                            <a:pt x="249" y="58"/>
                          </a:lnTo>
                          <a:lnTo>
                            <a:pt x="227" y="47"/>
                          </a:lnTo>
                          <a:lnTo>
                            <a:pt x="203" y="37"/>
                          </a:lnTo>
                          <a:lnTo>
                            <a:pt x="179" y="28"/>
                          </a:lnTo>
                          <a:lnTo>
                            <a:pt x="154" y="21"/>
                          </a:lnTo>
                          <a:lnTo>
                            <a:pt x="130" y="13"/>
                          </a:lnTo>
                          <a:lnTo>
                            <a:pt x="104" y="8"/>
                          </a:lnTo>
                          <a:lnTo>
                            <a:pt x="79" y="4"/>
                          </a:lnTo>
                          <a:lnTo>
                            <a:pt x="52" y="1"/>
                          </a:lnTo>
                          <a:lnTo>
                            <a:pt x="27" y="0"/>
                          </a:lnTo>
                          <a:lnTo>
                            <a:pt x="0" y="0"/>
                          </a:lnTo>
                          <a:lnTo>
                            <a:pt x="3" y="186"/>
                          </a:lnTo>
                          <a:lnTo>
                            <a:pt x="20" y="186"/>
                          </a:lnTo>
                          <a:lnTo>
                            <a:pt x="37" y="187"/>
                          </a:lnTo>
                          <a:lnTo>
                            <a:pt x="54" y="189"/>
                          </a:lnTo>
                          <a:lnTo>
                            <a:pt x="70" y="192"/>
                          </a:lnTo>
                          <a:lnTo>
                            <a:pt x="86" y="196"/>
                          </a:lnTo>
                          <a:lnTo>
                            <a:pt x="102" y="199"/>
                          </a:lnTo>
                          <a:lnTo>
                            <a:pt x="118" y="204"/>
                          </a:lnTo>
                          <a:lnTo>
                            <a:pt x="133" y="211"/>
                          </a:lnTo>
                          <a:lnTo>
                            <a:pt x="148" y="217"/>
                          </a:lnTo>
                          <a:lnTo>
                            <a:pt x="163" y="223"/>
                          </a:lnTo>
                          <a:lnTo>
                            <a:pt x="177" y="232"/>
                          </a:lnTo>
                          <a:lnTo>
                            <a:pt x="190" y="240"/>
                          </a:lnTo>
                          <a:lnTo>
                            <a:pt x="203" y="249"/>
                          </a:lnTo>
                          <a:lnTo>
                            <a:pt x="216" y="258"/>
                          </a:lnTo>
                          <a:lnTo>
                            <a:pt x="229" y="269"/>
                          </a:lnTo>
                          <a:lnTo>
                            <a:pt x="240" y="280"/>
                          </a:lnTo>
                          <a:lnTo>
                            <a:pt x="252" y="291"/>
                          </a:lnTo>
                          <a:lnTo>
                            <a:pt x="263" y="303"/>
                          </a:lnTo>
                          <a:lnTo>
                            <a:pt x="272" y="316"/>
                          </a:lnTo>
                          <a:lnTo>
                            <a:pt x="282" y="328"/>
                          </a:lnTo>
                          <a:lnTo>
                            <a:pt x="291" y="342"/>
                          </a:lnTo>
                          <a:lnTo>
                            <a:pt x="300" y="356"/>
                          </a:lnTo>
                          <a:lnTo>
                            <a:pt x="307" y="370"/>
                          </a:lnTo>
                          <a:lnTo>
                            <a:pt x="314" y="385"/>
                          </a:lnTo>
                          <a:lnTo>
                            <a:pt x="320" y="400"/>
                          </a:lnTo>
                          <a:lnTo>
                            <a:pt x="325" y="414"/>
                          </a:lnTo>
                          <a:lnTo>
                            <a:pt x="331" y="430"/>
                          </a:lnTo>
                          <a:lnTo>
                            <a:pt x="335" y="446"/>
                          </a:lnTo>
                          <a:lnTo>
                            <a:pt x="338" y="462"/>
                          </a:lnTo>
                          <a:lnTo>
                            <a:pt x="340" y="479"/>
                          </a:lnTo>
                          <a:lnTo>
                            <a:pt x="342" y="496"/>
                          </a:lnTo>
                          <a:lnTo>
                            <a:pt x="342" y="513"/>
                          </a:lnTo>
                          <a:lnTo>
                            <a:pt x="529" y="510"/>
                          </a:lnTo>
                          <a:close/>
                        </a:path>
                      </a:pathLst>
                    </a:custGeom>
                    <a:solidFill>
                      <a:srgbClr val="EF2B2F"/>
                    </a:solidFill>
                    <a:ln>
                      <a:noFill/>
                    </a:ln>
                  </p:spPr>
                  <p:txBody>
                    <a:bodyPr/>
                    <a:lstStyle/>
                    <a:p>
                      <a:pPr>
                        <a:defRPr/>
                      </a:pPr>
                      <a:endParaRPr lang="en-US" sz="1050">
                        <a:latin typeface="+mj-lt"/>
                      </a:endParaRPr>
                    </a:p>
                  </p:txBody>
                </p:sp>
                <p:sp>
                  <p:nvSpPr>
                    <p:cNvPr id="41231" name="Freeform 697">
                      <a:extLst>
                        <a:ext uri="{FF2B5EF4-FFF2-40B4-BE49-F238E27FC236}">
                          <a16:creationId xmlns="" xmlns:a16="http://schemas.microsoft.com/office/drawing/2014/main" id="{C3CDA355-9D17-A85A-4961-A3D5E645FF61}"/>
                        </a:ext>
                      </a:extLst>
                    </p:cNvPr>
                    <p:cNvSpPr>
                      <a:spLocks/>
                    </p:cNvSpPr>
                    <p:nvPr/>
                  </p:nvSpPr>
                  <p:spPr bwMode="auto">
                    <a:xfrm>
                      <a:off x="3722" y="2976"/>
                      <a:ext cx="88" cy="88"/>
                    </a:xfrm>
                    <a:custGeom>
                      <a:avLst/>
                      <a:gdLst>
                        <a:gd name="T0" fmla="*/ 0 w 513"/>
                        <a:gd name="T1" fmla="*/ 0 h 529"/>
                        <a:gd name="T2" fmla="*/ 0 w 513"/>
                        <a:gd name="T3" fmla="*/ 0 h 529"/>
                        <a:gd name="T4" fmla="*/ 0 w 513"/>
                        <a:gd name="T5" fmla="*/ 0 h 529"/>
                        <a:gd name="T6" fmla="*/ 0 w 513"/>
                        <a:gd name="T7" fmla="*/ 0 h 529"/>
                        <a:gd name="T8" fmla="*/ 0 w 513"/>
                        <a:gd name="T9" fmla="*/ 0 h 529"/>
                        <a:gd name="T10" fmla="*/ 0 w 513"/>
                        <a:gd name="T11" fmla="*/ 0 h 529"/>
                        <a:gd name="T12" fmla="*/ 0 w 513"/>
                        <a:gd name="T13" fmla="*/ 0 h 529"/>
                        <a:gd name="T14" fmla="*/ 0 w 513"/>
                        <a:gd name="T15" fmla="*/ 0 h 529"/>
                        <a:gd name="T16" fmla="*/ 0 w 513"/>
                        <a:gd name="T17" fmla="*/ 0 h 529"/>
                        <a:gd name="T18" fmla="*/ 0 w 513"/>
                        <a:gd name="T19" fmla="*/ 0 h 529"/>
                        <a:gd name="T20" fmla="*/ 0 w 513"/>
                        <a:gd name="T21" fmla="*/ 0 h 529"/>
                        <a:gd name="T22" fmla="*/ 0 w 513"/>
                        <a:gd name="T23" fmla="*/ 0 h 529"/>
                        <a:gd name="T24" fmla="*/ 0 w 513"/>
                        <a:gd name="T25" fmla="*/ 0 h 529"/>
                        <a:gd name="T26" fmla="*/ 0 w 513"/>
                        <a:gd name="T27" fmla="*/ 0 h 529"/>
                        <a:gd name="T28" fmla="*/ 0 w 513"/>
                        <a:gd name="T29" fmla="*/ 0 h 529"/>
                        <a:gd name="T30" fmla="*/ 0 w 513"/>
                        <a:gd name="T31" fmla="*/ 0 h 529"/>
                        <a:gd name="T32" fmla="*/ 0 w 513"/>
                        <a:gd name="T33" fmla="*/ 0 h 529"/>
                        <a:gd name="T34" fmla="*/ 0 w 513"/>
                        <a:gd name="T35" fmla="*/ 0 h 529"/>
                        <a:gd name="T36" fmla="*/ 0 w 513"/>
                        <a:gd name="T37" fmla="*/ 0 h 529"/>
                        <a:gd name="T38" fmla="*/ 0 w 513"/>
                        <a:gd name="T39" fmla="*/ 0 h 529"/>
                        <a:gd name="T40" fmla="*/ 0 w 513"/>
                        <a:gd name="T41" fmla="*/ 0 h 529"/>
                        <a:gd name="T42" fmla="*/ 0 w 513"/>
                        <a:gd name="T43" fmla="*/ 0 h 529"/>
                        <a:gd name="T44" fmla="*/ 0 w 513"/>
                        <a:gd name="T45" fmla="*/ 0 h 529"/>
                        <a:gd name="T46" fmla="*/ 0 w 513"/>
                        <a:gd name="T47" fmla="*/ 0 h 529"/>
                        <a:gd name="T48" fmla="*/ 0 w 513"/>
                        <a:gd name="T49" fmla="*/ 0 h 529"/>
                        <a:gd name="T50" fmla="*/ 0 w 513"/>
                        <a:gd name="T51" fmla="*/ 0 h 529"/>
                        <a:gd name="T52" fmla="*/ 0 w 513"/>
                        <a:gd name="T53" fmla="*/ 0 h 529"/>
                        <a:gd name="T54" fmla="*/ 0 w 513"/>
                        <a:gd name="T55" fmla="*/ 0 h 529"/>
                        <a:gd name="T56" fmla="*/ 0 w 513"/>
                        <a:gd name="T57" fmla="*/ 0 h 529"/>
                        <a:gd name="T58" fmla="*/ 0 w 513"/>
                        <a:gd name="T59" fmla="*/ 0 h 529"/>
                        <a:gd name="T60" fmla="*/ 0 w 513"/>
                        <a:gd name="T61" fmla="*/ 0 h 529"/>
                        <a:gd name="T62" fmla="*/ 0 w 513"/>
                        <a:gd name="T63" fmla="*/ 0 h 529"/>
                        <a:gd name="T64" fmla="*/ 0 w 513"/>
                        <a:gd name="T65" fmla="*/ 0 h 529"/>
                        <a:gd name="T66" fmla="*/ 0 w 513"/>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3"/>
                        <a:gd name="T103" fmla="*/ 0 h 529"/>
                        <a:gd name="T104" fmla="*/ 513 w 513"/>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3" h="529">
                          <a:moveTo>
                            <a:pt x="2" y="529"/>
                          </a:moveTo>
                          <a:lnTo>
                            <a:pt x="2" y="529"/>
                          </a:lnTo>
                          <a:lnTo>
                            <a:pt x="29" y="528"/>
                          </a:lnTo>
                          <a:lnTo>
                            <a:pt x="55" y="525"/>
                          </a:lnTo>
                          <a:lnTo>
                            <a:pt x="82" y="522"/>
                          </a:lnTo>
                          <a:lnTo>
                            <a:pt x="107" y="517"/>
                          </a:lnTo>
                          <a:lnTo>
                            <a:pt x="132" y="510"/>
                          </a:lnTo>
                          <a:lnTo>
                            <a:pt x="156" y="503"/>
                          </a:lnTo>
                          <a:lnTo>
                            <a:pt x="181" y="494"/>
                          </a:lnTo>
                          <a:lnTo>
                            <a:pt x="204" y="484"/>
                          </a:lnTo>
                          <a:lnTo>
                            <a:pt x="227" y="473"/>
                          </a:lnTo>
                          <a:lnTo>
                            <a:pt x="250" y="461"/>
                          </a:lnTo>
                          <a:lnTo>
                            <a:pt x="271" y="449"/>
                          </a:lnTo>
                          <a:lnTo>
                            <a:pt x="292" y="435"/>
                          </a:lnTo>
                          <a:lnTo>
                            <a:pt x="312" y="420"/>
                          </a:lnTo>
                          <a:lnTo>
                            <a:pt x="332" y="404"/>
                          </a:lnTo>
                          <a:lnTo>
                            <a:pt x="350" y="387"/>
                          </a:lnTo>
                          <a:lnTo>
                            <a:pt x="368" y="370"/>
                          </a:lnTo>
                          <a:lnTo>
                            <a:pt x="385" y="351"/>
                          </a:lnTo>
                          <a:lnTo>
                            <a:pt x="401" y="332"/>
                          </a:lnTo>
                          <a:lnTo>
                            <a:pt x="415" y="312"/>
                          </a:lnTo>
                          <a:lnTo>
                            <a:pt x="429" y="292"/>
                          </a:lnTo>
                          <a:lnTo>
                            <a:pt x="443" y="270"/>
                          </a:lnTo>
                          <a:lnTo>
                            <a:pt x="455" y="248"/>
                          </a:lnTo>
                          <a:lnTo>
                            <a:pt x="466" y="226"/>
                          </a:lnTo>
                          <a:lnTo>
                            <a:pt x="476" y="203"/>
                          </a:lnTo>
                          <a:lnTo>
                            <a:pt x="484" y="178"/>
                          </a:lnTo>
                          <a:lnTo>
                            <a:pt x="493" y="155"/>
                          </a:lnTo>
                          <a:lnTo>
                            <a:pt x="499" y="129"/>
                          </a:lnTo>
                          <a:lnTo>
                            <a:pt x="505" y="105"/>
                          </a:lnTo>
                          <a:lnTo>
                            <a:pt x="509" y="78"/>
                          </a:lnTo>
                          <a:lnTo>
                            <a:pt x="512" y="53"/>
                          </a:lnTo>
                          <a:lnTo>
                            <a:pt x="513" y="26"/>
                          </a:lnTo>
                          <a:lnTo>
                            <a:pt x="513" y="0"/>
                          </a:lnTo>
                          <a:lnTo>
                            <a:pt x="326" y="3"/>
                          </a:lnTo>
                          <a:lnTo>
                            <a:pt x="326" y="20"/>
                          </a:lnTo>
                          <a:lnTo>
                            <a:pt x="325" y="37"/>
                          </a:lnTo>
                          <a:lnTo>
                            <a:pt x="324" y="54"/>
                          </a:lnTo>
                          <a:lnTo>
                            <a:pt x="321" y="70"/>
                          </a:lnTo>
                          <a:lnTo>
                            <a:pt x="318" y="87"/>
                          </a:lnTo>
                          <a:lnTo>
                            <a:pt x="314" y="103"/>
                          </a:lnTo>
                          <a:lnTo>
                            <a:pt x="308" y="118"/>
                          </a:lnTo>
                          <a:lnTo>
                            <a:pt x="303" y="133"/>
                          </a:lnTo>
                          <a:lnTo>
                            <a:pt x="297" y="147"/>
                          </a:lnTo>
                          <a:lnTo>
                            <a:pt x="289" y="162"/>
                          </a:lnTo>
                          <a:lnTo>
                            <a:pt x="282" y="176"/>
                          </a:lnTo>
                          <a:lnTo>
                            <a:pt x="273" y="190"/>
                          </a:lnTo>
                          <a:lnTo>
                            <a:pt x="264" y="204"/>
                          </a:lnTo>
                          <a:lnTo>
                            <a:pt x="254" y="216"/>
                          </a:lnTo>
                          <a:lnTo>
                            <a:pt x="243" y="228"/>
                          </a:lnTo>
                          <a:lnTo>
                            <a:pt x="233" y="240"/>
                          </a:lnTo>
                          <a:lnTo>
                            <a:pt x="222" y="251"/>
                          </a:lnTo>
                          <a:lnTo>
                            <a:pt x="209" y="262"/>
                          </a:lnTo>
                          <a:lnTo>
                            <a:pt x="197" y="273"/>
                          </a:lnTo>
                          <a:lnTo>
                            <a:pt x="184" y="282"/>
                          </a:lnTo>
                          <a:lnTo>
                            <a:pt x="171" y="291"/>
                          </a:lnTo>
                          <a:lnTo>
                            <a:pt x="157" y="299"/>
                          </a:lnTo>
                          <a:lnTo>
                            <a:pt x="143" y="306"/>
                          </a:lnTo>
                          <a:lnTo>
                            <a:pt x="129" y="314"/>
                          </a:lnTo>
                          <a:lnTo>
                            <a:pt x="114" y="320"/>
                          </a:lnTo>
                          <a:lnTo>
                            <a:pt x="98" y="326"/>
                          </a:lnTo>
                          <a:lnTo>
                            <a:pt x="82" y="330"/>
                          </a:lnTo>
                          <a:lnTo>
                            <a:pt x="66" y="334"/>
                          </a:lnTo>
                          <a:lnTo>
                            <a:pt x="50" y="337"/>
                          </a:lnTo>
                          <a:lnTo>
                            <a:pt x="33" y="339"/>
                          </a:lnTo>
                          <a:lnTo>
                            <a:pt x="17" y="342"/>
                          </a:lnTo>
                          <a:lnTo>
                            <a:pt x="0" y="343"/>
                          </a:lnTo>
                          <a:lnTo>
                            <a:pt x="2" y="529"/>
                          </a:lnTo>
                          <a:close/>
                        </a:path>
                      </a:pathLst>
                    </a:custGeom>
                    <a:solidFill>
                      <a:srgbClr val="EF2B2F"/>
                    </a:solidFill>
                    <a:ln>
                      <a:noFill/>
                    </a:ln>
                  </p:spPr>
                  <p:txBody>
                    <a:bodyPr/>
                    <a:lstStyle/>
                    <a:p>
                      <a:pPr>
                        <a:defRPr/>
                      </a:pPr>
                      <a:endParaRPr lang="en-US" sz="1050">
                        <a:latin typeface="+mj-lt"/>
                      </a:endParaRPr>
                    </a:p>
                  </p:txBody>
                </p:sp>
                <p:sp>
                  <p:nvSpPr>
                    <p:cNvPr id="41232" name="Freeform 698">
                      <a:extLst>
                        <a:ext uri="{FF2B5EF4-FFF2-40B4-BE49-F238E27FC236}">
                          <a16:creationId xmlns="" xmlns:a16="http://schemas.microsoft.com/office/drawing/2014/main" id="{1E572D33-6682-D84E-ACEE-D6AACA1EBD17}"/>
                        </a:ext>
                      </a:extLst>
                    </p:cNvPr>
                    <p:cNvSpPr>
                      <a:spLocks/>
                    </p:cNvSpPr>
                    <p:nvPr/>
                  </p:nvSpPr>
                  <p:spPr bwMode="auto">
                    <a:xfrm>
                      <a:off x="3634" y="2976"/>
                      <a:ext cx="88" cy="88"/>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0" y="3"/>
                          </a:moveTo>
                          <a:lnTo>
                            <a:pt x="0" y="3"/>
                          </a:lnTo>
                          <a:lnTo>
                            <a:pt x="2" y="30"/>
                          </a:lnTo>
                          <a:lnTo>
                            <a:pt x="4" y="55"/>
                          </a:lnTo>
                          <a:lnTo>
                            <a:pt x="8" y="81"/>
                          </a:lnTo>
                          <a:lnTo>
                            <a:pt x="13" y="107"/>
                          </a:lnTo>
                          <a:lnTo>
                            <a:pt x="19" y="132"/>
                          </a:lnTo>
                          <a:lnTo>
                            <a:pt x="26" y="157"/>
                          </a:lnTo>
                          <a:lnTo>
                            <a:pt x="36" y="180"/>
                          </a:lnTo>
                          <a:lnTo>
                            <a:pt x="45" y="205"/>
                          </a:lnTo>
                          <a:lnTo>
                            <a:pt x="56" y="227"/>
                          </a:lnTo>
                          <a:lnTo>
                            <a:pt x="67" y="249"/>
                          </a:lnTo>
                          <a:lnTo>
                            <a:pt x="80" y="271"/>
                          </a:lnTo>
                          <a:lnTo>
                            <a:pt x="95" y="292"/>
                          </a:lnTo>
                          <a:lnTo>
                            <a:pt x="109" y="312"/>
                          </a:lnTo>
                          <a:lnTo>
                            <a:pt x="125" y="331"/>
                          </a:lnTo>
                          <a:lnTo>
                            <a:pt x="142" y="350"/>
                          </a:lnTo>
                          <a:lnTo>
                            <a:pt x="160" y="367"/>
                          </a:lnTo>
                          <a:lnTo>
                            <a:pt x="178" y="384"/>
                          </a:lnTo>
                          <a:lnTo>
                            <a:pt x="197" y="400"/>
                          </a:lnTo>
                          <a:lnTo>
                            <a:pt x="217" y="415"/>
                          </a:lnTo>
                          <a:lnTo>
                            <a:pt x="237" y="429"/>
                          </a:lnTo>
                          <a:lnTo>
                            <a:pt x="259" y="442"/>
                          </a:lnTo>
                          <a:lnTo>
                            <a:pt x="281" y="455"/>
                          </a:lnTo>
                          <a:lnTo>
                            <a:pt x="304" y="466"/>
                          </a:lnTo>
                          <a:lnTo>
                            <a:pt x="327" y="476"/>
                          </a:lnTo>
                          <a:lnTo>
                            <a:pt x="351" y="485"/>
                          </a:lnTo>
                          <a:lnTo>
                            <a:pt x="375" y="492"/>
                          </a:lnTo>
                          <a:lnTo>
                            <a:pt x="400" y="499"/>
                          </a:lnTo>
                          <a:lnTo>
                            <a:pt x="425" y="504"/>
                          </a:lnTo>
                          <a:lnTo>
                            <a:pt x="451" y="508"/>
                          </a:lnTo>
                          <a:lnTo>
                            <a:pt x="477" y="511"/>
                          </a:lnTo>
                          <a:lnTo>
                            <a:pt x="504" y="513"/>
                          </a:lnTo>
                          <a:lnTo>
                            <a:pt x="529" y="513"/>
                          </a:lnTo>
                          <a:lnTo>
                            <a:pt x="527" y="327"/>
                          </a:lnTo>
                          <a:lnTo>
                            <a:pt x="509" y="326"/>
                          </a:lnTo>
                          <a:lnTo>
                            <a:pt x="492" y="324"/>
                          </a:lnTo>
                          <a:lnTo>
                            <a:pt x="475" y="323"/>
                          </a:lnTo>
                          <a:lnTo>
                            <a:pt x="459" y="320"/>
                          </a:lnTo>
                          <a:lnTo>
                            <a:pt x="443" y="317"/>
                          </a:lnTo>
                          <a:lnTo>
                            <a:pt x="427" y="313"/>
                          </a:lnTo>
                          <a:lnTo>
                            <a:pt x="411" y="309"/>
                          </a:lnTo>
                          <a:lnTo>
                            <a:pt x="397" y="302"/>
                          </a:lnTo>
                          <a:lnTo>
                            <a:pt x="382" y="296"/>
                          </a:lnTo>
                          <a:lnTo>
                            <a:pt x="367" y="288"/>
                          </a:lnTo>
                          <a:lnTo>
                            <a:pt x="353" y="281"/>
                          </a:lnTo>
                          <a:lnTo>
                            <a:pt x="339" y="272"/>
                          </a:lnTo>
                          <a:lnTo>
                            <a:pt x="327" y="264"/>
                          </a:lnTo>
                          <a:lnTo>
                            <a:pt x="314" y="253"/>
                          </a:lnTo>
                          <a:lnTo>
                            <a:pt x="301" y="244"/>
                          </a:lnTo>
                          <a:lnTo>
                            <a:pt x="289" y="233"/>
                          </a:lnTo>
                          <a:lnTo>
                            <a:pt x="278" y="222"/>
                          </a:lnTo>
                          <a:lnTo>
                            <a:pt x="267" y="210"/>
                          </a:lnTo>
                          <a:lnTo>
                            <a:pt x="257" y="197"/>
                          </a:lnTo>
                          <a:lnTo>
                            <a:pt x="248" y="184"/>
                          </a:lnTo>
                          <a:lnTo>
                            <a:pt x="238" y="171"/>
                          </a:lnTo>
                          <a:lnTo>
                            <a:pt x="230" y="157"/>
                          </a:lnTo>
                          <a:lnTo>
                            <a:pt x="222" y="143"/>
                          </a:lnTo>
                          <a:lnTo>
                            <a:pt x="216" y="128"/>
                          </a:lnTo>
                          <a:lnTo>
                            <a:pt x="210" y="113"/>
                          </a:lnTo>
                          <a:lnTo>
                            <a:pt x="204" y="98"/>
                          </a:lnTo>
                          <a:lnTo>
                            <a:pt x="199" y="83"/>
                          </a:lnTo>
                          <a:lnTo>
                            <a:pt x="195" y="67"/>
                          </a:lnTo>
                          <a:lnTo>
                            <a:pt x="192" y="50"/>
                          </a:lnTo>
                          <a:lnTo>
                            <a:pt x="190" y="34"/>
                          </a:lnTo>
                          <a:lnTo>
                            <a:pt x="188"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233" name="Freeform 699">
                      <a:extLst>
                        <a:ext uri="{FF2B5EF4-FFF2-40B4-BE49-F238E27FC236}">
                          <a16:creationId xmlns="" xmlns:a16="http://schemas.microsoft.com/office/drawing/2014/main" id="{6C7B7F90-363F-73F8-4F2A-6CAE8EB945A9}"/>
                        </a:ext>
                      </a:extLst>
                    </p:cNvPr>
                    <p:cNvSpPr>
                      <a:spLocks/>
                    </p:cNvSpPr>
                    <p:nvPr/>
                  </p:nvSpPr>
                  <p:spPr bwMode="auto">
                    <a:xfrm>
                      <a:off x="3634" y="2888"/>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5" y="1"/>
                          </a:lnTo>
                          <a:lnTo>
                            <a:pt x="458" y="3"/>
                          </a:lnTo>
                          <a:lnTo>
                            <a:pt x="432" y="7"/>
                          </a:lnTo>
                          <a:lnTo>
                            <a:pt x="406" y="12"/>
                          </a:lnTo>
                          <a:lnTo>
                            <a:pt x="382" y="19"/>
                          </a:lnTo>
                          <a:lnTo>
                            <a:pt x="357" y="26"/>
                          </a:lnTo>
                          <a:lnTo>
                            <a:pt x="333" y="35"/>
                          </a:lnTo>
                          <a:lnTo>
                            <a:pt x="310" y="44"/>
                          </a:lnTo>
                          <a:lnTo>
                            <a:pt x="286" y="55"/>
                          </a:lnTo>
                          <a:lnTo>
                            <a:pt x="264" y="67"/>
                          </a:lnTo>
                          <a:lnTo>
                            <a:pt x="243" y="80"/>
                          </a:lnTo>
                          <a:lnTo>
                            <a:pt x="221" y="94"/>
                          </a:lnTo>
                          <a:lnTo>
                            <a:pt x="201" y="109"/>
                          </a:lnTo>
                          <a:lnTo>
                            <a:pt x="182" y="125"/>
                          </a:lnTo>
                          <a:lnTo>
                            <a:pt x="164" y="142"/>
                          </a:lnTo>
                          <a:lnTo>
                            <a:pt x="146" y="159"/>
                          </a:lnTo>
                          <a:lnTo>
                            <a:pt x="129" y="178"/>
                          </a:lnTo>
                          <a:lnTo>
                            <a:pt x="113" y="196"/>
                          </a:lnTo>
                          <a:lnTo>
                            <a:pt x="98" y="216"/>
                          </a:lnTo>
                          <a:lnTo>
                            <a:pt x="84" y="237"/>
                          </a:lnTo>
                          <a:lnTo>
                            <a:pt x="71" y="258"/>
                          </a:lnTo>
                          <a:lnTo>
                            <a:pt x="59" y="280"/>
                          </a:lnTo>
                          <a:lnTo>
                            <a:pt x="47" y="303"/>
                          </a:lnTo>
                          <a:lnTo>
                            <a:pt x="38" y="326"/>
                          </a:lnTo>
                          <a:lnTo>
                            <a:pt x="29" y="350"/>
                          </a:lnTo>
                          <a:lnTo>
                            <a:pt x="21" y="374"/>
                          </a:lnTo>
                          <a:lnTo>
                            <a:pt x="14" y="398"/>
                          </a:lnTo>
                          <a:lnTo>
                            <a:pt x="9" y="424"/>
                          </a:lnTo>
                          <a:lnTo>
                            <a:pt x="5" y="449"/>
                          </a:lnTo>
                          <a:lnTo>
                            <a:pt x="2" y="476"/>
                          </a:lnTo>
                          <a:lnTo>
                            <a:pt x="0" y="502"/>
                          </a:lnTo>
                          <a:lnTo>
                            <a:pt x="0" y="529"/>
                          </a:lnTo>
                          <a:lnTo>
                            <a:pt x="187" y="526"/>
                          </a:lnTo>
                          <a:lnTo>
                            <a:pt x="187" y="508"/>
                          </a:lnTo>
                          <a:lnTo>
                            <a:pt x="188" y="491"/>
                          </a:lnTo>
                          <a:lnTo>
                            <a:pt x="190" y="475"/>
                          </a:lnTo>
                          <a:lnTo>
                            <a:pt x="193" y="458"/>
                          </a:lnTo>
                          <a:lnTo>
                            <a:pt x="196" y="442"/>
                          </a:lnTo>
                          <a:lnTo>
                            <a:pt x="200" y="426"/>
                          </a:lnTo>
                          <a:lnTo>
                            <a:pt x="205" y="411"/>
                          </a:lnTo>
                          <a:lnTo>
                            <a:pt x="211" y="395"/>
                          </a:lnTo>
                          <a:lnTo>
                            <a:pt x="217" y="382"/>
                          </a:lnTo>
                          <a:lnTo>
                            <a:pt x="225" y="367"/>
                          </a:lnTo>
                          <a:lnTo>
                            <a:pt x="232" y="353"/>
                          </a:lnTo>
                          <a:lnTo>
                            <a:pt x="240" y="339"/>
                          </a:lnTo>
                          <a:lnTo>
                            <a:pt x="250" y="325"/>
                          </a:lnTo>
                          <a:lnTo>
                            <a:pt x="260" y="313"/>
                          </a:lnTo>
                          <a:lnTo>
                            <a:pt x="270" y="300"/>
                          </a:lnTo>
                          <a:lnTo>
                            <a:pt x="281" y="288"/>
                          </a:lnTo>
                          <a:lnTo>
                            <a:pt x="291" y="278"/>
                          </a:lnTo>
                          <a:lnTo>
                            <a:pt x="304" y="267"/>
                          </a:lnTo>
                          <a:lnTo>
                            <a:pt x="317" y="256"/>
                          </a:lnTo>
                          <a:lnTo>
                            <a:pt x="330" y="247"/>
                          </a:lnTo>
                          <a:lnTo>
                            <a:pt x="342" y="238"/>
                          </a:lnTo>
                          <a:lnTo>
                            <a:pt x="356" y="230"/>
                          </a:lnTo>
                          <a:lnTo>
                            <a:pt x="371" y="222"/>
                          </a:lnTo>
                          <a:lnTo>
                            <a:pt x="385" y="215"/>
                          </a:lnTo>
                          <a:lnTo>
                            <a:pt x="400" y="209"/>
                          </a:lnTo>
                          <a:lnTo>
                            <a:pt x="416" y="203"/>
                          </a:lnTo>
                          <a:lnTo>
                            <a:pt x="432" y="198"/>
                          </a:lnTo>
                          <a:lnTo>
                            <a:pt x="448" y="195"/>
                          </a:lnTo>
                          <a:lnTo>
                            <a:pt x="464" y="192"/>
                          </a:lnTo>
                          <a:lnTo>
                            <a:pt x="480" y="188"/>
                          </a:lnTo>
                          <a:lnTo>
                            <a:pt x="496" y="187"/>
                          </a:lnTo>
                          <a:lnTo>
                            <a:pt x="514" y="186"/>
                          </a:lnTo>
                          <a:lnTo>
                            <a:pt x="511" y="0"/>
                          </a:lnTo>
                          <a:close/>
                        </a:path>
                      </a:pathLst>
                    </a:custGeom>
                    <a:solidFill>
                      <a:srgbClr val="EF2B2F"/>
                    </a:solidFill>
                    <a:ln>
                      <a:noFill/>
                    </a:ln>
                  </p:spPr>
                  <p:txBody>
                    <a:bodyPr/>
                    <a:lstStyle/>
                    <a:p>
                      <a:pPr>
                        <a:defRPr/>
                      </a:pPr>
                      <a:endParaRPr lang="en-US" sz="1050">
                        <a:latin typeface="+mj-lt"/>
                      </a:endParaRPr>
                    </a:p>
                  </p:txBody>
                </p:sp>
                <p:sp>
                  <p:nvSpPr>
                    <p:cNvPr id="41234" name="Freeform 700">
                      <a:extLst>
                        <a:ext uri="{FF2B5EF4-FFF2-40B4-BE49-F238E27FC236}">
                          <a16:creationId xmlns="" xmlns:a16="http://schemas.microsoft.com/office/drawing/2014/main" id="{567F6B6D-1C22-3E02-CFE2-EC61C7283BE2}"/>
                        </a:ext>
                      </a:extLst>
                    </p:cNvPr>
                    <p:cNvSpPr>
                      <a:spLocks/>
                    </p:cNvSpPr>
                    <p:nvPr/>
                  </p:nvSpPr>
                  <p:spPr bwMode="auto">
                    <a:xfrm>
                      <a:off x="2685" y="2082"/>
                      <a:ext cx="88" cy="88"/>
                    </a:xfrm>
                    <a:custGeom>
                      <a:avLst/>
                      <a:gdLst>
                        <a:gd name="T0" fmla="*/ 0 w 530"/>
                        <a:gd name="T1" fmla="*/ 0 h 514"/>
                        <a:gd name="T2" fmla="*/ 0 w 530"/>
                        <a:gd name="T3" fmla="*/ 0 h 514"/>
                        <a:gd name="T4" fmla="*/ 0 w 530"/>
                        <a:gd name="T5" fmla="*/ 0 h 514"/>
                        <a:gd name="T6" fmla="*/ 0 w 530"/>
                        <a:gd name="T7" fmla="*/ 0 h 514"/>
                        <a:gd name="T8" fmla="*/ 0 w 530"/>
                        <a:gd name="T9" fmla="*/ 0 h 514"/>
                        <a:gd name="T10" fmla="*/ 0 w 530"/>
                        <a:gd name="T11" fmla="*/ 0 h 514"/>
                        <a:gd name="T12" fmla="*/ 0 w 530"/>
                        <a:gd name="T13" fmla="*/ 0 h 514"/>
                        <a:gd name="T14" fmla="*/ 0 w 530"/>
                        <a:gd name="T15" fmla="*/ 0 h 514"/>
                        <a:gd name="T16" fmla="*/ 0 w 530"/>
                        <a:gd name="T17" fmla="*/ 0 h 514"/>
                        <a:gd name="T18" fmla="*/ 0 w 530"/>
                        <a:gd name="T19" fmla="*/ 0 h 514"/>
                        <a:gd name="T20" fmla="*/ 0 w 530"/>
                        <a:gd name="T21" fmla="*/ 0 h 514"/>
                        <a:gd name="T22" fmla="*/ 0 w 530"/>
                        <a:gd name="T23" fmla="*/ 0 h 514"/>
                        <a:gd name="T24" fmla="*/ 0 w 530"/>
                        <a:gd name="T25" fmla="*/ 0 h 514"/>
                        <a:gd name="T26" fmla="*/ 0 w 530"/>
                        <a:gd name="T27" fmla="*/ 0 h 514"/>
                        <a:gd name="T28" fmla="*/ 0 w 530"/>
                        <a:gd name="T29" fmla="*/ 0 h 514"/>
                        <a:gd name="T30" fmla="*/ 0 w 530"/>
                        <a:gd name="T31" fmla="*/ 0 h 514"/>
                        <a:gd name="T32" fmla="*/ 0 w 530"/>
                        <a:gd name="T33" fmla="*/ 0 h 514"/>
                        <a:gd name="T34" fmla="*/ 0 w 530"/>
                        <a:gd name="T35" fmla="*/ 0 h 514"/>
                        <a:gd name="T36" fmla="*/ 0 w 530"/>
                        <a:gd name="T37" fmla="*/ 0 h 514"/>
                        <a:gd name="T38" fmla="*/ 0 w 530"/>
                        <a:gd name="T39" fmla="*/ 0 h 514"/>
                        <a:gd name="T40" fmla="*/ 0 w 530"/>
                        <a:gd name="T41" fmla="*/ 0 h 514"/>
                        <a:gd name="T42" fmla="*/ 0 w 530"/>
                        <a:gd name="T43" fmla="*/ 0 h 514"/>
                        <a:gd name="T44" fmla="*/ 0 w 530"/>
                        <a:gd name="T45" fmla="*/ 0 h 514"/>
                        <a:gd name="T46" fmla="*/ 0 w 530"/>
                        <a:gd name="T47" fmla="*/ 0 h 514"/>
                        <a:gd name="T48" fmla="*/ 0 w 530"/>
                        <a:gd name="T49" fmla="*/ 0 h 514"/>
                        <a:gd name="T50" fmla="*/ 0 w 530"/>
                        <a:gd name="T51" fmla="*/ 0 h 514"/>
                        <a:gd name="T52" fmla="*/ 0 w 530"/>
                        <a:gd name="T53" fmla="*/ 0 h 514"/>
                        <a:gd name="T54" fmla="*/ 0 w 530"/>
                        <a:gd name="T55" fmla="*/ 0 h 514"/>
                        <a:gd name="T56" fmla="*/ 0 w 530"/>
                        <a:gd name="T57" fmla="*/ 0 h 514"/>
                        <a:gd name="T58" fmla="*/ 0 w 530"/>
                        <a:gd name="T59" fmla="*/ 0 h 514"/>
                        <a:gd name="T60" fmla="*/ 0 w 530"/>
                        <a:gd name="T61" fmla="*/ 0 h 514"/>
                        <a:gd name="T62" fmla="*/ 0 w 530"/>
                        <a:gd name="T63" fmla="*/ 0 h 514"/>
                        <a:gd name="T64" fmla="*/ 0 w 530"/>
                        <a:gd name="T65" fmla="*/ 0 h 514"/>
                        <a:gd name="T66" fmla="*/ 0 w 530"/>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4"/>
                        <a:gd name="T104" fmla="*/ 530 w 530"/>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4">
                          <a:moveTo>
                            <a:pt x="530" y="511"/>
                          </a:moveTo>
                          <a:lnTo>
                            <a:pt x="530" y="511"/>
                          </a:lnTo>
                          <a:lnTo>
                            <a:pt x="529" y="484"/>
                          </a:lnTo>
                          <a:lnTo>
                            <a:pt x="526" y="457"/>
                          </a:lnTo>
                          <a:lnTo>
                            <a:pt x="523" y="431"/>
                          </a:lnTo>
                          <a:lnTo>
                            <a:pt x="517" y="405"/>
                          </a:lnTo>
                          <a:lnTo>
                            <a:pt x="511" y="381"/>
                          </a:lnTo>
                          <a:lnTo>
                            <a:pt x="504" y="357"/>
                          </a:lnTo>
                          <a:lnTo>
                            <a:pt x="495" y="332"/>
                          </a:lnTo>
                          <a:lnTo>
                            <a:pt x="484" y="309"/>
                          </a:lnTo>
                          <a:lnTo>
                            <a:pt x="474" y="286"/>
                          </a:lnTo>
                          <a:lnTo>
                            <a:pt x="462" y="263"/>
                          </a:lnTo>
                          <a:lnTo>
                            <a:pt x="449" y="242"/>
                          </a:lnTo>
                          <a:lnTo>
                            <a:pt x="436" y="221"/>
                          </a:lnTo>
                          <a:lnTo>
                            <a:pt x="421" y="201"/>
                          </a:lnTo>
                          <a:lnTo>
                            <a:pt x="405" y="182"/>
                          </a:lnTo>
                          <a:lnTo>
                            <a:pt x="388" y="164"/>
                          </a:lnTo>
                          <a:lnTo>
                            <a:pt x="371" y="146"/>
                          </a:lnTo>
                          <a:lnTo>
                            <a:pt x="352" y="129"/>
                          </a:lnTo>
                          <a:lnTo>
                            <a:pt x="333" y="113"/>
                          </a:lnTo>
                          <a:lnTo>
                            <a:pt x="312" y="98"/>
                          </a:lnTo>
                          <a:lnTo>
                            <a:pt x="292" y="84"/>
                          </a:lnTo>
                          <a:lnTo>
                            <a:pt x="271" y="70"/>
                          </a:lnTo>
                          <a:lnTo>
                            <a:pt x="249" y="59"/>
                          </a:lnTo>
                          <a:lnTo>
                            <a:pt x="226" y="47"/>
                          </a:lnTo>
                          <a:lnTo>
                            <a:pt x="203" y="37"/>
                          </a:lnTo>
                          <a:lnTo>
                            <a:pt x="179" y="29"/>
                          </a:lnTo>
                          <a:lnTo>
                            <a:pt x="155" y="20"/>
                          </a:lnTo>
                          <a:lnTo>
                            <a:pt x="130" y="14"/>
                          </a:lnTo>
                          <a:lnTo>
                            <a:pt x="105" y="9"/>
                          </a:lnTo>
                          <a:lnTo>
                            <a:pt x="79" y="4"/>
                          </a:lnTo>
                          <a:lnTo>
                            <a:pt x="53" y="1"/>
                          </a:lnTo>
                          <a:lnTo>
                            <a:pt x="27" y="0"/>
                          </a:lnTo>
                          <a:lnTo>
                            <a:pt x="0" y="0"/>
                          </a:lnTo>
                          <a:lnTo>
                            <a:pt x="3" y="187"/>
                          </a:lnTo>
                          <a:lnTo>
                            <a:pt x="20" y="187"/>
                          </a:lnTo>
                          <a:lnTo>
                            <a:pt x="37" y="188"/>
                          </a:lnTo>
                          <a:lnTo>
                            <a:pt x="54" y="189"/>
                          </a:lnTo>
                          <a:lnTo>
                            <a:pt x="70" y="192"/>
                          </a:lnTo>
                          <a:lnTo>
                            <a:pt x="87" y="195"/>
                          </a:lnTo>
                          <a:lnTo>
                            <a:pt x="103" y="200"/>
                          </a:lnTo>
                          <a:lnTo>
                            <a:pt x="118" y="205"/>
                          </a:lnTo>
                          <a:lnTo>
                            <a:pt x="133" y="210"/>
                          </a:lnTo>
                          <a:lnTo>
                            <a:pt x="148" y="217"/>
                          </a:lnTo>
                          <a:lnTo>
                            <a:pt x="163" y="224"/>
                          </a:lnTo>
                          <a:lnTo>
                            <a:pt x="177" y="232"/>
                          </a:lnTo>
                          <a:lnTo>
                            <a:pt x="190" y="240"/>
                          </a:lnTo>
                          <a:lnTo>
                            <a:pt x="204" y="250"/>
                          </a:lnTo>
                          <a:lnTo>
                            <a:pt x="217" y="259"/>
                          </a:lnTo>
                          <a:lnTo>
                            <a:pt x="229" y="270"/>
                          </a:lnTo>
                          <a:lnTo>
                            <a:pt x="240" y="280"/>
                          </a:lnTo>
                          <a:lnTo>
                            <a:pt x="252" y="292"/>
                          </a:lnTo>
                          <a:lnTo>
                            <a:pt x="263" y="304"/>
                          </a:lnTo>
                          <a:lnTo>
                            <a:pt x="273" y="316"/>
                          </a:lnTo>
                          <a:lnTo>
                            <a:pt x="283" y="329"/>
                          </a:lnTo>
                          <a:lnTo>
                            <a:pt x="291" y="342"/>
                          </a:lnTo>
                          <a:lnTo>
                            <a:pt x="300" y="356"/>
                          </a:lnTo>
                          <a:lnTo>
                            <a:pt x="307" y="370"/>
                          </a:lnTo>
                          <a:lnTo>
                            <a:pt x="315" y="384"/>
                          </a:lnTo>
                          <a:lnTo>
                            <a:pt x="321" y="399"/>
                          </a:lnTo>
                          <a:lnTo>
                            <a:pt x="325" y="415"/>
                          </a:lnTo>
                          <a:lnTo>
                            <a:pt x="331" y="431"/>
                          </a:lnTo>
                          <a:lnTo>
                            <a:pt x="335" y="447"/>
                          </a:lnTo>
                          <a:lnTo>
                            <a:pt x="338" y="463"/>
                          </a:lnTo>
                          <a:lnTo>
                            <a:pt x="340" y="480"/>
                          </a:lnTo>
                          <a:lnTo>
                            <a:pt x="342" y="496"/>
                          </a:lnTo>
                          <a:lnTo>
                            <a:pt x="343" y="514"/>
                          </a:lnTo>
                          <a:lnTo>
                            <a:pt x="530" y="511"/>
                          </a:lnTo>
                          <a:close/>
                        </a:path>
                      </a:pathLst>
                    </a:custGeom>
                    <a:solidFill>
                      <a:srgbClr val="EF2B2F"/>
                    </a:solidFill>
                    <a:ln>
                      <a:noFill/>
                    </a:ln>
                  </p:spPr>
                  <p:txBody>
                    <a:bodyPr/>
                    <a:lstStyle/>
                    <a:p>
                      <a:pPr>
                        <a:defRPr/>
                      </a:pPr>
                      <a:endParaRPr lang="en-US" sz="1050">
                        <a:latin typeface="+mj-lt"/>
                      </a:endParaRPr>
                    </a:p>
                  </p:txBody>
                </p:sp>
                <p:sp>
                  <p:nvSpPr>
                    <p:cNvPr id="41235" name="Freeform 701">
                      <a:extLst>
                        <a:ext uri="{FF2B5EF4-FFF2-40B4-BE49-F238E27FC236}">
                          <a16:creationId xmlns="" xmlns:a16="http://schemas.microsoft.com/office/drawing/2014/main" id="{0A9800B6-5FA9-1BBD-61ED-1F146EA630DF}"/>
                        </a:ext>
                      </a:extLst>
                    </p:cNvPr>
                    <p:cNvSpPr>
                      <a:spLocks/>
                    </p:cNvSpPr>
                    <p:nvPr/>
                  </p:nvSpPr>
                  <p:spPr bwMode="auto">
                    <a:xfrm>
                      <a:off x="2685" y="2170"/>
                      <a:ext cx="88"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2" y="528"/>
                          </a:moveTo>
                          <a:lnTo>
                            <a:pt x="2" y="528"/>
                          </a:lnTo>
                          <a:lnTo>
                            <a:pt x="30" y="527"/>
                          </a:lnTo>
                          <a:lnTo>
                            <a:pt x="55" y="525"/>
                          </a:lnTo>
                          <a:lnTo>
                            <a:pt x="82" y="520"/>
                          </a:lnTo>
                          <a:lnTo>
                            <a:pt x="107" y="515"/>
                          </a:lnTo>
                          <a:lnTo>
                            <a:pt x="133" y="510"/>
                          </a:lnTo>
                          <a:lnTo>
                            <a:pt x="157" y="502"/>
                          </a:lnTo>
                          <a:lnTo>
                            <a:pt x="181" y="493"/>
                          </a:lnTo>
                          <a:lnTo>
                            <a:pt x="205" y="483"/>
                          </a:lnTo>
                          <a:lnTo>
                            <a:pt x="227" y="473"/>
                          </a:lnTo>
                          <a:lnTo>
                            <a:pt x="250" y="461"/>
                          </a:lnTo>
                          <a:lnTo>
                            <a:pt x="271" y="448"/>
                          </a:lnTo>
                          <a:lnTo>
                            <a:pt x="292" y="433"/>
                          </a:lnTo>
                          <a:lnTo>
                            <a:pt x="312" y="420"/>
                          </a:lnTo>
                          <a:lnTo>
                            <a:pt x="331" y="404"/>
                          </a:lnTo>
                          <a:lnTo>
                            <a:pt x="350" y="387"/>
                          </a:lnTo>
                          <a:lnTo>
                            <a:pt x="368" y="369"/>
                          </a:lnTo>
                          <a:lnTo>
                            <a:pt x="385" y="351"/>
                          </a:lnTo>
                          <a:lnTo>
                            <a:pt x="401" y="332"/>
                          </a:lnTo>
                          <a:lnTo>
                            <a:pt x="415" y="311"/>
                          </a:lnTo>
                          <a:lnTo>
                            <a:pt x="430" y="291"/>
                          </a:lnTo>
                          <a:lnTo>
                            <a:pt x="443" y="270"/>
                          </a:lnTo>
                          <a:lnTo>
                            <a:pt x="456" y="248"/>
                          </a:lnTo>
                          <a:lnTo>
                            <a:pt x="466" y="226"/>
                          </a:lnTo>
                          <a:lnTo>
                            <a:pt x="476" y="202"/>
                          </a:lnTo>
                          <a:lnTo>
                            <a:pt x="485" y="178"/>
                          </a:lnTo>
                          <a:lnTo>
                            <a:pt x="493" y="153"/>
                          </a:lnTo>
                          <a:lnTo>
                            <a:pt x="500" y="129"/>
                          </a:lnTo>
                          <a:lnTo>
                            <a:pt x="505" y="103"/>
                          </a:lnTo>
                          <a:lnTo>
                            <a:pt x="509" y="78"/>
                          </a:lnTo>
                          <a:lnTo>
                            <a:pt x="512" y="52"/>
                          </a:lnTo>
                          <a:lnTo>
                            <a:pt x="514" y="26"/>
                          </a:lnTo>
                          <a:lnTo>
                            <a:pt x="514" y="0"/>
                          </a:lnTo>
                          <a:lnTo>
                            <a:pt x="327" y="3"/>
                          </a:lnTo>
                          <a:lnTo>
                            <a:pt x="326" y="20"/>
                          </a:lnTo>
                          <a:lnTo>
                            <a:pt x="325" y="37"/>
                          </a:lnTo>
                          <a:lnTo>
                            <a:pt x="324" y="54"/>
                          </a:lnTo>
                          <a:lnTo>
                            <a:pt x="321" y="70"/>
                          </a:lnTo>
                          <a:lnTo>
                            <a:pt x="318" y="85"/>
                          </a:lnTo>
                          <a:lnTo>
                            <a:pt x="313" y="101"/>
                          </a:lnTo>
                          <a:lnTo>
                            <a:pt x="309" y="117"/>
                          </a:lnTo>
                          <a:lnTo>
                            <a:pt x="303" y="132"/>
                          </a:lnTo>
                          <a:lnTo>
                            <a:pt x="296" y="147"/>
                          </a:lnTo>
                          <a:lnTo>
                            <a:pt x="289" y="162"/>
                          </a:lnTo>
                          <a:lnTo>
                            <a:pt x="282" y="176"/>
                          </a:lnTo>
                          <a:lnTo>
                            <a:pt x="273" y="189"/>
                          </a:lnTo>
                          <a:lnTo>
                            <a:pt x="265" y="202"/>
                          </a:lnTo>
                          <a:lnTo>
                            <a:pt x="254" y="215"/>
                          </a:lnTo>
                          <a:lnTo>
                            <a:pt x="244" y="228"/>
                          </a:lnTo>
                          <a:lnTo>
                            <a:pt x="233" y="239"/>
                          </a:lnTo>
                          <a:lnTo>
                            <a:pt x="222" y="251"/>
                          </a:lnTo>
                          <a:lnTo>
                            <a:pt x="210" y="262"/>
                          </a:lnTo>
                          <a:lnTo>
                            <a:pt x="198" y="271"/>
                          </a:lnTo>
                          <a:lnTo>
                            <a:pt x="185" y="281"/>
                          </a:lnTo>
                          <a:lnTo>
                            <a:pt x="171" y="290"/>
                          </a:lnTo>
                          <a:lnTo>
                            <a:pt x="157" y="299"/>
                          </a:lnTo>
                          <a:lnTo>
                            <a:pt x="144" y="306"/>
                          </a:lnTo>
                          <a:lnTo>
                            <a:pt x="129" y="312"/>
                          </a:lnTo>
                          <a:lnTo>
                            <a:pt x="114" y="319"/>
                          </a:lnTo>
                          <a:lnTo>
                            <a:pt x="98" y="324"/>
                          </a:lnTo>
                          <a:lnTo>
                            <a:pt x="83" y="329"/>
                          </a:lnTo>
                          <a:lnTo>
                            <a:pt x="66" y="334"/>
                          </a:lnTo>
                          <a:lnTo>
                            <a:pt x="50" y="337"/>
                          </a:lnTo>
                          <a:lnTo>
                            <a:pt x="34" y="339"/>
                          </a:lnTo>
                          <a:lnTo>
                            <a:pt x="17" y="340"/>
                          </a:lnTo>
                          <a:lnTo>
                            <a:pt x="0" y="341"/>
                          </a:lnTo>
                          <a:lnTo>
                            <a:pt x="2" y="528"/>
                          </a:lnTo>
                          <a:close/>
                        </a:path>
                      </a:pathLst>
                    </a:custGeom>
                    <a:solidFill>
                      <a:srgbClr val="EF2B2F"/>
                    </a:solidFill>
                    <a:ln>
                      <a:noFill/>
                    </a:ln>
                  </p:spPr>
                  <p:txBody>
                    <a:bodyPr/>
                    <a:lstStyle/>
                    <a:p>
                      <a:pPr>
                        <a:defRPr/>
                      </a:pPr>
                      <a:endParaRPr lang="en-US" sz="1050">
                        <a:latin typeface="+mj-lt"/>
                      </a:endParaRPr>
                    </a:p>
                  </p:txBody>
                </p:sp>
                <p:sp>
                  <p:nvSpPr>
                    <p:cNvPr id="41236" name="Freeform 702">
                      <a:extLst>
                        <a:ext uri="{FF2B5EF4-FFF2-40B4-BE49-F238E27FC236}">
                          <a16:creationId xmlns="" xmlns:a16="http://schemas.microsoft.com/office/drawing/2014/main" id="{ED71B1C3-BCB9-B469-5C35-3D85E70362F3}"/>
                        </a:ext>
                      </a:extLst>
                    </p:cNvPr>
                    <p:cNvSpPr>
                      <a:spLocks/>
                    </p:cNvSpPr>
                    <p:nvPr/>
                  </p:nvSpPr>
                  <p:spPr bwMode="auto">
                    <a:xfrm>
                      <a:off x="2597" y="2170"/>
                      <a:ext cx="92" cy="88"/>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0" y="4"/>
                          </a:moveTo>
                          <a:lnTo>
                            <a:pt x="0" y="4"/>
                          </a:lnTo>
                          <a:lnTo>
                            <a:pt x="1" y="30"/>
                          </a:lnTo>
                          <a:lnTo>
                            <a:pt x="4" y="57"/>
                          </a:lnTo>
                          <a:lnTo>
                            <a:pt x="8" y="83"/>
                          </a:lnTo>
                          <a:lnTo>
                            <a:pt x="13" y="109"/>
                          </a:lnTo>
                          <a:lnTo>
                            <a:pt x="20" y="133"/>
                          </a:lnTo>
                          <a:lnTo>
                            <a:pt x="26" y="157"/>
                          </a:lnTo>
                          <a:lnTo>
                            <a:pt x="35" y="182"/>
                          </a:lnTo>
                          <a:lnTo>
                            <a:pt x="45" y="205"/>
                          </a:lnTo>
                          <a:lnTo>
                            <a:pt x="56" y="228"/>
                          </a:lnTo>
                          <a:lnTo>
                            <a:pt x="68" y="251"/>
                          </a:lnTo>
                          <a:lnTo>
                            <a:pt x="81" y="272"/>
                          </a:lnTo>
                          <a:lnTo>
                            <a:pt x="95" y="293"/>
                          </a:lnTo>
                          <a:lnTo>
                            <a:pt x="110" y="313"/>
                          </a:lnTo>
                          <a:lnTo>
                            <a:pt x="126" y="332"/>
                          </a:lnTo>
                          <a:lnTo>
                            <a:pt x="142" y="350"/>
                          </a:lnTo>
                          <a:lnTo>
                            <a:pt x="160" y="369"/>
                          </a:lnTo>
                          <a:lnTo>
                            <a:pt x="178" y="385"/>
                          </a:lnTo>
                          <a:lnTo>
                            <a:pt x="197" y="401"/>
                          </a:lnTo>
                          <a:lnTo>
                            <a:pt x="217" y="416"/>
                          </a:lnTo>
                          <a:lnTo>
                            <a:pt x="238" y="430"/>
                          </a:lnTo>
                          <a:lnTo>
                            <a:pt x="258" y="444"/>
                          </a:lnTo>
                          <a:lnTo>
                            <a:pt x="281" y="456"/>
                          </a:lnTo>
                          <a:lnTo>
                            <a:pt x="304" y="467"/>
                          </a:lnTo>
                          <a:lnTo>
                            <a:pt x="327" y="477"/>
                          </a:lnTo>
                          <a:lnTo>
                            <a:pt x="351" y="485"/>
                          </a:lnTo>
                          <a:lnTo>
                            <a:pt x="375" y="494"/>
                          </a:lnTo>
                          <a:lnTo>
                            <a:pt x="400" y="500"/>
                          </a:lnTo>
                          <a:lnTo>
                            <a:pt x="425" y="505"/>
                          </a:lnTo>
                          <a:lnTo>
                            <a:pt x="451" y="510"/>
                          </a:lnTo>
                          <a:lnTo>
                            <a:pt x="477" y="513"/>
                          </a:lnTo>
                          <a:lnTo>
                            <a:pt x="504" y="514"/>
                          </a:lnTo>
                          <a:lnTo>
                            <a:pt x="529" y="514"/>
                          </a:lnTo>
                          <a:lnTo>
                            <a:pt x="527" y="327"/>
                          </a:lnTo>
                          <a:lnTo>
                            <a:pt x="509" y="327"/>
                          </a:lnTo>
                          <a:lnTo>
                            <a:pt x="492" y="326"/>
                          </a:lnTo>
                          <a:lnTo>
                            <a:pt x="476" y="325"/>
                          </a:lnTo>
                          <a:lnTo>
                            <a:pt x="459" y="322"/>
                          </a:lnTo>
                          <a:lnTo>
                            <a:pt x="443" y="319"/>
                          </a:lnTo>
                          <a:lnTo>
                            <a:pt x="427" y="314"/>
                          </a:lnTo>
                          <a:lnTo>
                            <a:pt x="412" y="309"/>
                          </a:lnTo>
                          <a:lnTo>
                            <a:pt x="397" y="304"/>
                          </a:lnTo>
                          <a:lnTo>
                            <a:pt x="382" y="297"/>
                          </a:lnTo>
                          <a:lnTo>
                            <a:pt x="368" y="290"/>
                          </a:lnTo>
                          <a:lnTo>
                            <a:pt x="353" y="283"/>
                          </a:lnTo>
                          <a:lnTo>
                            <a:pt x="339" y="274"/>
                          </a:lnTo>
                          <a:lnTo>
                            <a:pt x="326" y="265"/>
                          </a:lnTo>
                          <a:lnTo>
                            <a:pt x="314" y="255"/>
                          </a:lnTo>
                          <a:lnTo>
                            <a:pt x="302" y="244"/>
                          </a:lnTo>
                          <a:lnTo>
                            <a:pt x="289" y="234"/>
                          </a:lnTo>
                          <a:lnTo>
                            <a:pt x="279" y="222"/>
                          </a:lnTo>
                          <a:lnTo>
                            <a:pt x="267" y="210"/>
                          </a:lnTo>
                          <a:lnTo>
                            <a:pt x="257" y="198"/>
                          </a:lnTo>
                          <a:lnTo>
                            <a:pt x="248" y="185"/>
                          </a:lnTo>
                          <a:lnTo>
                            <a:pt x="239" y="172"/>
                          </a:lnTo>
                          <a:lnTo>
                            <a:pt x="231" y="158"/>
                          </a:lnTo>
                          <a:lnTo>
                            <a:pt x="222" y="144"/>
                          </a:lnTo>
                          <a:lnTo>
                            <a:pt x="216" y="130"/>
                          </a:lnTo>
                          <a:lnTo>
                            <a:pt x="210" y="115"/>
                          </a:lnTo>
                          <a:lnTo>
                            <a:pt x="204" y="99"/>
                          </a:lnTo>
                          <a:lnTo>
                            <a:pt x="199" y="83"/>
                          </a:lnTo>
                          <a:lnTo>
                            <a:pt x="195" y="67"/>
                          </a:lnTo>
                          <a:lnTo>
                            <a:pt x="193" y="51"/>
                          </a:lnTo>
                          <a:lnTo>
                            <a:pt x="189" y="34"/>
                          </a:lnTo>
                          <a:lnTo>
                            <a:pt x="188" y="18"/>
                          </a:lnTo>
                          <a:lnTo>
                            <a:pt x="187" y="0"/>
                          </a:lnTo>
                          <a:lnTo>
                            <a:pt x="0" y="4"/>
                          </a:lnTo>
                          <a:close/>
                        </a:path>
                      </a:pathLst>
                    </a:custGeom>
                    <a:solidFill>
                      <a:srgbClr val="EF2B2F"/>
                    </a:solidFill>
                    <a:ln>
                      <a:noFill/>
                    </a:ln>
                  </p:spPr>
                  <p:txBody>
                    <a:bodyPr/>
                    <a:lstStyle/>
                    <a:p>
                      <a:pPr>
                        <a:defRPr/>
                      </a:pPr>
                      <a:endParaRPr lang="en-US" sz="1050">
                        <a:latin typeface="+mj-lt"/>
                      </a:endParaRPr>
                    </a:p>
                  </p:txBody>
                </p:sp>
                <p:sp>
                  <p:nvSpPr>
                    <p:cNvPr id="41237" name="Freeform 703">
                      <a:extLst>
                        <a:ext uri="{FF2B5EF4-FFF2-40B4-BE49-F238E27FC236}">
                          <a16:creationId xmlns="" xmlns:a16="http://schemas.microsoft.com/office/drawing/2014/main" id="{B8C349D5-E217-AAB9-C619-2FD948A26317}"/>
                        </a:ext>
                      </a:extLst>
                    </p:cNvPr>
                    <p:cNvSpPr>
                      <a:spLocks/>
                    </p:cNvSpPr>
                    <p:nvPr/>
                  </p:nvSpPr>
                  <p:spPr bwMode="auto">
                    <a:xfrm>
                      <a:off x="2597" y="2082"/>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5" y="1"/>
                          </a:lnTo>
                          <a:lnTo>
                            <a:pt x="458" y="3"/>
                          </a:lnTo>
                          <a:lnTo>
                            <a:pt x="433" y="8"/>
                          </a:lnTo>
                          <a:lnTo>
                            <a:pt x="406" y="12"/>
                          </a:lnTo>
                          <a:lnTo>
                            <a:pt x="382" y="18"/>
                          </a:lnTo>
                          <a:lnTo>
                            <a:pt x="357" y="26"/>
                          </a:lnTo>
                          <a:lnTo>
                            <a:pt x="333" y="35"/>
                          </a:lnTo>
                          <a:lnTo>
                            <a:pt x="309" y="45"/>
                          </a:lnTo>
                          <a:lnTo>
                            <a:pt x="287" y="55"/>
                          </a:lnTo>
                          <a:lnTo>
                            <a:pt x="265" y="67"/>
                          </a:lnTo>
                          <a:lnTo>
                            <a:pt x="243" y="80"/>
                          </a:lnTo>
                          <a:lnTo>
                            <a:pt x="222" y="95"/>
                          </a:lnTo>
                          <a:lnTo>
                            <a:pt x="202" y="108"/>
                          </a:lnTo>
                          <a:lnTo>
                            <a:pt x="183" y="124"/>
                          </a:lnTo>
                          <a:lnTo>
                            <a:pt x="164" y="141"/>
                          </a:lnTo>
                          <a:lnTo>
                            <a:pt x="146" y="159"/>
                          </a:lnTo>
                          <a:lnTo>
                            <a:pt x="129" y="177"/>
                          </a:lnTo>
                          <a:lnTo>
                            <a:pt x="113" y="196"/>
                          </a:lnTo>
                          <a:lnTo>
                            <a:pt x="98" y="217"/>
                          </a:lnTo>
                          <a:lnTo>
                            <a:pt x="84" y="237"/>
                          </a:lnTo>
                          <a:lnTo>
                            <a:pt x="70" y="258"/>
                          </a:lnTo>
                          <a:lnTo>
                            <a:pt x="59" y="280"/>
                          </a:lnTo>
                          <a:lnTo>
                            <a:pt x="48" y="303"/>
                          </a:lnTo>
                          <a:lnTo>
                            <a:pt x="38" y="326"/>
                          </a:lnTo>
                          <a:lnTo>
                            <a:pt x="29" y="350"/>
                          </a:lnTo>
                          <a:lnTo>
                            <a:pt x="21" y="375"/>
                          </a:lnTo>
                          <a:lnTo>
                            <a:pt x="14" y="399"/>
                          </a:lnTo>
                          <a:lnTo>
                            <a:pt x="9" y="425"/>
                          </a:lnTo>
                          <a:lnTo>
                            <a:pt x="5" y="450"/>
                          </a:lnTo>
                          <a:lnTo>
                            <a:pt x="1" y="477"/>
                          </a:lnTo>
                          <a:lnTo>
                            <a:pt x="0" y="502"/>
                          </a:lnTo>
                          <a:lnTo>
                            <a:pt x="0" y="529"/>
                          </a:lnTo>
                          <a:lnTo>
                            <a:pt x="187" y="525"/>
                          </a:lnTo>
                          <a:lnTo>
                            <a:pt x="187" y="508"/>
                          </a:lnTo>
                          <a:lnTo>
                            <a:pt x="188" y="491"/>
                          </a:lnTo>
                          <a:lnTo>
                            <a:pt x="190" y="474"/>
                          </a:lnTo>
                          <a:lnTo>
                            <a:pt x="193" y="459"/>
                          </a:lnTo>
                          <a:lnTo>
                            <a:pt x="197" y="443"/>
                          </a:lnTo>
                          <a:lnTo>
                            <a:pt x="200" y="427"/>
                          </a:lnTo>
                          <a:lnTo>
                            <a:pt x="205" y="411"/>
                          </a:lnTo>
                          <a:lnTo>
                            <a:pt x="211" y="396"/>
                          </a:lnTo>
                          <a:lnTo>
                            <a:pt x="217" y="381"/>
                          </a:lnTo>
                          <a:lnTo>
                            <a:pt x="224" y="366"/>
                          </a:lnTo>
                          <a:lnTo>
                            <a:pt x="233" y="352"/>
                          </a:lnTo>
                          <a:lnTo>
                            <a:pt x="240" y="339"/>
                          </a:lnTo>
                          <a:lnTo>
                            <a:pt x="250" y="326"/>
                          </a:lnTo>
                          <a:lnTo>
                            <a:pt x="260" y="313"/>
                          </a:lnTo>
                          <a:lnTo>
                            <a:pt x="270" y="300"/>
                          </a:lnTo>
                          <a:lnTo>
                            <a:pt x="281" y="289"/>
                          </a:lnTo>
                          <a:lnTo>
                            <a:pt x="292" y="277"/>
                          </a:lnTo>
                          <a:lnTo>
                            <a:pt x="304" y="267"/>
                          </a:lnTo>
                          <a:lnTo>
                            <a:pt x="317" y="257"/>
                          </a:lnTo>
                          <a:lnTo>
                            <a:pt x="330" y="247"/>
                          </a:lnTo>
                          <a:lnTo>
                            <a:pt x="343" y="238"/>
                          </a:lnTo>
                          <a:lnTo>
                            <a:pt x="356" y="229"/>
                          </a:lnTo>
                          <a:lnTo>
                            <a:pt x="371" y="222"/>
                          </a:lnTo>
                          <a:lnTo>
                            <a:pt x="386" y="216"/>
                          </a:lnTo>
                          <a:lnTo>
                            <a:pt x="401" y="209"/>
                          </a:lnTo>
                          <a:lnTo>
                            <a:pt x="416" y="204"/>
                          </a:lnTo>
                          <a:lnTo>
                            <a:pt x="432" y="199"/>
                          </a:lnTo>
                          <a:lnTo>
                            <a:pt x="448" y="194"/>
                          </a:lnTo>
                          <a:lnTo>
                            <a:pt x="463" y="191"/>
                          </a:lnTo>
                          <a:lnTo>
                            <a:pt x="480" y="189"/>
                          </a:lnTo>
                          <a:lnTo>
                            <a:pt x="497" y="187"/>
                          </a:lnTo>
                          <a:lnTo>
                            <a:pt x="514" y="187"/>
                          </a:lnTo>
                          <a:lnTo>
                            <a:pt x="511" y="0"/>
                          </a:lnTo>
                          <a:close/>
                        </a:path>
                      </a:pathLst>
                    </a:custGeom>
                    <a:solidFill>
                      <a:srgbClr val="EF2B2F"/>
                    </a:solidFill>
                    <a:ln>
                      <a:noFill/>
                    </a:ln>
                  </p:spPr>
                  <p:txBody>
                    <a:bodyPr/>
                    <a:lstStyle/>
                    <a:p>
                      <a:pPr>
                        <a:defRPr/>
                      </a:pPr>
                      <a:endParaRPr lang="en-US" sz="1050">
                        <a:latin typeface="+mj-lt"/>
                      </a:endParaRPr>
                    </a:p>
                  </p:txBody>
                </p:sp>
                <p:sp>
                  <p:nvSpPr>
                    <p:cNvPr id="41238" name="Freeform 704">
                      <a:extLst>
                        <a:ext uri="{FF2B5EF4-FFF2-40B4-BE49-F238E27FC236}">
                          <a16:creationId xmlns="" xmlns:a16="http://schemas.microsoft.com/office/drawing/2014/main" id="{CDAAEECE-CF4D-5FFE-34A6-A113F9025DA5}"/>
                        </a:ext>
                      </a:extLst>
                    </p:cNvPr>
                    <p:cNvSpPr>
                      <a:spLocks/>
                    </p:cNvSpPr>
                    <p:nvPr/>
                  </p:nvSpPr>
                  <p:spPr bwMode="auto">
                    <a:xfrm>
                      <a:off x="3146" y="2796"/>
                      <a:ext cx="88" cy="88"/>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529" y="510"/>
                          </a:moveTo>
                          <a:lnTo>
                            <a:pt x="529" y="510"/>
                          </a:lnTo>
                          <a:lnTo>
                            <a:pt x="528" y="483"/>
                          </a:lnTo>
                          <a:lnTo>
                            <a:pt x="526" y="458"/>
                          </a:lnTo>
                          <a:lnTo>
                            <a:pt x="522" y="431"/>
                          </a:lnTo>
                          <a:lnTo>
                            <a:pt x="517" y="406"/>
                          </a:lnTo>
                          <a:lnTo>
                            <a:pt x="511" y="382"/>
                          </a:lnTo>
                          <a:lnTo>
                            <a:pt x="504" y="356"/>
                          </a:lnTo>
                          <a:lnTo>
                            <a:pt x="494" y="333"/>
                          </a:lnTo>
                          <a:lnTo>
                            <a:pt x="485" y="309"/>
                          </a:lnTo>
                          <a:lnTo>
                            <a:pt x="474" y="286"/>
                          </a:lnTo>
                          <a:lnTo>
                            <a:pt x="462" y="264"/>
                          </a:lnTo>
                          <a:lnTo>
                            <a:pt x="449" y="243"/>
                          </a:lnTo>
                          <a:lnTo>
                            <a:pt x="435" y="221"/>
                          </a:lnTo>
                          <a:lnTo>
                            <a:pt x="421" y="201"/>
                          </a:lnTo>
                          <a:lnTo>
                            <a:pt x="405" y="182"/>
                          </a:lnTo>
                          <a:lnTo>
                            <a:pt x="388" y="164"/>
                          </a:lnTo>
                          <a:lnTo>
                            <a:pt x="370" y="146"/>
                          </a:lnTo>
                          <a:lnTo>
                            <a:pt x="352" y="129"/>
                          </a:lnTo>
                          <a:lnTo>
                            <a:pt x="333" y="113"/>
                          </a:lnTo>
                          <a:lnTo>
                            <a:pt x="312" y="98"/>
                          </a:lnTo>
                          <a:lnTo>
                            <a:pt x="292" y="83"/>
                          </a:lnTo>
                          <a:lnTo>
                            <a:pt x="270" y="71"/>
                          </a:lnTo>
                          <a:lnTo>
                            <a:pt x="249" y="58"/>
                          </a:lnTo>
                          <a:lnTo>
                            <a:pt x="226" y="47"/>
                          </a:lnTo>
                          <a:lnTo>
                            <a:pt x="203" y="38"/>
                          </a:lnTo>
                          <a:lnTo>
                            <a:pt x="179" y="28"/>
                          </a:lnTo>
                          <a:lnTo>
                            <a:pt x="154" y="21"/>
                          </a:lnTo>
                          <a:lnTo>
                            <a:pt x="130" y="14"/>
                          </a:lnTo>
                          <a:lnTo>
                            <a:pt x="104" y="9"/>
                          </a:lnTo>
                          <a:lnTo>
                            <a:pt x="79" y="5"/>
                          </a:lnTo>
                          <a:lnTo>
                            <a:pt x="52" y="2"/>
                          </a:lnTo>
                          <a:lnTo>
                            <a:pt x="27" y="0"/>
                          </a:lnTo>
                          <a:lnTo>
                            <a:pt x="0" y="1"/>
                          </a:lnTo>
                          <a:lnTo>
                            <a:pt x="3" y="186"/>
                          </a:lnTo>
                          <a:lnTo>
                            <a:pt x="20" y="187"/>
                          </a:lnTo>
                          <a:lnTo>
                            <a:pt x="37" y="188"/>
                          </a:lnTo>
                          <a:lnTo>
                            <a:pt x="54" y="190"/>
                          </a:lnTo>
                          <a:lnTo>
                            <a:pt x="70" y="193"/>
                          </a:lnTo>
                          <a:lnTo>
                            <a:pt x="86" y="196"/>
                          </a:lnTo>
                          <a:lnTo>
                            <a:pt x="102" y="200"/>
                          </a:lnTo>
                          <a:lnTo>
                            <a:pt x="118" y="205"/>
                          </a:lnTo>
                          <a:lnTo>
                            <a:pt x="133" y="211"/>
                          </a:lnTo>
                          <a:lnTo>
                            <a:pt x="148" y="217"/>
                          </a:lnTo>
                          <a:lnTo>
                            <a:pt x="163" y="225"/>
                          </a:lnTo>
                          <a:lnTo>
                            <a:pt x="177" y="232"/>
                          </a:lnTo>
                          <a:lnTo>
                            <a:pt x="190" y="240"/>
                          </a:lnTo>
                          <a:lnTo>
                            <a:pt x="203" y="250"/>
                          </a:lnTo>
                          <a:lnTo>
                            <a:pt x="216" y="260"/>
                          </a:lnTo>
                          <a:lnTo>
                            <a:pt x="229" y="269"/>
                          </a:lnTo>
                          <a:lnTo>
                            <a:pt x="240" y="281"/>
                          </a:lnTo>
                          <a:lnTo>
                            <a:pt x="252" y="291"/>
                          </a:lnTo>
                          <a:lnTo>
                            <a:pt x="263" y="304"/>
                          </a:lnTo>
                          <a:lnTo>
                            <a:pt x="272" y="316"/>
                          </a:lnTo>
                          <a:lnTo>
                            <a:pt x="282" y="330"/>
                          </a:lnTo>
                          <a:lnTo>
                            <a:pt x="291" y="342"/>
                          </a:lnTo>
                          <a:lnTo>
                            <a:pt x="300" y="356"/>
                          </a:lnTo>
                          <a:lnTo>
                            <a:pt x="307" y="370"/>
                          </a:lnTo>
                          <a:lnTo>
                            <a:pt x="314" y="385"/>
                          </a:lnTo>
                          <a:lnTo>
                            <a:pt x="320" y="400"/>
                          </a:lnTo>
                          <a:lnTo>
                            <a:pt x="325" y="415"/>
                          </a:lnTo>
                          <a:lnTo>
                            <a:pt x="331" y="430"/>
                          </a:lnTo>
                          <a:lnTo>
                            <a:pt x="335" y="447"/>
                          </a:lnTo>
                          <a:lnTo>
                            <a:pt x="338" y="463"/>
                          </a:lnTo>
                          <a:lnTo>
                            <a:pt x="340" y="479"/>
                          </a:lnTo>
                          <a:lnTo>
                            <a:pt x="342" y="496"/>
                          </a:lnTo>
                          <a:lnTo>
                            <a:pt x="342" y="513"/>
                          </a:lnTo>
                          <a:lnTo>
                            <a:pt x="529" y="510"/>
                          </a:lnTo>
                          <a:close/>
                        </a:path>
                      </a:pathLst>
                    </a:custGeom>
                    <a:solidFill>
                      <a:srgbClr val="EF2B2F"/>
                    </a:solidFill>
                    <a:ln>
                      <a:noFill/>
                    </a:ln>
                  </p:spPr>
                  <p:txBody>
                    <a:bodyPr/>
                    <a:lstStyle/>
                    <a:p>
                      <a:pPr>
                        <a:defRPr/>
                      </a:pPr>
                      <a:endParaRPr lang="en-US" sz="1050">
                        <a:latin typeface="+mj-lt"/>
                      </a:endParaRPr>
                    </a:p>
                  </p:txBody>
                </p:sp>
                <p:sp>
                  <p:nvSpPr>
                    <p:cNvPr id="41239" name="Freeform 705">
                      <a:extLst>
                        <a:ext uri="{FF2B5EF4-FFF2-40B4-BE49-F238E27FC236}">
                          <a16:creationId xmlns="" xmlns:a16="http://schemas.microsoft.com/office/drawing/2014/main" id="{5AAE28F4-BAC8-FCA3-6E0B-D868EEB263EF}"/>
                        </a:ext>
                      </a:extLst>
                    </p:cNvPr>
                    <p:cNvSpPr>
                      <a:spLocks/>
                    </p:cNvSpPr>
                    <p:nvPr/>
                  </p:nvSpPr>
                  <p:spPr bwMode="auto">
                    <a:xfrm>
                      <a:off x="3151" y="2880"/>
                      <a:ext cx="84" cy="92"/>
                    </a:xfrm>
                    <a:custGeom>
                      <a:avLst/>
                      <a:gdLst>
                        <a:gd name="T0" fmla="*/ 0 w 513"/>
                        <a:gd name="T1" fmla="*/ 0 h 529"/>
                        <a:gd name="T2" fmla="*/ 0 w 513"/>
                        <a:gd name="T3" fmla="*/ 0 h 529"/>
                        <a:gd name="T4" fmla="*/ 0 w 513"/>
                        <a:gd name="T5" fmla="*/ 0 h 529"/>
                        <a:gd name="T6" fmla="*/ 0 w 513"/>
                        <a:gd name="T7" fmla="*/ 0 h 529"/>
                        <a:gd name="T8" fmla="*/ 0 w 513"/>
                        <a:gd name="T9" fmla="*/ 0 h 529"/>
                        <a:gd name="T10" fmla="*/ 0 w 513"/>
                        <a:gd name="T11" fmla="*/ 0 h 529"/>
                        <a:gd name="T12" fmla="*/ 0 w 513"/>
                        <a:gd name="T13" fmla="*/ 0 h 529"/>
                        <a:gd name="T14" fmla="*/ 0 w 513"/>
                        <a:gd name="T15" fmla="*/ 0 h 529"/>
                        <a:gd name="T16" fmla="*/ 0 w 513"/>
                        <a:gd name="T17" fmla="*/ 0 h 529"/>
                        <a:gd name="T18" fmla="*/ 0 w 513"/>
                        <a:gd name="T19" fmla="*/ 0 h 529"/>
                        <a:gd name="T20" fmla="*/ 0 w 513"/>
                        <a:gd name="T21" fmla="*/ 0 h 529"/>
                        <a:gd name="T22" fmla="*/ 0 w 513"/>
                        <a:gd name="T23" fmla="*/ 0 h 529"/>
                        <a:gd name="T24" fmla="*/ 0 w 513"/>
                        <a:gd name="T25" fmla="*/ 0 h 529"/>
                        <a:gd name="T26" fmla="*/ 0 w 513"/>
                        <a:gd name="T27" fmla="*/ 0 h 529"/>
                        <a:gd name="T28" fmla="*/ 0 w 513"/>
                        <a:gd name="T29" fmla="*/ 0 h 529"/>
                        <a:gd name="T30" fmla="*/ 0 w 513"/>
                        <a:gd name="T31" fmla="*/ 0 h 529"/>
                        <a:gd name="T32" fmla="*/ 0 w 513"/>
                        <a:gd name="T33" fmla="*/ 0 h 529"/>
                        <a:gd name="T34" fmla="*/ 0 w 513"/>
                        <a:gd name="T35" fmla="*/ 0 h 529"/>
                        <a:gd name="T36" fmla="*/ 0 w 513"/>
                        <a:gd name="T37" fmla="*/ 0 h 529"/>
                        <a:gd name="T38" fmla="*/ 0 w 513"/>
                        <a:gd name="T39" fmla="*/ 0 h 529"/>
                        <a:gd name="T40" fmla="*/ 0 w 513"/>
                        <a:gd name="T41" fmla="*/ 0 h 529"/>
                        <a:gd name="T42" fmla="*/ 0 w 513"/>
                        <a:gd name="T43" fmla="*/ 0 h 529"/>
                        <a:gd name="T44" fmla="*/ 0 w 513"/>
                        <a:gd name="T45" fmla="*/ 0 h 529"/>
                        <a:gd name="T46" fmla="*/ 0 w 513"/>
                        <a:gd name="T47" fmla="*/ 0 h 529"/>
                        <a:gd name="T48" fmla="*/ 0 w 513"/>
                        <a:gd name="T49" fmla="*/ 0 h 529"/>
                        <a:gd name="T50" fmla="*/ 0 w 513"/>
                        <a:gd name="T51" fmla="*/ 0 h 529"/>
                        <a:gd name="T52" fmla="*/ 0 w 513"/>
                        <a:gd name="T53" fmla="*/ 0 h 529"/>
                        <a:gd name="T54" fmla="*/ 0 w 513"/>
                        <a:gd name="T55" fmla="*/ 0 h 529"/>
                        <a:gd name="T56" fmla="*/ 0 w 513"/>
                        <a:gd name="T57" fmla="*/ 0 h 529"/>
                        <a:gd name="T58" fmla="*/ 0 w 513"/>
                        <a:gd name="T59" fmla="*/ 0 h 529"/>
                        <a:gd name="T60" fmla="*/ 0 w 513"/>
                        <a:gd name="T61" fmla="*/ 0 h 529"/>
                        <a:gd name="T62" fmla="*/ 0 w 513"/>
                        <a:gd name="T63" fmla="*/ 0 h 529"/>
                        <a:gd name="T64" fmla="*/ 0 w 513"/>
                        <a:gd name="T65" fmla="*/ 0 h 529"/>
                        <a:gd name="T66" fmla="*/ 0 w 513"/>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3"/>
                        <a:gd name="T103" fmla="*/ 0 h 529"/>
                        <a:gd name="T104" fmla="*/ 513 w 513"/>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3" h="529">
                          <a:moveTo>
                            <a:pt x="2" y="529"/>
                          </a:moveTo>
                          <a:lnTo>
                            <a:pt x="2" y="529"/>
                          </a:lnTo>
                          <a:lnTo>
                            <a:pt x="29" y="528"/>
                          </a:lnTo>
                          <a:lnTo>
                            <a:pt x="55" y="526"/>
                          </a:lnTo>
                          <a:lnTo>
                            <a:pt x="82" y="522"/>
                          </a:lnTo>
                          <a:lnTo>
                            <a:pt x="107" y="517"/>
                          </a:lnTo>
                          <a:lnTo>
                            <a:pt x="132" y="510"/>
                          </a:lnTo>
                          <a:lnTo>
                            <a:pt x="156" y="504"/>
                          </a:lnTo>
                          <a:lnTo>
                            <a:pt x="181" y="494"/>
                          </a:lnTo>
                          <a:lnTo>
                            <a:pt x="204" y="485"/>
                          </a:lnTo>
                          <a:lnTo>
                            <a:pt x="227" y="474"/>
                          </a:lnTo>
                          <a:lnTo>
                            <a:pt x="250" y="461"/>
                          </a:lnTo>
                          <a:lnTo>
                            <a:pt x="271" y="449"/>
                          </a:lnTo>
                          <a:lnTo>
                            <a:pt x="292" y="435"/>
                          </a:lnTo>
                          <a:lnTo>
                            <a:pt x="312" y="420"/>
                          </a:lnTo>
                          <a:lnTo>
                            <a:pt x="332" y="404"/>
                          </a:lnTo>
                          <a:lnTo>
                            <a:pt x="350" y="388"/>
                          </a:lnTo>
                          <a:lnTo>
                            <a:pt x="368" y="370"/>
                          </a:lnTo>
                          <a:lnTo>
                            <a:pt x="385" y="352"/>
                          </a:lnTo>
                          <a:lnTo>
                            <a:pt x="401" y="333"/>
                          </a:lnTo>
                          <a:lnTo>
                            <a:pt x="415" y="313"/>
                          </a:lnTo>
                          <a:lnTo>
                            <a:pt x="429" y="293"/>
                          </a:lnTo>
                          <a:lnTo>
                            <a:pt x="443" y="270"/>
                          </a:lnTo>
                          <a:lnTo>
                            <a:pt x="455" y="249"/>
                          </a:lnTo>
                          <a:lnTo>
                            <a:pt x="466" y="227"/>
                          </a:lnTo>
                          <a:lnTo>
                            <a:pt x="476" y="203"/>
                          </a:lnTo>
                          <a:lnTo>
                            <a:pt x="484" y="179"/>
                          </a:lnTo>
                          <a:lnTo>
                            <a:pt x="493" y="155"/>
                          </a:lnTo>
                          <a:lnTo>
                            <a:pt x="499" y="130"/>
                          </a:lnTo>
                          <a:lnTo>
                            <a:pt x="505" y="105"/>
                          </a:lnTo>
                          <a:lnTo>
                            <a:pt x="509" y="79"/>
                          </a:lnTo>
                          <a:lnTo>
                            <a:pt x="512" y="53"/>
                          </a:lnTo>
                          <a:lnTo>
                            <a:pt x="513" y="26"/>
                          </a:lnTo>
                          <a:lnTo>
                            <a:pt x="513" y="0"/>
                          </a:lnTo>
                          <a:lnTo>
                            <a:pt x="326" y="3"/>
                          </a:lnTo>
                          <a:lnTo>
                            <a:pt x="326" y="21"/>
                          </a:lnTo>
                          <a:lnTo>
                            <a:pt x="325" y="38"/>
                          </a:lnTo>
                          <a:lnTo>
                            <a:pt x="324" y="54"/>
                          </a:lnTo>
                          <a:lnTo>
                            <a:pt x="321" y="71"/>
                          </a:lnTo>
                          <a:lnTo>
                            <a:pt x="318" y="87"/>
                          </a:lnTo>
                          <a:lnTo>
                            <a:pt x="313" y="103"/>
                          </a:lnTo>
                          <a:lnTo>
                            <a:pt x="308" y="119"/>
                          </a:lnTo>
                          <a:lnTo>
                            <a:pt x="303" y="134"/>
                          </a:lnTo>
                          <a:lnTo>
                            <a:pt x="296" y="148"/>
                          </a:lnTo>
                          <a:lnTo>
                            <a:pt x="289" y="162"/>
                          </a:lnTo>
                          <a:lnTo>
                            <a:pt x="282" y="177"/>
                          </a:lnTo>
                          <a:lnTo>
                            <a:pt x="273" y="191"/>
                          </a:lnTo>
                          <a:lnTo>
                            <a:pt x="264" y="204"/>
                          </a:lnTo>
                          <a:lnTo>
                            <a:pt x="254" y="216"/>
                          </a:lnTo>
                          <a:lnTo>
                            <a:pt x="244" y="229"/>
                          </a:lnTo>
                          <a:lnTo>
                            <a:pt x="233" y="241"/>
                          </a:lnTo>
                          <a:lnTo>
                            <a:pt x="222" y="251"/>
                          </a:lnTo>
                          <a:lnTo>
                            <a:pt x="209" y="263"/>
                          </a:lnTo>
                          <a:lnTo>
                            <a:pt x="197" y="273"/>
                          </a:lnTo>
                          <a:lnTo>
                            <a:pt x="184" y="282"/>
                          </a:lnTo>
                          <a:lnTo>
                            <a:pt x="171" y="292"/>
                          </a:lnTo>
                          <a:lnTo>
                            <a:pt x="157" y="299"/>
                          </a:lnTo>
                          <a:lnTo>
                            <a:pt x="142" y="308"/>
                          </a:lnTo>
                          <a:lnTo>
                            <a:pt x="129" y="314"/>
                          </a:lnTo>
                          <a:lnTo>
                            <a:pt x="114" y="320"/>
                          </a:lnTo>
                          <a:lnTo>
                            <a:pt x="98" y="326"/>
                          </a:lnTo>
                          <a:lnTo>
                            <a:pt x="83" y="331"/>
                          </a:lnTo>
                          <a:lnTo>
                            <a:pt x="66" y="335"/>
                          </a:lnTo>
                          <a:lnTo>
                            <a:pt x="50" y="337"/>
                          </a:lnTo>
                          <a:lnTo>
                            <a:pt x="34" y="340"/>
                          </a:lnTo>
                          <a:lnTo>
                            <a:pt x="17" y="342"/>
                          </a:lnTo>
                          <a:lnTo>
                            <a:pt x="0" y="343"/>
                          </a:lnTo>
                          <a:lnTo>
                            <a:pt x="2" y="529"/>
                          </a:lnTo>
                          <a:close/>
                        </a:path>
                      </a:pathLst>
                    </a:custGeom>
                    <a:solidFill>
                      <a:srgbClr val="EF2B2F"/>
                    </a:solidFill>
                    <a:ln>
                      <a:noFill/>
                    </a:ln>
                  </p:spPr>
                  <p:txBody>
                    <a:bodyPr/>
                    <a:lstStyle/>
                    <a:p>
                      <a:pPr>
                        <a:defRPr/>
                      </a:pPr>
                      <a:endParaRPr lang="en-US" sz="1050">
                        <a:latin typeface="+mj-lt"/>
                      </a:endParaRPr>
                    </a:p>
                  </p:txBody>
                </p:sp>
                <p:sp>
                  <p:nvSpPr>
                    <p:cNvPr id="41240" name="Freeform 706">
                      <a:extLst>
                        <a:ext uri="{FF2B5EF4-FFF2-40B4-BE49-F238E27FC236}">
                          <a16:creationId xmlns="" xmlns:a16="http://schemas.microsoft.com/office/drawing/2014/main" id="{1545E963-D56A-8518-6F3F-C2B320157435}"/>
                        </a:ext>
                      </a:extLst>
                    </p:cNvPr>
                    <p:cNvSpPr>
                      <a:spLocks/>
                    </p:cNvSpPr>
                    <p:nvPr/>
                  </p:nvSpPr>
                  <p:spPr bwMode="auto">
                    <a:xfrm>
                      <a:off x="3063" y="2884"/>
                      <a:ext cx="88" cy="88"/>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0" y="3"/>
                          </a:moveTo>
                          <a:lnTo>
                            <a:pt x="0" y="3"/>
                          </a:lnTo>
                          <a:lnTo>
                            <a:pt x="1" y="30"/>
                          </a:lnTo>
                          <a:lnTo>
                            <a:pt x="4" y="56"/>
                          </a:lnTo>
                          <a:lnTo>
                            <a:pt x="8" y="83"/>
                          </a:lnTo>
                          <a:lnTo>
                            <a:pt x="13" y="108"/>
                          </a:lnTo>
                          <a:lnTo>
                            <a:pt x="18" y="132"/>
                          </a:lnTo>
                          <a:lnTo>
                            <a:pt x="26" y="157"/>
                          </a:lnTo>
                          <a:lnTo>
                            <a:pt x="35" y="181"/>
                          </a:lnTo>
                          <a:lnTo>
                            <a:pt x="45" y="205"/>
                          </a:lnTo>
                          <a:lnTo>
                            <a:pt x="56" y="228"/>
                          </a:lnTo>
                          <a:lnTo>
                            <a:pt x="67" y="249"/>
                          </a:lnTo>
                          <a:lnTo>
                            <a:pt x="80" y="271"/>
                          </a:lnTo>
                          <a:lnTo>
                            <a:pt x="95" y="292"/>
                          </a:lnTo>
                          <a:lnTo>
                            <a:pt x="110" y="313"/>
                          </a:lnTo>
                          <a:lnTo>
                            <a:pt x="126" y="332"/>
                          </a:lnTo>
                          <a:lnTo>
                            <a:pt x="142" y="350"/>
                          </a:lnTo>
                          <a:lnTo>
                            <a:pt x="160" y="368"/>
                          </a:lnTo>
                          <a:lnTo>
                            <a:pt x="178" y="385"/>
                          </a:lnTo>
                          <a:lnTo>
                            <a:pt x="197" y="401"/>
                          </a:lnTo>
                          <a:lnTo>
                            <a:pt x="217" y="416"/>
                          </a:lnTo>
                          <a:lnTo>
                            <a:pt x="237" y="429"/>
                          </a:lnTo>
                          <a:lnTo>
                            <a:pt x="258" y="443"/>
                          </a:lnTo>
                          <a:lnTo>
                            <a:pt x="281" y="455"/>
                          </a:lnTo>
                          <a:lnTo>
                            <a:pt x="304" y="467"/>
                          </a:lnTo>
                          <a:lnTo>
                            <a:pt x="326" y="476"/>
                          </a:lnTo>
                          <a:lnTo>
                            <a:pt x="351" y="485"/>
                          </a:lnTo>
                          <a:lnTo>
                            <a:pt x="375" y="493"/>
                          </a:lnTo>
                          <a:lnTo>
                            <a:pt x="400" y="500"/>
                          </a:lnTo>
                          <a:lnTo>
                            <a:pt x="425" y="505"/>
                          </a:lnTo>
                          <a:lnTo>
                            <a:pt x="451" y="509"/>
                          </a:lnTo>
                          <a:lnTo>
                            <a:pt x="477" y="512"/>
                          </a:lnTo>
                          <a:lnTo>
                            <a:pt x="504" y="513"/>
                          </a:lnTo>
                          <a:lnTo>
                            <a:pt x="529" y="513"/>
                          </a:lnTo>
                          <a:lnTo>
                            <a:pt x="527" y="327"/>
                          </a:lnTo>
                          <a:lnTo>
                            <a:pt x="509" y="327"/>
                          </a:lnTo>
                          <a:lnTo>
                            <a:pt x="492" y="326"/>
                          </a:lnTo>
                          <a:lnTo>
                            <a:pt x="476" y="323"/>
                          </a:lnTo>
                          <a:lnTo>
                            <a:pt x="459" y="321"/>
                          </a:lnTo>
                          <a:lnTo>
                            <a:pt x="443" y="317"/>
                          </a:lnTo>
                          <a:lnTo>
                            <a:pt x="427" y="314"/>
                          </a:lnTo>
                          <a:lnTo>
                            <a:pt x="411" y="309"/>
                          </a:lnTo>
                          <a:lnTo>
                            <a:pt x="397" y="303"/>
                          </a:lnTo>
                          <a:lnTo>
                            <a:pt x="382" y="297"/>
                          </a:lnTo>
                          <a:lnTo>
                            <a:pt x="367" y="289"/>
                          </a:lnTo>
                          <a:lnTo>
                            <a:pt x="353" y="281"/>
                          </a:lnTo>
                          <a:lnTo>
                            <a:pt x="339" y="274"/>
                          </a:lnTo>
                          <a:lnTo>
                            <a:pt x="326" y="264"/>
                          </a:lnTo>
                          <a:lnTo>
                            <a:pt x="314" y="254"/>
                          </a:lnTo>
                          <a:lnTo>
                            <a:pt x="301" y="244"/>
                          </a:lnTo>
                          <a:lnTo>
                            <a:pt x="289" y="233"/>
                          </a:lnTo>
                          <a:lnTo>
                            <a:pt x="278" y="222"/>
                          </a:lnTo>
                          <a:lnTo>
                            <a:pt x="267" y="210"/>
                          </a:lnTo>
                          <a:lnTo>
                            <a:pt x="257" y="197"/>
                          </a:lnTo>
                          <a:lnTo>
                            <a:pt x="248" y="184"/>
                          </a:lnTo>
                          <a:lnTo>
                            <a:pt x="238" y="172"/>
                          </a:lnTo>
                          <a:lnTo>
                            <a:pt x="230" y="158"/>
                          </a:lnTo>
                          <a:lnTo>
                            <a:pt x="222" y="143"/>
                          </a:lnTo>
                          <a:lnTo>
                            <a:pt x="216" y="128"/>
                          </a:lnTo>
                          <a:lnTo>
                            <a:pt x="210" y="113"/>
                          </a:lnTo>
                          <a:lnTo>
                            <a:pt x="204" y="98"/>
                          </a:lnTo>
                          <a:lnTo>
                            <a:pt x="199" y="83"/>
                          </a:lnTo>
                          <a:lnTo>
                            <a:pt x="195" y="67"/>
                          </a:lnTo>
                          <a:lnTo>
                            <a:pt x="192" y="51"/>
                          </a:lnTo>
                          <a:lnTo>
                            <a:pt x="189" y="34"/>
                          </a:lnTo>
                          <a:lnTo>
                            <a:pt x="188" y="18"/>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241" name="Freeform 707">
                      <a:extLst>
                        <a:ext uri="{FF2B5EF4-FFF2-40B4-BE49-F238E27FC236}">
                          <a16:creationId xmlns="" xmlns:a16="http://schemas.microsoft.com/office/drawing/2014/main" id="{BC1D4C77-E02A-689D-9CA6-CB9E3AA9CE86}"/>
                        </a:ext>
                      </a:extLst>
                    </p:cNvPr>
                    <p:cNvSpPr>
                      <a:spLocks/>
                    </p:cNvSpPr>
                    <p:nvPr/>
                  </p:nvSpPr>
                  <p:spPr bwMode="auto">
                    <a:xfrm>
                      <a:off x="3063" y="2796"/>
                      <a:ext cx="84"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511" y="0"/>
                          </a:moveTo>
                          <a:lnTo>
                            <a:pt x="511" y="0"/>
                          </a:lnTo>
                          <a:lnTo>
                            <a:pt x="485" y="1"/>
                          </a:lnTo>
                          <a:lnTo>
                            <a:pt x="458" y="3"/>
                          </a:lnTo>
                          <a:lnTo>
                            <a:pt x="432" y="6"/>
                          </a:lnTo>
                          <a:lnTo>
                            <a:pt x="406" y="11"/>
                          </a:lnTo>
                          <a:lnTo>
                            <a:pt x="382" y="18"/>
                          </a:lnTo>
                          <a:lnTo>
                            <a:pt x="357" y="25"/>
                          </a:lnTo>
                          <a:lnTo>
                            <a:pt x="333" y="34"/>
                          </a:lnTo>
                          <a:lnTo>
                            <a:pt x="309" y="44"/>
                          </a:lnTo>
                          <a:lnTo>
                            <a:pt x="286" y="55"/>
                          </a:lnTo>
                          <a:lnTo>
                            <a:pt x="264" y="67"/>
                          </a:lnTo>
                          <a:lnTo>
                            <a:pt x="243" y="79"/>
                          </a:lnTo>
                          <a:lnTo>
                            <a:pt x="221" y="93"/>
                          </a:lnTo>
                          <a:lnTo>
                            <a:pt x="201" y="108"/>
                          </a:lnTo>
                          <a:lnTo>
                            <a:pt x="182" y="124"/>
                          </a:lnTo>
                          <a:lnTo>
                            <a:pt x="164" y="141"/>
                          </a:lnTo>
                          <a:lnTo>
                            <a:pt x="146" y="159"/>
                          </a:lnTo>
                          <a:lnTo>
                            <a:pt x="129" y="177"/>
                          </a:lnTo>
                          <a:lnTo>
                            <a:pt x="113" y="196"/>
                          </a:lnTo>
                          <a:lnTo>
                            <a:pt x="98" y="216"/>
                          </a:lnTo>
                          <a:lnTo>
                            <a:pt x="84" y="236"/>
                          </a:lnTo>
                          <a:lnTo>
                            <a:pt x="70" y="257"/>
                          </a:lnTo>
                          <a:lnTo>
                            <a:pt x="59" y="280"/>
                          </a:lnTo>
                          <a:lnTo>
                            <a:pt x="47" y="302"/>
                          </a:lnTo>
                          <a:lnTo>
                            <a:pt x="38" y="325"/>
                          </a:lnTo>
                          <a:lnTo>
                            <a:pt x="29" y="350"/>
                          </a:lnTo>
                          <a:lnTo>
                            <a:pt x="21" y="374"/>
                          </a:lnTo>
                          <a:lnTo>
                            <a:pt x="14" y="399"/>
                          </a:lnTo>
                          <a:lnTo>
                            <a:pt x="9" y="424"/>
                          </a:lnTo>
                          <a:lnTo>
                            <a:pt x="5" y="449"/>
                          </a:lnTo>
                          <a:lnTo>
                            <a:pt x="1" y="475"/>
                          </a:lnTo>
                          <a:lnTo>
                            <a:pt x="0" y="501"/>
                          </a:lnTo>
                          <a:lnTo>
                            <a:pt x="0" y="528"/>
                          </a:lnTo>
                          <a:lnTo>
                            <a:pt x="187" y="525"/>
                          </a:lnTo>
                          <a:lnTo>
                            <a:pt x="187" y="508"/>
                          </a:lnTo>
                          <a:lnTo>
                            <a:pt x="188" y="491"/>
                          </a:lnTo>
                          <a:lnTo>
                            <a:pt x="191" y="474"/>
                          </a:lnTo>
                          <a:lnTo>
                            <a:pt x="193" y="458"/>
                          </a:lnTo>
                          <a:lnTo>
                            <a:pt x="197" y="442"/>
                          </a:lnTo>
                          <a:lnTo>
                            <a:pt x="200" y="426"/>
                          </a:lnTo>
                          <a:lnTo>
                            <a:pt x="205" y="410"/>
                          </a:lnTo>
                          <a:lnTo>
                            <a:pt x="211" y="395"/>
                          </a:lnTo>
                          <a:lnTo>
                            <a:pt x="217" y="381"/>
                          </a:lnTo>
                          <a:lnTo>
                            <a:pt x="224" y="366"/>
                          </a:lnTo>
                          <a:lnTo>
                            <a:pt x="233" y="352"/>
                          </a:lnTo>
                          <a:lnTo>
                            <a:pt x="240" y="338"/>
                          </a:lnTo>
                          <a:lnTo>
                            <a:pt x="250" y="324"/>
                          </a:lnTo>
                          <a:lnTo>
                            <a:pt x="260" y="312"/>
                          </a:lnTo>
                          <a:lnTo>
                            <a:pt x="270" y="300"/>
                          </a:lnTo>
                          <a:lnTo>
                            <a:pt x="281" y="288"/>
                          </a:lnTo>
                          <a:lnTo>
                            <a:pt x="292" y="277"/>
                          </a:lnTo>
                          <a:lnTo>
                            <a:pt x="304" y="266"/>
                          </a:lnTo>
                          <a:lnTo>
                            <a:pt x="317" y="256"/>
                          </a:lnTo>
                          <a:lnTo>
                            <a:pt x="330" y="246"/>
                          </a:lnTo>
                          <a:lnTo>
                            <a:pt x="342" y="237"/>
                          </a:lnTo>
                          <a:lnTo>
                            <a:pt x="356" y="229"/>
                          </a:lnTo>
                          <a:lnTo>
                            <a:pt x="371" y="221"/>
                          </a:lnTo>
                          <a:lnTo>
                            <a:pt x="386" y="214"/>
                          </a:lnTo>
                          <a:lnTo>
                            <a:pt x="400" y="209"/>
                          </a:lnTo>
                          <a:lnTo>
                            <a:pt x="416" y="203"/>
                          </a:lnTo>
                          <a:lnTo>
                            <a:pt x="432" y="198"/>
                          </a:lnTo>
                          <a:lnTo>
                            <a:pt x="448" y="194"/>
                          </a:lnTo>
                          <a:lnTo>
                            <a:pt x="463" y="191"/>
                          </a:lnTo>
                          <a:lnTo>
                            <a:pt x="480" y="189"/>
                          </a:lnTo>
                          <a:lnTo>
                            <a:pt x="496" y="186"/>
                          </a:lnTo>
                          <a:lnTo>
                            <a:pt x="514" y="185"/>
                          </a:lnTo>
                          <a:lnTo>
                            <a:pt x="511" y="0"/>
                          </a:lnTo>
                          <a:close/>
                        </a:path>
                      </a:pathLst>
                    </a:custGeom>
                    <a:solidFill>
                      <a:srgbClr val="EF2B2F"/>
                    </a:solidFill>
                    <a:ln>
                      <a:noFill/>
                    </a:ln>
                  </p:spPr>
                  <p:txBody>
                    <a:bodyPr/>
                    <a:lstStyle/>
                    <a:p>
                      <a:pPr>
                        <a:defRPr/>
                      </a:pPr>
                      <a:endParaRPr lang="en-US" sz="1050">
                        <a:latin typeface="+mj-lt"/>
                      </a:endParaRPr>
                    </a:p>
                  </p:txBody>
                </p:sp>
                <p:sp>
                  <p:nvSpPr>
                    <p:cNvPr id="41242" name="Freeform 708">
                      <a:extLst>
                        <a:ext uri="{FF2B5EF4-FFF2-40B4-BE49-F238E27FC236}">
                          <a16:creationId xmlns="" xmlns:a16="http://schemas.microsoft.com/office/drawing/2014/main" id="{ECC8CE9D-94E4-E596-5A05-9ECE539CCF65}"/>
                        </a:ext>
                      </a:extLst>
                    </p:cNvPr>
                    <p:cNvSpPr>
                      <a:spLocks/>
                    </p:cNvSpPr>
                    <p:nvPr/>
                  </p:nvSpPr>
                  <p:spPr bwMode="auto">
                    <a:xfrm>
                      <a:off x="3815" y="3000"/>
                      <a:ext cx="88" cy="84"/>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529" y="510"/>
                          </a:moveTo>
                          <a:lnTo>
                            <a:pt x="529" y="510"/>
                          </a:lnTo>
                          <a:lnTo>
                            <a:pt x="528" y="483"/>
                          </a:lnTo>
                          <a:lnTo>
                            <a:pt x="526" y="458"/>
                          </a:lnTo>
                          <a:lnTo>
                            <a:pt x="522" y="431"/>
                          </a:lnTo>
                          <a:lnTo>
                            <a:pt x="516" y="406"/>
                          </a:lnTo>
                          <a:lnTo>
                            <a:pt x="510" y="381"/>
                          </a:lnTo>
                          <a:lnTo>
                            <a:pt x="504" y="356"/>
                          </a:lnTo>
                          <a:lnTo>
                            <a:pt x="494" y="333"/>
                          </a:lnTo>
                          <a:lnTo>
                            <a:pt x="484" y="308"/>
                          </a:lnTo>
                          <a:lnTo>
                            <a:pt x="474" y="286"/>
                          </a:lnTo>
                          <a:lnTo>
                            <a:pt x="461" y="264"/>
                          </a:lnTo>
                          <a:lnTo>
                            <a:pt x="448" y="243"/>
                          </a:lnTo>
                          <a:lnTo>
                            <a:pt x="435" y="221"/>
                          </a:lnTo>
                          <a:lnTo>
                            <a:pt x="420" y="201"/>
                          </a:lnTo>
                          <a:lnTo>
                            <a:pt x="404" y="182"/>
                          </a:lnTo>
                          <a:lnTo>
                            <a:pt x="388" y="164"/>
                          </a:lnTo>
                          <a:lnTo>
                            <a:pt x="370" y="146"/>
                          </a:lnTo>
                          <a:lnTo>
                            <a:pt x="352" y="129"/>
                          </a:lnTo>
                          <a:lnTo>
                            <a:pt x="333" y="113"/>
                          </a:lnTo>
                          <a:lnTo>
                            <a:pt x="312" y="98"/>
                          </a:lnTo>
                          <a:lnTo>
                            <a:pt x="291" y="83"/>
                          </a:lnTo>
                          <a:lnTo>
                            <a:pt x="270" y="71"/>
                          </a:lnTo>
                          <a:lnTo>
                            <a:pt x="249" y="58"/>
                          </a:lnTo>
                          <a:lnTo>
                            <a:pt x="225" y="47"/>
                          </a:lnTo>
                          <a:lnTo>
                            <a:pt x="202" y="38"/>
                          </a:lnTo>
                          <a:lnTo>
                            <a:pt x="179" y="28"/>
                          </a:lnTo>
                          <a:lnTo>
                            <a:pt x="154" y="21"/>
                          </a:lnTo>
                          <a:lnTo>
                            <a:pt x="130" y="13"/>
                          </a:lnTo>
                          <a:lnTo>
                            <a:pt x="104" y="9"/>
                          </a:lnTo>
                          <a:lnTo>
                            <a:pt x="79" y="5"/>
                          </a:lnTo>
                          <a:lnTo>
                            <a:pt x="52" y="2"/>
                          </a:lnTo>
                          <a:lnTo>
                            <a:pt x="26" y="0"/>
                          </a:lnTo>
                          <a:lnTo>
                            <a:pt x="0" y="1"/>
                          </a:lnTo>
                          <a:lnTo>
                            <a:pt x="2" y="186"/>
                          </a:lnTo>
                          <a:lnTo>
                            <a:pt x="20" y="187"/>
                          </a:lnTo>
                          <a:lnTo>
                            <a:pt x="37" y="189"/>
                          </a:lnTo>
                          <a:lnTo>
                            <a:pt x="53" y="190"/>
                          </a:lnTo>
                          <a:lnTo>
                            <a:pt x="70" y="193"/>
                          </a:lnTo>
                          <a:lnTo>
                            <a:pt x="86" y="196"/>
                          </a:lnTo>
                          <a:lnTo>
                            <a:pt x="102" y="200"/>
                          </a:lnTo>
                          <a:lnTo>
                            <a:pt x="118" y="204"/>
                          </a:lnTo>
                          <a:lnTo>
                            <a:pt x="133" y="211"/>
                          </a:lnTo>
                          <a:lnTo>
                            <a:pt x="148" y="217"/>
                          </a:lnTo>
                          <a:lnTo>
                            <a:pt x="162" y="225"/>
                          </a:lnTo>
                          <a:lnTo>
                            <a:pt x="177" y="232"/>
                          </a:lnTo>
                          <a:lnTo>
                            <a:pt x="190" y="240"/>
                          </a:lnTo>
                          <a:lnTo>
                            <a:pt x="203" y="249"/>
                          </a:lnTo>
                          <a:lnTo>
                            <a:pt x="216" y="260"/>
                          </a:lnTo>
                          <a:lnTo>
                            <a:pt x="229" y="269"/>
                          </a:lnTo>
                          <a:lnTo>
                            <a:pt x="240" y="281"/>
                          </a:lnTo>
                          <a:lnTo>
                            <a:pt x="251" y="291"/>
                          </a:lnTo>
                          <a:lnTo>
                            <a:pt x="263" y="303"/>
                          </a:lnTo>
                          <a:lnTo>
                            <a:pt x="272" y="316"/>
                          </a:lnTo>
                          <a:lnTo>
                            <a:pt x="282" y="329"/>
                          </a:lnTo>
                          <a:lnTo>
                            <a:pt x="290" y="342"/>
                          </a:lnTo>
                          <a:lnTo>
                            <a:pt x="299" y="356"/>
                          </a:lnTo>
                          <a:lnTo>
                            <a:pt x="307" y="370"/>
                          </a:lnTo>
                          <a:lnTo>
                            <a:pt x="314" y="385"/>
                          </a:lnTo>
                          <a:lnTo>
                            <a:pt x="320" y="400"/>
                          </a:lnTo>
                          <a:lnTo>
                            <a:pt x="325" y="416"/>
                          </a:lnTo>
                          <a:lnTo>
                            <a:pt x="330" y="430"/>
                          </a:lnTo>
                          <a:lnTo>
                            <a:pt x="335" y="447"/>
                          </a:lnTo>
                          <a:lnTo>
                            <a:pt x="337" y="463"/>
                          </a:lnTo>
                          <a:lnTo>
                            <a:pt x="340" y="479"/>
                          </a:lnTo>
                          <a:lnTo>
                            <a:pt x="341" y="496"/>
                          </a:lnTo>
                          <a:lnTo>
                            <a:pt x="342" y="513"/>
                          </a:lnTo>
                          <a:lnTo>
                            <a:pt x="529" y="510"/>
                          </a:lnTo>
                          <a:close/>
                        </a:path>
                      </a:pathLst>
                    </a:custGeom>
                    <a:solidFill>
                      <a:srgbClr val="EF2B2F"/>
                    </a:solidFill>
                    <a:ln>
                      <a:noFill/>
                    </a:ln>
                  </p:spPr>
                  <p:txBody>
                    <a:bodyPr/>
                    <a:lstStyle/>
                    <a:p>
                      <a:pPr>
                        <a:defRPr/>
                      </a:pPr>
                      <a:endParaRPr lang="en-US" sz="1050">
                        <a:latin typeface="+mj-lt"/>
                      </a:endParaRPr>
                    </a:p>
                  </p:txBody>
                </p:sp>
                <p:sp>
                  <p:nvSpPr>
                    <p:cNvPr id="41243" name="Freeform 709">
                      <a:extLst>
                        <a:ext uri="{FF2B5EF4-FFF2-40B4-BE49-F238E27FC236}">
                          <a16:creationId xmlns="" xmlns:a16="http://schemas.microsoft.com/office/drawing/2014/main" id="{F6FF5693-FAD3-DF6D-2606-F28EE477EA20}"/>
                        </a:ext>
                      </a:extLst>
                    </p:cNvPr>
                    <p:cNvSpPr>
                      <a:spLocks/>
                    </p:cNvSpPr>
                    <p:nvPr/>
                  </p:nvSpPr>
                  <p:spPr bwMode="auto">
                    <a:xfrm>
                      <a:off x="3819" y="3083"/>
                      <a:ext cx="84" cy="92"/>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3" y="529"/>
                          </a:moveTo>
                          <a:lnTo>
                            <a:pt x="3" y="529"/>
                          </a:lnTo>
                          <a:lnTo>
                            <a:pt x="30" y="528"/>
                          </a:lnTo>
                          <a:lnTo>
                            <a:pt x="56" y="526"/>
                          </a:lnTo>
                          <a:lnTo>
                            <a:pt x="82" y="522"/>
                          </a:lnTo>
                          <a:lnTo>
                            <a:pt x="108" y="517"/>
                          </a:lnTo>
                          <a:lnTo>
                            <a:pt x="133" y="510"/>
                          </a:lnTo>
                          <a:lnTo>
                            <a:pt x="157" y="503"/>
                          </a:lnTo>
                          <a:lnTo>
                            <a:pt x="182" y="494"/>
                          </a:lnTo>
                          <a:lnTo>
                            <a:pt x="205" y="485"/>
                          </a:lnTo>
                          <a:lnTo>
                            <a:pt x="227" y="474"/>
                          </a:lnTo>
                          <a:lnTo>
                            <a:pt x="250" y="461"/>
                          </a:lnTo>
                          <a:lnTo>
                            <a:pt x="272" y="449"/>
                          </a:lnTo>
                          <a:lnTo>
                            <a:pt x="292" y="435"/>
                          </a:lnTo>
                          <a:lnTo>
                            <a:pt x="312" y="420"/>
                          </a:lnTo>
                          <a:lnTo>
                            <a:pt x="332" y="404"/>
                          </a:lnTo>
                          <a:lnTo>
                            <a:pt x="351" y="388"/>
                          </a:lnTo>
                          <a:lnTo>
                            <a:pt x="369" y="370"/>
                          </a:lnTo>
                          <a:lnTo>
                            <a:pt x="386" y="352"/>
                          </a:lnTo>
                          <a:lnTo>
                            <a:pt x="402" y="333"/>
                          </a:lnTo>
                          <a:lnTo>
                            <a:pt x="416" y="313"/>
                          </a:lnTo>
                          <a:lnTo>
                            <a:pt x="430" y="292"/>
                          </a:lnTo>
                          <a:lnTo>
                            <a:pt x="444" y="270"/>
                          </a:lnTo>
                          <a:lnTo>
                            <a:pt x="456" y="249"/>
                          </a:lnTo>
                          <a:lnTo>
                            <a:pt x="466" y="226"/>
                          </a:lnTo>
                          <a:lnTo>
                            <a:pt x="477" y="203"/>
                          </a:lnTo>
                          <a:lnTo>
                            <a:pt x="485" y="179"/>
                          </a:lnTo>
                          <a:lnTo>
                            <a:pt x="494" y="155"/>
                          </a:lnTo>
                          <a:lnTo>
                            <a:pt x="500" y="130"/>
                          </a:lnTo>
                          <a:lnTo>
                            <a:pt x="506" y="105"/>
                          </a:lnTo>
                          <a:lnTo>
                            <a:pt x="510" y="80"/>
                          </a:lnTo>
                          <a:lnTo>
                            <a:pt x="513" y="53"/>
                          </a:lnTo>
                          <a:lnTo>
                            <a:pt x="514" y="26"/>
                          </a:lnTo>
                          <a:lnTo>
                            <a:pt x="514" y="0"/>
                          </a:lnTo>
                          <a:lnTo>
                            <a:pt x="327" y="3"/>
                          </a:lnTo>
                          <a:lnTo>
                            <a:pt x="327" y="21"/>
                          </a:lnTo>
                          <a:lnTo>
                            <a:pt x="326" y="38"/>
                          </a:lnTo>
                          <a:lnTo>
                            <a:pt x="324" y="54"/>
                          </a:lnTo>
                          <a:lnTo>
                            <a:pt x="322" y="71"/>
                          </a:lnTo>
                          <a:lnTo>
                            <a:pt x="318" y="87"/>
                          </a:lnTo>
                          <a:lnTo>
                            <a:pt x="314" y="103"/>
                          </a:lnTo>
                          <a:lnTo>
                            <a:pt x="309" y="119"/>
                          </a:lnTo>
                          <a:lnTo>
                            <a:pt x="304" y="134"/>
                          </a:lnTo>
                          <a:lnTo>
                            <a:pt x="297" y="148"/>
                          </a:lnTo>
                          <a:lnTo>
                            <a:pt x="290" y="162"/>
                          </a:lnTo>
                          <a:lnTo>
                            <a:pt x="282" y="177"/>
                          </a:lnTo>
                          <a:lnTo>
                            <a:pt x="274" y="191"/>
                          </a:lnTo>
                          <a:lnTo>
                            <a:pt x="265" y="204"/>
                          </a:lnTo>
                          <a:lnTo>
                            <a:pt x="255" y="216"/>
                          </a:lnTo>
                          <a:lnTo>
                            <a:pt x="244" y="229"/>
                          </a:lnTo>
                          <a:lnTo>
                            <a:pt x="234" y="241"/>
                          </a:lnTo>
                          <a:lnTo>
                            <a:pt x="222" y="251"/>
                          </a:lnTo>
                          <a:lnTo>
                            <a:pt x="210" y="263"/>
                          </a:lnTo>
                          <a:lnTo>
                            <a:pt x="198" y="273"/>
                          </a:lnTo>
                          <a:lnTo>
                            <a:pt x="185" y="282"/>
                          </a:lnTo>
                          <a:lnTo>
                            <a:pt x="171" y="291"/>
                          </a:lnTo>
                          <a:lnTo>
                            <a:pt x="158" y="299"/>
                          </a:lnTo>
                          <a:lnTo>
                            <a:pt x="143" y="308"/>
                          </a:lnTo>
                          <a:lnTo>
                            <a:pt x="129" y="314"/>
                          </a:lnTo>
                          <a:lnTo>
                            <a:pt x="114" y="320"/>
                          </a:lnTo>
                          <a:lnTo>
                            <a:pt x="99" y="326"/>
                          </a:lnTo>
                          <a:lnTo>
                            <a:pt x="83" y="331"/>
                          </a:lnTo>
                          <a:lnTo>
                            <a:pt x="67" y="334"/>
                          </a:lnTo>
                          <a:lnTo>
                            <a:pt x="51" y="337"/>
                          </a:lnTo>
                          <a:lnTo>
                            <a:pt x="34" y="341"/>
                          </a:lnTo>
                          <a:lnTo>
                            <a:pt x="17" y="342"/>
                          </a:lnTo>
                          <a:lnTo>
                            <a:pt x="0" y="343"/>
                          </a:lnTo>
                          <a:lnTo>
                            <a:pt x="3" y="529"/>
                          </a:lnTo>
                          <a:close/>
                        </a:path>
                      </a:pathLst>
                    </a:custGeom>
                    <a:solidFill>
                      <a:srgbClr val="EF2B2F"/>
                    </a:solidFill>
                    <a:ln>
                      <a:noFill/>
                    </a:ln>
                  </p:spPr>
                  <p:txBody>
                    <a:bodyPr/>
                    <a:lstStyle/>
                    <a:p>
                      <a:pPr>
                        <a:defRPr/>
                      </a:pPr>
                      <a:endParaRPr lang="en-US" sz="1050">
                        <a:latin typeface="+mj-lt"/>
                      </a:endParaRPr>
                    </a:p>
                  </p:txBody>
                </p:sp>
                <p:sp>
                  <p:nvSpPr>
                    <p:cNvPr id="41244" name="Freeform 710">
                      <a:extLst>
                        <a:ext uri="{FF2B5EF4-FFF2-40B4-BE49-F238E27FC236}">
                          <a16:creationId xmlns="" xmlns:a16="http://schemas.microsoft.com/office/drawing/2014/main" id="{99A4D19F-5998-5D22-E362-C7BA337D766B}"/>
                        </a:ext>
                      </a:extLst>
                    </p:cNvPr>
                    <p:cNvSpPr>
                      <a:spLocks/>
                    </p:cNvSpPr>
                    <p:nvPr/>
                  </p:nvSpPr>
                  <p:spPr bwMode="auto">
                    <a:xfrm>
                      <a:off x="3731" y="3087"/>
                      <a:ext cx="88" cy="88"/>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0" y="3"/>
                          </a:moveTo>
                          <a:lnTo>
                            <a:pt x="0" y="3"/>
                          </a:lnTo>
                          <a:lnTo>
                            <a:pt x="0" y="30"/>
                          </a:lnTo>
                          <a:lnTo>
                            <a:pt x="4" y="56"/>
                          </a:lnTo>
                          <a:lnTo>
                            <a:pt x="7" y="82"/>
                          </a:lnTo>
                          <a:lnTo>
                            <a:pt x="12" y="108"/>
                          </a:lnTo>
                          <a:lnTo>
                            <a:pt x="18" y="132"/>
                          </a:lnTo>
                          <a:lnTo>
                            <a:pt x="26" y="157"/>
                          </a:lnTo>
                          <a:lnTo>
                            <a:pt x="34" y="181"/>
                          </a:lnTo>
                          <a:lnTo>
                            <a:pt x="45" y="205"/>
                          </a:lnTo>
                          <a:lnTo>
                            <a:pt x="56" y="227"/>
                          </a:lnTo>
                          <a:lnTo>
                            <a:pt x="67" y="249"/>
                          </a:lnTo>
                          <a:lnTo>
                            <a:pt x="80" y="271"/>
                          </a:lnTo>
                          <a:lnTo>
                            <a:pt x="94" y="292"/>
                          </a:lnTo>
                          <a:lnTo>
                            <a:pt x="109" y="312"/>
                          </a:lnTo>
                          <a:lnTo>
                            <a:pt x="125" y="331"/>
                          </a:lnTo>
                          <a:lnTo>
                            <a:pt x="142" y="350"/>
                          </a:lnTo>
                          <a:lnTo>
                            <a:pt x="160" y="368"/>
                          </a:lnTo>
                          <a:lnTo>
                            <a:pt x="178" y="385"/>
                          </a:lnTo>
                          <a:lnTo>
                            <a:pt x="197" y="401"/>
                          </a:lnTo>
                          <a:lnTo>
                            <a:pt x="217" y="416"/>
                          </a:lnTo>
                          <a:lnTo>
                            <a:pt x="237" y="430"/>
                          </a:lnTo>
                          <a:lnTo>
                            <a:pt x="258" y="443"/>
                          </a:lnTo>
                          <a:lnTo>
                            <a:pt x="281" y="455"/>
                          </a:lnTo>
                          <a:lnTo>
                            <a:pt x="303" y="466"/>
                          </a:lnTo>
                          <a:lnTo>
                            <a:pt x="326" y="476"/>
                          </a:lnTo>
                          <a:lnTo>
                            <a:pt x="351" y="485"/>
                          </a:lnTo>
                          <a:lnTo>
                            <a:pt x="375" y="493"/>
                          </a:lnTo>
                          <a:lnTo>
                            <a:pt x="400" y="500"/>
                          </a:lnTo>
                          <a:lnTo>
                            <a:pt x="425" y="505"/>
                          </a:lnTo>
                          <a:lnTo>
                            <a:pt x="451" y="509"/>
                          </a:lnTo>
                          <a:lnTo>
                            <a:pt x="476" y="512"/>
                          </a:lnTo>
                          <a:lnTo>
                            <a:pt x="503" y="513"/>
                          </a:lnTo>
                          <a:lnTo>
                            <a:pt x="529" y="513"/>
                          </a:lnTo>
                          <a:lnTo>
                            <a:pt x="526" y="327"/>
                          </a:lnTo>
                          <a:lnTo>
                            <a:pt x="509" y="327"/>
                          </a:lnTo>
                          <a:lnTo>
                            <a:pt x="492" y="326"/>
                          </a:lnTo>
                          <a:lnTo>
                            <a:pt x="475" y="323"/>
                          </a:lnTo>
                          <a:lnTo>
                            <a:pt x="459" y="321"/>
                          </a:lnTo>
                          <a:lnTo>
                            <a:pt x="443" y="317"/>
                          </a:lnTo>
                          <a:lnTo>
                            <a:pt x="427" y="314"/>
                          </a:lnTo>
                          <a:lnTo>
                            <a:pt x="411" y="309"/>
                          </a:lnTo>
                          <a:lnTo>
                            <a:pt x="397" y="302"/>
                          </a:lnTo>
                          <a:lnTo>
                            <a:pt x="382" y="297"/>
                          </a:lnTo>
                          <a:lnTo>
                            <a:pt x="367" y="290"/>
                          </a:lnTo>
                          <a:lnTo>
                            <a:pt x="353" y="281"/>
                          </a:lnTo>
                          <a:lnTo>
                            <a:pt x="339" y="274"/>
                          </a:lnTo>
                          <a:lnTo>
                            <a:pt x="325" y="264"/>
                          </a:lnTo>
                          <a:lnTo>
                            <a:pt x="313" y="254"/>
                          </a:lnTo>
                          <a:lnTo>
                            <a:pt x="301" y="244"/>
                          </a:lnTo>
                          <a:lnTo>
                            <a:pt x="289" y="233"/>
                          </a:lnTo>
                          <a:lnTo>
                            <a:pt x="278" y="222"/>
                          </a:lnTo>
                          <a:lnTo>
                            <a:pt x="267" y="210"/>
                          </a:lnTo>
                          <a:lnTo>
                            <a:pt x="257" y="197"/>
                          </a:lnTo>
                          <a:lnTo>
                            <a:pt x="247" y="184"/>
                          </a:lnTo>
                          <a:lnTo>
                            <a:pt x="238" y="171"/>
                          </a:lnTo>
                          <a:lnTo>
                            <a:pt x="230" y="158"/>
                          </a:lnTo>
                          <a:lnTo>
                            <a:pt x="222" y="143"/>
                          </a:lnTo>
                          <a:lnTo>
                            <a:pt x="215" y="128"/>
                          </a:lnTo>
                          <a:lnTo>
                            <a:pt x="209" y="113"/>
                          </a:lnTo>
                          <a:lnTo>
                            <a:pt x="204" y="99"/>
                          </a:lnTo>
                          <a:lnTo>
                            <a:pt x="199" y="83"/>
                          </a:lnTo>
                          <a:lnTo>
                            <a:pt x="195" y="67"/>
                          </a:lnTo>
                          <a:lnTo>
                            <a:pt x="192" y="51"/>
                          </a:lnTo>
                          <a:lnTo>
                            <a:pt x="189" y="34"/>
                          </a:lnTo>
                          <a:lnTo>
                            <a:pt x="187" y="17"/>
                          </a:lnTo>
                          <a:lnTo>
                            <a:pt x="186" y="0"/>
                          </a:lnTo>
                          <a:lnTo>
                            <a:pt x="0" y="3"/>
                          </a:lnTo>
                          <a:close/>
                        </a:path>
                      </a:pathLst>
                    </a:custGeom>
                    <a:solidFill>
                      <a:srgbClr val="EF2B2F"/>
                    </a:solidFill>
                    <a:ln>
                      <a:noFill/>
                    </a:ln>
                  </p:spPr>
                  <p:txBody>
                    <a:bodyPr/>
                    <a:lstStyle/>
                    <a:p>
                      <a:pPr>
                        <a:defRPr/>
                      </a:pPr>
                      <a:endParaRPr lang="en-US" sz="1050">
                        <a:latin typeface="+mj-lt"/>
                      </a:endParaRPr>
                    </a:p>
                  </p:txBody>
                </p:sp>
                <p:sp>
                  <p:nvSpPr>
                    <p:cNvPr id="41245" name="Freeform 711">
                      <a:extLst>
                        <a:ext uri="{FF2B5EF4-FFF2-40B4-BE49-F238E27FC236}">
                          <a16:creationId xmlns="" xmlns:a16="http://schemas.microsoft.com/office/drawing/2014/main" id="{5F2D1050-2A88-EF24-64D8-D8240B22DF20}"/>
                        </a:ext>
                      </a:extLst>
                    </p:cNvPr>
                    <p:cNvSpPr>
                      <a:spLocks/>
                    </p:cNvSpPr>
                    <p:nvPr/>
                  </p:nvSpPr>
                  <p:spPr bwMode="auto">
                    <a:xfrm>
                      <a:off x="3731" y="3000"/>
                      <a:ext cx="84"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512" y="0"/>
                          </a:moveTo>
                          <a:lnTo>
                            <a:pt x="512" y="0"/>
                          </a:lnTo>
                          <a:lnTo>
                            <a:pt x="485" y="0"/>
                          </a:lnTo>
                          <a:lnTo>
                            <a:pt x="459" y="3"/>
                          </a:lnTo>
                          <a:lnTo>
                            <a:pt x="433" y="6"/>
                          </a:lnTo>
                          <a:lnTo>
                            <a:pt x="407" y="11"/>
                          </a:lnTo>
                          <a:lnTo>
                            <a:pt x="382" y="18"/>
                          </a:lnTo>
                          <a:lnTo>
                            <a:pt x="357" y="25"/>
                          </a:lnTo>
                          <a:lnTo>
                            <a:pt x="334" y="34"/>
                          </a:lnTo>
                          <a:lnTo>
                            <a:pt x="309" y="44"/>
                          </a:lnTo>
                          <a:lnTo>
                            <a:pt x="287" y="55"/>
                          </a:lnTo>
                          <a:lnTo>
                            <a:pt x="265" y="67"/>
                          </a:lnTo>
                          <a:lnTo>
                            <a:pt x="244" y="79"/>
                          </a:lnTo>
                          <a:lnTo>
                            <a:pt x="222" y="93"/>
                          </a:lnTo>
                          <a:lnTo>
                            <a:pt x="202" y="108"/>
                          </a:lnTo>
                          <a:lnTo>
                            <a:pt x="183" y="124"/>
                          </a:lnTo>
                          <a:lnTo>
                            <a:pt x="165" y="141"/>
                          </a:lnTo>
                          <a:lnTo>
                            <a:pt x="147" y="159"/>
                          </a:lnTo>
                          <a:lnTo>
                            <a:pt x="130" y="177"/>
                          </a:lnTo>
                          <a:lnTo>
                            <a:pt x="114" y="196"/>
                          </a:lnTo>
                          <a:lnTo>
                            <a:pt x="99" y="216"/>
                          </a:lnTo>
                          <a:lnTo>
                            <a:pt x="84" y="236"/>
                          </a:lnTo>
                          <a:lnTo>
                            <a:pt x="71" y="258"/>
                          </a:lnTo>
                          <a:lnTo>
                            <a:pt x="59" y="280"/>
                          </a:lnTo>
                          <a:lnTo>
                            <a:pt x="48" y="302"/>
                          </a:lnTo>
                          <a:lnTo>
                            <a:pt x="39" y="325"/>
                          </a:lnTo>
                          <a:lnTo>
                            <a:pt x="29" y="350"/>
                          </a:lnTo>
                          <a:lnTo>
                            <a:pt x="22" y="374"/>
                          </a:lnTo>
                          <a:lnTo>
                            <a:pt x="14" y="399"/>
                          </a:lnTo>
                          <a:lnTo>
                            <a:pt x="10" y="424"/>
                          </a:lnTo>
                          <a:lnTo>
                            <a:pt x="6" y="450"/>
                          </a:lnTo>
                          <a:lnTo>
                            <a:pt x="2" y="475"/>
                          </a:lnTo>
                          <a:lnTo>
                            <a:pt x="0" y="502"/>
                          </a:lnTo>
                          <a:lnTo>
                            <a:pt x="1" y="528"/>
                          </a:lnTo>
                          <a:lnTo>
                            <a:pt x="187" y="525"/>
                          </a:lnTo>
                          <a:lnTo>
                            <a:pt x="188" y="508"/>
                          </a:lnTo>
                          <a:lnTo>
                            <a:pt x="189" y="491"/>
                          </a:lnTo>
                          <a:lnTo>
                            <a:pt x="190" y="474"/>
                          </a:lnTo>
                          <a:lnTo>
                            <a:pt x="194" y="458"/>
                          </a:lnTo>
                          <a:lnTo>
                            <a:pt x="197" y="442"/>
                          </a:lnTo>
                          <a:lnTo>
                            <a:pt x="201" y="426"/>
                          </a:lnTo>
                          <a:lnTo>
                            <a:pt x="205" y="410"/>
                          </a:lnTo>
                          <a:lnTo>
                            <a:pt x="212" y="395"/>
                          </a:lnTo>
                          <a:lnTo>
                            <a:pt x="218" y="381"/>
                          </a:lnTo>
                          <a:lnTo>
                            <a:pt x="225" y="366"/>
                          </a:lnTo>
                          <a:lnTo>
                            <a:pt x="233" y="352"/>
                          </a:lnTo>
                          <a:lnTo>
                            <a:pt x="241" y="338"/>
                          </a:lnTo>
                          <a:lnTo>
                            <a:pt x="250" y="324"/>
                          </a:lnTo>
                          <a:lnTo>
                            <a:pt x="261" y="312"/>
                          </a:lnTo>
                          <a:lnTo>
                            <a:pt x="270" y="300"/>
                          </a:lnTo>
                          <a:lnTo>
                            <a:pt x="282" y="288"/>
                          </a:lnTo>
                          <a:lnTo>
                            <a:pt x="292" y="277"/>
                          </a:lnTo>
                          <a:lnTo>
                            <a:pt x="304" y="266"/>
                          </a:lnTo>
                          <a:lnTo>
                            <a:pt x="317" y="256"/>
                          </a:lnTo>
                          <a:lnTo>
                            <a:pt x="330" y="246"/>
                          </a:lnTo>
                          <a:lnTo>
                            <a:pt x="343" y="237"/>
                          </a:lnTo>
                          <a:lnTo>
                            <a:pt x="357" y="229"/>
                          </a:lnTo>
                          <a:lnTo>
                            <a:pt x="371" y="221"/>
                          </a:lnTo>
                          <a:lnTo>
                            <a:pt x="386" y="214"/>
                          </a:lnTo>
                          <a:lnTo>
                            <a:pt x="401" y="209"/>
                          </a:lnTo>
                          <a:lnTo>
                            <a:pt x="417" y="203"/>
                          </a:lnTo>
                          <a:lnTo>
                            <a:pt x="432" y="198"/>
                          </a:lnTo>
                          <a:lnTo>
                            <a:pt x="448" y="194"/>
                          </a:lnTo>
                          <a:lnTo>
                            <a:pt x="464" y="191"/>
                          </a:lnTo>
                          <a:lnTo>
                            <a:pt x="480" y="189"/>
                          </a:lnTo>
                          <a:lnTo>
                            <a:pt x="497" y="186"/>
                          </a:lnTo>
                          <a:lnTo>
                            <a:pt x="514" y="185"/>
                          </a:lnTo>
                          <a:lnTo>
                            <a:pt x="512" y="0"/>
                          </a:lnTo>
                          <a:close/>
                        </a:path>
                      </a:pathLst>
                    </a:custGeom>
                    <a:solidFill>
                      <a:srgbClr val="EF2B2F"/>
                    </a:solidFill>
                    <a:ln>
                      <a:noFill/>
                    </a:ln>
                  </p:spPr>
                  <p:txBody>
                    <a:bodyPr/>
                    <a:lstStyle/>
                    <a:p>
                      <a:pPr>
                        <a:defRPr/>
                      </a:pPr>
                      <a:endParaRPr lang="en-US" sz="1050">
                        <a:latin typeface="+mj-lt"/>
                      </a:endParaRPr>
                    </a:p>
                  </p:txBody>
                </p:sp>
                <p:sp>
                  <p:nvSpPr>
                    <p:cNvPr id="41246" name="Freeform 712">
                      <a:extLst>
                        <a:ext uri="{FF2B5EF4-FFF2-40B4-BE49-F238E27FC236}">
                          <a16:creationId xmlns="" xmlns:a16="http://schemas.microsoft.com/office/drawing/2014/main" id="{1EABDCFB-73A5-EA22-A3C7-D4DADB8E6967}"/>
                        </a:ext>
                      </a:extLst>
                    </p:cNvPr>
                    <p:cNvSpPr>
                      <a:spLocks/>
                    </p:cNvSpPr>
                    <p:nvPr/>
                  </p:nvSpPr>
                  <p:spPr bwMode="auto">
                    <a:xfrm>
                      <a:off x="3718" y="2740"/>
                      <a:ext cx="88" cy="88"/>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529" y="510"/>
                          </a:moveTo>
                          <a:lnTo>
                            <a:pt x="529" y="510"/>
                          </a:lnTo>
                          <a:lnTo>
                            <a:pt x="528" y="484"/>
                          </a:lnTo>
                          <a:lnTo>
                            <a:pt x="526" y="457"/>
                          </a:lnTo>
                          <a:lnTo>
                            <a:pt x="522" y="432"/>
                          </a:lnTo>
                          <a:lnTo>
                            <a:pt x="517" y="406"/>
                          </a:lnTo>
                          <a:lnTo>
                            <a:pt x="511" y="381"/>
                          </a:lnTo>
                          <a:lnTo>
                            <a:pt x="503" y="356"/>
                          </a:lnTo>
                          <a:lnTo>
                            <a:pt x="494" y="333"/>
                          </a:lnTo>
                          <a:lnTo>
                            <a:pt x="484" y="309"/>
                          </a:lnTo>
                          <a:lnTo>
                            <a:pt x="474" y="286"/>
                          </a:lnTo>
                          <a:lnTo>
                            <a:pt x="462" y="264"/>
                          </a:lnTo>
                          <a:lnTo>
                            <a:pt x="449" y="242"/>
                          </a:lnTo>
                          <a:lnTo>
                            <a:pt x="435" y="222"/>
                          </a:lnTo>
                          <a:lnTo>
                            <a:pt x="421" y="201"/>
                          </a:lnTo>
                          <a:lnTo>
                            <a:pt x="405" y="182"/>
                          </a:lnTo>
                          <a:lnTo>
                            <a:pt x="388" y="163"/>
                          </a:lnTo>
                          <a:lnTo>
                            <a:pt x="370" y="146"/>
                          </a:lnTo>
                          <a:lnTo>
                            <a:pt x="352" y="129"/>
                          </a:lnTo>
                          <a:lnTo>
                            <a:pt x="332" y="113"/>
                          </a:lnTo>
                          <a:lnTo>
                            <a:pt x="312" y="99"/>
                          </a:lnTo>
                          <a:lnTo>
                            <a:pt x="292" y="84"/>
                          </a:lnTo>
                          <a:lnTo>
                            <a:pt x="271" y="71"/>
                          </a:lnTo>
                          <a:lnTo>
                            <a:pt x="248" y="58"/>
                          </a:lnTo>
                          <a:lnTo>
                            <a:pt x="226" y="48"/>
                          </a:lnTo>
                          <a:lnTo>
                            <a:pt x="203" y="37"/>
                          </a:lnTo>
                          <a:lnTo>
                            <a:pt x="178" y="28"/>
                          </a:lnTo>
                          <a:lnTo>
                            <a:pt x="154" y="21"/>
                          </a:lnTo>
                          <a:lnTo>
                            <a:pt x="130" y="14"/>
                          </a:lnTo>
                          <a:lnTo>
                            <a:pt x="104" y="8"/>
                          </a:lnTo>
                          <a:lnTo>
                            <a:pt x="79" y="5"/>
                          </a:lnTo>
                          <a:lnTo>
                            <a:pt x="53" y="2"/>
                          </a:lnTo>
                          <a:lnTo>
                            <a:pt x="27" y="0"/>
                          </a:lnTo>
                          <a:lnTo>
                            <a:pt x="0" y="0"/>
                          </a:lnTo>
                          <a:lnTo>
                            <a:pt x="3" y="187"/>
                          </a:lnTo>
                          <a:lnTo>
                            <a:pt x="20" y="188"/>
                          </a:lnTo>
                          <a:lnTo>
                            <a:pt x="37" y="189"/>
                          </a:lnTo>
                          <a:lnTo>
                            <a:pt x="54" y="190"/>
                          </a:lnTo>
                          <a:lnTo>
                            <a:pt x="70" y="193"/>
                          </a:lnTo>
                          <a:lnTo>
                            <a:pt x="86" y="196"/>
                          </a:lnTo>
                          <a:lnTo>
                            <a:pt x="102" y="200"/>
                          </a:lnTo>
                          <a:lnTo>
                            <a:pt x="118" y="205"/>
                          </a:lnTo>
                          <a:lnTo>
                            <a:pt x="133" y="211"/>
                          </a:lnTo>
                          <a:lnTo>
                            <a:pt x="148" y="217"/>
                          </a:lnTo>
                          <a:lnTo>
                            <a:pt x="162" y="225"/>
                          </a:lnTo>
                          <a:lnTo>
                            <a:pt x="176" y="232"/>
                          </a:lnTo>
                          <a:lnTo>
                            <a:pt x="190" y="241"/>
                          </a:lnTo>
                          <a:lnTo>
                            <a:pt x="204" y="249"/>
                          </a:lnTo>
                          <a:lnTo>
                            <a:pt x="216" y="259"/>
                          </a:lnTo>
                          <a:lnTo>
                            <a:pt x="228" y="269"/>
                          </a:lnTo>
                          <a:lnTo>
                            <a:pt x="240" y="280"/>
                          </a:lnTo>
                          <a:lnTo>
                            <a:pt x="252" y="292"/>
                          </a:lnTo>
                          <a:lnTo>
                            <a:pt x="262" y="303"/>
                          </a:lnTo>
                          <a:lnTo>
                            <a:pt x="272" y="316"/>
                          </a:lnTo>
                          <a:lnTo>
                            <a:pt x="281" y="329"/>
                          </a:lnTo>
                          <a:lnTo>
                            <a:pt x="291" y="343"/>
                          </a:lnTo>
                          <a:lnTo>
                            <a:pt x="299" y="356"/>
                          </a:lnTo>
                          <a:lnTo>
                            <a:pt x="307" y="370"/>
                          </a:lnTo>
                          <a:lnTo>
                            <a:pt x="314" y="385"/>
                          </a:lnTo>
                          <a:lnTo>
                            <a:pt x="320" y="400"/>
                          </a:lnTo>
                          <a:lnTo>
                            <a:pt x="325" y="415"/>
                          </a:lnTo>
                          <a:lnTo>
                            <a:pt x="330" y="431"/>
                          </a:lnTo>
                          <a:lnTo>
                            <a:pt x="335" y="446"/>
                          </a:lnTo>
                          <a:lnTo>
                            <a:pt x="338" y="463"/>
                          </a:lnTo>
                          <a:lnTo>
                            <a:pt x="340" y="479"/>
                          </a:lnTo>
                          <a:lnTo>
                            <a:pt x="342" y="496"/>
                          </a:lnTo>
                          <a:lnTo>
                            <a:pt x="343" y="513"/>
                          </a:lnTo>
                          <a:lnTo>
                            <a:pt x="529" y="510"/>
                          </a:lnTo>
                          <a:close/>
                        </a:path>
                      </a:pathLst>
                    </a:custGeom>
                    <a:solidFill>
                      <a:srgbClr val="EF2B2F"/>
                    </a:solidFill>
                    <a:ln>
                      <a:noFill/>
                    </a:ln>
                  </p:spPr>
                  <p:txBody>
                    <a:bodyPr/>
                    <a:lstStyle/>
                    <a:p>
                      <a:pPr>
                        <a:defRPr/>
                      </a:pPr>
                      <a:endParaRPr lang="en-US" sz="1050">
                        <a:latin typeface="+mj-lt"/>
                      </a:endParaRPr>
                    </a:p>
                  </p:txBody>
                </p:sp>
                <p:sp>
                  <p:nvSpPr>
                    <p:cNvPr id="41247" name="Freeform 713">
                      <a:extLst>
                        <a:ext uri="{FF2B5EF4-FFF2-40B4-BE49-F238E27FC236}">
                          <a16:creationId xmlns="" xmlns:a16="http://schemas.microsoft.com/office/drawing/2014/main" id="{D8E72AC9-00A1-492C-03BB-A50A0E9BF0FC}"/>
                        </a:ext>
                      </a:extLst>
                    </p:cNvPr>
                    <p:cNvSpPr>
                      <a:spLocks/>
                    </p:cNvSpPr>
                    <p:nvPr/>
                  </p:nvSpPr>
                  <p:spPr bwMode="auto">
                    <a:xfrm>
                      <a:off x="3722" y="2828"/>
                      <a:ext cx="84" cy="88"/>
                    </a:xfrm>
                    <a:custGeom>
                      <a:avLst/>
                      <a:gdLst>
                        <a:gd name="T0" fmla="*/ 0 w 514"/>
                        <a:gd name="T1" fmla="*/ 0 h 530"/>
                        <a:gd name="T2" fmla="*/ 0 w 514"/>
                        <a:gd name="T3" fmla="*/ 0 h 530"/>
                        <a:gd name="T4" fmla="*/ 0 w 514"/>
                        <a:gd name="T5" fmla="*/ 0 h 530"/>
                        <a:gd name="T6" fmla="*/ 0 w 514"/>
                        <a:gd name="T7" fmla="*/ 0 h 530"/>
                        <a:gd name="T8" fmla="*/ 0 w 514"/>
                        <a:gd name="T9" fmla="*/ 0 h 530"/>
                        <a:gd name="T10" fmla="*/ 0 w 514"/>
                        <a:gd name="T11" fmla="*/ 0 h 530"/>
                        <a:gd name="T12" fmla="*/ 0 w 514"/>
                        <a:gd name="T13" fmla="*/ 0 h 530"/>
                        <a:gd name="T14" fmla="*/ 0 w 514"/>
                        <a:gd name="T15" fmla="*/ 0 h 530"/>
                        <a:gd name="T16" fmla="*/ 0 w 514"/>
                        <a:gd name="T17" fmla="*/ 0 h 530"/>
                        <a:gd name="T18" fmla="*/ 0 w 514"/>
                        <a:gd name="T19" fmla="*/ 0 h 530"/>
                        <a:gd name="T20" fmla="*/ 0 w 514"/>
                        <a:gd name="T21" fmla="*/ 0 h 530"/>
                        <a:gd name="T22" fmla="*/ 0 w 514"/>
                        <a:gd name="T23" fmla="*/ 0 h 530"/>
                        <a:gd name="T24" fmla="*/ 0 w 514"/>
                        <a:gd name="T25" fmla="*/ 0 h 530"/>
                        <a:gd name="T26" fmla="*/ 0 w 514"/>
                        <a:gd name="T27" fmla="*/ 0 h 530"/>
                        <a:gd name="T28" fmla="*/ 0 w 514"/>
                        <a:gd name="T29" fmla="*/ 0 h 530"/>
                        <a:gd name="T30" fmla="*/ 0 w 514"/>
                        <a:gd name="T31" fmla="*/ 0 h 530"/>
                        <a:gd name="T32" fmla="*/ 0 w 514"/>
                        <a:gd name="T33" fmla="*/ 0 h 530"/>
                        <a:gd name="T34" fmla="*/ 0 w 514"/>
                        <a:gd name="T35" fmla="*/ 0 h 530"/>
                        <a:gd name="T36" fmla="*/ 0 w 514"/>
                        <a:gd name="T37" fmla="*/ 0 h 530"/>
                        <a:gd name="T38" fmla="*/ 0 w 514"/>
                        <a:gd name="T39" fmla="*/ 0 h 530"/>
                        <a:gd name="T40" fmla="*/ 0 w 514"/>
                        <a:gd name="T41" fmla="*/ 0 h 530"/>
                        <a:gd name="T42" fmla="*/ 0 w 514"/>
                        <a:gd name="T43" fmla="*/ 0 h 530"/>
                        <a:gd name="T44" fmla="*/ 0 w 514"/>
                        <a:gd name="T45" fmla="*/ 0 h 530"/>
                        <a:gd name="T46" fmla="*/ 0 w 514"/>
                        <a:gd name="T47" fmla="*/ 0 h 530"/>
                        <a:gd name="T48" fmla="*/ 0 w 514"/>
                        <a:gd name="T49" fmla="*/ 0 h 530"/>
                        <a:gd name="T50" fmla="*/ 0 w 514"/>
                        <a:gd name="T51" fmla="*/ 0 h 530"/>
                        <a:gd name="T52" fmla="*/ 0 w 514"/>
                        <a:gd name="T53" fmla="*/ 0 h 530"/>
                        <a:gd name="T54" fmla="*/ 0 w 514"/>
                        <a:gd name="T55" fmla="*/ 0 h 530"/>
                        <a:gd name="T56" fmla="*/ 0 w 514"/>
                        <a:gd name="T57" fmla="*/ 0 h 530"/>
                        <a:gd name="T58" fmla="*/ 0 w 514"/>
                        <a:gd name="T59" fmla="*/ 0 h 530"/>
                        <a:gd name="T60" fmla="*/ 0 w 514"/>
                        <a:gd name="T61" fmla="*/ 0 h 530"/>
                        <a:gd name="T62" fmla="*/ 0 w 514"/>
                        <a:gd name="T63" fmla="*/ 0 h 530"/>
                        <a:gd name="T64" fmla="*/ 0 w 514"/>
                        <a:gd name="T65" fmla="*/ 0 h 530"/>
                        <a:gd name="T66" fmla="*/ 0 w 514"/>
                        <a:gd name="T67" fmla="*/ 0 h 5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30"/>
                        <a:gd name="T104" fmla="*/ 514 w 514"/>
                        <a:gd name="T105" fmla="*/ 530 h 5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30">
                          <a:moveTo>
                            <a:pt x="2" y="530"/>
                          </a:moveTo>
                          <a:lnTo>
                            <a:pt x="2" y="530"/>
                          </a:lnTo>
                          <a:lnTo>
                            <a:pt x="29" y="528"/>
                          </a:lnTo>
                          <a:lnTo>
                            <a:pt x="55" y="526"/>
                          </a:lnTo>
                          <a:lnTo>
                            <a:pt x="82" y="522"/>
                          </a:lnTo>
                          <a:lnTo>
                            <a:pt x="107" y="517"/>
                          </a:lnTo>
                          <a:lnTo>
                            <a:pt x="132" y="510"/>
                          </a:lnTo>
                          <a:lnTo>
                            <a:pt x="157" y="503"/>
                          </a:lnTo>
                          <a:lnTo>
                            <a:pt x="180" y="495"/>
                          </a:lnTo>
                          <a:lnTo>
                            <a:pt x="204" y="485"/>
                          </a:lnTo>
                          <a:lnTo>
                            <a:pt x="227" y="474"/>
                          </a:lnTo>
                          <a:lnTo>
                            <a:pt x="249" y="462"/>
                          </a:lnTo>
                          <a:lnTo>
                            <a:pt x="271" y="449"/>
                          </a:lnTo>
                          <a:lnTo>
                            <a:pt x="292" y="435"/>
                          </a:lnTo>
                          <a:lnTo>
                            <a:pt x="312" y="420"/>
                          </a:lnTo>
                          <a:lnTo>
                            <a:pt x="331" y="404"/>
                          </a:lnTo>
                          <a:lnTo>
                            <a:pt x="349" y="387"/>
                          </a:lnTo>
                          <a:lnTo>
                            <a:pt x="367" y="370"/>
                          </a:lnTo>
                          <a:lnTo>
                            <a:pt x="384" y="351"/>
                          </a:lnTo>
                          <a:lnTo>
                            <a:pt x="400" y="333"/>
                          </a:lnTo>
                          <a:lnTo>
                            <a:pt x="415" y="313"/>
                          </a:lnTo>
                          <a:lnTo>
                            <a:pt x="430" y="292"/>
                          </a:lnTo>
                          <a:lnTo>
                            <a:pt x="443" y="271"/>
                          </a:lnTo>
                          <a:lnTo>
                            <a:pt x="456" y="249"/>
                          </a:lnTo>
                          <a:lnTo>
                            <a:pt x="466" y="226"/>
                          </a:lnTo>
                          <a:lnTo>
                            <a:pt x="476" y="203"/>
                          </a:lnTo>
                          <a:lnTo>
                            <a:pt x="485" y="179"/>
                          </a:lnTo>
                          <a:lnTo>
                            <a:pt x="493" y="155"/>
                          </a:lnTo>
                          <a:lnTo>
                            <a:pt x="499" y="131"/>
                          </a:lnTo>
                          <a:lnTo>
                            <a:pt x="504" y="105"/>
                          </a:lnTo>
                          <a:lnTo>
                            <a:pt x="509" y="80"/>
                          </a:lnTo>
                          <a:lnTo>
                            <a:pt x="512" y="53"/>
                          </a:lnTo>
                          <a:lnTo>
                            <a:pt x="514" y="27"/>
                          </a:lnTo>
                          <a:lnTo>
                            <a:pt x="513" y="0"/>
                          </a:lnTo>
                          <a:lnTo>
                            <a:pt x="327" y="3"/>
                          </a:lnTo>
                          <a:lnTo>
                            <a:pt x="326" y="21"/>
                          </a:lnTo>
                          <a:lnTo>
                            <a:pt x="325" y="37"/>
                          </a:lnTo>
                          <a:lnTo>
                            <a:pt x="324" y="54"/>
                          </a:lnTo>
                          <a:lnTo>
                            <a:pt x="321" y="71"/>
                          </a:lnTo>
                          <a:lnTo>
                            <a:pt x="317" y="87"/>
                          </a:lnTo>
                          <a:lnTo>
                            <a:pt x="313" y="103"/>
                          </a:lnTo>
                          <a:lnTo>
                            <a:pt x="308" y="118"/>
                          </a:lnTo>
                          <a:lnTo>
                            <a:pt x="303" y="134"/>
                          </a:lnTo>
                          <a:lnTo>
                            <a:pt x="296" y="148"/>
                          </a:lnTo>
                          <a:lnTo>
                            <a:pt x="289" y="162"/>
                          </a:lnTo>
                          <a:lnTo>
                            <a:pt x="281" y="177"/>
                          </a:lnTo>
                          <a:lnTo>
                            <a:pt x="273" y="190"/>
                          </a:lnTo>
                          <a:lnTo>
                            <a:pt x="263" y="204"/>
                          </a:lnTo>
                          <a:lnTo>
                            <a:pt x="254" y="217"/>
                          </a:lnTo>
                          <a:lnTo>
                            <a:pt x="244" y="229"/>
                          </a:lnTo>
                          <a:lnTo>
                            <a:pt x="232" y="241"/>
                          </a:lnTo>
                          <a:lnTo>
                            <a:pt x="222" y="252"/>
                          </a:lnTo>
                          <a:lnTo>
                            <a:pt x="209" y="262"/>
                          </a:lnTo>
                          <a:lnTo>
                            <a:pt x="197" y="273"/>
                          </a:lnTo>
                          <a:lnTo>
                            <a:pt x="184" y="282"/>
                          </a:lnTo>
                          <a:lnTo>
                            <a:pt x="171" y="291"/>
                          </a:lnTo>
                          <a:lnTo>
                            <a:pt x="157" y="299"/>
                          </a:lnTo>
                          <a:lnTo>
                            <a:pt x="143" y="307"/>
                          </a:lnTo>
                          <a:lnTo>
                            <a:pt x="128" y="314"/>
                          </a:lnTo>
                          <a:lnTo>
                            <a:pt x="114" y="321"/>
                          </a:lnTo>
                          <a:lnTo>
                            <a:pt x="98" y="326"/>
                          </a:lnTo>
                          <a:lnTo>
                            <a:pt x="83" y="331"/>
                          </a:lnTo>
                          <a:lnTo>
                            <a:pt x="66" y="334"/>
                          </a:lnTo>
                          <a:lnTo>
                            <a:pt x="50" y="338"/>
                          </a:lnTo>
                          <a:lnTo>
                            <a:pt x="34" y="340"/>
                          </a:lnTo>
                          <a:lnTo>
                            <a:pt x="17" y="342"/>
                          </a:lnTo>
                          <a:lnTo>
                            <a:pt x="0" y="343"/>
                          </a:lnTo>
                          <a:lnTo>
                            <a:pt x="2" y="530"/>
                          </a:lnTo>
                          <a:close/>
                        </a:path>
                      </a:pathLst>
                    </a:custGeom>
                    <a:solidFill>
                      <a:srgbClr val="EF2B2F"/>
                    </a:solidFill>
                    <a:ln>
                      <a:noFill/>
                    </a:ln>
                  </p:spPr>
                  <p:txBody>
                    <a:bodyPr/>
                    <a:lstStyle/>
                    <a:p>
                      <a:pPr>
                        <a:defRPr/>
                      </a:pPr>
                      <a:endParaRPr lang="en-US" sz="1050">
                        <a:latin typeface="+mj-lt"/>
                      </a:endParaRPr>
                    </a:p>
                  </p:txBody>
                </p:sp>
                <p:sp>
                  <p:nvSpPr>
                    <p:cNvPr id="41248" name="Freeform 714">
                      <a:extLst>
                        <a:ext uri="{FF2B5EF4-FFF2-40B4-BE49-F238E27FC236}">
                          <a16:creationId xmlns="" xmlns:a16="http://schemas.microsoft.com/office/drawing/2014/main" id="{746BA8E6-CEF7-7564-F1BB-E7479A7AABF9}"/>
                        </a:ext>
                      </a:extLst>
                    </p:cNvPr>
                    <p:cNvSpPr>
                      <a:spLocks/>
                    </p:cNvSpPr>
                    <p:nvPr/>
                  </p:nvSpPr>
                  <p:spPr bwMode="auto">
                    <a:xfrm>
                      <a:off x="3634" y="2832"/>
                      <a:ext cx="88" cy="84"/>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0" y="3"/>
                          </a:moveTo>
                          <a:lnTo>
                            <a:pt x="0" y="3"/>
                          </a:lnTo>
                          <a:lnTo>
                            <a:pt x="1" y="30"/>
                          </a:lnTo>
                          <a:lnTo>
                            <a:pt x="3" y="56"/>
                          </a:lnTo>
                          <a:lnTo>
                            <a:pt x="8" y="82"/>
                          </a:lnTo>
                          <a:lnTo>
                            <a:pt x="13" y="107"/>
                          </a:lnTo>
                          <a:lnTo>
                            <a:pt x="19" y="133"/>
                          </a:lnTo>
                          <a:lnTo>
                            <a:pt x="26" y="157"/>
                          </a:lnTo>
                          <a:lnTo>
                            <a:pt x="35" y="181"/>
                          </a:lnTo>
                          <a:lnTo>
                            <a:pt x="45" y="205"/>
                          </a:lnTo>
                          <a:lnTo>
                            <a:pt x="55" y="227"/>
                          </a:lnTo>
                          <a:lnTo>
                            <a:pt x="67" y="249"/>
                          </a:lnTo>
                          <a:lnTo>
                            <a:pt x="81" y="272"/>
                          </a:lnTo>
                          <a:lnTo>
                            <a:pt x="95" y="292"/>
                          </a:lnTo>
                          <a:lnTo>
                            <a:pt x="110" y="312"/>
                          </a:lnTo>
                          <a:lnTo>
                            <a:pt x="125" y="331"/>
                          </a:lnTo>
                          <a:lnTo>
                            <a:pt x="141" y="350"/>
                          </a:lnTo>
                          <a:lnTo>
                            <a:pt x="159" y="368"/>
                          </a:lnTo>
                          <a:lnTo>
                            <a:pt x="178" y="384"/>
                          </a:lnTo>
                          <a:lnTo>
                            <a:pt x="197" y="401"/>
                          </a:lnTo>
                          <a:lnTo>
                            <a:pt x="217" y="416"/>
                          </a:lnTo>
                          <a:lnTo>
                            <a:pt x="237" y="430"/>
                          </a:lnTo>
                          <a:lnTo>
                            <a:pt x="258" y="444"/>
                          </a:lnTo>
                          <a:lnTo>
                            <a:pt x="281" y="455"/>
                          </a:lnTo>
                          <a:lnTo>
                            <a:pt x="304" y="466"/>
                          </a:lnTo>
                          <a:lnTo>
                            <a:pt x="327" y="476"/>
                          </a:lnTo>
                          <a:lnTo>
                            <a:pt x="351" y="485"/>
                          </a:lnTo>
                          <a:lnTo>
                            <a:pt x="375" y="492"/>
                          </a:lnTo>
                          <a:lnTo>
                            <a:pt x="399" y="500"/>
                          </a:lnTo>
                          <a:lnTo>
                            <a:pt x="425" y="505"/>
                          </a:lnTo>
                          <a:lnTo>
                            <a:pt x="450" y="509"/>
                          </a:lnTo>
                          <a:lnTo>
                            <a:pt x="477" y="511"/>
                          </a:lnTo>
                          <a:lnTo>
                            <a:pt x="504" y="514"/>
                          </a:lnTo>
                          <a:lnTo>
                            <a:pt x="529" y="514"/>
                          </a:lnTo>
                          <a:lnTo>
                            <a:pt x="527" y="327"/>
                          </a:lnTo>
                          <a:lnTo>
                            <a:pt x="509" y="326"/>
                          </a:lnTo>
                          <a:lnTo>
                            <a:pt x="492" y="326"/>
                          </a:lnTo>
                          <a:lnTo>
                            <a:pt x="476" y="324"/>
                          </a:lnTo>
                          <a:lnTo>
                            <a:pt x="459" y="322"/>
                          </a:lnTo>
                          <a:lnTo>
                            <a:pt x="443" y="317"/>
                          </a:lnTo>
                          <a:lnTo>
                            <a:pt x="427" y="313"/>
                          </a:lnTo>
                          <a:lnTo>
                            <a:pt x="411" y="309"/>
                          </a:lnTo>
                          <a:lnTo>
                            <a:pt x="396" y="302"/>
                          </a:lnTo>
                          <a:lnTo>
                            <a:pt x="381" y="296"/>
                          </a:lnTo>
                          <a:lnTo>
                            <a:pt x="368" y="290"/>
                          </a:lnTo>
                          <a:lnTo>
                            <a:pt x="353" y="281"/>
                          </a:lnTo>
                          <a:lnTo>
                            <a:pt x="339" y="273"/>
                          </a:lnTo>
                          <a:lnTo>
                            <a:pt x="326" y="264"/>
                          </a:lnTo>
                          <a:lnTo>
                            <a:pt x="313" y="255"/>
                          </a:lnTo>
                          <a:lnTo>
                            <a:pt x="301" y="244"/>
                          </a:lnTo>
                          <a:lnTo>
                            <a:pt x="289" y="233"/>
                          </a:lnTo>
                          <a:lnTo>
                            <a:pt x="277" y="222"/>
                          </a:lnTo>
                          <a:lnTo>
                            <a:pt x="267" y="210"/>
                          </a:lnTo>
                          <a:lnTo>
                            <a:pt x="257" y="197"/>
                          </a:lnTo>
                          <a:lnTo>
                            <a:pt x="248" y="185"/>
                          </a:lnTo>
                          <a:lnTo>
                            <a:pt x="238" y="171"/>
                          </a:lnTo>
                          <a:lnTo>
                            <a:pt x="231" y="157"/>
                          </a:lnTo>
                          <a:lnTo>
                            <a:pt x="222" y="143"/>
                          </a:lnTo>
                          <a:lnTo>
                            <a:pt x="216" y="128"/>
                          </a:lnTo>
                          <a:lnTo>
                            <a:pt x="209" y="114"/>
                          </a:lnTo>
                          <a:lnTo>
                            <a:pt x="204" y="99"/>
                          </a:lnTo>
                          <a:lnTo>
                            <a:pt x="199" y="83"/>
                          </a:lnTo>
                          <a:lnTo>
                            <a:pt x="195" y="67"/>
                          </a:lnTo>
                          <a:lnTo>
                            <a:pt x="192" y="51"/>
                          </a:lnTo>
                          <a:lnTo>
                            <a:pt x="189" y="34"/>
                          </a:lnTo>
                          <a:lnTo>
                            <a:pt x="188"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249" name="Freeform 715">
                      <a:extLst>
                        <a:ext uri="{FF2B5EF4-FFF2-40B4-BE49-F238E27FC236}">
                          <a16:creationId xmlns="" xmlns:a16="http://schemas.microsoft.com/office/drawing/2014/main" id="{3641051E-CD76-52B6-2F8E-B0097FB6B83F}"/>
                        </a:ext>
                      </a:extLst>
                    </p:cNvPr>
                    <p:cNvSpPr>
                      <a:spLocks/>
                    </p:cNvSpPr>
                    <p:nvPr/>
                  </p:nvSpPr>
                  <p:spPr bwMode="auto">
                    <a:xfrm>
                      <a:off x="3634" y="2740"/>
                      <a:ext cx="88" cy="92"/>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4" y="1"/>
                          </a:lnTo>
                          <a:lnTo>
                            <a:pt x="458" y="4"/>
                          </a:lnTo>
                          <a:lnTo>
                            <a:pt x="431" y="7"/>
                          </a:lnTo>
                          <a:lnTo>
                            <a:pt x="406" y="13"/>
                          </a:lnTo>
                          <a:lnTo>
                            <a:pt x="381" y="19"/>
                          </a:lnTo>
                          <a:lnTo>
                            <a:pt x="357" y="26"/>
                          </a:lnTo>
                          <a:lnTo>
                            <a:pt x="333" y="35"/>
                          </a:lnTo>
                          <a:lnTo>
                            <a:pt x="309" y="44"/>
                          </a:lnTo>
                          <a:lnTo>
                            <a:pt x="286" y="56"/>
                          </a:lnTo>
                          <a:lnTo>
                            <a:pt x="265" y="68"/>
                          </a:lnTo>
                          <a:lnTo>
                            <a:pt x="242" y="80"/>
                          </a:lnTo>
                          <a:lnTo>
                            <a:pt x="222" y="94"/>
                          </a:lnTo>
                          <a:lnTo>
                            <a:pt x="201" y="109"/>
                          </a:lnTo>
                          <a:lnTo>
                            <a:pt x="182" y="125"/>
                          </a:lnTo>
                          <a:lnTo>
                            <a:pt x="164" y="142"/>
                          </a:lnTo>
                          <a:lnTo>
                            <a:pt x="146" y="159"/>
                          </a:lnTo>
                          <a:lnTo>
                            <a:pt x="129" y="178"/>
                          </a:lnTo>
                          <a:lnTo>
                            <a:pt x="113" y="197"/>
                          </a:lnTo>
                          <a:lnTo>
                            <a:pt x="98" y="217"/>
                          </a:lnTo>
                          <a:lnTo>
                            <a:pt x="84" y="237"/>
                          </a:lnTo>
                          <a:lnTo>
                            <a:pt x="70" y="259"/>
                          </a:lnTo>
                          <a:lnTo>
                            <a:pt x="59" y="281"/>
                          </a:lnTo>
                          <a:lnTo>
                            <a:pt x="47" y="303"/>
                          </a:lnTo>
                          <a:lnTo>
                            <a:pt x="37" y="327"/>
                          </a:lnTo>
                          <a:lnTo>
                            <a:pt x="29" y="350"/>
                          </a:lnTo>
                          <a:lnTo>
                            <a:pt x="20" y="374"/>
                          </a:lnTo>
                          <a:lnTo>
                            <a:pt x="14" y="400"/>
                          </a:lnTo>
                          <a:lnTo>
                            <a:pt x="9" y="425"/>
                          </a:lnTo>
                          <a:lnTo>
                            <a:pt x="4" y="451"/>
                          </a:lnTo>
                          <a:lnTo>
                            <a:pt x="1" y="476"/>
                          </a:lnTo>
                          <a:lnTo>
                            <a:pt x="0" y="503"/>
                          </a:lnTo>
                          <a:lnTo>
                            <a:pt x="0" y="529"/>
                          </a:lnTo>
                          <a:lnTo>
                            <a:pt x="187" y="526"/>
                          </a:lnTo>
                          <a:lnTo>
                            <a:pt x="187" y="509"/>
                          </a:lnTo>
                          <a:lnTo>
                            <a:pt x="188" y="492"/>
                          </a:lnTo>
                          <a:lnTo>
                            <a:pt x="190" y="475"/>
                          </a:lnTo>
                          <a:lnTo>
                            <a:pt x="192" y="458"/>
                          </a:lnTo>
                          <a:lnTo>
                            <a:pt x="197" y="442"/>
                          </a:lnTo>
                          <a:lnTo>
                            <a:pt x="200" y="426"/>
                          </a:lnTo>
                          <a:lnTo>
                            <a:pt x="205" y="411"/>
                          </a:lnTo>
                          <a:lnTo>
                            <a:pt x="210" y="396"/>
                          </a:lnTo>
                          <a:lnTo>
                            <a:pt x="217" y="382"/>
                          </a:lnTo>
                          <a:lnTo>
                            <a:pt x="224" y="367"/>
                          </a:lnTo>
                          <a:lnTo>
                            <a:pt x="233" y="353"/>
                          </a:lnTo>
                          <a:lnTo>
                            <a:pt x="240" y="339"/>
                          </a:lnTo>
                          <a:lnTo>
                            <a:pt x="250" y="326"/>
                          </a:lnTo>
                          <a:lnTo>
                            <a:pt x="259" y="313"/>
                          </a:lnTo>
                          <a:lnTo>
                            <a:pt x="270" y="301"/>
                          </a:lnTo>
                          <a:lnTo>
                            <a:pt x="281" y="288"/>
                          </a:lnTo>
                          <a:lnTo>
                            <a:pt x="292" y="278"/>
                          </a:lnTo>
                          <a:lnTo>
                            <a:pt x="304" y="267"/>
                          </a:lnTo>
                          <a:lnTo>
                            <a:pt x="317" y="257"/>
                          </a:lnTo>
                          <a:lnTo>
                            <a:pt x="329" y="247"/>
                          </a:lnTo>
                          <a:lnTo>
                            <a:pt x="343" y="239"/>
                          </a:lnTo>
                          <a:lnTo>
                            <a:pt x="356" y="230"/>
                          </a:lnTo>
                          <a:lnTo>
                            <a:pt x="371" y="223"/>
                          </a:lnTo>
                          <a:lnTo>
                            <a:pt x="386" y="215"/>
                          </a:lnTo>
                          <a:lnTo>
                            <a:pt x="401" y="209"/>
                          </a:lnTo>
                          <a:lnTo>
                            <a:pt x="415" y="204"/>
                          </a:lnTo>
                          <a:lnTo>
                            <a:pt x="431" y="199"/>
                          </a:lnTo>
                          <a:lnTo>
                            <a:pt x="447" y="195"/>
                          </a:lnTo>
                          <a:lnTo>
                            <a:pt x="463" y="192"/>
                          </a:lnTo>
                          <a:lnTo>
                            <a:pt x="480" y="190"/>
                          </a:lnTo>
                          <a:lnTo>
                            <a:pt x="497" y="188"/>
                          </a:lnTo>
                          <a:lnTo>
                            <a:pt x="514" y="187"/>
                          </a:lnTo>
                          <a:lnTo>
                            <a:pt x="511" y="0"/>
                          </a:lnTo>
                          <a:close/>
                        </a:path>
                      </a:pathLst>
                    </a:custGeom>
                    <a:solidFill>
                      <a:srgbClr val="EF2B2F"/>
                    </a:solidFill>
                    <a:ln>
                      <a:noFill/>
                    </a:ln>
                  </p:spPr>
                  <p:txBody>
                    <a:bodyPr/>
                    <a:lstStyle/>
                    <a:p>
                      <a:pPr>
                        <a:defRPr/>
                      </a:pPr>
                      <a:endParaRPr lang="en-US" sz="1050">
                        <a:latin typeface="+mj-lt"/>
                      </a:endParaRPr>
                    </a:p>
                  </p:txBody>
                </p:sp>
                <p:sp>
                  <p:nvSpPr>
                    <p:cNvPr id="41250" name="Freeform 716">
                      <a:extLst>
                        <a:ext uri="{FF2B5EF4-FFF2-40B4-BE49-F238E27FC236}">
                          <a16:creationId xmlns="" xmlns:a16="http://schemas.microsoft.com/office/drawing/2014/main" id="{BABD3FAF-F216-4E84-C5CA-28FC2F3F4B75}"/>
                        </a:ext>
                      </a:extLst>
                    </p:cNvPr>
                    <p:cNvSpPr>
                      <a:spLocks/>
                    </p:cNvSpPr>
                    <p:nvPr/>
                  </p:nvSpPr>
                  <p:spPr bwMode="auto">
                    <a:xfrm>
                      <a:off x="2781" y="2338"/>
                      <a:ext cx="88" cy="84"/>
                    </a:xfrm>
                    <a:custGeom>
                      <a:avLst/>
                      <a:gdLst>
                        <a:gd name="T0" fmla="*/ 0 w 530"/>
                        <a:gd name="T1" fmla="*/ 0 h 513"/>
                        <a:gd name="T2" fmla="*/ 0 w 530"/>
                        <a:gd name="T3" fmla="*/ 0 h 513"/>
                        <a:gd name="T4" fmla="*/ 0 w 530"/>
                        <a:gd name="T5" fmla="*/ 0 h 513"/>
                        <a:gd name="T6" fmla="*/ 0 w 530"/>
                        <a:gd name="T7" fmla="*/ 0 h 513"/>
                        <a:gd name="T8" fmla="*/ 0 w 530"/>
                        <a:gd name="T9" fmla="*/ 0 h 513"/>
                        <a:gd name="T10" fmla="*/ 0 w 530"/>
                        <a:gd name="T11" fmla="*/ 0 h 513"/>
                        <a:gd name="T12" fmla="*/ 0 w 530"/>
                        <a:gd name="T13" fmla="*/ 0 h 513"/>
                        <a:gd name="T14" fmla="*/ 0 w 530"/>
                        <a:gd name="T15" fmla="*/ 0 h 513"/>
                        <a:gd name="T16" fmla="*/ 0 w 530"/>
                        <a:gd name="T17" fmla="*/ 0 h 513"/>
                        <a:gd name="T18" fmla="*/ 0 w 530"/>
                        <a:gd name="T19" fmla="*/ 0 h 513"/>
                        <a:gd name="T20" fmla="*/ 0 w 530"/>
                        <a:gd name="T21" fmla="*/ 0 h 513"/>
                        <a:gd name="T22" fmla="*/ 0 w 530"/>
                        <a:gd name="T23" fmla="*/ 0 h 513"/>
                        <a:gd name="T24" fmla="*/ 0 w 530"/>
                        <a:gd name="T25" fmla="*/ 0 h 513"/>
                        <a:gd name="T26" fmla="*/ 0 w 530"/>
                        <a:gd name="T27" fmla="*/ 0 h 513"/>
                        <a:gd name="T28" fmla="*/ 0 w 530"/>
                        <a:gd name="T29" fmla="*/ 0 h 513"/>
                        <a:gd name="T30" fmla="*/ 0 w 530"/>
                        <a:gd name="T31" fmla="*/ 0 h 513"/>
                        <a:gd name="T32" fmla="*/ 0 w 530"/>
                        <a:gd name="T33" fmla="*/ 0 h 513"/>
                        <a:gd name="T34" fmla="*/ 0 w 530"/>
                        <a:gd name="T35" fmla="*/ 0 h 513"/>
                        <a:gd name="T36" fmla="*/ 0 w 530"/>
                        <a:gd name="T37" fmla="*/ 0 h 513"/>
                        <a:gd name="T38" fmla="*/ 0 w 530"/>
                        <a:gd name="T39" fmla="*/ 0 h 513"/>
                        <a:gd name="T40" fmla="*/ 0 w 530"/>
                        <a:gd name="T41" fmla="*/ 0 h 513"/>
                        <a:gd name="T42" fmla="*/ 0 w 530"/>
                        <a:gd name="T43" fmla="*/ 0 h 513"/>
                        <a:gd name="T44" fmla="*/ 0 w 530"/>
                        <a:gd name="T45" fmla="*/ 0 h 513"/>
                        <a:gd name="T46" fmla="*/ 0 w 530"/>
                        <a:gd name="T47" fmla="*/ 0 h 513"/>
                        <a:gd name="T48" fmla="*/ 0 w 530"/>
                        <a:gd name="T49" fmla="*/ 0 h 513"/>
                        <a:gd name="T50" fmla="*/ 0 w 530"/>
                        <a:gd name="T51" fmla="*/ 0 h 513"/>
                        <a:gd name="T52" fmla="*/ 0 w 530"/>
                        <a:gd name="T53" fmla="*/ 0 h 513"/>
                        <a:gd name="T54" fmla="*/ 0 w 530"/>
                        <a:gd name="T55" fmla="*/ 0 h 513"/>
                        <a:gd name="T56" fmla="*/ 0 w 530"/>
                        <a:gd name="T57" fmla="*/ 0 h 513"/>
                        <a:gd name="T58" fmla="*/ 0 w 530"/>
                        <a:gd name="T59" fmla="*/ 0 h 513"/>
                        <a:gd name="T60" fmla="*/ 0 w 530"/>
                        <a:gd name="T61" fmla="*/ 0 h 513"/>
                        <a:gd name="T62" fmla="*/ 0 w 530"/>
                        <a:gd name="T63" fmla="*/ 0 h 513"/>
                        <a:gd name="T64" fmla="*/ 0 w 530"/>
                        <a:gd name="T65" fmla="*/ 0 h 513"/>
                        <a:gd name="T66" fmla="*/ 0 w 530"/>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3"/>
                        <a:gd name="T104" fmla="*/ 530 w 530"/>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3">
                          <a:moveTo>
                            <a:pt x="530" y="510"/>
                          </a:moveTo>
                          <a:lnTo>
                            <a:pt x="530" y="510"/>
                          </a:lnTo>
                          <a:lnTo>
                            <a:pt x="529" y="483"/>
                          </a:lnTo>
                          <a:lnTo>
                            <a:pt x="527" y="457"/>
                          </a:lnTo>
                          <a:lnTo>
                            <a:pt x="523" y="431"/>
                          </a:lnTo>
                          <a:lnTo>
                            <a:pt x="517" y="406"/>
                          </a:lnTo>
                          <a:lnTo>
                            <a:pt x="511" y="380"/>
                          </a:lnTo>
                          <a:lnTo>
                            <a:pt x="503" y="356"/>
                          </a:lnTo>
                          <a:lnTo>
                            <a:pt x="495" y="332"/>
                          </a:lnTo>
                          <a:lnTo>
                            <a:pt x="485" y="308"/>
                          </a:lnTo>
                          <a:lnTo>
                            <a:pt x="475" y="286"/>
                          </a:lnTo>
                          <a:lnTo>
                            <a:pt x="462" y="264"/>
                          </a:lnTo>
                          <a:lnTo>
                            <a:pt x="449" y="241"/>
                          </a:lnTo>
                          <a:lnTo>
                            <a:pt x="435" y="221"/>
                          </a:lnTo>
                          <a:lnTo>
                            <a:pt x="421" y="201"/>
                          </a:lnTo>
                          <a:lnTo>
                            <a:pt x="405" y="182"/>
                          </a:lnTo>
                          <a:lnTo>
                            <a:pt x="388" y="163"/>
                          </a:lnTo>
                          <a:lnTo>
                            <a:pt x="371" y="145"/>
                          </a:lnTo>
                          <a:lnTo>
                            <a:pt x="352" y="129"/>
                          </a:lnTo>
                          <a:lnTo>
                            <a:pt x="334" y="113"/>
                          </a:lnTo>
                          <a:lnTo>
                            <a:pt x="313" y="97"/>
                          </a:lnTo>
                          <a:lnTo>
                            <a:pt x="292" y="83"/>
                          </a:lnTo>
                          <a:lnTo>
                            <a:pt x="271" y="71"/>
                          </a:lnTo>
                          <a:lnTo>
                            <a:pt x="250" y="58"/>
                          </a:lnTo>
                          <a:lnTo>
                            <a:pt x="226" y="47"/>
                          </a:lnTo>
                          <a:lnTo>
                            <a:pt x="203" y="37"/>
                          </a:lnTo>
                          <a:lnTo>
                            <a:pt x="180" y="28"/>
                          </a:lnTo>
                          <a:lnTo>
                            <a:pt x="155" y="21"/>
                          </a:lnTo>
                          <a:lnTo>
                            <a:pt x="130" y="13"/>
                          </a:lnTo>
                          <a:lnTo>
                            <a:pt x="105" y="8"/>
                          </a:lnTo>
                          <a:lnTo>
                            <a:pt x="80" y="4"/>
                          </a:lnTo>
                          <a:lnTo>
                            <a:pt x="53" y="2"/>
                          </a:lnTo>
                          <a:lnTo>
                            <a:pt x="27" y="0"/>
                          </a:lnTo>
                          <a:lnTo>
                            <a:pt x="0" y="0"/>
                          </a:lnTo>
                          <a:lnTo>
                            <a:pt x="3" y="186"/>
                          </a:lnTo>
                          <a:lnTo>
                            <a:pt x="21" y="187"/>
                          </a:lnTo>
                          <a:lnTo>
                            <a:pt x="38" y="187"/>
                          </a:lnTo>
                          <a:lnTo>
                            <a:pt x="54" y="189"/>
                          </a:lnTo>
                          <a:lnTo>
                            <a:pt x="70" y="192"/>
                          </a:lnTo>
                          <a:lnTo>
                            <a:pt x="87" y="196"/>
                          </a:lnTo>
                          <a:lnTo>
                            <a:pt x="103" y="200"/>
                          </a:lnTo>
                          <a:lnTo>
                            <a:pt x="118" y="204"/>
                          </a:lnTo>
                          <a:lnTo>
                            <a:pt x="134" y="211"/>
                          </a:lnTo>
                          <a:lnTo>
                            <a:pt x="148" y="217"/>
                          </a:lnTo>
                          <a:lnTo>
                            <a:pt x="163" y="224"/>
                          </a:lnTo>
                          <a:lnTo>
                            <a:pt x="176" y="232"/>
                          </a:lnTo>
                          <a:lnTo>
                            <a:pt x="190" y="240"/>
                          </a:lnTo>
                          <a:lnTo>
                            <a:pt x="204" y="249"/>
                          </a:lnTo>
                          <a:lnTo>
                            <a:pt x="217" y="258"/>
                          </a:lnTo>
                          <a:lnTo>
                            <a:pt x="229" y="269"/>
                          </a:lnTo>
                          <a:lnTo>
                            <a:pt x="241" y="280"/>
                          </a:lnTo>
                          <a:lnTo>
                            <a:pt x="252" y="291"/>
                          </a:lnTo>
                          <a:lnTo>
                            <a:pt x="262" y="303"/>
                          </a:lnTo>
                          <a:lnTo>
                            <a:pt x="273" y="316"/>
                          </a:lnTo>
                          <a:lnTo>
                            <a:pt x="283" y="328"/>
                          </a:lnTo>
                          <a:lnTo>
                            <a:pt x="291" y="342"/>
                          </a:lnTo>
                          <a:lnTo>
                            <a:pt x="300" y="356"/>
                          </a:lnTo>
                          <a:lnTo>
                            <a:pt x="307" y="370"/>
                          </a:lnTo>
                          <a:lnTo>
                            <a:pt x="314" y="385"/>
                          </a:lnTo>
                          <a:lnTo>
                            <a:pt x="321" y="400"/>
                          </a:lnTo>
                          <a:lnTo>
                            <a:pt x="326" y="414"/>
                          </a:lnTo>
                          <a:lnTo>
                            <a:pt x="331" y="430"/>
                          </a:lnTo>
                          <a:lnTo>
                            <a:pt x="335" y="446"/>
                          </a:lnTo>
                          <a:lnTo>
                            <a:pt x="338" y="462"/>
                          </a:lnTo>
                          <a:lnTo>
                            <a:pt x="341" y="479"/>
                          </a:lnTo>
                          <a:lnTo>
                            <a:pt x="342" y="496"/>
                          </a:lnTo>
                          <a:lnTo>
                            <a:pt x="343" y="513"/>
                          </a:lnTo>
                          <a:lnTo>
                            <a:pt x="530" y="510"/>
                          </a:lnTo>
                          <a:close/>
                        </a:path>
                      </a:pathLst>
                    </a:custGeom>
                    <a:solidFill>
                      <a:srgbClr val="EF2B2F"/>
                    </a:solidFill>
                    <a:ln>
                      <a:noFill/>
                    </a:ln>
                  </p:spPr>
                  <p:txBody>
                    <a:bodyPr/>
                    <a:lstStyle/>
                    <a:p>
                      <a:pPr>
                        <a:defRPr/>
                      </a:pPr>
                      <a:endParaRPr lang="en-US" sz="1050">
                        <a:latin typeface="+mj-lt"/>
                      </a:endParaRPr>
                    </a:p>
                  </p:txBody>
                </p:sp>
                <p:sp>
                  <p:nvSpPr>
                    <p:cNvPr id="41251" name="Freeform 717">
                      <a:extLst>
                        <a:ext uri="{FF2B5EF4-FFF2-40B4-BE49-F238E27FC236}">
                          <a16:creationId xmlns="" xmlns:a16="http://schemas.microsoft.com/office/drawing/2014/main" id="{DE64E6F9-9C97-C532-C264-058EE7F84589}"/>
                        </a:ext>
                      </a:extLst>
                    </p:cNvPr>
                    <p:cNvSpPr>
                      <a:spLocks/>
                    </p:cNvSpPr>
                    <p:nvPr/>
                  </p:nvSpPr>
                  <p:spPr bwMode="auto">
                    <a:xfrm>
                      <a:off x="2781" y="2421"/>
                      <a:ext cx="88" cy="92"/>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3" y="529"/>
                          </a:moveTo>
                          <a:lnTo>
                            <a:pt x="3" y="529"/>
                          </a:lnTo>
                          <a:lnTo>
                            <a:pt x="30" y="528"/>
                          </a:lnTo>
                          <a:lnTo>
                            <a:pt x="56" y="525"/>
                          </a:lnTo>
                          <a:lnTo>
                            <a:pt x="82" y="522"/>
                          </a:lnTo>
                          <a:lnTo>
                            <a:pt x="107" y="517"/>
                          </a:lnTo>
                          <a:lnTo>
                            <a:pt x="133" y="510"/>
                          </a:lnTo>
                          <a:lnTo>
                            <a:pt x="157" y="503"/>
                          </a:lnTo>
                          <a:lnTo>
                            <a:pt x="182" y="494"/>
                          </a:lnTo>
                          <a:lnTo>
                            <a:pt x="205" y="485"/>
                          </a:lnTo>
                          <a:lnTo>
                            <a:pt x="227" y="473"/>
                          </a:lnTo>
                          <a:lnTo>
                            <a:pt x="250" y="461"/>
                          </a:lnTo>
                          <a:lnTo>
                            <a:pt x="272" y="449"/>
                          </a:lnTo>
                          <a:lnTo>
                            <a:pt x="292" y="435"/>
                          </a:lnTo>
                          <a:lnTo>
                            <a:pt x="312" y="420"/>
                          </a:lnTo>
                          <a:lnTo>
                            <a:pt x="331" y="404"/>
                          </a:lnTo>
                          <a:lnTo>
                            <a:pt x="350" y="387"/>
                          </a:lnTo>
                          <a:lnTo>
                            <a:pt x="369" y="370"/>
                          </a:lnTo>
                          <a:lnTo>
                            <a:pt x="384" y="351"/>
                          </a:lnTo>
                          <a:lnTo>
                            <a:pt x="401" y="332"/>
                          </a:lnTo>
                          <a:lnTo>
                            <a:pt x="416" y="313"/>
                          </a:lnTo>
                          <a:lnTo>
                            <a:pt x="430" y="292"/>
                          </a:lnTo>
                          <a:lnTo>
                            <a:pt x="444" y="270"/>
                          </a:lnTo>
                          <a:lnTo>
                            <a:pt x="456" y="248"/>
                          </a:lnTo>
                          <a:lnTo>
                            <a:pt x="466" y="226"/>
                          </a:lnTo>
                          <a:lnTo>
                            <a:pt x="477" y="203"/>
                          </a:lnTo>
                          <a:lnTo>
                            <a:pt x="485" y="179"/>
                          </a:lnTo>
                          <a:lnTo>
                            <a:pt x="493" y="155"/>
                          </a:lnTo>
                          <a:lnTo>
                            <a:pt x="500" y="129"/>
                          </a:lnTo>
                          <a:lnTo>
                            <a:pt x="506" y="105"/>
                          </a:lnTo>
                          <a:lnTo>
                            <a:pt x="510" y="78"/>
                          </a:lnTo>
                          <a:lnTo>
                            <a:pt x="513" y="53"/>
                          </a:lnTo>
                          <a:lnTo>
                            <a:pt x="514" y="26"/>
                          </a:lnTo>
                          <a:lnTo>
                            <a:pt x="514" y="0"/>
                          </a:lnTo>
                          <a:lnTo>
                            <a:pt x="327" y="3"/>
                          </a:lnTo>
                          <a:lnTo>
                            <a:pt x="327" y="20"/>
                          </a:lnTo>
                          <a:lnTo>
                            <a:pt x="326" y="37"/>
                          </a:lnTo>
                          <a:lnTo>
                            <a:pt x="324" y="54"/>
                          </a:lnTo>
                          <a:lnTo>
                            <a:pt x="322" y="70"/>
                          </a:lnTo>
                          <a:lnTo>
                            <a:pt x="318" y="87"/>
                          </a:lnTo>
                          <a:lnTo>
                            <a:pt x="314" y="103"/>
                          </a:lnTo>
                          <a:lnTo>
                            <a:pt x="309" y="118"/>
                          </a:lnTo>
                          <a:lnTo>
                            <a:pt x="303" y="134"/>
                          </a:lnTo>
                          <a:lnTo>
                            <a:pt x="296" y="147"/>
                          </a:lnTo>
                          <a:lnTo>
                            <a:pt x="290" y="162"/>
                          </a:lnTo>
                          <a:lnTo>
                            <a:pt x="281" y="176"/>
                          </a:lnTo>
                          <a:lnTo>
                            <a:pt x="273" y="190"/>
                          </a:lnTo>
                          <a:lnTo>
                            <a:pt x="264" y="204"/>
                          </a:lnTo>
                          <a:lnTo>
                            <a:pt x="255" y="216"/>
                          </a:lnTo>
                          <a:lnTo>
                            <a:pt x="244" y="228"/>
                          </a:lnTo>
                          <a:lnTo>
                            <a:pt x="234" y="241"/>
                          </a:lnTo>
                          <a:lnTo>
                            <a:pt x="222" y="251"/>
                          </a:lnTo>
                          <a:lnTo>
                            <a:pt x="210" y="262"/>
                          </a:lnTo>
                          <a:lnTo>
                            <a:pt x="198" y="273"/>
                          </a:lnTo>
                          <a:lnTo>
                            <a:pt x="185" y="282"/>
                          </a:lnTo>
                          <a:lnTo>
                            <a:pt x="171" y="291"/>
                          </a:lnTo>
                          <a:lnTo>
                            <a:pt x="157" y="299"/>
                          </a:lnTo>
                          <a:lnTo>
                            <a:pt x="143" y="306"/>
                          </a:lnTo>
                          <a:lnTo>
                            <a:pt x="129" y="314"/>
                          </a:lnTo>
                          <a:lnTo>
                            <a:pt x="114" y="320"/>
                          </a:lnTo>
                          <a:lnTo>
                            <a:pt x="99" y="326"/>
                          </a:lnTo>
                          <a:lnTo>
                            <a:pt x="83" y="330"/>
                          </a:lnTo>
                          <a:lnTo>
                            <a:pt x="67" y="334"/>
                          </a:lnTo>
                          <a:lnTo>
                            <a:pt x="51" y="337"/>
                          </a:lnTo>
                          <a:lnTo>
                            <a:pt x="34" y="339"/>
                          </a:lnTo>
                          <a:lnTo>
                            <a:pt x="17" y="341"/>
                          </a:lnTo>
                          <a:lnTo>
                            <a:pt x="0" y="343"/>
                          </a:lnTo>
                          <a:lnTo>
                            <a:pt x="3" y="529"/>
                          </a:lnTo>
                          <a:close/>
                        </a:path>
                      </a:pathLst>
                    </a:custGeom>
                    <a:solidFill>
                      <a:srgbClr val="EF2B2F"/>
                    </a:solidFill>
                    <a:ln>
                      <a:noFill/>
                    </a:ln>
                  </p:spPr>
                  <p:txBody>
                    <a:bodyPr/>
                    <a:lstStyle/>
                    <a:p>
                      <a:pPr>
                        <a:defRPr/>
                      </a:pPr>
                      <a:endParaRPr lang="en-US" sz="1050">
                        <a:latin typeface="+mj-lt"/>
                      </a:endParaRPr>
                    </a:p>
                  </p:txBody>
                </p:sp>
                <p:sp>
                  <p:nvSpPr>
                    <p:cNvPr id="41252" name="Freeform 718">
                      <a:extLst>
                        <a:ext uri="{FF2B5EF4-FFF2-40B4-BE49-F238E27FC236}">
                          <a16:creationId xmlns="" xmlns:a16="http://schemas.microsoft.com/office/drawing/2014/main" id="{C7783BB0-5DE8-A40C-B2B2-1F58B987C922}"/>
                        </a:ext>
                      </a:extLst>
                    </p:cNvPr>
                    <p:cNvSpPr>
                      <a:spLocks/>
                    </p:cNvSpPr>
                    <p:nvPr/>
                  </p:nvSpPr>
                  <p:spPr bwMode="auto">
                    <a:xfrm>
                      <a:off x="2693" y="2425"/>
                      <a:ext cx="88" cy="88"/>
                    </a:xfrm>
                    <a:custGeom>
                      <a:avLst/>
                      <a:gdLst>
                        <a:gd name="T0" fmla="*/ 0 w 530"/>
                        <a:gd name="T1" fmla="*/ 0 h 513"/>
                        <a:gd name="T2" fmla="*/ 0 w 530"/>
                        <a:gd name="T3" fmla="*/ 0 h 513"/>
                        <a:gd name="T4" fmla="*/ 0 w 530"/>
                        <a:gd name="T5" fmla="*/ 0 h 513"/>
                        <a:gd name="T6" fmla="*/ 0 w 530"/>
                        <a:gd name="T7" fmla="*/ 0 h 513"/>
                        <a:gd name="T8" fmla="*/ 0 w 530"/>
                        <a:gd name="T9" fmla="*/ 0 h 513"/>
                        <a:gd name="T10" fmla="*/ 0 w 530"/>
                        <a:gd name="T11" fmla="*/ 0 h 513"/>
                        <a:gd name="T12" fmla="*/ 0 w 530"/>
                        <a:gd name="T13" fmla="*/ 0 h 513"/>
                        <a:gd name="T14" fmla="*/ 0 w 530"/>
                        <a:gd name="T15" fmla="*/ 0 h 513"/>
                        <a:gd name="T16" fmla="*/ 0 w 530"/>
                        <a:gd name="T17" fmla="*/ 0 h 513"/>
                        <a:gd name="T18" fmla="*/ 0 w 530"/>
                        <a:gd name="T19" fmla="*/ 0 h 513"/>
                        <a:gd name="T20" fmla="*/ 0 w 530"/>
                        <a:gd name="T21" fmla="*/ 0 h 513"/>
                        <a:gd name="T22" fmla="*/ 0 w 530"/>
                        <a:gd name="T23" fmla="*/ 0 h 513"/>
                        <a:gd name="T24" fmla="*/ 0 w 530"/>
                        <a:gd name="T25" fmla="*/ 0 h 513"/>
                        <a:gd name="T26" fmla="*/ 0 w 530"/>
                        <a:gd name="T27" fmla="*/ 0 h 513"/>
                        <a:gd name="T28" fmla="*/ 0 w 530"/>
                        <a:gd name="T29" fmla="*/ 0 h 513"/>
                        <a:gd name="T30" fmla="*/ 0 w 530"/>
                        <a:gd name="T31" fmla="*/ 0 h 513"/>
                        <a:gd name="T32" fmla="*/ 0 w 530"/>
                        <a:gd name="T33" fmla="*/ 0 h 513"/>
                        <a:gd name="T34" fmla="*/ 0 w 530"/>
                        <a:gd name="T35" fmla="*/ 0 h 513"/>
                        <a:gd name="T36" fmla="*/ 0 w 530"/>
                        <a:gd name="T37" fmla="*/ 0 h 513"/>
                        <a:gd name="T38" fmla="*/ 0 w 530"/>
                        <a:gd name="T39" fmla="*/ 0 h 513"/>
                        <a:gd name="T40" fmla="*/ 0 w 530"/>
                        <a:gd name="T41" fmla="*/ 0 h 513"/>
                        <a:gd name="T42" fmla="*/ 0 w 530"/>
                        <a:gd name="T43" fmla="*/ 0 h 513"/>
                        <a:gd name="T44" fmla="*/ 0 w 530"/>
                        <a:gd name="T45" fmla="*/ 0 h 513"/>
                        <a:gd name="T46" fmla="*/ 0 w 530"/>
                        <a:gd name="T47" fmla="*/ 0 h 513"/>
                        <a:gd name="T48" fmla="*/ 0 w 530"/>
                        <a:gd name="T49" fmla="*/ 0 h 513"/>
                        <a:gd name="T50" fmla="*/ 0 w 530"/>
                        <a:gd name="T51" fmla="*/ 0 h 513"/>
                        <a:gd name="T52" fmla="*/ 0 w 530"/>
                        <a:gd name="T53" fmla="*/ 0 h 513"/>
                        <a:gd name="T54" fmla="*/ 0 w 530"/>
                        <a:gd name="T55" fmla="*/ 0 h 513"/>
                        <a:gd name="T56" fmla="*/ 0 w 530"/>
                        <a:gd name="T57" fmla="*/ 0 h 513"/>
                        <a:gd name="T58" fmla="*/ 0 w 530"/>
                        <a:gd name="T59" fmla="*/ 0 h 513"/>
                        <a:gd name="T60" fmla="*/ 0 w 530"/>
                        <a:gd name="T61" fmla="*/ 0 h 513"/>
                        <a:gd name="T62" fmla="*/ 0 w 530"/>
                        <a:gd name="T63" fmla="*/ 0 h 513"/>
                        <a:gd name="T64" fmla="*/ 0 w 530"/>
                        <a:gd name="T65" fmla="*/ 0 h 513"/>
                        <a:gd name="T66" fmla="*/ 0 w 530"/>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3"/>
                        <a:gd name="T104" fmla="*/ 530 w 530"/>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3">
                          <a:moveTo>
                            <a:pt x="0" y="3"/>
                          </a:moveTo>
                          <a:lnTo>
                            <a:pt x="0" y="3"/>
                          </a:lnTo>
                          <a:lnTo>
                            <a:pt x="1" y="30"/>
                          </a:lnTo>
                          <a:lnTo>
                            <a:pt x="5" y="56"/>
                          </a:lnTo>
                          <a:lnTo>
                            <a:pt x="8" y="81"/>
                          </a:lnTo>
                          <a:lnTo>
                            <a:pt x="13" y="107"/>
                          </a:lnTo>
                          <a:lnTo>
                            <a:pt x="19" y="132"/>
                          </a:lnTo>
                          <a:lnTo>
                            <a:pt x="27" y="157"/>
                          </a:lnTo>
                          <a:lnTo>
                            <a:pt x="35" y="181"/>
                          </a:lnTo>
                          <a:lnTo>
                            <a:pt x="46" y="205"/>
                          </a:lnTo>
                          <a:lnTo>
                            <a:pt x="57" y="227"/>
                          </a:lnTo>
                          <a:lnTo>
                            <a:pt x="68" y="249"/>
                          </a:lnTo>
                          <a:lnTo>
                            <a:pt x="81" y="271"/>
                          </a:lnTo>
                          <a:lnTo>
                            <a:pt x="95" y="292"/>
                          </a:lnTo>
                          <a:lnTo>
                            <a:pt x="110" y="312"/>
                          </a:lnTo>
                          <a:lnTo>
                            <a:pt x="126" y="331"/>
                          </a:lnTo>
                          <a:lnTo>
                            <a:pt x="143" y="350"/>
                          </a:lnTo>
                          <a:lnTo>
                            <a:pt x="160" y="367"/>
                          </a:lnTo>
                          <a:lnTo>
                            <a:pt x="178" y="384"/>
                          </a:lnTo>
                          <a:lnTo>
                            <a:pt x="198" y="400"/>
                          </a:lnTo>
                          <a:lnTo>
                            <a:pt x="217" y="416"/>
                          </a:lnTo>
                          <a:lnTo>
                            <a:pt x="238" y="429"/>
                          </a:lnTo>
                          <a:lnTo>
                            <a:pt x="259" y="442"/>
                          </a:lnTo>
                          <a:lnTo>
                            <a:pt x="282" y="455"/>
                          </a:lnTo>
                          <a:lnTo>
                            <a:pt x="304" y="466"/>
                          </a:lnTo>
                          <a:lnTo>
                            <a:pt x="327" y="476"/>
                          </a:lnTo>
                          <a:lnTo>
                            <a:pt x="351" y="485"/>
                          </a:lnTo>
                          <a:lnTo>
                            <a:pt x="375" y="492"/>
                          </a:lnTo>
                          <a:lnTo>
                            <a:pt x="401" y="499"/>
                          </a:lnTo>
                          <a:lnTo>
                            <a:pt x="426" y="505"/>
                          </a:lnTo>
                          <a:lnTo>
                            <a:pt x="452" y="508"/>
                          </a:lnTo>
                          <a:lnTo>
                            <a:pt x="477" y="511"/>
                          </a:lnTo>
                          <a:lnTo>
                            <a:pt x="504" y="513"/>
                          </a:lnTo>
                          <a:lnTo>
                            <a:pt x="530" y="513"/>
                          </a:lnTo>
                          <a:lnTo>
                            <a:pt x="527" y="327"/>
                          </a:lnTo>
                          <a:lnTo>
                            <a:pt x="510" y="325"/>
                          </a:lnTo>
                          <a:lnTo>
                            <a:pt x="493" y="324"/>
                          </a:lnTo>
                          <a:lnTo>
                            <a:pt x="476" y="323"/>
                          </a:lnTo>
                          <a:lnTo>
                            <a:pt x="459" y="320"/>
                          </a:lnTo>
                          <a:lnTo>
                            <a:pt x="443" y="317"/>
                          </a:lnTo>
                          <a:lnTo>
                            <a:pt x="427" y="313"/>
                          </a:lnTo>
                          <a:lnTo>
                            <a:pt x="412" y="309"/>
                          </a:lnTo>
                          <a:lnTo>
                            <a:pt x="396" y="302"/>
                          </a:lnTo>
                          <a:lnTo>
                            <a:pt x="382" y="296"/>
                          </a:lnTo>
                          <a:lnTo>
                            <a:pt x="368" y="288"/>
                          </a:lnTo>
                          <a:lnTo>
                            <a:pt x="354" y="281"/>
                          </a:lnTo>
                          <a:lnTo>
                            <a:pt x="340" y="272"/>
                          </a:lnTo>
                          <a:lnTo>
                            <a:pt x="326" y="264"/>
                          </a:lnTo>
                          <a:lnTo>
                            <a:pt x="314" y="254"/>
                          </a:lnTo>
                          <a:lnTo>
                            <a:pt x="302" y="244"/>
                          </a:lnTo>
                          <a:lnTo>
                            <a:pt x="289" y="233"/>
                          </a:lnTo>
                          <a:lnTo>
                            <a:pt x="278" y="222"/>
                          </a:lnTo>
                          <a:lnTo>
                            <a:pt x="268" y="210"/>
                          </a:lnTo>
                          <a:lnTo>
                            <a:pt x="257" y="197"/>
                          </a:lnTo>
                          <a:lnTo>
                            <a:pt x="248" y="184"/>
                          </a:lnTo>
                          <a:lnTo>
                            <a:pt x="239" y="171"/>
                          </a:lnTo>
                          <a:lnTo>
                            <a:pt x="231" y="157"/>
                          </a:lnTo>
                          <a:lnTo>
                            <a:pt x="223" y="143"/>
                          </a:lnTo>
                          <a:lnTo>
                            <a:pt x="216" y="128"/>
                          </a:lnTo>
                          <a:lnTo>
                            <a:pt x="209" y="113"/>
                          </a:lnTo>
                          <a:lnTo>
                            <a:pt x="204" y="98"/>
                          </a:lnTo>
                          <a:lnTo>
                            <a:pt x="200" y="83"/>
                          </a:lnTo>
                          <a:lnTo>
                            <a:pt x="196" y="67"/>
                          </a:lnTo>
                          <a:lnTo>
                            <a:pt x="192" y="50"/>
                          </a:lnTo>
                          <a:lnTo>
                            <a:pt x="190" y="34"/>
                          </a:lnTo>
                          <a:lnTo>
                            <a:pt x="188"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253" name="Freeform 719">
                      <a:extLst>
                        <a:ext uri="{FF2B5EF4-FFF2-40B4-BE49-F238E27FC236}">
                          <a16:creationId xmlns="" xmlns:a16="http://schemas.microsoft.com/office/drawing/2014/main" id="{78F51DEA-98A5-8BAF-D6C4-597A21982CB6}"/>
                        </a:ext>
                      </a:extLst>
                    </p:cNvPr>
                    <p:cNvSpPr>
                      <a:spLocks/>
                    </p:cNvSpPr>
                    <p:nvPr/>
                  </p:nvSpPr>
                  <p:spPr bwMode="auto">
                    <a:xfrm>
                      <a:off x="2693" y="2338"/>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5" y="1"/>
                          </a:lnTo>
                          <a:lnTo>
                            <a:pt x="458" y="3"/>
                          </a:lnTo>
                          <a:lnTo>
                            <a:pt x="432" y="7"/>
                          </a:lnTo>
                          <a:lnTo>
                            <a:pt x="407" y="12"/>
                          </a:lnTo>
                          <a:lnTo>
                            <a:pt x="382" y="19"/>
                          </a:lnTo>
                          <a:lnTo>
                            <a:pt x="357" y="26"/>
                          </a:lnTo>
                          <a:lnTo>
                            <a:pt x="334" y="35"/>
                          </a:lnTo>
                          <a:lnTo>
                            <a:pt x="309" y="44"/>
                          </a:lnTo>
                          <a:lnTo>
                            <a:pt x="287" y="56"/>
                          </a:lnTo>
                          <a:lnTo>
                            <a:pt x="265" y="67"/>
                          </a:lnTo>
                          <a:lnTo>
                            <a:pt x="242" y="80"/>
                          </a:lnTo>
                          <a:lnTo>
                            <a:pt x="222" y="94"/>
                          </a:lnTo>
                          <a:lnTo>
                            <a:pt x="202" y="109"/>
                          </a:lnTo>
                          <a:lnTo>
                            <a:pt x="183" y="125"/>
                          </a:lnTo>
                          <a:lnTo>
                            <a:pt x="164" y="142"/>
                          </a:lnTo>
                          <a:lnTo>
                            <a:pt x="147" y="159"/>
                          </a:lnTo>
                          <a:lnTo>
                            <a:pt x="130" y="178"/>
                          </a:lnTo>
                          <a:lnTo>
                            <a:pt x="114" y="197"/>
                          </a:lnTo>
                          <a:lnTo>
                            <a:pt x="99" y="216"/>
                          </a:lnTo>
                          <a:lnTo>
                            <a:pt x="84" y="237"/>
                          </a:lnTo>
                          <a:lnTo>
                            <a:pt x="71" y="258"/>
                          </a:lnTo>
                          <a:lnTo>
                            <a:pt x="59" y="281"/>
                          </a:lnTo>
                          <a:lnTo>
                            <a:pt x="48" y="303"/>
                          </a:lnTo>
                          <a:lnTo>
                            <a:pt x="37" y="326"/>
                          </a:lnTo>
                          <a:lnTo>
                            <a:pt x="29" y="350"/>
                          </a:lnTo>
                          <a:lnTo>
                            <a:pt x="21" y="374"/>
                          </a:lnTo>
                          <a:lnTo>
                            <a:pt x="14" y="400"/>
                          </a:lnTo>
                          <a:lnTo>
                            <a:pt x="10" y="424"/>
                          </a:lnTo>
                          <a:lnTo>
                            <a:pt x="6" y="449"/>
                          </a:lnTo>
                          <a:lnTo>
                            <a:pt x="2" y="476"/>
                          </a:lnTo>
                          <a:lnTo>
                            <a:pt x="0" y="502"/>
                          </a:lnTo>
                          <a:lnTo>
                            <a:pt x="0" y="529"/>
                          </a:lnTo>
                          <a:lnTo>
                            <a:pt x="187" y="526"/>
                          </a:lnTo>
                          <a:lnTo>
                            <a:pt x="188" y="508"/>
                          </a:lnTo>
                          <a:lnTo>
                            <a:pt x="189" y="492"/>
                          </a:lnTo>
                          <a:lnTo>
                            <a:pt x="190" y="475"/>
                          </a:lnTo>
                          <a:lnTo>
                            <a:pt x="194" y="458"/>
                          </a:lnTo>
                          <a:lnTo>
                            <a:pt x="197" y="442"/>
                          </a:lnTo>
                          <a:lnTo>
                            <a:pt x="201" y="426"/>
                          </a:lnTo>
                          <a:lnTo>
                            <a:pt x="205" y="411"/>
                          </a:lnTo>
                          <a:lnTo>
                            <a:pt x="212" y="395"/>
                          </a:lnTo>
                          <a:lnTo>
                            <a:pt x="218" y="380"/>
                          </a:lnTo>
                          <a:lnTo>
                            <a:pt x="225" y="367"/>
                          </a:lnTo>
                          <a:lnTo>
                            <a:pt x="233" y="353"/>
                          </a:lnTo>
                          <a:lnTo>
                            <a:pt x="241" y="339"/>
                          </a:lnTo>
                          <a:lnTo>
                            <a:pt x="250" y="325"/>
                          </a:lnTo>
                          <a:lnTo>
                            <a:pt x="260" y="313"/>
                          </a:lnTo>
                          <a:lnTo>
                            <a:pt x="270" y="300"/>
                          </a:lnTo>
                          <a:lnTo>
                            <a:pt x="281" y="288"/>
                          </a:lnTo>
                          <a:lnTo>
                            <a:pt x="292" y="278"/>
                          </a:lnTo>
                          <a:lnTo>
                            <a:pt x="304" y="267"/>
                          </a:lnTo>
                          <a:lnTo>
                            <a:pt x="317" y="256"/>
                          </a:lnTo>
                          <a:lnTo>
                            <a:pt x="329" y="247"/>
                          </a:lnTo>
                          <a:lnTo>
                            <a:pt x="343" y="238"/>
                          </a:lnTo>
                          <a:lnTo>
                            <a:pt x="357" y="230"/>
                          </a:lnTo>
                          <a:lnTo>
                            <a:pt x="371" y="222"/>
                          </a:lnTo>
                          <a:lnTo>
                            <a:pt x="386" y="215"/>
                          </a:lnTo>
                          <a:lnTo>
                            <a:pt x="401" y="209"/>
                          </a:lnTo>
                          <a:lnTo>
                            <a:pt x="415" y="203"/>
                          </a:lnTo>
                          <a:lnTo>
                            <a:pt x="431" y="199"/>
                          </a:lnTo>
                          <a:lnTo>
                            <a:pt x="447" y="195"/>
                          </a:lnTo>
                          <a:lnTo>
                            <a:pt x="464" y="192"/>
                          </a:lnTo>
                          <a:lnTo>
                            <a:pt x="480" y="189"/>
                          </a:lnTo>
                          <a:lnTo>
                            <a:pt x="497" y="187"/>
                          </a:lnTo>
                          <a:lnTo>
                            <a:pt x="514" y="186"/>
                          </a:lnTo>
                          <a:lnTo>
                            <a:pt x="511" y="0"/>
                          </a:lnTo>
                          <a:close/>
                        </a:path>
                      </a:pathLst>
                    </a:custGeom>
                    <a:solidFill>
                      <a:srgbClr val="EF2B2F"/>
                    </a:solidFill>
                    <a:ln>
                      <a:noFill/>
                    </a:ln>
                  </p:spPr>
                  <p:txBody>
                    <a:bodyPr/>
                    <a:lstStyle/>
                    <a:p>
                      <a:pPr>
                        <a:defRPr/>
                      </a:pPr>
                      <a:endParaRPr lang="en-US" sz="1050">
                        <a:latin typeface="+mj-lt"/>
                      </a:endParaRPr>
                    </a:p>
                  </p:txBody>
                </p:sp>
                <p:sp>
                  <p:nvSpPr>
                    <p:cNvPr id="41254" name="Freeform 720">
                      <a:extLst>
                        <a:ext uri="{FF2B5EF4-FFF2-40B4-BE49-F238E27FC236}">
                          <a16:creationId xmlns="" xmlns:a16="http://schemas.microsoft.com/office/drawing/2014/main" id="{D20379DF-488F-3702-8969-836B7354986F}"/>
                        </a:ext>
                      </a:extLst>
                    </p:cNvPr>
                    <p:cNvSpPr>
                      <a:spLocks/>
                    </p:cNvSpPr>
                    <p:nvPr/>
                  </p:nvSpPr>
                  <p:spPr bwMode="auto">
                    <a:xfrm>
                      <a:off x="3274" y="2728"/>
                      <a:ext cx="88" cy="84"/>
                    </a:xfrm>
                    <a:custGeom>
                      <a:avLst/>
                      <a:gdLst>
                        <a:gd name="T0" fmla="*/ 0 w 530"/>
                        <a:gd name="T1" fmla="*/ 0 h 513"/>
                        <a:gd name="T2" fmla="*/ 0 w 530"/>
                        <a:gd name="T3" fmla="*/ 0 h 513"/>
                        <a:gd name="T4" fmla="*/ 0 w 530"/>
                        <a:gd name="T5" fmla="*/ 0 h 513"/>
                        <a:gd name="T6" fmla="*/ 0 w 530"/>
                        <a:gd name="T7" fmla="*/ 0 h 513"/>
                        <a:gd name="T8" fmla="*/ 0 w 530"/>
                        <a:gd name="T9" fmla="*/ 0 h 513"/>
                        <a:gd name="T10" fmla="*/ 0 w 530"/>
                        <a:gd name="T11" fmla="*/ 0 h 513"/>
                        <a:gd name="T12" fmla="*/ 0 w 530"/>
                        <a:gd name="T13" fmla="*/ 0 h 513"/>
                        <a:gd name="T14" fmla="*/ 0 w 530"/>
                        <a:gd name="T15" fmla="*/ 0 h 513"/>
                        <a:gd name="T16" fmla="*/ 0 w 530"/>
                        <a:gd name="T17" fmla="*/ 0 h 513"/>
                        <a:gd name="T18" fmla="*/ 0 w 530"/>
                        <a:gd name="T19" fmla="*/ 0 h 513"/>
                        <a:gd name="T20" fmla="*/ 0 w 530"/>
                        <a:gd name="T21" fmla="*/ 0 h 513"/>
                        <a:gd name="T22" fmla="*/ 0 w 530"/>
                        <a:gd name="T23" fmla="*/ 0 h 513"/>
                        <a:gd name="T24" fmla="*/ 0 w 530"/>
                        <a:gd name="T25" fmla="*/ 0 h 513"/>
                        <a:gd name="T26" fmla="*/ 0 w 530"/>
                        <a:gd name="T27" fmla="*/ 0 h 513"/>
                        <a:gd name="T28" fmla="*/ 0 w 530"/>
                        <a:gd name="T29" fmla="*/ 0 h 513"/>
                        <a:gd name="T30" fmla="*/ 0 w 530"/>
                        <a:gd name="T31" fmla="*/ 0 h 513"/>
                        <a:gd name="T32" fmla="*/ 0 w 530"/>
                        <a:gd name="T33" fmla="*/ 0 h 513"/>
                        <a:gd name="T34" fmla="*/ 0 w 530"/>
                        <a:gd name="T35" fmla="*/ 0 h 513"/>
                        <a:gd name="T36" fmla="*/ 0 w 530"/>
                        <a:gd name="T37" fmla="*/ 0 h 513"/>
                        <a:gd name="T38" fmla="*/ 0 w 530"/>
                        <a:gd name="T39" fmla="*/ 0 h 513"/>
                        <a:gd name="T40" fmla="*/ 0 w 530"/>
                        <a:gd name="T41" fmla="*/ 0 h 513"/>
                        <a:gd name="T42" fmla="*/ 0 w 530"/>
                        <a:gd name="T43" fmla="*/ 0 h 513"/>
                        <a:gd name="T44" fmla="*/ 0 w 530"/>
                        <a:gd name="T45" fmla="*/ 0 h 513"/>
                        <a:gd name="T46" fmla="*/ 0 w 530"/>
                        <a:gd name="T47" fmla="*/ 0 h 513"/>
                        <a:gd name="T48" fmla="*/ 0 w 530"/>
                        <a:gd name="T49" fmla="*/ 0 h 513"/>
                        <a:gd name="T50" fmla="*/ 0 w 530"/>
                        <a:gd name="T51" fmla="*/ 0 h 513"/>
                        <a:gd name="T52" fmla="*/ 0 w 530"/>
                        <a:gd name="T53" fmla="*/ 0 h 513"/>
                        <a:gd name="T54" fmla="*/ 0 w 530"/>
                        <a:gd name="T55" fmla="*/ 0 h 513"/>
                        <a:gd name="T56" fmla="*/ 0 w 530"/>
                        <a:gd name="T57" fmla="*/ 0 h 513"/>
                        <a:gd name="T58" fmla="*/ 0 w 530"/>
                        <a:gd name="T59" fmla="*/ 0 h 513"/>
                        <a:gd name="T60" fmla="*/ 0 w 530"/>
                        <a:gd name="T61" fmla="*/ 0 h 513"/>
                        <a:gd name="T62" fmla="*/ 0 w 530"/>
                        <a:gd name="T63" fmla="*/ 0 h 513"/>
                        <a:gd name="T64" fmla="*/ 0 w 530"/>
                        <a:gd name="T65" fmla="*/ 0 h 513"/>
                        <a:gd name="T66" fmla="*/ 0 w 530"/>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3"/>
                        <a:gd name="T104" fmla="*/ 530 w 530"/>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3">
                          <a:moveTo>
                            <a:pt x="530" y="510"/>
                          </a:moveTo>
                          <a:lnTo>
                            <a:pt x="530" y="510"/>
                          </a:lnTo>
                          <a:lnTo>
                            <a:pt x="529" y="484"/>
                          </a:lnTo>
                          <a:lnTo>
                            <a:pt x="526" y="457"/>
                          </a:lnTo>
                          <a:lnTo>
                            <a:pt x="523" y="432"/>
                          </a:lnTo>
                          <a:lnTo>
                            <a:pt x="518" y="406"/>
                          </a:lnTo>
                          <a:lnTo>
                            <a:pt x="511" y="381"/>
                          </a:lnTo>
                          <a:lnTo>
                            <a:pt x="504" y="356"/>
                          </a:lnTo>
                          <a:lnTo>
                            <a:pt x="495" y="333"/>
                          </a:lnTo>
                          <a:lnTo>
                            <a:pt x="485" y="309"/>
                          </a:lnTo>
                          <a:lnTo>
                            <a:pt x="474" y="286"/>
                          </a:lnTo>
                          <a:lnTo>
                            <a:pt x="462" y="264"/>
                          </a:lnTo>
                          <a:lnTo>
                            <a:pt x="450" y="243"/>
                          </a:lnTo>
                          <a:lnTo>
                            <a:pt x="436" y="222"/>
                          </a:lnTo>
                          <a:lnTo>
                            <a:pt x="421" y="201"/>
                          </a:lnTo>
                          <a:lnTo>
                            <a:pt x="405" y="182"/>
                          </a:lnTo>
                          <a:lnTo>
                            <a:pt x="388" y="163"/>
                          </a:lnTo>
                          <a:lnTo>
                            <a:pt x="371" y="146"/>
                          </a:lnTo>
                          <a:lnTo>
                            <a:pt x="352" y="129"/>
                          </a:lnTo>
                          <a:lnTo>
                            <a:pt x="333" y="113"/>
                          </a:lnTo>
                          <a:lnTo>
                            <a:pt x="313" y="99"/>
                          </a:lnTo>
                          <a:lnTo>
                            <a:pt x="292" y="84"/>
                          </a:lnTo>
                          <a:lnTo>
                            <a:pt x="271" y="71"/>
                          </a:lnTo>
                          <a:lnTo>
                            <a:pt x="249" y="58"/>
                          </a:lnTo>
                          <a:lnTo>
                            <a:pt x="227" y="48"/>
                          </a:lnTo>
                          <a:lnTo>
                            <a:pt x="203" y="37"/>
                          </a:lnTo>
                          <a:lnTo>
                            <a:pt x="179" y="29"/>
                          </a:lnTo>
                          <a:lnTo>
                            <a:pt x="155" y="21"/>
                          </a:lnTo>
                          <a:lnTo>
                            <a:pt x="130" y="14"/>
                          </a:lnTo>
                          <a:lnTo>
                            <a:pt x="106" y="9"/>
                          </a:lnTo>
                          <a:lnTo>
                            <a:pt x="79" y="5"/>
                          </a:lnTo>
                          <a:lnTo>
                            <a:pt x="53" y="2"/>
                          </a:lnTo>
                          <a:lnTo>
                            <a:pt x="27" y="0"/>
                          </a:lnTo>
                          <a:lnTo>
                            <a:pt x="0" y="0"/>
                          </a:lnTo>
                          <a:lnTo>
                            <a:pt x="4" y="187"/>
                          </a:lnTo>
                          <a:lnTo>
                            <a:pt x="21" y="188"/>
                          </a:lnTo>
                          <a:lnTo>
                            <a:pt x="38" y="189"/>
                          </a:lnTo>
                          <a:lnTo>
                            <a:pt x="55" y="190"/>
                          </a:lnTo>
                          <a:lnTo>
                            <a:pt x="70" y="193"/>
                          </a:lnTo>
                          <a:lnTo>
                            <a:pt x="87" y="196"/>
                          </a:lnTo>
                          <a:lnTo>
                            <a:pt x="103" y="200"/>
                          </a:lnTo>
                          <a:lnTo>
                            <a:pt x="118" y="205"/>
                          </a:lnTo>
                          <a:lnTo>
                            <a:pt x="133" y="211"/>
                          </a:lnTo>
                          <a:lnTo>
                            <a:pt x="148" y="217"/>
                          </a:lnTo>
                          <a:lnTo>
                            <a:pt x="163" y="225"/>
                          </a:lnTo>
                          <a:lnTo>
                            <a:pt x="177" y="232"/>
                          </a:lnTo>
                          <a:lnTo>
                            <a:pt x="190" y="241"/>
                          </a:lnTo>
                          <a:lnTo>
                            <a:pt x="204" y="249"/>
                          </a:lnTo>
                          <a:lnTo>
                            <a:pt x="217" y="260"/>
                          </a:lnTo>
                          <a:lnTo>
                            <a:pt x="229" y="269"/>
                          </a:lnTo>
                          <a:lnTo>
                            <a:pt x="240" y="280"/>
                          </a:lnTo>
                          <a:lnTo>
                            <a:pt x="252" y="292"/>
                          </a:lnTo>
                          <a:lnTo>
                            <a:pt x="263" y="303"/>
                          </a:lnTo>
                          <a:lnTo>
                            <a:pt x="273" y="316"/>
                          </a:lnTo>
                          <a:lnTo>
                            <a:pt x="283" y="329"/>
                          </a:lnTo>
                          <a:lnTo>
                            <a:pt x="291" y="343"/>
                          </a:lnTo>
                          <a:lnTo>
                            <a:pt x="300" y="356"/>
                          </a:lnTo>
                          <a:lnTo>
                            <a:pt x="307" y="370"/>
                          </a:lnTo>
                          <a:lnTo>
                            <a:pt x="315" y="385"/>
                          </a:lnTo>
                          <a:lnTo>
                            <a:pt x="321" y="400"/>
                          </a:lnTo>
                          <a:lnTo>
                            <a:pt x="326" y="415"/>
                          </a:lnTo>
                          <a:lnTo>
                            <a:pt x="331" y="431"/>
                          </a:lnTo>
                          <a:lnTo>
                            <a:pt x="335" y="447"/>
                          </a:lnTo>
                          <a:lnTo>
                            <a:pt x="338" y="464"/>
                          </a:lnTo>
                          <a:lnTo>
                            <a:pt x="340" y="479"/>
                          </a:lnTo>
                          <a:lnTo>
                            <a:pt x="342" y="496"/>
                          </a:lnTo>
                          <a:lnTo>
                            <a:pt x="343" y="513"/>
                          </a:lnTo>
                          <a:lnTo>
                            <a:pt x="530" y="510"/>
                          </a:lnTo>
                          <a:close/>
                        </a:path>
                      </a:pathLst>
                    </a:custGeom>
                    <a:solidFill>
                      <a:srgbClr val="EF2B2F"/>
                    </a:solidFill>
                    <a:ln>
                      <a:noFill/>
                    </a:ln>
                  </p:spPr>
                  <p:txBody>
                    <a:bodyPr/>
                    <a:lstStyle/>
                    <a:p>
                      <a:pPr>
                        <a:defRPr/>
                      </a:pPr>
                      <a:endParaRPr lang="en-US" sz="1050">
                        <a:latin typeface="+mj-lt"/>
                      </a:endParaRPr>
                    </a:p>
                  </p:txBody>
                </p:sp>
                <p:sp>
                  <p:nvSpPr>
                    <p:cNvPr id="41255" name="Freeform 721">
                      <a:extLst>
                        <a:ext uri="{FF2B5EF4-FFF2-40B4-BE49-F238E27FC236}">
                          <a16:creationId xmlns="" xmlns:a16="http://schemas.microsoft.com/office/drawing/2014/main" id="{01DAD74E-A1EE-1048-1E2C-7AF20ECF1E6A}"/>
                        </a:ext>
                      </a:extLst>
                    </p:cNvPr>
                    <p:cNvSpPr>
                      <a:spLocks/>
                    </p:cNvSpPr>
                    <p:nvPr/>
                  </p:nvSpPr>
                  <p:spPr bwMode="auto">
                    <a:xfrm>
                      <a:off x="3278" y="2812"/>
                      <a:ext cx="84" cy="88"/>
                    </a:xfrm>
                    <a:custGeom>
                      <a:avLst/>
                      <a:gdLst>
                        <a:gd name="T0" fmla="*/ 0 w 514"/>
                        <a:gd name="T1" fmla="*/ 0 h 530"/>
                        <a:gd name="T2" fmla="*/ 0 w 514"/>
                        <a:gd name="T3" fmla="*/ 0 h 530"/>
                        <a:gd name="T4" fmla="*/ 0 w 514"/>
                        <a:gd name="T5" fmla="*/ 0 h 530"/>
                        <a:gd name="T6" fmla="*/ 0 w 514"/>
                        <a:gd name="T7" fmla="*/ 0 h 530"/>
                        <a:gd name="T8" fmla="*/ 0 w 514"/>
                        <a:gd name="T9" fmla="*/ 0 h 530"/>
                        <a:gd name="T10" fmla="*/ 0 w 514"/>
                        <a:gd name="T11" fmla="*/ 0 h 530"/>
                        <a:gd name="T12" fmla="*/ 0 w 514"/>
                        <a:gd name="T13" fmla="*/ 0 h 530"/>
                        <a:gd name="T14" fmla="*/ 0 w 514"/>
                        <a:gd name="T15" fmla="*/ 0 h 530"/>
                        <a:gd name="T16" fmla="*/ 0 w 514"/>
                        <a:gd name="T17" fmla="*/ 0 h 530"/>
                        <a:gd name="T18" fmla="*/ 0 w 514"/>
                        <a:gd name="T19" fmla="*/ 0 h 530"/>
                        <a:gd name="T20" fmla="*/ 0 w 514"/>
                        <a:gd name="T21" fmla="*/ 0 h 530"/>
                        <a:gd name="T22" fmla="*/ 0 w 514"/>
                        <a:gd name="T23" fmla="*/ 0 h 530"/>
                        <a:gd name="T24" fmla="*/ 0 w 514"/>
                        <a:gd name="T25" fmla="*/ 0 h 530"/>
                        <a:gd name="T26" fmla="*/ 0 w 514"/>
                        <a:gd name="T27" fmla="*/ 0 h 530"/>
                        <a:gd name="T28" fmla="*/ 0 w 514"/>
                        <a:gd name="T29" fmla="*/ 0 h 530"/>
                        <a:gd name="T30" fmla="*/ 0 w 514"/>
                        <a:gd name="T31" fmla="*/ 0 h 530"/>
                        <a:gd name="T32" fmla="*/ 0 w 514"/>
                        <a:gd name="T33" fmla="*/ 0 h 530"/>
                        <a:gd name="T34" fmla="*/ 0 w 514"/>
                        <a:gd name="T35" fmla="*/ 0 h 530"/>
                        <a:gd name="T36" fmla="*/ 0 w 514"/>
                        <a:gd name="T37" fmla="*/ 0 h 530"/>
                        <a:gd name="T38" fmla="*/ 0 w 514"/>
                        <a:gd name="T39" fmla="*/ 0 h 530"/>
                        <a:gd name="T40" fmla="*/ 0 w 514"/>
                        <a:gd name="T41" fmla="*/ 0 h 530"/>
                        <a:gd name="T42" fmla="*/ 0 w 514"/>
                        <a:gd name="T43" fmla="*/ 0 h 530"/>
                        <a:gd name="T44" fmla="*/ 0 w 514"/>
                        <a:gd name="T45" fmla="*/ 0 h 530"/>
                        <a:gd name="T46" fmla="*/ 0 w 514"/>
                        <a:gd name="T47" fmla="*/ 0 h 530"/>
                        <a:gd name="T48" fmla="*/ 0 w 514"/>
                        <a:gd name="T49" fmla="*/ 0 h 530"/>
                        <a:gd name="T50" fmla="*/ 0 w 514"/>
                        <a:gd name="T51" fmla="*/ 0 h 530"/>
                        <a:gd name="T52" fmla="*/ 0 w 514"/>
                        <a:gd name="T53" fmla="*/ 0 h 530"/>
                        <a:gd name="T54" fmla="*/ 0 w 514"/>
                        <a:gd name="T55" fmla="*/ 0 h 530"/>
                        <a:gd name="T56" fmla="*/ 0 w 514"/>
                        <a:gd name="T57" fmla="*/ 0 h 530"/>
                        <a:gd name="T58" fmla="*/ 0 w 514"/>
                        <a:gd name="T59" fmla="*/ 0 h 530"/>
                        <a:gd name="T60" fmla="*/ 0 w 514"/>
                        <a:gd name="T61" fmla="*/ 0 h 530"/>
                        <a:gd name="T62" fmla="*/ 0 w 514"/>
                        <a:gd name="T63" fmla="*/ 0 h 530"/>
                        <a:gd name="T64" fmla="*/ 0 w 514"/>
                        <a:gd name="T65" fmla="*/ 0 h 530"/>
                        <a:gd name="T66" fmla="*/ 0 w 514"/>
                        <a:gd name="T67" fmla="*/ 0 h 5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30"/>
                        <a:gd name="T104" fmla="*/ 514 w 514"/>
                        <a:gd name="T105" fmla="*/ 530 h 5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30">
                          <a:moveTo>
                            <a:pt x="3" y="530"/>
                          </a:moveTo>
                          <a:lnTo>
                            <a:pt x="3" y="530"/>
                          </a:lnTo>
                          <a:lnTo>
                            <a:pt x="30" y="529"/>
                          </a:lnTo>
                          <a:lnTo>
                            <a:pt x="56" y="526"/>
                          </a:lnTo>
                          <a:lnTo>
                            <a:pt x="82" y="522"/>
                          </a:lnTo>
                          <a:lnTo>
                            <a:pt x="108" y="517"/>
                          </a:lnTo>
                          <a:lnTo>
                            <a:pt x="133" y="511"/>
                          </a:lnTo>
                          <a:lnTo>
                            <a:pt x="157" y="503"/>
                          </a:lnTo>
                          <a:lnTo>
                            <a:pt x="181" y="495"/>
                          </a:lnTo>
                          <a:lnTo>
                            <a:pt x="205" y="485"/>
                          </a:lnTo>
                          <a:lnTo>
                            <a:pt x="228" y="474"/>
                          </a:lnTo>
                          <a:lnTo>
                            <a:pt x="250" y="462"/>
                          </a:lnTo>
                          <a:lnTo>
                            <a:pt x="271" y="449"/>
                          </a:lnTo>
                          <a:lnTo>
                            <a:pt x="292" y="435"/>
                          </a:lnTo>
                          <a:lnTo>
                            <a:pt x="313" y="420"/>
                          </a:lnTo>
                          <a:lnTo>
                            <a:pt x="332" y="404"/>
                          </a:lnTo>
                          <a:lnTo>
                            <a:pt x="351" y="389"/>
                          </a:lnTo>
                          <a:lnTo>
                            <a:pt x="368" y="370"/>
                          </a:lnTo>
                          <a:lnTo>
                            <a:pt x="385" y="352"/>
                          </a:lnTo>
                          <a:lnTo>
                            <a:pt x="401" y="333"/>
                          </a:lnTo>
                          <a:lnTo>
                            <a:pt x="416" y="313"/>
                          </a:lnTo>
                          <a:lnTo>
                            <a:pt x="430" y="292"/>
                          </a:lnTo>
                          <a:lnTo>
                            <a:pt x="443" y="271"/>
                          </a:lnTo>
                          <a:lnTo>
                            <a:pt x="456" y="250"/>
                          </a:lnTo>
                          <a:lnTo>
                            <a:pt x="467" y="226"/>
                          </a:lnTo>
                          <a:lnTo>
                            <a:pt x="477" y="203"/>
                          </a:lnTo>
                          <a:lnTo>
                            <a:pt x="486" y="180"/>
                          </a:lnTo>
                          <a:lnTo>
                            <a:pt x="493" y="155"/>
                          </a:lnTo>
                          <a:lnTo>
                            <a:pt x="500" y="131"/>
                          </a:lnTo>
                          <a:lnTo>
                            <a:pt x="505" y="105"/>
                          </a:lnTo>
                          <a:lnTo>
                            <a:pt x="509" y="80"/>
                          </a:lnTo>
                          <a:lnTo>
                            <a:pt x="512" y="53"/>
                          </a:lnTo>
                          <a:lnTo>
                            <a:pt x="514" y="27"/>
                          </a:lnTo>
                          <a:lnTo>
                            <a:pt x="514" y="0"/>
                          </a:lnTo>
                          <a:lnTo>
                            <a:pt x="327" y="3"/>
                          </a:lnTo>
                          <a:lnTo>
                            <a:pt x="326" y="21"/>
                          </a:lnTo>
                          <a:lnTo>
                            <a:pt x="325" y="38"/>
                          </a:lnTo>
                          <a:lnTo>
                            <a:pt x="324" y="54"/>
                          </a:lnTo>
                          <a:lnTo>
                            <a:pt x="321" y="70"/>
                          </a:lnTo>
                          <a:lnTo>
                            <a:pt x="318" y="87"/>
                          </a:lnTo>
                          <a:lnTo>
                            <a:pt x="314" y="103"/>
                          </a:lnTo>
                          <a:lnTo>
                            <a:pt x="309" y="118"/>
                          </a:lnTo>
                          <a:lnTo>
                            <a:pt x="303" y="134"/>
                          </a:lnTo>
                          <a:lnTo>
                            <a:pt x="297" y="149"/>
                          </a:lnTo>
                          <a:lnTo>
                            <a:pt x="289" y="163"/>
                          </a:lnTo>
                          <a:lnTo>
                            <a:pt x="282" y="177"/>
                          </a:lnTo>
                          <a:lnTo>
                            <a:pt x="273" y="190"/>
                          </a:lnTo>
                          <a:lnTo>
                            <a:pt x="265" y="204"/>
                          </a:lnTo>
                          <a:lnTo>
                            <a:pt x="254" y="217"/>
                          </a:lnTo>
                          <a:lnTo>
                            <a:pt x="245" y="229"/>
                          </a:lnTo>
                          <a:lnTo>
                            <a:pt x="234" y="241"/>
                          </a:lnTo>
                          <a:lnTo>
                            <a:pt x="222" y="252"/>
                          </a:lnTo>
                          <a:lnTo>
                            <a:pt x="211" y="262"/>
                          </a:lnTo>
                          <a:lnTo>
                            <a:pt x="198" y="273"/>
                          </a:lnTo>
                          <a:lnTo>
                            <a:pt x="185" y="282"/>
                          </a:lnTo>
                          <a:lnTo>
                            <a:pt x="171" y="291"/>
                          </a:lnTo>
                          <a:lnTo>
                            <a:pt x="157" y="299"/>
                          </a:lnTo>
                          <a:lnTo>
                            <a:pt x="144" y="307"/>
                          </a:lnTo>
                          <a:lnTo>
                            <a:pt x="129" y="314"/>
                          </a:lnTo>
                          <a:lnTo>
                            <a:pt x="114" y="321"/>
                          </a:lnTo>
                          <a:lnTo>
                            <a:pt x="99" y="326"/>
                          </a:lnTo>
                          <a:lnTo>
                            <a:pt x="83" y="331"/>
                          </a:lnTo>
                          <a:lnTo>
                            <a:pt x="67" y="334"/>
                          </a:lnTo>
                          <a:lnTo>
                            <a:pt x="50" y="338"/>
                          </a:lnTo>
                          <a:lnTo>
                            <a:pt x="34" y="341"/>
                          </a:lnTo>
                          <a:lnTo>
                            <a:pt x="17" y="342"/>
                          </a:lnTo>
                          <a:lnTo>
                            <a:pt x="0" y="343"/>
                          </a:lnTo>
                          <a:lnTo>
                            <a:pt x="3" y="530"/>
                          </a:lnTo>
                          <a:close/>
                        </a:path>
                      </a:pathLst>
                    </a:custGeom>
                    <a:solidFill>
                      <a:srgbClr val="EF2B2F"/>
                    </a:solidFill>
                    <a:ln>
                      <a:noFill/>
                    </a:ln>
                  </p:spPr>
                  <p:txBody>
                    <a:bodyPr/>
                    <a:lstStyle/>
                    <a:p>
                      <a:pPr>
                        <a:defRPr/>
                      </a:pPr>
                      <a:endParaRPr lang="en-US" sz="1050">
                        <a:latin typeface="+mj-lt"/>
                      </a:endParaRPr>
                    </a:p>
                  </p:txBody>
                </p:sp>
                <p:sp>
                  <p:nvSpPr>
                    <p:cNvPr id="41256" name="Freeform 722">
                      <a:extLst>
                        <a:ext uri="{FF2B5EF4-FFF2-40B4-BE49-F238E27FC236}">
                          <a16:creationId xmlns="" xmlns:a16="http://schemas.microsoft.com/office/drawing/2014/main" id="{6DA81564-1264-8B31-3242-19E71DB93DB8}"/>
                        </a:ext>
                      </a:extLst>
                    </p:cNvPr>
                    <p:cNvSpPr>
                      <a:spLocks/>
                    </p:cNvSpPr>
                    <p:nvPr/>
                  </p:nvSpPr>
                  <p:spPr bwMode="auto">
                    <a:xfrm>
                      <a:off x="3190" y="2816"/>
                      <a:ext cx="88" cy="84"/>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0" y="3"/>
                          </a:moveTo>
                          <a:lnTo>
                            <a:pt x="0" y="3"/>
                          </a:lnTo>
                          <a:lnTo>
                            <a:pt x="1" y="30"/>
                          </a:lnTo>
                          <a:lnTo>
                            <a:pt x="3" y="56"/>
                          </a:lnTo>
                          <a:lnTo>
                            <a:pt x="7" y="82"/>
                          </a:lnTo>
                          <a:lnTo>
                            <a:pt x="12" y="107"/>
                          </a:lnTo>
                          <a:lnTo>
                            <a:pt x="19" y="133"/>
                          </a:lnTo>
                          <a:lnTo>
                            <a:pt x="26" y="157"/>
                          </a:lnTo>
                          <a:lnTo>
                            <a:pt x="35" y="182"/>
                          </a:lnTo>
                          <a:lnTo>
                            <a:pt x="44" y="205"/>
                          </a:lnTo>
                          <a:lnTo>
                            <a:pt x="55" y="227"/>
                          </a:lnTo>
                          <a:lnTo>
                            <a:pt x="68" y="249"/>
                          </a:lnTo>
                          <a:lnTo>
                            <a:pt x="80" y="272"/>
                          </a:lnTo>
                          <a:lnTo>
                            <a:pt x="94" y="292"/>
                          </a:lnTo>
                          <a:lnTo>
                            <a:pt x="109" y="312"/>
                          </a:lnTo>
                          <a:lnTo>
                            <a:pt x="125" y="331"/>
                          </a:lnTo>
                          <a:lnTo>
                            <a:pt x="141" y="350"/>
                          </a:lnTo>
                          <a:lnTo>
                            <a:pt x="159" y="368"/>
                          </a:lnTo>
                          <a:lnTo>
                            <a:pt x="177" y="384"/>
                          </a:lnTo>
                          <a:lnTo>
                            <a:pt x="196" y="401"/>
                          </a:lnTo>
                          <a:lnTo>
                            <a:pt x="216" y="416"/>
                          </a:lnTo>
                          <a:lnTo>
                            <a:pt x="237" y="430"/>
                          </a:lnTo>
                          <a:lnTo>
                            <a:pt x="259" y="444"/>
                          </a:lnTo>
                          <a:lnTo>
                            <a:pt x="280" y="455"/>
                          </a:lnTo>
                          <a:lnTo>
                            <a:pt x="303" y="466"/>
                          </a:lnTo>
                          <a:lnTo>
                            <a:pt x="327" y="476"/>
                          </a:lnTo>
                          <a:lnTo>
                            <a:pt x="350" y="485"/>
                          </a:lnTo>
                          <a:lnTo>
                            <a:pt x="374" y="492"/>
                          </a:lnTo>
                          <a:lnTo>
                            <a:pt x="399" y="500"/>
                          </a:lnTo>
                          <a:lnTo>
                            <a:pt x="424" y="505"/>
                          </a:lnTo>
                          <a:lnTo>
                            <a:pt x="450" y="509"/>
                          </a:lnTo>
                          <a:lnTo>
                            <a:pt x="476" y="511"/>
                          </a:lnTo>
                          <a:lnTo>
                            <a:pt x="503" y="514"/>
                          </a:lnTo>
                          <a:lnTo>
                            <a:pt x="529" y="514"/>
                          </a:lnTo>
                          <a:lnTo>
                            <a:pt x="526" y="327"/>
                          </a:lnTo>
                          <a:lnTo>
                            <a:pt x="508" y="327"/>
                          </a:lnTo>
                          <a:lnTo>
                            <a:pt x="491" y="326"/>
                          </a:lnTo>
                          <a:lnTo>
                            <a:pt x="475" y="324"/>
                          </a:lnTo>
                          <a:lnTo>
                            <a:pt x="458" y="322"/>
                          </a:lnTo>
                          <a:lnTo>
                            <a:pt x="442" y="317"/>
                          </a:lnTo>
                          <a:lnTo>
                            <a:pt x="426" y="314"/>
                          </a:lnTo>
                          <a:lnTo>
                            <a:pt x="412" y="309"/>
                          </a:lnTo>
                          <a:lnTo>
                            <a:pt x="396" y="302"/>
                          </a:lnTo>
                          <a:lnTo>
                            <a:pt x="381" y="296"/>
                          </a:lnTo>
                          <a:lnTo>
                            <a:pt x="367" y="290"/>
                          </a:lnTo>
                          <a:lnTo>
                            <a:pt x="352" y="281"/>
                          </a:lnTo>
                          <a:lnTo>
                            <a:pt x="338" y="273"/>
                          </a:lnTo>
                          <a:lnTo>
                            <a:pt x="326" y="264"/>
                          </a:lnTo>
                          <a:lnTo>
                            <a:pt x="313" y="255"/>
                          </a:lnTo>
                          <a:lnTo>
                            <a:pt x="301" y="244"/>
                          </a:lnTo>
                          <a:lnTo>
                            <a:pt x="288" y="234"/>
                          </a:lnTo>
                          <a:lnTo>
                            <a:pt x="278" y="222"/>
                          </a:lnTo>
                          <a:lnTo>
                            <a:pt x="267" y="210"/>
                          </a:lnTo>
                          <a:lnTo>
                            <a:pt x="257" y="197"/>
                          </a:lnTo>
                          <a:lnTo>
                            <a:pt x="247" y="185"/>
                          </a:lnTo>
                          <a:lnTo>
                            <a:pt x="238" y="171"/>
                          </a:lnTo>
                          <a:lnTo>
                            <a:pt x="230" y="157"/>
                          </a:lnTo>
                          <a:lnTo>
                            <a:pt x="223" y="143"/>
                          </a:lnTo>
                          <a:lnTo>
                            <a:pt x="215" y="128"/>
                          </a:lnTo>
                          <a:lnTo>
                            <a:pt x="209" y="114"/>
                          </a:lnTo>
                          <a:lnTo>
                            <a:pt x="203" y="99"/>
                          </a:lnTo>
                          <a:lnTo>
                            <a:pt x="198" y="83"/>
                          </a:lnTo>
                          <a:lnTo>
                            <a:pt x="195" y="67"/>
                          </a:lnTo>
                          <a:lnTo>
                            <a:pt x="192" y="51"/>
                          </a:lnTo>
                          <a:lnTo>
                            <a:pt x="189" y="34"/>
                          </a:lnTo>
                          <a:lnTo>
                            <a:pt x="188" y="17"/>
                          </a:lnTo>
                          <a:lnTo>
                            <a:pt x="186" y="0"/>
                          </a:lnTo>
                          <a:lnTo>
                            <a:pt x="0" y="3"/>
                          </a:lnTo>
                          <a:close/>
                        </a:path>
                      </a:pathLst>
                    </a:custGeom>
                    <a:solidFill>
                      <a:srgbClr val="EF2B2F"/>
                    </a:solidFill>
                    <a:ln>
                      <a:noFill/>
                    </a:ln>
                  </p:spPr>
                  <p:txBody>
                    <a:bodyPr/>
                    <a:lstStyle/>
                    <a:p>
                      <a:pPr>
                        <a:defRPr/>
                      </a:pPr>
                      <a:endParaRPr lang="en-US" sz="1050">
                        <a:latin typeface="+mj-lt"/>
                      </a:endParaRPr>
                    </a:p>
                  </p:txBody>
                </p:sp>
                <p:sp>
                  <p:nvSpPr>
                    <p:cNvPr id="41257" name="Freeform 723">
                      <a:extLst>
                        <a:ext uri="{FF2B5EF4-FFF2-40B4-BE49-F238E27FC236}">
                          <a16:creationId xmlns="" xmlns:a16="http://schemas.microsoft.com/office/drawing/2014/main" id="{62B2D504-A1A3-482D-0737-88B264C6E291}"/>
                        </a:ext>
                      </a:extLst>
                    </p:cNvPr>
                    <p:cNvSpPr>
                      <a:spLocks/>
                    </p:cNvSpPr>
                    <p:nvPr/>
                  </p:nvSpPr>
                  <p:spPr bwMode="auto">
                    <a:xfrm>
                      <a:off x="3190" y="2728"/>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0" y="0"/>
                          </a:moveTo>
                          <a:lnTo>
                            <a:pt x="510" y="0"/>
                          </a:lnTo>
                          <a:lnTo>
                            <a:pt x="484" y="1"/>
                          </a:lnTo>
                          <a:lnTo>
                            <a:pt x="457" y="4"/>
                          </a:lnTo>
                          <a:lnTo>
                            <a:pt x="432" y="7"/>
                          </a:lnTo>
                          <a:lnTo>
                            <a:pt x="406" y="13"/>
                          </a:lnTo>
                          <a:lnTo>
                            <a:pt x="381" y="19"/>
                          </a:lnTo>
                          <a:lnTo>
                            <a:pt x="356" y="26"/>
                          </a:lnTo>
                          <a:lnTo>
                            <a:pt x="332" y="35"/>
                          </a:lnTo>
                          <a:lnTo>
                            <a:pt x="309" y="46"/>
                          </a:lnTo>
                          <a:lnTo>
                            <a:pt x="286" y="56"/>
                          </a:lnTo>
                          <a:lnTo>
                            <a:pt x="264" y="68"/>
                          </a:lnTo>
                          <a:lnTo>
                            <a:pt x="242" y="81"/>
                          </a:lnTo>
                          <a:lnTo>
                            <a:pt x="222" y="94"/>
                          </a:lnTo>
                          <a:lnTo>
                            <a:pt x="201" y="109"/>
                          </a:lnTo>
                          <a:lnTo>
                            <a:pt x="182" y="125"/>
                          </a:lnTo>
                          <a:lnTo>
                            <a:pt x="163" y="142"/>
                          </a:lnTo>
                          <a:lnTo>
                            <a:pt x="145" y="159"/>
                          </a:lnTo>
                          <a:lnTo>
                            <a:pt x="128" y="178"/>
                          </a:lnTo>
                          <a:lnTo>
                            <a:pt x="112" y="197"/>
                          </a:lnTo>
                          <a:lnTo>
                            <a:pt x="97" y="217"/>
                          </a:lnTo>
                          <a:lnTo>
                            <a:pt x="83" y="238"/>
                          </a:lnTo>
                          <a:lnTo>
                            <a:pt x="70" y="259"/>
                          </a:lnTo>
                          <a:lnTo>
                            <a:pt x="58" y="281"/>
                          </a:lnTo>
                          <a:lnTo>
                            <a:pt x="47" y="303"/>
                          </a:lnTo>
                          <a:lnTo>
                            <a:pt x="37" y="327"/>
                          </a:lnTo>
                          <a:lnTo>
                            <a:pt x="28" y="351"/>
                          </a:lnTo>
                          <a:lnTo>
                            <a:pt x="21" y="374"/>
                          </a:lnTo>
                          <a:lnTo>
                            <a:pt x="13" y="400"/>
                          </a:lnTo>
                          <a:lnTo>
                            <a:pt x="8" y="425"/>
                          </a:lnTo>
                          <a:lnTo>
                            <a:pt x="4" y="451"/>
                          </a:lnTo>
                          <a:lnTo>
                            <a:pt x="2" y="476"/>
                          </a:lnTo>
                          <a:lnTo>
                            <a:pt x="0" y="503"/>
                          </a:lnTo>
                          <a:lnTo>
                            <a:pt x="0" y="529"/>
                          </a:lnTo>
                          <a:lnTo>
                            <a:pt x="186" y="526"/>
                          </a:lnTo>
                          <a:lnTo>
                            <a:pt x="188" y="508"/>
                          </a:lnTo>
                          <a:lnTo>
                            <a:pt x="188" y="492"/>
                          </a:lnTo>
                          <a:lnTo>
                            <a:pt x="190" y="475"/>
                          </a:lnTo>
                          <a:lnTo>
                            <a:pt x="192" y="458"/>
                          </a:lnTo>
                          <a:lnTo>
                            <a:pt x="196" y="442"/>
                          </a:lnTo>
                          <a:lnTo>
                            <a:pt x="199" y="426"/>
                          </a:lnTo>
                          <a:lnTo>
                            <a:pt x="205" y="412"/>
                          </a:lnTo>
                          <a:lnTo>
                            <a:pt x="211" y="397"/>
                          </a:lnTo>
                          <a:lnTo>
                            <a:pt x="217" y="381"/>
                          </a:lnTo>
                          <a:lnTo>
                            <a:pt x="224" y="367"/>
                          </a:lnTo>
                          <a:lnTo>
                            <a:pt x="232" y="353"/>
                          </a:lnTo>
                          <a:lnTo>
                            <a:pt x="240" y="339"/>
                          </a:lnTo>
                          <a:lnTo>
                            <a:pt x="249" y="326"/>
                          </a:lnTo>
                          <a:lnTo>
                            <a:pt x="259" y="313"/>
                          </a:lnTo>
                          <a:lnTo>
                            <a:pt x="269" y="301"/>
                          </a:lnTo>
                          <a:lnTo>
                            <a:pt x="280" y="288"/>
                          </a:lnTo>
                          <a:lnTo>
                            <a:pt x="292" y="278"/>
                          </a:lnTo>
                          <a:lnTo>
                            <a:pt x="303" y="267"/>
                          </a:lnTo>
                          <a:lnTo>
                            <a:pt x="316" y="257"/>
                          </a:lnTo>
                          <a:lnTo>
                            <a:pt x="329" y="247"/>
                          </a:lnTo>
                          <a:lnTo>
                            <a:pt x="343" y="239"/>
                          </a:lnTo>
                          <a:lnTo>
                            <a:pt x="356" y="230"/>
                          </a:lnTo>
                          <a:lnTo>
                            <a:pt x="370" y="223"/>
                          </a:lnTo>
                          <a:lnTo>
                            <a:pt x="385" y="215"/>
                          </a:lnTo>
                          <a:lnTo>
                            <a:pt x="400" y="209"/>
                          </a:lnTo>
                          <a:lnTo>
                            <a:pt x="415" y="204"/>
                          </a:lnTo>
                          <a:lnTo>
                            <a:pt x="431" y="199"/>
                          </a:lnTo>
                          <a:lnTo>
                            <a:pt x="447" y="195"/>
                          </a:lnTo>
                          <a:lnTo>
                            <a:pt x="463" y="192"/>
                          </a:lnTo>
                          <a:lnTo>
                            <a:pt x="480" y="190"/>
                          </a:lnTo>
                          <a:lnTo>
                            <a:pt x="497" y="188"/>
                          </a:lnTo>
                          <a:lnTo>
                            <a:pt x="514" y="187"/>
                          </a:lnTo>
                          <a:lnTo>
                            <a:pt x="510" y="0"/>
                          </a:lnTo>
                          <a:close/>
                        </a:path>
                      </a:pathLst>
                    </a:custGeom>
                    <a:solidFill>
                      <a:srgbClr val="EF2B2F"/>
                    </a:solidFill>
                    <a:ln>
                      <a:noFill/>
                    </a:ln>
                  </p:spPr>
                  <p:txBody>
                    <a:bodyPr/>
                    <a:lstStyle/>
                    <a:p>
                      <a:pPr>
                        <a:defRPr/>
                      </a:pPr>
                      <a:endParaRPr lang="en-US" sz="1050">
                        <a:latin typeface="+mj-lt"/>
                      </a:endParaRPr>
                    </a:p>
                  </p:txBody>
                </p:sp>
                <p:sp>
                  <p:nvSpPr>
                    <p:cNvPr id="41258" name="Freeform 724">
                      <a:extLst>
                        <a:ext uri="{FF2B5EF4-FFF2-40B4-BE49-F238E27FC236}">
                          <a16:creationId xmlns="" xmlns:a16="http://schemas.microsoft.com/office/drawing/2014/main" id="{5E03272A-9910-CB62-F087-8186CB93CB02}"/>
                        </a:ext>
                      </a:extLst>
                    </p:cNvPr>
                    <p:cNvSpPr>
                      <a:spLocks/>
                    </p:cNvSpPr>
                    <p:nvPr/>
                  </p:nvSpPr>
                  <p:spPr bwMode="auto">
                    <a:xfrm>
                      <a:off x="2707" y="2210"/>
                      <a:ext cx="141" cy="140"/>
                    </a:xfrm>
                    <a:custGeom>
                      <a:avLst/>
                      <a:gdLst>
                        <a:gd name="T0" fmla="*/ 0 w 853"/>
                        <a:gd name="T1" fmla="*/ 0 h 852"/>
                        <a:gd name="T2" fmla="*/ 0 w 853"/>
                        <a:gd name="T3" fmla="*/ 0 h 852"/>
                        <a:gd name="T4" fmla="*/ 0 w 853"/>
                        <a:gd name="T5" fmla="*/ 0 h 852"/>
                        <a:gd name="T6" fmla="*/ 0 w 853"/>
                        <a:gd name="T7" fmla="*/ 0 h 852"/>
                        <a:gd name="T8" fmla="*/ 0 w 853"/>
                        <a:gd name="T9" fmla="*/ 0 h 852"/>
                        <a:gd name="T10" fmla="*/ 0 w 853"/>
                        <a:gd name="T11" fmla="*/ 0 h 852"/>
                        <a:gd name="T12" fmla="*/ 0 w 853"/>
                        <a:gd name="T13" fmla="*/ 0 h 852"/>
                        <a:gd name="T14" fmla="*/ 0 w 853"/>
                        <a:gd name="T15" fmla="*/ 0 h 852"/>
                        <a:gd name="T16" fmla="*/ 0 w 853"/>
                        <a:gd name="T17" fmla="*/ 0 h 852"/>
                        <a:gd name="T18" fmla="*/ 0 w 853"/>
                        <a:gd name="T19" fmla="*/ 0 h 852"/>
                        <a:gd name="T20" fmla="*/ 0 w 853"/>
                        <a:gd name="T21" fmla="*/ 0 h 852"/>
                        <a:gd name="T22" fmla="*/ 0 w 853"/>
                        <a:gd name="T23" fmla="*/ 0 h 852"/>
                        <a:gd name="T24" fmla="*/ 0 w 853"/>
                        <a:gd name="T25" fmla="*/ 0 h 852"/>
                        <a:gd name="T26" fmla="*/ 0 w 853"/>
                        <a:gd name="T27" fmla="*/ 0 h 852"/>
                        <a:gd name="T28" fmla="*/ 0 w 853"/>
                        <a:gd name="T29" fmla="*/ 0 h 852"/>
                        <a:gd name="T30" fmla="*/ 0 w 853"/>
                        <a:gd name="T31" fmla="*/ 0 h 852"/>
                        <a:gd name="T32" fmla="*/ 0 w 853"/>
                        <a:gd name="T33" fmla="*/ 0 h 852"/>
                        <a:gd name="T34" fmla="*/ 0 w 853"/>
                        <a:gd name="T35" fmla="*/ 0 h 852"/>
                        <a:gd name="T36" fmla="*/ 0 w 853"/>
                        <a:gd name="T37" fmla="*/ 0 h 852"/>
                        <a:gd name="T38" fmla="*/ 0 w 853"/>
                        <a:gd name="T39" fmla="*/ 0 h 852"/>
                        <a:gd name="T40" fmla="*/ 0 w 853"/>
                        <a:gd name="T41" fmla="*/ 0 h 852"/>
                        <a:gd name="T42" fmla="*/ 0 w 853"/>
                        <a:gd name="T43" fmla="*/ 0 h 852"/>
                        <a:gd name="T44" fmla="*/ 0 w 853"/>
                        <a:gd name="T45" fmla="*/ 0 h 852"/>
                        <a:gd name="T46" fmla="*/ 0 w 853"/>
                        <a:gd name="T47" fmla="*/ 0 h 852"/>
                        <a:gd name="T48" fmla="*/ 0 w 853"/>
                        <a:gd name="T49" fmla="*/ 0 h 852"/>
                        <a:gd name="T50" fmla="*/ 0 w 853"/>
                        <a:gd name="T51" fmla="*/ 0 h 852"/>
                        <a:gd name="T52" fmla="*/ 0 w 853"/>
                        <a:gd name="T53" fmla="*/ 0 h 852"/>
                        <a:gd name="T54" fmla="*/ 0 w 853"/>
                        <a:gd name="T55" fmla="*/ 0 h 852"/>
                        <a:gd name="T56" fmla="*/ 0 w 853"/>
                        <a:gd name="T57" fmla="*/ 0 h 852"/>
                        <a:gd name="T58" fmla="*/ 0 w 853"/>
                        <a:gd name="T59" fmla="*/ 0 h 852"/>
                        <a:gd name="T60" fmla="*/ 0 w 853"/>
                        <a:gd name="T61" fmla="*/ 0 h 852"/>
                        <a:gd name="T62" fmla="*/ 0 w 853"/>
                        <a:gd name="T63" fmla="*/ 0 h 852"/>
                        <a:gd name="T64" fmla="*/ 0 w 853"/>
                        <a:gd name="T65" fmla="*/ 0 h 852"/>
                        <a:gd name="T66" fmla="*/ 0 w 853"/>
                        <a:gd name="T67" fmla="*/ 0 h 852"/>
                        <a:gd name="T68" fmla="*/ 0 w 853"/>
                        <a:gd name="T69" fmla="*/ 0 h 852"/>
                        <a:gd name="T70" fmla="*/ 0 w 853"/>
                        <a:gd name="T71" fmla="*/ 0 h 852"/>
                        <a:gd name="T72" fmla="*/ 0 w 853"/>
                        <a:gd name="T73" fmla="*/ 0 h 852"/>
                        <a:gd name="T74" fmla="*/ 0 w 853"/>
                        <a:gd name="T75" fmla="*/ 0 h 852"/>
                        <a:gd name="T76" fmla="*/ 0 w 853"/>
                        <a:gd name="T77" fmla="*/ 0 h 852"/>
                        <a:gd name="T78" fmla="*/ 0 w 853"/>
                        <a:gd name="T79" fmla="*/ 0 h 852"/>
                        <a:gd name="T80" fmla="*/ 0 w 853"/>
                        <a:gd name="T81" fmla="*/ 0 h 852"/>
                        <a:gd name="T82" fmla="*/ 0 w 853"/>
                        <a:gd name="T83" fmla="*/ 0 h 852"/>
                        <a:gd name="T84" fmla="*/ 0 w 853"/>
                        <a:gd name="T85" fmla="*/ 0 h 8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3"/>
                        <a:gd name="T130" fmla="*/ 0 h 852"/>
                        <a:gd name="T131" fmla="*/ 853 w 853"/>
                        <a:gd name="T132" fmla="*/ 852 h 85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3" h="852">
                          <a:moveTo>
                            <a:pt x="418" y="0"/>
                          </a:moveTo>
                          <a:lnTo>
                            <a:pt x="440" y="0"/>
                          </a:lnTo>
                          <a:lnTo>
                            <a:pt x="462" y="1"/>
                          </a:lnTo>
                          <a:lnTo>
                            <a:pt x="484" y="3"/>
                          </a:lnTo>
                          <a:lnTo>
                            <a:pt x="504" y="8"/>
                          </a:lnTo>
                          <a:lnTo>
                            <a:pt x="525" y="12"/>
                          </a:lnTo>
                          <a:lnTo>
                            <a:pt x="545" y="17"/>
                          </a:lnTo>
                          <a:lnTo>
                            <a:pt x="566" y="24"/>
                          </a:lnTo>
                          <a:lnTo>
                            <a:pt x="585" y="31"/>
                          </a:lnTo>
                          <a:lnTo>
                            <a:pt x="604" y="38"/>
                          </a:lnTo>
                          <a:lnTo>
                            <a:pt x="622" y="48"/>
                          </a:lnTo>
                          <a:lnTo>
                            <a:pt x="640" y="58"/>
                          </a:lnTo>
                          <a:lnTo>
                            <a:pt x="658" y="69"/>
                          </a:lnTo>
                          <a:lnTo>
                            <a:pt x="675" y="80"/>
                          </a:lnTo>
                          <a:lnTo>
                            <a:pt x="691" y="93"/>
                          </a:lnTo>
                          <a:lnTo>
                            <a:pt x="707" y="105"/>
                          </a:lnTo>
                          <a:lnTo>
                            <a:pt x="722" y="120"/>
                          </a:lnTo>
                          <a:lnTo>
                            <a:pt x="737" y="134"/>
                          </a:lnTo>
                          <a:lnTo>
                            <a:pt x="750" y="150"/>
                          </a:lnTo>
                          <a:lnTo>
                            <a:pt x="763" y="166"/>
                          </a:lnTo>
                          <a:lnTo>
                            <a:pt x="776" y="182"/>
                          </a:lnTo>
                          <a:lnTo>
                            <a:pt x="786" y="199"/>
                          </a:lnTo>
                          <a:lnTo>
                            <a:pt x="797" y="217"/>
                          </a:lnTo>
                          <a:lnTo>
                            <a:pt x="808" y="235"/>
                          </a:lnTo>
                          <a:lnTo>
                            <a:pt x="816" y="254"/>
                          </a:lnTo>
                          <a:lnTo>
                            <a:pt x="825" y="273"/>
                          </a:lnTo>
                          <a:lnTo>
                            <a:pt x="831" y="292"/>
                          </a:lnTo>
                          <a:lnTo>
                            <a:pt x="837" y="312"/>
                          </a:lnTo>
                          <a:lnTo>
                            <a:pt x="843" y="333"/>
                          </a:lnTo>
                          <a:lnTo>
                            <a:pt x="847" y="354"/>
                          </a:lnTo>
                          <a:lnTo>
                            <a:pt x="850" y="375"/>
                          </a:lnTo>
                          <a:lnTo>
                            <a:pt x="852" y="397"/>
                          </a:lnTo>
                          <a:lnTo>
                            <a:pt x="853" y="418"/>
                          </a:lnTo>
                          <a:lnTo>
                            <a:pt x="852" y="441"/>
                          </a:lnTo>
                          <a:lnTo>
                            <a:pt x="851" y="462"/>
                          </a:lnTo>
                          <a:lnTo>
                            <a:pt x="849" y="483"/>
                          </a:lnTo>
                          <a:lnTo>
                            <a:pt x="846" y="504"/>
                          </a:lnTo>
                          <a:lnTo>
                            <a:pt x="842" y="525"/>
                          </a:lnTo>
                          <a:lnTo>
                            <a:pt x="836" y="546"/>
                          </a:lnTo>
                          <a:lnTo>
                            <a:pt x="830" y="566"/>
                          </a:lnTo>
                          <a:lnTo>
                            <a:pt x="823" y="585"/>
                          </a:lnTo>
                          <a:lnTo>
                            <a:pt x="814" y="604"/>
                          </a:lnTo>
                          <a:lnTo>
                            <a:pt x="805" y="622"/>
                          </a:lnTo>
                          <a:lnTo>
                            <a:pt x="795" y="640"/>
                          </a:lnTo>
                          <a:lnTo>
                            <a:pt x="784" y="658"/>
                          </a:lnTo>
                          <a:lnTo>
                            <a:pt x="773" y="675"/>
                          </a:lnTo>
                          <a:lnTo>
                            <a:pt x="760" y="691"/>
                          </a:lnTo>
                          <a:lnTo>
                            <a:pt x="747" y="707"/>
                          </a:lnTo>
                          <a:lnTo>
                            <a:pt x="733" y="722"/>
                          </a:lnTo>
                          <a:lnTo>
                            <a:pt x="719" y="737"/>
                          </a:lnTo>
                          <a:lnTo>
                            <a:pt x="704" y="750"/>
                          </a:lnTo>
                          <a:lnTo>
                            <a:pt x="688" y="763"/>
                          </a:lnTo>
                          <a:lnTo>
                            <a:pt x="671" y="775"/>
                          </a:lnTo>
                          <a:lnTo>
                            <a:pt x="654" y="786"/>
                          </a:lnTo>
                          <a:lnTo>
                            <a:pt x="636" y="797"/>
                          </a:lnTo>
                          <a:lnTo>
                            <a:pt x="618" y="808"/>
                          </a:lnTo>
                          <a:lnTo>
                            <a:pt x="600" y="816"/>
                          </a:lnTo>
                          <a:lnTo>
                            <a:pt x="580" y="824"/>
                          </a:lnTo>
                          <a:lnTo>
                            <a:pt x="560" y="831"/>
                          </a:lnTo>
                          <a:lnTo>
                            <a:pt x="540" y="837"/>
                          </a:lnTo>
                          <a:lnTo>
                            <a:pt x="520" y="843"/>
                          </a:lnTo>
                          <a:lnTo>
                            <a:pt x="499" y="847"/>
                          </a:lnTo>
                          <a:lnTo>
                            <a:pt x="477" y="850"/>
                          </a:lnTo>
                          <a:lnTo>
                            <a:pt x="456" y="851"/>
                          </a:lnTo>
                          <a:lnTo>
                            <a:pt x="434" y="852"/>
                          </a:lnTo>
                          <a:lnTo>
                            <a:pt x="413" y="852"/>
                          </a:lnTo>
                          <a:lnTo>
                            <a:pt x="390" y="851"/>
                          </a:lnTo>
                          <a:lnTo>
                            <a:pt x="369" y="849"/>
                          </a:lnTo>
                          <a:lnTo>
                            <a:pt x="348" y="846"/>
                          </a:lnTo>
                          <a:lnTo>
                            <a:pt x="328" y="842"/>
                          </a:lnTo>
                          <a:lnTo>
                            <a:pt x="308" y="835"/>
                          </a:lnTo>
                          <a:lnTo>
                            <a:pt x="287" y="829"/>
                          </a:lnTo>
                          <a:lnTo>
                            <a:pt x="267" y="823"/>
                          </a:lnTo>
                          <a:lnTo>
                            <a:pt x="248" y="814"/>
                          </a:lnTo>
                          <a:lnTo>
                            <a:pt x="230" y="804"/>
                          </a:lnTo>
                          <a:lnTo>
                            <a:pt x="212" y="795"/>
                          </a:lnTo>
                          <a:lnTo>
                            <a:pt x="194" y="784"/>
                          </a:lnTo>
                          <a:lnTo>
                            <a:pt x="177" y="773"/>
                          </a:lnTo>
                          <a:lnTo>
                            <a:pt x="161" y="760"/>
                          </a:lnTo>
                          <a:lnTo>
                            <a:pt x="145" y="747"/>
                          </a:lnTo>
                          <a:lnTo>
                            <a:pt x="130" y="733"/>
                          </a:lnTo>
                          <a:lnTo>
                            <a:pt x="116" y="719"/>
                          </a:lnTo>
                          <a:lnTo>
                            <a:pt x="103" y="704"/>
                          </a:lnTo>
                          <a:lnTo>
                            <a:pt x="89" y="688"/>
                          </a:lnTo>
                          <a:lnTo>
                            <a:pt x="77" y="671"/>
                          </a:lnTo>
                          <a:lnTo>
                            <a:pt x="65" y="654"/>
                          </a:lnTo>
                          <a:lnTo>
                            <a:pt x="55" y="636"/>
                          </a:lnTo>
                          <a:lnTo>
                            <a:pt x="45" y="618"/>
                          </a:lnTo>
                          <a:lnTo>
                            <a:pt x="37" y="599"/>
                          </a:lnTo>
                          <a:lnTo>
                            <a:pt x="28" y="580"/>
                          </a:lnTo>
                          <a:lnTo>
                            <a:pt x="21" y="560"/>
                          </a:lnTo>
                          <a:lnTo>
                            <a:pt x="14" y="540"/>
                          </a:lnTo>
                          <a:lnTo>
                            <a:pt x="10" y="520"/>
                          </a:lnTo>
                          <a:lnTo>
                            <a:pt x="6" y="499"/>
                          </a:lnTo>
                          <a:lnTo>
                            <a:pt x="3" y="478"/>
                          </a:lnTo>
                          <a:lnTo>
                            <a:pt x="1" y="456"/>
                          </a:lnTo>
                          <a:lnTo>
                            <a:pt x="0" y="434"/>
                          </a:lnTo>
                          <a:lnTo>
                            <a:pt x="0" y="412"/>
                          </a:lnTo>
                          <a:lnTo>
                            <a:pt x="1" y="391"/>
                          </a:lnTo>
                          <a:lnTo>
                            <a:pt x="4" y="369"/>
                          </a:lnTo>
                          <a:lnTo>
                            <a:pt x="7" y="348"/>
                          </a:lnTo>
                          <a:lnTo>
                            <a:pt x="11" y="328"/>
                          </a:lnTo>
                          <a:lnTo>
                            <a:pt x="17" y="307"/>
                          </a:lnTo>
                          <a:lnTo>
                            <a:pt x="23" y="288"/>
                          </a:lnTo>
                          <a:lnTo>
                            <a:pt x="30" y="268"/>
                          </a:lnTo>
                          <a:lnTo>
                            <a:pt x="39" y="249"/>
                          </a:lnTo>
                          <a:lnTo>
                            <a:pt x="47" y="231"/>
                          </a:lnTo>
                          <a:lnTo>
                            <a:pt x="57" y="212"/>
                          </a:lnTo>
                          <a:lnTo>
                            <a:pt x="69" y="194"/>
                          </a:lnTo>
                          <a:lnTo>
                            <a:pt x="80" y="177"/>
                          </a:lnTo>
                          <a:lnTo>
                            <a:pt x="92" y="162"/>
                          </a:lnTo>
                          <a:lnTo>
                            <a:pt x="106" y="146"/>
                          </a:lnTo>
                          <a:lnTo>
                            <a:pt x="120" y="131"/>
                          </a:lnTo>
                          <a:lnTo>
                            <a:pt x="133" y="116"/>
                          </a:lnTo>
                          <a:lnTo>
                            <a:pt x="149" y="102"/>
                          </a:lnTo>
                          <a:lnTo>
                            <a:pt x="165" y="89"/>
                          </a:lnTo>
                          <a:lnTo>
                            <a:pt x="181" y="78"/>
                          </a:lnTo>
                          <a:lnTo>
                            <a:pt x="198" y="66"/>
                          </a:lnTo>
                          <a:lnTo>
                            <a:pt x="216" y="55"/>
                          </a:lnTo>
                          <a:lnTo>
                            <a:pt x="234" y="46"/>
                          </a:lnTo>
                          <a:lnTo>
                            <a:pt x="253" y="36"/>
                          </a:lnTo>
                          <a:lnTo>
                            <a:pt x="272" y="29"/>
                          </a:lnTo>
                          <a:lnTo>
                            <a:pt x="292" y="22"/>
                          </a:lnTo>
                          <a:lnTo>
                            <a:pt x="312" y="15"/>
                          </a:lnTo>
                          <a:lnTo>
                            <a:pt x="333" y="10"/>
                          </a:lnTo>
                          <a:lnTo>
                            <a:pt x="353" y="7"/>
                          </a:lnTo>
                          <a:lnTo>
                            <a:pt x="374" y="3"/>
                          </a:lnTo>
                          <a:lnTo>
                            <a:pt x="397" y="1"/>
                          </a:lnTo>
                          <a:lnTo>
                            <a:pt x="418" y="0"/>
                          </a:lnTo>
                          <a:close/>
                        </a:path>
                      </a:pathLst>
                    </a:custGeom>
                    <a:solidFill>
                      <a:srgbClr val="DC2B19"/>
                    </a:solidFill>
                    <a:ln>
                      <a:noFill/>
                    </a:ln>
                  </p:spPr>
                  <p:txBody>
                    <a:bodyPr/>
                    <a:lstStyle/>
                    <a:p>
                      <a:pPr>
                        <a:defRPr/>
                      </a:pPr>
                      <a:endParaRPr lang="en-US" sz="1050">
                        <a:latin typeface="+mj-lt"/>
                      </a:endParaRPr>
                    </a:p>
                  </p:txBody>
                </p:sp>
                <p:sp>
                  <p:nvSpPr>
                    <p:cNvPr id="41259" name="Freeform 725">
                      <a:extLst>
                        <a:ext uri="{FF2B5EF4-FFF2-40B4-BE49-F238E27FC236}">
                          <a16:creationId xmlns="" xmlns:a16="http://schemas.microsoft.com/office/drawing/2014/main" id="{A9E946D5-B509-A2BC-07F4-4006972CF82D}"/>
                        </a:ext>
                      </a:extLst>
                    </p:cNvPr>
                    <p:cNvSpPr>
                      <a:spLocks/>
                    </p:cNvSpPr>
                    <p:nvPr/>
                  </p:nvSpPr>
                  <p:spPr bwMode="auto">
                    <a:xfrm>
                      <a:off x="2773" y="2194"/>
                      <a:ext cx="88" cy="84"/>
                    </a:xfrm>
                    <a:custGeom>
                      <a:avLst/>
                      <a:gdLst>
                        <a:gd name="T0" fmla="*/ 0 w 530"/>
                        <a:gd name="T1" fmla="*/ 0 h 513"/>
                        <a:gd name="T2" fmla="*/ 0 w 530"/>
                        <a:gd name="T3" fmla="*/ 0 h 513"/>
                        <a:gd name="T4" fmla="*/ 0 w 530"/>
                        <a:gd name="T5" fmla="*/ 0 h 513"/>
                        <a:gd name="T6" fmla="*/ 0 w 530"/>
                        <a:gd name="T7" fmla="*/ 0 h 513"/>
                        <a:gd name="T8" fmla="*/ 0 w 530"/>
                        <a:gd name="T9" fmla="*/ 0 h 513"/>
                        <a:gd name="T10" fmla="*/ 0 w 530"/>
                        <a:gd name="T11" fmla="*/ 0 h 513"/>
                        <a:gd name="T12" fmla="*/ 0 w 530"/>
                        <a:gd name="T13" fmla="*/ 0 h 513"/>
                        <a:gd name="T14" fmla="*/ 0 w 530"/>
                        <a:gd name="T15" fmla="*/ 0 h 513"/>
                        <a:gd name="T16" fmla="*/ 0 w 530"/>
                        <a:gd name="T17" fmla="*/ 0 h 513"/>
                        <a:gd name="T18" fmla="*/ 0 w 530"/>
                        <a:gd name="T19" fmla="*/ 0 h 513"/>
                        <a:gd name="T20" fmla="*/ 0 w 530"/>
                        <a:gd name="T21" fmla="*/ 0 h 513"/>
                        <a:gd name="T22" fmla="*/ 0 w 530"/>
                        <a:gd name="T23" fmla="*/ 0 h 513"/>
                        <a:gd name="T24" fmla="*/ 0 w 530"/>
                        <a:gd name="T25" fmla="*/ 0 h 513"/>
                        <a:gd name="T26" fmla="*/ 0 w 530"/>
                        <a:gd name="T27" fmla="*/ 0 h 513"/>
                        <a:gd name="T28" fmla="*/ 0 w 530"/>
                        <a:gd name="T29" fmla="*/ 0 h 513"/>
                        <a:gd name="T30" fmla="*/ 0 w 530"/>
                        <a:gd name="T31" fmla="*/ 0 h 513"/>
                        <a:gd name="T32" fmla="*/ 0 w 530"/>
                        <a:gd name="T33" fmla="*/ 0 h 513"/>
                        <a:gd name="T34" fmla="*/ 0 w 530"/>
                        <a:gd name="T35" fmla="*/ 0 h 513"/>
                        <a:gd name="T36" fmla="*/ 0 w 530"/>
                        <a:gd name="T37" fmla="*/ 0 h 513"/>
                        <a:gd name="T38" fmla="*/ 0 w 530"/>
                        <a:gd name="T39" fmla="*/ 0 h 513"/>
                        <a:gd name="T40" fmla="*/ 0 w 530"/>
                        <a:gd name="T41" fmla="*/ 0 h 513"/>
                        <a:gd name="T42" fmla="*/ 0 w 530"/>
                        <a:gd name="T43" fmla="*/ 0 h 513"/>
                        <a:gd name="T44" fmla="*/ 0 w 530"/>
                        <a:gd name="T45" fmla="*/ 0 h 513"/>
                        <a:gd name="T46" fmla="*/ 0 w 530"/>
                        <a:gd name="T47" fmla="*/ 0 h 513"/>
                        <a:gd name="T48" fmla="*/ 0 w 530"/>
                        <a:gd name="T49" fmla="*/ 0 h 513"/>
                        <a:gd name="T50" fmla="*/ 0 w 530"/>
                        <a:gd name="T51" fmla="*/ 0 h 513"/>
                        <a:gd name="T52" fmla="*/ 0 w 530"/>
                        <a:gd name="T53" fmla="*/ 0 h 513"/>
                        <a:gd name="T54" fmla="*/ 0 w 530"/>
                        <a:gd name="T55" fmla="*/ 0 h 513"/>
                        <a:gd name="T56" fmla="*/ 0 w 530"/>
                        <a:gd name="T57" fmla="*/ 0 h 513"/>
                        <a:gd name="T58" fmla="*/ 0 w 530"/>
                        <a:gd name="T59" fmla="*/ 0 h 513"/>
                        <a:gd name="T60" fmla="*/ 0 w 530"/>
                        <a:gd name="T61" fmla="*/ 0 h 513"/>
                        <a:gd name="T62" fmla="*/ 0 w 530"/>
                        <a:gd name="T63" fmla="*/ 0 h 513"/>
                        <a:gd name="T64" fmla="*/ 0 w 530"/>
                        <a:gd name="T65" fmla="*/ 0 h 513"/>
                        <a:gd name="T66" fmla="*/ 0 w 530"/>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3"/>
                        <a:gd name="T104" fmla="*/ 530 w 530"/>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3">
                          <a:moveTo>
                            <a:pt x="530" y="510"/>
                          </a:moveTo>
                          <a:lnTo>
                            <a:pt x="530" y="510"/>
                          </a:lnTo>
                          <a:lnTo>
                            <a:pt x="529" y="483"/>
                          </a:lnTo>
                          <a:lnTo>
                            <a:pt x="526" y="457"/>
                          </a:lnTo>
                          <a:lnTo>
                            <a:pt x="522" y="431"/>
                          </a:lnTo>
                          <a:lnTo>
                            <a:pt x="517" y="405"/>
                          </a:lnTo>
                          <a:lnTo>
                            <a:pt x="511" y="381"/>
                          </a:lnTo>
                          <a:lnTo>
                            <a:pt x="503" y="356"/>
                          </a:lnTo>
                          <a:lnTo>
                            <a:pt x="495" y="332"/>
                          </a:lnTo>
                          <a:lnTo>
                            <a:pt x="484" y="309"/>
                          </a:lnTo>
                          <a:lnTo>
                            <a:pt x="474" y="285"/>
                          </a:lnTo>
                          <a:lnTo>
                            <a:pt x="462" y="263"/>
                          </a:lnTo>
                          <a:lnTo>
                            <a:pt x="449" y="242"/>
                          </a:lnTo>
                          <a:lnTo>
                            <a:pt x="435" y="221"/>
                          </a:lnTo>
                          <a:lnTo>
                            <a:pt x="420" y="200"/>
                          </a:lnTo>
                          <a:lnTo>
                            <a:pt x="405" y="181"/>
                          </a:lnTo>
                          <a:lnTo>
                            <a:pt x="388" y="163"/>
                          </a:lnTo>
                          <a:lnTo>
                            <a:pt x="369" y="145"/>
                          </a:lnTo>
                          <a:lnTo>
                            <a:pt x="351" y="128"/>
                          </a:lnTo>
                          <a:lnTo>
                            <a:pt x="332" y="112"/>
                          </a:lnTo>
                          <a:lnTo>
                            <a:pt x="312" y="98"/>
                          </a:lnTo>
                          <a:lnTo>
                            <a:pt x="292" y="84"/>
                          </a:lnTo>
                          <a:lnTo>
                            <a:pt x="271" y="70"/>
                          </a:lnTo>
                          <a:lnTo>
                            <a:pt x="248" y="58"/>
                          </a:lnTo>
                          <a:lnTo>
                            <a:pt x="226" y="47"/>
                          </a:lnTo>
                          <a:lnTo>
                            <a:pt x="203" y="37"/>
                          </a:lnTo>
                          <a:lnTo>
                            <a:pt x="178" y="29"/>
                          </a:lnTo>
                          <a:lnTo>
                            <a:pt x="154" y="20"/>
                          </a:lnTo>
                          <a:lnTo>
                            <a:pt x="129" y="14"/>
                          </a:lnTo>
                          <a:lnTo>
                            <a:pt x="105" y="8"/>
                          </a:lnTo>
                          <a:lnTo>
                            <a:pt x="78" y="4"/>
                          </a:lnTo>
                          <a:lnTo>
                            <a:pt x="53" y="1"/>
                          </a:lnTo>
                          <a:lnTo>
                            <a:pt x="26" y="0"/>
                          </a:lnTo>
                          <a:lnTo>
                            <a:pt x="0" y="0"/>
                          </a:lnTo>
                          <a:lnTo>
                            <a:pt x="3" y="187"/>
                          </a:lnTo>
                          <a:lnTo>
                            <a:pt x="20" y="187"/>
                          </a:lnTo>
                          <a:lnTo>
                            <a:pt x="37" y="188"/>
                          </a:lnTo>
                          <a:lnTo>
                            <a:pt x="54" y="190"/>
                          </a:lnTo>
                          <a:lnTo>
                            <a:pt x="70" y="192"/>
                          </a:lnTo>
                          <a:lnTo>
                            <a:pt x="86" y="196"/>
                          </a:lnTo>
                          <a:lnTo>
                            <a:pt x="103" y="199"/>
                          </a:lnTo>
                          <a:lnTo>
                            <a:pt x="118" y="205"/>
                          </a:lnTo>
                          <a:lnTo>
                            <a:pt x="133" y="210"/>
                          </a:lnTo>
                          <a:lnTo>
                            <a:pt x="148" y="216"/>
                          </a:lnTo>
                          <a:lnTo>
                            <a:pt x="162" y="224"/>
                          </a:lnTo>
                          <a:lnTo>
                            <a:pt x="176" y="232"/>
                          </a:lnTo>
                          <a:lnTo>
                            <a:pt x="190" y="240"/>
                          </a:lnTo>
                          <a:lnTo>
                            <a:pt x="204" y="249"/>
                          </a:lnTo>
                          <a:lnTo>
                            <a:pt x="217" y="259"/>
                          </a:lnTo>
                          <a:lnTo>
                            <a:pt x="228" y="269"/>
                          </a:lnTo>
                          <a:lnTo>
                            <a:pt x="240" y="280"/>
                          </a:lnTo>
                          <a:lnTo>
                            <a:pt x="252" y="292"/>
                          </a:lnTo>
                          <a:lnTo>
                            <a:pt x="262" y="303"/>
                          </a:lnTo>
                          <a:lnTo>
                            <a:pt x="272" y="316"/>
                          </a:lnTo>
                          <a:lnTo>
                            <a:pt x="282" y="329"/>
                          </a:lnTo>
                          <a:lnTo>
                            <a:pt x="291" y="342"/>
                          </a:lnTo>
                          <a:lnTo>
                            <a:pt x="299" y="355"/>
                          </a:lnTo>
                          <a:lnTo>
                            <a:pt x="307" y="370"/>
                          </a:lnTo>
                          <a:lnTo>
                            <a:pt x="314" y="385"/>
                          </a:lnTo>
                          <a:lnTo>
                            <a:pt x="321" y="400"/>
                          </a:lnTo>
                          <a:lnTo>
                            <a:pt x="325" y="415"/>
                          </a:lnTo>
                          <a:lnTo>
                            <a:pt x="330" y="431"/>
                          </a:lnTo>
                          <a:lnTo>
                            <a:pt x="334" y="447"/>
                          </a:lnTo>
                          <a:lnTo>
                            <a:pt x="338" y="462"/>
                          </a:lnTo>
                          <a:lnTo>
                            <a:pt x="340" y="479"/>
                          </a:lnTo>
                          <a:lnTo>
                            <a:pt x="342" y="496"/>
                          </a:lnTo>
                          <a:lnTo>
                            <a:pt x="343" y="513"/>
                          </a:lnTo>
                          <a:lnTo>
                            <a:pt x="530" y="510"/>
                          </a:lnTo>
                          <a:close/>
                        </a:path>
                      </a:pathLst>
                    </a:custGeom>
                    <a:solidFill>
                      <a:srgbClr val="EF2B2F"/>
                    </a:solidFill>
                    <a:ln>
                      <a:noFill/>
                    </a:ln>
                  </p:spPr>
                  <p:txBody>
                    <a:bodyPr/>
                    <a:lstStyle/>
                    <a:p>
                      <a:pPr>
                        <a:defRPr/>
                      </a:pPr>
                      <a:endParaRPr lang="en-US" sz="1050">
                        <a:latin typeface="+mj-lt"/>
                      </a:endParaRPr>
                    </a:p>
                  </p:txBody>
                </p:sp>
                <p:sp>
                  <p:nvSpPr>
                    <p:cNvPr id="41260" name="Freeform 726">
                      <a:extLst>
                        <a:ext uri="{FF2B5EF4-FFF2-40B4-BE49-F238E27FC236}">
                          <a16:creationId xmlns="" xmlns:a16="http://schemas.microsoft.com/office/drawing/2014/main" id="{236D6F46-E58E-BAD4-21DD-6C17032EC6E8}"/>
                        </a:ext>
                      </a:extLst>
                    </p:cNvPr>
                    <p:cNvSpPr>
                      <a:spLocks/>
                    </p:cNvSpPr>
                    <p:nvPr/>
                  </p:nvSpPr>
                  <p:spPr bwMode="auto">
                    <a:xfrm>
                      <a:off x="2777" y="2278"/>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3" y="529"/>
                          </a:moveTo>
                          <a:lnTo>
                            <a:pt x="3" y="529"/>
                          </a:lnTo>
                          <a:lnTo>
                            <a:pt x="30" y="528"/>
                          </a:lnTo>
                          <a:lnTo>
                            <a:pt x="55" y="525"/>
                          </a:lnTo>
                          <a:lnTo>
                            <a:pt x="82" y="522"/>
                          </a:lnTo>
                          <a:lnTo>
                            <a:pt x="107" y="517"/>
                          </a:lnTo>
                          <a:lnTo>
                            <a:pt x="133" y="511"/>
                          </a:lnTo>
                          <a:lnTo>
                            <a:pt x="157" y="503"/>
                          </a:lnTo>
                          <a:lnTo>
                            <a:pt x="180" y="494"/>
                          </a:lnTo>
                          <a:lnTo>
                            <a:pt x="205" y="484"/>
                          </a:lnTo>
                          <a:lnTo>
                            <a:pt x="227" y="473"/>
                          </a:lnTo>
                          <a:lnTo>
                            <a:pt x="249" y="462"/>
                          </a:lnTo>
                          <a:lnTo>
                            <a:pt x="271" y="449"/>
                          </a:lnTo>
                          <a:lnTo>
                            <a:pt x="292" y="435"/>
                          </a:lnTo>
                          <a:lnTo>
                            <a:pt x="312" y="420"/>
                          </a:lnTo>
                          <a:lnTo>
                            <a:pt x="331" y="404"/>
                          </a:lnTo>
                          <a:lnTo>
                            <a:pt x="349" y="387"/>
                          </a:lnTo>
                          <a:lnTo>
                            <a:pt x="367" y="369"/>
                          </a:lnTo>
                          <a:lnTo>
                            <a:pt x="384" y="351"/>
                          </a:lnTo>
                          <a:lnTo>
                            <a:pt x="400" y="332"/>
                          </a:lnTo>
                          <a:lnTo>
                            <a:pt x="415" y="312"/>
                          </a:lnTo>
                          <a:lnTo>
                            <a:pt x="430" y="292"/>
                          </a:lnTo>
                          <a:lnTo>
                            <a:pt x="443" y="271"/>
                          </a:lnTo>
                          <a:lnTo>
                            <a:pt x="455" y="248"/>
                          </a:lnTo>
                          <a:lnTo>
                            <a:pt x="466" y="226"/>
                          </a:lnTo>
                          <a:lnTo>
                            <a:pt x="476" y="203"/>
                          </a:lnTo>
                          <a:lnTo>
                            <a:pt x="485" y="178"/>
                          </a:lnTo>
                          <a:lnTo>
                            <a:pt x="493" y="154"/>
                          </a:lnTo>
                          <a:lnTo>
                            <a:pt x="500" y="130"/>
                          </a:lnTo>
                          <a:lnTo>
                            <a:pt x="504" y="104"/>
                          </a:lnTo>
                          <a:lnTo>
                            <a:pt x="509" y="79"/>
                          </a:lnTo>
                          <a:lnTo>
                            <a:pt x="512" y="52"/>
                          </a:lnTo>
                          <a:lnTo>
                            <a:pt x="514" y="27"/>
                          </a:lnTo>
                          <a:lnTo>
                            <a:pt x="514" y="0"/>
                          </a:lnTo>
                          <a:lnTo>
                            <a:pt x="327" y="3"/>
                          </a:lnTo>
                          <a:lnTo>
                            <a:pt x="326" y="20"/>
                          </a:lnTo>
                          <a:lnTo>
                            <a:pt x="325" y="37"/>
                          </a:lnTo>
                          <a:lnTo>
                            <a:pt x="324" y="54"/>
                          </a:lnTo>
                          <a:lnTo>
                            <a:pt x="321" y="70"/>
                          </a:lnTo>
                          <a:lnTo>
                            <a:pt x="317" y="86"/>
                          </a:lnTo>
                          <a:lnTo>
                            <a:pt x="313" y="102"/>
                          </a:lnTo>
                          <a:lnTo>
                            <a:pt x="309" y="118"/>
                          </a:lnTo>
                          <a:lnTo>
                            <a:pt x="303" y="133"/>
                          </a:lnTo>
                          <a:lnTo>
                            <a:pt x="296" y="148"/>
                          </a:lnTo>
                          <a:lnTo>
                            <a:pt x="289" y="163"/>
                          </a:lnTo>
                          <a:lnTo>
                            <a:pt x="281" y="176"/>
                          </a:lnTo>
                          <a:lnTo>
                            <a:pt x="273" y="190"/>
                          </a:lnTo>
                          <a:lnTo>
                            <a:pt x="264" y="204"/>
                          </a:lnTo>
                          <a:lnTo>
                            <a:pt x="254" y="216"/>
                          </a:lnTo>
                          <a:lnTo>
                            <a:pt x="244" y="228"/>
                          </a:lnTo>
                          <a:lnTo>
                            <a:pt x="232" y="240"/>
                          </a:lnTo>
                          <a:lnTo>
                            <a:pt x="222" y="252"/>
                          </a:lnTo>
                          <a:lnTo>
                            <a:pt x="210" y="262"/>
                          </a:lnTo>
                          <a:lnTo>
                            <a:pt x="197" y="272"/>
                          </a:lnTo>
                          <a:lnTo>
                            <a:pt x="185" y="281"/>
                          </a:lnTo>
                          <a:lnTo>
                            <a:pt x="171" y="291"/>
                          </a:lnTo>
                          <a:lnTo>
                            <a:pt x="157" y="299"/>
                          </a:lnTo>
                          <a:lnTo>
                            <a:pt x="143" y="307"/>
                          </a:lnTo>
                          <a:lnTo>
                            <a:pt x="128" y="314"/>
                          </a:lnTo>
                          <a:lnTo>
                            <a:pt x="113" y="320"/>
                          </a:lnTo>
                          <a:lnTo>
                            <a:pt x="98" y="325"/>
                          </a:lnTo>
                          <a:lnTo>
                            <a:pt x="83" y="330"/>
                          </a:lnTo>
                          <a:lnTo>
                            <a:pt x="67" y="334"/>
                          </a:lnTo>
                          <a:lnTo>
                            <a:pt x="50" y="338"/>
                          </a:lnTo>
                          <a:lnTo>
                            <a:pt x="34" y="340"/>
                          </a:lnTo>
                          <a:lnTo>
                            <a:pt x="17" y="342"/>
                          </a:lnTo>
                          <a:lnTo>
                            <a:pt x="0" y="342"/>
                          </a:lnTo>
                          <a:lnTo>
                            <a:pt x="3" y="529"/>
                          </a:lnTo>
                          <a:close/>
                        </a:path>
                      </a:pathLst>
                    </a:custGeom>
                    <a:solidFill>
                      <a:srgbClr val="EF2B2F"/>
                    </a:solidFill>
                    <a:ln>
                      <a:noFill/>
                    </a:ln>
                  </p:spPr>
                  <p:txBody>
                    <a:bodyPr/>
                    <a:lstStyle/>
                    <a:p>
                      <a:pPr>
                        <a:defRPr/>
                      </a:pPr>
                      <a:endParaRPr lang="en-US" sz="1050">
                        <a:latin typeface="+mj-lt"/>
                      </a:endParaRPr>
                    </a:p>
                  </p:txBody>
                </p:sp>
                <p:sp>
                  <p:nvSpPr>
                    <p:cNvPr id="41261" name="Freeform 727">
                      <a:extLst>
                        <a:ext uri="{FF2B5EF4-FFF2-40B4-BE49-F238E27FC236}">
                          <a16:creationId xmlns="" xmlns:a16="http://schemas.microsoft.com/office/drawing/2014/main" id="{B2797329-D70C-FB81-FA59-01FA38839454}"/>
                        </a:ext>
                      </a:extLst>
                    </p:cNvPr>
                    <p:cNvSpPr>
                      <a:spLocks/>
                    </p:cNvSpPr>
                    <p:nvPr/>
                  </p:nvSpPr>
                  <p:spPr bwMode="auto">
                    <a:xfrm>
                      <a:off x="2689" y="2282"/>
                      <a:ext cx="88" cy="84"/>
                    </a:xfrm>
                    <a:custGeom>
                      <a:avLst/>
                      <a:gdLst>
                        <a:gd name="T0" fmla="*/ 0 w 530"/>
                        <a:gd name="T1" fmla="*/ 0 h 513"/>
                        <a:gd name="T2" fmla="*/ 0 w 530"/>
                        <a:gd name="T3" fmla="*/ 0 h 513"/>
                        <a:gd name="T4" fmla="*/ 0 w 530"/>
                        <a:gd name="T5" fmla="*/ 0 h 513"/>
                        <a:gd name="T6" fmla="*/ 0 w 530"/>
                        <a:gd name="T7" fmla="*/ 0 h 513"/>
                        <a:gd name="T8" fmla="*/ 0 w 530"/>
                        <a:gd name="T9" fmla="*/ 0 h 513"/>
                        <a:gd name="T10" fmla="*/ 0 w 530"/>
                        <a:gd name="T11" fmla="*/ 0 h 513"/>
                        <a:gd name="T12" fmla="*/ 0 w 530"/>
                        <a:gd name="T13" fmla="*/ 0 h 513"/>
                        <a:gd name="T14" fmla="*/ 0 w 530"/>
                        <a:gd name="T15" fmla="*/ 0 h 513"/>
                        <a:gd name="T16" fmla="*/ 0 w 530"/>
                        <a:gd name="T17" fmla="*/ 0 h 513"/>
                        <a:gd name="T18" fmla="*/ 0 w 530"/>
                        <a:gd name="T19" fmla="*/ 0 h 513"/>
                        <a:gd name="T20" fmla="*/ 0 w 530"/>
                        <a:gd name="T21" fmla="*/ 0 h 513"/>
                        <a:gd name="T22" fmla="*/ 0 w 530"/>
                        <a:gd name="T23" fmla="*/ 0 h 513"/>
                        <a:gd name="T24" fmla="*/ 0 w 530"/>
                        <a:gd name="T25" fmla="*/ 0 h 513"/>
                        <a:gd name="T26" fmla="*/ 0 w 530"/>
                        <a:gd name="T27" fmla="*/ 0 h 513"/>
                        <a:gd name="T28" fmla="*/ 0 w 530"/>
                        <a:gd name="T29" fmla="*/ 0 h 513"/>
                        <a:gd name="T30" fmla="*/ 0 w 530"/>
                        <a:gd name="T31" fmla="*/ 0 h 513"/>
                        <a:gd name="T32" fmla="*/ 0 w 530"/>
                        <a:gd name="T33" fmla="*/ 0 h 513"/>
                        <a:gd name="T34" fmla="*/ 0 w 530"/>
                        <a:gd name="T35" fmla="*/ 0 h 513"/>
                        <a:gd name="T36" fmla="*/ 0 w 530"/>
                        <a:gd name="T37" fmla="*/ 0 h 513"/>
                        <a:gd name="T38" fmla="*/ 0 w 530"/>
                        <a:gd name="T39" fmla="*/ 0 h 513"/>
                        <a:gd name="T40" fmla="*/ 0 w 530"/>
                        <a:gd name="T41" fmla="*/ 0 h 513"/>
                        <a:gd name="T42" fmla="*/ 0 w 530"/>
                        <a:gd name="T43" fmla="*/ 0 h 513"/>
                        <a:gd name="T44" fmla="*/ 0 w 530"/>
                        <a:gd name="T45" fmla="*/ 0 h 513"/>
                        <a:gd name="T46" fmla="*/ 0 w 530"/>
                        <a:gd name="T47" fmla="*/ 0 h 513"/>
                        <a:gd name="T48" fmla="*/ 0 w 530"/>
                        <a:gd name="T49" fmla="*/ 0 h 513"/>
                        <a:gd name="T50" fmla="*/ 0 w 530"/>
                        <a:gd name="T51" fmla="*/ 0 h 513"/>
                        <a:gd name="T52" fmla="*/ 0 w 530"/>
                        <a:gd name="T53" fmla="*/ 0 h 513"/>
                        <a:gd name="T54" fmla="*/ 0 w 530"/>
                        <a:gd name="T55" fmla="*/ 0 h 513"/>
                        <a:gd name="T56" fmla="*/ 0 w 530"/>
                        <a:gd name="T57" fmla="*/ 0 h 513"/>
                        <a:gd name="T58" fmla="*/ 0 w 530"/>
                        <a:gd name="T59" fmla="*/ 0 h 513"/>
                        <a:gd name="T60" fmla="*/ 0 w 530"/>
                        <a:gd name="T61" fmla="*/ 0 h 513"/>
                        <a:gd name="T62" fmla="*/ 0 w 530"/>
                        <a:gd name="T63" fmla="*/ 0 h 513"/>
                        <a:gd name="T64" fmla="*/ 0 w 530"/>
                        <a:gd name="T65" fmla="*/ 0 h 513"/>
                        <a:gd name="T66" fmla="*/ 0 w 530"/>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3"/>
                        <a:gd name="T104" fmla="*/ 530 w 530"/>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3">
                          <a:moveTo>
                            <a:pt x="0" y="2"/>
                          </a:moveTo>
                          <a:lnTo>
                            <a:pt x="0" y="2"/>
                          </a:lnTo>
                          <a:lnTo>
                            <a:pt x="1" y="29"/>
                          </a:lnTo>
                          <a:lnTo>
                            <a:pt x="3" y="55"/>
                          </a:lnTo>
                          <a:lnTo>
                            <a:pt x="8" y="82"/>
                          </a:lnTo>
                          <a:lnTo>
                            <a:pt x="13" y="107"/>
                          </a:lnTo>
                          <a:lnTo>
                            <a:pt x="19" y="132"/>
                          </a:lnTo>
                          <a:lnTo>
                            <a:pt x="26" y="156"/>
                          </a:lnTo>
                          <a:lnTo>
                            <a:pt x="35" y="181"/>
                          </a:lnTo>
                          <a:lnTo>
                            <a:pt x="45" y="204"/>
                          </a:lnTo>
                          <a:lnTo>
                            <a:pt x="55" y="227"/>
                          </a:lnTo>
                          <a:lnTo>
                            <a:pt x="68" y="249"/>
                          </a:lnTo>
                          <a:lnTo>
                            <a:pt x="81" y="271"/>
                          </a:lnTo>
                          <a:lnTo>
                            <a:pt x="95" y="292"/>
                          </a:lnTo>
                          <a:lnTo>
                            <a:pt x="109" y="312"/>
                          </a:lnTo>
                          <a:lnTo>
                            <a:pt x="125" y="331"/>
                          </a:lnTo>
                          <a:lnTo>
                            <a:pt x="141" y="349"/>
                          </a:lnTo>
                          <a:lnTo>
                            <a:pt x="159" y="367"/>
                          </a:lnTo>
                          <a:lnTo>
                            <a:pt x="177" y="384"/>
                          </a:lnTo>
                          <a:lnTo>
                            <a:pt x="197" y="400"/>
                          </a:lnTo>
                          <a:lnTo>
                            <a:pt x="217" y="415"/>
                          </a:lnTo>
                          <a:lnTo>
                            <a:pt x="238" y="429"/>
                          </a:lnTo>
                          <a:lnTo>
                            <a:pt x="258" y="443"/>
                          </a:lnTo>
                          <a:lnTo>
                            <a:pt x="280" y="454"/>
                          </a:lnTo>
                          <a:lnTo>
                            <a:pt x="304" y="466"/>
                          </a:lnTo>
                          <a:lnTo>
                            <a:pt x="327" y="475"/>
                          </a:lnTo>
                          <a:lnTo>
                            <a:pt x="351" y="485"/>
                          </a:lnTo>
                          <a:lnTo>
                            <a:pt x="375" y="492"/>
                          </a:lnTo>
                          <a:lnTo>
                            <a:pt x="399" y="499"/>
                          </a:lnTo>
                          <a:lnTo>
                            <a:pt x="425" y="504"/>
                          </a:lnTo>
                          <a:lnTo>
                            <a:pt x="450" y="508"/>
                          </a:lnTo>
                          <a:lnTo>
                            <a:pt x="477" y="512"/>
                          </a:lnTo>
                          <a:lnTo>
                            <a:pt x="503" y="513"/>
                          </a:lnTo>
                          <a:lnTo>
                            <a:pt x="530" y="513"/>
                          </a:lnTo>
                          <a:lnTo>
                            <a:pt x="527" y="326"/>
                          </a:lnTo>
                          <a:lnTo>
                            <a:pt x="509" y="326"/>
                          </a:lnTo>
                          <a:lnTo>
                            <a:pt x="492" y="325"/>
                          </a:lnTo>
                          <a:lnTo>
                            <a:pt x="476" y="324"/>
                          </a:lnTo>
                          <a:lnTo>
                            <a:pt x="459" y="321"/>
                          </a:lnTo>
                          <a:lnTo>
                            <a:pt x="443" y="317"/>
                          </a:lnTo>
                          <a:lnTo>
                            <a:pt x="427" y="313"/>
                          </a:lnTo>
                          <a:lnTo>
                            <a:pt x="411" y="308"/>
                          </a:lnTo>
                          <a:lnTo>
                            <a:pt x="396" y="303"/>
                          </a:lnTo>
                          <a:lnTo>
                            <a:pt x="381" y="296"/>
                          </a:lnTo>
                          <a:lnTo>
                            <a:pt x="368" y="289"/>
                          </a:lnTo>
                          <a:lnTo>
                            <a:pt x="353" y="281"/>
                          </a:lnTo>
                          <a:lnTo>
                            <a:pt x="339" y="273"/>
                          </a:lnTo>
                          <a:lnTo>
                            <a:pt x="326" y="263"/>
                          </a:lnTo>
                          <a:lnTo>
                            <a:pt x="313" y="254"/>
                          </a:lnTo>
                          <a:lnTo>
                            <a:pt x="302" y="243"/>
                          </a:lnTo>
                          <a:lnTo>
                            <a:pt x="289" y="232"/>
                          </a:lnTo>
                          <a:lnTo>
                            <a:pt x="278" y="222"/>
                          </a:lnTo>
                          <a:lnTo>
                            <a:pt x="267" y="209"/>
                          </a:lnTo>
                          <a:lnTo>
                            <a:pt x="257" y="196"/>
                          </a:lnTo>
                          <a:lnTo>
                            <a:pt x="248" y="184"/>
                          </a:lnTo>
                          <a:lnTo>
                            <a:pt x="239" y="171"/>
                          </a:lnTo>
                          <a:lnTo>
                            <a:pt x="231" y="157"/>
                          </a:lnTo>
                          <a:lnTo>
                            <a:pt x="222" y="142"/>
                          </a:lnTo>
                          <a:lnTo>
                            <a:pt x="216" y="129"/>
                          </a:lnTo>
                          <a:lnTo>
                            <a:pt x="209" y="114"/>
                          </a:lnTo>
                          <a:lnTo>
                            <a:pt x="204" y="98"/>
                          </a:lnTo>
                          <a:lnTo>
                            <a:pt x="199" y="83"/>
                          </a:lnTo>
                          <a:lnTo>
                            <a:pt x="195" y="66"/>
                          </a:lnTo>
                          <a:lnTo>
                            <a:pt x="192" y="50"/>
                          </a:lnTo>
                          <a:lnTo>
                            <a:pt x="189" y="34"/>
                          </a:lnTo>
                          <a:lnTo>
                            <a:pt x="188" y="17"/>
                          </a:lnTo>
                          <a:lnTo>
                            <a:pt x="187" y="0"/>
                          </a:lnTo>
                          <a:lnTo>
                            <a:pt x="0" y="2"/>
                          </a:lnTo>
                          <a:close/>
                        </a:path>
                      </a:pathLst>
                    </a:custGeom>
                    <a:solidFill>
                      <a:srgbClr val="EF2B2F"/>
                    </a:solidFill>
                    <a:ln>
                      <a:noFill/>
                    </a:ln>
                  </p:spPr>
                  <p:txBody>
                    <a:bodyPr/>
                    <a:lstStyle/>
                    <a:p>
                      <a:pPr>
                        <a:defRPr/>
                      </a:pPr>
                      <a:endParaRPr lang="en-US" sz="1050">
                        <a:latin typeface="+mj-lt"/>
                      </a:endParaRPr>
                    </a:p>
                  </p:txBody>
                </p:sp>
                <p:sp>
                  <p:nvSpPr>
                    <p:cNvPr id="41262" name="Freeform 728">
                      <a:extLst>
                        <a:ext uri="{FF2B5EF4-FFF2-40B4-BE49-F238E27FC236}">
                          <a16:creationId xmlns="" xmlns:a16="http://schemas.microsoft.com/office/drawing/2014/main" id="{2F88F134-CA9E-E59D-B91C-F2FCBADDA2F2}"/>
                        </a:ext>
                      </a:extLst>
                    </p:cNvPr>
                    <p:cNvSpPr>
                      <a:spLocks/>
                    </p:cNvSpPr>
                    <p:nvPr/>
                  </p:nvSpPr>
                  <p:spPr bwMode="auto">
                    <a:xfrm>
                      <a:off x="2689" y="2194"/>
                      <a:ext cx="88"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511" y="0"/>
                          </a:moveTo>
                          <a:lnTo>
                            <a:pt x="511" y="0"/>
                          </a:lnTo>
                          <a:lnTo>
                            <a:pt x="484" y="1"/>
                          </a:lnTo>
                          <a:lnTo>
                            <a:pt x="458" y="3"/>
                          </a:lnTo>
                          <a:lnTo>
                            <a:pt x="432" y="7"/>
                          </a:lnTo>
                          <a:lnTo>
                            <a:pt x="406" y="13"/>
                          </a:lnTo>
                          <a:lnTo>
                            <a:pt x="381" y="19"/>
                          </a:lnTo>
                          <a:lnTo>
                            <a:pt x="357" y="25"/>
                          </a:lnTo>
                          <a:lnTo>
                            <a:pt x="332" y="35"/>
                          </a:lnTo>
                          <a:lnTo>
                            <a:pt x="309" y="44"/>
                          </a:lnTo>
                          <a:lnTo>
                            <a:pt x="287" y="55"/>
                          </a:lnTo>
                          <a:lnTo>
                            <a:pt x="265" y="67"/>
                          </a:lnTo>
                          <a:lnTo>
                            <a:pt x="242" y="80"/>
                          </a:lnTo>
                          <a:lnTo>
                            <a:pt x="222" y="94"/>
                          </a:lnTo>
                          <a:lnTo>
                            <a:pt x="202" y="109"/>
                          </a:lnTo>
                          <a:lnTo>
                            <a:pt x="183" y="125"/>
                          </a:lnTo>
                          <a:lnTo>
                            <a:pt x="164" y="141"/>
                          </a:lnTo>
                          <a:lnTo>
                            <a:pt x="146" y="159"/>
                          </a:lnTo>
                          <a:lnTo>
                            <a:pt x="129" y="177"/>
                          </a:lnTo>
                          <a:lnTo>
                            <a:pt x="113" y="196"/>
                          </a:lnTo>
                          <a:lnTo>
                            <a:pt x="98" y="216"/>
                          </a:lnTo>
                          <a:lnTo>
                            <a:pt x="84" y="237"/>
                          </a:lnTo>
                          <a:lnTo>
                            <a:pt x="70" y="258"/>
                          </a:lnTo>
                          <a:lnTo>
                            <a:pt x="58" y="280"/>
                          </a:lnTo>
                          <a:lnTo>
                            <a:pt x="48" y="302"/>
                          </a:lnTo>
                          <a:lnTo>
                            <a:pt x="37" y="326"/>
                          </a:lnTo>
                          <a:lnTo>
                            <a:pt x="29" y="350"/>
                          </a:lnTo>
                          <a:lnTo>
                            <a:pt x="20" y="374"/>
                          </a:lnTo>
                          <a:lnTo>
                            <a:pt x="14" y="399"/>
                          </a:lnTo>
                          <a:lnTo>
                            <a:pt x="9" y="424"/>
                          </a:lnTo>
                          <a:lnTo>
                            <a:pt x="4" y="450"/>
                          </a:lnTo>
                          <a:lnTo>
                            <a:pt x="1" y="476"/>
                          </a:lnTo>
                          <a:lnTo>
                            <a:pt x="0" y="503"/>
                          </a:lnTo>
                          <a:lnTo>
                            <a:pt x="0" y="528"/>
                          </a:lnTo>
                          <a:lnTo>
                            <a:pt x="187" y="526"/>
                          </a:lnTo>
                          <a:lnTo>
                            <a:pt x="187" y="508"/>
                          </a:lnTo>
                          <a:lnTo>
                            <a:pt x="188" y="491"/>
                          </a:lnTo>
                          <a:lnTo>
                            <a:pt x="190" y="475"/>
                          </a:lnTo>
                          <a:lnTo>
                            <a:pt x="192" y="458"/>
                          </a:lnTo>
                          <a:lnTo>
                            <a:pt x="197" y="442"/>
                          </a:lnTo>
                          <a:lnTo>
                            <a:pt x="200" y="426"/>
                          </a:lnTo>
                          <a:lnTo>
                            <a:pt x="205" y="411"/>
                          </a:lnTo>
                          <a:lnTo>
                            <a:pt x="211" y="396"/>
                          </a:lnTo>
                          <a:lnTo>
                            <a:pt x="217" y="381"/>
                          </a:lnTo>
                          <a:lnTo>
                            <a:pt x="224" y="367"/>
                          </a:lnTo>
                          <a:lnTo>
                            <a:pt x="233" y="352"/>
                          </a:lnTo>
                          <a:lnTo>
                            <a:pt x="240" y="338"/>
                          </a:lnTo>
                          <a:lnTo>
                            <a:pt x="250" y="326"/>
                          </a:lnTo>
                          <a:lnTo>
                            <a:pt x="259" y="313"/>
                          </a:lnTo>
                          <a:lnTo>
                            <a:pt x="270" y="300"/>
                          </a:lnTo>
                          <a:lnTo>
                            <a:pt x="280" y="289"/>
                          </a:lnTo>
                          <a:lnTo>
                            <a:pt x="292" y="277"/>
                          </a:lnTo>
                          <a:lnTo>
                            <a:pt x="304" y="266"/>
                          </a:lnTo>
                          <a:lnTo>
                            <a:pt x="317" y="257"/>
                          </a:lnTo>
                          <a:lnTo>
                            <a:pt x="329" y="247"/>
                          </a:lnTo>
                          <a:lnTo>
                            <a:pt x="343" y="238"/>
                          </a:lnTo>
                          <a:lnTo>
                            <a:pt x="356" y="229"/>
                          </a:lnTo>
                          <a:lnTo>
                            <a:pt x="371" y="222"/>
                          </a:lnTo>
                          <a:lnTo>
                            <a:pt x="386" y="215"/>
                          </a:lnTo>
                          <a:lnTo>
                            <a:pt x="400" y="209"/>
                          </a:lnTo>
                          <a:lnTo>
                            <a:pt x="415" y="204"/>
                          </a:lnTo>
                          <a:lnTo>
                            <a:pt x="431" y="198"/>
                          </a:lnTo>
                          <a:lnTo>
                            <a:pt x="447" y="194"/>
                          </a:lnTo>
                          <a:lnTo>
                            <a:pt x="463" y="191"/>
                          </a:lnTo>
                          <a:lnTo>
                            <a:pt x="480" y="189"/>
                          </a:lnTo>
                          <a:lnTo>
                            <a:pt x="497" y="188"/>
                          </a:lnTo>
                          <a:lnTo>
                            <a:pt x="514" y="187"/>
                          </a:lnTo>
                          <a:lnTo>
                            <a:pt x="511" y="0"/>
                          </a:lnTo>
                          <a:close/>
                        </a:path>
                      </a:pathLst>
                    </a:custGeom>
                    <a:solidFill>
                      <a:srgbClr val="EF2B2F"/>
                    </a:solidFill>
                    <a:ln>
                      <a:noFill/>
                    </a:ln>
                  </p:spPr>
                  <p:txBody>
                    <a:bodyPr/>
                    <a:lstStyle/>
                    <a:p>
                      <a:pPr>
                        <a:defRPr/>
                      </a:pPr>
                      <a:endParaRPr lang="en-US" sz="1050">
                        <a:latin typeface="+mj-lt"/>
                      </a:endParaRPr>
                    </a:p>
                  </p:txBody>
                </p:sp>
                <p:sp>
                  <p:nvSpPr>
                    <p:cNvPr id="41263" name="Freeform 729">
                      <a:extLst>
                        <a:ext uri="{FF2B5EF4-FFF2-40B4-BE49-F238E27FC236}">
                          <a16:creationId xmlns="" xmlns:a16="http://schemas.microsoft.com/office/drawing/2014/main" id="{B6156191-8981-8151-4406-5739895F0E29}"/>
                        </a:ext>
                      </a:extLst>
                    </p:cNvPr>
                    <p:cNvSpPr>
                      <a:spLocks/>
                    </p:cNvSpPr>
                    <p:nvPr/>
                  </p:nvSpPr>
                  <p:spPr bwMode="auto">
                    <a:xfrm>
                      <a:off x="3437" y="2589"/>
                      <a:ext cx="145" cy="140"/>
                    </a:xfrm>
                    <a:custGeom>
                      <a:avLst/>
                      <a:gdLst>
                        <a:gd name="T0" fmla="*/ 0 w 854"/>
                        <a:gd name="T1" fmla="*/ 0 h 853"/>
                        <a:gd name="T2" fmla="*/ 0 w 854"/>
                        <a:gd name="T3" fmla="*/ 0 h 853"/>
                        <a:gd name="T4" fmla="*/ 0 w 854"/>
                        <a:gd name="T5" fmla="*/ 0 h 853"/>
                        <a:gd name="T6" fmla="*/ 0 w 854"/>
                        <a:gd name="T7" fmla="*/ 0 h 853"/>
                        <a:gd name="T8" fmla="*/ 0 w 854"/>
                        <a:gd name="T9" fmla="*/ 0 h 853"/>
                        <a:gd name="T10" fmla="*/ 0 w 854"/>
                        <a:gd name="T11" fmla="*/ 0 h 853"/>
                        <a:gd name="T12" fmla="*/ 0 w 854"/>
                        <a:gd name="T13" fmla="*/ 0 h 853"/>
                        <a:gd name="T14" fmla="*/ 0 w 854"/>
                        <a:gd name="T15" fmla="*/ 0 h 853"/>
                        <a:gd name="T16" fmla="*/ 0 w 854"/>
                        <a:gd name="T17" fmla="*/ 0 h 853"/>
                        <a:gd name="T18" fmla="*/ 0 w 854"/>
                        <a:gd name="T19" fmla="*/ 0 h 853"/>
                        <a:gd name="T20" fmla="*/ 0 w 854"/>
                        <a:gd name="T21" fmla="*/ 0 h 853"/>
                        <a:gd name="T22" fmla="*/ 0 w 854"/>
                        <a:gd name="T23" fmla="*/ 0 h 853"/>
                        <a:gd name="T24" fmla="*/ 0 w 854"/>
                        <a:gd name="T25" fmla="*/ 0 h 853"/>
                        <a:gd name="T26" fmla="*/ 0 w 854"/>
                        <a:gd name="T27" fmla="*/ 0 h 853"/>
                        <a:gd name="T28" fmla="*/ 0 w 854"/>
                        <a:gd name="T29" fmla="*/ 0 h 853"/>
                        <a:gd name="T30" fmla="*/ 0 w 854"/>
                        <a:gd name="T31" fmla="*/ 0 h 853"/>
                        <a:gd name="T32" fmla="*/ 0 w 854"/>
                        <a:gd name="T33" fmla="*/ 0 h 853"/>
                        <a:gd name="T34" fmla="*/ 0 w 854"/>
                        <a:gd name="T35" fmla="*/ 0 h 853"/>
                        <a:gd name="T36" fmla="*/ 0 w 854"/>
                        <a:gd name="T37" fmla="*/ 0 h 853"/>
                        <a:gd name="T38" fmla="*/ 0 w 854"/>
                        <a:gd name="T39" fmla="*/ 0 h 853"/>
                        <a:gd name="T40" fmla="*/ 0 w 854"/>
                        <a:gd name="T41" fmla="*/ 0 h 853"/>
                        <a:gd name="T42" fmla="*/ 0 w 854"/>
                        <a:gd name="T43" fmla="*/ 0 h 853"/>
                        <a:gd name="T44" fmla="*/ 0 w 854"/>
                        <a:gd name="T45" fmla="*/ 0 h 853"/>
                        <a:gd name="T46" fmla="*/ 0 w 854"/>
                        <a:gd name="T47" fmla="*/ 0 h 853"/>
                        <a:gd name="T48" fmla="*/ 0 w 854"/>
                        <a:gd name="T49" fmla="*/ 0 h 853"/>
                        <a:gd name="T50" fmla="*/ 0 w 854"/>
                        <a:gd name="T51" fmla="*/ 0 h 853"/>
                        <a:gd name="T52" fmla="*/ 0 w 854"/>
                        <a:gd name="T53" fmla="*/ 0 h 853"/>
                        <a:gd name="T54" fmla="*/ 0 w 854"/>
                        <a:gd name="T55" fmla="*/ 0 h 853"/>
                        <a:gd name="T56" fmla="*/ 0 w 854"/>
                        <a:gd name="T57" fmla="*/ 0 h 853"/>
                        <a:gd name="T58" fmla="*/ 0 w 854"/>
                        <a:gd name="T59" fmla="*/ 0 h 853"/>
                        <a:gd name="T60" fmla="*/ 0 w 854"/>
                        <a:gd name="T61" fmla="*/ 0 h 853"/>
                        <a:gd name="T62" fmla="*/ 0 w 854"/>
                        <a:gd name="T63" fmla="*/ 0 h 853"/>
                        <a:gd name="T64" fmla="*/ 0 w 854"/>
                        <a:gd name="T65" fmla="*/ 0 h 853"/>
                        <a:gd name="T66" fmla="*/ 0 w 854"/>
                        <a:gd name="T67" fmla="*/ 0 h 853"/>
                        <a:gd name="T68" fmla="*/ 0 w 854"/>
                        <a:gd name="T69" fmla="*/ 0 h 853"/>
                        <a:gd name="T70" fmla="*/ 0 w 854"/>
                        <a:gd name="T71" fmla="*/ 0 h 853"/>
                        <a:gd name="T72" fmla="*/ 0 w 854"/>
                        <a:gd name="T73" fmla="*/ 0 h 853"/>
                        <a:gd name="T74" fmla="*/ 0 w 854"/>
                        <a:gd name="T75" fmla="*/ 0 h 853"/>
                        <a:gd name="T76" fmla="*/ 0 w 854"/>
                        <a:gd name="T77" fmla="*/ 0 h 853"/>
                        <a:gd name="T78" fmla="*/ 0 w 854"/>
                        <a:gd name="T79" fmla="*/ 0 h 853"/>
                        <a:gd name="T80" fmla="*/ 0 w 854"/>
                        <a:gd name="T81" fmla="*/ 0 h 853"/>
                        <a:gd name="T82" fmla="*/ 0 w 854"/>
                        <a:gd name="T83" fmla="*/ 0 h 853"/>
                        <a:gd name="T84" fmla="*/ 0 w 854"/>
                        <a:gd name="T85" fmla="*/ 0 h 8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4"/>
                        <a:gd name="T130" fmla="*/ 0 h 853"/>
                        <a:gd name="T131" fmla="*/ 854 w 854"/>
                        <a:gd name="T132" fmla="*/ 853 h 8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4" h="853">
                          <a:moveTo>
                            <a:pt x="420" y="0"/>
                          </a:moveTo>
                          <a:lnTo>
                            <a:pt x="441" y="0"/>
                          </a:lnTo>
                          <a:lnTo>
                            <a:pt x="463" y="1"/>
                          </a:lnTo>
                          <a:lnTo>
                            <a:pt x="485" y="4"/>
                          </a:lnTo>
                          <a:lnTo>
                            <a:pt x="506" y="7"/>
                          </a:lnTo>
                          <a:lnTo>
                            <a:pt x="526" y="11"/>
                          </a:lnTo>
                          <a:lnTo>
                            <a:pt x="546" y="17"/>
                          </a:lnTo>
                          <a:lnTo>
                            <a:pt x="567" y="23"/>
                          </a:lnTo>
                          <a:lnTo>
                            <a:pt x="586" y="30"/>
                          </a:lnTo>
                          <a:lnTo>
                            <a:pt x="605" y="39"/>
                          </a:lnTo>
                          <a:lnTo>
                            <a:pt x="624" y="47"/>
                          </a:lnTo>
                          <a:lnTo>
                            <a:pt x="642" y="58"/>
                          </a:lnTo>
                          <a:lnTo>
                            <a:pt x="659" y="69"/>
                          </a:lnTo>
                          <a:lnTo>
                            <a:pt x="676" y="80"/>
                          </a:lnTo>
                          <a:lnTo>
                            <a:pt x="693" y="92"/>
                          </a:lnTo>
                          <a:lnTo>
                            <a:pt x="708" y="106"/>
                          </a:lnTo>
                          <a:lnTo>
                            <a:pt x="724" y="120"/>
                          </a:lnTo>
                          <a:lnTo>
                            <a:pt x="737" y="134"/>
                          </a:lnTo>
                          <a:lnTo>
                            <a:pt x="751" y="149"/>
                          </a:lnTo>
                          <a:lnTo>
                            <a:pt x="764" y="165"/>
                          </a:lnTo>
                          <a:lnTo>
                            <a:pt x="777" y="181"/>
                          </a:lnTo>
                          <a:lnTo>
                            <a:pt x="788" y="199"/>
                          </a:lnTo>
                          <a:lnTo>
                            <a:pt x="799" y="216"/>
                          </a:lnTo>
                          <a:lnTo>
                            <a:pt x="809" y="234"/>
                          </a:lnTo>
                          <a:lnTo>
                            <a:pt x="817" y="253"/>
                          </a:lnTo>
                          <a:lnTo>
                            <a:pt x="826" y="272"/>
                          </a:lnTo>
                          <a:lnTo>
                            <a:pt x="832" y="293"/>
                          </a:lnTo>
                          <a:lnTo>
                            <a:pt x="838" y="313"/>
                          </a:lnTo>
                          <a:lnTo>
                            <a:pt x="844" y="333"/>
                          </a:lnTo>
                          <a:lnTo>
                            <a:pt x="848" y="354"/>
                          </a:lnTo>
                          <a:lnTo>
                            <a:pt x="851" y="375"/>
                          </a:lnTo>
                          <a:lnTo>
                            <a:pt x="853" y="397"/>
                          </a:lnTo>
                          <a:lnTo>
                            <a:pt x="854" y="418"/>
                          </a:lnTo>
                          <a:lnTo>
                            <a:pt x="853" y="440"/>
                          </a:lnTo>
                          <a:lnTo>
                            <a:pt x="852" y="462"/>
                          </a:lnTo>
                          <a:lnTo>
                            <a:pt x="850" y="483"/>
                          </a:lnTo>
                          <a:lnTo>
                            <a:pt x="847" y="504"/>
                          </a:lnTo>
                          <a:lnTo>
                            <a:pt x="843" y="525"/>
                          </a:lnTo>
                          <a:lnTo>
                            <a:pt x="837" y="545"/>
                          </a:lnTo>
                          <a:lnTo>
                            <a:pt x="831" y="565"/>
                          </a:lnTo>
                          <a:lnTo>
                            <a:pt x="824" y="584"/>
                          </a:lnTo>
                          <a:lnTo>
                            <a:pt x="815" y="603"/>
                          </a:lnTo>
                          <a:lnTo>
                            <a:pt x="807" y="622"/>
                          </a:lnTo>
                          <a:lnTo>
                            <a:pt x="796" y="641"/>
                          </a:lnTo>
                          <a:lnTo>
                            <a:pt x="785" y="657"/>
                          </a:lnTo>
                          <a:lnTo>
                            <a:pt x="774" y="674"/>
                          </a:lnTo>
                          <a:lnTo>
                            <a:pt x="761" y="691"/>
                          </a:lnTo>
                          <a:lnTo>
                            <a:pt x="748" y="706"/>
                          </a:lnTo>
                          <a:lnTo>
                            <a:pt x="734" y="722"/>
                          </a:lnTo>
                          <a:lnTo>
                            <a:pt x="719" y="736"/>
                          </a:lnTo>
                          <a:lnTo>
                            <a:pt x="705" y="750"/>
                          </a:lnTo>
                          <a:lnTo>
                            <a:pt x="689" y="763"/>
                          </a:lnTo>
                          <a:lnTo>
                            <a:pt x="672" y="775"/>
                          </a:lnTo>
                          <a:lnTo>
                            <a:pt x="655" y="787"/>
                          </a:lnTo>
                          <a:lnTo>
                            <a:pt x="638" y="798"/>
                          </a:lnTo>
                          <a:lnTo>
                            <a:pt x="619" y="807"/>
                          </a:lnTo>
                          <a:lnTo>
                            <a:pt x="600" y="816"/>
                          </a:lnTo>
                          <a:lnTo>
                            <a:pt x="581" y="824"/>
                          </a:lnTo>
                          <a:lnTo>
                            <a:pt x="561" y="830"/>
                          </a:lnTo>
                          <a:lnTo>
                            <a:pt x="541" y="837"/>
                          </a:lnTo>
                          <a:lnTo>
                            <a:pt x="521" y="842"/>
                          </a:lnTo>
                          <a:lnTo>
                            <a:pt x="500" y="846"/>
                          </a:lnTo>
                          <a:lnTo>
                            <a:pt x="478" y="850"/>
                          </a:lnTo>
                          <a:lnTo>
                            <a:pt x="457" y="852"/>
                          </a:lnTo>
                          <a:lnTo>
                            <a:pt x="435" y="853"/>
                          </a:lnTo>
                          <a:lnTo>
                            <a:pt x="414" y="853"/>
                          </a:lnTo>
                          <a:lnTo>
                            <a:pt x="391" y="851"/>
                          </a:lnTo>
                          <a:lnTo>
                            <a:pt x="370" y="848"/>
                          </a:lnTo>
                          <a:lnTo>
                            <a:pt x="349" y="845"/>
                          </a:lnTo>
                          <a:lnTo>
                            <a:pt x="329" y="841"/>
                          </a:lnTo>
                          <a:lnTo>
                            <a:pt x="308" y="836"/>
                          </a:lnTo>
                          <a:lnTo>
                            <a:pt x="288" y="829"/>
                          </a:lnTo>
                          <a:lnTo>
                            <a:pt x="269" y="822"/>
                          </a:lnTo>
                          <a:lnTo>
                            <a:pt x="250" y="813"/>
                          </a:lnTo>
                          <a:lnTo>
                            <a:pt x="231" y="805"/>
                          </a:lnTo>
                          <a:lnTo>
                            <a:pt x="213" y="794"/>
                          </a:lnTo>
                          <a:lnTo>
                            <a:pt x="196" y="784"/>
                          </a:lnTo>
                          <a:lnTo>
                            <a:pt x="179" y="772"/>
                          </a:lnTo>
                          <a:lnTo>
                            <a:pt x="162" y="759"/>
                          </a:lnTo>
                          <a:lnTo>
                            <a:pt x="146" y="747"/>
                          </a:lnTo>
                          <a:lnTo>
                            <a:pt x="131" y="733"/>
                          </a:lnTo>
                          <a:lnTo>
                            <a:pt x="117" y="718"/>
                          </a:lnTo>
                          <a:lnTo>
                            <a:pt x="103" y="703"/>
                          </a:lnTo>
                          <a:lnTo>
                            <a:pt x="90" y="687"/>
                          </a:lnTo>
                          <a:lnTo>
                            <a:pt x="78" y="670"/>
                          </a:lnTo>
                          <a:lnTo>
                            <a:pt x="66" y="653"/>
                          </a:lnTo>
                          <a:lnTo>
                            <a:pt x="56" y="636"/>
                          </a:lnTo>
                          <a:lnTo>
                            <a:pt x="46" y="618"/>
                          </a:lnTo>
                          <a:lnTo>
                            <a:pt x="38" y="599"/>
                          </a:lnTo>
                          <a:lnTo>
                            <a:pt x="29" y="580"/>
                          </a:lnTo>
                          <a:lnTo>
                            <a:pt x="22" y="560"/>
                          </a:lnTo>
                          <a:lnTo>
                            <a:pt x="16" y="540"/>
                          </a:lnTo>
                          <a:lnTo>
                            <a:pt x="11" y="520"/>
                          </a:lnTo>
                          <a:lnTo>
                            <a:pt x="7" y="498"/>
                          </a:lnTo>
                          <a:lnTo>
                            <a:pt x="4" y="477"/>
                          </a:lnTo>
                          <a:lnTo>
                            <a:pt x="2" y="456"/>
                          </a:lnTo>
                          <a:lnTo>
                            <a:pt x="0" y="434"/>
                          </a:lnTo>
                          <a:lnTo>
                            <a:pt x="0" y="412"/>
                          </a:lnTo>
                          <a:lnTo>
                            <a:pt x="2" y="390"/>
                          </a:lnTo>
                          <a:lnTo>
                            <a:pt x="5" y="369"/>
                          </a:lnTo>
                          <a:lnTo>
                            <a:pt x="8" y="348"/>
                          </a:lnTo>
                          <a:lnTo>
                            <a:pt x="12" y="328"/>
                          </a:lnTo>
                          <a:lnTo>
                            <a:pt x="17" y="307"/>
                          </a:lnTo>
                          <a:lnTo>
                            <a:pt x="24" y="287"/>
                          </a:lnTo>
                          <a:lnTo>
                            <a:pt x="31" y="268"/>
                          </a:lnTo>
                          <a:lnTo>
                            <a:pt x="40" y="249"/>
                          </a:lnTo>
                          <a:lnTo>
                            <a:pt x="48" y="230"/>
                          </a:lnTo>
                          <a:lnTo>
                            <a:pt x="59" y="212"/>
                          </a:lnTo>
                          <a:lnTo>
                            <a:pt x="69" y="195"/>
                          </a:lnTo>
                          <a:lnTo>
                            <a:pt x="81" y="178"/>
                          </a:lnTo>
                          <a:lnTo>
                            <a:pt x="93" y="161"/>
                          </a:lnTo>
                          <a:lnTo>
                            <a:pt x="107" y="145"/>
                          </a:lnTo>
                          <a:lnTo>
                            <a:pt x="120" y="130"/>
                          </a:lnTo>
                          <a:lnTo>
                            <a:pt x="135" y="116"/>
                          </a:lnTo>
                          <a:lnTo>
                            <a:pt x="150" y="103"/>
                          </a:lnTo>
                          <a:lnTo>
                            <a:pt x="166" y="90"/>
                          </a:lnTo>
                          <a:lnTo>
                            <a:pt x="182" y="77"/>
                          </a:lnTo>
                          <a:lnTo>
                            <a:pt x="199" y="65"/>
                          </a:lnTo>
                          <a:lnTo>
                            <a:pt x="217" y="55"/>
                          </a:lnTo>
                          <a:lnTo>
                            <a:pt x="235" y="45"/>
                          </a:lnTo>
                          <a:lnTo>
                            <a:pt x="254" y="37"/>
                          </a:lnTo>
                          <a:lnTo>
                            <a:pt x="273" y="28"/>
                          </a:lnTo>
                          <a:lnTo>
                            <a:pt x="294" y="21"/>
                          </a:lnTo>
                          <a:lnTo>
                            <a:pt x="314" y="16"/>
                          </a:lnTo>
                          <a:lnTo>
                            <a:pt x="334" y="10"/>
                          </a:lnTo>
                          <a:lnTo>
                            <a:pt x="355" y="6"/>
                          </a:lnTo>
                          <a:lnTo>
                            <a:pt x="376" y="3"/>
                          </a:lnTo>
                          <a:lnTo>
                            <a:pt x="398" y="1"/>
                          </a:lnTo>
                          <a:lnTo>
                            <a:pt x="420" y="0"/>
                          </a:lnTo>
                          <a:close/>
                        </a:path>
                      </a:pathLst>
                    </a:custGeom>
                    <a:solidFill>
                      <a:srgbClr val="DC2B19"/>
                    </a:solidFill>
                    <a:ln>
                      <a:noFill/>
                    </a:ln>
                  </p:spPr>
                  <p:txBody>
                    <a:bodyPr/>
                    <a:lstStyle/>
                    <a:p>
                      <a:pPr>
                        <a:defRPr/>
                      </a:pPr>
                      <a:endParaRPr lang="en-US" sz="1050">
                        <a:latin typeface="+mj-lt"/>
                      </a:endParaRPr>
                    </a:p>
                  </p:txBody>
                </p:sp>
                <p:sp>
                  <p:nvSpPr>
                    <p:cNvPr id="41264" name="Freeform 730">
                      <a:extLst>
                        <a:ext uri="{FF2B5EF4-FFF2-40B4-BE49-F238E27FC236}">
                          <a16:creationId xmlns="" xmlns:a16="http://schemas.microsoft.com/office/drawing/2014/main" id="{E1DA27D3-D123-C4BA-9647-274E071B41E1}"/>
                        </a:ext>
                      </a:extLst>
                    </p:cNvPr>
                    <p:cNvSpPr>
                      <a:spLocks/>
                    </p:cNvSpPr>
                    <p:nvPr/>
                  </p:nvSpPr>
                  <p:spPr bwMode="auto">
                    <a:xfrm>
                      <a:off x="3507" y="2573"/>
                      <a:ext cx="88" cy="84"/>
                    </a:xfrm>
                    <a:custGeom>
                      <a:avLst/>
                      <a:gdLst>
                        <a:gd name="T0" fmla="*/ 0 w 530"/>
                        <a:gd name="T1" fmla="*/ 0 h 514"/>
                        <a:gd name="T2" fmla="*/ 0 w 530"/>
                        <a:gd name="T3" fmla="*/ 0 h 514"/>
                        <a:gd name="T4" fmla="*/ 0 w 530"/>
                        <a:gd name="T5" fmla="*/ 0 h 514"/>
                        <a:gd name="T6" fmla="*/ 0 w 530"/>
                        <a:gd name="T7" fmla="*/ 0 h 514"/>
                        <a:gd name="T8" fmla="*/ 0 w 530"/>
                        <a:gd name="T9" fmla="*/ 0 h 514"/>
                        <a:gd name="T10" fmla="*/ 0 w 530"/>
                        <a:gd name="T11" fmla="*/ 0 h 514"/>
                        <a:gd name="T12" fmla="*/ 0 w 530"/>
                        <a:gd name="T13" fmla="*/ 0 h 514"/>
                        <a:gd name="T14" fmla="*/ 0 w 530"/>
                        <a:gd name="T15" fmla="*/ 0 h 514"/>
                        <a:gd name="T16" fmla="*/ 0 w 530"/>
                        <a:gd name="T17" fmla="*/ 0 h 514"/>
                        <a:gd name="T18" fmla="*/ 0 w 530"/>
                        <a:gd name="T19" fmla="*/ 0 h 514"/>
                        <a:gd name="T20" fmla="*/ 0 w 530"/>
                        <a:gd name="T21" fmla="*/ 0 h 514"/>
                        <a:gd name="T22" fmla="*/ 0 w 530"/>
                        <a:gd name="T23" fmla="*/ 0 h 514"/>
                        <a:gd name="T24" fmla="*/ 0 w 530"/>
                        <a:gd name="T25" fmla="*/ 0 h 514"/>
                        <a:gd name="T26" fmla="*/ 0 w 530"/>
                        <a:gd name="T27" fmla="*/ 0 h 514"/>
                        <a:gd name="T28" fmla="*/ 0 w 530"/>
                        <a:gd name="T29" fmla="*/ 0 h 514"/>
                        <a:gd name="T30" fmla="*/ 0 w 530"/>
                        <a:gd name="T31" fmla="*/ 0 h 514"/>
                        <a:gd name="T32" fmla="*/ 0 w 530"/>
                        <a:gd name="T33" fmla="*/ 0 h 514"/>
                        <a:gd name="T34" fmla="*/ 0 w 530"/>
                        <a:gd name="T35" fmla="*/ 0 h 514"/>
                        <a:gd name="T36" fmla="*/ 0 w 530"/>
                        <a:gd name="T37" fmla="*/ 0 h 514"/>
                        <a:gd name="T38" fmla="*/ 0 w 530"/>
                        <a:gd name="T39" fmla="*/ 0 h 514"/>
                        <a:gd name="T40" fmla="*/ 0 w 530"/>
                        <a:gd name="T41" fmla="*/ 0 h 514"/>
                        <a:gd name="T42" fmla="*/ 0 w 530"/>
                        <a:gd name="T43" fmla="*/ 0 h 514"/>
                        <a:gd name="T44" fmla="*/ 0 w 530"/>
                        <a:gd name="T45" fmla="*/ 0 h 514"/>
                        <a:gd name="T46" fmla="*/ 0 w 530"/>
                        <a:gd name="T47" fmla="*/ 0 h 514"/>
                        <a:gd name="T48" fmla="*/ 0 w 530"/>
                        <a:gd name="T49" fmla="*/ 0 h 514"/>
                        <a:gd name="T50" fmla="*/ 0 w 530"/>
                        <a:gd name="T51" fmla="*/ 0 h 514"/>
                        <a:gd name="T52" fmla="*/ 0 w 530"/>
                        <a:gd name="T53" fmla="*/ 0 h 514"/>
                        <a:gd name="T54" fmla="*/ 0 w 530"/>
                        <a:gd name="T55" fmla="*/ 0 h 514"/>
                        <a:gd name="T56" fmla="*/ 0 w 530"/>
                        <a:gd name="T57" fmla="*/ 0 h 514"/>
                        <a:gd name="T58" fmla="*/ 0 w 530"/>
                        <a:gd name="T59" fmla="*/ 0 h 514"/>
                        <a:gd name="T60" fmla="*/ 0 w 530"/>
                        <a:gd name="T61" fmla="*/ 0 h 514"/>
                        <a:gd name="T62" fmla="*/ 0 w 530"/>
                        <a:gd name="T63" fmla="*/ 0 h 514"/>
                        <a:gd name="T64" fmla="*/ 0 w 530"/>
                        <a:gd name="T65" fmla="*/ 0 h 514"/>
                        <a:gd name="T66" fmla="*/ 0 w 530"/>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4"/>
                        <a:gd name="T104" fmla="*/ 530 w 530"/>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4">
                          <a:moveTo>
                            <a:pt x="530" y="511"/>
                          </a:moveTo>
                          <a:lnTo>
                            <a:pt x="530" y="511"/>
                          </a:lnTo>
                          <a:lnTo>
                            <a:pt x="529" y="484"/>
                          </a:lnTo>
                          <a:lnTo>
                            <a:pt x="526" y="458"/>
                          </a:lnTo>
                          <a:lnTo>
                            <a:pt x="522" y="432"/>
                          </a:lnTo>
                          <a:lnTo>
                            <a:pt x="517" y="407"/>
                          </a:lnTo>
                          <a:lnTo>
                            <a:pt x="511" y="381"/>
                          </a:lnTo>
                          <a:lnTo>
                            <a:pt x="503" y="357"/>
                          </a:lnTo>
                          <a:lnTo>
                            <a:pt x="495" y="332"/>
                          </a:lnTo>
                          <a:lnTo>
                            <a:pt x="484" y="309"/>
                          </a:lnTo>
                          <a:lnTo>
                            <a:pt x="473" y="287"/>
                          </a:lnTo>
                          <a:lnTo>
                            <a:pt x="462" y="265"/>
                          </a:lnTo>
                          <a:lnTo>
                            <a:pt x="449" y="242"/>
                          </a:lnTo>
                          <a:lnTo>
                            <a:pt x="435" y="222"/>
                          </a:lnTo>
                          <a:lnTo>
                            <a:pt x="420" y="202"/>
                          </a:lnTo>
                          <a:lnTo>
                            <a:pt x="404" y="183"/>
                          </a:lnTo>
                          <a:lnTo>
                            <a:pt x="387" y="164"/>
                          </a:lnTo>
                          <a:lnTo>
                            <a:pt x="370" y="146"/>
                          </a:lnTo>
                          <a:lnTo>
                            <a:pt x="351" y="130"/>
                          </a:lnTo>
                          <a:lnTo>
                            <a:pt x="332" y="113"/>
                          </a:lnTo>
                          <a:lnTo>
                            <a:pt x="312" y="98"/>
                          </a:lnTo>
                          <a:lnTo>
                            <a:pt x="292" y="84"/>
                          </a:lnTo>
                          <a:lnTo>
                            <a:pt x="271" y="70"/>
                          </a:lnTo>
                          <a:lnTo>
                            <a:pt x="248" y="59"/>
                          </a:lnTo>
                          <a:lnTo>
                            <a:pt x="226" y="48"/>
                          </a:lnTo>
                          <a:lnTo>
                            <a:pt x="203" y="37"/>
                          </a:lnTo>
                          <a:lnTo>
                            <a:pt x="179" y="29"/>
                          </a:lnTo>
                          <a:lnTo>
                            <a:pt x="155" y="22"/>
                          </a:lnTo>
                          <a:lnTo>
                            <a:pt x="129" y="14"/>
                          </a:lnTo>
                          <a:lnTo>
                            <a:pt x="104" y="9"/>
                          </a:lnTo>
                          <a:lnTo>
                            <a:pt x="78" y="5"/>
                          </a:lnTo>
                          <a:lnTo>
                            <a:pt x="53" y="2"/>
                          </a:lnTo>
                          <a:lnTo>
                            <a:pt x="26" y="0"/>
                          </a:lnTo>
                          <a:lnTo>
                            <a:pt x="0" y="0"/>
                          </a:lnTo>
                          <a:lnTo>
                            <a:pt x="3" y="187"/>
                          </a:lnTo>
                          <a:lnTo>
                            <a:pt x="20" y="188"/>
                          </a:lnTo>
                          <a:lnTo>
                            <a:pt x="37" y="188"/>
                          </a:lnTo>
                          <a:lnTo>
                            <a:pt x="54" y="190"/>
                          </a:lnTo>
                          <a:lnTo>
                            <a:pt x="71" y="192"/>
                          </a:lnTo>
                          <a:lnTo>
                            <a:pt x="87" y="197"/>
                          </a:lnTo>
                          <a:lnTo>
                            <a:pt x="103" y="201"/>
                          </a:lnTo>
                          <a:lnTo>
                            <a:pt x="118" y="205"/>
                          </a:lnTo>
                          <a:lnTo>
                            <a:pt x="134" y="211"/>
                          </a:lnTo>
                          <a:lnTo>
                            <a:pt x="147" y="218"/>
                          </a:lnTo>
                          <a:lnTo>
                            <a:pt x="162" y="225"/>
                          </a:lnTo>
                          <a:lnTo>
                            <a:pt x="177" y="233"/>
                          </a:lnTo>
                          <a:lnTo>
                            <a:pt x="190" y="241"/>
                          </a:lnTo>
                          <a:lnTo>
                            <a:pt x="204" y="250"/>
                          </a:lnTo>
                          <a:lnTo>
                            <a:pt x="216" y="259"/>
                          </a:lnTo>
                          <a:lnTo>
                            <a:pt x="228" y="270"/>
                          </a:lnTo>
                          <a:lnTo>
                            <a:pt x="241" y="280"/>
                          </a:lnTo>
                          <a:lnTo>
                            <a:pt x="252" y="292"/>
                          </a:lnTo>
                          <a:lnTo>
                            <a:pt x="262" y="304"/>
                          </a:lnTo>
                          <a:lnTo>
                            <a:pt x="273" y="317"/>
                          </a:lnTo>
                          <a:lnTo>
                            <a:pt x="282" y="329"/>
                          </a:lnTo>
                          <a:lnTo>
                            <a:pt x="291" y="343"/>
                          </a:lnTo>
                          <a:lnTo>
                            <a:pt x="299" y="357"/>
                          </a:lnTo>
                          <a:lnTo>
                            <a:pt x="307" y="371"/>
                          </a:lnTo>
                          <a:lnTo>
                            <a:pt x="314" y="385"/>
                          </a:lnTo>
                          <a:lnTo>
                            <a:pt x="321" y="400"/>
                          </a:lnTo>
                          <a:lnTo>
                            <a:pt x="326" y="415"/>
                          </a:lnTo>
                          <a:lnTo>
                            <a:pt x="330" y="431"/>
                          </a:lnTo>
                          <a:lnTo>
                            <a:pt x="334" y="447"/>
                          </a:lnTo>
                          <a:lnTo>
                            <a:pt x="338" y="463"/>
                          </a:lnTo>
                          <a:lnTo>
                            <a:pt x="340" y="480"/>
                          </a:lnTo>
                          <a:lnTo>
                            <a:pt x="342" y="497"/>
                          </a:lnTo>
                          <a:lnTo>
                            <a:pt x="343" y="514"/>
                          </a:lnTo>
                          <a:lnTo>
                            <a:pt x="530" y="511"/>
                          </a:lnTo>
                          <a:close/>
                        </a:path>
                      </a:pathLst>
                    </a:custGeom>
                    <a:solidFill>
                      <a:srgbClr val="EF2B2F"/>
                    </a:solidFill>
                    <a:ln>
                      <a:noFill/>
                    </a:ln>
                  </p:spPr>
                  <p:txBody>
                    <a:bodyPr/>
                    <a:lstStyle/>
                    <a:p>
                      <a:pPr>
                        <a:defRPr/>
                      </a:pPr>
                      <a:endParaRPr lang="en-US" sz="1050">
                        <a:latin typeface="+mj-lt"/>
                      </a:endParaRPr>
                    </a:p>
                  </p:txBody>
                </p:sp>
                <p:sp>
                  <p:nvSpPr>
                    <p:cNvPr id="41265" name="Freeform 731">
                      <a:extLst>
                        <a:ext uri="{FF2B5EF4-FFF2-40B4-BE49-F238E27FC236}">
                          <a16:creationId xmlns="" xmlns:a16="http://schemas.microsoft.com/office/drawing/2014/main" id="{37C46C59-926C-ED89-67A4-783B55DA43B3}"/>
                        </a:ext>
                      </a:extLst>
                    </p:cNvPr>
                    <p:cNvSpPr>
                      <a:spLocks/>
                    </p:cNvSpPr>
                    <p:nvPr/>
                  </p:nvSpPr>
                  <p:spPr bwMode="auto">
                    <a:xfrm>
                      <a:off x="3511" y="2657"/>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3" y="529"/>
                          </a:moveTo>
                          <a:lnTo>
                            <a:pt x="3" y="529"/>
                          </a:lnTo>
                          <a:lnTo>
                            <a:pt x="29" y="528"/>
                          </a:lnTo>
                          <a:lnTo>
                            <a:pt x="56" y="525"/>
                          </a:lnTo>
                          <a:lnTo>
                            <a:pt x="82" y="522"/>
                          </a:lnTo>
                          <a:lnTo>
                            <a:pt x="107" y="516"/>
                          </a:lnTo>
                          <a:lnTo>
                            <a:pt x="133" y="510"/>
                          </a:lnTo>
                          <a:lnTo>
                            <a:pt x="157" y="503"/>
                          </a:lnTo>
                          <a:lnTo>
                            <a:pt x="180" y="494"/>
                          </a:lnTo>
                          <a:lnTo>
                            <a:pt x="205" y="483"/>
                          </a:lnTo>
                          <a:lnTo>
                            <a:pt x="227" y="473"/>
                          </a:lnTo>
                          <a:lnTo>
                            <a:pt x="249" y="461"/>
                          </a:lnTo>
                          <a:lnTo>
                            <a:pt x="271" y="448"/>
                          </a:lnTo>
                          <a:lnTo>
                            <a:pt x="292" y="435"/>
                          </a:lnTo>
                          <a:lnTo>
                            <a:pt x="312" y="420"/>
                          </a:lnTo>
                          <a:lnTo>
                            <a:pt x="331" y="404"/>
                          </a:lnTo>
                          <a:lnTo>
                            <a:pt x="350" y="387"/>
                          </a:lnTo>
                          <a:lnTo>
                            <a:pt x="367" y="370"/>
                          </a:lnTo>
                          <a:lnTo>
                            <a:pt x="384" y="351"/>
                          </a:lnTo>
                          <a:lnTo>
                            <a:pt x="400" y="332"/>
                          </a:lnTo>
                          <a:lnTo>
                            <a:pt x="415" y="313"/>
                          </a:lnTo>
                          <a:lnTo>
                            <a:pt x="430" y="291"/>
                          </a:lnTo>
                          <a:lnTo>
                            <a:pt x="443" y="270"/>
                          </a:lnTo>
                          <a:lnTo>
                            <a:pt x="455" y="248"/>
                          </a:lnTo>
                          <a:lnTo>
                            <a:pt x="466" y="226"/>
                          </a:lnTo>
                          <a:lnTo>
                            <a:pt x="477" y="202"/>
                          </a:lnTo>
                          <a:lnTo>
                            <a:pt x="485" y="179"/>
                          </a:lnTo>
                          <a:lnTo>
                            <a:pt x="493" y="155"/>
                          </a:lnTo>
                          <a:lnTo>
                            <a:pt x="500" y="129"/>
                          </a:lnTo>
                          <a:lnTo>
                            <a:pt x="504" y="104"/>
                          </a:lnTo>
                          <a:lnTo>
                            <a:pt x="508" y="78"/>
                          </a:lnTo>
                          <a:lnTo>
                            <a:pt x="512" y="53"/>
                          </a:lnTo>
                          <a:lnTo>
                            <a:pt x="514" y="26"/>
                          </a:lnTo>
                          <a:lnTo>
                            <a:pt x="514" y="0"/>
                          </a:lnTo>
                          <a:lnTo>
                            <a:pt x="327" y="3"/>
                          </a:lnTo>
                          <a:lnTo>
                            <a:pt x="326" y="20"/>
                          </a:lnTo>
                          <a:lnTo>
                            <a:pt x="325" y="37"/>
                          </a:lnTo>
                          <a:lnTo>
                            <a:pt x="324" y="54"/>
                          </a:lnTo>
                          <a:lnTo>
                            <a:pt x="320" y="71"/>
                          </a:lnTo>
                          <a:lnTo>
                            <a:pt x="317" y="87"/>
                          </a:lnTo>
                          <a:lnTo>
                            <a:pt x="313" y="103"/>
                          </a:lnTo>
                          <a:lnTo>
                            <a:pt x="309" y="117"/>
                          </a:lnTo>
                          <a:lnTo>
                            <a:pt x="302" y="133"/>
                          </a:lnTo>
                          <a:lnTo>
                            <a:pt x="296" y="147"/>
                          </a:lnTo>
                          <a:lnTo>
                            <a:pt x="289" y="162"/>
                          </a:lnTo>
                          <a:lnTo>
                            <a:pt x="281" y="177"/>
                          </a:lnTo>
                          <a:lnTo>
                            <a:pt x="273" y="190"/>
                          </a:lnTo>
                          <a:lnTo>
                            <a:pt x="264" y="203"/>
                          </a:lnTo>
                          <a:lnTo>
                            <a:pt x="254" y="216"/>
                          </a:lnTo>
                          <a:lnTo>
                            <a:pt x="244" y="228"/>
                          </a:lnTo>
                          <a:lnTo>
                            <a:pt x="233" y="240"/>
                          </a:lnTo>
                          <a:lnTo>
                            <a:pt x="222" y="251"/>
                          </a:lnTo>
                          <a:lnTo>
                            <a:pt x="210" y="262"/>
                          </a:lnTo>
                          <a:lnTo>
                            <a:pt x="197" y="272"/>
                          </a:lnTo>
                          <a:lnTo>
                            <a:pt x="185" y="282"/>
                          </a:lnTo>
                          <a:lnTo>
                            <a:pt x="171" y="290"/>
                          </a:lnTo>
                          <a:lnTo>
                            <a:pt x="157" y="299"/>
                          </a:lnTo>
                          <a:lnTo>
                            <a:pt x="143" y="306"/>
                          </a:lnTo>
                          <a:lnTo>
                            <a:pt x="128" y="314"/>
                          </a:lnTo>
                          <a:lnTo>
                            <a:pt x="113" y="320"/>
                          </a:lnTo>
                          <a:lnTo>
                            <a:pt x="99" y="325"/>
                          </a:lnTo>
                          <a:lnTo>
                            <a:pt x="83" y="330"/>
                          </a:lnTo>
                          <a:lnTo>
                            <a:pt x="67" y="334"/>
                          </a:lnTo>
                          <a:lnTo>
                            <a:pt x="50" y="337"/>
                          </a:lnTo>
                          <a:lnTo>
                            <a:pt x="34" y="339"/>
                          </a:lnTo>
                          <a:lnTo>
                            <a:pt x="17" y="341"/>
                          </a:lnTo>
                          <a:lnTo>
                            <a:pt x="0" y="342"/>
                          </a:lnTo>
                          <a:lnTo>
                            <a:pt x="3" y="529"/>
                          </a:lnTo>
                          <a:close/>
                        </a:path>
                      </a:pathLst>
                    </a:custGeom>
                    <a:solidFill>
                      <a:srgbClr val="EF2B2F"/>
                    </a:solidFill>
                    <a:ln>
                      <a:noFill/>
                    </a:ln>
                  </p:spPr>
                  <p:txBody>
                    <a:bodyPr/>
                    <a:lstStyle/>
                    <a:p>
                      <a:pPr>
                        <a:defRPr/>
                      </a:pPr>
                      <a:endParaRPr lang="en-US" sz="1050">
                        <a:latin typeface="+mj-lt"/>
                      </a:endParaRPr>
                    </a:p>
                  </p:txBody>
                </p:sp>
                <p:sp>
                  <p:nvSpPr>
                    <p:cNvPr id="41266" name="Freeform 732">
                      <a:extLst>
                        <a:ext uri="{FF2B5EF4-FFF2-40B4-BE49-F238E27FC236}">
                          <a16:creationId xmlns="" xmlns:a16="http://schemas.microsoft.com/office/drawing/2014/main" id="{71C277BE-3EEF-BC84-5ABD-A8CE7D432C70}"/>
                        </a:ext>
                      </a:extLst>
                    </p:cNvPr>
                    <p:cNvSpPr>
                      <a:spLocks/>
                    </p:cNvSpPr>
                    <p:nvPr/>
                  </p:nvSpPr>
                  <p:spPr bwMode="auto">
                    <a:xfrm>
                      <a:off x="3423" y="2661"/>
                      <a:ext cx="88" cy="84"/>
                    </a:xfrm>
                    <a:custGeom>
                      <a:avLst/>
                      <a:gdLst>
                        <a:gd name="T0" fmla="*/ 0 w 530"/>
                        <a:gd name="T1" fmla="*/ 0 h 513"/>
                        <a:gd name="T2" fmla="*/ 0 w 530"/>
                        <a:gd name="T3" fmla="*/ 0 h 513"/>
                        <a:gd name="T4" fmla="*/ 0 w 530"/>
                        <a:gd name="T5" fmla="*/ 0 h 513"/>
                        <a:gd name="T6" fmla="*/ 0 w 530"/>
                        <a:gd name="T7" fmla="*/ 0 h 513"/>
                        <a:gd name="T8" fmla="*/ 0 w 530"/>
                        <a:gd name="T9" fmla="*/ 0 h 513"/>
                        <a:gd name="T10" fmla="*/ 0 w 530"/>
                        <a:gd name="T11" fmla="*/ 0 h 513"/>
                        <a:gd name="T12" fmla="*/ 0 w 530"/>
                        <a:gd name="T13" fmla="*/ 0 h 513"/>
                        <a:gd name="T14" fmla="*/ 0 w 530"/>
                        <a:gd name="T15" fmla="*/ 0 h 513"/>
                        <a:gd name="T16" fmla="*/ 0 w 530"/>
                        <a:gd name="T17" fmla="*/ 0 h 513"/>
                        <a:gd name="T18" fmla="*/ 0 w 530"/>
                        <a:gd name="T19" fmla="*/ 0 h 513"/>
                        <a:gd name="T20" fmla="*/ 0 w 530"/>
                        <a:gd name="T21" fmla="*/ 0 h 513"/>
                        <a:gd name="T22" fmla="*/ 0 w 530"/>
                        <a:gd name="T23" fmla="*/ 0 h 513"/>
                        <a:gd name="T24" fmla="*/ 0 w 530"/>
                        <a:gd name="T25" fmla="*/ 0 h 513"/>
                        <a:gd name="T26" fmla="*/ 0 w 530"/>
                        <a:gd name="T27" fmla="*/ 0 h 513"/>
                        <a:gd name="T28" fmla="*/ 0 w 530"/>
                        <a:gd name="T29" fmla="*/ 0 h 513"/>
                        <a:gd name="T30" fmla="*/ 0 w 530"/>
                        <a:gd name="T31" fmla="*/ 0 h 513"/>
                        <a:gd name="T32" fmla="*/ 0 w 530"/>
                        <a:gd name="T33" fmla="*/ 0 h 513"/>
                        <a:gd name="T34" fmla="*/ 0 w 530"/>
                        <a:gd name="T35" fmla="*/ 0 h 513"/>
                        <a:gd name="T36" fmla="*/ 0 w 530"/>
                        <a:gd name="T37" fmla="*/ 0 h 513"/>
                        <a:gd name="T38" fmla="*/ 0 w 530"/>
                        <a:gd name="T39" fmla="*/ 0 h 513"/>
                        <a:gd name="T40" fmla="*/ 0 w 530"/>
                        <a:gd name="T41" fmla="*/ 0 h 513"/>
                        <a:gd name="T42" fmla="*/ 0 w 530"/>
                        <a:gd name="T43" fmla="*/ 0 h 513"/>
                        <a:gd name="T44" fmla="*/ 0 w 530"/>
                        <a:gd name="T45" fmla="*/ 0 h 513"/>
                        <a:gd name="T46" fmla="*/ 0 w 530"/>
                        <a:gd name="T47" fmla="*/ 0 h 513"/>
                        <a:gd name="T48" fmla="*/ 0 w 530"/>
                        <a:gd name="T49" fmla="*/ 0 h 513"/>
                        <a:gd name="T50" fmla="*/ 0 w 530"/>
                        <a:gd name="T51" fmla="*/ 0 h 513"/>
                        <a:gd name="T52" fmla="*/ 0 w 530"/>
                        <a:gd name="T53" fmla="*/ 0 h 513"/>
                        <a:gd name="T54" fmla="*/ 0 w 530"/>
                        <a:gd name="T55" fmla="*/ 0 h 513"/>
                        <a:gd name="T56" fmla="*/ 0 w 530"/>
                        <a:gd name="T57" fmla="*/ 0 h 513"/>
                        <a:gd name="T58" fmla="*/ 0 w 530"/>
                        <a:gd name="T59" fmla="*/ 0 h 513"/>
                        <a:gd name="T60" fmla="*/ 0 w 530"/>
                        <a:gd name="T61" fmla="*/ 0 h 513"/>
                        <a:gd name="T62" fmla="*/ 0 w 530"/>
                        <a:gd name="T63" fmla="*/ 0 h 513"/>
                        <a:gd name="T64" fmla="*/ 0 w 530"/>
                        <a:gd name="T65" fmla="*/ 0 h 513"/>
                        <a:gd name="T66" fmla="*/ 0 w 530"/>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3"/>
                        <a:gd name="T104" fmla="*/ 530 w 530"/>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3">
                          <a:moveTo>
                            <a:pt x="0" y="3"/>
                          </a:moveTo>
                          <a:lnTo>
                            <a:pt x="0" y="3"/>
                          </a:lnTo>
                          <a:lnTo>
                            <a:pt x="1" y="29"/>
                          </a:lnTo>
                          <a:lnTo>
                            <a:pt x="3" y="56"/>
                          </a:lnTo>
                          <a:lnTo>
                            <a:pt x="7" y="81"/>
                          </a:lnTo>
                          <a:lnTo>
                            <a:pt x="13" y="107"/>
                          </a:lnTo>
                          <a:lnTo>
                            <a:pt x="19" y="132"/>
                          </a:lnTo>
                          <a:lnTo>
                            <a:pt x="27" y="157"/>
                          </a:lnTo>
                          <a:lnTo>
                            <a:pt x="35" y="180"/>
                          </a:lnTo>
                          <a:lnTo>
                            <a:pt x="45" y="204"/>
                          </a:lnTo>
                          <a:lnTo>
                            <a:pt x="55" y="227"/>
                          </a:lnTo>
                          <a:lnTo>
                            <a:pt x="68" y="249"/>
                          </a:lnTo>
                          <a:lnTo>
                            <a:pt x="81" y="271"/>
                          </a:lnTo>
                          <a:lnTo>
                            <a:pt x="95" y="291"/>
                          </a:lnTo>
                          <a:lnTo>
                            <a:pt x="109" y="311"/>
                          </a:lnTo>
                          <a:lnTo>
                            <a:pt x="125" y="331"/>
                          </a:lnTo>
                          <a:lnTo>
                            <a:pt x="142" y="350"/>
                          </a:lnTo>
                          <a:lnTo>
                            <a:pt x="159" y="367"/>
                          </a:lnTo>
                          <a:lnTo>
                            <a:pt x="177" y="384"/>
                          </a:lnTo>
                          <a:lnTo>
                            <a:pt x="196" y="400"/>
                          </a:lnTo>
                          <a:lnTo>
                            <a:pt x="217" y="414"/>
                          </a:lnTo>
                          <a:lnTo>
                            <a:pt x="238" y="429"/>
                          </a:lnTo>
                          <a:lnTo>
                            <a:pt x="259" y="442"/>
                          </a:lnTo>
                          <a:lnTo>
                            <a:pt x="280" y="455"/>
                          </a:lnTo>
                          <a:lnTo>
                            <a:pt x="304" y="465"/>
                          </a:lnTo>
                          <a:lnTo>
                            <a:pt x="327" y="476"/>
                          </a:lnTo>
                          <a:lnTo>
                            <a:pt x="350" y="484"/>
                          </a:lnTo>
                          <a:lnTo>
                            <a:pt x="375" y="492"/>
                          </a:lnTo>
                          <a:lnTo>
                            <a:pt x="399" y="499"/>
                          </a:lnTo>
                          <a:lnTo>
                            <a:pt x="425" y="504"/>
                          </a:lnTo>
                          <a:lnTo>
                            <a:pt x="450" y="508"/>
                          </a:lnTo>
                          <a:lnTo>
                            <a:pt x="477" y="511"/>
                          </a:lnTo>
                          <a:lnTo>
                            <a:pt x="503" y="513"/>
                          </a:lnTo>
                          <a:lnTo>
                            <a:pt x="530" y="513"/>
                          </a:lnTo>
                          <a:lnTo>
                            <a:pt x="527" y="326"/>
                          </a:lnTo>
                          <a:lnTo>
                            <a:pt x="509" y="325"/>
                          </a:lnTo>
                          <a:lnTo>
                            <a:pt x="492" y="324"/>
                          </a:lnTo>
                          <a:lnTo>
                            <a:pt x="476" y="323"/>
                          </a:lnTo>
                          <a:lnTo>
                            <a:pt x="459" y="320"/>
                          </a:lnTo>
                          <a:lnTo>
                            <a:pt x="443" y="317"/>
                          </a:lnTo>
                          <a:lnTo>
                            <a:pt x="427" y="313"/>
                          </a:lnTo>
                          <a:lnTo>
                            <a:pt x="412" y="308"/>
                          </a:lnTo>
                          <a:lnTo>
                            <a:pt x="396" y="302"/>
                          </a:lnTo>
                          <a:lnTo>
                            <a:pt x="381" y="296"/>
                          </a:lnTo>
                          <a:lnTo>
                            <a:pt x="367" y="288"/>
                          </a:lnTo>
                          <a:lnTo>
                            <a:pt x="354" y="281"/>
                          </a:lnTo>
                          <a:lnTo>
                            <a:pt x="340" y="272"/>
                          </a:lnTo>
                          <a:lnTo>
                            <a:pt x="326" y="264"/>
                          </a:lnTo>
                          <a:lnTo>
                            <a:pt x="313" y="253"/>
                          </a:lnTo>
                          <a:lnTo>
                            <a:pt x="302" y="244"/>
                          </a:lnTo>
                          <a:lnTo>
                            <a:pt x="289" y="233"/>
                          </a:lnTo>
                          <a:lnTo>
                            <a:pt x="278" y="221"/>
                          </a:lnTo>
                          <a:lnTo>
                            <a:pt x="268" y="210"/>
                          </a:lnTo>
                          <a:lnTo>
                            <a:pt x="257" y="197"/>
                          </a:lnTo>
                          <a:lnTo>
                            <a:pt x="247" y="184"/>
                          </a:lnTo>
                          <a:lnTo>
                            <a:pt x="239" y="170"/>
                          </a:lnTo>
                          <a:lnTo>
                            <a:pt x="230" y="157"/>
                          </a:lnTo>
                          <a:lnTo>
                            <a:pt x="223" y="143"/>
                          </a:lnTo>
                          <a:lnTo>
                            <a:pt x="216" y="128"/>
                          </a:lnTo>
                          <a:lnTo>
                            <a:pt x="209" y="113"/>
                          </a:lnTo>
                          <a:lnTo>
                            <a:pt x="204" y="98"/>
                          </a:lnTo>
                          <a:lnTo>
                            <a:pt x="199" y="82"/>
                          </a:lnTo>
                          <a:lnTo>
                            <a:pt x="195" y="66"/>
                          </a:lnTo>
                          <a:lnTo>
                            <a:pt x="192" y="49"/>
                          </a:lnTo>
                          <a:lnTo>
                            <a:pt x="189" y="34"/>
                          </a:lnTo>
                          <a:lnTo>
                            <a:pt x="188"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267" name="Freeform 733">
                      <a:extLst>
                        <a:ext uri="{FF2B5EF4-FFF2-40B4-BE49-F238E27FC236}">
                          <a16:creationId xmlns="" xmlns:a16="http://schemas.microsoft.com/office/drawing/2014/main" id="{F9703A8C-E297-6C6D-E616-8A34F3131C22}"/>
                        </a:ext>
                      </a:extLst>
                    </p:cNvPr>
                    <p:cNvSpPr>
                      <a:spLocks/>
                    </p:cNvSpPr>
                    <p:nvPr/>
                  </p:nvSpPr>
                  <p:spPr bwMode="auto">
                    <a:xfrm>
                      <a:off x="3423" y="2573"/>
                      <a:ext cx="84" cy="88"/>
                    </a:xfrm>
                    <a:custGeom>
                      <a:avLst/>
                      <a:gdLst>
                        <a:gd name="T0" fmla="*/ 0 w 514"/>
                        <a:gd name="T1" fmla="*/ 0 h 530"/>
                        <a:gd name="T2" fmla="*/ 0 w 514"/>
                        <a:gd name="T3" fmla="*/ 0 h 530"/>
                        <a:gd name="T4" fmla="*/ 0 w 514"/>
                        <a:gd name="T5" fmla="*/ 0 h 530"/>
                        <a:gd name="T6" fmla="*/ 0 w 514"/>
                        <a:gd name="T7" fmla="*/ 0 h 530"/>
                        <a:gd name="T8" fmla="*/ 0 w 514"/>
                        <a:gd name="T9" fmla="*/ 0 h 530"/>
                        <a:gd name="T10" fmla="*/ 0 w 514"/>
                        <a:gd name="T11" fmla="*/ 0 h 530"/>
                        <a:gd name="T12" fmla="*/ 0 w 514"/>
                        <a:gd name="T13" fmla="*/ 0 h 530"/>
                        <a:gd name="T14" fmla="*/ 0 w 514"/>
                        <a:gd name="T15" fmla="*/ 0 h 530"/>
                        <a:gd name="T16" fmla="*/ 0 w 514"/>
                        <a:gd name="T17" fmla="*/ 0 h 530"/>
                        <a:gd name="T18" fmla="*/ 0 w 514"/>
                        <a:gd name="T19" fmla="*/ 0 h 530"/>
                        <a:gd name="T20" fmla="*/ 0 w 514"/>
                        <a:gd name="T21" fmla="*/ 0 h 530"/>
                        <a:gd name="T22" fmla="*/ 0 w 514"/>
                        <a:gd name="T23" fmla="*/ 0 h 530"/>
                        <a:gd name="T24" fmla="*/ 0 w 514"/>
                        <a:gd name="T25" fmla="*/ 0 h 530"/>
                        <a:gd name="T26" fmla="*/ 0 w 514"/>
                        <a:gd name="T27" fmla="*/ 0 h 530"/>
                        <a:gd name="T28" fmla="*/ 0 w 514"/>
                        <a:gd name="T29" fmla="*/ 0 h 530"/>
                        <a:gd name="T30" fmla="*/ 0 w 514"/>
                        <a:gd name="T31" fmla="*/ 0 h 530"/>
                        <a:gd name="T32" fmla="*/ 0 w 514"/>
                        <a:gd name="T33" fmla="*/ 0 h 530"/>
                        <a:gd name="T34" fmla="*/ 0 w 514"/>
                        <a:gd name="T35" fmla="*/ 0 h 530"/>
                        <a:gd name="T36" fmla="*/ 0 w 514"/>
                        <a:gd name="T37" fmla="*/ 0 h 530"/>
                        <a:gd name="T38" fmla="*/ 0 w 514"/>
                        <a:gd name="T39" fmla="*/ 0 h 530"/>
                        <a:gd name="T40" fmla="*/ 0 w 514"/>
                        <a:gd name="T41" fmla="*/ 0 h 530"/>
                        <a:gd name="T42" fmla="*/ 0 w 514"/>
                        <a:gd name="T43" fmla="*/ 0 h 530"/>
                        <a:gd name="T44" fmla="*/ 0 w 514"/>
                        <a:gd name="T45" fmla="*/ 0 h 530"/>
                        <a:gd name="T46" fmla="*/ 0 w 514"/>
                        <a:gd name="T47" fmla="*/ 0 h 530"/>
                        <a:gd name="T48" fmla="*/ 0 w 514"/>
                        <a:gd name="T49" fmla="*/ 0 h 530"/>
                        <a:gd name="T50" fmla="*/ 0 w 514"/>
                        <a:gd name="T51" fmla="*/ 0 h 530"/>
                        <a:gd name="T52" fmla="*/ 0 w 514"/>
                        <a:gd name="T53" fmla="*/ 0 h 530"/>
                        <a:gd name="T54" fmla="*/ 0 w 514"/>
                        <a:gd name="T55" fmla="*/ 0 h 530"/>
                        <a:gd name="T56" fmla="*/ 0 w 514"/>
                        <a:gd name="T57" fmla="*/ 0 h 530"/>
                        <a:gd name="T58" fmla="*/ 0 w 514"/>
                        <a:gd name="T59" fmla="*/ 0 h 530"/>
                        <a:gd name="T60" fmla="*/ 0 w 514"/>
                        <a:gd name="T61" fmla="*/ 0 h 530"/>
                        <a:gd name="T62" fmla="*/ 0 w 514"/>
                        <a:gd name="T63" fmla="*/ 0 h 530"/>
                        <a:gd name="T64" fmla="*/ 0 w 514"/>
                        <a:gd name="T65" fmla="*/ 0 h 530"/>
                        <a:gd name="T66" fmla="*/ 0 w 514"/>
                        <a:gd name="T67" fmla="*/ 0 h 5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30"/>
                        <a:gd name="T104" fmla="*/ 514 w 514"/>
                        <a:gd name="T105" fmla="*/ 530 h 5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30">
                          <a:moveTo>
                            <a:pt x="511" y="0"/>
                          </a:moveTo>
                          <a:lnTo>
                            <a:pt x="511" y="0"/>
                          </a:lnTo>
                          <a:lnTo>
                            <a:pt x="484" y="1"/>
                          </a:lnTo>
                          <a:lnTo>
                            <a:pt x="458" y="4"/>
                          </a:lnTo>
                          <a:lnTo>
                            <a:pt x="432" y="8"/>
                          </a:lnTo>
                          <a:lnTo>
                            <a:pt x="407" y="13"/>
                          </a:lnTo>
                          <a:lnTo>
                            <a:pt x="381" y="19"/>
                          </a:lnTo>
                          <a:lnTo>
                            <a:pt x="357" y="27"/>
                          </a:lnTo>
                          <a:lnTo>
                            <a:pt x="332" y="35"/>
                          </a:lnTo>
                          <a:lnTo>
                            <a:pt x="309" y="45"/>
                          </a:lnTo>
                          <a:lnTo>
                            <a:pt x="287" y="57"/>
                          </a:lnTo>
                          <a:lnTo>
                            <a:pt x="264" y="68"/>
                          </a:lnTo>
                          <a:lnTo>
                            <a:pt x="242" y="81"/>
                          </a:lnTo>
                          <a:lnTo>
                            <a:pt x="222" y="95"/>
                          </a:lnTo>
                          <a:lnTo>
                            <a:pt x="202" y="110"/>
                          </a:lnTo>
                          <a:lnTo>
                            <a:pt x="183" y="126"/>
                          </a:lnTo>
                          <a:lnTo>
                            <a:pt x="164" y="143"/>
                          </a:lnTo>
                          <a:lnTo>
                            <a:pt x="146" y="159"/>
                          </a:lnTo>
                          <a:lnTo>
                            <a:pt x="130" y="179"/>
                          </a:lnTo>
                          <a:lnTo>
                            <a:pt x="113" y="197"/>
                          </a:lnTo>
                          <a:lnTo>
                            <a:pt x="98" y="217"/>
                          </a:lnTo>
                          <a:lnTo>
                            <a:pt x="84" y="238"/>
                          </a:lnTo>
                          <a:lnTo>
                            <a:pt x="70" y="259"/>
                          </a:lnTo>
                          <a:lnTo>
                            <a:pt x="58" y="280"/>
                          </a:lnTo>
                          <a:lnTo>
                            <a:pt x="48" y="304"/>
                          </a:lnTo>
                          <a:lnTo>
                            <a:pt x="37" y="327"/>
                          </a:lnTo>
                          <a:lnTo>
                            <a:pt x="29" y="350"/>
                          </a:lnTo>
                          <a:lnTo>
                            <a:pt x="21" y="375"/>
                          </a:lnTo>
                          <a:lnTo>
                            <a:pt x="14" y="399"/>
                          </a:lnTo>
                          <a:lnTo>
                            <a:pt x="9" y="425"/>
                          </a:lnTo>
                          <a:lnTo>
                            <a:pt x="4" y="450"/>
                          </a:lnTo>
                          <a:lnTo>
                            <a:pt x="2" y="477"/>
                          </a:lnTo>
                          <a:lnTo>
                            <a:pt x="0" y="503"/>
                          </a:lnTo>
                          <a:lnTo>
                            <a:pt x="0" y="530"/>
                          </a:lnTo>
                          <a:lnTo>
                            <a:pt x="187" y="527"/>
                          </a:lnTo>
                          <a:lnTo>
                            <a:pt x="187" y="509"/>
                          </a:lnTo>
                          <a:lnTo>
                            <a:pt x="188" y="492"/>
                          </a:lnTo>
                          <a:lnTo>
                            <a:pt x="190" y="476"/>
                          </a:lnTo>
                          <a:lnTo>
                            <a:pt x="192" y="459"/>
                          </a:lnTo>
                          <a:lnTo>
                            <a:pt x="196" y="443"/>
                          </a:lnTo>
                          <a:lnTo>
                            <a:pt x="201" y="427"/>
                          </a:lnTo>
                          <a:lnTo>
                            <a:pt x="205" y="412"/>
                          </a:lnTo>
                          <a:lnTo>
                            <a:pt x="211" y="396"/>
                          </a:lnTo>
                          <a:lnTo>
                            <a:pt x="218" y="382"/>
                          </a:lnTo>
                          <a:lnTo>
                            <a:pt x="224" y="367"/>
                          </a:lnTo>
                          <a:lnTo>
                            <a:pt x="233" y="354"/>
                          </a:lnTo>
                          <a:lnTo>
                            <a:pt x="241" y="340"/>
                          </a:lnTo>
                          <a:lnTo>
                            <a:pt x="250" y="326"/>
                          </a:lnTo>
                          <a:lnTo>
                            <a:pt x="259" y="313"/>
                          </a:lnTo>
                          <a:lnTo>
                            <a:pt x="270" y="301"/>
                          </a:lnTo>
                          <a:lnTo>
                            <a:pt x="280" y="289"/>
                          </a:lnTo>
                          <a:lnTo>
                            <a:pt x="292" y="278"/>
                          </a:lnTo>
                          <a:lnTo>
                            <a:pt x="304" y="268"/>
                          </a:lnTo>
                          <a:lnTo>
                            <a:pt x="316" y="257"/>
                          </a:lnTo>
                          <a:lnTo>
                            <a:pt x="329" y="248"/>
                          </a:lnTo>
                          <a:lnTo>
                            <a:pt x="343" y="239"/>
                          </a:lnTo>
                          <a:lnTo>
                            <a:pt x="357" y="231"/>
                          </a:lnTo>
                          <a:lnTo>
                            <a:pt x="371" y="223"/>
                          </a:lnTo>
                          <a:lnTo>
                            <a:pt x="386" y="216"/>
                          </a:lnTo>
                          <a:lnTo>
                            <a:pt x="400" y="209"/>
                          </a:lnTo>
                          <a:lnTo>
                            <a:pt x="415" y="204"/>
                          </a:lnTo>
                          <a:lnTo>
                            <a:pt x="431" y="200"/>
                          </a:lnTo>
                          <a:lnTo>
                            <a:pt x="447" y="196"/>
                          </a:lnTo>
                          <a:lnTo>
                            <a:pt x="463" y="192"/>
                          </a:lnTo>
                          <a:lnTo>
                            <a:pt x="480" y="190"/>
                          </a:lnTo>
                          <a:lnTo>
                            <a:pt x="497" y="188"/>
                          </a:lnTo>
                          <a:lnTo>
                            <a:pt x="514" y="187"/>
                          </a:lnTo>
                          <a:lnTo>
                            <a:pt x="511" y="0"/>
                          </a:lnTo>
                          <a:close/>
                        </a:path>
                      </a:pathLst>
                    </a:custGeom>
                    <a:solidFill>
                      <a:srgbClr val="EF2B2F"/>
                    </a:solidFill>
                    <a:ln>
                      <a:noFill/>
                    </a:ln>
                  </p:spPr>
                  <p:txBody>
                    <a:bodyPr/>
                    <a:lstStyle/>
                    <a:p>
                      <a:pPr>
                        <a:defRPr/>
                      </a:pPr>
                      <a:endParaRPr lang="en-US" sz="1050">
                        <a:latin typeface="+mj-lt"/>
                      </a:endParaRPr>
                    </a:p>
                  </p:txBody>
                </p:sp>
                <p:sp>
                  <p:nvSpPr>
                    <p:cNvPr id="41268" name="Freeform 734">
                      <a:extLst>
                        <a:ext uri="{FF2B5EF4-FFF2-40B4-BE49-F238E27FC236}">
                          <a16:creationId xmlns="" xmlns:a16="http://schemas.microsoft.com/office/drawing/2014/main" id="{8691F347-A00D-D6D7-32E8-71B6CF38B8D4}"/>
                        </a:ext>
                      </a:extLst>
                    </p:cNvPr>
                    <p:cNvSpPr>
                      <a:spLocks/>
                    </p:cNvSpPr>
                    <p:nvPr/>
                  </p:nvSpPr>
                  <p:spPr bwMode="auto">
                    <a:xfrm>
                      <a:off x="3313" y="1639"/>
                      <a:ext cx="88" cy="84"/>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529" y="510"/>
                          </a:moveTo>
                          <a:lnTo>
                            <a:pt x="529" y="510"/>
                          </a:lnTo>
                          <a:lnTo>
                            <a:pt x="528" y="483"/>
                          </a:lnTo>
                          <a:lnTo>
                            <a:pt x="526" y="457"/>
                          </a:lnTo>
                          <a:lnTo>
                            <a:pt x="521" y="432"/>
                          </a:lnTo>
                          <a:lnTo>
                            <a:pt x="516" y="406"/>
                          </a:lnTo>
                          <a:lnTo>
                            <a:pt x="510" y="381"/>
                          </a:lnTo>
                          <a:lnTo>
                            <a:pt x="502" y="356"/>
                          </a:lnTo>
                          <a:lnTo>
                            <a:pt x="494" y="332"/>
                          </a:lnTo>
                          <a:lnTo>
                            <a:pt x="484" y="308"/>
                          </a:lnTo>
                          <a:lnTo>
                            <a:pt x="474" y="286"/>
                          </a:lnTo>
                          <a:lnTo>
                            <a:pt x="461" y="264"/>
                          </a:lnTo>
                          <a:lnTo>
                            <a:pt x="448" y="242"/>
                          </a:lnTo>
                          <a:lnTo>
                            <a:pt x="434" y="221"/>
                          </a:lnTo>
                          <a:lnTo>
                            <a:pt x="419" y="201"/>
                          </a:lnTo>
                          <a:lnTo>
                            <a:pt x="404" y="182"/>
                          </a:lnTo>
                          <a:lnTo>
                            <a:pt x="387" y="163"/>
                          </a:lnTo>
                          <a:lnTo>
                            <a:pt x="370" y="145"/>
                          </a:lnTo>
                          <a:lnTo>
                            <a:pt x="350" y="129"/>
                          </a:lnTo>
                          <a:lnTo>
                            <a:pt x="332" y="112"/>
                          </a:lnTo>
                          <a:lnTo>
                            <a:pt x="312" y="97"/>
                          </a:lnTo>
                          <a:lnTo>
                            <a:pt x="291" y="84"/>
                          </a:lnTo>
                          <a:lnTo>
                            <a:pt x="270" y="70"/>
                          </a:lnTo>
                          <a:lnTo>
                            <a:pt x="248" y="58"/>
                          </a:lnTo>
                          <a:lnTo>
                            <a:pt x="225" y="47"/>
                          </a:lnTo>
                          <a:lnTo>
                            <a:pt x="202" y="37"/>
                          </a:lnTo>
                          <a:lnTo>
                            <a:pt x="178" y="28"/>
                          </a:lnTo>
                          <a:lnTo>
                            <a:pt x="154" y="21"/>
                          </a:lnTo>
                          <a:lnTo>
                            <a:pt x="130" y="14"/>
                          </a:lnTo>
                          <a:lnTo>
                            <a:pt x="104" y="8"/>
                          </a:lnTo>
                          <a:lnTo>
                            <a:pt x="79" y="4"/>
                          </a:lnTo>
                          <a:lnTo>
                            <a:pt x="52" y="2"/>
                          </a:lnTo>
                          <a:lnTo>
                            <a:pt x="25" y="0"/>
                          </a:lnTo>
                          <a:lnTo>
                            <a:pt x="0" y="0"/>
                          </a:lnTo>
                          <a:lnTo>
                            <a:pt x="2" y="186"/>
                          </a:lnTo>
                          <a:lnTo>
                            <a:pt x="20" y="187"/>
                          </a:lnTo>
                          <a:lnTo>
                            <a:pt x="37" y="187"/>
                          </a:lnTo>
                          <a:lnTo>
                            <a:pt x="53" y="190"/>
                          </a:lnTo>
                          <a:lnTo>
                            <a:pt x="70" y="192"/>
                          </a:lnTo>
                          <a:lnTo>
                            <a:pt x="86" y="196"/>
                          </a:lnTo>
                          <a:lnTo>
                            <a:pt x="102" y="199"/>
                          </a:lnTo>
                          <a:lnTo>
                            <a:pt x="117" y="204"/>
                          </a:lnTo>
                          <a:lnTo>
                            <a:pt x="133" y="211"/>
                          </a:lnTo>
                          <a:lnTo>
                            <a:pt x="147" y="217"/>
                          </a:lnTo>
                          <a:lnTo>
                            <a:pt x="161" y="224"/>
                          </a:lnTo>
                          <a:lnTo>
                            <a:pt x="176" y="232"/>
                          </a:lnTo>
                          <a:lnTo>
                            <a:pt x="189" y="241"/>
                          </a:lnTo>
                          <a:lnTo>
                            <a:pt x="203" y="249"/>
                          </a:lnTo>
                          <a:lnTo>
                            <a:pt x="216" y="259"/>
                          </a:lnTo>
                          <a:lnTo>
                            <a:pt x="228" y="269"/>
                          </a:lnTo>
                          <a:lnTo>
                            <a:pt x="240" y="280"/>
                          </a:lnTo>
                          <a:lnTo>
                            <a:pt x="251" y="291"/>
                          </a:lnTo>
                          <a:lnTo>
                            <a:pt x="261" y="303"/>
                          </a:lnTo>
                          <a:lnTo>
                            <a:pt x="272" y="316"/>
                          </a:lnTo>
                          <a:lnTo>
                            <a:pt x="281" y="329"/>
                          </a:lnTo>
                          <a:lnTo>
                            <a:pt x="290" y="342"/>
                          </a:lnTo>
                          <a:lnTo>
                            <a:pt x="298" y="356"/>
                          </a:lnTo>
                          <a:lnTo>
                            <a:pt x="306" y="370"/>
                          </a:lnTo>
                          <a:lnTo>
                            <a:pt x="313" y="385"/>
                          </a:lnTo>
                          <a:lnTo>
                            <a:pt x="320" y="400"/>
                          </a:lnTo>
                          <a:lnTo>
                            <a:pt x="325" y="415"/>
                          </a:lnTo>
                          <a:lnTo>
                            <a:pt x="330" y="430"/>
                          </a:lnTo>
                          <a:lnTo>
                            <a:pt x="333" y="446"/>
                          </a:lnTo>
                          <a:lnTo>
                            <a:pt x="337" y="462"/>
                          </a:lnTo>
                          <a:lnTo>
                            <a:pt x="339" y="479"/>
                          </a:lnTo>
                          <a:lnTo>
                            <a:pt x="341" y="496"/>
                          </a:lnTo>
                          <a:lnTo>
                            <a:pt x="342" y="513"/>
                          </a:lnTo>
                          <a:lnTo>
                            <a:pt x="529" y="510"/>
                          </a:lnTo>
                          <a:close/>
                        </a:path>
                      </a:pathLst>
                    </a:custGeom>
                    <a:solidFill>
                      <a:srgbClr val="EF2B2F"/>
                    </a:solidFill>
                    <a:ln>
                      <a:noFill/>
                    </a:ln>
                  </p:spPr>
                  <p:txBody>
                    <a:bodyPr/>
                    <a:lstStyle/>
                    <a:p>
                      <a:pPr>
                        <a:defRPr/>
                      </a:pPr>
                      <a:endParaRPr lang="en-US" sz="1050">
                        <a:latin typeface="+mj-lt"/>
                      </a:endParaRPr>
                    </a:p>
                  </p:txBody>
                </p:sp>
                <p:sp>
                  <p:nvSpPr>
                    <p:cNvPr id="41269" name="Freeform 735">
                      <a:extLst>
                        <a:ext uri="{FF2B5EF4-FFF2-40B4-BE49-F238E27FC236}">
                          <a16:creationId xmlns="" xmlns:a16="http://schemas.microsoft.com/office/drawing/2014/main" id="{4329DB8E-28B6-15C6-BBBC-2F7C46B9CC5F}"/>
                        </a:ext>
                      </a:extLst>
                    </p:cNvPr>
                    <p:cNvSpPr>
                      <a:spLocks/>
                    </p:cNvSpPr>
                    <p:nvPr/>
                  </p:nvSpPr>
                  <p:spPr bwMode="auto">
                    <a:xfrm>
                      <a:off x="3313" y="1723"/>
                      <a:ext cx="88"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3" y="528"/>
                          </a:moveTo>
                          <a:lnTo>
                            <a:pt x="3" y="528"/>
                          </a:lnTo>
                          <a:lnTo>
                            <a:pt x="30" y="528"/>
                          </a:lnTo>
                          <a:lnTo>
                            <a:pt x="56" y="525"/>
                          </a:lnTo>
                          <a:lnTo>
                            <a:pt x="82" y="522"/>
                          </a:lnTo>
                          <a:lnTo>
                            <a:pt x="107" y="517"/>
                          </a:lnTo>
                          <a:lnTo>
                            <a:pt x="133" y="510"/>
                          </a:lnTo>
                          <a:lnTo>
                            <a:pt x="157" y="503"/>
                          </a:lnTo>
                          <a:lnTo>
                            <a:pt x="181" y="494"/>
                          </a:lnTo>
                          <a:lnTo>
                            <a:pt x="205" y="484"/>
                          </a:lnTo>
                          <a:lnTo>
                            <a:pt x="227" y="473"/>
                          </a:lnTo>
                          <a:lnTo>
                            <a:pt x="249" y="462"/>
                          </a:lnTo>
                          <a:lnTo>
                            <a:pt x="272" y="449"/>
                          </a:lnTo>
                          <a:lnTo>
                            <a:pt x="292" y="435"/>
                          </a:lnTo>
                          <a:lnTo>
                            <a:pt x="312" y="420"/>
                          </a:lnTo>
                          <a:lnTo>
                            <a:pt x="331" y="404"/>
                          </a:lnTo>
                          <a:lnTo>
                            <a:pt x="350" y="387"/>
                          </a:lnTo>
                          <a:lnTo>
                            <a:pt x="368" y="369"/>
                          </a:lnTo>
                          <a:lnTo>
                            <a:pt x="384" y="351"/>
                          </a:lnTo>
                          <a:lnTo>
                            <a:pt x="401" y="332"/>
                          </a:lnTo>
                          <a:lnTo>
                            <a:pt x="416" y="312"/>
                          </a:lnTo>
                          <a:lnTo>
                            <a:pt x="430" y="292"/>
                          </a:lnTo>
                          <a:lnTo>
                            <a:pt x="444" y="271"/>
                          </a:lnTo>
                          <a:lnTo>
                            <a:pt x="455" y="248"/>
                          </a:lnTo>
                          <a:lnTo>
                            <a:pt x="466" y="226"/>
                          </a:lnTo>
                          <a:lnTo>
                            <a:pt x="477" y="203"/>
                          </a:lnTo>
                          <a:lnTo>
                            <a:pt x="485" y="178"/>
                          </a:lnTo>
                          <a:lnTo>
                            <a:pt x="493" y="155"/>
                          </a:lnTo>
                          <a:lnTo>
                            <a:pt x="500" y="129"/>
                          </a:lnTo>
                          <a:lnTo>
                            <a:pt x="505" y="105"/>
                          </a:lnTo>
                          <a:lnTo>
                            <a:pt x="510" y="79"/>
                          </a:lnTo>
                          <a:lnTo>
                            <a:pt x="512" y="53"/>
                          </a:lnTo>
                          <a:lnTo>
                            <a:pt x="514" y="27"/>
                          </a:lnTo>
                          <a:lnTo>
                            <a:pt x="514" y="0"/>
                          </a:lnTo>
                          <a:lnTo>
                            <a:pt x="327" y="3"/>
                          </a:lnTo>
                          <a:lnTo>
                            <a:pt x="326" y="20"/>
                          </a:lnTo>
                          <a:lnTo>
                            <a:pt x="326" y="37"/>
                          </a:lnTo>
                          <a:lnTo>
                            <a:pt x="324" y="54"/>
                          </a:lnTo>
                          <a:lnTo>
                            <a:pt x="322" y="70"/>
                          </a:lnTo>
                          <a:lnTo>
                            <a:pt x="317" y="87"/>
                          </a:lnTo>
                          <a:lnTo>
                            <a:pt x="313" y="103"/>
                          </a:lnTo>
                          <a:lnTo>
                            <a:pt x="309" y="118"/>
                          </a:lnTo>
                          <a:lnTo>
                            <a:pt x="302" y="133"/>
                          </a:lnTo>
                          <a:lnTo>
                            <a:pt x="296" y="147"/>
                          </a:lnTo>
                          <a:lnTo>
                            <a:pt x="290" y="162"/>
                          </a:lnTo>
                          <a:lnTo>
                            <a:pt x="281" y="176"/>
                          </a:lnTo>
                          <a:lnTo>
                            <a:pt x="273" y="190"/>
                          </a:lnTo>
                          <a:lnTo>
                            <a:pt x="264" y="204"/>
                          </a:lnTo>
                          <a:lnTo>
                            <a:pt x="255" y="216"/>
                          </a:lnTo>
                          <a:lnTo>
                            <a:pt x="244" y="228"/>
                          </a:lnTo>
                          <a:lnTo>
                            <a:pt x="233" y="240"/>
                          </a:lnTo>
                          <a:lnTo>
                            <a:pt x="222" y="251"/>
                          </a:lnTo>
                          <a:lnTo>
                            <a:pt x="210" y="262"/>
                          </a:lnTo>
                          <a:lnTo>
                            <a:pt x="197" y="273"/>
                          </a:lnTo>
                          <a:lnTo>
                            <a:pt x="185" y="282"/>
                          </a:lnTo>
                          <a:lnTo>
                            <a:pt x="171" y="291"/>
                          </a:lnTo>
                          <a:lnTo>
                            <a:pt x="157" y="299"/>
                          </a:lnTo>
                          <a:lnTo>
                            <a:pt x="143" y="307"/>
                          </a:lnTo>
                          <a:lnTo>
                            <a:pt x="128" y="314"/>
                          </a:lnTo>
                          <a:lnTo>
                            <a:pt x="113" y="320"/>
                          </a:lnTo>
                          <a:lnTo>
                            <a:pt x="99" y="326"/>
                          </a:lnTo>
                          <a:lnTo>
                            <a:pt x="83" y="330"/>
                          </a:lnTo>
                          <a:lnTo>
                            <a:pt x="67" y="334"/>
                          </a:lnTo>
                          <a:lnTo>
                            <a:pt x="51" y="337"/>
                          </a:lnTo>
                          <a:lnTo>
                            <a:pt x="34" y="340"/>
                          </a:lnTo>
                          <a:lnTo>
                            <a:pt x="17" y="342"/>
                          </a:lnTo>
                          <a:lnTo>
                            <a:pt x="0" y="343"/>
                          </a:lnTo>
                          <a:lnTo>
                            <a:pt x="3" y="528"/>
                          </a:lnTo>
                          <a:close/>
                        </a:path>
                      </a:pathLst>
                    </a:custGeom>
                    <a:solidFill>
                      <a:srgbClr val="EF2B2F"/>
                    </a:solidFill>
                    <a:ln>
                      <a:noFill/>
                    </a:ln>
                  </p:spPr>
                  <p:txBody>
                    <a:bodyPr/>
                    <a:lstStyle/>
                    <a:p>
                      <a:pPr>
                        <a:defRPr/>
                      </a:pPr>
                      <a:endParaRPr lang="en-US" sz="1050">
                        <a:latin typeface="+mj-lt"/>
                      </a:endParaRPr>
                    </a:p>
                  </p:txBody>
                </p:sp>
                <p:sp>
                  <p:nvSpPr>
                    <p:cNvPr id="41270" name="Freeform 736">
                      <a:extLst>
                        <a:ext uri="{FF2B5EF4-FFF2-40B4-BE49-F238E27FC236}">
                          <a16:creationId xmlns="" xmlns:a16="http://schemas.microsoft.com/office/drawing/2014/main" id="{361E12AD-2BDF-4E8A-A52C-A5A9B03E7E6A}"/>
                        </a:ext>
                      </a:extLst>
                    </p:cNvPr>
                    <p:cNvSpPr>
                      <a:spLocks/>
                    </p:cNvSpPr>
                    <p:nvPr/>
                  </p:nvSpPr>
                  <p:spPr bwMode="auto">
                    <a:xfrm>
                      <a:off x="3225" y="1727"/>
                      <a:ext cx="88" cy="84"/>
                    </a:xfrm>
                    <a:custGeom>
                      <a:avLst/>
                      <a:gdLst>
                        <a:gd name="T0" fmla="*/ 0 w 530"/>
                        <a:gd name="T1" fmla="*/ 0 h 513"/>
                        <a:gd name="T2" fmla="*/ 0 w 530"/>
                        <a:gd name="T3" fmla="*/ 0 h 513"/>
                        <a:gd name="T4" fmla="*/ 0 w 530"/>
                        <a:gd name="T5" fmla="*/ 0 h 513"/>
                        <a:gd name="T6" fmla="*/ 0 w 530"/>
                        <a:gd name="T7" fmla="*/ 0 h 513"/>
                        <a:gd name="T8" fmla="*/ 0 w 530"/>
                        <a:gd name="T9" fmla="*/ 0 h 513"/>
                        <a:gd name="T10" fmla="*/ 0 w 530"/>
                        <a:gd name="T11" fmla="*/ 0 h 513"/>
                        <a:gd name="T12" fmla="*/ 0 w 530"/>
                        <a:gd name="T13" fmla="*/ 0 h 513"/>
                        <a:gd name="T14" fmla="*/ 0 w 530"/>
                        <a:gd name="T15" fmla="*/ 0 h 513"/>
                        <a:gd name="T16" fmla="*/ 0 w 530"/>
                        <a:gd name="T17" fmla="*/ 0 h 513"/>
                        <a:gd name="T18" fmla="*/ 0 w 530"/>
                        <a:gd name="T19" fmla="*/ 0 h 513"/>
                        <a:gd name="T20" fmla="*/ 0 w 530"/>
                        <a:gd name="T21" fmla="*/ 0 h 513"/>
                        <a:gd name="T22" fmla="*/ 0 w 530"/>
                        <a:gd name="T23" fmla="*/ 0 h 513"/>
                        <a:gd name="T24" fmla="*/ 0 w 530"/>
                        <a:gd name="T25" fmla="*/ 0 h 513"/>
                        <a:gd name="T26" fmla="*/ 0 w 530"/>
                        <a:gd name="T27" fmla="*/ 0 h 513"/>
                        <a:gd name="T28" fmla="*/ 0 w 530"/>
                        <a:gd name="T29" fmla="*/ 0 h 513"/>
                        <a:gd name="T30" fmla="*/ 0 w 530"/>
                        <a:gd name="T31" fmla="*/ 0 h 513"/>
                        <a:gd name="T32" fmla="*/ 0 w 530"/>
                        <a:gd name="T33" fmla="*/ 0 h 513"/>
                        <a:gd name="T34" fmla="*/ 0 w 530"/>
                        <a:gd name="T35" fmla="*/ 0 h 513"/>
                        <a:gd name="T36" fmla="*/ 0 w 530"/>
                        <a:gd name="T37" fmla="*/ 0 h 513"/>
                        <a:gd name="T38" fmla="*/ 0 w 530"/>
                        <a:gd name="T39" fmla="*/ 0 h 513"/>
                        <a:gd name="T40" fmla="*/ 0 w 530"/>
                        <a:gd name="T41" fmla="*/ 0 h 513"/>
                        <a:gd name="T42" fmla="*/ 0 w 530"/>
                        <a:gd name="T43" fmla="*/ 0 h 513"/>
                        <a:gd name="T44" fmla="*/ 0 w 530"/>
                        <a:gd name="T45" fmla="*/ 0 h 513"/>
                        <a:gd name="T46" fmla="*/ 0 w 530"/>
                        <a:gd name="T47" fmla="*/ 0 h 513"/>
                        <a:gd name="T48" fmla="*/ 0 w 530"/>
                        <a:gd name="T49" fmla="*/ 0 h 513"/>
                        <a:gd name="T50" fmla="*/ 0 w 530"/>
                        <a:gd name="T51" fmla="*/ 0 h 513"/>
                        <a:gd name="T52" fmla="*/ 0 w 530"/>
                        <a:gd name="T53" fmla="*/ 0 h 513"/>
                        <a:gd name="T54" fmla="*/ 0 w 530"/>
                        <a:gd name="T55" fmla="*/ 0 h 513"/>
                        <a:gd name="T56" fmla="*/ 0 w 530"/>
                        <a:gd name="T57" fmla="*/ 0 h 513"/>
                        <a:gd name="T58" fmla="*/ 0 w 530"/>
                        <a:gd name="T59" fmla="*/ 0 h 513"/>
                        <a:gd name="T60" fmla="*/ 0 w 530"/>
                        <a:gd name="T61" fmla="*/ 0 h 513"/>
                        <a:gd name="T62" fmla="*/ 0 w 530"/>
                        <a:gd name="T63" fmla="*/ 0 h 513"/>
                        <a:gd name="T64" fmla="*/ 0 w 530"/>
                        <a:gd name="T65" fmla="*/ 0 h 513"/>
                        <a:gd name="T66" fmla="*/ 0 w 530"/>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3"/>
                        <a:gd name="T104" fmla="*/ 530 w 530"/>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3">
                          <a:moveTo>
                            <a:pt x="0" y="3"/>
                          </a:moveTo>
                          <a:lnTo>
                            <a:pt x="0" y="3"/>
                          </a:lnTo>
                          <a:lnTo>
                            <a:pt x="1" y="30"/>
                          </a:lnTo>
                          <a:lnTo>
                            <a:pt x="4" y="56"/>
                          </a:lnTo>
                          <a:lnTo>
                            <a:pt x="8" y="82"/>
                          </a:lnTo>
                          <a:lnTo>
                            <a:pt x="13" y="107"/>
                          </a:lnTo>
                          <a:lnTo>
                            <a:pt x="19" y="133"/>
                          </a:lnTo>
                          <a:lnTo>
                            <a:pt x="27" y="157"/>
                          </a:lnTo>
                          <a:lnTo>
                            <a:pt x="35" y="180"/>
                          </a:lnTo>
                          <a:lnTo>
                            <a:pt x="46" y="205"/>
                          </a:lnTo>
                          <a:lnTo>
                            <a:pt x="56" y="227"/>
                          </a:lnTo>
                          <a:lnTo>
                            <a:pt x="68" y="249"/>
                          </a:lnTo>
                          <a:lnTo>
                            <a:pt x="81" y="270"/>
                          </a:lnTo>
                          <a:lnTo>
                            <a:pt x="95" y="292"/>
                          </a:lnTo>
                          <a:lnTo>
                            <a:pt x="109" y="312"/>
                          </a:lnTo>
                          <a:lnTo>
                            <a:pt x="125" y="331"/>
                          </a:lnTo>
                          <a:lnTo>
                            <a:pt x="142" y="350"/>
                          </a:lnTo>
                          <a:lnTo>
                            <a:pt x="159" y="367"/>
                          </a:lnTo>
                          <a:lnTo>
                            <a:pt x="177" y="384"/>
                          </a:lnTo>
                          <a:lnTo>
                            <a:pt x="198" y="400"/>
                          </a:lnTo>
                          <a:lnTo>
                            <a:pt x="217" y="415"/>
                          </a:lnTo>
                          <a:lnTo>
                            <a:pt x="238" y="430"/>
                          </a:lnTo>
                          <a:lnTo>
                            <a:pt x="259" y="442"/>
                          </a:lnTo>
                          <a:lnTo>
                            <a:pt x="281" y="455"/>
                          </a:lnTo>
                          <a:lnTo>
                            <a:pt x="304" y="466"/>
                          </a:lnTo>
                          <a:lnTo>
                            <a:pt x="327" y="476"/>
                          </a:lnTo>
                          <a:lnTo>
                            <a:pt x="351" y="485"/>
                          </a:lnTo>
                          <a:lnTo>
                            <a:pt x="375" y="492"/>
                          </a:lnTo>
                          <a:lnTo>
                            <a:pt x="400" y="500"/>
                          </a:lnTo>
                          <a:lnTo>
                            <a:pt x="426" y="504"/>
                          </a:lnTo>
                          <a:lnTo>
                            <a:pt x="451" y="508"/>
                          </a:lnTo>
                          <a:lnTo>
                            <a:pt x="477" y="511"/>
                          </a:lnTo>
                          <a:lnTo>
                            <a:pt x="503" y="513"/>
                          </a:lnTo>
                          <a:lnTo>
                            <a:pt x="530" y="512"/>
                          </a:lnTo>
                          <a:lnTo>
                            <a:pt x="527" y="327"/>
                          </a:lnTo>
                          <a:lnTo>
                            <a:pt x="510" y="326"/>
                          </a:lnTo>
                          <a:lnTo>
                            <a:pt x="493" y="325"/>
                          </a:lnTo>
                          <a:lnTo>
                            <a:pt x="476" y="324"/>
                          </a:lnTo>
                          <a:lnTo>
                            <a:pt x="459" y="320"/>
                          </a:lnTo>
                          <a:lnTo>
                            <a:pt x="443" y="317"/>
                          </a:lnTo>
                          <a:lnTo>
                            <a:pt x="427" y="313"/>
                          </a:lnTo>
                          <a:lnTo>
                            <a:pt x="412" y="309"/>
                          </a:lnTo>
                          <a:lnTo>
                            <a:pt x="397" y="302"/>
                          </a:lnTo>
                          <a:lnTo>
                            <a:pt x="381" y="296"/>
                          </a:lnTo>
                          <a:lnTo>
                            <a:pt x="368" y="288"/>
                          </a:lnTo>
                          <a:lnTo>
                            <a:pt x="354" y="281"/>
                          </a:lnTo>
                          <a:lnTo>
                            <a:pt x="340" y="273"/>
                          </a:lnTo>
                          <a:lnTo>
                            <a:pt x="326" y="264"/>
                          </a:lnTo>
                          <a:lnTo>
                            <a:pt x="313" y="253"/>
                          </a:lnTo>
                          <a:lnTo>
                            <a:pt x="302" y="244"/>
                          </a:lnTo>
                          <a:lnTo>
                            <a:pt x="289" y="232"/>
                          </a:lnTo>
                          <a:lnTo>
                            <a:pt x="278" y="222"/>
                          </a:lnTo>
                          <a:lnTo>
                            <a:pt x="268" y="210"/>
                          </a:lnTo>
                          <a:lnTo>
                            <a:pt x="257" y="197"/>
                          </a:lnTo>
                          <a:lnTo>
                            <a:pt x="248" y="185"/>
                          </a:lnTo>
                          <a:lnTo>
                            <a:pt x="239" y="171"/>
                          </a:lnTo>
                          <a:lnTo>
                            <a:pt x="231" y="157"/>
                          </a:lnTo>
                          <a:lnTo>
                            <a:pt x="223" y="143"/>
                          </a:lnTo>
                          <a:lnTo>
                            <a:pt x="216" y="128"/>
                          </a:lnTo>
                          <a:lnTo>
                            <a:pt x="209" y="113"/>
                          </a:lnTo>
                          <a:lnTo>
                            <a:pt x="204" y="99"/>
                          </a:lnTo>
                          <a:lnTo>
                            <a:pt x="200" y="83"/>
                          </a:lnTo>
                          <a:lnTo>
                            <a:pt x="195" y="67"/>
                          </a:lnTo>
                          <a:lnTo>
                            <a:pt x="192" y="50"/>
                          </a:lnTo>
                          <a:lnTo>
                            <a:pt x="190" y="34"/>
                          </a:lnTo>
                          <a:lnTo>
                            <a:pt x="188"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271" name="Freeform 737">
                      <a:extLst>
                        <a:ext uri="{FF2B5EF4-FFF2-40B4-BE49-F238E27FC236}">
                          <a16:creationId xmlns="" xmlns:a16="http://schemas.microsoft.com/office/drawing/2014/main" id="{22699FCE-C388-D882-28A9-27D714F953EC}"/>
                        </a:ext>
                      </a:extLst>
                    </p:cNvPr>
                    <p:cNvSpPr>
                      <a:spLocks/>
                    </p:cNvSpPr>
                    <p:nvPr/>
                  </p:nvSpPr>
                  <p:spPr bwMode="auto">
                    <a:xfrm>
                      <a:off x="3225" y="1639"/>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2" y="0"/>
                          </a:moveTo>
                          <a:lnTo>
                            <a:pt x="512" y="0"/>
                          </a:lnTo>
                          <a:lnTo>
                            <a:pt x="484" y="1"/>
                          </a:lnTo>
                          <a:lnTo>
                            <a:pt x="459" y="3"/>
                          </a:lnTo>
                          <a:lnTo>
                            <a:pt x="432" y="7"/>
                          </a:lnTo>
                          <a:lnTo>
                            <a:pt x="407" y="12"/>
                          </a:lnTo>
                          <a:lnTo>
                            <a:pt x="381" y="19"/>
                          </a:lnTo>
                          <a:lnTo>
                            <a:pt x="357" y="26"/>
                          </a:lnTo>
                          <a:lnTo>
                            <a:pt x="334" y="35"/>
                          </a:lnTo>
                          <a:lnTo>
                            <a:pt x="309" y="44"/>
                          </a:lnTo>
                          <a:lnTo>
                            <a:pt x="287" y="55"/>
                          </a:lnTo>
                          <a:lnTo>
                            <a:pt x="265" y="68"/>
                          </a:lnTo>
                          <a:lnTo>
                            <a:pt x="242" y="80"/>
                          </a:lnTo>
                          <a:lnTo>
                            <a:pt x="222" y="94"/>
                          </a:lnTo>
                          <a:lnTo>
                            <a:pt x="202" y="109"/>
                          </a:lnTo>
                          <a:lnTo>
                            <a:pt x="183" y="125"/>
                          </a:lnTo>
                          <a:lnTo>
                            <a:pt x="164" y="142"/>
                          </a:lnTo>
                          <a:lnTo>
                            <a:pt x="147" y="159"/>
                          </a:lnTo>
                          <a:lnTo>
                            <a:pt x="130" y="178"/>
                          </a:lnTo>
                          <a:lnTo>
                            <a:pt x="114" y="196"/>
                          </a:lnTo>
                          <a:lnTo>
                            <a:pt x="98" y="216"/>
                          </a:lnTo>
                          <a:lnTo>
                            <a:pt x="84" y="237"/>
                          </a:lnTo>
                          <a:lnTo>
                            <a:pt x="71" y="259"/>
                          </a:lnTo>
                          <a:lnTo>
                            <a:pt x="58" y="280"/>
                          </a:lnTo>
                          <a:lnTo>
                            <a:pt x="48" y="303"/>
                          </a:lnTo>
                          <a:lnTo>
                            <a:pt x="37" y="326"/>
                          </a:lnTo>
                          <a:lnTo>
                            <a:pt x="29" y="350"/>
                          </a:lnTo>
                          <a:lnTo>
                            <a:pt x="21" y="374"/>
                          </a:lnTo>
                          <a:lnTo>
                            <a:pt x="14" y="399"/>
                          </a:lnTo>
                          <a:lnTo>
                            <a:pt x="9" y="424"/>
                          </a:lnTo>
                          <a:lnTo>
                            <a:pt x="5" y="450"/>
                          </a:lnTo>
                          <a:lnTo>
                            <a:pt x="2" y="476"/>
                          </a:lnTo>
                          <a:lnTo>
                            <a:pt x="0" y="503"/>
                          </a:lnTo>
                          <a:lnTo>
                            <a:pt x="0" y="529"/>
                          </a:lnTo>
                          <a:lnTo>
                            <a:pt x="187" y="526"/>
                          </a:lnTo>
                          <a:lnTo>
                            <a:pt x="188" y="508"/>
                          </a:lnTo>
                          <a:lnTo>
                            <a:pt x="189" y="491"/>
                          </a:lnTo>
                          <a:lnTo>
                            <a:pt x="190" y="475"/>
                          </a:lnTo>
                          <a:lnTo>
                            <a:pt x="193" y="458"/>
                          </a:lnTo>
                          <a:lnTo>
                            <a:pt x="197" y="442"/>
                          </a:lnTo>
                          <a:lnTo>
                            <a:pt x="201" y="426"/>
                          </a:lnTo>
                          <a:lnTo>
                            <a:pt x="205" y="410"/>
                          </a:lnTo>
                          <a:lnTo>
                            <a:pt x="211" y="395"/>
                          </a:lnTo>
                          <a:lnTo>
                            <a:pt x="218" y="381"/>
                          </a:lnTo>
                          <a:lnTo>
                            <a:pt x="225" y="367"/>
                          </a:lnTo>
                          <a:lnTo>
                            <a:pt x="233" y="353"/>
                          </a:lnTo>
                          <a:lnTo>
                            <a:pt x="241" y="338"/>
                          </a:lnTo>
                          <a:lnTo>
                            <a:pt x="250" y="325"/>
                          </a:lnTo>
                          <a:lnTo>
                            <a:pt x="259" y="313"/>
                          </a:lnTo>
                          <a:lnTo>
                            <a:pt x="270" y="300"/>
                          </a:lnTo>
                          <a:lnTo>
                            <a:pt x="280" y="288"/>
                          </a:lnTo>
                          <a:lnTo>
                            <a:pt x="292" y="278"/>
                          </a:lnTo>
                          <a:lnTo>
                            <a:pt x="304" y="267"/>
                          </a:lnTo>
                          <a:lnTo>
                            <a:pt x="317" y="256"/>
                          </a:lnTo>
                          <a:lnTo>
                            <a:pt x="329" y="247"/>
                          </a:lnTo>
                          <a:lnTo>
                            <a:pt x="343" y="238"/>
                          </a:lnTo>
                          <a:lnTo>
                            <a:pt x="357" y="230"/>
                          </a:lnTo>
                          <a:lnTo>
                            <a:pt x="371" y="223"/>
                          </a:lnTo>
                          <a:lnTo>
                            <a:pt x="386" y="215"/>
                          </a:lnTo>
                          <a:lnTo>
                            <a:pt x="400" y="209"/>
                          </a:lnTo>
                          <a:lnTo>
                            <a:pt x="415" y="203"/>
                          </a:lnTo>
                          <a:lnTo>
                            <a:pt x="431" y="198"/>
                          </a:lnTo>
                          <a:lnTo>
                            <a:pt x="447" y="195"/>
                          </a:lnTo>
                          <a:lnTo>
                            <a:pt x="464" y="192"/>
                          </a:lnTo>
                          <a:lnTo>
                            <a:pt x="480" y="190"/>
                          </a:lnTo>
                          <a:lnTo>
                            <a:pt x="497" y="187"/>
                          </a:lnTo>
                          <a:lnTo>
                            <a:pt x="514" y="186"/>
                          </a:lnTo>
                          <a:lnTo>
                            <a:pt x="512" y="0"/>
                          </a:lnTo>
                          <a:close/>
                        </a:path>
                      </a:pathLst>
                    </a:custGeom>
                    <a:solidFill>
                      <a:srgbClr val="EF2B2F"/>
                    </a:solidFill>
                    <a:ln>
                      <a:noFill/>
                    </a:ln>
                  </p:spPr>
                  <p:txBody>
                    <a:bodyPr/>
                    <a:lstStyle/>
                    <a:p>
                      <a:pPr>
                        <a:defRPr/>
                      </a:pPr>
                      <a:endParaRPr lang="en-US" sz="1050">
                        <a:latin typeface="+mj-lt"/>
                      </a:endParaRPr>
                    </a:p>
                  </p:txBody>
                </p:sp>
                <p:sp>
                  <p:nvSpPr>
                    <p:cNvPr id="41272" name="Freeform 738">
                      <a:extLst>
                        <a:ext uri="{FF2B5EF4-FFF2-40B4-BE49-F238E27FC236}">
                          <a16:creationId xmlns="" xmlns:a16="http://schemas.microsoft.com/office/drawing/2014/main" id="{CADE8D68-E5E5-074A-13CA-A8B3C3C1C6AC}"/>
                        </a:ext>
                      </a:extLst>
                    </p:cNvPr>
                    <p:cNvSpPr>
                      <a:spLocks/>
                    </p:cNvSpPr>
                    <p:nvPr/>
                  </p:nvSpPr>
                  <p:spPr bwMode="auto">
                    <a:xfrm>
                      <a:off x="3305" y="1783"/>
                      <a:ext cx="141" cy="144"/>
                    </a:xfrm>
                    <a:custGeom>
                      <a:avLst/>
                      <a:gdLst>
                        <a:gd name="T0" fmla="*/ 0 w 853"/>
                        <a:gd name="T1" fmla="*/ 0 h 852"/>
                        <a:gd name="T2" fmla="*/ 0 w 853"/>
                        <a:gd name="T3" fmla="*/ 0 h 852"/>
                        <a:gd name="T4" fmla="*/ 0 w 853"/>
                        <a:gd name="T5" fmla="*/ 0 h 852"/>
                        <a:gd name="T6" fmla="*/ 0 w 853"/>
                        <a:gd name="T7" fmla="*/ 0 h 852"/>
                        <a:gd name="T8" fmla="*/ 0 w 853"/>
                        <a:gd name="T9" fmla="*/ 0 h 852"/>
                        <a:gd name="T10" fmla="*/ 0 w 853"/>
                        <a:gd name="T11" fmla="*/ 0 h 852"/>
                        <a:gd name="T12" fmla="*/ 0 w 853"/>
                        <a:gd name="T13" fmla="*/ 0 h 852"/>
                        <a:gd name="T14" fmla="*/ 0 w 853"/>
                        <a:gd name="T15" fmla="*/ 0 h 852"/>
                        <a:gd name="T16" fmla="*/ 0 w 853"/>
                        <a:gd name="T17" fmla="*/ 0 h 852"/>
                        <a:gd name="T18" fmla="*/ 0 w 853"/>
                        <a:gd name="T19" fmla="*/ 0 h 852"/>
                        <a:gd name="T20" fmla="*/ 0 w 853"/>
                        <a:gd name="T21" fmla="*/ 0 h 852"/>
                        <a:gd name="T22" fmla="*/ 0 w 853"/>
                        <a:gd name="T23" fmla="*/ 0 h 852"/>
                        <a:gd name="T24" fmla="*/ 0 w 853"/>
                        <a:gd name="T25" fmla="*/ 0 h 852"/>
                        <a:gd name="T26" fmla="*/ 0 w 853"/>
                        <a:gd name="T27" fmla="*/ 0 h 852"/>
                        <a:gd name="T28" fmla="*/ 0 w 853"/>
                        <a:gd name="T29" fmla="*/ 0 h 852"/>
                        <a:gd name="T30" fmla="*/ 0 w 853"/>
                        <a:gd name="T31" fmla="*/ 0 h 852"/>
                        <a:gd name="T32" fmla="*/ 0 w 853"/>
                        <a:gd name="T33" fmla="*/ 0 h 852"/>
                        <a:gd name="T34" fmla="*/ 0 w 853"/>
                        <a:gd name="T35" fmla="*/ 0 h 852"/>
                        <a:gd name="T36" fmla="*/ 0 w 853"/>
                        <a:gd name="T37" fmla="*/ 0 h 852"/>
                        <a:gd name="T38" fmla="*/ 0 w 853"/>
                        <a:gd name="T39" fmla="*/ 0 h 852"/>
                        <a:gd name="T40" fmla="*/ 0 w 853"/>
                        <a:gd name="T41" fmla="*/ 0 h 852"/>
                        <a:gd name="T42" fmla="*/ 0 w 853"/>
                        <a:gd name="T43" fmla="*/ 0 h 852"/>
                        <a:gd name="T44" fmla="*/ 0 w 853"/>
                        <a:gd name="T45" fmla="*/ 0 h 852"/>
                        <a:gd name="T46" fmla="*/ 0 w 853"/>
                        <a:gd name="T47" fmla="*/ 0 h 852"/>
                        <a:gd name="T48" fmla="*/ 0 w 853"/>
                        <a:gd name="T49" fmla="*/ 0 h 852"/>
                        <a:gd name="T50" fmla="*/ 0 w 853"/>
                        <a:gd name="T51" fmla="*/ 0 h 852"/>
                        <a:gd name="T52" fmla="*/ 0 w 853"/>
                        <a:gd name="T53" fmla="*/ 0 h 852"/>
                        <a:gd name="T54" fmla="*/ 0 w 853"/>
                        <a:gd name="T55" fmla="*/ 0 h 852"/>
                        <a:gd name="T56" fmla="*/ 0 w 853"/>
                        <a:gd name="T57" fmla="*/ 0 h 852"/>
                        <a:gd name="T58" fmla="*/ 0 w 853"/>
                        <a:gd name="T59" fmla="*/ 0 h 852"/>
                        <a:gd name="T60" fmla="*/ 0 w 853"/>
                        <a:gd name="T61" fmla="*/ 0 h 852"/>
                        <a:gd name="T62" fmla="*/ 0 w 853"/>
                        <a:gd name="T63" fmla="*/ 0 h 852"/>
                        <a:gd name="T64" fmla="*/ 0 w 853"/>
                        <a:gd name="T65" fmla="*/ 0 h 852"/>
                        <a:gd name="T66" fmla="*/ 0 w 853"/>
                        <a:gd name="T67" fmla="*/ 0 h 852"/>
                        <a:gd name="T68" fmla="*/ 0 w 853"/>
                        <a:gd name="T69" fmla="*/ 0 h 852"/>
                        <a:gd name="T70" fmla="*/ 0 w 853"/>
                        <a:gd name="T71" fmla="*/ 0 h 852"/>
                        <a:gd name="T72" fmla="*/ 0 w 853"/>
                        <a:gd name="T73" fmla="*/ 0 h 852"/>
                        <a:gd name="T74" fmla="*/ 0 w 853"/>
                        <a:gd name="T75" fmla="*/ 0 h 852"/>
                        <a:gd name="T76" fmla="*/ 0 w 853"/>
                        <a:gd name="T77" fmla="*/ 0 h 852"/>
                        <a:gd name="T78" fmla="*/ 0 w 853"/>
                        <a:gd name="T79" fmla="*/ 0 h 852"/>
                        <a:gd name="T80" fmla="*/ 0 w 853"/>
                        <a:gd name="T81" fmla="*/ 0 h 852"/>
                        <a:gd name="T82" fmla="*/ 0 w 853"/>
                        <a:gd name="T83" fmla="*/ 0 h 852"/>
                        <a:gd name="T84" fmla="*/ 0 w 853"/>
                        <a:gd name="T85" fmla="*/ 0 h 8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3"/>
                        <a:gd name="T130" fmla="*/ 0 h 852"/>
                        <a:gd name="T131" fmla="*/ 853 w 853"/>
                        <a:gd name="T132" fmla="*/ 852 h 85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3" h="852">
                          <a:moveTo>
                            <a:pt x="418" y="0"/>
                          </a:moveTo>
                          <a:lnTo>
                            <a:pt x="441" y="0"/>
                          </a:lnTo>
                          <a:lnTo>
                            <a:pt x="462" y="1"/>
                          </a:lnTo>
                          <a:lnTo>
                            <a:pt x="483" y="3"/>
                          </a:lnTo>
                          <a:lnTo>
                            <a:pt x="504" y="6"/>
                          </a:lnTo>
                          <a:lnTo>
                            <a:pt x="524" y="11"/>
                          </a:lnTo>
                          <a:lnTo>
                            <a:pt x="546" y="17"/>
                          </a:lnTo>
                          <a:lnTo>
                            <a:pt x="565" y="23"/>
                          </a:lnTo>
                          <a:lnTo>
                            <a:pt x="585" y="30"/>
                          </a:lnTo>
                          <a:lnTo>
                            <a:pt x="604" y="38"/>
                          </a:lnTo>
                          <a:lnTo>
                            <a:pt x="622" y="47"/>
                          </a:lnTo>
                          <a:lnTo>
                            <a:pt x="640" y="57"/>
                          </a:lnTo>
                          <a:lnTo>
                            <a:pt x="658" y="68"/>
                          </a:lnTo>
                          <a:lnTo>
                            <a:pt x="674" y="79"/>
                          </a:lnTo>
                          <a:lnTo>
                            <a:pt x="691" y="92"/>
                          </a:lnTo>
                          <a:lnTo>
                            <a:pt x="707" y="105"/>
                          </a:lnTo>
                          <a:lnTo>
                            <a:pt x="722" y="118"/>
                          </a:lnTo>
                          <a:lnTo>
                            <a:pt x="736" y="133"/>
                          </a:lnTo>
                          <a:lnTo>
                            <a:pt x="750" y="149"/>
                          </a:lnTo>
                          <a:lnTo>
                            <a:pt x="763" y="165"/>
                          </a:lnTo>
                          <a:lnTo>
                            <a:pt x="775" y="181"/>
                          </a:lnTo>
                          <a:lnTo>
                            <a:pt x="787" y="198"/>
                          </a:lnTo>
                          <a:lnTo>
                            <a:pt x="797" y="216"/>
                          </a:lnTo>
                          <a:lnTo>
                            <a:pt x="807" y="234"/>
                          </a:lnTo>
                          <a:lnTo>
                            <a:pt x="816" y="253"/>
                          </a:lnTo>
                          <a:lnTo>
                            <a:pt x="824" y="272"/>
                          </a:lnTo>
                          <a:lnTo>
                            <a:pt x="831" y="291"/>
                          </a:lnTo>
                          <a:lnTo>
                            <a:pt x="838" y="312"/>
                          </a:lnTo>
                          <a:lnTo>
                            <a:pt x="842" y="333"/>
                          </a:lnTo>
                          <a:lnTo>
                            <a:pt x="846" y="353"/>
                          </a:lnTo>
                          <a:lnTo>
                            <a:pt x="849" y="374"/>
                          </a:lnTo>
                          <a:lnTo>
                            <a:pt x="852" y="396"/>
                          </a:lnTo>
                          <a:lnTo>
                            <a:pt x="853" y="418"/>
                          </a:lnTo>
                          <a:lnTo>
                            <a:pt x="853" y="440"/>
                          </a:lnTo>
                          <a:lnTo>
                            <a:pt x="852" y="461"/>
                          </a:lnTo>
                          <a:lnTo>
                            <a:pt x="849" y="482"/>
                          </a:lnTo>
                          <a:lnTo>
                            <a:pt x="845" y="504"/>
                          </a:lnTo>
                          <a:lnTo>
                            <a:pt x="841" y="525"/>
                          </a:lnTo>
                          <a:lnTo>
                            <a:pt x="836" y="545"/>
                          </a:lnTo>
                          <a:lnTo>
                            <a:pt x="829" y="565"/>
                          </a:lnTo>
                          <a:lnTo>
                            <a:pt x="822" y="584"/>
                          </a:lnTo>
                          <a:lnTo>
                            <a:pt x="814" y="603"/>
                          </a:lnTo>
                          <a:lnTo>
                            <a:pt x="805" y="621"/>
                          </a:lnTo>
                          <a:lnTo>
                            <a:pt x="795" y="639"/>
                          </a:lnTo>
                          <a:lnTo>
                            <a:pt x="784" y="657"/>
                          </a:lnTo>
                          <a:lnTo>
                            <a:pt x="772" y="674"/>
                          </a:lnTo>
                          <a:lnTo>
                            <a:pt x="760" y="690"/>
                          </a:lnTo>
                          <a:lnTo>
                            <a:pt x="746" y="706"/>
                          </a:lnTo>
                          <a:lnTo>
                            <a:pt x="733" y="721"/>
                          </a:lnTo>
                          <a:lnTo>
                            <a:pt x="719" y="736"/>
                          </a:lnTo>
                          <a:lnTo>
                            <a:pt x="703" y="750"/>
                          </a:lnTo>
                          <a:lnTo>
                            <a:pt x="687" y="762"/>
                          </a:lnTo>
                          <a:lnTo>
                            <a:pt x="671" y="774"/>
                          </a:lnTo>
                          <a:lnTo>
                            <a:pt x="654" y="786"/>
                          </a:lnTo>
                          <a:lnTo>
                            <a:pt x="636" y="796"/>
                          </a:lnTo>
                          <a:lnTo>
                            <a:pt x="618" y="806"/>
                          </a:lnTo>
                          <a:lnTo>
                            <a:pt x="599" y="815"/>
                          </a:lnTo>
                          <a:lnTo>
                            <a:pt x="580" y="823"/>
                          </a:lnTo>
                          <a:lnTo>
                            <a:pt x="561" y="830"/>
                          </a:lnTo>
                          <a:lnTo>
                            <a:pt x="540" y="837"/>
                          </a:lnTo>
                          <a:lnTo>
                            <a:pt x="519" y="842"/>
                          </a:lnTo>
                          <a:lnTo>
                            <a:pt x="499" y="846"/>
                          </a:lnTo>
                          <a:lnTo>
                            <a:pt x="478" y="849"/>
                          </a:lnTo>
                          <a:lnTo>
                            <a:pt x="455" y="850"/>
                          </a:lnTo>
                          <a:lnTo>
                            <a:pt x="434" y="852"/>
                          </a:lnTo>
                          <a:lnTo>
                            <a:pt x="412" y="852"/>
                          </a:lnTo>
                          <a:lnTo>
                            <a:pt x="391" y="850"/>
                          </a:lnTo>
                          <a:lnTo>
                            <a:pt x="369" y="848"/>
                          </a:lnTo>
                          <a:lnTo>
                            <a:pt x="348" y="845"/>
                          </a:lnTo>
                          <a:lnTo>
                            <a:pt x="327" y="841"/>
                          </a:lnTo>
                          <a:lnTo>
                            <a:pt x="307" y="835"/>
                          </a:lnTo>
                          <a:lnTo>
                            <a:pt x="287" y="828"/>
                          </a:lnTo>
                          <a:lnTo>
                            <a:pt x="267" y="822"/>
                          </a:lnTo>
                          <a:lnTo>
                            <a:pt x="248" y="813"/>
                          </a:lnTo>
                          <a:lnTo>
                            <a:pt x="230" y="804"/>
                          </a:lnTo>
                          <a:lnTo>
                            <a:pt x="212" y="794"/>
                          </a:lnTo>
                          <a:lnTo>
                            <a:pt x="194" y="784"/>
                          </a:lnTo>
                          <a:lnTo>
                            <a:pt x="177" y="772"/>
                          </a:lnTo>
                          <a:lnTo>
                            <a:pt x="161" y="759"/>
                          </a:lnTo>
                          <a:lnTo>
                            <a:pt x="145" y="746"/>
                          </a:lnTo>
                          <a:lnTo>
                            <a:pt x="130" y="733"/>
                          </a:lnTo>
                          <a:lnTo>
                            <a:pt x="116" y="718"/>
                          </a:lnTo>
                          <a:lnTo>
                            <a:pt x="102" y="703"/>
                          </a:lnTo>
                          <a:lnTo>
                            <a:pt x="89" y="687"/>
                          </a:lnTo>
                          <a:lnTo>
                            <a:pt x="76" y="670"/>
                          </a:lnTo>
                          <a:lnTo>
                            <a:pt x="66" y="653"/>
                          </a:lnTo>
                          <a:lnTo>
                            <a:pt x="55" y="635"/>
                          </a:lnTo>
                          <a:lnTo>
                            <a:pt x="44" y="617"/>
                          </a:lnTo>
                          <a:lnTo>
                            <a:pt x="36" y="598"/>
                          </a:lnTo>
                          <a:lnTo>
                            <a:pt x="27" y="579"/>
                          </a:lnTo>
                          <a:lnTo>
                            <a:pt x="21" y="560"/>
                          </a:lnTo>
                          <a:lnTo>
                            <a:pt x="15" y="540"/>
                          </a:lnTo>
                          <a:lnTo>
                            <a:pt x="9" y="519"/>
                          </a:lnTo>
                          <a:lnTo>
                            <a:pt x="5" y="498"/>
                          </a:lnTo>
                          <a:lnTo>
                            <a:pt x="2" y="477"/>
                          </a:lnTo>
                          <a:lnTo>
                            <a:pt x="0" y="456"/>
                          </a:lnTo>
                          <a:lnTo>
                            <a:pt x="0" y="434"/>
                          </a:lnTo>
                          <a:lnTo>
                            <a:pt x="0" y="411"/>
                          </a:lnTo>
                          <a:lnTo>
                            <a:pt x="1" y="390"/>
                          </a:lnTo>
                          <a:lnTo>
                            <a:pt x="3" y="369"/>
                          </a:lnTo>
                          <a:lnTo>
                            <a:pt x="6" y="348"/>
                          </a:lnTo>
                          <a:lnTo>
                            <a:pt x="10" y="327"/>
                          </a:lnTo>
                          <a:lnTo>
                            <a:pt x="16" y="306"/>
                          </a:lnTo>
                          <a:lnTo>
                            <a:pt x="22" y="287"/>
                          </a:lnTo>
                          <a:lnTo>
                            <a:pt x="30" y="267"/>
                          </a:lnTo>
                          <a:lnTo>
                            <a:pt x="38" y="248"/>
                          </a:lnTo>
                          <a:lnTo>
                            <a:pt x="48" y="230"/>
                          </a:lnTo>
                          <a:lnTo>
                            <a:pt x="57" y="212"/>
                          </a:lnTo>
                          <a:lnTo>
                            <a:pt x="68" y="194"/>
                          </a:lnTo>
                          <a:lnTo>
                            <a:pt x="79" y="177"/>
                          </a:lnTo>
                          <a:lnTo>
                            <a:pt x="92" y="161"/>
                          </a:lnTo>
                          <a:lnTo>
                            <a:pt x="105" y="145"/>
                          </a:lnTo>
                          <a:lnTo>
                            <a:pt x="119" y="130"/>
                          </a:lnTo>
                          <a:lnTo>
                            <a:pt x="134" y="115"/>
                          </a:lnTo>
                          <a:lnTo>
                            <a:pt x="148" y="101"/>
                          </a:lnTo>
                          <a:lnTo>
                            <a:pt x="164" y="89"/>
                          </a:lnTo>
                          <a:lnTo>
                            <a:pt x="181" y="77"/>
                          </a:lnTo>
                          <a:lnTo>
                            <a:pt x="198" y="65"/>
                          </a:lnTo>
                          <a:lnTo>
                            <a:pt x="216" y="55"/>
                          </a:lnTo>
                          <a:lnTo>
                            <a:pt x="234" y="45"/>
                          </a:lnTo>
                          <a:lnTo>
                            <a:pt x="253" y="36"/>
                          </a:lnTo>
                          <a:lnTo>
                            <a:pt x="272" y="28"/>
                          </a:lnTo>
                          <a:lnTo>
                            <a:pt x="292" y="21"/>
                          </a:lnTo>
                          <a:lnTo>
                            <a:pt x="312" y="14"/>
                          </a:lnTo>
                          <a:lnTo>
                            <a:pt x="332" y="9"/>
                          </a:lnTo>
                          <a:lnTo>
                            <a:pt x="353" y="6"/>
                          </a:lnTo>
                          <a:lnTo>
                            <a:pt x="375" y="3"/>
                          </a:lnTo>
                          <a:lnTo>
                            <a:pt x="396" y="1"/>
                          </a:lnTo>
                          <a:lnTo>
                            <a:pt x="418" y="0"/>
                          </a:lnTo>
                          <a:close/>
                        </a:path>
                      </a:pathLst>
                    </a:custGeom>
                    <a:solidFill>
                      <a:srgbClr val="DC2B19"/>
                    </a:solidFill>
                    <a:ln>
                      <a:noFill/>
                    </a:ln>
                  </p:spPr>
                  <p:txBody>
                    <a:bodyPr/>
                    <a:lstStyle/>
                    <a:p>
                      <a:pPr>
                        <a:defRPr/>
                      </a:pPr>
                      <a:endParaRPr lang="en-US" sz="1050">
                        <a:latin typeface="+mj-lt"/>
                      </a:endParaRPr>
                    </a:p>
                  </p:txBody>
                </p:sp>
                <p:sp>
                  <p:nvSpPr>
                    <p:cNvPr id="41273" name="Freeform 739">
                      <a:extLst>
                        <a:ext uri="{FF2B5EF4-FFF2-40B4-BE49-F238E27FC236}">
                          <a16:creationId xmlns="" xmlns:a16="http://schemas.microsoft.com/office/drawing/2014/main" id="{87154CA0-DFB3-C298-8F9C-23698AFCBC1A}"/>
                        </a:ext>
                      </a:extLst>
                    </p:cNvPr>
                    <p:cNvSpPr>
                      <a:spLocks/>
                    </p:cNvSpPr>
                    <p:nvPr/>
                  </p:nvSpPr>
                  <p:spPr bwMode="auto">
                    <a:xfrm>
                      <a:off x="3375" y="1767"/>
                      <a:ext cx="88" cy="88"/>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529" y="511"/>
                          </a:moveTo>
                          <a:lnTo>
                            <a:pt x="529" y="511"/>
                          </a:lnTo>
                          <a:lnTo>
                            <a:pt x="528" y="484"/>
                          </a:lnTo>
                          <a:lnTo>
                            <a:pt x="526" y="457"/>
                          </a:lnTo>
                          <a:lnTo>
                            <a:pt x="522" y="431"/>
                          </a:lnTo>
                          <a:lnTo>
                            <a:pt x="516" y="406"/>
                          </a:lnTo>
                          <a:lnTo>
                            <a:pt x="510" y="381"/>
                          </a:lnTo>
                          <a:lnTo>
                            <a:pt x="504" y="357"/>
                          </a:lnTo>
                          <a:lnTo>
                            <a:pt x="494" y="332"/>
                          </a:lnTo>
                          <a:lnTo>
                            <a:pt x="484" y="309"/>
                          </a:lnTo>
                          <a:lnTo>
                            <a:pt x="474" y="286"/>
                          </a:lnTo>
                          <a:lnTo>
                            <a:pt x="461" y="263"/>
                          </a:lnTo>
                          <a:lnTo>
                            <a:pt x="448" y="242"/>
                          </a:lnTo>
                          <a:lnTo>
                            <a:pt x="435" y="221"/>
                          </a:lnTo>
                          <a:lnTo>
                            <a:pt x="420" y="201"/>
                          </a:lnTo>
                          <a:lnTo>
                            <a:pt x="404" y="182"/>
                          </a:lnTo>
                          <a:lnTo>
                            <a:pt x="388" y="164"/>
                          </a:lnTo>
                          <a:lnTo>
                            <a:pt x="370" y="146"/>
                          </a:lnTo>
                          <a:lnTo>
                            <a:pt x="352" y="129"/>
                          </a:lnTo>
                          <a:lnTo>
                            <a:pt x="333" y="113"/>
                          </a:lnTo>
                          <a:lnTo>
                            <a:pt x="312" y="98"/>
                          </a:lnTo>
                          <a:lnTo>
                            <a:pt x="291" y="84"/>
                          </a:lnTo>
                          <a:lnTo>
                            <a:pt x="270" y="70"/>
                          </a:lnTo>
                          <a:lnTo>
                            <a:pt x="249" y="59"/>
                          </a:lnTo>
                          <a:lnTo>
                            <a:pt x="225" y="47"/>
                          </a:lnTo>
                          <a:lnTo>
                            <a:pt x="202" y="37"/>
                          </a:lnTo>
                          <a:lnTo>
                            <a:pt x="179" y="29"/>
                          </a:lnTo>
                          <a:lnTo>
                            <a:pt x="154" y="20"/>
                          </a:lnTo>
                          <a:lnTo>
                            <a:pt x="130" y="14"/>
                          </a:lnTo>
                          <a:lnTo>
                            <a:pt x="104" y="9"/>
                          </a:lnTo>
                          <a:lnTo>
                            <a:pt x="79" y="4"/>
                          </a:lnTo>
                          <a:lnTo>
                            <a:pt x="52" y="1"/>
                          </a:lnTo>
                          <a:lnTo>
                            <a:pt x="26" y="0"/>
                          </a:lnTo>
                          <a:lnTo>
                            <a:pt x="0" y="0"/>
                          </a:lnTo>
                          <a:lnTo>
                            <a:pt x="2" y="187"/>
                          </a:lnTo>
                          <a:lnTo>
                            <a:pt x="20" y="187"/>
                          </a:lnTo>
                          <a:lnTo>
                            <a:pt x="37" y="188"/>
                          </a:lnTo>
                          <a:lnTo>
                            <a:pt x="53" y="190"/>
                          </a:lnTo>
                          <a:lnTo>
                            <a:pt x="70" y="192"/>
                          </a:lnTo>
                          <a:lnTo>
                            <a:pt x="86" y="197"/>
                          </a:lnTo>
                          <a:lnTo>
                            <a:pt x="102" y="200"/>
                          </a:lnTo>
                          <a:lnTo>
                            <a:pt x="118" y="205"/>
                          </a:lnTo>
                          <a:lnTo>
                            <a:pt x="133" y="210"/>
                          </a:lnTo>
                          <a:lnTo>
                            <a:pt x="148" y="217"/>
                          </a:lnTo>
                          <a:lnTo>
                            <a:pt x="162" y="224"/>
                          </a:lnTo>
                          <a:lnTo>
                            <a:pt x="176" y="233"/>
                          </a:lnTo>
                          <a:lnTo>
                            <a:pt x="190" y="240"/>
                          </a:lnTo>
                          <a:lnTo>
                            <a:pt x="203" y="250"/>
                          </a:lnTo>
                          <a:lnTo>
                            <a:pt x="216" y="259"/>
                          </a:lnTo>
                          <a:lnTo>
                            <a:pt x="228" y="270"/>
                          </a:lnTo>
                          <a:lnTo>
                            <a:pt x="240" y="280"/>
                          </a:lnTo>
                          <a:lnTo>
                            <a:pt x="251" y="292"/>
                          </a:lnTo>
                          <a:lnTo>
                            <a:pt x="262" y="304"/>
                          </a:lnTo>
                          <a:lnTo>
                            <a:pt x="272" y="316"/>
                          </a:lnTo>
                          <a:lnTo>
                            <a:pt x="282" y="329"/>
                          </a:lnTo>
                          <a:lnTo>
                            <a:pt x="290" y="342"/>
                          </a:lnTo>
                          <a:lnTo>
                            <a:pt x="299" y="356"/>
                          </a:lnTo>
                          <a:lnTo>
                            <a:pt x="307" y="371"/>
                          </a:lnTo>
                          <a:lnTo>
                            <a:pt x="313" y="384"/>
                          </a:lnTo>
                          <a:lnTo>
                            <a:pt x="320" y="399"/>
                          </a:lnTo>
                          <a:lnTo>
                            <a:pt x="325" y="415"/>
                          </a:lnTo>
                          <a:lnTo>
                            <a:pt x="330" y="431"/>
                          </a:lnTo>
                          <a:lnTo>
                            <a:pt x="335" y="447"/>
                          </a:lnTo>
                          <a:lnTo>
                            <a:pt x="337" y="463"/>
                          </a:lnTo>
                          <a:lnTo>
                            <a:pt x="340" y="480"/>
                          </a:lnTo>
                          <a:lnTo>
                            <a:pt x="341" y="496"/>
                          </a:lnTo>
                          <a:lnTo>
                            <a:pt x="342" y="513"/>
                          </a:lnTo>
                          <a:lnTo>
                            <a:pt x="529" y="511"/>
                          </a:lnTo>
                          <a:close/>
                        </a:path>
                      </a:pathLst>
                    </a:custGeom>
                    <a:solidFill>
                      <a:srgbClr val="EF2B2F"/>
                    </a:solidFill>
                    <a:ln>
                      <a:noFill/>
                    </a:ln>
                  </p:spPr>
                  <p:txBody>
                    <a:bodyPr/>
                    <a:lstStyle/>
                    <a:p>
                      <a:pPr>
                        <a:defRPr/>
                      </a:pPr>
                      <a:endParaRPr lang="en-US" sz="1050">
                        <a:latin typeface="+mj-lt"/>
                      </a:endParaRPr>
                    </a:p>
                  </p:txBody>
                </p:sp>
                <p:sp>
                  <p:nvSpPr>
                    <p:cNvPr id="41274" name="Freeform 740">
                      <a:extLst>
                        <a:ext uri="{FF2B5EF4-FFF2-40B4-BE49-F238E27FC236}">
                          <a16:creationId xmlns="" xmlns:a16="http://schemas.microsoft.com/office/drawing/2014/main" id="{9798C591-A8D4-5988-9360-A7C144561C8C}"/>
                        </a:ext>
                      </a:extLst>
                    </p:cNvPr>
                    <p:cNvSpPr>
                      <a:spLocks/>
                    </p:cNvSpPr>
                    <p:nvPr/>
                  </p:nvSpPr>
                  <p:spPr bwMode="auto">
                    <a:xfrm>
                      <a:off x="3379" y="1855"/>
                      <a:ext cx="84"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3" y="528"/>
                          </a:moveTo>
                          <a:lnTo>
                            <a:pt x="3" y="528"/>
                          </a:lnTo>
                          <a:lnTo>
                            <a:pt x="30" y="527"/>
                          </a:lnTo>
                          <a:lnTo>
                            <a:pt x="56" y="525"/>
                          </a:lnTo>
                          <a:lnTo>
                            <a:pt x="82" y="520"/>
                          </a:lnTo>
                          <a:lnTo>
                            <a:pt x="108" y="516"/>
                          </a:lnTo>
                          <a:lnTo>
                            <a:pt x="133" y="510"/>
                          </a:lnTo>
                          <a:lnTo>
                            <a:pt x="157" y="502"/>
                          </a:lnTo>
                          <a:lnTo>
                            <a:pt x="182" y="493"/>
                          </a:lnTo>
                          <a:lnTo>
                            <a:pt x="205" y="483"/>
                          </a:lnTo>
                          <a:lnTo>
                            <a:pt x="227" y="473"/>
                          </a:lnTo>
                          <a:lnTo>
                            <a:pt x="250" y="461"/>
                          </a:lnTo>
                          <a:lnTo>
                            <a:pt x="272" y="448"/>
                          </a:lnTo>
                          <a:lnTo>
                            <a:pt x="292" y="435"/>
                          </a:lnTo>
                          <a:lnTo>
                            <a:pt x="312" y="420"/>
                          </a:lnTo>
                          <a:lnTo>
                            <a:pt x="331" y="404"/>
                          </a:lnTo>
                          <a:lnTo>
                            <a:pt x="350" y="387"/>
                          </a:lnTo>
                          <a:lnTo>
                            <a:pt x="369" y="369"/>
                          </a:lnTo>
                          <a:lnTo>
                            <a:pt x="386" y="351"/>
                          </a:lnTo>
                          <a:lnTo>
                            <a:pt x="401" y="332"/>
                          </a:lnTo>
                          <a:lnTo>
                            <a:pt x="416" y="311"/>
                          </a:lnTo>
                          <a:lnTo>
                            <a:pt x="430" y="291"/>
                          </a:lnTo>
                          <a:lnTo>
                            <a:pt x="444" y="270"/>
                          </a:lnTo>
                          <a:lnTo>
                            <a:pt x="456" y="248"/>
                          </a:lnTo>
                          <a:lnTo>
                            <a:pt x="466" y="226"/>
                          </a:lnTo>
                          <a:lnTo>
                            <a:pt x="477" y="202"/>
                          </a:lnTo>
                          <a:lnTo>
                            <a:pt x="485" y="178"/>
                          </a:lnTo>
                          <a:lnTo>
                            <a:pt x="494" y="153"/>
                          </a:lnTo>
                          <a:lnTo>
                            <a:pt x="500" y="129"/>
                          </a:lnTo>
                          <a:lnTo>
                            <a:pt x="506" y="104"/>
                          </a:lnTo>
                          <a:lnTo>
                            <a:pt x="510" y="78"/>
                          </a:lnTo>
                          <a:lnTo>
                            <a:pt x="513" y="52"/>
                          </a:lnTo>
                          <a:lnTo>
                            <a:pt x="514" y="26"/>
                          </a:lnTo>
                          <a:lnTo>
                            <a:pt x="514" y="0"/>
                          </a:lnTo>
                          <a:lnTo>
                            <a:pt x="327" y="2"/>
                          </a:lnTo>
                          <a:lnTo>
                            <a:pt x="327" y="20"/>
                          </a:lnTo>
                          <a:lnTo>
                            <a:pt x="326" y="37"/>
                          </a:lnTo>
                          <a:lnTo>
                            <a:pt x="324" y="54"/>
                          </a:lnTo>
                          <a:lnTo>
                            <a:pt x="322" y="70"/>
                          </a:lnTo>
                          <a:lnTo>
                            <a:pt x="318" y="85"/>
                          </a:lnTo>
                          <a:lnTo>
                            <a:pt x="314" y="101"/>
                          </a:lnTo>
                          <a:lnTo>
                            <a:pt x="309" y="117"/>
                          </a:lnTo>
                          <a:lnTo>
                            <a:pt x="304" y="132"/>
                          </a:lnTo>
                          <a:lnTo>
                            <a:pt x="297" y="147"/>
                          </a:lnTo>
                          <a:lnTo>
                            <a:pt x="290" y="162"/>
                          </a:lnTo>
                          <a:lnTo>
                            <a:pt x="281" y="176"/>
                          </a:lnTo>
                          <a:lnTo>
                            <a:pt x="274" y="189"/>
                          </a:lnTo>
                          <a:lnTo>
                            <a:pt x="264" y="202"/>
                          </a:lnTo>
                          <a:lnTo>
                            <a:pt x="255" y="215"/>
                          </a:lnTo>
                          <a:lnTo>
                            <a:pt x="244" y="228"/>
                          </a:lnTo>
                          <a:lnTo>
                            <a:pt x="234" y="239"/>
                          </a:lnTo>
                          <a:lnTo>
                            <a:pt x="222" y="251"/>
                          </a:lnTo>
                          <a:lnTo>
                            <a:pt x="210" y="262"/>
                          </a:lnTo>
                          <a:lnTo>
                            <a:pt x="198" y="271"/>
                          </a:lnTo>
                          <a:lnTo>
                            <a:pt x="185" y="281"/>
                          </a:lnTo>
                          <a:lnTo>
                            <a:pt x="171" y="290"/>
                          </a:lnTo>
                          <a:lnTo>
                            <a:pt x="158" y="299"/>
                          </a:lnTo>
                          <a:lnTo>
                            <a:pt x="143" y="306"/>
                          </a:lnTo>
                          <a:lnTo>
                            <a:pt x="129" y="314"/>
                          </a:lnTo>
                          <a:lnTo>
                            <a:pt x="114" y="319"/>
                          </a:lnTo>
                          <a:lnTo>
                            <a:pt x="99" y="324"/>
                          </a:lnTo>
                          <a:lnTo>
                            <a:pt x="83" y="329"/>
                          </a:lnTo>
                          <a:lnTo>
                            <a:pt x="67" y="334"/>
                          </a:lnTo>
                          <a:lnTo>
                            <a:pt x="51" y="337"/>
                          </a:lnTo>
                          <a:lnTo>
                            <a:pt x="34" y="339"/>
                          </a:lnTo>
                          <a:lnTo>
                            <a:pt x="17" y="341"/>
                          </a:lnTo>
                          <a:lnTo>
                            <a:pt x="0" y="341"/>
                          </a:lnTo>
                          <a:lnTo>
                            <a:pt x="3" y="528"/>
                          </a:lnTo>
                          <a:close/>
                        </a:path>
                      </a:pathLst>
                    </a:custGeom>
                    <a:solidFill>
                      <a:srgbClr val="EF2B2F"/>
                    </a:solidFill>
                    <a:ln>
                      <a:noFill/>
                    </a:ln>
                  </p:spPr>
                  <p:txBody>
                    <a:bodyPr/>
                    <a:lstStyle/>
                    <a:p>
                      <a:pPr>
                        <a:defRPr/>
                      </a:pPr>
                      <a:endParaRPr lang="en-US" sz="1050">
                        <a:latin typeface="+mj-lt"/>
                      </a:endParaRPr>
                    </a:p>
                  </p:txBody>
                </p:sp>
                <p:sp>
                  <p:nvSpPr>
                    <p:cNvPr id="41275" name="Freeform 741">
                      <a:extLst>
                        <a:ext uri="{FF2B5EF4-FFF2-40B4-BE49-F238E27FC236}">
                          <a16:creationId xmlns="" xmlns:a16="http://schemas.microsoft.com/office/drawing/2014/main" id="{E106287D-7485-DBAA-CCBA-52F0625D5213}"/>
                        </a:ext>
                      </a:extLst>
                    </p:cNvPr>
                    <p:cNvSpPr>
                      <a:spLocks/>
                    </p:cNvSpPr>
                    <p:nvPr/>
                  </p:nvSpPr>
                  <p:spPr bwMode="auto">
                    <a:xfrm>
                      <a:off x="3291" y="1855"/>
                      <a:ext cx="88" cy="88"/>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0" y="3"/>
                          </a:moveTo>
                          <a:lnTo>
                            <a:pt x="0" y="3"/>
                          </a:lnTo>
                          <a:lnTo>
                            <a:pt x="1" y="29"/>
                          </a:lnTo>
                          <a:lnTo>
                            <a:pt x="4" y="56"/>
                          </a:lnTo>
                          <a:lnTo>
                            <a:pt x="7" y="82"/>
                          </a:lnTo>
                          <a:lnTo>
                            <a:pt x="12" y="108"/>
                          </a:lnTo>
                          <a:lnTo>
                            <a:pt x="18" y="132"/>
                          </a:lnTo>
                          <a:lnTo>
                            <a:pt x="26" y="156"/>
                          </a:lnTo>
                          <a:lnTo>
                            <a:pt x="34" y="181"/>
                          </a:lnTo>
                          <a:lnTo>
                            <a:pt x="45" y="204"/>
                          </a:lnTo>
                          <a:lnTo>
                            <a:pt x="56" y="227"/>
                          </a:lnTo>
                          <a:lnTo>
                            <a:pt x="67" y="250"/>
                          </a:lnTo>
                          <a:lnTo>
                            <a:pt x="80" y="271"/>
                          </a:lnTo>
                          <a:lnTo>
                            <a:pt x="94" y="292"/>
                          </a:lnTo>
                          <a:lnTo>
                            <a:pt x="109" y="312"/>
                          </a:lnTo>
                          <a:lnTo>
                            <a:pt x="125" y="331"/>
                          </a:lnTo>
                          <a:lnTo>
                            <a:pt x="142" y="350"/>
                          </a:lnTo>
                          <a:lnTo>
                            <a:pt x="160" y="368"/>
                          </a:lnTo>
                          <a:lnTo>
                            <a:pt x="178" y="385"/>
                          </a:lnTo>
                          <a:lnTo>
                            <a:pt x="197" y="400"/>
                          </a:lnTo>
                          <a:lnTo>
                            <a:pt x="217" y="415"/>
                          </a:lnTo>
                          <a:lnTo>
                            <a:pt x="237" y="429"/>
                          </a:lnTo>
                          <a:lnTo>
                            <a:pt x="258" y="443"/>
                          </a:lnTo>
                          <a:lnTo>
                            <a:pt x="281" y="455"/>
                          </a:lnTo>
                          <a:lnTo>
                            <a:pt x="303" y="466"/>
                          </a:lnTo>
                          <a:lnTo>
                            <a:pt x="326" y="476"/>
                          </a:lnTo>
                          <a:lnTo>
                            <a:pt x="350" y="485"/>
                          </a:lnTo>
                          <a:lnTo>
                            <a:pt x="375" y="493"/>
                          </a:lnTo>
                          <a:lnTo>
                            <a:pt x="400" y="499"/>
                          </a:lnTo>
                          <a:lnTo>
                            <a:pt x="425" y="504"/>
                          </a:lnTo>
                          <a:lnTo>
                            <a:pt x="451" y="509"/>
                          </a:lnTo>
                          <a:lnTo>
                            <a:pt x="476" y="512"/>
                          </a:lnTo>
                          <a:lnTo>
                            <a:pt x="503" y="513"/>
                          </a:lnTo>
                          <a:lnTo>
                            <a:pt x="529" y="513"/>
                          </a:lnTo>
                          <a:lnTo>
                            <a:pt x="526" y="326"/>
                          </a:lnTo>
                          <a:lnTo>
                            <a:pt x="509" y="326"/>
                          </a:lnTo>
                          <a:lnTo>
                            <a:pt x="492" y="325"/>
                          </a:lnTo>
                          <a:lnTo>
                            <a:pt x="475" y="324"/>
                          </a:lnTo>
                          <a:lnTo>
                            <a:pt x="459" y="321"/>
                          </a:lnTo>
                          <a:lnTo>
                            <a:pt x="443" y="318"/>
                          </a:lnTo>
                          <a:lnTo>
                            <a:pt x="427" y="313"/>
                          </a:lnTo>
                          <a:lnTo>
                            <a:pt x="411" y="308"/>
                          </a:lnTo>
                          <a:lnTo>
                            <a:pt x="396" y="303"/>
                          </a:lnTo>
                          <a:lnTo>
                            <a:pt x="382" y="296"/>
                          </a:lnTo>
                          <a:lnTo>
                            <a:pt x="367" y="289"/>
                          </a:lnTo>
                          <a:lnTo>
                            <a:pt x="353" y="282"/>
                          </a:lnTo>
                          <a:lnTo>
                            <a:pt x="339" y="273"/>
                          </a:lnTo>
                          <a:lnTo>
                            <a:pt x="325" y="264"/>
                          </a:lnTo>
                          <a:lnTo>
                            <a:pt x="313" y="254"/>
                          </a:lnTo>
                          <a:lnTo>
                            <a:pt x="301" y="244"/>
                          </a:lnTo>
                          <a:lnTo>
                            <a:pt x="289" y="233"/>
                          </a:lnTo>
                          <a:lnTo>
                            <a:pt x="278" y="222"/>
                          </a:lnTo>
                          <a:lnTo>
                            <a:pt x="267" y="209"/>
                          </a:lnTo>
                          <a:lnTo>
                            <a:pt x="257" y="197"/>
                          </a:lnTo>
                          <a:lnTo>
                            <a:pt x="247" y="184"/>
                          </a:lnTo>
                          <a:lnTo>
                            <a:pt x="238" y="171"/>
                          </a:lnTo>
                          <a:lnTo>
                            <a:pt x="230" y="157"/>
                          </a:lnTo>
                          <a:lnTo>
                            <a:pt x="222" y="143"/>
                          </a:lnTo>
                          <a:lnTo>
                            <a:pt x="215" y="129"/>
                          </a:lnTo>
                          <a:lnTo>
                            <a:pt x="210" y="114"/>
                          </a:lnTo>
                          <a:lnTo>
                            <a:pt x="204" y="98"/>
                          </a:lnTo>
                          <a:lnTo>
                            <a:pt x="199" y="82"/>
                          </a:lnTo>
                          <a:lnTo>
                            <a:pt x="195" y="66"/>
                          </a:lnTo>
                          <a:lnTo>
                            <a:pt x="191" y="50"/>
                          </a:lnTo>
                          <a:lnTo>
                            <a:pt x="189" y="34"/>
                          </a:lnTo>
                          <a:lnTo>
                            <a:pt x="187" y="17"/>
                          </a:lnTo>
                          <a:lnTo>
                            <a:pt x="186" y="0"/>
                          </a:lnTo>
                          <a:lnTo>
                            <a:pt x="0" y="3"/>
                          </a:lnTo>
                          <a:close/>
                        </a:path>
                      </a:pathLst>
                    </a:custGeom>
                    <a:solidFill>
                      <a:srgbClr val="EF2B2F"/>
                    </a:solidFill>
                    <a:ln>
                      <a:noFill/>
                    </a:ln>
                  </p:spPr>
                  <p:txBody>
                    <a:bodyPr/>
                    <a:lstStyle/>
                    <a:p>
                      <a:pPr>
                        <a:defRPr/>
                      </a:pPr>
                      <a:endParaRPr lang="en-US" sz="1050">
                        <a:latin typeface="+mj-lt"/>
                      </a:endParaRPr>
                    </a:p>
                  </p:txBody>
                </p:sp>
                <p:sp>
                  <p:nvSpPr>
                    <p:cNvPr id="41276" name="Freeform 742">
                      <a:extLst>
                        <a:ext uri="{FF2B5EF4-FFF2-40B4-BE49-F238E27FC236}">
                          <a16:creationId xmlns="" xmlns:a16="http://schemas.microsoft.com/office/drawing/2014/main" id="{0CFF5358-5CB5-C180-E421-1C8758A9233E}"/>
                        </a:ext>
                      </a:extLst>
                    </p:cNvPr>
                    <p:cNvSpPr>
                      <a:spLocks/>
                    </p:cNvSpPr>
                    <p:nvPr/>
                  </p:nvSpPr>
                  <p:spPr bwMode="auto">
                    <a:xfrm>
                      <a:off x="3291" y="1767"/>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2" y="0"/>
                          </a:moveTo>
                          <a:lnTo>
                            <a:pt x="512" y="0"/>
                          </a:lnTo>
                          <a:lnTo>
                            <a:pt x="485" y="1"/>
                          </a:lnTo>
                          <a:lnTo>
                            <a:pt x="459" y="3"/>
                          </a:lnTo>
                          <a:lnTo>
                            <a:pt x="432" y="8"/>
                          </a:lnTo>
                          <a:lnTo>
                            <a:pt x="407" y="13"/>
                          </a:lnTo>
                          <a:lnTo>
                            <a:pt x="383" y="19"/>
                          </a:lnTo>
                          <a:lnTo>
                            <a:pt x="357" y="26"/>
                          </a:lnTo>
                          <a:lnTo>
                            <a:pt x="334" y="35"/>
                          </a:lnTo>
                          <a:lnTo>
                            <a:pt x="310" y="45"/>
                          </a:lnTo>
                          <a:lnTo>
                            <a:pt x="287" y="55"/>
                          </a:lnTo>
                          <a:lnTo>
                            <a:pt x="265" y="67"/>
                          </a:lnTo>
                          <a:lnTo>
                            <a:pt x="243" y="81"/>
                          </a:lnTo>
                          <a:lnTo>
                            <a:pt x="222" y="95"/>
                          </a:lnTo>
                          <a:lnTo>
                            <a:pt x="202" y="110"/>
                          </a:lnTo>
                          <a:lnTo>
                            <a:pt x="183" y="125"/>
                          </a:lnTo>
                          <a:lnTo>
                            <a:pt x="165" y="141"/>
                          </a:lnTo>
                          <a:lnTo>
                            <a:pt x="147" y="159"/>
                          </a:lnTo>
                          <a:lnTo>
                            <a:pt x="130" y="177"/>
                          </a:lnTo>
                          <a:lnTo>
                            <a:pt x="114" y="197"/>
                          </a:lnTo>
                          <a:lnTo>
                            <a:pt x="99" y="217"/>
                          </a:lnTo>
                          <a:lnTo>
                            <a:pt x="84" y="237"/>
                          </a:lnTo>
                          <a:lnTo>
                            <a:pt x="71" y="258"/>
                          </a:lnTo>
                          <a:lnTo>
                            <a:pt x="59" y="280"/>
                          </a:lnTo>
                          <a:lnTo>
                            <a:pt x="48" y="304"/>
                          </a:lnTo>
                          <a:lnTo>
                            <a:pt x="38" y="326"/>
                          </a:lnTo>
                          <a:lnTo>
                            <a:pt x="29" y="350"/>
                          </a:lnTo>
                          <a:lnTo>
                            <a:pt x="22" y="375"/>
                          </a:lnTo>
                          <a:lnTo>
                            <a:pt x="14" y="399"/>
                          </a:lnTo>
                          <a:lnTo>
                            <a:pt x="10" y="425"/>
                          </a:lnTo>
                          <a:lnTo>
                            <a:pt x="6" y="450"/>
                          </a:lnTo>
                          <a:lnTo>
                            <a:pt x="2" y="477"/>
                          </a:lnTo>
                          <a:lnTo>
                            <a:pt x="0" y="503"/>
                          </a:lnTo>
                          <a:lnTo>
                            <a:pt x="1" y="529"/>
                          </a:lnTo>
                          <a:lnTo>
                            <a:pt x="187" y="526"/>
                          </a:lnTo>
                          <a:lnTo>
                            <a:pt x="188" y="508"/>
                          </a:lnTo>
                          <a:lnTo>
                            <a:pt x="189" y="491"/>
                          </a:lnTo>
                          <a:lnTo>
                            <a:pt x="190" y="476"/>
                          </a:lnTo>
                          <a:lnTo>
                            <a:pt x="194" y="459"/>
                          </a:lnTo>
                          <a:lnTo>
                            <a:pt x="197" y="443"/>
                          </a:lnTo>
                          <a:lnTo>
                            <a:pt x="201" y="427"/>
                          </a:lnTo>
                          <a:lnTo>
                            <a:pt x="205" y="411"/>
                          </a:lnTo>
                          <a:lnTo>
                            <a:pt x="212" y="396"/>
                          </a:lnTo>
                          <a:lnTo>
                            <a:pt x="218" y="381"/>
                          </a:lnTo>
                          <a:lnTo>
                            <a:pt x="225" y="367"/>
                          </a:lnTo>
                          <a:lnTo>
                            <a:pt x="233" y="352"/>
                          </a:lnTo>
                          <a:lnTo>
                            <a:pt x="241" y="339"/>
                          </a:lnTo>
                          <a:lnTo>
                            <a:pt x="250" y="326"/>
                          </a:lnTo>
                          <a:lnTo>
                            <a:pt x="260" y="313"/>
                          </a:lnTo>
                          <a:lnTo>
                            <a:pt x="270" y="300"/>
                          </a:lnTo>
                          <a:lnTo>
                            <a:pt x="282" y="289"/>
                          </a:lnTo>
                          <a:lnTo>
                            <a:pt x="292" y="277"/>
                          </a:lnTo>
                          <a:lnTo>
                            <a:pt x="305" y="267"/>
                          </a:lnTo>
                          <a:lnTo>
                            <a:pt x="317" y="257"/>
                          </a:lnTo>
                          <a:lnTo>
                            <a:pt x="329" y="247"/>
                          </a:lnTo>
                          <a:lnTo>
                            <a:pt x="343" y="238"/>
                          </a:lnTo>
                          <a:lnTo>
                            <a:pt x="357" y="229"/>
                          </a:lnTo>
                          <a:lnTo>
                            <a:pt x="371" y="222"/>
                          </a:lnTo>
                          <a:lnTo>
                            <a:pt x="386" y="216"/>
                          </a:lnTo>
                          <a:lnTo>
                            <a:pt x="401" y="209"/>
                          </a:lnTo>
                          <a:lnTo>
                            <a:pt x="417" y="204"/>
                          </a:lnTo>
                          <a:lnTo>
                            <a:pt x="431" y="199"/>
                          </a:lnTo>
                          <a:lnTo>
                            <a:pt x="448" y="194"/>
                          </a:lnTo>
                          <a:lnTo>
                            <a:pt x="464" y="191"/>
                          </a:lnTo>
                          <a:lnTo>
                            <a:pt x="480" y="189"/>
                          </a:lnTo>
                          <a:lnTo>
                            <a:pt x="497" y="188"/>
                          </a:lnTo>
                          <a:lnTo>
                            <a:pt x="514" y="187"/>
                          </a:lnTo>
                          <a:lnTo>
                            <a:pt x="512" y="0"/>
                          </a:lnTo>
                          <a:close/>
                        </a:path>
                      </a:pathLst>
                    </a:custGeom>
                    <a:solidFill>
                      <a:srgbClr val="EF2B2F"/>
                    </a:solidFill>
                    <a:ln>
                      <a:noFill/>
                    </a:ln>
                  </p:spPr>
                  <p:txBody>
                    <a:bodyPr/>
                    <a:lstStyle/>
                    <a:p>
                      <a:pPr>
                        <a:defRPr/>
                      </a:pPr>
                      <a:endParaRPr lang="en-US" sz="1050">
                        <a:latin typeface="+mj-lt"/>
                      </a:endParaRPr>
                    </a:p>
                  </p:txBody>
                </p:sp>
                <p:sp>
                  <p:nvSpPr>
                    <p:cNvPr id="41277" name="Freeform 743">
                      <a:extLst>
                        <a:ext uri="{FF2B5EF4-FFF2-40B4-BE49-F238E27FC236}">
                          <a16:creationId xmlns="" xmlns:a16="http://schemas.microsoft.com/office/drawing/2014/main" id="{5F997614-75F4-8747-79C1-26DCE72F995E}"/>
                        </a:ext>
                      </a:extLst>
                    </p:cNvPr>
                    <p:cNvSpPr>
                      <a:spLocks/>
                    </p:cNvSpPr>
                    <p:nvPr/>
                  </p:nvSpPr>
                  <p:spPr bwMode="auto">
                    <a:xfrm>
                      <a:off x="3313" y="1927"/>
                      <a:ext cx="141" cy="140"/>
                    </a:xfrm>
                    <a:custGeom>
                      <a:avLst/>
                      <a:gdLst>
                        <a:gd name="T0" fmla="*/ 0 w 854"/>
                        <a:gd name="T1" fmla="*/ 0 h 853"/>
                        <a:gd name="T2" fmla="*/ 0 w 854"/>
                        <a:gd name="T3" fmla="*/ 0 h 853"/>
                        <a:gd name="T4" fmla="*/ 0 w 854"/>
                        <a:gd name="T5" fmla="*/ 0 h 853"/>
                        <a:gd name="T6" fmla="*/ 0 w 854"/>
                        <a:gd name="T7" fmla="*/ 0 h 853"/>
                        <a:gd name="T8" fmla="*/ 0 w 854"/>
                        <a:gd name="T9" fmla="*/ 0 h 853"/>
                        <a:gd name="T10" fmla="*/ 0 w 854"/>
                        <a:gd name="T11" fmla="*/ 0 h 853"/>
                        <a:gd name="T12" fmla="*/ 0 w 854"/>
                        <a:gd name="T13" fmla="*/ 0 h 853"/>
                        <a:gd name="T14" fmla="*/ 0 w 854"/>
                        <a:gd name="T15" fmla="*/ 0 h 853"/>
                        <a:gd name="T16" fmla="*/ 0 w 854"/>
                        <a:gd name="T17" fmla="*/ 0 h 853"/>
                        <a:gd name="T18" fmla="*/ 0 w 854"/>
                        <a:gd name="T19" fmla="*/ 0 h 853"/>
                        <a:gd name="T20" fmla="*/ 0 w 854"/>
                        <a:gd name="T21" fmla="*/ 0 h 853"/>
                        <a:gd name="T22" fmla="*/ 0 w 854"/>
                        <a:gd name="T23" fmla="*/ 0 h 853"/>
                        <a:gd name="T24" fmla="*/ 0 w 854"/>
                        <a:gd name="T25" fmla="*/ 0 h 853"/>
                        <a:gd name="T26" fmla="*/ 0 w 854"/>
                        <a:gd name="T27" fmla="*/ 0 h 853"/>
                        <a:gd name="T28" fmla="*/ 0 w 854"/>
                        <a:gd name="T29" fmla="*/ 0 h 853"/>
                        <a:gd name="T30" fmla="*/ 0 w 854"/>
                        <a:gd name="T31" fmla="*/ 0 h 853"/>
                        <a:gd name="T32" fmla="*/ 0 w 854"/>
                        <a:gd name="T33" fmla="*/ 0 h 853"/>
                        <a:gd name="T34" fmla="*/ 0 w 854"/>
                        <a:gd name="T35" fmla="*/ 0 h 853"/>
                        <a:gd name="T36" fmla="*/ 0 w 854"/>
                        <a:gd name="T37" fmla="*/ 0 h 853"/>
                        <a:gd name="T38" fmla="*/ 0 w 854"/>
                        <a:gd name="T39" fmla="*/ 0 h 853"/>
                        <a:gd name="T40" fmla="*/ 0 w 854"/>
                        <a:gd name="T41" fmla="*/ 0 h 853"/>
                        <a:gd name="T42" fmla="*/ 0 w 854"/>
                        <a:gd name="T43" fmla="*/ 0 h 853"/>
                        <a:gd name="T44" fmla="*/ 0 w 854"/>
                        <a:gd name="T45" fmla="*/ 0 h 853"/>
                        <a:gd name="T46" fmla="*/ 0 w 854"/>
                        <a:gd name="T47" fmla="*/ 0 h 853"/>
                        <a:gd name="T48" fmla="*/ 0 w 854"/>
                        <a:gd name="T49" fmla="*/ 0 h 853"/>
                        <a:gd name="T50" fmla="*/ 0 w 854"/>
                        <a:gd name="T51" fmla="*/ 0 h 853"/>
                        <a:gd name="T52" fmla="*/ 0 w 854"/>
                        <a:gd name="T53" fmla="*/ 0 h 853"/>
                        <a:gd name="T54" fmla="*/ 0 w 854"/>
                        <a:gd name="T55" fmla="*/ 0 h 853"/>
                        <a:gd name="T56" fmla="*/ 0 w 854"/>
                        <a:gd name="T57" fmla="*/ 0 h 853"/>
                        <a:gd name="T58" fmla="*/ 0 w 854"/>
                        <a:gd name="T59" fmla="*/ 0 h 853"/>
                        <a:gd name="T60" fmla="*/ 0 w 854"/>
                        <a:gd name="T61" fmla="*/ 0 h 853"/>
                        <a:gd name="T62" fmla="*/ 0 w 854"/>
                        <a:gd name="T63" fmla="*/ 0 h 853"/>
                        <a:gd name="T64" fmla="*/ 0 w 854"/>
                        <a:gd name="T65" fmla="*/ 0 h 853"/>
                        <a:gd name="T66" fmla="*/ 0 w 854"/>
                        <a:gd name="T67" fmla="*/ 0 h 853"/>
                        <a:gd name="T68" fmla="*/ 0 w 854"/>
                        <a:gd name="T69" fmla="*/ 0 h 853"/>
                        <a:gd name="T70" fmla="*/ 0 w 854"/>
                        <a:gd name="T71" fmla="*/ 0 h 853"/>
                        <a:gd name="T72" fmla="*/ 0 w 854"/>
                        <a:gd name="T73" fmla="*/ 0 h 853"/>
                        <a:gd name="T74" fmla="*/ 0 w 854"/>
                        <a:gd name="T75" fmla="*/ 0 h 853"/>
                        <a:gd name="T76" fmla="*/ 0 w 854"/>
                        <a:gd name="T77" fmla="*/ 0 h 853"/>
                        <a:gd name="T78" fmla="*/ 0 w 854"/>
                        <a:gd name="T79" fmla="*/ 0 h 853"/>
                        <a:gd name="T80" fmla="*/ 0 w 854"/>
                        <a:gd name="T81" fmla="*/ 0 h 853"/>
                        <a:gd name="T82" fmla="*/ 0 w 854"/>
                        <a:gd name="T83" fmla="*/ 0 h 853"/>
                        <a:gd name="T84" fmla="*/ 0 w 854"/>
                        <a:gd name="T85" fmla="*/ 0 h 8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4"/>
                        <a:gd name="T130" fmla="*/ 0 h 853"/>
                        <a:gd name="T131" fmla="*/ 854 w 854"/>
                        <a:gd name="T132" fmla="*/ 853 h 8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4" h="853">
                          <a:moveTo>
                            <a:pt x="419" y="0"/>
                          </a:moveTo>
                          <a:lnTo>
                            <a:pt x="441" y="0"/>
                          </a:lnTo>
                          <a:lnTo>
                            <a:pt x="463" y="1"/>
                          </a:lnTo>
                          <a:lnTo>
                            <a:pt x="484" y="4"/>
                          </a:lnTo>
                          <a:lnTo>
                            <a:pt x="505" y="7"/>
                          </a:lnTo>
                          <a:lnTo>
                            <a:pt x="526" y="11"/>
                          </a:lnTo>
                          <a:lnTo>
                            <a:pt x="546" y="17"/>
                          </a:lnTo>
                          <a:lnTo>
                            <a:pt x="566" y="23"/>
                          </a:lnTo>
                          <a:lnTo>
                            <a:pt x="585" y="31"/>
                          </a:lnTo>
                          <a:lnTo>
                            <a:pt x="604" y="39"/>
                          </a:lnTo>
                          <a:lnTo>
                            <a:pt x="623" y="48"/>
                          </a:lnTo>
                          <a:lnTo>
                            <a:pt x="641" y="58"/>
                          </a:lnTo>
                          <a:lnTo>
                            <a:pt x="658" y="69"/>
                          </a:lnTo>
                          <a:lnTo>
                            <a:pt x="675" y="80"/>
                          </a:lnTo>
                          <a:lnTo>
                            <a:pt x="692" y="92"/>
                          </a:lnTo>
                          <a:lnTo>
                            <a:pt x="707" y="106"/>
                          </a:lnTo>
                          <a:lnTo>
                            <a:pt x="723" y="120"/>
                          </a:lnTo>
                          <a:lnTo>
                            <a:pt x="737" y="135"/>
                          </a:lnTo>
                          <a:lnTo>
                            <a:pt x="751" y="149"/>
                          </a:lnTo>
                          <a:lnTo>
                            <a:pt x="763" y="165"/>
                          </a:lnTo>
                          <a:lnTo>
                            <a:pt x="776" y="181"/>
                          </a:lnTo>
                          <a:lnTo>
                            <a:pt x="788" y="199"/>
                          </a:lnTo>
                          <a:lnTo>
                            <a:pt x="799" y="216"/>
                          </a:lnTo>
                          <a:lnTo>
                            <a:pt x="808" y="234"/>
                          </a:lnTo>
                          <a:lnTo>
                            <a:pt x="817" y="253"/>
                          </a:lnTo>
                          <a:lnTo>
                            <a:pt x="825" y="272"/>
                          </a:lnTo>
                          <a:lnTo>
                            <a:pt x="832" y="293"/>
                          </a:lnTo>
                          <a:lnTo>
                            <a:pt x="838" y="313"/>
                          </a:lnTo>
                          <a:lnTo>
                            <a:pt x="843" y="333"/>
                          </a:lnTo>
                          <a:lnTo>
                            <a:pt x="847" y="354"/>
                          </a:lnTo>
                          <a:lnTo>
                            <a:pt x="851" y="375"/>
                          </a:lnTo>
                          <a:lnTo>
                            <a:pt x="853" y="397"/>
                          </a:lnTo>
                          <a:lnTo>
                            <a:pt x="854" y="419"/>
                          </a:lnTo>
                          <a:lnTo>
                            <a:pt x="854" y="440"/>
                          </a:lnTo>
                          <a:lnTo>
                            <a:pt x="852" y="462"/>
                          </a:lnTo>
                          <a:lnTo>
                            <a:pt x="849" y="484"/>
                          </a:lnTo>
                          <a:lnTo>
                            <a:pt x="846" y="505"/>
                          </a:lnTo>
                          <a:lnTo>
                            <a:pt x="842" y="525"/>
                          </a:lnTo>
                          <a:lnTo>
                            <a:pt x="837" y="545"/>
                          </a:lnTo>
                          <a:lnTo>
                            <a:pt x="830" y="565"/>
                          </a:lnTo>
                          <a:lnTo>
                            <a:pt x="823" y="584"/>
                          </a:lnTo>
                          <a:lnTo>
                            <a:pt x="814" y="603"/>
                          </a:lnTo>
                          <a:lnTo>
                            <a:pt x="806" y="623"/>
                          </a:lnTo>
                          <a:lnTo>
                            <a:pt x="795" y="641"/>
                          </a:lnTo>
                          <a:lnTo>
                            <a:pt x="785" y="658"/>
                          </a:lnTo>
                          <a:lnTo>
                            <a:pt x="773" y="675"/>
                          </a:lnTo>
                          <a:lnTo>
                            <a:pt x="761" y="692"/>
                          </a:lnTo>
                          <a:lnTo>
                            <a:pt x="748" y="706"/>
                          </a:lnTo>
                          <a:lnTo>
                            <a:pt x="734" y="722"/>
                          </a:lnTo>
                          <a:lnTo>
                            <a:pt x="719" y="736"/>
                          </a:lnTo>
                          <a:lnTo>
                            <a:pt x="704" y="750"/>
                          </a:lnTo>
                          <a:lnTo>
                            <a:pt x="688" y="763"/>
                          </a:lnTo>
                          <a:lnTo>
                            <a:pt x="672" y="775"/>
                          </a:lnTo>
                          <a:lnTo>
                            <a:pt x="654" y="787"/>
                          </a:lnTo>
                          <a:lnTo>
                            <a:pt x="637" y="798"/>
                          </a:lnTo>
                          <a:lnTo>
                            <a:pt x="619" y="807"/>
                          </a:lnTo>
                          <a:lnTo>
                            <a:pt x="600" y="816"/>
                          </a:lnTo>
                          <a:lnTo>
                            <a:pt x="581" y="824"/>
                          </a:lnTo>
                          <a:lnTo>
                            <a:pt x="561" y="831"/>
                          </a:lnTo>
                          <a:lnTo>
                            <a:pt x="540" y="837"/>
                          </a:lnTo>
                          <a:lnTo>
                            <a:pt x="520" y="842"/>
                          </a:lnTo>
                          <a:lnTo>
                            <a:pt x="499" y="846"/>
                          </a:lnTo>
                          <a:lnTo>
                            <a:pt x="478" y="850"/>
                          </a:lnTo>
                          <a:lnTo>
                            <a:pt x="457" y="852"/>
                          </a:lnTo>
                          <a:lnTo>
                            <a:pt x="434" y="853"/>
                          </a:lnTo>
                          <a:lnTo>
                            <a:pt x="413" y="853"/>
                          </a:lnTo>
                          <a:lnTo>
                            <a:pt x="391" y="851"/>
                          </a:lnTo>
                          <a:lnTo>
                            <a:pt x="369" y="849"/>
                          </a:lnTo>
                          <a:lnTo>
                            <a:pt x="348" y="845"/>
                          </a:lnTo>
                          <a:lnTo>
                            <a:pt x="328" y="841"/>
                          </a:lnTo>
                          <a:lnTo>
                            <a:pt x="308" y="836"/>
                          </a:lnTo>
                          <a:lnTo>
                            <a:pt x="288" y="829"/>
                          </a:lnTo>
                          <a:lnTo>
                            <a:pt x="269" y="822"/>
                          </a:lnTo>
                          <a:lnTo>
                            <a:pt x="249" y="814"/>
                          </a:lnTo>
                          <a:lnTo>
                            <a:pt x="230" y="805"/>
                          </a:lnTo>
                          <a:lnTo>
                            <a:pt x="212" y="794"/>
                          </a:lnTo>
                          <a:lnTo>
                            <a:pt x="195" y="784"/>
                          </a:lnTo>
                          <a:lnTo>
                            <a:pt x="178" y="772"/>
                          </a:lnTo>
                          <a:lnTo>
                            <a:pt x="161" y="759"/>
                          </a:lnTo>
                          <a:lnTo>
                            <a:pt x="146" y="747"/>
                          </a:lnTo>
                          <a:lnTo>
                            <a:pt x="131" y="733"/>
                          </a:lnTo>
                          <a:lnTo>
                            <a:pt x="117" y="718"/>
                          </a:lnTo>
                          <a:lnTo>
                            <a:pt x="103" y="703"/>
                          </a:lnTo>
                          <a:lnTo>
                            <a:pt x="90" y="687"/>
                          </a:lnTo>
                          <a:lnTo>
                            <a:pt x="77" y="670"/>
                          </a:lnTo>
                          <a:lnTo>
                            <a:pt x="66" y="653"/>
                          </a:lnTo>
                          <a:lnTo>
                            <a:pt x="55" y="636"/>
                          </a:lnTo>
                          <a:lnTo>
                            <a:pt x="46" y="617"/>
                          </a:lnTo>
                          <a:lnTo>
                            <a:pt x="37" y="599"/>
                          </a:lnTo>
                          <a:lnTo>
                            <a:pt x="29" y="580"/>
                          </a:lnTo>
                          <a:lnTo>
                            <a:pt x="22" y="560"/>
                          </a:lnTo>
                          <a:lnTo>
                            <a:pt x="16" y="540"/>
                          </a:lnTo>
                          <a:lnTo>
                            <a:pt x="11" y="520"/>
                          </a:lnTo>
                          <a:lnTo>
                            <a:pt x="6" y="498"/>
                          </a:lnTo>
                          <a:lnTo>
                            <a:pt x="3" y="477"/>
                          </a:lnTo>
                          <a:lnTo>
                            <a:pt x="1" y="456"/>
                          </a:lnTo>
                          <a:lnTo>
                            <a:pt x="0" y="434"/>
                          </a:lnTo>
                          <a:lnTo>
                            <a:pt x="0" y="413"/>
                          </a:lnTo>
                          <a:lnTo>
                            <a:pt x="2" y="390"/>
                          </a:lnTo>
                          <a:lnTo>
                            <a:pt x="4" y="369"/>
                          </a:lnTo>
                          <a:lnTo>
                            <a:pt x="7" y="348"/>
                          </a:lnTo>
                          <a:lnTo>
                            <a:pt x="12" y="328"/>
                          </a:lnTo>
                          <a:lnTo>
                            <a:pt x="17" y="307"/>
                          </a:lnTo>
                          <a:lnTo>
                            <a:pt x="23" y="287"/>
                          </a:lnTo>
                          <a:lnTo>
                            <a:pt x="31" y="268"/>
                          </a:lnTo>
                          <a:lnTo>
                            <a:pt x="39" y="249"/>
                          </a:lnTo>
                          <a:lnTo>
                            <a:pt x="48" y="230"/>
                          </a:lnTo>
                          <a:lnTo>
                            <a:pt x="58" y="212"/>
                          </a:lnTo>
                          <a:lnTo>
                            <a:pt x="69" y="195"/>
                          </a:lnTo>
                          <a:lnTo>
                            <a:pt x="81" y="178"/>
                          </a:lnTo>
                          <a:lnTo>
                            <a:pt x="92" y="161"/>
                          </a:lnTo>
                          <a:lnTo>
                            <a:pt x="106" y="146"/>
                          </a:lnTo>
                          <a:lnTo>
                            <a:pt x="120" y="130"/>
                          </a:lnTo>
                          <a:lnTo>
                            <a:pt x="135" y="117"/>
                          </a:lnTo>
                          <a:lnTo>
                            <a:pt x="150" y="103"/>
                          </a:lnTo>
                          <a:lnTo>
                            <a:pt x="166" y="90"/>
                          </a:lnTo>
                          <a:lnTo>
                            <a:pt x="183" y="77"/>
                          </a:lnTo>
                          <a:lnTo>
                            <a:pt x="200" y="66"/>
                          </a:lnTo>
                          <a:lnTo>
                            <a:pt x="217" y="55"/>
                          </a:lnTo>
                          <a:lnTo>
                            <a:pt x="235" y="45"/>
                          </a:lnTo>
                          <a:lnTo>
                            <a:pt x="254" y="37"/>
                          </a:lnTo>
                          <a:lnTo>
                            <a:pt x="273" y="28"/>
                          </a:lnTo>
                          <a:lnTo>
                            <a:pt x="293" y="21"/>
                          </a:lnTo>
                          <a:lnTo>
                            <a:pt x="313" y="16"/>
                          </a:lnTo>
                          <a:lnTo>
                            <a:pt x="333" y="10"/>
                          </a:lnTo>
                          <a:lnTo>
                            <a:pt x="355" y="6"/>
                          </a:lnTo>
                          <a:lnTo>
                            <a:pt x="376" y="3"/>
                          </a:lnTo>
                          <a:lnTo>
                            <a:pt x="397" y="1"/>
                          </a:lnTo>
                          <a:lnTo>
                            <a:pt x="419" y="0"/>
                          </a:lnTo>
                          <a:close/>
                        </a:path>
                      </a:pathLst>
                    </a:custGeom>
                    <a:solidFill>
                      <a:srgbClr val="DC2B19"/>
                    </a:solidFill>
                    <a:ln>
                      <a:noFill/>
                    </a:ln>
                  </p:spPr>
                  <p:txBody>
                    <a:bodyPr/>
                    <a:lstStyle/>
                    <a:p>
                      <a:pPr>
                        <a:defRPr/>
                      </a:pPr>
                      <a:endParaRPr lang="en-US" sz="1050">
                        <a:latin typeface="+mj-lt"/>
                      </a:endParaRPr>
                    </a:p>
                  </p:txBody>
                </p:sp>
                <p:sp>
                  <p:nvSpPr>
                    <p:cNvPr id="41278" name="Freeform 744">
                      <a:extLst>
                        <a:ext uri="{FF2B5EF4-FFF2-40B4-BE49-F238E27FC236}">
                          <a16:creationId xmlns="" xmlns:a16="http://schemas.microsoft.com/office/drawing/2014/main" id="{C8FA9E2A-BA85-30F5-9F62-0ACF47CD13D1}"/>
                        </a:ext>
                      </a:extLst>
                    </p:cNvPr>
                    <p:cNvSpPr>
                      <a:spLocks/>
                    </p:cNvSpPr>
                    <p:nvPr/>
                  </p:nvSpPr>
                  <p:spPr bwMode="auto">
                    <a:xfrm>
                      <a:off x="3384" y="1911"/>
                      <a:ext cx="88" cy="84"/>
                    </a:xfrm>
                    <a:custGeom>
                      <a:avLst/>
                      <a:gdLst>
                        <a:gd name="T0" fmla="*/ 0 w 530"/>
                        <a:gd name="T1" fmla="*/ 0 h 514"/>
                        <a:gd name="T2" fmla="*/ 0 w 530"/>
                        <a:gd name="T3" fmla="*/ 0 h 514"/>
                        <a:gd name="T4" fmla="*/ 0 w 530"/>
                        <a:gd name="T5" fmla="*/ 0 h 514"/>
                        <a:gd name="T6" fmla="*/ 0 w 530"/>
                        <a:gd name="T7" fmla="*/ 0 h 514"/>
                        <a:gd name="T8" fmla="*/ 0 w 530"/>
                        <a:gd name="T9" fmla="*/ 0 h 514"/>
                        <a:gd name="T10" fmla="*/ 0 w 530"/>
                        <a:gd name="T11" fmla="*/ 0 h 514"/>
                        <a:gd name="T12" fmla="*/ 0 w 530"/>
                        <a:gd name="T13" fmla="*/ 0 h 514"/>
                        <a:gd name="T14" fmla="*/ 0 w 530"/>
                        <a:gd name="T15" fmla="*/ 0 h 514"/>
                        <a:gd name="T16" fmla="*/ 0 w 530"/>
                        <a:gd name="T17" fmla="*/ 0 h 514"/>
                        <a:gd name="T18" fmla="*/ 0 w 530"/>
                        <a:gd name="T19" fmla="*/ 0 h 514"/>
                        <a:gd name="T20" fmla="*/ 0 w 530"/>
                        <a:gd name="T21" fmla="*/ 0 h 514"/>
                        <a:gd name="T22" fmla="*/ 0 w 530"/>
                        <a:gd name="T23" fmla="*/ 0 h 514"/>
                        <a:gd name="T24" fmla="*/ 0 w 530"/>
                        <a:gd name="T25" fmla="*/ 0 h 514"/>
                        <a:gd name="T26" fmla="*/ 0 w 530"/>
                        <a:gd name="T27" fmla="*/ 0 h 514"/>
                        <a:gd name="T28" fmla="*/ 0 w 530"/>
                        <a:gd name="T29" fmla="*/ 0 h 514"/>
                        <a:gd name="T30" fmla="*/ 0 w 530"/>
                        <a:gd name="T31" fmla="*/ 0 h 514"/>
                        <a:gd name="T32" fmla="*/ 0 w 530"/>
                        <a:gd name="T33" fmla="*/ 0 h 514"/>
                        <a:gd name="T34" fmla="*/ 0 w 530"/>
                        <a:gd name="T35" fmla="*/ 0 h 514"/>
                        <a:gd name="T36" fmla="*/ 0 w 530"/>
                        <a:gd name="T37" fmla="*/ 0 h 514"/>
                        <a:gd name="T38" fmla="*/ 0 w 530"/>
                        <a:gd name="T39" fmla="*/ 0 h 514"/>
                        <a:gd name="T40" fmla="*/ 0 w 530"/>
                        <a:gd name="T41" fmla="*/ 0 h 514"/>
                        <a:gd name="T42" fmla="*/ 0 w 530"/>
                        <a:gd name="T43" fmla="*/ 0 h 514"/>
                        <a:gd name="T44" fmla="*/ 0 w 530"/>
                        <a:gd name="T45" fmla="*/ 0 h 514"/>
                        <a:gd name="T46" fmla="*/ 0 w 530"/>
                        <a:gd name="T47" fmla="*/ 0 h 514"/>
                        <a:gd name="T48" fmla="*/ 0 w 530"/>
                        <a:gd name="T49" fmla="*/ 0 h 514"/>
                        <a:gd name="T50" fmla="*/ 0 w 530"/>
                        <a:gd name="T51" fmla="*/ 0 h 514"/>
                        <a:gd name="T52" fmla="*/ 0 w 530"/>
                        <a:gd name="T53" fmla="*/ 0 h 514"/>
                        <a:gd name="T54" fmla="*/ 0 w 530"/>
                        <a:gd name="T55" fmla="*/ 0 h 514"/>
                        <a:gd name="T56" fmla="*/ 0 w 530"/>
                        <a:gd name="T57" fmla="*/ 0 h 514"/>
                        <a:gd name="T58" fmla="*/ 0 w 530"/>
                        <a:gd name="T59" fmla="*/ 0 h 514"/>
                        <a:gd name="T60" fmla="*/ 0 w 530"/>
                        <a:gd name="T61" fmla="*/ 0 h 514"/>
                        <a:gd name="T62" fmla="*/ 0 w 530"/>
                        <a:gd name="T63" fmla="*/ 0 h 514"/>
                        <a:gd name="T64" fmla="*/ 0 w 530"/>
                        <a:gd name="T65" fmla="*/ 0 h 514"/>
                        <a:gd name="T66" fmla="*/ 0 w 530"/>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4"/>
                        <a:gd name="T104" fmla="*/ 530 w 530"/>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4">
                          <a:moveTo>
                            <a:pt x="530" y="511"/>
                          </a:moveTo>
                          <a:lnTo>
                            <a:pt x="530" y="511"/>
                          </a:lnTo>
                          <a:lnTo>
                            <a:pt x="529" y="484"/>
                          </a:lnTo>
                          <a:lnTo>
                            <a:pt x="527" y="458"/>
                          </a:lnTo>
                          <a:lnTo>
                            <a:pt x="523" y="432"/>
                          </a:lnTo>
                          <a:lnTo>
                            <a:pt x="517" y="407"/>
                          </a:lnTo>
                          <a:lnTo>
                            <a:pt x="511" y="381"/>
                          </a:lnTo>
                          <a:lnTo>
                            <a:pt x="504" y="357"/>
                          </a:lnTo>
                          <a:lnTo>
                            <a:pt x="495" y="333"/>
                          </a:lnTo>
                          <a:lnTo>
                            <a:pt x="486" y="309"/>
                          </a:lnTo>
                          <a:lnTo>
                            <a:pt x="474" y="287"/>
                          </a:lnTo>
                          <a:lnTo>
                            <a:pt x="462" y="265"/>
                          </a:lnTo>
                          <a:lnTo>
                            <a:pt x="449" y="242"/>
                          </a:lnTo>
                          <a:lnTo>
                            <a:pt x="436" y="222"/>
                          </a:lnTo>
                          <a:lnTo>
                            <a:pt x="421" y="202"/>
                          </a:lnTo>
                          <a:lnTo>
                            <a:pt x="405" y="183"/>
                          </a:lnTo>
                          <a:lnTo>
                            <a:pt x="388" y="164"/>
                          </a:lnTo>
                          <a:lnTo>
                            <a:pt x="371" y="146"/>
                          </a:lnTo>
                          <a:lnTo>
                            <a:pt x="352" y="130"/>
                          </a:lnTo>
                          <a:lnTo>
                            <a:pt x="333" y="114"/>
                          </a:lnTo>
                          <a:lnTo>
                            <a:pt x="314" y="98"/>
                          </a:lnTo>
                          <a:lnTo>
                            <a:pt x="292" y="84"/>
                          </a:lnTo>
                          <a:lnTo>
                            <a:pt x="271" y="72"/>
                          </a:lnTo>
                          <a:lnTo>
                            <a:pt x="249" y="59"/>
                          </a:lnTo>
                          <a:lnTo>
                            <a:pt x="226" y="48"/>
                          </a:lnTo>
                          <a:lnTo>
                            <a:pt x="203" y="38"/>
                          </a:lnTo>
                          <a:lnTo>
                            <a:pt x="180" y="29"/>
                          </a:lnTo>
                          <a:lnTo>
                            <a:pt x="155" y="22"/>
                          </a:lnTo>
                          <a:lnTo>
                            <a:pt x="130" y="14"/>
                          </a:lnTo>
                          <a:lnTo>
                            <a:pt x="105" y="9"/>
                          </a:lnTo>
                          <a:lnTo>
                            <a:pt x="80" y="5"/>
                          </a:lnTo>
                          <a:lnTo>
                            <a:pt x="53" y="3"/>
                          </a:lnTo>
                          <a:lnTo>
                            <a:pt x="27" y="0"/>
                          </a:lnTo>
                          <a:lnTo>
                            <a:pt x="0" y="0"/>
                          </a:lnTo>
                          <a:lnTo>
                            <a:pt x="3" y="187"/>
                          </a:lnTo>
                          <a:lnTo>
                            <a:pt x="21" y="188"/>
                          </a:lnTo>
                          <a:lnTo>
                            <a:pt x="37" y="188"/>
                          </a:lnTo>
                          <a:lnTo>
                            <a:pt x="54" y="190"/>
                          </a:lnTo>
                          <a:lnTo>
                            <a:pt x="70" y="192"/>
                          </a:lnTo>
                          <a:lnTo>
                            <a:pt x="87" y="197"/>
                          </a:lnTo>
                          <a:lnTo>
                            <a:pt x="103" y="201"/>
                          </a:lnTo>
                          <a:lnTo>
                            <a:pt x="118" y="205"/>
                          </a:lnTo>
                          <a:lnTo>
                            <a:pt x="134" y="212"/>
                          </a:lnTo>
                          <a:lnTo>
                            <a:pt x="148" y="218"/>
                          </a:lnTo>
                          <a:lnTo>
                            <a:pt x="163" y="225"/>
                          </a:lnTo>
                          <a:lnTo>
                            <a:pt x="177" y="233"/>
                          </a:lnTo>
                          <a:lnTo>
                            <a:pt x="190" y="241"/>
                          </a:lnTo>
                          <a:lnTo>
                            <a:pt x="204" y="250"/>
                          </a:lnTo>
                          <a:lnTo>
                            <a:pt x="217" y="259"/>
                          </a:lnTo>
                          <a:lnTo>
                            <a:pt x="230" y="270"/>
                          </a:lnTo>
                          <a:lnTo>
                            <a:pt x="241" y="281"/>
                          </a:lnTo>
                          <a:lnTo>
                            <a:pt x="252" y="292"/>
                          </a:lnTo>
                          <a:lnTo>
                            <a:pt x="263" y="304"/>
                          </a:lnTo>
                          <a:lnTo>
                            <a:pt x="273" y="317"/>
                          </a:lnTo>
                          <a:lnTo>
                            <a:pt x="283" y="329"/>
                          </a:lnTo>
                          <a:lnTo>
                            <a:pt x="291" y="343"/>
                          </a:lnTo>
                          <a:lnTo>
                            <a:pt x="300" y="357"/>
                          </a:lnTo>
                          <a:lnTo>
                            <a:pt x="307" y="371"/>
                          </a:lnTo>
                          <a:lnTo>
                            <a:pt x="315" y="386"/>
                          </a:lnTo>
                          <a:lnTo>
                            <a:pt x="321" y="400"/>
                          </a:lnTo>
                          <a:lnTo>
                            <a:pt x="326" y="415"/>
                          </a:lnTo>
                          <a:lnTo>
                            <a:pt x="331" y="431"/>
                          </a:lnTo>
                          <a:lnTo>
                            <a:pt x="335" y="447"/>
                          </a:lnTo>
                          <a:lnTo>
                            <a:pt x="338" y="463"/>
                          </a:lnTo>
                          <a:lnTo>
                            <a:pt x="340" y="480"/>
                          </a:lnTo>
                          <a:lnTo>
                            <a:pt x="342" y="497"/>
                          </a:lnTo>
                          <a:lnTo>
                            <a:pt x="343" y="514"/>
                          </a:lnTo>
                          <a:lnTo>
                            <a:pt x="530" y="511"/>
                          </a:lnTo>
                          <a:close/>
                        </a:path>
                      </a:pathLst>
                    </a:custGeom>
                    <a:solidFill>
                      <a:srgbClr val="EF2B2F"/>
                    </a:solidFill>
                    <a:ln>
                      <a:noFill/>
                    </a:ln>
                  </p:spPr>
                  <p:txBody>
                    <a:bodyPr/>
                    <a:lstStyle/>
                    <a:p>
                      <a:pPr>
                        <a:defRPr/>
                      </a:pPr>
                      <a:endParaRPr lang="en-US" sz="1050">
                        <a:latin typeface="+mj-lt"/>
                      </a:endParaRPr>
                    </a:p>
                  </p:txBody>
                </p:sp>
                <p:sp>
                  <p:nvSpPr>
                    <p:cNvPr id="41279" name="Freeform 745">
                      <a:extLst>
                        <a:ext uri="{FF2B5EF4-FFF2-40B4-BE49-F238E27FC236}">
                          <a16:creationId xmlns="" xmlns:a16="http://schemas.microsoft.com/office/drawing/2014/main" id="{7EEE8F21-8AF1-866D-F88D-448437CB2891}"/>
                        </a:ext>
                      </a:extLst>
                    </p:cNvPr>
                    <p:cNvSpPr>
                      <a:spLocks/>
                    </p:cNvSpPr>
                    <p:nvPr/>
                  </p:nvSpPr>
                  <p:spPr bwMode="auto">
                    <a:xfrm>
                      <a:off x="3388" y="1994"/>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3" y="529"/>
                          </a:moveTo>
                          <a:lnTo>
                            <a:pt x="3" y="529"/>
                          </a:lnTo>
                          <a:lnTo>
                            <a:pt x="30" y="528"/>
                          </a:lnTo>
                          <a:lnTo>
                            <a:pt x="56" y="525"/>
                          </a:lnTo>
                          <a:lnTo>
                            <a:pt x="82" y="522"/>
                          </a:lnTo>
                          <a:lnTo>
                            <a:pt x="107" y="516"/>
                          </a:lnTo>
                          <a:lnTo>
                            <a:pt x="133" y="510"/>
                          </a:lnTo>
                          <a:lnTo>
                            <a:pt x="157" y="503"/>
                          </a:lnTo>
                          <a:lnTo>
                            <a:pt x="182" y="494"/>
                          </a:lnTo>
                          <a:lnTo>
                            <a:pt x="205" y="484"/>
                          </a:lnTo>
                          <a:lnTo>
                            <a:pt x="227" y="473"/>
                          </a:lnTo>
                          <a:lnTo>
                            <a:pt x="250" y="461"/>
                          </a:lnTo>
                          <a:lnTo>
                            <a:pt x="272" y="449"/>
                          </a:lnTo>
                          <a:lnTo>
                            <a:pt x="292" y="435"/>
                          </a:lnTo>
                          <a:lnTo>
                            <a:pt x="312" y="420"/>
                          </a:lnTo>
                          <a:lnTo>
                            <a:pt x="332" y="404"/>
                          </a:lnTo>
                          <a:lnTo>
                            <a:pt x="351" y="387"/>
                          </a:lnTo>
                          <a:lnTo>
                            <a:pt x="369" y="370"/>
                          </a:lnTo>
                          <a:lnTo>
                            <a:pt x="385" y="351"/>
                          </a:lnTo>
                          <a:lnTo>
                            <a:pt x="401" y="332"/>
                          </a:lnTo>
                          <a:lnTo>
                            <a:pt x="416" y="313"/>
                          </a:lnTo>
                          <a:lnTo>
                            <a:pt x="430" y="292"/>
                          </a:lnTo>
                          <a:lnTo>
                            <a:pt x="443" y="270"/>
                          </a:lnTo>
                          <a:lnTo>
                            <a:pt x="456" y="248"/>
                          </a:lnTo>
                          <a:lnTo>
                            <a:pt x="466" y="226"/>
                          </a:lnTo>
                          <a:lnTo>
                            <a:pt x="477" y="202"/>
                          </a:lnTo>
                          <a:lnTo>
                            <a:pt x="486" y="179"/>
                          </a:lnTo>
                          <a:lnTo>
                            <a:pt x="493" y="155"/>
                          </a:lnTo>
                          <a:lnTo>
                            <a:pt x="500" y="129"/>
                          </a:lnTo>
                          <a:lnTo>
                            <a:pt x="506" y="105"/>
                          </a:lnTo>
                          <a:lnTo>
                            <a:pt x="510" y="78"/>
                          </a:lnTo>
                          <a:lnTo>
                            <a:pt x="512" y="53"/>
                          </a:lnTo>
                          <a:lnTo>
                            <a:pt x="514" y="26"/>
                          </a:lnTo>
                          <a:lnTo>
                            <a:pt x="514" y="0"/>
                          </a:lnTo>
                          <a:lnTo>
                            <a:pt x="327" y="3"/>
                          </a:lnTo>
                          <a:lnTo>
                            <a:pt x="326" y="20"/>
                          </a:lnTo>
                          <a:lnTo>
                            <a:pt x="326" y="37"/>
                          </a:lnTo>
                          <a:lnTo>
                            <a:pt x="324" y="54"/>
                          </a:lnTo>
                          <a:lnTo>
                            <a:pt x="322" y="70"/>
                          </a:lnTo>
                          <a:lnTo>
                            <a:pt x="318" y="87"/>
                          </a:lnTo>
                          <a:lnTo>
                            <a:pt x="313" y="103"/>
                          </a:lnTo>
                          <a:lnTo>
                            <a:pt x="309" y="118"/>
                          </a:lnTo>
                          <a:lnTo>
                            <a:pt x="303" y="133"/>
                          </a:lnTo>
                          <a:lnTo>
                            <a:pt x="296" y="147"/>
                          </a:lnTo>
                          <a:lnTo>
                            <a:pt x="289" y="162"/>
                          </a:lnTo>
                          <a:lnTo>
                            <a:pt x="282" y="177"/>
                          </a:lnTo>
                          <a:lnTo>
                            <a:pt x="273" y="190"/>
                          </a:lnTo>
                          <a:lnTo>
                            <a:pt x="265" y="203"/>
                          </a:lnTo>
                          <a:lnTo>
                            <a:pt x="255" y="216"/>
                          </a:lnTo>
                          <a:lnTo>
                            <a:pt x="244" y="228"/>
                          </a:lnTo>
                          <a:lnTo>
                            <a:pt x="234" y="241"/>
                          </a:lnTo>
                          <a:lnTo>
                            <a:pt x="222" y="251"/>
                          </a:lnTo>
                          <a:lnTo>
                            <a:pt x="210" y="262"/>
                          </a:lnTo>
                          <a:lnTo>
                            <a:pt x="198" y="272"/>
                          </a:lnTo>
                          <a:lnTo>
                            <a:pt x="185" y="282"/>
                          </a:lnTo>
                          <a:lnTo>
                            <a:pt x="171" y="290"/>
                          </a:lnTo>
                          <a:lnTo>
                            <a:pt x="157" y="299"/>
                          </a:lnTo>
                          <a:lnTo>
                            <a:pt x="144" y="306"/>
                          </a:lnTo>
                          <a:lnTo>
                            <a:pt x="129" y="314"/>
                          </a:lnTo>
                          <a:lnTo>
                            <a:pt x="114" y="320"/>
                          </a:lnTo>
                          <a:lnTo>
                            <a:pt x="99" y="325"/>
                          </a:lnTo>
                          <a:lnTo>
                            <a:pt x="83" y="330"/>
                          </a:lnTo>
                          <a:lnTo>
                            <a:pt x="67" y="334"/>
                          </a:lnTo>
                          <a:lnTo>
                            <a:pt x="51" y="337"/>
                          </a:lnTo>
                          <a:lnTo>
                            <a:pt x="34" y="339"/>
                          </a:lnTo>
                          <a:lnTo>
                            <a:pt x="17" y="341"/>
                          </a:lnTo>
                          <a:lnTo>
                            <a:pt x="0" y="342"/>
                          </a:lnTo>
                          <a:lnTo>
                            <a:pt x="3" y="529"/>
                          </a:lnTo>
                          <a:close/>
                        </a:path>
                      </a:pathLst>
                    </a:custGeom>
                    <a:solidFill>
                      <a:srgbClr val="EF2B2F"/>
                    </a:solidFill>
                    <a:ln>
                      <a:noFill/>
                    </a:ln>
                  </p:spPr>
                  <p:txBody>
                    <a:bodyPr/>
                    <a:lstStyle/>
                    <a:p>
                      <a:pPr>
                        <a:defRPr/>
                      </a:pPr>
                      <a:endParaRPr lang="en-US" sz="1050">
                        <a:latin typeface="+mj-lt"/>
                      </a:endParaRPr>
                    </a:p>
                  </p:txBody>
                </p:sp>
                <p:sp>
                  <p:nvSpPr>
                    <p:cNvPr id="41280" name="Freeform 746">
                      <a:extLst>
                        <a:ext uri="{FF2B5EF4-FFF2-40B4-BE49-F238E27FC236}">
                          <a16:creationId xmlns="" xmlns:a16="http://schemas.microsoft.com/office/drawing/2014/main" id="{06D7F0EE-A1EF-F839-8A51-FC26035DBE72}"/>
                        </a:ext>
                      </a:extLst>
                    </p:cNvPr>
                    <p:cNvSpPr>
                      <a:spLocks/>
                    </p:cNvSpPr>
                    <p:nvPr/>
                  </p:nvSpPr>
                  <p:spPr bwMode="auto">
                    <a:xfrm>
                      <a:off x="3300" y="1998"/>
                      <a:ext cx="88" cy="84"/>
                    </a:xfrm>
                    <a:custGeom>
                      <a:avLst/>
                      <a:gdLst>
                        <a:gd name="T0" fmla="*/ 0 w 530"/>
                        <a:gd name="T1" fmla="*/ 0 h 513"/>
                        <a:gd name="T2" fmla="*/ 0 w 530"/>
                        <a:gd name="T3" fmla="*/ 0 h 513"/>
                        <a:gd name="T4" fmla="*/ 0 w 530"/>
                        <a:gd name="T5" fmla="*/ 0 h 513"/>
                        <a:gd name="T6" fmla="*/ 0 w 530"/>
                        <a:gd name="T7" fmla="*/ 0 h 513"/>
                        <a:gd name="T8" fmla="*/ 0 w 530"/>
                        <a:gd name="T9" fmla="*/ 0 h 513"/>
                        <a:gd name="T10" fmla="*/ 0 w 530"/>
                        <a:gd name="T11" fmla="*/ 0 h 513"/>
                        <a:gd name="T12" fmla="*/ 0 w 530"/>
                        <a:gd name="T13" fmla="*/ 0 h 513"/>
                        <a:gd name="T14" fmla="*/ 0 w 530"/>
                        <a:gd name="T15" fmla="*/ 0 h 513"/>
                        <a:gd name="T16" fmla="*/ 0 w 530"/>
                        <a:gd name="T17" fmla="*/ 0 h 513"/>
                        <a:gd name="T18" fmla="*/ 0 w 530"/>
                        <a:gd name="T19" fmla="*/ 0 h 513"/>
                        <a:gd name="T20" fmla="*/ 0 w 530"/>
                        <a:gd name="T21" fmla="*/ 0 h 513"/>
                        <a:gd name="T22" fmla="*/ 0 w 530"/>
                        <a:gd name="T23" fmla="*/ 0 h 513"/>
                        <a:gd name="T24" fmla="*/ 0 w 530"/>
                        <a:gd name="T25" fmla="*/ 0 h 513"/>
                        <a:gd name="T26" fmla="*/ 0 w 530"/>
                        <a:gd name="T27" fmla="*/ 0 h 513"/>
                        <a:gd name="T28" fmla="*/ 0 w 530"/>
                        <a:gd name="T29" fmla="*/ 0 h 513"/>
                        <a:gd name="T30" fmla="*/ 0 w 530"/>
                        <a:gd name="T31" fmla="*/ 0 h 513"/>
                        <a:gd name="T32" fmla="*/ 0 w 530"/>
                        <a:gd name="T33" fmla="*/ 0 h 513"/>
                        <a:gd name="T34" fmla="*/ 0 w 530"/>
                        <a:gd name="T35" fmla="*/ 0 h 513"/>
                        <a:gd name="T36" fmla="*/ 0 w 530"/>
                        <a:gd name="T37" fmla="*/ 0 h 513"/>
                        <a:gd name="T38" fmla="*/ 0 w 530"/>
                        <a:gd name="T39" fmla="*/ 0 h 513"/>
                        <a:gd name="T40" fmla="*/ 0 w 530"/>
                        <a:gd name="T41" fmla="*/ 0 h 513"/>
                        <a:gd name="T42" fmla="*/ 0 w 530"/>
                        <a:gd name="T43" fmla="*/ 0 h 513"/>
                        <a:gd name="T44" fmla="*/ 0 w 530"/>
                        <a:gd name="T45" fmla="*/ 0 h 513"/>
                        <a:gd name="T46" fmla="*/ 0 w 530"/>
                        <a:gd name="T47" fmla="*/ 0 h 513"/>
                        <a:gd name="T48" fmla="*/ 0 w 530"/>
                        <a:gd name="T49" fmla="*/ 0 h 513"/>
                        <a:gd name="T50" fmla="*/ 0 w 530"/>
                        <a:gd name="T51" fmla="*/ 0 h 513"/>
                        <a:gd name="T52" fmla="*/ 0 w 530"/>
                        <a:gd name="T53" fmla="*/ 0 h 513"/>
                        <a:gd name="T54" fmla="*/ 0 w 530"/>
                        <a:gd name="T55" fmla="*/ 0 h 513"/>
                        <a:gd name="T56" fmla="*/ 0 w 530"/>
                        <a:gd name="T57" fmla="*/ 0 h 513"/>
                        <a:gd name="T58" fmla="*/ 0 w 530"/>
                        <a:gd name="T59" fmla="*/ 0 h 513"/>
                        <a:gd name="T60" fmla="*/ 0 w 530"/>
                        <a:gd name="T61" fmla="*/ 0 h 513"/>
                        <a:gd name="T62" fmla="*/ 0 w 530"/>
                        <a:gd name="T63" fmla="*/ 0 h 513"/>
                        <a:gd name="T64" fmla="*/ 0 w 530"/>
                        <a:gd name="T65" fmla="*/ 0 h 513"/>
                        <a:gd name="T66" fmla="*/ 0 w 530"/>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3"/>
                        <a:gd name="T104" fmla="*/ 530 w 530"/>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3">
                          <a:moveTo>
                            <a:pt x="0" y="3"/>
                          </a:moveTo>
                          <a:lnTo>
                            <a:pt x="0" y="3"/>
                          </a:lnTo>
                          <a:lnTo>
                            <a:pt x="1" y="29"/>
                          </a:lnTo>
                          <a:lnTo>
                            <a:pt x="5" y="56"/>
                          </a:lnTo>
                          <a:lnTo>
                            <a:pt x="8" y="81"/>
                          </a:lnTo>
                          <a:lnTo>
                            <a:pt x="13" y="107"/>
                          </a:lnTo>
                          <a:lnTo>
                            <a:pt x="20" y="132"/>
                          </a:lnTo>
                          <a:lnTo>
                            <a:pt x="27" y="157"/>
                          </a:lnTo>
                          <a:lnTo>
                            <a:pt x="35" y="180"/>
                          </a:lnTo>
                          <a:lnTo>
                            <a:pt x="45" y="204"/>
                          </a:lnTo>
                          <a:lnTo>
                            <a:pt x="57" y="227"/>
                          </a:lnTo>
                          <a:lnTo>
                            <a:pt x="68" y="249"/>
                          </a:lnTo>
                          <a:lnTo>
                            <a:pt x="81" y="271"/>
                          </a:lnTo>
                          <a:lnTo>
                            <a:pt x="95" y="291"/>
                          </a:lnTo>
                          <a:lnTo>
                            <a:pt x="110" y="312"/>
                          </a:lnTo>
                          <a:lnTo>
                            <a:pt x="126" y="331"/>
                          </a:lnTo>
                          <a:lnTo>
                            <a:pt x="143" y="350"/>
                          </a:lnTo>
                          <a:lnTo>
                            <a:pt x="160" y="367"/>
                          </a:lnTo>
                          <a:lnTo>
                            <a:pt x="178" y="384"/>
                          </a:lnTo>
                          <a:lnTo>
                            <a:pt x="198" y="400"/>
                          </a:lnTo>
                          <a:lnTo>
                            <a:pt x="217" y="416"/>
                          </a:lnTo>
                          <a:lnTo>
                            <a:pt x="238" y="429"/>
                          </a:lnTo>
                          <a:lnTo>
                            <a:pt x="260" y="442"/>
                          </a:lnTo>
                          <a:lnTo>
                            <a:pt x="282" y="455"/>
                          </a:lnTo>
                          <a:lnTo>
                            <a:pt x="304" y="465"/>
                          </a:lnTo>
                          <a:lnTo>
                            <a:pt x="328" y="476"/>
                          </a:lnTo>
                          <a:lnTo>
                            <a:pt x="351" y="485"/>
                          </a:lnTo>
                          <a:lnTo>
                            <a:pt x="375" y="492"/>
                          </a:lnTo>
                          <a:lnTo>
                            <a:pt x="401" y="499"/>
                          </a:lnTo>
                          <a:lnTo>
                            <a:pt x="426" y="505"/>
                          </a:lnTo>
                          <a:lnTo>
                            <a:pt x="452" y="508"/>
                          </a:lnTo>
                          <a:lnTo>
                            <a:pt x="477" y="511"/>
                          </a:lnTo>
                          <a:lnTo>
                            <a:pt x="504" y="513"/>
                          </a:lnTo>
                          <a:lnTo>
                            <a:pt x="530" y="513"/>
                          </a:lnTo>
                          <a:lnTo>
                            <a:pt x="527" y="326"/>
                          </a:lnTo>
                          <a:lnTo>
                            <a:pt x="510" y="325"/>
                          </a:lnTo>
                          <a:lnTo>
                            <a:pt x="493" y="324"/>
                          </a:lnTo>
                          <a:lnTo>
                            <a:pt x="476" y="323"/>
                          </a:lnTo>
                          <a:lnTo>
                            <a:pt x="459" y="320"/>
                          </a:lnTo>
                          <a:lnTo>
                            <a:pt x="443" y="317"/>
                          </a:lnTo>
                          <a:lnTo>
                            <a:pt x="427" y="313"/>
                          </a:lnTo>
                          <a:lnTo>
                            <a:pt x="412" y="308"/>
                          </a:lnTo>
                          <a:lnTo>
                            <a:pt x="397" y="302"/>
                          </a:lnTo>
                          <a:lnTo>
                            <a:pt x="382" y="296"/>
                          </a:lnTo>
                          <a:lnTo>
                            <a:pt x="368" y="288"/>
                          </a:lnTo>
                          <a:lnTo>
                            <a:pt x="354" y="281"/>
                          </a:lnTo>
                          <a:lnTo>
                            <a:pt x="340" y="272"/>
                          </a:lnTo>
                          <a:lnTo>
                            <a:pt x="326" y="264"/>
                          </a:lnTo>
                          <a:lnTo>
                            <a:pt x="314" y="254"/>
                          </a:lnTo>
                          <a:lnTo>
                            <a:pt x="302" y="244"/>
                          </a:lnTo>
                          <a:lnTo>
                            <a:pt x="289" y="233"/>
                          </a:lnTo>
                          <a:lnTo>
                            <a:pt x="279" y="221"/>
                          </a:lnTo>
                          <a:lnTo>
                            <a:pt x="268" y="210"/>
                          </a:lnTo>
                          <a:lnTo>
                            <a:pt x="257" y="197"/>
                          </a:lnTo>
                          <a:lnTo>
                            <a:pt x="248" y="184"/>
                          </a:lnTo>
                          <a:lnTo>
                            <a:pt x="239" y="170"/>
                          </a:lnTo>
                          <a:lnTo>
                            <a:pt x="231" y="157"/>
                          </a:lnTo>
                          <a:lnTo>
                            <a:pt x="223" y="143"/>
                          </a:lnTo>
                          <a:lnTo>
                            <a:pt x="216" y="128"/>
                          </a:lnTo>
                          <a:lnTo>
                            <a:pt x="210" y="113"/>
                          </a:lnTo>
                          <a:lnTo>
                            <a:pt x="204" y="98"/>
                          </a:lnTo>
                          <a:lnTo>
                            <a:pt x="200" y="82"/>
                          </a:lnTo>
                          <a:lnTo>
                            <a:pt x="196" y="67"/>
                          </a:lnTo>
                          <a:lnTo>
                            <a:pt x="193" y="50"/>
                          </a:lnTo>
                          <a:lnTo>
                            <a:pt x="191" y="34"/>
                          </a:lnTo>
                          <a:lnTo>
                            <a:pt x="188"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281" name="Freeform 747">
                      <a:extLst>
                        <a:ext uri="{FF2B5EF4-FFF2-40B4-BE49-F238E27FC236}">
                          <a16:creationId xmlns="" xmlns:a16="http://schemas.microsoft.com/office/drawing/2014/main" id="{B4AC9061-9FE7-8AB3-FD4A-04B8410D7140}"/>
                        </a:ext>
                      </a:extLst>
                    </p:cNvPr>
                    <p:cNvSpPr>
                      <a:spLocks/>
                    </p:cNvSpPr>
                    <p:nvPr/>
                  </p:nvSpPr>
                  <p:spPr bwMode="auto">
                    <a:xfrm>
                      <a:off x="3300" y="1911"/>
                      <a:ext cx="84" cy="88"/>
                    </a:xfrm>
                    <a:custGeom>
                      <a:avLst/>
                      <a:gdLst>
                        <a:gd name="T0" fmla="*/ 0 w 514"/>
                        <a:gd name="T1" fmla="*/ 0 h 530"/>
                        <a:gd name="T2" fmla="*/ 0 w 514"/>
                        <a:gd name="T3" fmla="*/ 0 h 530"/>
                        <a:gd name="T4" fmla="*/ 0 w 514"/>
                        <a:gd name="T5" fmla="*/ 0 h 530"/>
                        <a:gd name="T6" fmla="*/ 0 w 514"/>
                        <a:gd name="T7" fmla="*/ 0 h 530"/>
                        <a:gd name="T8" fmla="*/ 0 w 514"/>
                        <a:gd name="T9" fmla="*/ 0 h 530"/>
                        <a:gd name="T10" fmla="*/ 0 w 514"/>
                        <a:gd name="T11" fmla="*/ 0 h 530"/>
                        <a:gd name="T12" fmla="*/ 0 w 514"/>
                        <a:gd name="T13" fmla="*/ 0 h 530"/>
                        <a:gd name="T14" fmla="*/ 0 w 514"/>
                        <a:gd name="T15" fmla="*/ 0 h 530"/>
                        <a:gd name="T16" fmla="*/ 0 w 514"/>
                        <a:gd name="T17" fmla="*/ 0 h 530"/>
                        <a:gd name="T18" fmla="*/ 0 w 514"/>
                        <a:gd name="T19" fmla="*/ 0 h 530"/>
                        <a:gd name="T20" fmla="*/ 0 w 514"/>
                        <a:gd name="T21" fmla="*/ 0 h 530"/>
                        <a:gd name="T22" fmla="*/ 0 w 514"/>
                        <a:gd name="T23" fmla="*/ 0 h 530"/>
                        <a:gd name="T24" fmla="*/ 0 w 514"/>
                        <a:gd name="T25" fmla="*/ 0 h 530"/>
                        <a:gd name="T26" fmla="*/ 0 w 514"/>
                        <a:gd name="T27" fmla="*/ 0 h 530"/>
                        <a:gd name="T28" fmla="*/ 0 w 514"/>
                        <a:gd name="T29" fmla="*/ 0 h 530"/>
                        <a:gd name="T30" fmla="*/ 0 w 514"/>
                        <a:gd name="T31" fmla="*/ 0 h 530"/>
                        <a:gd name="T32" fmla="*/ 0 w 514"/>
                        <a:gd name="T33" fmla="*/ 0 h 530"/>
                        <a:gd name="T34" fmla="*/ 0 w 514"/>
                        <a:gd name="T35" fmla="*/ 0 h 530"/>
                        <a:gd name="T36" fmla="*/ 0 w 514"/>
                        <a:gd name="T37" fmla="*/ 0 h 530"/>
                        <a:gd name="T38" fmla="*/ 0 w 514"/>
                        <a:gd name="T39" fmla="*/ 0 h 530"/>
                        <a:gd name="T40" fmla="*/ 0 w 514"/>
                        <a:gd name="T41" fmla="*/ 0 h 530"/>
                        <a:gd name="T42" fmla="*/ 0 w 514"/>
                        <a:gd name="T43" fmla="*/ 0 h 530"/>
                        <a:gd name="T44" fmla="*/ 0 w 514"/>
                        <a:gd name="T45" fmla="*/ 0 h 530"/>
                        <a:gd name="T46" fmla="*/ 0 w 514"/>
                        <a:gd name="T47" fmla="*/ 0 h 530"/>
                        <a:gd name="T48" fmla="*/ 0 w 514"/>
                        <a:gd name="T49" fmla="*/ 0 h 530"/>
                        <a:gd name="T50" fmla="*/ 0 w 514"/>
                        <a:gd name="T51" fmla="*/ 0 h 530"/>
                        <a:gd name="T52" fmla="*/ 0 w 514"/>
                        <a:gd name="T53" fmla="*/ 0 h 530"/>
                        <a:gd name="T54" fmla="*/ 0 w 514"/>
                        <a:gd name="T55" fmla="*/ 0 h 530"/>
                        <a:gd name="T56" fmla="*/ 0 w 514"/>
                        <a:gd name="T57" fmla="*/ 0 h 530"/>
                        <a:gd name="T58" fmla="*/ 0 w 514"/>
                        <a:gd name="T59" fmla="*/ 0 h 530"/>
                        <a:gd name="T60" fmla="*/ 0 w 514"/>
                        <a:gd name="T61" fmla="*/ 0 h 530"/>
                        <a:gd name="T62" fmla="*/ 0 w 514"/>
                        <a:gd name="T63" fmla="*/ 0 h 530"/>
                        <a:gd name="T64" fmla="*/ 0 w 514"/>
                        <a:gd name="T65" fmla="*/ 0 h 530"/>
                        <a:gd name="T66" fmla="*/ 0 w 514"/>
                        <a:gd name="T67" fmla="*/ 0 h 5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30"/>
                        <a:gd name="T104" fmla="*/ 514 w 514"/>
                        <a:gd name="T105" fmla="*/ 530 h 5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30">
                          <a:moveTo>
                            <a:pt x="511" y="0"/>
                          </a:moveTo>
                          <a:lnTo>
                            <a:pt x="511" y="0"/>
                          </a:lnTo>
                          <a:lnTo>
                            <a:pt x="485" y="2"/>
                          </a:lnTo>
                          <a:lnTo>
                            <a:pt x="458" y="4"/>
                          </a:lnTo>
                          <a:lnTo>
                            <a:pt x="433" y="8"/>
                          </a:lnTo>
                          <a:lnTo>
                            <a:pt x="407" y="13"/>
                          </a:lnTo>
                          <a:lnTo>
                            <a:pt x="382" y="20"/>
                          </a:lnTo>
                          <a:lnTo>
                            <a:pt x="357" y="27"/>
                          </a:lnTo>
                          <a:lnTo>
                            <a:pt x="333" y="35"/>
                          </a:lnTo>
                          <a:lnTo>
                            <a:pt x="309" y="45"/>
                          </a:lnTo>
                          <a:lnTo>
                            <a:pt x="287" y="57"/>
                          </a:lnTo>
                          <a:lnTo>
                            <a:pt x="265" y="68"/>
                          </a:lnTo>
                          <a:lnTo>
                            <a:pt x="243" y="81"/>
                          </a:lnTo>
                          <a:lnTo>
                            <a:pt x="222" y="95"/>
                          </a:lnTo>
                          <a:lnTo>
                            <a:pt x="202" y="110"/>
                          </a:lnTo>
                          <a:lnTo>
                            <a:pt x="183" y="126"/>
                          </a:lnTo>
                          <a:lnTo>
                            <a:pt x="164" y="143"/>
                          </a:lnTo>
                          <a:lnTo>
                            <a:pt x="146" y="160"/>
                          </a:lnTo>
                          <a:lnTo>
                            <a:pt x="130" y="179"/>
                          </a:lnTo>
                          <a:lnTo>
                            <a:pt x="114" y="198"/>
                          </a:lnTo>
                          <a:lnTo>
                            <a:pt x="98" y="217"/>
                          </a:lnTo>
                          <a:lnTo>
                            <a:pt x="84" y="238"/>
                          </a:lnTo>
                          <a:lnTo>
                            <a:pt x="71" y="259"/>
                          </a:lnTo>
                          <a:lnTo>
                            <a:pt x="59" y="282"/>
                          </a:lnTo>
                          <a:lnTo>
                            <a:pt x="48" y="304"/>
                          </a:lnTo>
                          <a:lnTo>
                            <a:pt x="38" y="327"/>
                          </a:lnTo>
                          <a:lnTo>
                            <a:pt x="29" y="351"/>
                          </a:lnTo>
                          <a:lnTo>
                            <a:pt x="22" y="375"/>
                          </a:lnTo>
                          <a:lnTo>
                            <a:pt x="14" y="400"/>
                          </a:lnTo>
                          <a:lnTo>
                            <a:pt x="9" y="425"/>
                          </a:lnTo>
                          <a:lnTo>
                            <a:pt x="5" y="450"/>
                          </a:lnTo>
                          <a:lnTo>
                            <a:pt x="3" y="477"/>
                          </a:lnTo>
                          <a:lnTo>
                            <a:pt x="0" y="503"/>
                          </a:lnTo>
                          <a:lnTo>
                            <a:pt x="0" y="530"/>
                          </a:lnTo>
                          <a:lnTo>
                            <a:pt x="187" y="527"/>
                          </a:lnTo>
                          <a:lnTo>
                            <a:pt x="188" y="509"/>
                          </a:lnTo>
                          <a:lnTo>
                            <a:pt x="188" y="492"/>
                          </a:lnTo>
                          <a:lnTo>
                            <a:pt x="191" y="476"/>
                          </a:lnTo>
                          <a:lnTo>
                            <a:pt x="193" y="459"/>
                          </a:lnTo>
                          <a:lnTo>
                            <a:pt x="197" y="443"/>
                          </a:lnTo>
                          <a:lnTo>
                            <a:pt x="201" y="427"/>
                          </a:lnTo>
                          <a:lnTo>
                            <a:pt x="205" y="412"/>
                          </a:lnTo>
                          <a:lnTo>
                            <a:pt x="212" y="396"/>
                          </a:lnTo>
                          <a:lnTo>
                            <a:pt x="218" y="382"/>
                          </a:lnTo>
                          <a:lnTo>
                            <a:pt x="226" y="368"/>
                          </a:lnTo>
                          <a:lnTo>
                            <a:pt x="233" y="354"/>
                          </a:lnTo>
                          <a:lnTo>
                            <a:pt x="241" y="340"/>
                          </a:lnTo>
                          <a:lnTo>
                            <a:pt x="250" y="326"/>
                          </a:lnTo>
                          <a:lnTo>
                            <a:pt x="260" y="313"/>
                          </a:lnTo>
                          <a:lnTo>
                            <a:pt x="270" y="301"/>
                          </a:lnTo>
                          <a:lnTo>
                            <a:pt x="281" y="289"/>
                          </a:lnTo>
                          <a:lnTo>
                            <a:pt x="292" y="278"/>
                          </a:lnTo>
                          <a:lnTo>
                            <a:pt x="304" y="268"/>
                          </a:lnTo>
                          <a:lnTo>
                            <a:pt x="317" y="257"/>
                          </a:lnTo>
                          <a:lnTo>
                            <a:pt x="330" y="248"/>
                          </a:lnTo>
                          <a:lnTo>
                            <a:pt x="343" y="239"/>
                          </a:lnTo>
                          <a:lnTo>
                            <a:pt x="357" y="231"/>
                          </a:lnTo>
                          <a:lnTo>
                            <a:pt x="371" y="223"/>
                          </a:lnTo>
                          <a:lnTo>
                            <a:pt x="386" y="216"/>
                          </a:lnTo>
                          <a:lnTo>
                            <a:pt x="401" y="209"/>
                          </a:lnTo>
                          <a:lnTo>
                            <a:pt x="416" y="204"/>
                          </a:lnTo>
                          <a:lnTo>
                            <a:pt x="432" y="199"/>
                          </a:lnTo>
                          <a:lnTo>
                            <a:pt x="448" y="196"/>
                          </a:lnTo>
                          <a:lnTo>
                            <a:pt x="465" y="192"/>
                          </a:lnTo>
                          <a:lnTo>
                            <a:pt x="480" y="190"/>
                          </a:lnTo>
                          <a:lnTo>
                            <a:pt x="497" y="188"/>
                          </a:lnTo>
                          <a:lnTo>
                            <a:pt x="514" y="187"/>
                          </a:lnTo>
                          <a:lnTo>
                            <a:pt x="511" y="0"/>
                          </a:lnTo>
                          <a:close/>
                        </a:path>
                      </a:pathLst>
                    </a:custGeom>
                    <a:solidFill>
                      <a:srgbClr val="EF2B2F"/>
                    </a:solidFill>
                    <a:ln>
                      <a:noFill/>
                    </a:ln>
                  </p:spPr>
                  <p:txBody>
                    <a:bodyPr/>
                    <a:lstStyle/>
                    <a:p>
                      <a:pPr>
                        <a:defRPr/>
                      </a:pPr>
                      <a:endParaRPr lang="en-US" sz="1050">
                        <a:latin typeface="+mj-lt"/>
                      </a:endParaRPr>
                    </a:p>
                  </p:txBody>
                </p:sp>
                <p:sp>
                  <p:nvSpPr>
                    <p:cNvPr id="41282" name="Freeform 748">
                      <a:extLst>
                        <a:ext uri="{FF2B5EF4-FFF2-40B4-BE49-F238E27FC236}">
                          <a16:creationId xmlns="" xmlns:a16="http://schemas.microsoft.com/office/drawing/2014/main" id="{0AEFE093-E614-34D3-9A7C-70683372886A}"/>
                        </a:ext>
                      </a:extLst>
                    </p:cNvPr>
                    <p:cNvSpPr>
                      <a:spLocks/>
                    </p:cNvSpPr>
                    <p:nvPr/>
                  </p:nvSpPr>
                  <p:spPr bwMode="auto">
                    <a:xfrm>
                      <a:off x="3247" y="2054"/>
                      <a:ext cx="141" cy="140"/>
                    </a:xfrm>
                    <a:custGeom>
                      <a:avLst/>
                      <a:gdLst>
                        <a:gd name="T0" fmla="*/ 0 w 854"/>
                        <a:gd name="T1" fmla="*/ 0 h 853"/>
                        <a:gd name="T2" fmla="*/ 0 w 854"/>
                        <a:gd name="T3" fmla="*/ 0 h 853"/>
                        <a:gd name="T4" fmla="*/ 0 w 854"/>
                        <a:gd name="T5" fmla="*/ 0 h 853"/>
                        <a:gd name="T6" fmla="*/ 0 w 854"/>
                        <a:gd name="T7" fmla="*/ 0 h 853"/>
                        <a:gd name="T8" fmla="*/ 0 w 854"/>
                        <a:gd name="T9" fmla="*/ 0 h 853"/>
                        <a:gd name="T10" fmla="*/ 0 w 854"/>
                        <a:gd name="T11" fmla="*/ 0 h 853"/>
                        <a:gd name="T12" fmla="*/ 0 w 854"/>
                        <a:gd name="T13" fmla="*/ 0 h 853"/>
                        <a:gd name="T14" fmla="*/ 0 w 854"/>
                        <a:gd name="T15" fmla="*/ 0 h 853"/>
                        <a:gd name="T16" fmla="*/ 0 w 854"/>
                        <a:gd name="T17" fmla="*/ 0 h 853"/>
                        <a:gd name="T18" fmla="*/ 0 w 854"/>
                        <a:gd name="T19" fmla="*/ 0 h 853"/>
                        <a:gd name="T20" fmla="*/ 0 w 854"/>
                        <a:gd name="T21" fmla="*/ 0 h 853"/>
                        <a:gd name="T22" fmla="*/ 0 w 854"/>
                        <a:gd name="T23" fmla="*/ 0 h 853"/>
                        <a:gd name="T24" fmla="*/ 0 w 854"/>
                        <a:gd name="T25" fmla="*/ 0 h 853"/>
                        <a:gd name="T26" fmla="*/ 0 w 854"/>
                        <a:gd name="T27" fmla="*/ 0 h 853"/>
                        <a:gd name="T28" fmla="*/ 0 w 854"/>
                        <a:gd name="T29" fmla="*/ 0 h 853"/>
                        <a:gd name="T30" fmla="*/ 0 w 854"/>
                        <a:gd name="T31" fmla="*/ 0 h 853"/>
                        <a:gd name="T32" fmla="*/ 0 w 854"/>
                        <a:gd name="T33" fmla="*/ 0 h 853"/>
                        <a:gd name="T34" fmla="*/ 0 w 854"/>
                        <a:gd name="T35" fmla="*/ 0 h 853"/>
                        <a:gd name="T36" fmla="*/ 0 w 854"/>
                        <a:gd name="T37" fmla="*/ 0 h 853"/>
                        <a:gd name="T38" fmla="*/ 0 w 854"/>
                        <a:gd name="T39" fmla="*/ 0 h 853"/>
                        <a:gd name="T40" fmla="*/ 0 w 854"/>
                        <a:gd name="T41" fmla="*/ 0 h 853"/>
                        <a:gd name="T42" fmla="*/ 0 w 854"/>
                        <a:gd name="T43" fmla="*/ 0 h 853"/>
                        <a:gd name="T44" fmla="*/ 0 w 854"/>
                        <a:gd name="T45" fmla="*/ 0 h 853"/>
                        <a:gd name="T46" fmla="*/ 0 w 854"/>
                        <a:gd name="T47" fmla="*/ 0 h 853"/>
                        <a:gd name="T48" fmla="*/ 0 w 854"/>
                        <a:gd name="T49" fmla="*/ 0 h 853"/>
                        <a:gd name="T50" fmla="*/ 0 w 854"/>
                        <a:gd name="T51" fmla="*/ 0 h 853"/>
                        <a:gd name="T52" fmla="*/ 0 w 854"/>
                        <a:gd name="T53" fmla="*/ 0 h 853"/>
                        <a:gd name="T54" fmla="*/ 0 w 854"/>
                        <a:gd name="T55" fmla="*/ 0 h 853"/>
                        <a:gd name="T56" fmla="*/ 0 w 854"/>
                        <a:gd name="T57" fmla="*/ 0 h 853"/>
                        <a:gd name="T58" fmla="*/ 0 w 854"/>
                        <a:gd name="T59" fmla="*/ 0 h 853"/>
                        <a:gd name="T60" fmla="*/ 0 w 854"/>
                        <a:gd name="T61" fmla="*/ 0 h 853"/>
                        <a:gd name="T62" fmla="*/ 0 w 854"/>
                        <a:gd name="T63" fmla="*/ 0 h 853"/>
                        <a:gd name="T64" fmla="*/ 0 w 854"/>
                        <a:gd name="T65" fmla="*/ 0 h 853"/>
                        <a:gd name="T66" fmla="*/ 0 w 854"/>
                        <a:gd name="T67" fmla="*/ 0 h 853"/>
                        <a:gd name="T68" fmla="*/ 0 w 854"/>
                        <a:gd name="T69" fmla="*/ 0 h 853"/>
                        <a:gd name="T70" fmla="*/ 0 w 854"/>
                        <a:gd name="T71" fmla="*/ 0 h 853"/>
                        <a:gd name="T72" fmla="*/ 0 w 854"/>
                        <a:gd name="T73" fmla="*/ 0 h 853"/>
                        <a:gd name="T74" fmla="*/ 0 w 854"/>
                        <a:gd name="T75" fmla="*/ 0 h 853"/>
                        <a:gd name="T76" fmla="*/ 0 w 854"/>
                        <a:gd name="T77" fmla="*/ 0 h 853"/>
                        <a:gd name="T78" fmla="*/ 0 w 854"/>
                        <a:gd name="T79" fmla="*/ 0 h 853"/>
                        <a:gd name="T80" fmla="*/ 0 w 854"/>
                        <a:gd name="T81" fmla="*/ 0 h 853"/>
                        <a:gd name="T82" fmla="*/ 0 w 854"/>
                        <a:gd name="T83" fmla="*/ 0 h 853"/>
                        <a:gd name="T84" fmla="*/ 0 w 854"/>
                        <a:gd name="T85" fmla="*/ 0 h 8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4"/>
                        <a:gd name="T130" fmla="*/ 0 h 853"/>
                        <a:gd name="T131" fmla="*/ 854 w 854"/>
                        <a:gd name="T132" fmla="*/ 853 h 8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4" h="853">
                          <a:moveTo>
                            <a:pt x="420" y="0"/>
                          </a:moveTo>
                          <a:lnTo>
                            <a:pt x="441" y="1"/>
                          </a:lnTo>
                          <a:lnTo>
                            <a:pt x="463" y="2"/>
                          </a:lnTo>
                          <a:lnTo>
                            <a:pt x="485" y="4"/>
                          </a:lnTo>
                          <a:lnTo>
                            <a:pt x="506" y="7"/>
                          </a:lnTo>
                          <a:lnTo>
                            <a:pt x="526" y="11"/>
                          </a:lnTo>
                          <a:lnTo>
                            <a:pt x="546" y="17"/>
                          </a:lnTo>
                          <a:lnTo>
                            <a:pt x="566" y="23"/>
                          </a:lnTo>
                          <a:lnTo>
                            <a:pt x="585" y="30"/>
                          </a:lnTo>
                          <a:lnTo>
                            <a:pt x="605" y="39"/>
                          </a:lnTo>
                          <a:lnTo>
                            <a:pt x="624" y="48"/>
                          </a:lnTo>
                          <a:lnTo>
                            <a:pt x="642" y="58"/>
                          </a:lnTo>
                          <a:lnTo>
                            <a:pt x="659" y="69"/>
                          </a:lnTo>
                          <a:lnTo>
                            <a:pt x="676" y="80"/>
                          </a:lnTo>
                          <a:lnTo>
                            <a:pt x="693" y="93"/>
                          </a:lnTo>
                          <a:lnTo>
                            <a:pt x="708" y="106"/>
                          </a:lnTo>
                          <a:lnTo>
                            <a:pt x="724" y="120"/>
                          </a:lnTo>
                          <a:lnTo>
                            <a:pt x="737" y="134"/>
                          </a:lnTo>
                          <a:lnTo>
                            <a:pt x="751" y="149"/>
                          </a:lnTo>
                          <a:lnTo>
                            <a:pt x="764" y="165"/>
                          </a:lnTo>
                          <a:lnTo>
                            <a:pt x="777" y="182"/>
                          </a:lnTo>
                          <a:lnTo>
                            <a:pt x="788" y="199"/>
                          </a:lnTo>
                          <a:lnTo>
                            <a:pt x="799" y="217"/>
                          </a:lnTo>
                          <a:lnTo>
                            <a:pt x="809" y="235"/>
                          </a:lnTo>
                          <a:lnTo>
                            <a:pt x="817" y="253"/>
                          </a:lnTo>
                          <a:lnTo>
                            <a:pt x="825" y="272"/>
                          </a:lnTo>
                          <a:lnTo>
                            <a:pt x="832" y="292"/>
                          </a:lnTo>
                          <a:lnTo>
                            <a:pt x="838" y="313"/>
                          </a:lnTo>
                          <a:lnTo>
                            <a:pt x="844" y="333"/>
                          </a:lnTo>
                          <a:lnTo>
                            <a:pt x="848" y="354"/>
                          </a:lnTo>
                          <a:lnTo>
                            <a:pt x="851" y="375"/>
                          </a:lnTo>
                          <a:lnTo>
                            <a:pt x="853" y="396"/>
                          </a:lnTo>
                          <a:lnTo>
                            <a:pt x="854" y="419"/>
                          </a:lnTo>
                          <a:lnTo>
                            <a:pt x="854" y="440"/>
                          </a:lnTo>
                          <a:lnTo>
                            <a:pt x="852" y="462"/>
                          </a:lnTo>
                          <a:lnTo>
                            <a:pt x="850" y="483"/>
                          </a:lnTo>
                          <a:lnTo>
                            <a:pt x="847" y="505"/>
                          </a:lnTo>
                          <a:lnTo>
                            <a:pt x="842" y="525"/>
                          </a:lnTo>
                          <a:lnTo>
                            <a:pt x="837" y="545"/>
                          </a:lnTo>
                          <a:lnTo>
                            <a:pt x="831" y="565"/>
                          </a:lnTo>
                          <a:lnTo>
                            <a:pt x="823" y="585"/>
                          </a:lnTo>
                          <a:lnTo>
                            <a:pt x="815" y="604"/>
                          </a:lnTo>
                          <a:lnTo>
                            <a:pt x="806" y="622"/>
                          </a:lnTo>
                          <a:lnTo>
                            <a:pt x="796" y="640"/>
                          </a:lnTo>
                          <a:lnTo>
                            <a:pt x="785" y="658"/>
                          </a:lnTo>
                          <a:lnTo>
                            <a:pt x="773" y="674"/>
                          </a:lnTo>
                          <a:lnTo>
                            <a:pt x="762" y="691"/>
                          </a:lnTo>
                          <a:lnTo>
                            <a:pt x="748" y="707"/>
                          </a:lnTo>
                          <a:lnTo>
                            <a:pt x="734" y="722"/>
                          </a:lnTo>
                          <a:lnTo>
                            <a:pt x="719" y="736"/>
                          </a:lnTo>
                          <a:lnTo>
                            <a:pt x="704" y="750"/>
                          </a:lnTo>
                          <a:lnTo>
                            <a:pt x="688" y="763"/>
                          </a:lnTo>
                          <a:lnTo>
                            <a:pt x="672" y="775"/>
                          </a:lnTo>
                          <a:lnTo>
                            <a:pt x="655" y="787"/>
                          </a:lnTo>
                          <a:lnTo>
                            <a:pt x="638" y="797"/>
                          </a:lnTo>
                          <a:lnTo>
                            <a:pt x="619" y="807"/>
                          </a:lnTo>
                          <a:lnTo>
                            <a:pt x="600" y="815"/>
                          </a:lnTo>
                          <a:lnTo>
                            <a:pt x="581" y="824"/>
                          </a:lnTo>
                          <a:lnTo>
                            <a:pt x="561" y="831"/>
                          </a:lnTo>
                          <a:lnTo>
                            <a:pt x="541" y="837"/>
                          </a:lnTo>
                          <a:lnTo>
                            <a:pt x="521" y="842"/>
                          </a:lnTo>
                          <a:lnTo>
                            <a:pt x="499" y="846"/>
                          </a:lnTo>
                          <a:lnTo>
                            <a:pt x="478" y="849"/>
                          </a:lnTo>
                          <a:lnTo>
                            <a:pt x="457" y="852"/>
                          </a:lnTo>
                          <a:lnTo>
                            <a:pt x="435" y="853"/>
                          </a:lnTo>
                          <a:lnTo>
                            <a:pt x="413" y="853"/>
                          </a:lnTo>
                          <a:lnTo>
                            <a:pt x="391" y="852"/>
                          </a:lnTo>
                          <a:lnTo>
                            <a:pt x="370" y="848"/>
                          </a:lnTo>
                          <a:lnTo>
                            <a:pt x="349" y="845"/>
                          </a:lnTo>
                          <a:lnTo>
                            <a:pt x="328" y="841"/>
                          </a:lnTo>
                          <a:lnTo>
                            <a:pt x="308" y="836"/>
                          </a:lnTo>
                          <a:lnTo>
                            <a:pt x="288" y="829"/>
                          </a:lnTo>
                          <a:lnTo>
                            <a:pt x="269" y="822"/>
                          </a:lnTo>
                          <a:lnTo>
                            <a:pt x="250" y="813"/>
                          </a:lnTo>
                          <a:lnTo>
                            <a:pt x="231" y="805"/>
                          </a:lnTo>
                          <a:lnTo>
                            <a:pt x="213" y="795"/>
                          </a:lnTo>
                          <a:lnTo>
                            <a:pt x="196" y="784"/>
                          </a:lnTo>
                          <a:lnTo>
                            <a:pt x="179" y="772"/>
                          </a:lnTo>
                          <a:lnTo>
                            <a:pt x="162" y="760"/>
                          </a:lnTo>
                          <a:lnTo>
                            <a:pt x="147" y="747"/>
                          </a:lnTo>
                          <a:lnTo>
                            <a:pt x="131" y="733"/>
                          </a:lnTo>
                          <a:lnTo>
                            <a:pt x="117" y="719"/>
                          </a:lnTo>
                          <a:lnTo>
                            <a:pt x="103" y="703"/>
                          </a:lnTo>
                          <a:lnTo>
                            <a:pt x="91" y="687"/>
                          </a:lnTo>
                          <a:lnTo>
                            <a:pt x="78" y="671"/>
                          </a:lnTo>
                          <a:lnTo>
                            <a:pt x="66" y="654"/>
                          </a:lnTo>
                          <a:lnTo>
                            <a:pt x="56" y="636"/>
                          </a:lnTo>
                          <a:lnTo>
                            <a:pt x="46" y="618"/>
                          </a:lnTo>
                          <a:lnTo>
                            <a:pt x="37" y="599"/>
                          </a:lnTo>
                          <a:lnTo>
                            <a:pt x="29" y="580"/>
                          </a:lnTo>
                          <a:lnTo>
                            <a:pt x="23" y="561"/>
                          </a:lnTo>
                          <a:lnTo>
                            <a:pt x="16" y="541"/>
                          </a:lnTo>
                          <a:lnTo>
                            <a:pt x="11" y="519"/>
                          </a:lnTo>
                          <a:lnTo>
                            <a:pt x="7" y="499"/>
                          </a:lnTo>
                          <a:lnTo>
                            <a:pt x="4" y="478"/>
                          </a:lnTo>
                          <a:lnTo>
                            <a:pt x="1" y="456"/>
                          </a:lnTo>
                          <a:lnTo>
                            <a:pt x="0" y="435"/>
                          </a:lnTo>
                          <a:lnTo>
                            <a:pt x="0" y="412"/>
                          </a:lnTo>
                          <a:lnTo>
                            <a:pt x="2" y="391"/>
                          </a:lnTo>
                          <a:lnTo>
                            <a:pt x="5" y="370"/>
                          </a:lnTo>
                          <a:lnTo>
                            <a:pt x="8" y="349"/>
                          </a:lnTo>
                          <a:lnTo>
                            <a:pt x="12" y="327"/>
                          </a:lnTo>
                          <a:lnTo>
                            <a:pt x="17" y="307"/>
                          </a:lnTo>
                          <a:lnTo>
                            <a:pt x="24" y="287"/>
                          </a:lnTo>
                          <a:lnTo>
                            <a:pt x="31" y="268"/>
                          </a:lnTo>
                          <a:lnTo>
                            <a:pt x="40" y="249"/>
                          </a:lnTo>
                          <a:lnTo>
                            <a:pt x="48" y="230"/>
                          </a:lnTo>
                          <a:lnTo>
                            <a:pt x="59" y="212"/>
                          </a:lnTo>
                          <a:lnTo>
                            <a:pt x="69" y="195"/>
                          </a:lnTo>
                          <a:lnTo>
                            <a:pt x="81" y="178"/>
                          </a:lnTo>
                          <a:lnTo>
                            <a:pt x="93" y="162"/>
                          </a:lnTo>
                          <a:lnTo>
                            <a:pt x="107" y="146"/>
                          </a:lnTo>
                          <a:lnTo>
                            <a:pt x="120" y="131"/>
                          </a:lnTo>
                          <a:lnTo>
                            <a:pt x="135" y="116"/>
                          </a:lnTo>
                          <a:lnTo>
                            <a:pt x="150" y="103"/>
                          </a:lnTo>
                          <a:lnTo>
                            <a:pt x="166" y="90"/>
                          </a:lnTo>
                          <a:lnTo>
                            <a:pt x="183" y="77"/>
                          </a:lnTo>
                          <a:lnTo>
                            <a:pt x="200" y="66"/>
                          </a:lnTo>
                          <a:lnTo>
                            <a:pt x="217" y="56"/>
                          </a:lnTo>
                          <a:lnTo>
                            <a:pt x="235" y="45"/>
                          </a:lnTo>
                          <a:lnTo>
                            <a:pt x="254" y="37"/>
                          </a:lnTo>
                          <a:lnTo>
                            <a:pt x="273" y="28"/>
                          </a:lnTo>
                          <a:lnTo>
                            <a:pt x="293" y="22"/>
                          </a:lnTo>
                          <a:lnTo>
                            <a:pt x="314" y="16"/>
                          </a:lnTo>
                          <a:lnTo>
                            <a:pt x="334" y="10"/>
                          </a:lnTo>
                          <a:lnTo>
                            <a:pt x="355" y="6"/>
                          </a:lnTo>
                          <a:lnTo>
                            <a:pt x="376" y="3"/>
                          </a:lnTo>
                          <a:lnTo>
                            <a:pt x="398" y="1"/>
                          </a:lnTo>
                          <a:lnTo>
                            <a:pt x="420" y="0"/>
                          </a:lnTo>
                          <a:close/>
                        </a:path>
                      </a:pathLst>
                    </a:custGeom>
                    <a:solidFill>
                      <a:srgbClr val="DC2B19"/>
                    </a:solidFill>
                    <a:ln>
                      <a:noFill/>
                    </a:ln>
                  </p:spPr>
                  <p:txBody>
                    <a:bodyPr/>
                    <a:lstStyle/>
                    <a:p>
                      <a:pPr>
                        <a:defRPr/>
                      </a:pPr>
                      <a:endParaRPr lang="en-US" sz="1050">
                        <a:latin typeface="+mj-lt"/>
                      </a:endParaRPr>
                    </a:p>
                  </p:txBody>
                </p:sp>
                <p:sp>
                  <p:nvSpPr>
                    <p:cNvPr id="41283" name="Freeform 749">
                      <a:extLst>
                        <a:ext uri="{FF2B5EF4-FFF2-40B4-BE49-F238E27FC236}">
                          <a16:creationId xmlns="" xmlns:a16="http://schemas.microsoft.com/office/drawing/2014/main" id="{2595AA39-9C17-F962-2467-4BB41F4BD866}"/>
                        </a:ext>
                      </a:extLst>
                    </p:cNvPr>
                    <p:cNvSpPr>
                      <a:spLocks/>
                    </p:cNvSpPr>
                    <p:nvPr/>
                  </p:nvSpPr>
                  <p:spPr bwMode="auto">
                    <a:xfrm>
                      <a:off x="3318" y="2038"/>
                      <a:ext cx="88" cy="84"/>
                    </a:xfrm>
                    <a:custGeom>
                      <a:avLst/>
                      <a:gdLst>
                        <a:gd name="T0" fmla="*/ 0 w 530"/>
                        <a:gd name="T1" fmla="*/ 0 h 514"/>
                        <a:gd name="T2" fmla="*/ 0 w 530"/>
                        <a:gd name="T3" fmla="*/ 0 h 514"/>
                        <a:gd name="T4" fmla="*/ 0 w 530"/>
                        <a:gd name="T5" fmla="*/ 0 h 514"/>
                        <a:gd name="T6" fmla="*/ 0 w 530"/>
                        <a:gd name="T7" fmla="*/ 0 h 514"/>
                        <a:gd name="T8" fmla="*/ 0 w 530"/>
                        <a:gd name="T9" fmla="*/ 0 h 514"/>
                        <a:gd name="T10" fmla="*/ 0 w 530"/>
                        <a:gd name="T11" fmla="*/ 0 h 514"/>
                        <a:gd name="T12" fmla="*/ 0 w 530"/>
                        <a:gd name="T13" fmla="*/ 0 h 514"/>
                        <a:gd name="T14" fmla="*/ 0 w 530"/>
                        <a:gd name="T15" fmla="*/ 0 h 514"/>
                        <a:gd name="T16" fmla="*/ 0 w 530"/>
                        <a:gd name="T17" fmla="*/ 0 h 514"/>
                        <a:gd name="T18" fmla="*/ 0 w 530"/>
                        <a:gd name="T19" fmla="*/ 0 h 514"/>
                        <a:gd name="T20" fmla="*/ 0 w 530"/>
                        <a:gd name="T21" fmla="*/ 0 h 514"/>
                        <a:gd name="T22" fmla="*/ 0 w 530"/>
                        <a:gd name="T23" fmla="*/ 0 h 514"/>
                        <a:gd name="T24" fmla="*/ 0 w 530"/>
                        <a:gd name="T25" fmla="*/ 0 h 514"/>
                        <a:gd name="T26" fmla="*/ 0 w 530"/>
                        <a:gd name="T27" fmla="*/ 0 h 514"/>
                        <a:gd name="T28" fmla="*/ 0 w 530"/>
                        <a:gd name="T29" fmla="*/ 0 h 514"/>
                        <a:gd name="T30" fmla="*/ 0 w 530"/>
                        <a:gd name="T31" fmla="*/ 0 h 514"/>
                        <a:gd name="T32" fmla="*/ 0 w 530"/>
                        <a:gd name="T33" fmla="*/ 0 h 514"/>
                        <a:gd name="T34" fmla="*/ 0 w 530"/>
                        <a:gd name="T35" fmla="*/ 0 h 514"/>
                        <a:gd name="T36" fmla="*/ 0 w 530"/>
                        <a:gd name="T37" fmla="*/ 0 h 514"/>
                        <a:gd name="T38" fmla="*/ 0 w 530"/>
                        <a:gd name="T39" fmla="*/ 0 h 514"/>
                        <a:gd name="T40" fmla="*/ 0 w 530"/>
                        <a:gd name="T41" fmla="*/ 0 h 514"/>
                        <a:gd name="T42" fmla="*/ 0 w 530"/>
                        <a:gd name="T43" fmla="*/ 0 h 514"/>
                        <a:gd name="T44" fmla="*/ 0 w 530"/>
                        <a:gd name="T45" fmla="*/ 0 h 514"/>
                        <a:gd name="T46" fmla="*/ 0 w 530"/>
                        <a:gd name="T47" fmla="*/ 0 h 514"/>
                        <a:gd name="T48" fmla="*/ 0 w 530"/>
                        <a:gd name="T49" fmla="*/ 0 h 514"/>
                        <a:gd name="T50" fmla="*/ 0 w 530"/>
                        <a:gd name="T51" fmla="*/ 0 h 514"/>
                        <a:gd name="T52" fmla="*/ 0 w 530"/>
                        <a:gd name="T53" fmla="*/ 0 h 514"/>
                        <a:gd name="T54" fmla="*/ 0 w 530"/>
                        <a:gd name="T55" fmla="*/ 0 h 514"/>
                        <a:gd name="T56" fmla="*/ 0 w 530"/>
                        <a:gd name="T57" fmla="*/ 0 h 514"/>
                        <a:gd name="T58" fmla="*/ 0 w 530"/>
                        <a:gd name="T59" fmla="*/ 0 h 514"/>
                        <a:gd name="T60" fmla="*/ 0 w 530"/>
                        <a:gd name="T61" fmla="*/ 0 h 514"/>
                        <a:gd name="T62" fmla="*/ 0 w 530"/>
                        <a:gd name="T63" fmla="*/ 0 h 514"/>
                        <a:gd name="T64" fmla="*/ 0 w 530"/>
                        <a:gd name="T65" fmla="*/ 0 h 514"/>
                        <a:gd name="T66" fmla="*/ 0 w 530"/>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4"/>
                        <a:gd name="T104" fmla="*/ 530 w 530"/>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4">
                          <a:moveTo>
                            <a:pt x="530" y="511"/>
                          </a:moveTo>
                          <a:lnTo>
                            <a:pt x="530" y="511"/>
                          </a:lnTo>
                          <a:lnTo>
                            <a:pt x="529" y="484"/>
                          </a:lnTo>
                          <a:lnTo>
                            <a:pt x="526" y="459"/>
                          </a:lnTo>
                          <a:lnTo>
                            <a:pt x="522" y="432"/>
                          </a:lnTo>
                          <a:lnTo>
                            <a:pt x="517" y="407"/>
                          </a:lnTo>
                          <a:lnTo>
                            <a:pt x="511" y="381"/>
                          </a:lnTo>
                          <a:lnTo>
                            <a:pt x="503" y="357"/>
                          </a:lnTo>
                          <a:lnTo>
                            <a:pt x="495" y="333"/>
                          </a:lnTo>
                          <a:lnTo>
                            <a:pt x="485" y="309"/>
                          </a:lnTo>
                          <a:lnTo>
                            <a:pt x="473" y="287"/>
                          </a:lnTo>
                          <a:lnTo>
                            <a:pt x="462" y="264"/>
                          </a:lnTo>
                          <a:lnTo>
                            <a:pt x="449" y="243"/>
                          </a:lnTo>
                          <a:lnTo>
                            <a:pt x="435" y="222"/>
                          </a:lnTo>
                          <a:lnTo>
                            <a:pt x="420" y="202"/>
                          </a:lnTo>
                          <a:lnTo>
                            <a:pt x="404" y="183"/>
                          </a:lnTo>
                          <a:lnTo>
                            <a:pt x="387" y="165"/>
                          </a:lnTo>
                          <a:lnTo>
                            <a:pt x="370" y="147"/>
                          </a:lnTo>
                          <a:lnTo>
                            <a:pt x="351" y="130"/>
                          </a:lnTo>
                          <a:lnTo>
                            <a:pt x="332" y="114"/>
                          </a:lnTo>
                          <a:lnTo>
                            <a:pt x="313" y="99"/>
                          </a:lnTo>
                          <a:lnTo>
                            <a:pt x="292" y="84"/>
                          </a:lnTo>
                          <a:lnTo>
                            <a:pt x="270" y="71"/>
                          </a:lnTo>
                          <a:lnTo>
                            <a:pt x="248" y="59"/>
                          </a:lnTo>
                          <a:lnTo>
                            <a:pt x="226" y="48"/>
                          </a:lnTo>
                          <a:lnTo>
                            <a:pt x="203" y="38"/>
                          </a:lnTo>
                          <a:lnTo>
                            <a:pt x="179" y="29"/>
                          </a:lnTo>
                          <a:lnTo>
                            <a:pt x="155" y="21"/>
                          </a:lnTo>
                          <a:lnTo>
                            <a:pt x="129" y="15"/>
                          </a:lnTo>
                          <a:lnTo>
                            <a:pt x="105" y="10"/>
                          </a:lnTo>
                          <a:lnTo>
                            <a:pt x="78" y="6"/>
                          </a:lnTo>
                          <a:lnTo>
                            <a:pt x="53" y="2"/>
                          </a:lnTo>
                          <a:lnTo>
                            <a:pt x="26" y="0"/>
                          </a:lnTo>
                          <a:lnTo>
                            <a:pt x="0" y="1"/>
                          </a:lnTo>
                          <a:lnTo>
                            <a:pt x="3" y="187"/>
                          </a:lnTo>
                          <a:lnTo>
                            <a:pt x="21" y="188"/>
                          </a:lnTo>
                          <a:lnTo>
                            <a:pt x="37" y="189"/>
                          </a:lnTo>
                          <a:lnTo>
                            <a:pt x="54" y="190"/>
                          </a:lnTo>
                          <a:lnTo>
                            <a:pt x="70" y="193"/>
                          </a:lnTo>
                          <a:lnTo>
                            <a:pt x="87" y="197"/>
                          </a:lnTo>
                          <a:lnTo>
                            <a:pt x="103" y="201"/>
                          </a:lnTo>
                          <a:lnTo>
                            <a:pt x="118" y="206"/>
                          </a:lnTo>
                          <a:lnTo>
                            <a:pt x="133" y="211"/>
                          </a:lnTo>
                          <a:lnTo>
                            <a:pt x="147" y="218"/>
                          </a:lnTo>
                          <a:lnTo>
                            <a:pt x="162" y="225"/>
                          </a:lnTo>
                          <a:lnTo>
                            <a:pt x="177" y="233"/>
                          </a:lnTo>
                          <a:lnTo>
                            <a:pt x="190" y="241"/>
                          </a:lnTo>
                          <a:lnTo>
                            <a:pt x="204" y="250"/>
                          </a:lnTo>
                          <a:lnTo>
                            <a:pt x="216" y="260"/>
                          </a:lnTo>
                          <a:lnTo>
                            <a:pt x="229" y="270"/>
                          </a:lnTo>
                          <a:lnTo>
                            <a:pt x="241" y="281"/>
                          </a:lnTo>
                          <a:lnTo>
                            <a:pt x="251" y="292"/>
                          </a:lnTo>
                          <a:lnTo>
                            <a:pt x="262" y="304"/>
                          </a:lnTo>
                          <a:lnTo>
                            <a:pt x="273" y="316"/>
                          </a:lnTo>
                          <a:lnTo>
                            <a:pt x="282" y="329"/>
                          </a:lnTo>
                          <a:lnTo>
                            <a:pt x="291" y="343"/>
                          </a:lnTo>
                          <a:lnTo>
                            <a:pt x="299" y="357"/>
                          </a:lnTo>
                          <a:lnTo>
                            <a:pt x="307" y="371"/>
                          </a:lnTo>
                          <a:lnTo>
                            <a:pt x="314" y="385"/>
                          </a:lnTo>
                          <a:lnTo>
                            <a:pt x="320" y="400"/>
                          </a:lnTo>
                          <a:lnTo>
                            <a:pt x="326" y="416"/>
                          </a:lnTo>
                          <a:lnTo>
                            <a:pt x="330" y="431"/>
                          </a:lnTo>
                          <a:lnTo>
                            <a:pt x="334" y="448"/>
                          </a:lnTo>
                          <a:lnTo>
                            <a:pt x="337" y="464"/>
                          </a:lnTo>
                          <a:lnTo>
                            <a:pt x="340" y="480"/>
                          </a:lnTo>
                          <a:lnTo>
                            <a:pt x="342" y="497"/>
                          </a:lnTo>
                          <a:lnTo>
                            <a:pt x="343" y="514"/>
                          </a:lnTo>
                          <a:lnTo>
                            <a:pt x="530" y="511"/>
                          </a:lnTo>
                          <a:close/>
                        </a:path>
                      </a:pathLst>
                    </a:custGeom>
                    <a:solidFill>
                      <a:srgbClr val="EF2B2F"/>
                    </a:solidFill>
                    <a:ln>
                      <a:noFill/>
                    </a:ln>
                  </p:spPr>
                  <p:txBody>
                    <a:bodyPr/>
                    <a:lstStyle/>
                    <a:p>
                      <a:pPr>
                        <a:defRPr/>
                      </a:pPr>
                      <a:endParaRPr lang="en-US" sz="1050">
                        <a:latin typeface="+mj-lt"/>
                      </a:endParaRPr>
                    </a:p>
                  </p:txBody>
                </p:sp>
                <p:sp>
                  <p:nvSpPr>
                    <p:cNvPr id="41284" name="Freeform 750">
                      <a:extLst>
                        <a:ext uri="{FF2B5EF4-FFF2-40B4-BE49-F238E27FC236}">
                          <a16:creationId xmlns="" xmlns:a16="http://schemas.microsoft.com/office/drawing/2014/main" id="{A9594DE6-8AF3-5200-1A33-CB2CA4558595}"/>
                        </a:ext>
                      </a:extLst>
                    </p:cNvPr>
                    <p:cNvSpPr>
                      <a:spLocks/>
                    </p:cNvSpPr>
                    <p:nvPr/>
                  </p:nvSpPr>
                  <p:spPr bwMode="auto">
                    <a:xfrm>
                      <a:off x="3318" y="2122"/>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3" y="529"/>
                          </a:moveTo>
                          <a:lnTo>
                            <a:pt x="3" y="529"/>
                          </a:lnTo>
                          <a:lnTo>
                            <a:pt x="29" y="528"/>
                          </a:lnTo>
                          <a:lnTo>
                            <a:pt x="56" y="526"/>
                          </a:lnTo>
                          <a:lnTo>
                            <a:pt x="81" y="522"/>
                          </a:lnTo>
                          <a:lnTo>
                            <a:pt x="107" y="516"/>
                          </a:lnTo>
                          <a:lnTo>
                            <a:pt x="132" y="510"/>
                          </a:lnTo>
                          <a:lnTo>
                            <a:pt x="157" y="502"/>
                          </a:lnTo>
                          <a:lnTo>
                            <a:pt x="181" y="494"/>
                          </a:lnTo>
                          <a:lnTo>
                            <a:pt x="205" y="484"/>
                          </a:lnTo>
                          <a:lnTo>
                            <a:pt x="227" y="474"/>
                          </a:lnTo>
                          <a:lnTo>
                            <a:pt x="249" y="461"/>
                          </a:lnTo>
                          <a:lnTo>
                            <a:pt x="271" y="448"/>
                          </a:lnTo>
                          <a:lnTo>
                            <a:pt x="292" y="435"/>
                          </a:lnTo>
                          <a:lnTo>
                            <a:pt x="312" y="420"/>
                          </a:lnTo>
                          <a:lnTo>
                            <a:pt x="331" y="404"/>
                          </a:lnTo>
                          <a:lnTo>
                            <a:pt x="350" y="388"/>
                          </a:lnTo>
                          <a:lnTo>
                            <a:pt x="368" y="370"/>
                          </a:lnTo>
                          <a:lnTo>
                            <a:pt x="384" y="352"/>
                          </a:lnTo>
                          <a:lnTo>
                            <a:pt x="400" y="333"/>
                          </a:lnTo>
                          <a:lnTo>
                            <a:pt x="416" y="313"/>
                          </a:lnTo>
                          <a:lnTo>
                            <a:pt x="430" y="291"/>
                          </a:lnTo>
                          <a:lnTo>
                            <a:pt x="442" y="271"/>
                          </a:lnTo>
                          <a:lnTo>
                            <a:pt x="455" y="249"/>
                          </a:lnTo>
                          <a:lnTo>
                            <a:pt x="466" y="226"/>
                          </a:lnTo>
                          <a:lnTo>
                            <a:pt x="476" y="202"/>
                          </a:lnTo>
                          <a:lnTo>
                            <a:pt x="485" y="179"/>
                          </a:lnTo>
                          <a:lnTo>
                            <a:pt x="492" y="154"/>
                          </a:lnTo>
                          <a:lnTo>
                            <a:pt x="500" y="130"/>
                          </a:lnTo>
                          <a:lnTo>
                            <a:pt x="505" y="105"/>
                          </a:lnTo>
                          <a:lnTo>
                            <a:pt x="508" y="79"/>
                          </a:lnTo>
                          <a:lnTo>
                            <a:pt x="512" y="53"/>
                          </a:lnTo>
                          <a:lnTo>
                            <a:pt x="514" y="26"/>
                          </a:lnTo>
                          <a:lnTo>
                            <a:pt x="514" y="0"/>
                          </a:lnTo>
                          <a:lnTo>
                            <a:pt x="327" y="3"/>
                          </a:lnTo>
                          <a:lnTo>
                            <a:pt x="326" y="21"/>
                          </a:lnTo>
                          <a:lnTo>
                            <a:pt x="326" y="38"/>
                          </a:lnTo>
                          <a:lnTo>
                            <a:pt x="324" y="54"/>
                          </a:lnTo>
                          <a:lnTo>
                            <a:pt x="321" y="71"/>
                          </a:lnTo>
                          <a:lnTo>
                            <a:pt x="317" y="87"/>
                          </a:lnTo>
                          <a:lnTo>
                            <a:pt x="313" y="102"/>
                          </a:lnTo>
                          <a:lnTo>
                            <a:pt x="309" y="118"/>
                          </a:lnTo>
                          <a:lnTo>
                            <a:pt x="302" y="133"/>
                          </a:lnTo>
                          <a:lnTo>
                            <a:pt x="296" y="148"/>
                          </a:lnTo>
                          <a:lnTo>
                            <a:pt x="288" y="162"/>
                          </a:lnTo>
                          <a:lnTo>
                            <a:pt x="281" y="177"/>
                          </a:lnTo>
                          <a:lnTo>
                            <a:pt x="273" y="191"/>
                          </a:lnTo>
                          <a:lnTo>
                            <a:pt x="264" y="203"/>
                          </a:lnTo>
                          <a:lnTo>
                            <a:pt x="254" y="216"/>
                          </a:lnTo>
                          <a:lnTo>
                            <a:pt x="244" y="229"/>
                          </a:lnTo>
                          <a:lnTo>
                            <a:pt x="233" y="240"/>
                          </a:lnTo>
                          <a:lnTo>
                            <a:pt x="222" y="251"/>
                          </a:lnTo>
                          <a:lnTo>
                            <a:pt x="210" y="262"/>
                          </a:lnTo>
                          <a:lnTo>
                            <a:pt x="197" y="272"/>
                          </a:lnTo>
                          <a:lnTo>
                            <a:pt x="184" y="282"/>
                          </a:lnTo>
                          <a:lnTo>
                            <a:pt x="171" y="290"/>
                          </a:lnTo>
                          <a:lnTo>
                            <a:pt x="157" y="299"/>
                          </a:lnTo>
                          <a:lnTo>
                            <a:pt x="143" y="307"/>
                          </a:lnTo>
                          <a:lnTo>
                            <a:pt x="128" y="314"/>
                          </a:lnTo>
                          <a:lnTo>
                            <a:pt x="113" y="320"/>
                          </a:lnTo>
                          <a:lnTo>
                            <a:pt x="98" y="325"/>
                          </a:lnTo>
                          <a:lnTo>
                            <a:pt x="82" y="331"/>
                          </a:lnTo>
                          <a:lnTo>
                            <a:pt x="67" y="334"/>
                          </a:lnTo>
                          <a:lnTo>
                            <a:pt x="50" y="337"/>
                          </a:lnTo>
                          <a:lnTo>
                            <a:pt x="34" y="340"/>
                          </a:lnTo>
                          <a:lnTo>
                            <a:pt x="17" y="341"/>
                          </a:lnTo>
                          <a:lnTo>
                            <a:pt x="0" y="342"/>
                          </a:lnTo>
                          <a:lnTo>
                            <a:pt x="3" y="529"/>
                          </a:lnTo>
                          <a:close/>
                        </a:path>
                      </a:pathLst>
                    </a:custGeom>
                    <a:solidFill>
                      <a:srgbClr val="EF2B2F"/>
                    </a:solidFill>
                    <a:ln>
                      <a:noFill/>
                    </a:ln>
                  </p:spPr>
                  <p:txBody>
                    <a:bodyPr/>
                    <a:lstStyle/>
                    <a:p>
                      <a:pPr>
                        <a:defRPr/>
                      </a:pPr>
                      <a:endParaRPr lang="en-US" sz="1050">
                        <a:latin typeface="+mj-lt"/>
                      </a:endParaRPr>
                    </a:p>
                  </p:txBody>
                </p:sp>
                <p:sp>
                  <p:nvSpPr>
                    <p:cNvPr id="41285" name="Freeform 751">
                      <a:extLst>
                        <a:ext uri="{FF2B5EF4-FFF2-40B4-BE49-F238E27FC236}">
                          <a16:creationId xmlns="" xmlns:a16="http://schemas.microsoft.com/office/drawing/2014/main" id="{7C25E645-279B-135B-0686-9E0A5B732E90}"/>
                        </a:ext>
                      </a:extLst>
                    </p:cNvPr>
                    <p:cNvSpPr>
                      <a:spLocks/>
                    </p:cNvSpPr>
                    <p:nvPr/>
                  </p:nvSpPr>
                  <p:spPr bwMode="auto">
                    <a:xfrm>
                      <a:off x="3230" y="2126"/>
                      <a:ext cx="88" cy="84"/>
                    </a:xfrm>
                    <a:custGeom>
                      <a:avLst/>
                      <a:gdLst>
                        <a:gd name="T0" fmla="*/ 0 w 530"/>
                        <a:gd name="T1" fmla="*/ 0 h 514"/>
                        <a:gd name="T2" fmla="*/ 0 w 530"/>
                        <a:gd name="T3" fmla="*/ 0 h 514"/>
                        <a:gd name="T4" fmla="*/ 0 w 530"/>
                        <a:gd name="T5" fmla="*/ 0 h 514"/>
                        <a:gd name="T6" fmla="*/ 0 w 530"/>
                        <a:gd name="T7" fmla="*/ 0 h 514"/>
                        <a:gd name="T8" fmla="*/ 0 w 530"/>
                        <a:gd name="T9" fmla="*/ 0 h 514"/>
                        <a:gd name="T10" fmla="*/ 0 w 530"/>
                        <a:gd name="T11" fmla="*/ 0 h 514"/>
                        <a:gd name="T12" fmla="*/ 0 w 530"/>
                        <a:gd name="T13" fmla="*/ 0 h 514"/>
                        <a:gd name="T14" fmla="*/ 0 w 530"/>
                        <a:gd name="T15" fmla="*/ 0 h 514"/>
                        <a:gd name="T16" fmla="*/ 0 w 530"/>
                        <a:gd name="T17" fmla="*/ 0 h 514"/>
                        <a:gd name="T18" fmla="*/ 0 w 530"/>
                        <a:gd name="T19" fmla="*/ 0 h 514"/>
                        <a:gd name="T20" fmla="*/ 0 w 530"/>
                        <a:gd name="T21" fmla="*/ 0 h 514"/>
                        <a:gd name="T22" fmla="*/ 0 w 530"/>
                        <a:gd name="T23" fmla="*/ 0 h 514"/>
                        <a:gd name="T24" fmla="*/ 0 w 530"/>
                        <a:gd name="T25" fmla="*/ 0 h 514"/>
                        <a:gd name="T26" fmla="*/ 0 w 530"/>
                        <a:gd name="T27" fmla="*/ 0 h 514"/>
                        <a:gd name="T28" fmla="*/ 0 w 530"/>
                        <a:gd name="T29" fmla="*/ 0 h 514"/>
                        <a:gd name="T30" fmla="*/ 0 w 530"/>
                        <a:gd name="T31" fmla="*/ 0 h 514"/>
                        <a:gd name="T32" fmla="*/ 0 w 530"/>
                        <a:gd name="T33" fmla="*/ 0 h 514"/>
                        <a:gd name="T34" fmla="*/ 0 w 530"/>
                        <a:gd name="T35" fmla="*/ 0 h 514"/>
                        <a:gd name="T36" fmla="*/ 0 w 530"/>
                        <a:gd name="T37" fmla="*/ 0 h 514"/>
                        <a:gd name="T38" fmla="*/ 0 w 530"/>
                        <a:gd name="T39" fmla="*/ 0 h 514"/>
                        <a:gd name="T40" fmla="*/ 0 w 530"/>
                        <a:gd name="T41" fmla="*/ 0 h 514"/>
                        <a:gd name="T42" fmla="*/ 0 w 530"/>
                        <a:gd name="T43" fmla="*/ 0 h 514"/>
                        <a:gd name="T44" fmla="*/ 0 w 530"/>
                        <a:gd name="T45" fmla="*/ 0 h 514"/>
                        <a:gd name="T46" fmla="*/ 0 w 530"/>
                        <a:gd name="T47" fmla="*/ 0 h 514"/>
                        <a:gd name="T48" fmla="*/ 0 w 530"/>
                        <a:gd name="T49" fmla="*/ 0 h 514"/>
                        <a:gd name="T50" fmla="*/ 0 w 530"/>
                        <a:gd name="T51" fmla="*/ 0 h 514"/>
                        <a:gd name="T52" fmla="*/ 0 w 530"/>
                        <a:gd name="T53" fmla="*/ 0 h 514"/>
                        <a:gd name="T54" fmla="*/ 0 w 530"/>
                        <a:gd name="T55" fmla="*/ 0 h 514"/>
                        <a:gd name="T56" fmla="*/ 0 w 530"/>
                        <a:gd name="T57" fmla="*/ 0 h 514"/>
                        <a:gd name="T58" fmla="*/ 0 w 530"/>
                        <a:gd name="T59" fmla="*/ 0 h 514"/>
                        <a:gd name="T60" fmla="*/ 0 w 530"/>
                        <a:gd name="T61" fmla="*/ 0 h 514"/>
                        <a:gd name="T62" fmla="*/ 0 w 530"/>
                        <a:gd name="T63" fmla="*/ 0 h 514"/>
                        <a:gd name="T64" fmla="*/ 0 w 530"/>
                        <a:gd name="T65" fmla="*/ 0 h 514"/>
                        <a:gd name="T66" fmla="*/ 0 w 530"/>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4"/>
                        <a:gd name="T104" fmla="*/ 530 w 530"/>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4">
                          <a:moveTo>
                            <a:pt x="0" y="4"/>
                          </a:moveTo>
                          <a:lnTo>
                            <a:pt x="0" y="4"/>
                          </a:lnTo>
                          <a:lnTo>
                            <a:pt x="1" y="30"/>
                          </a:lnTo>
                          <a:lnTo>
                            <a:pt x="3" y="57"/>
                          </a:lnTo>
                          <a:lnTo>
                            <a:pt x="7" y="82"/>
                          </a:lnTo>
                          <a:lnTo>
                            <a:pt x="13" y="109"/>
                          </a:lnTo>
                          <a:lnTo>
                            <a:pt x="19" y="133"/>
                          </a:lnTo>
                          <a:lnTo>
                            <a:pt x="26" y="157"/>
                          </a:lnTo>
                          <a:lnTo>
                            <a:pt x="35" y="182"/>
                          </a:lnTo>
                          <a:lnTo>
                            <a:pt x="44" y="205"/>
                          </a:lnTo>
                          <a:lnTo>
                            <a:pt x="56" y="228"/>
                          </a:lnTo>
                          <a:lnTo>
                            <a:pt x="68" y="250"/>
                          </a:lnTo>
                          <a:lnTo>
                            <a:pt x="81" y="272"/>
                          </a:lnTo>
                          <a:lnTo>
                            <a:pt x="94" y="292"/>
                          </a:lnTo>
                          <a:lnTo>
                            <a:pt x="109" y="312"/>
                          </a:lnTo>
                          <a:lnTo>
                            <a:pt x="125" y="331"/>
                          </a:lnTo>
                          <a:lnTo>
                            <a:pt x="142" y="351"/>
                          </a:lnTo>
                          <a:lnTo>
                            <a:pt x="159" y="369"/>
                          </a:lnTo>
                          <a:lnTo>
                            <a:pt x="177" y="386"/>
                          </a:lnTo>
                          <a:lnTo>
                            <a:pt x="197" y="402"/>
                          </a:lnTo>
                          <a:lnTo>
                            <a:pt x="217" y="416"/>
                          </a:lnTo>
                          <a:lnTo>
                            <a:pt x="238" y="430"/>
                          </a:lnTo>
                          <a:lnTo>
                            <a:pt x="259" y="444"/>
                          </a:lnTo>
                          <a:lnTo>
                            <a:pt x="281" y="456"/>
                          </a:lnTo>
                          <a:lnTo>
                            <a:pt x="304" y="466"/>
                          </a:lnTo>
                          <a:lnTo>
                            <a:pt x="327" y="477"/>
                          </a:lnTo>
                          <a:lnTo>
                            <a:pt x="350" y="485"/>
                          </a:lnTo>
                          <a:lnTo>
                            <a:pt x="375" y="494"/>
                          </a:lnTo>
                          <a:lnTo>
                            <a:pt x="400" y="500"/>
                          </a:lnTo>
                          <a:lnTo>
                            <a:pt x="426" y="505"/>
                          </a:lnTo>
                          <a:lnTo>
                            <a:pt x="451" y="510"/>
                          </a:lnTo>
                          <a:lnTo>
                            <a:pt x="477" y="513"/>
                          </a:lnTo>
                          <a:lnTo>
                            <a:pt x="503" y="514"/>
                          </a:lnTo>
                          <a:lnTo>
                            <a:pt x="530" y="514"/>
                          </a:lnTo>
                          <a:lnTo>
                            <a:pt x="527" y="327"/>
                          </a:lnTo>
                          <a:lnTo>
                            <a:pt x="509" y="327"/>
                          </a:lnTo>
                          <a:lnTo>
                            <a:pt x="493" y="326"/>
                          </a:lnTo>
                          <a:lnTo>
                            <a:pt x="476" y="324"/>
                          </a:lnTo>
                          <a:lnTo>
                            <a:pt x="459" y="322"/>
                          </a:lnTo>
                          <a:lnTo>
                            <a:pt x="443" y="318"/>
                          </a:lnTo>
                          <a:lnTo>
                            <a:pt x="427" y="315"/>
                          </a:lnTo>
                          <a:lnTo>
                            <a:pt x="412" y="309"/>
                          </a:lnTo>
                          <a:lnTo>
                            <a:pt x="396" y="303"/>
                          </a:lnTo>
                          <a:lnTo>
                            <a:pt x="381" y="298"/>
                          </a:lnTo>
                          <a:lnTo>
                            <a:pt x="367" y="290"/>
                          </a:lnTo>
                          <a:lnTo>
                            <a:pt x="354" y="282"/>
                          </a:lnTo>
                          <a:lnTo>
                            <a:pt x="340" y="274"/>
                          </a:lnTo>
                          <a:lnTo>
                            <a:pt x="326" y="265"/>
                          </a:lnTo>
                          <a:lnTo>
                            <a:pt x="313" y="255"/>
                          </a:lnTo>
                          <a:lnTo>
                            <a:pt x="301" y="244"/>
                          </a:lnTo>
                          <a:lnTo>
                            <a:pt x="289" y="234"/>
                          </a:lnTo>
                          <a:lnTo>
                            <a:pt x="278" y="222"/>
                          </a:lnTo>
                          <a:lnTo>
                            <a:pt x="267" y="211"/>
                          </a:lnTo>
                          <a:lnTo>
                            <a:pt x="257" y="198"/>
                          </a:lnTo>
                          <a:lnTo>
                            <a:pt x="247" y="185"/>
                          </a:lnTo>
                          <a:lnTo>
                            <a:pt x="239" y="171"/>
                          </a:lnTo>
                          <a:lnTo>
                            <a:pt x="230" y="159"/>
                          </a:lnTo>
                          <a:lnTo>
                            <a:pt x="223" y="144"/>
                          </a:lnTo>
                          <a:lnTo>
                            <a:pt x="215" y="129"/>
                          </a:lnTo>
                          <a:lnTo>
                            <a:pt x="209" y="114"/>
                          </a:lnTo>
                          <a:lnTo>
                            <a:pt x="204" y="99"/>
                          </a:lnTo>
                          <a:lnTo>
                            <a:pt x="200" y="83"/>
                          </a:lnTo>
                          <a:lnTo>
                            <a:pt x="195" y="67"/>
                          </a:lnTo>
                          <a:lnTo>
                            <a:pt x="192" y="51"/>
                          </a:lnTo>
                          <a:lnTo>
                            <a:pt x="190" y="34"/>
                          </a:lnTo>
                          <a:lnTo>
                            <a:pt x="188" y="17"/>
                          </a:lnTo>
                          <a:lnTo>
                            <a:pt x="187" y="0"/>
                          </a:lnTo>
                          <a:lnTo>
                            <a:pt x="0" y="4"/>
                          </a:lnTo>
                          <a:close/>
                        </a:path>
                      </a:pathLst>
                    </a:custGeom>
                    <a:solidFill>
                      <a:srgbClr val="EF2B2F"/>
                    </a:solidFill>
                    <a:ln>
                      <a:noFill/>
                    </a:ln>
                  </p:spPr>
                  <p:txBody>
                    <a:bodyPr/>
                    <a:lstStyle/>
                    <a:p>
                      <a:pPr>
                        <a:defRPr/>
                      </a:pPr>
                      <a:endParaRPr lang="en-US" sz="1050">
                        <a:latin typeface="+mj-lt"/>
                      </a:endParaRPr>
                    </a:p>
                  </p:txBody>
                </p:sp>
                <p:sp>
                  <p:nvSpPr>
                    <p:cNvPr id="41286" name="Freeform 752">
                      <a:extLst>
                        <a:ext uri="{FF2B5EF4-FFF2-40B4-BE49-F238E27FC236}">
                          <a16:creationId xmlns="" xmlns:a16="http://schemas.microsoft.com/office/drawing/2014/main" id="{02637ACC-3C32-AC1F-D382-918C18B38A46}"/>
                        </a:ext>
                      </a:extLst>
                    </p:cNvPr>
                    <p:cNvSpPr>
                      <a:spLocks/>
                    </p:cNvSpPr>
                    <p:nvPr/>
                  </p:nvSpPr>
                  <p:spPr bwMode="auto">
                    <a:xfrm>
                      <a:off x="3230" y="2038"/>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4" y="0"/>
                          </a:lnTo>
                          <a:lnTo>
                            <a:pt x="458" y="4"/>
                          </a:lnTo>
                          <a:lnTo>
                            <a:pt x="432" y="7"/>
                          </a:lnTo>
                          <a:lnTo>
                            <a:pt x="407" y="12"/>
                          </a:lnTo>
                          <a:lnTo>
                            <a:pt x="381" y="18"/>
                          </a:lnTo>
                          <a:lnTo>
                            <a:pt x="357" y="26"/>
                          </a:lnTo>
                          <a:lnTo>
                            <a:pt x="332" y="34"/>
                          </a:lnTo>
                          <a:lnTo>
                            <a:pt x="309" y="45"/>
                          </a:lnTo>
                          <a:lnTo>
                            <a:pt x="287" y="55"/>
                          </a:lnTo>
                          <a:lnTo>
                            <a:pt x="264" y="67"/>
                          </a:lnTo>
                          <a:lnTo>
                            <a:pt x="242" y="80"/>
                          </a:lnTo>
                          <a:lnTo>
                            <a:pt x="222" y="94"/>
                          </a:lnTo>
                          <a:lnTo>
                            <a:pt x="202" y="109"/>
                          </a:lnTo>
                          <a:lnTo>
                            <a:pt x="183" y="124"/>
                          </a:lnTo>
                          <a:lnTo>
                            <a:pt x="163" y="141"/>
                          </a:lnTo>
                          <a:lnTo>
                            <a:pt x="146" y="159"/>
                          </a:lnTo>
                          <a:lnTo>
                            <a:pt x="129" y="177"/>
                          </a:lnTo>
                          <a:lnTo>
                            <a:pt x="113" y="197"/>
                          </a:lnTo>
                          <a:lnTo>
                            <a:pt x="98" y="217"/>
                          </a:lnTo>
                          <a:lnTo>
                            <a:pt x="84" y="237"/>
                          </a:lnTo>
                          <a:lnTo>
                            <a:pt x="70" y="258"/>
                          </a:lnTo>
                          <a:lnTo>
                            <a:pt x="58" y="280"/>
                          </a:lnTo>
                          <a:lnTo>
                            <a:pt x="48" y="303"/>
                          </a:lnTo>
                          <a:lnTo>
                            <a:pt x="37" y="326"/>
                          </a:lnTo>
                          <a:lnTo>
                            <a:pt x="29" y="350"/>
                          </a:lnTo>
                          <a:lnTo>
                            <a:pt x="21" y="375"/>
                          </a:lnTo>
                          <a:lnTo>
                            <a:pt x="14" y="399"/>
                          </a:lnTo>
                          <a:lnTo>
                            <a:pt x="8" y="425"/>
                          </a:lnTo>
                          <a:lnTo>
                            <a:pt x="5" y="450"/>
                          </a:lnTo>
                          <a:lnTo>
                            <a:pt x="2" y="476"/>
                          </a:lnTo>
                          <a:lnTo>
                            <a:pt x="0" y="502"/>
                          </a:lnTo>
                          <a:lnTo>
                            <a:pt x="0" y="529"/>
                          </a:lnTo>
                          <a:lnTo>
                            <a:pt x="187" y="525"/>
                          </a:lnTo>
                          <a:lnTo>
                            <a:pt x="188" y="509"/>
                          </a:lnTo>
                          <a:lnTo>
                            <a:pt x="188" y="492"/>
                          </a:lnTo>
                          <a:lnTo>
                            <a:pt x="190" y="475"/>
                          </a:lnTo>
                          <a:lnTo>
                            <a:pt x="192" y="459"/>
                          </a:lnTo>
                          <a:lnTo>
                            <a:pt x="196" y="443"/>
                          </a:lnTo>
                          <a:lnTo>
                            <a:pt x="201" y="427"/>
                          </a:lnTo>
                          <a:lnTo>
                            <a:pt x="205" y="411"/>
                          </a:lnTo>
                          <a:lnTo>
                            <a:pt x="211" y="396"/>
                          </a:lnTo>
                          <a:lnTo>
                            <a:pt x="218" y="381"/>
                          </a:lnTo>
                          <a:lnTo>
                            <a:pt x="225" y="366"/>
                          </a:lnTo>
                          <a:lnTo>
                            <a:pt x="232" y="353"/>
                          </a:lnTo>
                          <a:lnTo>
                            <a:pt x="241" y="339"/>
                          </a:lnTo>
                          <a:lnTo>
                            <a:pt x="249" y="325"/>
                          </a:lnTo>
                          <a:lnTo>
                            <a:pt x="259" y="312"/>
                          </a:lnTo>
                          <a:lnTo>
                            <a:pt x="270" y="301"/>
                          </a:lnTo>
                          <a:lnTo>
                            <a:pt x="280" y="289"/>
                          </a:lnTo>
                          <a:lnTo>
                            <a:pt x="292" y="277"/>
                          </a:lnTo>
                          <a:lnTo>
                            <a:pt x="304" y="267"/>
                          </a:lnTo>
                          <a:lnTo>
                            <a:pt x="316" y="257"/>
                          </a:lnTo>
                          <a:lnTo>
                            <a:pt x="329" y="246"/>
                          </a:lnTo>
                          <a:lnTo>
                            <a:pt x="343" y="238"/>
                          </a:lnTo>
                          <a:lnTo>
                            <a:pt x="357" y="229"/>
                          </a:lnTo>
                          <a:lnTo>
                            <a:pt x="371" y="222"/>
                          </a:lnTo>
                          <a:lnTo>
                            <a:pt x="385" y="215"/>
                          </a:lnTo>
                          <a:lnTo>
                            <a:pt x="400" y="208"/>
                          </a:lnTo>
                          <a:lnTo>
                            <a:pt x="415" y="204"/>
                          </a:lnTo>
                          <a:lnTo>
                            <a:pt x="431" y="199"/>
                          </a:lnTo>
                          <a:lnTo>
                            <a:pt x="447" y="194"/>
                          </a:lnTo>
                          <a:lnTo>
                            <a:pt x="463" y="191"/>
                          </a:lnTo>
                          <a:lnTo>
                            <a:pt x="480" y="189"/>
                          </a:lnTo>
                          <a:lnTo>
                            <a:pt x="497" y="187"/>
                          </a:lnTo>
                          <a:lnTo>
                            <a:pt x="514" y="186"/>
                          </a:lnTo>
                          <a:lnTo>
                            <a:pt x="511" y="0"/>
                          </a:lnTo>
                          <a:close/>
                        </a:path>
                      </a:pathLst>
                    </a:custGeom>
                    <a:solidFill>
                      <a:srgbClr val="EF2B2F"/>
                    </a:solidFill>
                    <a:ln>
                      <a:noFill/>
                    </a:ln>
                  </p:spPr>
                  <p:txBody>
                    <a:bodyPr/>
                    <a:lstStyle/>
                    <a:p>
                      <a:pPr>
                        <a:defRPr/>
                      </a:pPr>
                      <a:endParaRPr lang="en-US" sz="1050">
                        <a:latin typeface="+mj-lt"/>
                      </a:endParaRPr>
                    </a:p>
                  </p:txBody>
                </p:sp>
                <p:sp>
                  <p:nvSpPr>
                    <p:cNvPr id="41287" name="Freeform 753">
                      <a:extLst>
                        <a:ext uri="{FF2B5EF4-FFF2-40B4-BE49-F238E27FC236}">
                          <a16:creationId xmlns="" xmlns:a16="http://schemas.microsoft.com/office/drawing/2014/main" id="{E5D07EA9-97CA-0601-87B1-4DAA3A880FC3}"/>
                        </a:ext>
                      </a:extLst>
                    </p:cNvPr>
                    <p:cNvSpPr>
                      <a:spLocks/>
                    </p:cNvSpPr>
                    <p:nvPr/>
                  </p:nvSpPr>
                  <p:spPr bwMode="auto">
                    <a:xfrm>
                      <a:off x="3459" y="2294"/>
                      <a:ext cx="141" cy="140"/>
                    </a:xfrm>
                    <a:custGeom>
                      <a:avLst/>
                      <a:gdLst>
                        <a:gd name="T0" fmla="*/ 0 w 854"/>
                        <a:gd name="T1" fmla="*/ 0 h 853"/>
                        <a:gd name="T2" fmla="*/ 0 w 854"/>
                        <a:gd name="T3" fmla="*/ 0 h 853"/>
                        <a:gd name="T4" fmla="*/ 0 w 854"/>
                        <a:gd name="T5" fmla="*/ 0 h 853"/>
                        <a:gd name="T6" fmla="*/ 0 w 854"/>
                        <a:gd name="T7" fmla="*/ 0 h 853"/>
                        <a:gd name="T8" fmla="*/ 0 w 854"/>
                        <a:gd name="T9" fmla="*/ 0 h 853"/>
                        <a:gd name="T10" fmla="*/ 0 w 854"/>
                        <a:gd name="T11" fmla="*/ 0 h 853"/>
                        <a:gd name="T12" fmla="*/ 0 w 854"/>
                        <a:gd name="T13" fmla="*/ 0 h 853"/>
                        <a:gd name="T14" fmla="*/ 0 w 854"/>
                        <a:gd name="T15" fmla="*/ 0 h 853"/>
                        <a:gd name="T16" fmla="*/ 0 w 854"/>
                        <a:gd name="T17" fmla="*/ 0 h 853"/>
                        <a:gd name="T18" fmla="*/ 0 w 854"/>
                        <a:gd name="T19" fmla="*/ 0 h 853"/>
                        <a:gd name="T20" fmla="*/ 0 w 854"/>
                        <a:gd name="T21" fmla="*/ 0 h 853"/>
                        <a:gd name="T22" fmla="*/ 0 w 854"/>
                        <a:gd name="T23" fmla="*/ 0 h 853"/>
                        <a:gd name="T24" fmla="*/ 0 w 854"/>
                        <a:gd name="T25" fmla="*/ 0 h 853"/>
                        <a:gd name="T26" fmla="*/ 0 w 854"/>
                        <a:gd name="T27" fmla="*/ 0 h 853"/>
                        <a:gd name="T28" fmla="*/ 0 w 854"/>
                        <a:gd name="T29" fmla="*/ 0 h 853"/>
                        <a:gd name="T30" fmla="*/ 0 w 854"/>
                        <a:gd name="T31" fmla="*/ 0 h 853"/>
                        <a:gd name="T32" fmla="*/ 0 w 854"/>
                        <a:gd name="T33" fmla="*/ 0 h 853"/>
                        <a:gd name="T34" fmla="*/ 0 w 854"/>
                        <a:gd name="T35" fmla="*/ 0 h 853"/>
                        <a:gd name="T36" fmla="*/ 0 w 854"/>
                        <a:gd name="T37" fmla="*/ 0 h 853"/>
                        <a:gd name="T38" fmla="*/ 0 w 854"/>
                        <a:gd name="T39" fmla="*/ 0 h 853"/>
                        <a:gd name="T40" fmla="*/ 0 w 854"/>
                        <a:gd name="T41" fmla="*/ 0 h 853"/>
                        <a:gd name="T42" fmla="*/ 0 w 854"/>
                        <a:gd name="T43" fmla="*/ 0 h 853"/>
                        <a:gd name="T44" fmla="*/ 0 w 854"/>
                        <a:gd name="T45" fmla="*/ 0 h 853"/>
                        <a:gd name="T46" fmla="*/ 0 w 854"/>
                        <a:gd name="T47" fmla="*/ 0 h 853"/>
                        <a:gd name="T48" fmla="*/ 0 w 854"/>
                        <a:gd name="T49" fmla="*/ 0 h 853"/>
                        <a:gd name="T50" fmla="*/ 0 w 854"/>
                        <a:gd name="T51" fmla="*/ 0 h 853"/>
                        <a:gd name="T52" fmla="*/ 0 w 854"/>
                        <a:gd name="T53" fmla="*/ 0 h 853"/>
                        <a:gd name="T54" fmla="*/ 0 w 854"/>
                        <a:gd name="T55" fmla="*/ 0 h 853"/>
                        <a:gd name="T56" fmla="*/ 0 w 854"/>
                        <a:gd name="T57" fmla="*/ 0 h 853"/>
                        <a:gd name="T58" fmla="*/ 0 w 854"/>
                        <a:gd name="T59" fmla="*/ 0 h 853"/>
                        <a:gd name="T60" fmla="*/ 0 w 854"/>
                        <a:gd name="T61" fmla="*/ 0 h 853"/>
                        <a:gd name="T62" fmla="*/ 0 w 854"/>
                        <a:gd name="T63" fmla="*/ 0 h 853"/>
                        <a:gd name="T64" fmla="*/ 0 w 854"/>
                        <a:gd name="T65" fmla="*/ 0 h 853"/>
                        <a:gd name="T66" fmla="*/ 0 w 854"/>
                        <a:gd name="T67" fmla="*/ 0 h 853"/>
                        <a:gd name="T68" fmla="*/ 0 w 854"/>
                        <a:gd name="T69" fmla="*/ 0 h 853"/>
                        <a:gd name="T70" fmla="*/ 0 w 854"/>
                        <a:gd name="T71" fmla="*/ 0 h 853"/>
                        <a:gd name="T72" fmla="*/ 0 w 854"/>
                        <a:gd name="T73" fmla="*/ 0 h 853"/>
                        <a:gd name="T74" fmla="*/ 0 w 854"/>
                        <a:gd name="T75" fmla="*/ 0 h 853"/>
                        <a:gd name="T76" fmla="*/ 0 w 854"/>
                        <a:gd name="T77" fmla="*/ 0 h 853"/>
                        <a:gd name="T78" fmla="*/ 0 w 854"/>
                        <a:gd name="T79" fmla="*/ 0 h 853"/>
                        <a:gd name="T80" fmla="*/ 0 w 854"/>
                        <a:gd name="T81" fmla="*/ 0 h 853"/>
                        <a:gd name="T82" fmla="*/ 0 w 854"/>
                        <a:gd name="T83" fmla="*/ 0 h 853"/>
                        <a:gd name="T84" fmla="*/ 0 w 854"/>
                        <a:gd name="T85" fmla="*/ 0 h 8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4"/>
                        <a:gd name="T130" fmla="*/ 0 h 853"/>
                        <a:gd name="T131" fmla="*/ 854 w 854"/>
                        <a:gd name="T132" fmla="*/ 853 h 8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4" h="853">
                          <a:moveTo>
                            <a:pt x="419" y="0"/>
                          </a:moveTo>
                          <a:lnTo>
                            <a:pt x="441" y="0"/>
                          </a:lnTo>
                          <a:lnTo>
                            <a:pt x="462" y="2"/>
                          </a:lnTo>
                          <a:lnTo>
                            <a:pt x="484" y="4"/>
                          </a:lnTo>
                          <a:lnTo>
                            <a:pt x="505" y="8"/>
                          </a:lnTo>
                          <a:lnTo>
                            <a:pt x="526" y="12"/>
                          </a:lnTo>
                          <a:lnTo>
                            <a:pt x="546" y="17"/>
                          </a:lnTo>
                          <a:lnTo>
                            <a:pt x="566" y="23"/>
                          </a:lnTo>
                          <a:lnTo>
                            <a:pt x="586" y="31"/>
                          </a:lnTo>
                          <a:lnTo>
                            <a:pt x="605" y="39"/>
                          </a:lnTo>
                          <a:lnTo>
                            <a:pt x="623" y="48"/>
                          </a:lnTo>
                          <a:lnTo>
                            <a:pt x="641" y="58"/>
                          </a:lnTo>
                          <a:lnTo>
                            <a:pt x="659" y="69"/>
                          </a:lnTo>
                          <a:lnTo>
                            <a:pt x="676" y="81"/>
                          </a:lnTo>
                          <a:lnTo>
                            <a:pt x="692" y="92"/>
                          </a:lnTo>
                          <a:lnTo>
                            <a:pt x="708" y="106"/>
                          </a:lnTo>
                          <a:lnTo>
                            <a:pt x="723" y="120"/>
                          </a:lnTo>
                          <a:lnTo>
                            <a:pt x="737" y="135"/>
                          </a:lnTo>
                          <a:lnTo>
                            <a:pt x="751" y="150"/>
                          </a:lnTo>
                          <a:lnTo>
                            <a:pt x="764" y="166"/>
                          </a:lnTo>
                          <a:lnTo>
                            <a:pt x="777" y="182"/>
                          </a:lnTo>
                          <a:lnTo>
                            <a:pt x="787" y="200"/>
                          </a:lnTo>
                          <a:lnTo>
                            <a:pt x="798" y="217"/>
                          </a:lnTo>
                          <a:lnTo>
                            <a:pt x="809" y="235"/>
                          </a:lnTo>
                          <a:lnTo>
                            <a:pt x="817" y="254"/>
                          </a:lnTo>
                          <a:lnTo>
                            <a:pt x="826" y="273"/>
                          </a:lnTo>
                          <a:lnTo>
                            <a:pt x="832" y="293"/>
                          </a:lnTo>
                          <a:lnTo>
                            <a:pt x="838" y="313"/>
                          </a:lnTo>
                          <a:lnTo>
                            <a:pt x="844" y="333"/>
                          </a:lnTo>
                          <a:lnTo>
                            <a:pt x="848" y="354"/>
                          </a:lnTo>
                          <a:lnTo>
                            <a:pt x="851" y="376"/>
                          </a:lnTo>
                          <a:lnTo>
                            <a:pt x="853" y="397"/>
                          </a:lnTo>
                          <a:lnTo>
                            <a:pt x="854" y="419"/>
                          </a:lnTo>
                          <a:lnTo>
                            <a:pt x="853" y="440"/>
                          </a:lnTo>
                          <a:lnTo>
                            <a:pt x="852" y="463"/>
                          </a:lnTo>
                          <a:lnTo>
                            <a:pt x="850" y="484"/>
                          </a:lnTo>
                          <a:lnTo>
                            <a:pt x="847" y="505"/>
                          </a:lnTo>
                          <a:lnTo>
                            <a:pt x="843" y="525"/>
                          </a:lnTo>
                          <a:lnTo>
                            <a:pt x="837" y="545"/>
                          </a:lnTo>
                          <a:lnTo>
                            <a:pt x="831" y="566"/>
                          </a:lnTo>
                          <a:lnTo>
                            <a:pt x="823" y="585"/>
                          </a:lnTo>
                          <a:lnTo>
                            <a:pt x="815" y="604"/>
                          </a:lnTo>
                          <a:lnTo>
                            <a:pt x="805" y="623"/>
                          </a:lnTo>
                          <a:lnTo>
                            <a:pt x="796" y="641"/>
                          </a:lnTo>
                          <a:lnTo>
                            <a:pt x="785" y="658"/>
                          </a:lnTo>
                          <a:lnTo>
                            <a:pt x="773" y="675"/>
                          </a:lnTo>
                          <a:lnTo>
                            <a:pt x="761" y="692"/>
                          </a:lnTo>
                          <a:lnTo>
                            <a:pt x="748" y="707"/>
                          </a:lnTo>
                          <a:lnTo>
                            <a:pt x="734" y="723"/>
                          </a:lnTo>
                          <a:lnTo>
                            <a:pt x="719" y="736"/>
                          </a:lnTo>
                          <a:lnTo>
                            <a:pt x="704" y="750"/>
                          </a:lnTo>
                          <a:lnTo>
                            <a:pt x="689" y="763"/>
                          </a:lnTo>
                          <a:lnTo>
                            <a:pt x="672" y="776"/>
                          </a:lnTo>
                          <a:lnTo>
                            <a:pt x="655" y="787"/>
                          </a:lnTo>
                          <a:lnTo>
                            <a:pt x="636" y="798"/>
                          </a:lnTo>
                          <a:lnTo>
                            <a:pt x="618" y="807"/>
                          </a:lnTo>
                          <a:lnTo>
                            <a:pt x="600" y="816"/>
                          </a:lnTo>
                          <a:lnTo>
                            <a:pt x="581" y="824"/>
                          </a:lnTo>
                          <a:lnTo>
                            <a:pt x="561" y="831"/>
                          </a:lnTo>
                          <a:lnTo>
                            <a:pt x="541" y="837"/>
                          </a:lnTo>
                          <a:lnTo>
                            <a:pt x="521" y="842"/>
                          </a:lnTo>
                          <a:lnTo>
                            <a:pt x="499" y="847"/>
                          </a:lnTo>
                          <a:lnTo>
                            <a:pt x="478" y="850"/>
                          </a:lnTo>
                          <a:lnTo>
                            <a:pt x="457" y="852"/>
                          </a:lnTo>
                          <a:lnTo>
                            <a:pt x="435" y="853"/>
                          </a:lnTo>
                          <a:lnTo>
                            <a:pt x="412" y="853"/>
                          </a:lnTo>
                          <a:lnTo>
                            <a:pt x="391" y="851"/>
                          </a:lnTo>
                          <a:lnTo>
                            <a:pt x="370" y="849"/>
                          </a:lnTo>
                          <a:lnTo>
                            <a:pt x="349" y="846"/>
                          </a:lnTo>
                          <a:lnTo>
                            <a:pt x="329" y="841"/>
                          </a:lnTo>
                          <a:lnTo>
                            <a:pt x="308" y="836"/>
                          </a:lnTo>
                          <a:lnTo>
                            <a:pt x="288" y="830"/>
                          </a:lnTo>
                          <a:lnTo>
                            <a:pt x="268" y="822"/>
                          </a:lnTo>
                          <a:lnTo>
                            <a:pt x="249" y="814"/>
                          </a:lnTo>
                          <a:lnTo>
                            <a:pt x="231" y="805"/>
                          </a:lnTo>
                          <a:lnTo>
                            <a:pt x="213" y="795"/>
                          </a:lnTo>
                          <a:lnTo>
                            <a:pt x="195" y="784"/>
                          </a:lnTo>
                          <a:lnTo>
                            <a:pt x="178" y="772"/>
                          </a:lnTo>
                          <a:lnTo>
                            <a:pt x="162" y="761"/>
                          </a:lnTo>
                          <a:lnTo>
                            <a:pt x="146" y="747"/>
                          </a:lnTo>
                          <a:lnTo>
                            <a:pt x="131" y="733"/>
                          </a:lnTo>
                          <a:lnTo>
                            <a:pt x="116" y="718"/>
                          </a:lnTo>
                          <a:lnTo>
                            <a:pt x="103" y="703"/>
                          </a:lnTo>
                          <a:lnTo>
                            <a:pt x="90" y="688"/>
                          </a:lnTo>
                          <a:lnTo>
                            <a:pt x="78" y="671"/>
                          </a:lnTo>
                          <a:lnTo>
                            <a:pt x="66" y="654"/>
                          </a:lnTo>
                          <a:lnTo>
                            <a:pt x="56" y="637"/>
                          </a:lnTo>
                          <a:lnTo>
                            <a:pt x="46" y="618"/>
                          </a:lnTo>
                          <a:lnTo>
                            <a:pt x="38" y="600"/>
                          </a:lnTo>
                          <a:lnTo>
                            <a:pt x="29" y="580"/>
                          </a:lnTo>
                          <a:lnTo>
                            <a:pt x="22" y="560"/>
                          </a:lnTo>
                          <a:lnTo>
                            <a:pt x="15" y="540"/>
                          </a:lnTo>
                          <a:lnTo>
                            <a:pt x="11" y="520"/>
                          </a:lnTo>
                          <a:lnTo>
                            <a:pt x="7" y="499"/>
                          </a:lnTo>
                          <a:lnTo>
                            <a:pt x="4" y="478"/>
                          </a:lnTo>
                          <a:lnTo>
                            <a:pt x="1" y="456"/>
                          </a:lnTo>
                          <a:lnTo>
                            <a:pt x="0" y="434"/>
                          </a:lnTo>
                          <a:lnTo>
                            <a:pt x="0" y="413"/>
                          </a:lnTo>
                          <a:lnTo>
                            <a:pt x="1" y="391"/>
                          </a:lnTo>
                          <a:lnTo>
                            <a:pt x="4" y="369"/>
                          </a:lnTo>
                          <a:lnTo>
                            <a:pt x="8" y="348"/>
                          </a:lnTo>
                          <a:lnTo>
                            <a:pt x="12" y="328"/>
                          </a:lnTo>
                          <a:lnTo>
                            <a:pt x="17" y="308"/>
                          </a:lnTo>
                          <a:lnTo>
                            <a:pt x="24" y="288"/>
                          </a:lnTo>
                          <a:lnTo>
                            <a:pt x="31" y="269"/>
                          </a:lnTo>
                          <a:lnTo>
                            <a:pt x="39" y="249"/>
                          </a:lnTo>
                          <a:lnTo>
                            <a:pt x="48" y="230"/>
                          </a:lnTo>
                          <a:lnTo>
                            <a:pt x="58" y="212"/>
                          </a:lnTo>
                          <a:lnTo>
                            <a:pt x="69" y="195"/>
                          </a:lnTo>
                          <a:lnTo>
                            <a:pt x="81" y="178"/>
                          </a:lnTo>
                          <a:lnTo>
                            <a:pt x="93" y="161"/>
                          </a:lnTo>
                          <a:lnTo>
                            <a:pt x="107" y="147"/>
                          </a:lnTo>
                          <a:lnTo>
                            <a:pt x="120" y="131"/>
                          </a:lnTo>
                          <a:lnTo>
                            <a:pt x="134" y="117"/>
                          </a:lnTo>
                          <a:lnTo>
                            <a:pt x="150" y="103"/>
                          </a:lnTo>
                          <a:lnTo>
                            <a:pt x="166" y="90"/>
                          </a:lnTo>
                          <a:lnTo>
                            <a:pt x="182" y="78"/>
                          </a:lnTo>
                          <a:lnTo>
                            <a:pt x="199" y="66"/>
                          </a:lnTo>
                          <a:lnTo>
                            <a:pt x="217" y="55"/>
                          </a:lnTo>
                          <a:lnTo>
                            <a:pt x="235" y="46"/>
                          </a:lnTo>
                          <a:lnTo>
                            <a:pt x="254" y="37"/>
                          </a:lnTo>
                          <a:lnTo>
                            <a:pt x="273" y="29"/>
                          </a:lnTo>
                          <a:lnTo>
                            <a:pt x="292" y="22"/>
                          </a:lnTo>
                          <a:lnTo>
                            <a:pt x="313" y="16"/>
                          </a:lnTo>
                          <a:lnTo>
                            <a:pt x="334" y="11"/>
                          </a:lnTo>
                          <a:lnTo>
                            <a:pt x="354" y="6"/>
                          </a:lnTo>
                          <a:lnTo>
                            <a:pt x="375" y="3"/>
                          </a:lnTo>
                          <a:lnTo>
                            <a:pt x="398" y="1"/>
                          </a:lnTo>
                          <a:lnTo>
                            <a:pt x="419" y="0"/>
                          </a:lnTo>
                          <a:close/>
                        </a:path>
                      </a:pathLst>
                    </a:custGeom>
                    <a:solidFill>
                      <a:srgbClr val="DC2B19"/>
                    </a:solidFill>
                    <a:ln>
                      <a:noFill/>
                    </a:ln>
                  </p:spPr>
                  <p:txBody>
                    <a:bodyPr/>
                    <a:lstStyle/>
                    <a:p>
                      <a:pPr>
                        <a:defRPr/>
                      </a:pPr>
                      <a:endParaRPr lang="en-US" sz="1050">
                        <a:latin typeface="+mj-lt"/>
                      </a:endParaRPr>
                    </a:p>
                  </p:txBody>
                </p:sp>
                <p:sp>
                  <p:nvSpPr>
                    <p:cNvPr id="41288" name="Freeform 754">
                      <a:extLst>
                        <a:ext uri="{FF2B5EF4-FFF2-40B4-BE49-F238E27FC236}">
                          <a16:creationId xmlns="" xmlns:a16="http://schemas.microsoft.com/office/drawing/2014/main" id="{8937FFBD-109E-EA25-5511-DD63FD3CE6D6}"/>
                        </a:ext>
                      </a:extLst>
                    </p:cNvPr>
                    <p:cNvSpPr>
                      <a:spLocks/>
                    </p:cNvSpPr>
                    <p:nvPr/>
                  </p:nvSpPr>
                  <p:spPr bwMode="auto">
                    <a:xfrm>
                      <a:off x="3529" y="2278"/>
                      <a:ext cx="88" cy="84"/>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529" y="510"/>
                          </a:moveTo>
                          <a:lnTo>
                            <a:pt x="529" y="510"/>
                          </a:lnTo>
                          <a:lnTo>
                            <a:pt x="529" y="484"/>
                          </a:lnTo>
                          <a:lnTo>
                            <a:pt x="525" y="457"/>
                          </a:lnTo>
                          <a:lnTo>
                            <a:pt x="522" y="432"/>
                          </a:lnTo>
                          <a:lnTo>
                            <a:pt x="517" y="406"/>
                          </a:lnTo>
                          <a:lnTo>
                            <a:pt x="511" y="381"/>
                          </a:lnTo>
                          <a:lnTo>
                            <a:pt x="503" y="356"/>
                          </a:lnTo>
                          <a:lnTo>
                            <a:pt x="495" y="332"/>
                          </a:lnTo>
                          <a:lnTo>
                            <a:pt x="484" y="308"/>
                          </a:lnTo>
                          <a:lnTo>
                            <a:pt x="473" y="286"/>
                          </a:lnTo>
                          <a:lnTo>
                            <a:pt x="462" y="264"/>
                          </a:lnTo>
                          <a:lnTo>
                            <a:pt x="449" y="242"/>
                          </a:lnTo>
                          <a:lnTo>
                            <a:pt x="435" y="221"/>
                          </a:lnTo>
                          <a:lnTo>
                            <a:pt x="420" y="201"/>
                          </a:lnTo>
                          <a:lnTo>
                            <a:pt x="404" y="182"/>
                          </a:lnTo>
                          <a:lnTo>
                            <a:pt x="387" y="163"/>
                          </a:lnTo>
                          <a:lnTo>
                            <a:pt x="369" y="145"/>
                          </a:lnTo>
                          <a:lnTo>
                            <a:pt x="351" y="129"/>
                          </a:lnTo>
                          <a:lnTo>
                            <a:pt x="332" y="113"/>
                          </a:lnTo>
                          <a:lnTo>
                            <a:pt x="312" y="97"/>
                          </a:lnTo>
                          <a:lnTo>
                            <a:pt x="292" y="84"/>
                          </a:lnTo>
                          <a:lnTo>
                            <a:pt x="271" y="71"/>
                          </a:lnTo>
                          <a:lnTo>
                            <a:pt x="248" y="58"/>
                          </a:lnTo>
                          <a:lnTo>
                            <a:pt x="226" y="47"/>
                          </a:lnTo>
                          <a:lnTo>
                            <a:pt x="203" y="37"/>
                          </a:lnTo>
                          <a:lnTo>
                            <a:pt x="178" y="28"/>
                          </a:lnTo>
                          <a:lnTo>
                            <a:pt x="154" y="21"/>
                          </a:lnTo>
                          <a:lnTo>
                            <a:pt x="129" y="14"/>
                          </a:lnTo>
                          <a:lnTo>
                            <a:pt x="104" y="8"/>
                          </a:lnTo>
                          <a:lnTo>
                            <a:pt x="78" y="5"/>
                          </a:lnTo>
                          <a:lnTo>
                            <a:pt x="53" y="2"/>
                          </a:lnTo>
                          <a:lnTo>
                            <a:pt x="26" y="0"/>
                          </a:lnTo>
                          <a:lnTo>
                            <a:pt x="0" y="0"/>
                          </a:lnTo>
                          <a:lnTo>
                            <a:pt x="3" y="186"/>
                          </a:lnTo>
                          <a:lnTo>
                            <a:pt x="20" y="188"/>
                          </a:lnTo>
                          <a:lnTo>
                            <a:pt x="37" y="188"/>
                          </a:lnTo>
                          <a:lnTo>
                            <a:pt x="54" y="190"/>
                          </a:lnTo>
                          <a:lnTo>
                            <a:pt x="70" y="192"/>
                          </a:lnTo>
                          <a:lnTo>
                            <a:pt x="86" y="196"/>
                          </a:lnTo>
                          <a:lnTo>
                            <a:pt x="102" y="200"/>
                          </a:lnTo>
                          <a:lnTo>
                            <a:pt x="118" y="205"/>
                          </a:lnTo>
                          <a:lnTo>
                            <a:pt x="132" y="211"/>
                          </a:lnTo>
                          <a:lnTo>
                            <a:pt x="147" y="217"/>
                          </a:lnTo>
                          <a:lnTo>
                            <a:pt x="162" y="225"/>
                          </a:lnTo>
                          <a:lnTo>
                            <a:pt x="176" y="232"/>
                          </a:lnTo>
                          <a:lnTo>
                            <a:pt x="190" y="241"/>
                          </a:lnTo>
                          <a:lnTo>
                            <a:pt x="204" y="249"/>
                          </a:lnTo>
                          <a:lnTo>
                            <a:pt x="216" y="259"/>
                          </a:lnTo>
                          <a:lnTo>
                            <a:pt x="228" y="269"/>
                          </a:lnTo>
                          <a:lnTo>
                            <a:pt x="240" y="280"/>
                          </a:lnTo>
                          <a:lnTo>
                            <a:pt x="251" y="292"/>
                          </a:lnTo>
                          <a:lnTo>
                            <a:pt x="262" y="303"/>
                          </a:lnTo>
                          <a:lnTo>
                            <a:pt x="272" y="316"/>
                          </a:lnTo>
                          <a:lnTo>
                            <a:pt x="282" y="329"/>
                          </a:lnTo>
                          <a:lnTo>
                            <a:pt x="291" y="342"/>
                          </a:lnTo>
                          <a:lnTo>
                            <a:pt x="299" y="356"/>
                          </a:lnTo>
                          <a:lnTo>
                            <a:pt x="307" y="370"/>
                          </a:lnTo>
                          <a:lnTo>
                            <a:pt x="314" y="385"/>
                          </a:lnTo>
                          <a:lnTo>
                            <a:pt x="319" y="400"/>
                          </a:lnTo>
                          <a:lnTo>
                            <a:pt x="325" y="415"/>
                          </a:lnTo>
                          <a:lnTo>
                            <a:pt x="330" y="430"/>
                          </a:lnTo>
                          <a:lnTo>
                            <a:pt x="334" y="446"/>
                          </a:lnTo>
                          <a:lnTo>
                            <a:pt x="337" y="463"/>
                          </a:lnTo>
                          <a:lnTo>
                            <a:pt x="340" y="479"/>
                          </a:lnTo>
                          <a:lnTo>
                            <a:pt x="342" y="496"/>
                          </a:lnTo>
                          <a:lnTo>
                            <a:pt x="343" y="513"/>
                          </a:lnTo>
                          <a:lnTo>
                            <a:pt x="529" y="510"/>
                          </a:lnTo>
                          <a:close/>
                        </a:path>
                      </a:pathLst>
                    </a:custGeom>
                    <a:solidFill>
                      <a:srgbClr val="EF2B2F"/>
                    </a:solidFill>
                    <a:ln>
                      <a:noFill/>
                    </a:ln>
                  </p:spPr>
                  <p:txBody>
                    <a:bodyPr/>
                    <a:lstStyle/>
                    <a:p>
                      <a:pPr>
                        <a:defRPr/>
                      </a:pPr>
                      <a:endParaRPr lang="en-US" sz="1050">
                        <a:latin typeface="+mj-lt"/>
                      </a:endParaRPr>
                    </a:p>
                  </p:txBody>
                </p:sp>
                <p:sp>
                  <p:nvSpPr>
                    <p:cNvPr id="41289" name="Freeform 755">
                      <a:extLst>
                        <a:ext uri="{FF2B5EF4-FFF2-40B4-BE49-F238E27FC236}">
                          <a16:creationId xmlns="" xmlns:a16="http://schemas.microsoft.com/office/drawing/2014/main" id="{66DF909D-599B-80BC-A8A7-52A2DB103199}"/>
                        </a:ext>
                      </a:extLst>
                    </p:cNvPr>
                    <p:cNvSpPr>
                      <a:spLocks/>
                    </p:cNvSpPr>
                    <p:nvPr/>
                  </p:nvSpPr>
                  <p:spPr bwMode="auto">
                    <a:xfrm>
                      <a:off x="3529" y="2361"/>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3" y="529"/>
                          </a:moveTo>
                          <a:lnTo>
                            <a:pt x="3" y="529"/>
                          </a:lnTo>
                          <a:lnTo>
                            <a:pt x="29" y="528"/>
                          </a:lnTo>
                          <a:lnTo>
                            <a:pt x="55" y="526"/>
                          </a:lnTo>
                          <a:lnTo>
                            <a:pt x="81" y="522"/>
                          </a:lnTo>
                          <a:lnTo>
                            <a:pt x="107" y="517"/>
                          </a:lnTo>
                          <a:lnTo>
                            <a:pt x="132" y="510"/>
                          </a:lnTo>
                          <a:lnTo>
                            <a:pt x="157" y="503"/>
                          </a:lnTo>
                          <a:lnTo>
                            <a:pt x="180" y="494"/>
                          </a:lnTo>
                          <a:lnTo>
                            <a:pt x="204" y="485"/>
                          </a:lnTo>
                          <a:lnTo>
                            <a:pt x="227" y="473"/>
                          </a:lnTo>
                          <a:lnTo>
                            <a:pt x="249" y="462"/>
                          </a:lnTo>
                          <a:lnTo>
                            <a:pt x="270" y="449"/>
                          </a:lnTo>
                          <a:lnTo>
                            <a:pt x="292" y="435"/>
                          </a:lnTo>
                          <a:lnTo>
                            <a:pt x="312" y="420"/>
                          </a:lnTo>
                          <a:lnTo>
                            <a:pt x="331" y="404"/>
                          </a:lnTo>
                          <a:lnTo>
                            <a:pt x="349" y="387"/>
                          </a:lnTo>
                          <a:lnTo>
                            <a:pt x="367" y="370"/>
                          </a:lnTo>
                          <a:lnTo>
                            <a:pt x="384" y="351"/>
                          </a:lnTo>
                          <a:lnTo>
                            <a:pt x="400" y="332"/>
                          </a:lnTo>
                          <a:lnTo>
                            <a:pt x="415" y="313"/>
                          </a:lnTo>
                          <a:lnTo>
                            <a:pt x="430" y="292"/>
                          </a:lnTo>
                          <a:lnTo>
                            <a:pt x="442" y="271"/>
                          </a:lnTo>
                          <a:lnTo>
                            <a:pt x="455" y="248"/>
                          </a:lnTo>
                          <a:lnTo>
                            <a:pt x="466" y="226"/>
                          </a:lnTo>
                          <a:lnTo>
                            <a:pt x="475" y="203"/>
                          </a:lnTo>
                          <a:lnTo>
                            <a:pt x="485" y="179"/>
                          </a:lnTo>
                          <a:lnTo>
                            <a:pt x="492" y="155"/>
                          </a:lnTo>
                          <a:lnTo>
                            <a:pt x="499" y="129"/>
                          </a:lnTo>
                          <a:lnTo>
                            <a:pt x="504" y="105"/>
                          </a:lnTo>
                          <a:lnTo>
                            <a:pt x="508" y="79"/>
                          </a:lnTo>
                          <a:lnTo>
                            <a:pt x="512" y="53"/>
                          </a:lnTo>
                          <a:lnTo>
                            <a:pt x="514" y="27"/>
                          </a:lnTo>
                          <a:lnTo>
                            <a:pt x="513" y="0"/>
                          </a:lnTo>
                          <a:lnTo>
                            <a:pt x="327" y="3"/>
                          </a:lnTo>
                          <a:lnTo>
                            <a:pt x="326" y="20"/>
                          </a:lnTo>
                          <a:lnTo>
                            <a:pt x="325" y="37"/>
                          </a:lnTo>
                          <a:lnTo>
                            <a:pt x="324" y="54"/>
                          </a:lnTo>
                          <a:lnTo>
                            <a:pt x="320" y="70"/>
                          </a:lnTo>
                          <a:lnTo>
                            <a:pt x="317" y="87"/>
                          </a:lnTo>
                          <a:lnTo>
                            <a:pt x="313" y="103"/>
                          </a:lnTo>
                          <a:lnTo>
                            <a:pt x="308" y="118"/>
                          </a:lnTo>
                          <a:lnTo>
                            <a:pt x="302" y="134"/>
                          </a:lnTo>
                          <a:lnTo>
                            <a:pt x="296" y="148"/>
                          </a:lnTo>
                          <a:lnTo>
                            <a:pt x="289" y="162"/>
                          </a:lnTo>
                          <a:lnTo>
                            <a:pt x="281" y="176"/>
                          </a:lnTo>
                          <a:lnTo>
                            <a:pt x="273" y="190"/>
                          </a:lnTo>
                          <a:lnTo>
                            <a:pt x="263" y="204"/>
                          </a:lnTo>
                          <a:lnTo>
                            <a:pt x="253" y="216"/>
                          </a:lnTo>
                          <a:lnTo>
                            <a:pt x="244" y="229"/>
                          </a:lnTo>
                          <a:lnTo>
                            <a:pt x="232" y="241"/>
                          </a:lnTo>
                          <a:lnTo>
                            <a:pt x="222" y="251"/>
                          </a:lnTo>
                          <a:lnTo>
                            <a:pt x="209" y="262"/>
                          </a:lnTo>
                          <a:lnTo>
                            <a:pt x="197" y="273"/>
                          </a:lnTo>
                          <a:lnTo>
                            <a:pt x="184" y="282"/>
                          </a:lnTo>
                          <a:lnTo>
                            <a:pt x="171" y="291"/>
                          </a:lnTo>
                          <a:lnTo>
                            <a:pt x="157" y="299"/>
                          </a:lnTo>
                          <a:lnTo>
                            <a:pt x="143" y="307"/>
                          </a:lnTo>
                          <a:lnTo>
                            <a:pt x="128" y="314"/>
                          </a:lnTo>
                          <a:lnTo>
                            <a:pt x="113" y="320"/>
                          </a:lnTo>
                          <a:lnTo>
                            <a:pt x="97" y="326"/>
                          </a:lnTo>
                          <a:lnTo>
                            <a:pt x="82" y="330"/>
                          </a:lnTo>
                          <a:lnTo>
                            <a:pt x="65" y="334"/>
                          </a:lnTo>
                          <a:lnTo>
                            <a:pt x="50" y="337"/>
                          </a:lnTo>
                          <a:lnTo>
                            <a:pt x="34" y="340"/>
                          </a:lnTo>
                          <a:lnTo>
                            <a:pt x="17" y="342"/>
                          </a:lnTo>
                          <a:lnTo>
                            <a:pt x="0" y="343"/>
                          </a:lnTo>
                          <a:lnTo>
                            <a:pt x="3" y="529"/>
                          </a:lnTo>
                          <a:close/>
                        </a:path>
                      </a:pathLst>
                    </a:custGeom>
                    <a:solidFill>
                      <a:srgbClr val="EF2B2F"/>
                    </a:solidFill>
                    <a:ln>
                      <a:noFill/>
                    </a:ln>
                  </p:spPr>
                  <p:txBody>
                    <a:bodyPr/>
                    <a:lstStyle/>
                    <a:p>
                      <a:pPr>
                        <a:defRPr/>
                      </a:pPr>
                      <a:endParaRPr lang="en-US" sz="1050">
                        <a:latin typeface="+mj-lt"/>
                      </a:endParaRPr>
                    </a:p>
                  </p:txBody>
                </p:sp>
                <p:sp>
                  <p:nvSpPr>
                    <p:cNvPr id="41290" name="Freeform 756">
                      <a:extLst>
                        <a:ext uri="{FF2B5EF4-FFF2-40B4-BE49-F238E27FC236}">
                          <a16:creationId xmlns="" xmlns:a16="http://schemas.microsoft.com/office/drawing/2014/main" id="{A225C3C8-14D3-7AF0-E7B3-9809EC32CDF7}"/>
                        </a:ext>
                      </a:extLst>
                    </p:cNvPr>
                    <p:cNvSpPr>
                      <a:spLocks/>
                    </p:cNvSpPr>
                    <p:nvPr/>
                  </p:nvSpPr>
                  <p:spPr bwMode="auto">
                    <a:xfrm>
                      <a:off x="3441" y="2365"/>
                      <a:ext cx="88" cy="84"/>
                    </a:xfrm>
                    <a:custGeom>
                      <a:avLst/>
                      <a:gdLst>
                        <a:gd name="T0" fmla="*/ 0 w 530"/>
                        <a:gd name="T1" fmla="*/ 0 h 513"/>
                        <a:gd name="T2" fmla="*/ 0 w 530"/>
                        <a:gd name="T3" fmla="*/ 0 h 513"/>
                        <a:gd name="T4" fmla="*/ 0 w 530"/>
                        <a:gd name="T5" fmla="*/ 0 h 513"/>
                        <a:gd name="T6" fmla="*/ 0 w 530"/>
                        <a:gd name="T7" fmla="*/ 0 h 513"/>
                        <a:gd name="T8" fmla="*/ 0 w 530"/>
                        <a:gd name="T9" fmla="*/ 0 h 513"/>
                        <a:gd name="T10" fmla="*/ 0 w 530"/>
                        <a:gd name="T11" fmla="*/ 0 h 513"/>
                        <a:gd name="T12" fmla="*/ 0 w 530"/>
                        <a:gd name="T13" fmla="*/ 0 h 513"/>
                        <a:gd name="T14" fmla="*/ 0 w 530"/>
                        <a:gd name="T15" fmla="*/ 0 h 513"/>
                        <a:gd name="T16" fmla="*/ 0 w 530"/>
                        <a:gd name="T17" fmla="*/ 0 h 513"/>
                        <a:gd name="T18" fmla="*/ 0 w 530"/>
                        <a:gd name="T19" fmla="*/ 0 h 513"/>
                        <a:gd name="T20" fmla="*/ 0 w 530"/>
                        <a:gd name="T21" fmla="*/ 0 h 513"/>
                        <a:gd name="T22" fmla="*/ 0 w 530"/>
                        <a:gd name="T23" fmla="*/ 0 h 513"/>
                        <a:gd name="T24" fmla="*/ 0 w 530"/>
                        <a:gd name="T25" fmla="*/ 0 h 513"/>
                        <a:gd name="T26" fmla="*/ 0 w 530"/>
                        <a:gd name="T27" fmla="*/ 0 h 513"/>
                        <a:gd name="T28" fmla="*/ 0 w 530"/>
                        <a:gd name="T29" fmla="*/ 0 h 513"/>
                        <a:gd name="T30" fmla="*/ 0 w 530"/>
                        <a:gd name="T31" fmla="*/ 0 h 513"/>
                        <a:gd name="T32" fmla="*/ 0 w 530"/>
                        <a:gd name="T33" fmla="*/ 0 h 513"/>
                        <a:gd name="T34" fmla="*/ 0 w 530"/>
                        <a:gd name="T35" fmla="*/ 0 h 513"/>
                        <a:gd name="T36" fmla="*/ 0 w 530"/>
                        <a:gd name="T37" fmla="*/ 0 h 513"/>
                        <a:gd name="T38" fmla="*/ 0 w 530"/>
                        <a:gd name="T39" fmla="*/ 0 h 513"/>
                        <a:gd name="T40" fmla="*/ 0 w 530"/>
                        <a:gd name="T41" fmla="*/ 0 h 513"/>
                        <a:gd name="T42" fmla="*/ 0 w 530"/>
                        <a:gd name="T43" fmla="*/ 0 h 513"/>
                        <a:gd name="T44" fmla="*/ 0 w 530"/>
                        <a:gd name="T45" fmla="*/ 0 h 513"/>
                        <a:gd name="T46" fmla="*/ 0 w 530"/>
                        <a:gd name="T47" fmla="*/ 0 h 513"/>
                        <a:gd name="T48" fmla="*/ 0 w 530"/>
                        <a:gd name="T49" fmla="*/ 0 h 513"/>
                        <a:gd name="T50" fmla="*/ 0 w 530"/>
                        <a:gd name="T51" fmla="*/ 0 h 513"/>
                        <a:gd name="T52" fmla="*/ 0 w 530"/>
                        <a:gd name="T53" fmla="*/ 0 h 513"/>
                        <a:gd name="T54" fmla="*/ 0 w 530"/>
                        <a:gd name="T55" fmla="*/ 0 h 513"/>
                        <a:gd name="T56" fmla="*/ 0 w 530"/>
                        <a:gd name="T57" fmla="*/ 0 h 513"/>
                        <a:gd name="T58" fmla="*/ 0 w 530"/>
                        <a:gd name="T59" fmla="*/ 0 h 513"/>
                        <a:gd name="T60" fmla="*/ 0 w 530"/>
                        <a:gd name="T61" fmla="*/ 0 h 513"/>
                        <a:gd name="T62" fmla="*/ 0 w 530"/>
                        <a:gd name="T63" fmla="*/ 0 h 513"/>
                        <a:gd name="T64" fmla="*/ 0 w 530"/>
                        <a:gd name="T65" fmla="*/ 0 h 513"/>
                        <a:gd name="T66" fmla="*/ 0 w 530"/>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3"/>
                        <a:gd name="T104" fmla="*/ 530 w 530"/>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3">
                          <a:moveTo>
                            <a:pt x="0" y="3"/>
                          </a:moveTo>
                          <a:lnTo>
                            <a:pt x="0" y="3"/>
                          </a:lnTo>
                          <a:lnTo>
                            <a:pt x="1" y="30"/>
                          </a:lnTo>
                          <a:lnTo>
                            <a:pt x="3" y="56"/>
                          </a:lnTo>
                          <a:lnTo>
                            <a:pt x="7" y="82"/>
                          </a:lnTo>
                          <a:lnTo>
                            <a:pt x="13" y="107"/>
                          </a:lnTo>
                          <a:lnTo>
                            <a:pt x="19" y="133"/>
                          </a:lnTo>
                          <a:lnTo>
                            <a:pt x="25" y="157"/>
                          </a:lnTo>
                          <a:lnTo>
                            <a:pt x="35" y="180"/>
                          </a:lnTo>
                          <a:lnTo>
                            <a:pt x="44" y="205"/>
                          </a:lnTo>
                          <a:lnTo>
                            <a:pt x="55" y="227"/>
                          </a:lnTo>
                          <a:lnTo>
                            <a:pt x="68" y="249"/>
                          </a:lnTo>
                          <a:lnTo>
                            <a:pt x="81" y="272"/>
                          </a:lnTo>
                          <a:lnTo>
                            <a:pt x="94" y="292"/>
                          </a:lnTo>
                          <a:lnTo>
                            <a:pt x="109" y="312"/>
                          </a:lnTo>
                          <a:lnTo>
                            <a:pt x="125" y="331"/>
                          </a:lnTo>
                          <a:lnTo>
                            <a:pt x="141" y="350"/>
                          </a:lnTo>
                          <a:lnTo>
                            <a:pt x="159" y="367"/>
                          </a:lnTo>
                          <a:lnTo>
                            <a:pt x="177" y="384"/>
                          </a:lnTo>
                          <a:lnTo>
                            <a:pt x="196" y="400"/>
                          </a:lnTo>
                          <a:lnTo>
                            <a:pt x="217" y="416"/>
                          </a:lnTo>
                          <a:lnTo>
                            <a:pt x="238" y="430"/>
                          </a:lnTo>
                          <a:lnTo>
                            <a:pt x="258" y="442"/>
                          </a:lnTo>
                          <a:lnTo>
                            <a:pt x="280" y="455"/>
                          </a:lnTo>
                          <a:lnTo>
                            <a:pt x="304" y="466"/>
                          </a:lnTo>
                          <a:lnTo>
                            <a:pt x="327" y="476"/>
                          </a:lnTo>
                          <a:lnTo>
                            <a:pt x="350" y="485"/>
                          </a:lnTo>
                          <a:lnTo>
                            <a:pt x="375" y="492"/>
                          </a:lnTo>
                          <a:lnTo>
                            <a:pt x="399" y="500"/>
                          </a:lnTo>
                          <a:lnTo>
                            <a:pt x="425" y="505"/>
                          </a:lnTo>
                          <a:lnTo>
                            <a:pt x="450" y="508"/>
                          </a:lnTo>
                          <a:lnTo>
                            <a:pt x="477" y="511"/>
                          </a:lnTo>
                          <a:lnTo>
                            <a:pt x="503" y="513"/>
                          </a:lnTo>
                          <a:lnTo>
                            <a:pt x="530" y="513"/>
                          </a:lnTo>
                          <a:lnTo>
                            <a:pt x="527" y="327"/>
                          </a:lnTo>
                          <a:lnTo>
                            <a:pt x="509" y="326"/>
                          </a:lnTo>
                          <a:lnTo>
                            <a:pt x="492" y="326"/>
                          </a:lnTo>
                          <a:lnTo>
                            <a:pt x="476" y="324"/>
                          </a:lnTo>
                          <a:lnTo>
                            <a:pt x="459" y="321"/>
                          </a:lnTo>
                          <a:lnTo>
                            <a:pt x="443" y="317"/>
                          </a:lnTo>
                          <a:lnTo>
                            <a:pt x="427" y="313"/>
                          </a:lnTo>
                          <a:lnTo>
                            <a:pt x="411" y="309"/>
                          </a:lnTo>
                          <a:lnTo>
                            <a:pt x="396" y="302"/>
                          </a:lnTo>
                          <a:lnTo>
                            <a:pt x="381" y="296"/>
                          </a:lnTo>
                          <a:lnTo>
                            <a:pt x="367" y="289"/>
                          </a:lnTo>
                          <a:lnTo>
                            <a:pt x="352" y="281"/>
                          </a:lnTo>
                          <a:lnTo>
                            <a:pt x="339" y="273"/>
                          </a:lnTo>
                          <a:lnTo>
                            <a:pt x="326" y="264"/>
                          </a:lnTo>
                          <a:lnTo>
                            <a:pt x="313" y="255"/>
                          </a:lnTo>
                          <a:lnTo>
                            <a:pt x="302" y="244"/>
                          </a:lnTo>
                          <a:lnTo>
                            <a:pt x="289" y="233"/>
                          </a:lnTo>
                          <a:lnTo>
                            <a:pt x="278" y="222"/>
                          </a:lnTo>
                          <a:lnTo>
                            <a:pt x="266" y="210"/>
                          </a:lnTo>
                          <a:lnTo>
                            <a:pt x="257" y="197"/>
                          </a:lnTo>
                          <a:lnTo>
                            <a:pt x="247" y="185"/>
                          </a:lnTo>
                          <a:lnTo>
                            <a:pt x="239" y="171"/>
                          </a:lnTo>
                          <a:lnTo>
                            <a:pt x="230" y="157"/>
                          </a:lnTo>
                          <a:lnTo>
                            <a:pt x="222" y="143"/>
                          </a:lnTo>
                          <a:lnTo>
                            <a:pt x="215" y="128"/>
                          </a:lnTo>
                          <a:lnTo>
                            <a:pt x="209" y="113"/>
                          </a:lnTo>
                          <a:lnTo>
                            <a:pt x="204" y="99"/>
                          </a:lnTo>
                          <a:lnTo>
                            <a:pt x="198" y="83"/>
                          </a:lnTo>
                          <a:lnTo>
                            <a:pt x="194" y="67"/>
                          </a:lnTo>
                          <a:lnTo>
                            <a:pt x="192" y="50"/>
                          </a:lnTo>
                          <a:lnTo>
                            <a:pt x="189" y="34"/>
                          </a:lnTo>
                          <a:lnTo>
                            <a:pt x="188"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291" name="Freeform 757">
                      <a:extLst>
                        <a:ext uri="{FF2B5EF4-FFF2-40B4-BE49-F238E27FC236}">
                          <a16:creationId xmlns="" xmlns:a16="http://schemas.microsoft.com/office/drawing/2014/main" id="{BB51E92D-8BA3-8452-8B8B-5768AF7B45EF}"/>
                        </a:ext>
                      </a:extLst>
                    </p:cNvPr>
                    <p:cNvSpPr>
                      <a:spLocks/>
                    </p:cNvSpPr>
                    <p:nvPr/>
                  </p:nvSpPr>
                  <p:spPr bwMode="auto">
                    <a:xfrm>
                      <a:off x="3441" y="2278"/>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4" y="1"/>
                          </a:lnTo>
                          <a:lnTo>
                            <a:pt x="458" y="4"/>
                          </a:lnTo>
                          <a:lnTo>
                            <a:pt x="432" y="7"/>
                          </a:lnTo>
                          <a:lnTo>
                            <a:pt x="406" y="12"/>
                          </a:lnTo>
                          <a:lnTo>
                            <a:pt x="381" y="19"/>
                          </a:lnTo>
                          <a:lnTo>
                            <a:pt x="357" y="26"/>
                          </a:lnTo>
                          <a:lnTo>
                            <a:pt x="332" y="35"/>
                          </a:lnTo>
                          <a:lnTo>
                            <a:pt x="309" y="44"/>
                          </a:lnTo>
                          <a:lnTo>
                            <a:pt x="287" y="56"/>
                          </a:lnTo>
                          <a:lnTo>
                            <a:pt x="264" y="68"/>
                          </a:lnTo>
                          <a:lnTo>
                            <a:pt x="242" y="80"/>
                          </a:lnTo>
                          <a:lnTo>
                            <a:pt x="222" y="94"/>
                          </a:lnTo>
                          <a:lnTo>
                            <a:pt x="202" y="109"/>
                          </a:lnTo>
                          <a:lnTo>
                            <a:pt x="181" y="125"/>
                          </a:lnTo>
                          <a:lnTo>
                            <a:pt x="163" y="142"/>
                          </a:lnTo>
                          <a:lnTo>
                            <a:pt x="145" y="159"/>
                          </a:lnTo>
                          <a:lnTo>
                            <a:pt x="128" y="178"/>
                          </a:lnTo>
                          <a:lnTo>
                            <a:pt x="112" y="197"/>
                          </a:lnTo>
                          <a:lnTo>
                            <a:pt x="98" y="216"/>
                          </a:lnTo>
                          <a:lnTo>
                            <a:pt x="84" y="237"/>
                          </a:lnTo>
                          <a:lnTo>
                            <a:pt x="70" y="259"/>
                          </a:lnTo>
                          <a:lnTo>
                            <a:pt x="58" y="281"/>
                          </a:lnTo>
                          <a:lnTo>
                            <a:pt x="47" y="303"/>
                          </a:lnTo>
                          <a:lnTo>
                            <a:pt x="37" y="327"/>
                          </a:lnTo>
                          <a:lnTo>
                            <a:pt x="29" y="350"/>
                          </a:lnTo>
                          <a:lnTo>
                            <a:pt x="20" y="374"/>
                          </a:lnTo>
                          <a:lnTo>
                            <a:pt x="14" y="400"/>
                          </a:lnTo>
                          <a:lnTo>
                            <a:pt x="8" y="425"/>
                          </a:lnTo>
                          <a:lnTo>
                            <a:pt x="4" y="450"/>
                          </a:lnTo>
                          <a:lnTo>
                            <a:pt x="1" y="476"/>
                          </a:lnTo>
                          <a:lnTo>
                            <a:pt x="0" y="503"/>
                          </a:lnTo>
                          <a:lnTo>
                            <a:pt x="0" y="529"/>
                          </a:lnTo>
                          <a:lnTo>
                            <a:pt x="187" y="526"/>
                          </a:lnTo>
                          <a:lnTo>
                            <a:pt x="187" y="508"/>
                          </a:lnTo>
                          <a:lnTo>
                            <a:pt x="188" y="492"/>
                          </a:lnTo>
                          <a:lnTo>
                            <a:pt x="190" y="475"/>
                          </a:lnTo>
                          <a:lnTo>
                            <a:pt x="192" y="458"/>
                          </a:lnTo>
                          <a:lnTo>
                            <a:pt x="196" y="442"/>
                          </a:lnTo>
                          <a:lnTo>
                            <a:pt x="200" y="426"/>
                          </a:lnTo>
                          <a:lnTo>
                            <a:pt x="205" y="411"/>
                          </a:lnTo>
                          <a:lnTo>
                            <a:pt x="210" y="395"/>
                          </a:lnTo>
                          <a:lnTo>
                            <a:pt x="217" y="381"/>
                          </a:lnTo>
                          <a:lnTo>
                            <a:pt x="224" y="367"/>
                          </a:lnTo>
                          <a:lnTo>
                            <a:pt x="232" y="353"/>
                          </a:lnTo>
                          <a:lnTo>
                            <a:pt x="240" y="339"/>
                          </a:lnTo>
                          <a:lnTo>
                            <a:pt x="249" y="325"/>
                          </a:lnTo>
                          <a:lnTo>
                            <a:pt x="259" y="313"/>
                          </a:lnTo>
                          <a:lnTo>
                            <a:pt x="270" y="300"/>
                          </a:lnTo>
                          <a:lnTo>
                            <a:pt x="280" y="288"/>
                          </a:lnTo>
                          <a:lnTo>
                            <a:pt x="292" y="278"/>
                          </a:lnTo>
                          <a:lnTo>
                            <a:pt x="304" y="267"/>
                          </a:lnTo>
                          <a:lnTo>
                            <a:pt x="316" y="256"/>
                          </a:lnTo>
                          <a:lnTo>
                            <a:pt x="329" y="247"/>
                          </a:lnTo>
                          <a:lnTo>
                            <a:pt x="343" y="238"/>
                          </a:lnTo>
                          <a:lnTo>
                            <a:pt x="356" y="230"/>
                          </a:lnTo>
                          <a:lnTo>
                            <a:pt x="371" y="223"/>
                          </a:lnTo>
                          <a:lnTo>
                            <a:pt x="385" y="215"/>
                          </a:lnTo>
                          <a:lnTo>
                            <a:pt x="400" y="209"/>
                          </a:lnTo>
                          <a:lnTo>
                            <a:pt x="415" y="203"/>
                          </a:lnTo>
                          <a:lnTo>
                            <a:pt x="431" y="199"/>
                          </a:lnTo>
                          <a:lnTo>
                            <a:pt x="447" y="195"/>
                          </a:lnTo>
                          <a:lnTo>
                            <a:pt x="463" y="192"/>
                          </a:lnTo>
                          <a:lnTo>
                            <a:pt x="480" y="190"/>
                          </a:lnTo>
                          <a:lnTo>
                            <a:pt x="497" y="188"/>
                          </a:lnTo>
                          <a:lnTo>
                            <a:pt x="514" y="186"/>
                          </a:lnTo>
                          <a:lnTo>
                            <a:pt x="511" y="0"/>
                          </a:lnTo>
                          <a:close/>
                        </a:path>
                      </a:pathLst>
                    </a:custGeom>
                    <a:solidFill>
                      <a:srgbClr val="EF2B2F"/>
                    </a:solidFill>
                    <a:ln>
                      <a:noFill/>
                    </a:ln>
                  </p:spPr>
                  <p:txBody>
                    <a:bodyPr/>
                    <a:lstStyle/>
                    <a:p>
                      <a:pPr>
                        <a:defRPr/>
                      </a:pPr>
                      <a:endParaRPr lang="en-US" sz="1050">
                        <a:latin typeface="+mj-lt"/>
                      </a:endParaRPr>
                    </a:p>
                  </p:txBody>
                </p:sp>
                <p:sp>
                  <p:nvSpPr>
                    <p:cNvPr id="41292" name="Freeform 758">
                      <a:extLst>
                        <a:ext uri="{FF2B5EF4-FFF2-40B4-BE49-F238E27FC236}">
                          <a16:creationId xmlns="" xmlns:a16="http://schemas.microsoft.com/office/drawing/2014/main" id="{BFE2F366-BAC4-E1D8-4670-BD3E42457BC9}"/>
                        </a:ext>
                      </a:extLst>
                    </p:cNvPr>
                    <p:cNvSpPr>
                      <a:spLocks/>
                    </p:cNvSpPr>
                    <p:nvPr/>
                  </p:nvSpPr>
                  <p:spPr bwMode="auto">
                    <a:xfrm>
                      <a:off x="3283" y="2178"/>
                      <a:ext cx="88" cy="84"/>
                    </a:xfrm>
                    <a:custGeom>
                      <a:avLst/>
                      <a:gdLst>
                        <a:gd name="T0" fmla="*/ 0 w 530"/>
                        <a:gd name="T1" fmla="*/ 0 h 514"/>
                        <a:gd name="T2" fmla="*/ 0 w 530"/>
                        <a:gd name="T3" fmla="*/ 0 h 514"/>
                        <a:gd name="T4" fmla="*/ 0 w 530"/>
                        <a:gd name="T5" fmla="*/ 0 h 514"/>
                        <a:gd name="T6" fmla="*/ 0 w 530"/>
                        <a:gd name="T7" fmla="*/ 0 h 514"/>
                        <a:gd name="T8" fmla="*/ 0 w 530"/>
                        <a:gd name="T9" fmla="*/ 0 h 514"/>
                        <a:gd name="T10" fmla="*/ 0 w 530"/>
                        <a:gd name="T11" fmla="*/ 0 h 514"/>
                        <a:gd name="T12" fmla="*/ 0 w 530"/>
                        <a:gd name="T13" fmla="*/ 0 h 514"/>
                        <a:gd name="T14" fmla="*/ 0 w 530"/>
                        <a:gd name="T15" fmla="*/ 0 h 514"/>
                        <a:gd name="T16" fmla="*/ 0 w 530"/>
                        <a:gd name="T17" fmla="*/ 0 h 514"/>
                        <a:gd name="T18" fmla="*/ 0 w 530"/>
                        <a:gd name="T19" fmla="*/ 0 h 514"/>
                        <a:gd name="T20" fmla="*/ 0 w 530"/>
                        <a:gd name="T21" fmla="*/ 0 h 514"/>
                        <a:gd name="T22" fmla="*/ 0 w 530"/>
                        <a:gd name="T23" fmla="*/ 0 h 514"/>
                        <a:gd name="T24" fmla="*/ 0 w 530"/>
                        <a:gd name="T25" fmla="*/ 0 h 514"/>
                        <a:gd name="T26" fmla="*/ 0 w 530"/>
                        <a:gd name="T27" fmla="*/ 0 h 514"/>
                        <a:gd name="T28" fmla="*/ 0 w 530"/>
                        <a:gd name="T29" fmla="*/ 0 h 514"/>
                        <a:gd name="T30" fmla="*/ 0 w 530"/>
                        <a:gd name="T31" fmla="*/ 0 h 514"/>
                        <a:gd name="T32" fmla="*/ 0 w 530"/>
                        <a:gd name="T33" fmla="*/ 0 h 514"/>
                        <a:gd name="T34" fmla="*/ 0 w 530"/>
                        <a:gd name="T35" fmla="*/ 0 h 514"/>
                        <a:gd name="T36" fmla="*/ 0 w 530"/>
                        <a:gd name="T37" fmla="*/ 0 h 514"/>
                        <a:gd name="T38" fmla="*/ 0 w 530"/>
                        <a:gd name="T39" fmla="*/ 0 h 514"/>
                        <a:gd name="T40" fmla="*/ 0 w 530"/>
                        <a:gd name="T41" fmla="*/ 0 h 514"/>
                        <a:gd name="T42" fmla="*/ 0 w 530"/>
                        <a:gd name="T43" fmla="*/ 0 h 514"/>
                        <a:gd name="T44" fmla="*/ 0 w 530"/>
                        <a:gd name="T45" fmla="*/ 0 h 514"/>
                        <a:gd name="T46" fmla="*/ 0 w 530"/>
                        <a:gd name="T47" fmla="*/ 0 h 514"/>
                        <a:gd name="T48" fmla="*/ 0 w 530"/>
                        <a:gd name="T49" fmla="*/ 0 h 514"/>
                        <a:gd name="T50" fmla="*/ 0 w 530"/>
                        <a:gd name="T51" fmla="*/ 0 h 514"/>
                        <a:gd name="T52" fmla="*/ 0 w 530"/>
                        <a:gd name="T53" fmla="*/ 0 h 514"/>
                        <a:gd name="T54" fmla="*/ 0 w 530"/>
                        <a:gd name="T55" fmla="*/ 0 h 514"/>
                        <a:gd name="T56" fmla="*/ 0 w 530"/>
                        <a:gd name="T57" fmla="*/ 0 h 514"/>
                        <a:gd name="T58" fmla="*/ 0 w 530"/>
                        <a:gd name="T59" fmla="*/ 0 h 514"/>
                        <a:gd name="T60" fmla="*/ 0 w 530"/>
                        <a:gd name="T61" fmla="*/ 0 h 514"/>
                        <a:gd name="T62" fmla="*/ 0 w 530"/>
                        <a:gd name="T63" fmla="*/ 0 h 514"/>
                        <a:gd name="T64" fmla="*/ 0 w 530"/>
                        <a:gd name="T65" fmla="*/ 0 h 514"/>
                        <a:gd name="T66" fmla="*/ 0 w 530"/>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4"/>
                        <a:gd name="T104" fmla="*/ 530 w 530"/>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4">
                          <a:moveTo>
                            <a:pt x="530" y="511"/>
                          </a:moveTo>
                          <a:lnTo>
                            <a:pt x="530" y="511"/>
                          </a:lnTo>
                          <a:lnTo>
                            <a:pt x="529" y="484"/>
                          </a:lnTo>
                          <a:lnTo>
                            <a:pt x="526" y="459"/>
                          </a:lnTo>
                          <a:lnTo>
                            <a:pt x="522" y="432"/>
                          </a:lnTo>
                          <a:lnTo>
                            <a:pt x="517" y="407"/>
                          </a:lnTo>
                          <a:lnTo>
                            <a:pt x="510" y="381"/>
                          </a:lnTo>
                          <a:lnTo>
                            <a:pt x="503" y="357"/>
                          </a:lnTo>
                          <a:lnTo>
                            <a:pt x="495" y="333"/>
                          </a:lnTo>
                          <a:lnTo>
                            <a:pt x="485" y="309"/>
                          </a:lnTo>
                          <a:lnTo>
                            <a:pt x="473" y="287"/>
                          </a:lnTo>
                          <a:lnTo>
                            <a:pt x="462" y="264"/>
                          </a:lnTo>
                          <a:lnTo>
                            <a:pt x="449" y="243"/>
                          </a:lnTo>
                          <a:lnTo>
                            <a:pt x="435" y="222"/>
                          </a:lnTo>
                          <a:lnTo>
                            <a:pt x="420" y="202"/>
                          </a:lnTo>
                          <a:lnTo>
                            <a:pt x="404" y="183"/>
                          </a:lnTo>
                          <a:lnTo>
                            <a:pt x="387" y="165"/>
                          </a:lnTo>
                          <a:lnTo>
                            <a:pt x="370" y="147"/>
                          </a:lnTo>
                          <a:lnTo>
                            <a:pt x="351" y="130"/>
                          </a:lnTo>
                          <a:lnTo>
                            <a:pt x="332" y="114"/>
                          </a:lnTo>
                          <a:lnTo>
                            <a:pt x="313" y="99"/>
                          </a:lnTo>
                          <a:lnTo>
                            <a:pt x="292" y="84"/>
                          </a:lnTo>
                          <a:lnTo>
                            <a:pt x="270" y="71"/>
                          </a:lnTo>
                          <a:lnTo>
                            <a:pt x="248" y="59"/>
                          </a:lnTo>
                          <a:lnTo>
                            <a:pt x="226" y="48"/>
                          </a:lnTo>
                          <a:lnTo>
                            <a:pt x="203" y="38"/>
                          </a:lnTo>
                          <a:lnTo>
                            <a:pt x="179" y="29"/>
                          </a:lnTo>
                          <a:lnTo>
                            <a:pt x="155" y="21"/>
                          </a:lnTo>
                          <a:lnTo>
                            <a:pt x="129" y="15"/>
                          </a:lnTo>
                          <a:lnTo>
                            <a:pt x="105" y="10"/>
                          </a:lnTo>
                          <a:lnTo>
                            <a:pt x="79" y="6"/>
                          </a:lnTo>
                          <a:lnTo>
                            <a:pt x="53" y="2"/>
                          </a:lnTo>
                          <a:lnTo>
                            <a:pt x="26" y="0"/>
                          </a:lnTo>
                          <a:lnTo>
                            <a:pt x="0" y="1"/>
                          </a:lnTo>
                          <a:lnTo>
                            <a:pt x="3" y="187"/>
                          </a:lnTo>
                          <a:lnTo>
                            <a:pt x="21" y="188"/>
                          </a:lnTo>
                          <a:lnTo>
                            <a:pt x="37" y="189"/>
                          </a:lnTo>
                          <a:lnTo>
                            <a:pt x="54" y="190"/>
                          </a:lnTo>
                          <a:lnTo>
                            <a:pt x="70" y="193"/>
                          </a:lnTo>
                          <a:lnTo>
                            <a:pt x="87" y="196"/>
                          </a:lnTo>
                          <a:lnTo>
                            <a:pt x="103" y="201"/>
                          </a:lnTo>
                          <a:lnTo>
                            <a:pt x="118" y="206"/>
                          </a:lnTo>
                          <a:lnTo>
                            <a:pt x="133" y="211"/>
                          </a:lnTo>
                          <a:lnTo>
                            <a:pt x="147" y="218"/>
                          </a:lnTo>
                          <a:lnTo>
                            <a:pt x="162" y="225"/>
                          </a:lnTo>
                          <a:lnTo>
                            <a:pt x="177" y="233"/>
                          </a:lnTo>
                          <a:lnTo>
                            <a:pt x="190" y="241"/>
                          </a:lnTo>
                          <a:lnTo>
                            <a:pt x="204" y="250"/>
                          </a:lnTo>
                          <a:lnTo>
                            <a:pt x="216" y="260"/>
                          </a:lnTo>
                          <a:lnTo>
                            <a:pt x="229" y="270"/>
                          </a:lnTo>
                          <a:lnTo>
                            <a:pt x="241" y="281"/>
                          </a:lnTo>
                          <a:lnTo>
                            <a:pt x="251" y="292"/>
                          </a:lnTo>
                          <a:lnTo>
                            <a:pt x="262" y="304"/>
                          </a:lnTo>
                          <a:lnTo>
                            <a:pt x="273" y="316"/>
                          </a:lnTo>
                          <a:lnTo>
                            <a:pt x="282" y="329"/>
                          </a:lnTo>
                          <a:lnTo>
                            <a:pt x="291" y="343"/>
                          </a:lnTo>
                          <a:lnTo>
                            <a:pt x="299" y="357"/>
                          </a:lnTo>
                          <a:lnTo>
                            <a:pt x="307" y="370"/>
                          </a:lnTo>
                          <a:lnTo>
                            <a:pt x="314" y="385"/>
                          </a:lnTo>
                          <a:lnTo>
                            <a:pt x="320" y="400"/>
                          </a:lnTo>
                          <a:lnTo>
                            <a:pt x="326" y="416"/>
                          </a:lnTo>
                          <a:lnTo>
                            <a:pt x="330" y="431"/>
                          </a:lnTo>
                          <a:lnTo>
                            <a:pt x="334" y="448"/>
                          </a:lnTo>
                          <a:lnTo>
                            <a:pt x="337" y="464"/>
                          </a:lnTo>
                          <a:lnTo>
                            <a:pt x="339" y="480"/>
                          </a:lnTo>
                          <a:lnTo>
                            <a:pt x="342" y="497"/>
                          </a:lnTo>
                          <a:lnTo>
                            <a:pt x="343" y="514"/>
                          </a:lnTo>
                          <a:lnTo>
                            <a:pt x="530" y="511"/>
                          </a:lnTo>
                          <a:close/>
                        </a:path>
                      </a:pathLst>
                    </a:custGeom>
                    <a:solidFill>
                      <a:srgbClr val="EF2B2F"/>
                    </a:solidFill>
                    <a:ln>
                      <a:noFill/>
                    </a:ln>
                  </p:spPr>
                  <p:txBody>
                    <a:bodyPr/>
                    <a:lstStyle/>
                    <a:p>
                      <a:pPr>
                        <a:defRPr/>
                      </a:pPr>
                      <a:endParaRPr lang="en-US" sz="1050">
                        <a:latin typeface="+mj-lt"/>
                      </a:endParaRPr>
                    </a:p>
                  </p:txBody>
                </p:sp>
                <p:sp>
                  <p:nvSpPr>
                    <p:cNvPr id="41293" name="Freeform 759">
                      <a:extLst>
                        <a:ext uri="{FF2B5EF4-FFF2-40B4-BE49-F238E27FC236}">
                          <a16:creationId xmlns="" xmlns:a16="http://schemas.microsoft.com/office/drawing/2014/main" id="{1456625C-0F9C-8BF8-D75C-BD7561B7F76A}"/>
                        </a:ext>
                      </a:extLst>
                    </p:cNvPr>
                    <p:cNvSpPr>
                      <a:spLocks/>
                    </p:cNvSpPr>
                    <p:nvPr/>
                  </p:nvSpPr>
                  <p:spPr bwMode="auto">
                    <a:xfrm>
                      <a:off x="3283" y="2262"/>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3" y="529"/>
                          </a:moveTo>
                          <a:lnTo>
                            <a:pt x="3" y="529"/>
                          </a:lnTo>
                          <a:lnTo>
                            <a:pt x="29" y="528"/>
                          </a:lnTo>
                          <a:lnTo>
                            <a:pt x="56" y="526"/>
                          </a:lnTo>
                          <a:lnTo>
                            <a:pt x="81" y="521"/>
                          </a:lnTo>
                          <a:lnTo>
                            <a:pt x="107" y="516"/>
                          </a:lnTo>
                          <a:lnTo>
                            <a:pt x="132" y="510"/>
                          </a:lnTo>
                          <a:lnTo>
                            <a:pt x="157" y="502"/>
                          </a:lnTo>
                          <a:lnTo>
                            <a:pt x="181" y="494"/>
                          </a:lnTo>
                          <a:lnTo>
                            <a:pt x="205" y="484"/>
                          </a:lnTo>
                          <a:lnTo>
                            <a:pt x="227" y="474"/>
                          </a:lnTo>
                          <a:lnTo>
                            <a:pt x="249" y="461"/>
                          </a:lnTo>
                          <a:lnTo>
                            <a:pt x="271" y="448"/>
                          </a:lnTo>
                          <a:lnTo>
                            <a:pt x="292" y="434"/>
                          </a:lnTo>
                          <a:lnTo>
                            <a:pt x="312" y="420"/>
                          </a:lnTo>
                          <a:lnTo>
                            <a:pt x="331" y="404"/>
                          </a:lnTo>
                          <a:lnTo>
                            <a:pt x="350" y="388"/>
                          </a:lnTo>
                          <a:lnTo>
                            <a:pt x="368" y="370"/>
                          </a:lnTo>
                          <a:lnTo>
                            <a:pt x="384" y="352"/>
                          </a:lnTo>
                          <a:lnTo>
                            <a:pt x="400" y="333"/>
                          </a:lnTo>
                          <a:lnTo>
                            <a:pt x="416" y="312"/>
                          </a:lnTo>
                          <a:lnTo>
                            <a:pt x="430" y="291"/>
                          </a:lnTo>
                          <a:lnTo>
                            <a:pt x="442" y="270"/>
                          </a:lnTo>
                          <a:lnTo>
                            <a:pt x="455" y="249"/>
                          </a:lnTo>
                          <a:lnTo>
                            <a:pt x="466" y="225"/>
                          </a:lnTo>
                          <a:lnTo>
                            <a:pt x="476" y="202"/>
                          </a:lnTo>
                          <a:lnTo>
                            <a:pt x="485" y="179"/>
                          </a:lnTo>
                          <a:lnTo>
                            <a:pt x="492" y="154"/>
                          </a:lnTo>
                          <a:lnTo>
                            <a:pt x="500" y="130"/>
                          </a:lnTo>
                          <a:lnTo>
                            <a:pt x="505" y="105"/>
                          </a:lnTo>
                          <a:lnTo>
                            <a:pt x="508" y="79"/>
                          </a:lnTo>
                          <a:lnTo>
                            <a:pt x="511" y="53"/>
                          </a:lnTo>
                          <a:lnTo>
                            <a:pt x="514" y="26"/>
                          </a:lnTo>
                          <a:lnTo>
                            <a:pt x="514" y="0"/>
                          </a:lnTo>
                          <a:lnTo>
                            <a:pt x="327" y="3"/>
                          </a:lnTo>
                          <a:lnTo>
                            <a:pt x="326" y="21"/>
                          </a:lnTo>
                          <a:lnTo>
                            <a:pt x="326" y="38"/>
                          </a:lnTo>
                          <a:lnTo>
                            <a:pt x="323" y="54"/>
                          </a:lnTo>
                          <a:lnTo>
                            <a:pt x="321" y="71"/>
                          </a:lnTo>
                          <a:lnTo>
                            <a:pt x="317" y="87"/>
                          </a:lnTo>
                          <a:lnTo>
                            <a:pt x="313" y="102"/>
                          </a:lnTo>
                          <a:lnTo>
                            <a:pt x="309" y="118"/>
                          </a:lnTo>
                          <a:lnTo>
                            <a:pt x="302" y="133"/>
                          </a:lnTo>
                          <a:lnTo>
                            <a:pt x="296" y="148"/>
                          </a:lnTo>
                          <a:lnTo>
                            <a:pt x="288" y="162"/>
                          </a:lnTo>
                          <a:lnTo>
                            <a:pt x="281" y="177"/>
                          </a:lnTo>
                          <a:lnTo>
                            <a:pt x="273" y="190"/>
                          </a:lnTo>
                          <a:lnTo>
                            <a:pt x="264" y="203"/>
                          </a:lnTo>
                          <a:lnTo>
                            <a:pt x="254" y="216"/>
                          </a:lnTo>
                          <a:lnTo>
                            <a:pt x="244" y="229"/>
                          </a:lnTo>
                          <a:lnTo>
                            <a:pt x="233" y="240"/>
                          </a:lnTo>
                          <a:lnTo>
                            <a:pt x="222" y="251"/>
                          </a:lnTo>
                          <a:lnTo>
                            <a:pt x="210" y="262"/>
                          </a:lnTo>
                          <a:lnTo>
                            <a:pt x="197" y="272"/>
                          </a:lnTo>
                          <a:lnTo>
                            <a:pt x="184" y="282"/>
                          </a:lnTo>
                          <a:lnTo>
                            <a:pt x="171" y="290"/>
                          </a:lnTo>
                          <a:lnTo>
                            <a:pt x="157" y="299"/>
                          </a:lnTo>
                          <a:lnTo>
                            <a:pt x="143" y="306"/>
                          </a:lnTo>
                          <a:lnTo>
                            <a:pt x="128" y="314"/>
                          </a:lnTo>
                          <a:lnTo>
                            <a:pt x="113" y="320"/>
                          </a:lnTo>
                          <a:lnTo>
                            <a:pt x="98" y="325"/>
                          </a:lnTo>
                          <a:lnTo>
                            <a:pt x="82" y="331"/>
                          </a:lnTo>
                          <a:lnTo>
                            <a:pt x="66" y="334"/>
                          </a:lnTo>
                          <a:lnTo>
                            <a:pt x="50" y="337"/>
                          </a:lnTo>
                          <a:lnTo>
                            <a:pt x="34" y="340"/>
                          </a:lnTo>
                          <a:lnTo>
                            <a:pt x="17" y="341"/>
                          </a:lnTo>
                          <a:lnTo>
                            <a:pt x="0" y="342"/>
                          </a:lnTo>
                          <a:lnTo>
                            <a:pt x="3" y="529"/>
                          </a:lnTo>
                          <a:close/>
                        </a:path>
                      </a:pathLst>
                    </a:custGeom>
                    <a:solidFill>
                      <a:srgbClr val="EF2B2F"/>
                    </a:solidFill>
                    <a:ln>
                      <a:noFill/>
                    </a:ln>
                  </p:spPr>
                  <p:txBody>
                    <a:bodyPr/>
                    <a:lstStyle/>
                    <a:p>
                      <a:pPr>
                        <a:defRPr/>
                      </a:pPr>
                      <a:endParaRPr lang="en-US" sz="1050">
                        <a:latin typeface="+mj-lt"/>
                      </a:endParaRPr>
                    </a:p>
                  </p:txBody>
                </p:sp>
                <p:sp>
                  <p:nvSpPr>
                    <p:cNvPr id="41294" name="Freeform 760">
                      <a:extLst>
                        <a:ext uri="{FF2B5EF4-FFF2-40B4-BE49-F238E27FC236}">
                          <a16:creationId xmlns="" xmlns:a16="http://schemas.microsoft.com/office/drawing/2014/main" id="{7F13008A-62BD-EFF5-4FFB-5E6FDF6886B2}"/>
                        </a:ext>
                      </a:extLst>
                    </p:cNvPr>
                    <p:cNvSpPr>
                      <a:spLocks/>
                    </p:cNvSpPr>
                    <p:nvPr/>
                  </p:nvSpPr>
                  <p:spPr bwMode="auto">
                    <a:xfrm>
                      <a:off x="3195" y="2266"/>
                      <a:ext cx="92" cy="84"/>
                    </a:xfrm>
                    <a:custGeom>
                      <a:avLst/>
                      <a:gdLst>
                        <a:gd name="T0" fmla="*/ 0 w 530"/>
                        <a:gd name="T1" fmla="*/ 0 h 514"/>
                        <a:gd name="T2" fmla="*/ 0 w 530"/>
                        <a:gd name="T3" fmla="*/ 0 h 514"/>
                        <a:gd name="T4" fmla="*/ 0 w 530"/>
                        <a:gd name="T5" fmla="*/ 0 h 514"/>
                        <a:gd name="T6" fmla="*/ 0 w 530"/>
                        <a:gd name="T7" fmla="*/ 0 h 514"/>
                        <a:gd name="T8" fmla="*/ 0 w 530"/>
                        <a:gd name="T9" fmla="*/ 0 h 514"/>
                        <a:gd name="T10" fmla="*/ 0 w 530"/>
                        <a:gd name="T11" fmla="*/ 0 h 514"/>
                        <a:gd name="T12" fmla="*/ 0 w 530"/>
                        <a:gd name="T13" fmla="*/ 0 h 514"/>
                        <a:gd name="T14" fmla="*/ 0 w 530"/>
                        <a:gd name="T15" fmla="*/ 0 h 514"/>
                        <a:gd name="T16" fmla="*/ 0 w 530"/>
                        <a:gd name="T17" fmla="*/ 0 h 514"/>
                        <a:gd name="T18" fmla="*/ 0 w 530"/>
                        <a:gd name="T19" fmla="*/ 0 h 514"/>
                        <a:gd name="T20" fmla="*/ 0 w 530"/>
                        <a:gd name="T21" fmla="*/ 0 h 514"/>
                        <a:gd name="T22" fmla="*/ 0 w 530"/>
                        <a:gd name="T23" fmla="*/ 0 h 514"/>
                        <a:gd name="T24" fmla="*/ 0 w 530"/>
                        <a:gd name="T25" fmla="*/ 0 h 514"/>
                        <a:gd name="T26" fmla="*/ 0 w 530"/>
                        <a:gd name="T27" fmla="*/ 0 h 514"/>
                        <a:gd name="T28" fmla="*/ 0 w 530"/>
                        <a:gd name="T29" fmla="*/ 0 h 514"/>
                        <a:gd name="T30" fmla="*/ 0 w 530"/>
                        <a:gd name="T31" fmla="*/ 0 h 514"/>
                        <a:gd name="T32" fmla="*/ 0 w 530"/>
                        <a:gd name="T33" fmla="*/ 0 h 514"/>
                        <a:gd name="T34" fmla="*/ 0 w 530"/>
                        <a:gd name="T35" fmla="*/ 0 h 514"/>
                        <a:gd name="T36" fmla="*/ 0 w 530"/>
                        <a:gd name="T37" fmla="*/ 0 h 514"/>
                        <a:gd name="T38" fmla="*/ 0 w 530"/>
                        <a:gd name="T39" fmla="*/ 0 h 514"/>
                        <a:gd name="T40" fmla="*/ 0 w 530"/>
                        <a:gd name="T41" fmla="*/ 0 h 514"/>
                        <a:gd name="T42" fmla="*/ 0 w 530"/>
                        <a:gd name="T43" fmla="*/ 0 h 514"/>
                        <a:gd name="T44" fmla="*/ 0 w 530"/>
                        <a:gd name="T45" fmla="*/ 0 h 514"/>
                        <a:gd name="T46" fmla="*/ 0 w 530"/>
                        <a:gd name="T47" fmla="*/ 0 h 514"/>
                        <a:gd name="T48" fmla="*/ 0 w 530"/>
                        <a:gd name="T49" fmla="*/ 0 h 514"/>
                        <a:gd name="T50" fmla="*/ 0 w 530"/>
                        <a:gd name="T51" fmla="*/ 0 h 514"/>
                        <a:gd name="T52" fmla="*/ 0 w 530"/>
                        <a:gd name="T53" fmla="*/ 0 h 514"/>
                        <a:gd name="T54" fmla="*/ 0 w 530"/>
                        <a:gd name="T55" fmla="*/ 0 h 514"/>
                        <a:gd name="T56" fmla="*/ 0 w 530"/>
                        <a:gd name="T57" fmla="*/ 0 h 514"/>
                        <a:gd name="T58" fmla="*/ 0 w 530"/>
                        <a:gd name="T59" fmla="*/ 0 h 514"/>
                        <a:gd name="T60" fmla="*/ 0 w 530"/>
                        <a:gd name="T61" fmla="*/ 0 h 514"/>
                        <a:gd name="T62" fmla="*/ 0 w 530"/>
                        <a:gd name="T63" fmla="*/ 0 h 514"/>
                        <a:gd name="T64" fmla="*/ 0 w 530"/>
                        <a:gd name="T65" fmla="*/ 0 h 514"/>
                        <a:gd name="T66" fmla="*/ 0 w 530"/>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4"/>
                        <a:gd name="T104" fmla="*/ 530 w 530"/>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4">
                          <a:moveTo>
                            <a:pt x="0" y="4"/>
                          </a:moveTo>
                          <a:lnTo>
                            <a:pt x="0" y="4"/>
                          </a:lnTo>
                          <a:lnTo>
                            <a:pt x="1" y="30"/>
                          </a:lnTo>
                          <a:lnTo>
                            <a:pt x="4" y="57"/>
                          </a:lnTo>
                          <a:lnTo>
                            <a:pt x="7" y="82"/>
                          </a:lnTo>
                          <a:lnTo>
                            <a:pt x="13" y="109"/>
                          </a:lnTo>
                          <a:lnTo>
                            <a:pt x="19" y="133"/>
                          </a:lnTo>
                          <a:lnTo>
                            <a:pt x="26" y="157"/>
                          </a:lnTo>
                          <a:lnTo>
                            <a:pt x="35" y="182"/>
                          </a:lnTo>
                          <a:lnTo>
                            <a:pt x="44" y="205"/>
                          </a:lnTo>
                          <a:lnTo>
                            <a:pt x="56" y="227"/>
                          </a:lnTo>
                          <a:lnTo>
                            <a:pt x="68" y="250"/>
                          </a:lnTo>
                          <a:lnTo>
                            <a:pt x="81" y="272"/>
                          </a:lnTo>
                          <a:lnTo>
                            <a:pt x="94" y="292"/>
                          </a:lnTo>
                          <a:lnTo>
                            <a:pt x="109" y="312"/>
                          </a:lnTo>
                          <a:lnTo>
                            <a:pt x="125" y="331"/>
                          </a:lnTo>
                          <a:lnTo>
                            <a:pt x="142" y="351"/>
                          </a:lnTo>
                          <a:lnTo>
                            <a:pt x="159" y="369"/>
                          </a:lnTo>
                          <a:lnTo>
                            <a:pt x="177" y="386"/>
                          </a:lnTo>
                          <a:lnTo>
                            <a:pt x="197" y="401"/>
                          </a:lnTo>
                          <a:lnTo>
                            <a:pt x="216" y="416"/>
                          </a:lnTo>
                          <a:lnTo>
                            <a:pt x="238" y="430"/>
                          </a:lnTo>
                          <a:lnTo>
                            <a:pt x="259" y="444"/>
                          </a:lnTo>
                          <a:lnTo>
                            <a:pt x="281" y="456"/>
                          </a:lnTo>
                          <a:lnTo>
                            <a:pt x="304" y="466"/>
                          </a:lnTo>
                          <a:lnTo>
                            <a:pt x="327" y="477"/>
                          </a:lnTo>
                          <a:lnTo>
                            <a:pt x="350" y="485"/>
                          </a:lnTo>
                          <a:lnTo>
                            <a:pt x="375" y="493"/>
                          </a:lnTo>
                          <a:lnTo>
                            <a:pt x="400" y="500"/>
                          </a:lnTo>
                          <a:lnTo>
                            <a:pt x="426" y="505"/>
                          </a:lnTo>
                          <a:lnTo>
                            <a:pt x="451" y="510"/>
                          </a:lnTo>
                          <a:lnTo>
                            <a:pt x="477" y="513"/>
                          </a:lnTo>
                          <a:lnTo>
                            <a:pt x="503" y="514"/>
                          </a:lnTo>
                          <a:lnTo>
                            <a:pt x="530" y="514"/>
                          </a:lnTo>
                          <a:lnTo>
                            <a:pt x="527" y="327"/>
                          </a:lnTo>
                          <a:lnTo>
                            <a:pt x="509" y="327"/>
                          </a:lnTo>
                          <a:lnTo>
                            <a:pt x="493" y="326"/>
                          </a:lnTo>
                          <a:lnTo>
                            <a:pt x="476" y="324"/>
                          </a:lnTo>
                          <a:lnTo>
                            <a:pt x="459" y="322"/>
                          </a:lnTo>
                          <a:lnTo>
                            <a:pt x="443" y="318"/>
                          </a:lnTo>
                          <a:lnTo>
                            <a:pt x="427" y="314"/>
                          </a:lnTo>
                          <a:lnTo>
                            <a:pt x="412" y="309"/>
                          </a:lnTo>
                          <a:lnTo>
                            <a:pt x="396" y="303"/>
                          </a:lnTo>
                          <a:lnTo>
                            <a:pt x="381" y="296"/>
                          </a:lnTo>
                          <a:lnTo>
                            <a:pt x="367" y="290"/>
                          </a:lnTo>
                          <a:lnTo>
                            <a:pt x="353" y="282"/>
                          </a:lnTo>
                          <a:lnTo>
                            <a:pt x="340" y="274"/>
                          </a:lnTo>
                          <a:lnTo>
                            <a:pt x="326" y="265"/>
                          </a:lnTo>
                          <a:lnTo>
                            <a:pt x="313" y="255"/>
                          </a:lnTo>
                          <a:lnTo>
                            <a:pt x="301" y="244"/>
                          </a:lnTo>
                          <a:lnTo>
                            <a:pt x="289" y="234"/>
                          </a:lnTo>
                          <a:lnTo>
                            <a:pt x="278" y="222"/>
                          </a:lnTo>
                          <a:lnTo>
                            <a:pt x="267" y="210"/>
                          </a:lnTo>
                          <a:lnTo>
                            <a:pt x="257" y="198"/>
                          </a:lnTo>
                          <a:lnTo>
                            <a:pt x="247" y="185"/>
                          </a:lnTo>
                          <a:lnTo>
                            <a:pt x="239" y="171"/>
                          </a:lnTo>
                          <a:lnTo>
                            <a:pt x="230" y="158"/>
                          </a:lnTo>
                          <a:lnTo>
                            <a:pt x="223" y="144"/>
                          </a:lnTo>
                          <a:lnTo>
                            <a:pt x="215" y="129"/>
                          </a:lnTo>
                          <a:lnTo>
                            <a:pt x="209" y="114"/>
                          </a:lnTo>
                          <a:lnTo>
                            <a:pt x="204" y="99"/>
                          </a:lnTo>
                          <a:lnTo>
                            <a:pt x="199" y="83"/>
                          </a:lnTo>
                          <a:lnTo>
                            <a:pt x="195" y="67"/>
                          </a:lnTo>
                          <a:lnTo>
                            <a:pt x="192" y="51"/>
                          </a:lnTo>
                          <a:lnTo>
                            <a:pt x="190" y="34"/>
                          </a:lnTo>
                          <a:lnTo>
                            <a:pt x="188" y="17"/>
                          </a:lnTo>
                          <a:lnTo>
                            <a:pt x="187" y="0"/>
                          </a:lnTo>
                          <a:lnTo>
                            <a:pt x="0" y="4"/>
                          </a:lnTo>
                          <a:close/>
                        </a:path>
                      </a:pathLst>
                    </a:custGeom>
                    <a:solidFill>
                      <a:srgbClr val="EF2B2F"/>
                    </a:solidFill>
                    <a:ln>
                      <a:noFill/>
                    </a:ln>
                  </p:spPr>
                  <p:txBody>
                    <a:bodyPr/>
                    <a:lstStyle/>
                    <a:p>
                      <a:pPr>
                        <a:defRPr/>
                      </a:pPr>
                      <a:endParaRPr lang="en-US" sz="1050">
                        <a:latin typeface="+mj-lt"/>
                      </a:endParaRPr>
                    </a:p>
                  </p:txBody>
                </p:sp>
                <p:sp>
                  <p:nvSpPr>
                    <p:cNvPr id="41295" name="Freeform 761">
                      <a:extLst>
                        <a:ext uri="{FF2B5EF4-FFF2-40B4-BE49-F238E27FC236}">
                          <a16:creationId xmlns="" xmlns:a16="http://schemas.microsoft.com/office/drawing/2014/main" id="{B1FEABA7-545D-3A9E-BB5C-D4D885116361}"/>
                        </a:ext>
                      </a:extLst>
                    </p:cNvPr>
                    <p:cNvSpPr>
                      <a:spLocks/>
                    </p:cNvSpPr>
                    <p:nvPr/>
                  </p:nvSpPr>
                  <p:spPr bwMode="auto">
                    <a:xfrm>
                      <a:off x="3195" y="2178"/>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4" y="0"/>
                          </a:lnTo>
                          <a:lnTo>
                            <a:pt x="458" y="3"/>
                          </a:lnTo>
                          <a:lnTo>
                            <a:pt x="432" y="7"/>
                          </a:lnTo>
                          <a:lnTo>
                            <a:pt x="407" y="12"/>
                          </a:lnTo>
                          <a:lnTo>
                            <a:pt x="381" y="18"/>
                          </a:lnTo>
                          <a:lnTo>
                            <a:pt x="357" y="26"/>
                          </a:lnTo>
                          <a:lnTo>
                            <a:pt x="333" y="34"/>
                          </a:lnTo>
                          <a:lnTo>
                            <a:pt x="309" y="45"/>
                          </a:lnTo>
                          <a:lnTo>
                            <a:pt x="287" y="55"/>
                          </a:lnTo>
                          <a:lnTo>
                            <a:pt x="264" y="67"/>
                          </a:lnTo>
                          <a:lnTo>
                            <a:pt x="242" y="80"/>
                          </a:lnTo>
                          <a:lnTo>
                            <a:pt x="222" y="94"/>
                          </a:lnTo>
                          <a:lnTo>
                            <a:pt x="202" y="108"/>
                          </a:lnTo>
                          <a:lnTo>
                            <a:pt x="183" y="124"/>
                          </a:lnTo>
                          <a:lnTo>
                            <a:pt x="163" y="141"/>
                          </a:lnTo>
                          <a:lnTo>
                            <a:pt x="146" y="159"/>
                          </a:lnTo>
                          <a:lnTo>
                            <a:pt x="129" y="177"/>
                          </a:lnTo>
                          <a:lnTo>
                            <a:pt x="113" y="197"/>
                          </a:lnTo>
                          <a:lnTo>
                            <a:pt x="98" y="217"/>
                          </a:lnTo>
                          <a:lnTo>
                            <a:pt x="84" y="237"/>
                          </a:lnTo>
                          <a:lnTo>
                            <a:pt x="71" y="258"/>
                          </a:lnTo>
                          <a:lnTo>
                            <a:pt x="58" y="280"/>
                          </a:lnTo>
                          <a:lnTo>
                            <a:pt x="48" y="303"/>
                          </a:lnTo>
                          <a:lnTo>
                            <a:pt x="37" y="326"/>
                          </a:lnTo>
                          <a:lnTo>
                            <a:pt x="29" y="350"/>
                          </a:lnTo>
                          <a:lnTo>
                            <a:pt x="21" y="375"/>
                          </a:lnTo>
                          <a:lnTo>
                            <a:pt x="14" y="399"/>
                          </a:lnTo>
                          <a:lnTo>
                            <a:pt x="8" y="425"/>
                          </a:lnTo>
                          <a:lnTo>
                            <a:pt x="5" y="450"/>
                          </a:lnTo>
                          <a:lnTo>
                            <a:pt x="2" y="476"/>
                          </a:lnTo>
                          <a:lnTo>
                            <a:pt x="0" y="502"/>
                          </a:lnTo>
                          <a:lnTo>
                            <a:pt x="0" y="529"/>
                          </a:lnTo>
                          <a:lnTo>
                            <a:pt x="187" y="525"/>
                          </a:lnTo>
                          <a:lnTo>
                            <a:pt x="188" y="508"/>
                          </a:lnTo>
                          <a:lnTo>
                            <a:pt x="189" y="491"/>
                          </a:lnTo>
                          <a:lnTo>
                            <a:pt x="190" y="474"/>
                          </a:lnTo>
                          <a:lnTo>
                            <a:pt x="193" y="458"/>
                          </a:lnTo>
                          <a:lnTo>
                            <a:pt x="196" y="443"/>
                          </a:lnTo>
                          <a:lnTo>
                            <a:pt x="201" y="426"/>
                          </a:lnTo>
                          <a:lnTo>
                            <a:pt x="205" y="411"/>
                          </a:lnTo>
                          <a:lnTo>
                            <a:pt x="211" y="396"/>
                          </a:lnTo>
                          <a:lnTo>
                            <a:pt x="218" y="381"/>
                          </a:lnTo>
                          <a:lnTo>
                            <a:pt x="225" y="366"/>
                          </a:lnTo>
                          <a:lnTo>
                            <a:pt x="232" y="352"/>
                          </a:lnTo>
                          <a:lnTo>
                            <a:pt x="241" y="339"/>
                          </a:lnTo>
                          <a:lnTo>
                            <a:pt x="249" y="325"/>
                          </a:lnTo>
                          <a:lnTo>
                            <a:pt x="259" y="312"/>
                          </a:lnTo>
                          <a:lnTo>
                            <a:pt x="270" y="301"/>
                          </a:lnTo>
                          <a:lnTo>
                            <a:pt x="280" y="289"/>
                          </a:lnTo>
                          <a:lnTo>
                            <a:pt x="292" y="277"/>
                          </a:lnTo>
                          <a:lnTo>
                            <a:pt x="304" y="267"/>
                          </a:lnTo>
                          <a:lnTo>
                            <a:pt x="316" y="257"/>
                          </a:lnTo>
                          <a:lnTo>
                            <a:pt x="329" y="246"/>
                          </a:lnTo>
                          <a:lnTo>
                            <a:pt x="343" y="238"/>
                          </a:lnTo>
                          <a:lnTo>
                            <a:pt x="357" y="229"/>
                          </a:lnTo>
                          <a:lnTo>
                            <a:pt x="370" y="222"/>
                          </a:lnTo>
                          <a:lnTo>
                            <a:pt x="385" y="215"/>
                          </a:lnTo>
                          <a:lnTo>
                            <a:pt x="400" y="209"/>
                          </a:lnTo>
                          <a:lnTo>
                            <a:pt x="415" y="204"/>
                          </a:lnTo>
                          <a:lnTo>
                            <a:pt x="431" y="199"/>
                          </a:lnTo>
                          <a:lnTo>
                            <a:pt x="447" y="194"/>
                          </a:lnTo>
                          <a:lnTo>
                            <a:pt x="464" y="191"/>
                          </a:lnTo>
                          <a:lnTo>
                            <a:pt x="480" y="189"/>
                          </a:lnTo>
                          <a:lnTo>
                            <a:pt x="497" y="187"/>
                          </a:lnTo>
                          <a:lnTo>
                            <a:pt x="514" y="186"/>
                          </a:lnTo>
                          <a:lnTo>
                            <a:pt x="511" y="0"/>
                          </a:lnTo>
                          <a:close/>
                        </a:path>
                      </a:pathLst>
                    </a:custGeom>
                    <a:solidFill>
                      <a:srgbClr val="EF2B2F"/>
                    </a:solidFill>
                    <a:ln>
                      <a:noFill/>
                    </a:ln>
                  </p:spPr>
                  <p:txBody>
                    <a:bodyPr/>
                    <a:lstStyle/>
                    <a:p>
                      <a:pPr>
                        <a:defRPr/>
                      </a:pPr>
                      <a:endParaRPr lang="en-US" sz="1050">
                        <a:latin typeface="+mj-lt"/>
                      </a:endParaRPr>
                    </a:p>
                  </p:txBody>
                </p:sp>
                <p:sp>
                  <p:nvSpPr>
                    <p:cNvPr id="41296" name="Freeform 762">
                      <a:extLst>
                        <a:ext uri="{FF2B5EF4-FFF2-40B4-BE49-F238E27FC236}">
                          <a16:creationId xmlns="" xmlns:a16="http://schemas.microsoft.com/office/drawing/2014/main" id="{85A9E503-A025-ACD0-CE6D-F53C51B74FBE}"/>
                        </a:ext>
                      </a:extLst>
                    </p:cNvPr>
                    <p:cNvSpPr>
                      <a:spLocks/>
                    </p:cNvSpPr>
                    <p:nvPr/>
                  </p:nvSpPr>
                  <p:spPr bwMode="auto">
                    <a:xfrm>
                      <a:off x="3384" y="2282"/>
                      <a:ext cx="88" cy="88"/>
                    </a:xfrm>
                    <a:custGeom>
                      <a:avLst/>
                      <a:gdLst>
                        <a:gd name="T0" fmla="*/ 0 w 530"/>
                        <a:gd name="T1" fmla="*/ 0 h 513"/>
                        <a:gd name="T2" fmla="*/ 0 w 530"/>
                        <a:gd name="T3" fmla="*/ 0 h 513"/>
                        <a:gd name="T4" fmla="*/ 0 w 530"/>
                        <a:gd name="T5" fmla="*/ 0 h 513"/>
                        <a:gd name="T6" fmla="*/ 0 w 530"/>
                        <a:gd name="T7" fmla="*/ 0 h 513"/>
                        <a:gd name="T8" fmla="*/ 0 w 530"/>
                        <a:gd name="T9" fmla="*/ 0 h 513"/>
                        <a:gd name="T10" fmla="*/ 0 w 530"/>
                        <a:gd name="T11" fmla="*/ 0 h 513"/>
                        <a:gd name="T12" fmla="*/ 0 w 530"/>
                        <a:gd name="T13" fmla="*/ 0 h 513"/>
                        <a:gd name="T14" fmla="*/ 0 w 530"/>
                        <a:gd name="T15" fmla="*/ 0 h 513"/>
                        <a:gd name="T16" fmla="*/ 0 w 530"/>
                        <a:gd name="T17" fmla="*/ 0 h 513"/>
                        <a:gd name="T18" fmla="*/ 0 w 530"/>
                        <a:gd name="T19" fmla="*/ 0 h 513"/>
                        <a:gd name="T20" fmla="*/ 0 w 530"/>
                        <a:gd name="T21" fmla="*/ 0 h 513"/>
                        <a:gd name="T22" fmla="*/ 0 w 530"/>
                        <a:gd name="T23" fmla="*/ 0 h 513"/>
                        <a:gd name="T24" fmla="*/ 0 w 530"/>
                        <a:gd name="T25" fmla="*/ 0 h 513"/>
                        <a:gd name="T26" fmla="*/ 0 w 530"/>
                        <a:gd name="T27" fmla="*/ 0 h 513"/>
                        <a:gd name="T28" fmla="*/ 0 w 530"/>
                        <a:gd name="T29" fmla="*/ 0 h 513"/>
                        <a:gd name="T30" fmla="*/ 0 w 530"/>
                        <a:gd name="T31" fmla="*/ 0 h 513"/>
                        <a:gd name="T32" fmla="*/ 0 w 530"/>
                        <a:gd name="T33" fmla="*/ 0 h 513"/>
                        <a:gd name="T34" fmla="*/ 0 w 530"/>
                        <a:gd name="T35" fmla="*/ 0 h 513"/>
                        <a:gd name="T36" fmla="*/ 0 w 530"/>
                        <a:gd name="T37" fmla="*/ 0 h 513"/>
                        <a:gd name="T38" fmla="*/ 0 w 530"/>
                        <a:gd name="T39" fmla="*/ 0 h 513"/>
                        <a:gd name="T40" fmla="*/ 0 w 530"/>
                        <a:gd name="T41" fmla="*/ 0 h 513"/>
                        <a:gd name="T42" fmla="*/ 0 w 530"/>
                        <a:gd name="T43" fmla="*/ 0 h 513"/>
                        <a:gd name="T44" fmla="*/ 0 w 530"/>
                        <a:gd name="T45" fmla="*/ 0 h 513"/>
                        <a:gd name="T46" fmla="*/ 0 w 530"/>
                        <a:gd name="T47" fmla="*/ 0 h 513"/>
                        <a:gd name="T48" fmla="*/ 0 w 530"/>
                        <a:gd name="T49" fmla="*/ 0 h 513"/>
                        <a:gd name="T50" fmla="*/ 0 w 530"/>
                        <a:gd name="T51" fmla="*/ 0 h 513"/>
                        <a:gd name="T52" fmla="*/ 0 w 530"/>
                        <a:gd name="T53" fmla="*/ 0 h 513"/>
                        <a:gd name="T54" fmla="*/ 0 w 530"/>
                        <a:gd name="T55" fmla="*/ 0 h 513"/>
                        <a:gd name="T56" fmla="*/ 0 w 530"/>
                        <a:gd name="T57" fmla="*/ 0 h 513"/>
                        <a:gd name="T58" fmla="*/ 0 w 530"/>
                        <a:gd name="T59" fmla="*/ 0 h 513"/>
                        <a:gd name="T60" fmla="*/ 0 w 530"/>
                        <a:gd name="T61" fmla="*/ 0 h 513"/>
                        <a:gd name="T62" fmla="*/ 0 w 530"/>
                        <a:gd name="T63" fmla="*/ 0 h 513"/>
                        <a:gd name="T64" fmla="*/ 0 w 530"/>
                        <a:gd name="T65" fmla="*/ 0 h 513"/>
                        <a:gd name="T66" fmla="*/ 0 w 530"/>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3"/>
                        <a:gd name="T104" fmla="*/ 530 w 530"/>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3">
                          <a:moveTo>
                            <a:pt x="530" y="510"/>
                          </a:moveTo>
                          <a:lnTo>
                            <a:pt x="530" y="510"/>
                          </a:lnTo>
                          <a:lnTo>
                            <a:pt x="529" y="484"/>
                          </a:lnTo>
                          <a:lnTo>
                            <a:pt x="527" y="457"/>
                          </a:lnTo>
                          <a:lnTo>
                            <a:pt x="523" y="432"/>
                          </a:lnTo>
                          <a:lnTo>
                            <a:pt x="517" y="406"/>
                          </a:lnTo>
                          <a:lnTo>
                            <a:pt x="511" y="381"/>
                          </a:lnTo>
                          <a:lnTo>
                            <a:pt x="504" y="356"/>
                          </a:lnTo>
                          <a:lnTo>
                            <a:pt x="495" y="332"/>
                          </a:lnTo>
                          <a:lnTo>
                            <a:pt x="486" y="309"/>
                          </a:lnTo>
                          <a:lnTo>
                            <a:pt x="475" y="286"/>
                          </a:lnTo>
                          <a:lnTo>
                            <a:pt x="462" y="264"/>
                          </a:lnTo>
                          <a:lnTo>
                            <a:pt x="449" y="242"/>
                          </a:lnTo>
                          <a:lnTo>
                            <a:pt x="436" y="222"/>
                          </a:lnTo>
                          <a:lnTo>
                            <a:pt x="421" y="201"/>
                          </a:lnTo>
                          <a:lnTo>
                            <a:pt x="405" y="182"/>
                          </a:lnTo>
                          <a:lnTo>
                            <a:pt x="389" y="163"/>
                          </a:lnTo>
                          <a:lnTo>
                            <a:pt x="371" y="145"/>
                          </a:lnTo>
                          <a:lnTo>
                            <a:pt x="353" y="129"/>
                          </a:lnTo>
                          <a:lnTo>
                            <a:pt x="334" y="113"/>
                          </a:lnTo>
                          <a:lnTo>
                            <a:pt x="313" y="99"/>
                          </a:lnTo>
                          <a:lnTo>
                            <a:pt x="292" y="84"/>
                          </a:lnTo>
                          <a:lnTo>
                            <a:pt x="271" y="71"/>
                          </a:lnTo>
                          <a:lnTo>
                            <a:pt x="250" y="58"/>
                          </a:lnTo>
                          <a:lnTo>
                            <a:pt x="226" y="48"/>
                          </a:lnTo>
                          <a:lnTo>
                            <a:pt x="203" y="37"/>
                          </a:lnTo>
                          <a:lnTo>
                            <a:pt x="180" y="29"/>
                          </a:lnTo>
                          <a:lnTo>
                            <a:pt x="155" y="21"/>
                          </a:lnTo>
                          <a:lnTo>
                            <a:pt x="131" y="14"/>
                          </a:lnTo>
                          <a:lnTo>
                            <a:pt x="105" y="8"/>
                          </a:lnTo>
                          <a:lnTo>
                            <a:pt x="80" y="5"/>
                          </a:lnTo>
                          <a:lnTo>
                            <a:pt x="53" y="2"/>
                          </a:lnTo>
                          <a:lnTo>
                            <a:pt x="27" y="0"/>
                          </a:lnTo>
                          <a:lnTo>
                            <a:pt x="0" y="0"/>
                          </a:lnTo>
                          <a:lnTo>
                            <a:pt x="3" y="187"/>
                          </a:lnTo>
                          <a:lnTo>
                            <a:pt x="21" y="188"/>
                          </a:lnTo>
                          <a:lnTo>
                            <a:pt x="38" y="189"/>
                          </a:lnTo>
                          <a:lnTo>
                            <a:pt x="54" y="190"/>
                          </a:lnTo>
                          <a:lnTo>
                            <a:pt x="71" y="193"/>
                          </a:lnTo>
                          <a:lnTo>
                            <a:pt x="87" y="196"/>
                          </a:lnTo>
                          <a:lnTo>
                            <a:pt x="103" y="200"/>
                          </a:lnTo>
                          <a:lnTo>
                            <a:pt x="119" y="205"/>
                          </a:lnTo>
                          <a:lnTo>
                            <a:pt x="134" y="211"/>
                          </a:lnTo>
                          <a:lnTo>
                            <a:pt x="149" y="217"/>
                          </a:lnTo>
                          <a:lnTo>
                            <a:pt x="163" y="225"/>
                          </a:lnTo>
                          <a:lnTo>
                            <a:pt x="178" y="232"/>
                          </a:lnTo>
                          <a:lnTo>
                            <a:pt x="191" y="241"/>
                          </a:lnTo>
                          <a:lnTo>
                            <a:pt x="204" y="249"/>
                          </a:lnTo>
                          <a:lnTo>
                            <a:pt x="217" y="259"/>
                          </a:lnTo>
                          <a:lnTo>
                            <a:pt x="230" y="269"/>
                          </a:lnTo>
                          <a:lnTo>
                            <a:pt x="241" y="280"/>
                          </a:lnTo>
                          <a:lnTo>
                            <a:pt x="252" y="292"/>
                          </a:lnTo>
                          <a:lnTo>
                            <a:pt x="262" y="303"/>
                          </a:lnTo>
                          <a:lnTo>
                            <a:pt x="273" y="316"/>
                          </a:lnTo>
                          <a:lnTo>
                            <a:pt x="283" y="329"/>
                          </a:lnTo>
                          <a:lnTo>
                            <a:pt x="291" y="343"/>
                          </a:lnTo>
                          <a:lnTo>
                            <a:pt x="300" y="356"/>
                          </a:lnTo>
                          <a:lnTo>
                            <a:pt x="307" y="370"/>
                          </a:lnTo>
                          <a:lnTo>
                            <a:pt x="315" y="385"/>
                          </a:lnTo>
                          <a:lnTo>
                            <a:pt x="321" y="400"/>
                          </a:lnTo>
                          <a:lnTo>
                            <a:pt x="326" y="415"/>
                          </a:lnTo>
                          <a:lnTo>
                            <a:pt x="332" y="431"/>
                          </a:lnTo>
                          <a:lnTo>
                            <a:pt x="335" y="447"/>
                          </a:lnTo>
                          <a:lnTo>
                            <a:pt x="338" y="464"/>
                          </a:lnTo>
                          <a:lnTo>
                            <a:pt x="341" y="479"/>
                          </a:lnTo>
                          <a:lnTo>
                            <a:pt x="342" y="496"/>
                          </a:lnTo>
                          <a:lnTo>
                            <a:pt x="343" y="513"/>
                          </a:lnTo>
                          <a:lnTo>
                            <a:pt x="530" y="510"/>
                          </a:lnTo>
                          <a:close/>
                        </a:path>
                      </a:pathLst>
                    </a:custGeom>
                    <a:solidFill>
                      <a:srgbClr val="EF2B2F"/>
                    </a:solidFill>
                    <a:ln>
                      <a:noFill/>
                    </a:ln>
                  </p:spPr>
                  <p:txBody>
                    <a:bodyPr/>
                    <a:lstStyle/>
                    <a:p>
                      <a:pPr>
                        <a:defRPr/>
                      </a:pPr>
                      <a:endParaRPr lang="en-US" sz="1050">
                        <a:latin typeface="+mj-lt"/>
                      </a:endParaRPr>
                    </a:p>
                  </p:txBody>
                </p:sp>
                <p:sp>
                  <p:nvSpPr>
                    <p:cNvPr id="41297" name="Freeform 763">
                      <a:extLst>
                        <a:ext uri="{FF2B5EF4-FFF2-40B4-BE49-F238E27FC236}">
                          <a16:creationId xmlns="" xmlns:a16="http://schemas.microsoft.com/office/drawing/2014/main" id="{CA3E6D2D-CDF0-ACDA-F7F7-2B1E7889C6D0}"/>
                        </a:ext>
                      </a:extLst>
                    </p:cNvPr>
                    <p:cNvSpPr>
                      <a:spLocks/>
                    </p:cNvSpPr>
                    <p:nvPr/>
                  </p:nvSpPr>
                  <p:spPr bwMode="auto">
                    <a:xfrm>
                      <a:off x="3388" y="2369"/>
                      <a:ext cx="84" cy="88"/>
                    </a:xfrm>
                    <a:custGeom>
                      <a:avLst/>
                      <a:gdLst>
                        <a:gd name="T0" fmla="*/ 0 w 514"/>
                        <a:gd name="T1" fmla="*/ 0 h 530"/>
                        <a:gd name="T2" fmla="*/ 0 w 514"/>
                        <a:gd name="T3" fmla="*/ 0 h 530"/>
                        <a:gd name="T4" fmla="*/ 0 w 514"/>
                        <a:gd name="T5" fmla="*/ 0 h 530"/>
                        <a:gd name="T6" fmla="*/ 0 w 514"/>
                        <a:gd name="T7" fmla="*/ 0 h 530"/>
                        <a:gd name="T8" fmla="*/ 0 w 514"/>
                        <a:gd name="T9" fmla="*/ 0 h 530"/>
                        <a:gd name="T10" fmla="*/ 0 w 514"/>
                        <a:gd name="T11" fmla="*/ 0 h 530"/>
                        <a:gd name="T12" fmla="*/ 0 w 514"/>
                        <a:gd name="T13" fmla="*/ 0 h 530"/>
                        <a:gd name="T14" fmla="*/ 0 w 514"/>
                        <a:gd name="T15" fmla="*/ 0 h 530"/>
                        <a:gd name="T16" fmla="*/ 0 w 514"/>
                        <a:gd name="T17" fmla="*/ 0 h 530"/>
                        <a:gd name="T18" fmla="*/ 0 w 514"/>
                        <a:gd name="T19" fmla="*/ 0 h 530"/>
                        <a:gd name="T20" fmla="*/ 0 w 514"/>
                        <a:gd name="T21" fmla="*/ 0 h 530"/>
                        <a:gd name="T22" fmla="*/ 0 w 514"/>
                        <a:gd name="T23" fmla="*/ 0 h 530"/>
                        <a:gd name="T24" fmla="*/ 0 w 514"/>
                        <a:gd name="T25" fmla="*/ 0 h 530"/>
                        <a:gd name="T26" fmla="*/ 0 w 514"/>
                        <a:gd name="T27" fmla="*/ 0 h 530"/>
                        <a:gd name="T28" fmla="*/ 0 w 514"/>
                        <a:gd name="T29" fmla="*/ 0 h 530"/>
                        <a:gd name="T30" fmla="*/ 0 w 514"/>
                        <a:gd name="T31" fmla="*/ 0 h 530"/>
                        <a:gd name="T32" fmla="*/ 0 w 514"/>
                        <a:gd name="T33" fmla="*/ 0 h 530"/>
                        <a:gd name="T34" fmla="*/ 0 w 514"/>
                        <a:gd name="T35" fmla="*/ 0 h 530"/>
                        <a:gd name="T36" fmla="*/ 0 w 514"/>
                        <a:gd name="T37" fmla="*/ 0 h 530"/>
                        <a:gd name="T38" fmla="*/ 0 w 514"/>
                        <a:gd name="T39" fmla="*/ 0 h 530"/>
                        <a:gd name="T40" fmla="*/ 0 w 514"/>
                        <a:gd name="T41" fmla="*/ 0 h 530"/>
                        <a:gd name="T42" fmla="*/ 0 w 514"/>
                        <a:gd name="T43" fmla="*/ 0 h 530"/>
                        <a:gd name="T44" fmla="*/ 0 w 514"/>
                        <a:gd name="T45" fmla="*/ 0 h 530"/>
                        <a:gd name="T46" fmla="*/ 0 w 514"/>
                        <a:gd name="T47" fmla="*/ 0 h 530"/>
                        <a:gd name="T48" fmla="*/ 0 w 514"/>
                        <a:gd name="T49" fmla="*/ 0 h 530"/>
                        <a:gd name="T50" fmla="*/ 0 w 514"/>
                        <a:gd name="T51" fmla="*/ 0 h 530"/>
                        <a:gd name="T52" fmla="*/ 0 w 514"/>
                        <a:gd name="T53" fmla="*/ 0 h 530"/>
                        <a:gd name="T54" fmla="*/ 0 w 514"/>
                        <a:gd name="T55" fmla="*/ 0 h 530"/>
                        <a:gd name="T56" fmla="*/ 0 w 514"/>
                        <a:gd name="T57" fmla="*/ 0 h 530"/>
                        <a:gd name="T58" fmla="*/ 0 w 514"/>
                        <a:gd name="T59" fmla="*/ 0 h 530"/>
                        <a:gd name="T60" fmla="*/ 0 w 514"/>
                        <a:gd name="T61" fmla="*/ 0 h 530"/>
                        <a:gd name="T62" fmla="*/ 0 w 514"/>
                        <a:gd name="T63" fmla="*/ 0 h 530"/>
                        <a:gd name="T64" fmla="*/ 0 w 514"/>
                        <a:gd name="T65" fmla="*/ 0 h 530"/>
                        <a:gd name="T66" fmla="*/ 0 w 514"/>
                        <a:gd name="T67" fmla="*/ 0 h 5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30"/>
                        <a:gd name="T104" fmla="*/ 514 w 514"/>
                        <a:gd name="T105" fmla="*/ 530 h 5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30">
                          <a:moveTo>
                            <a:pt x="3" y="530"/>
                          </a:moveTo>
                          <a:lnTo>
                            <a:pt x="3" y="530"/>
                          </a:lnTo>
                          <a:lnTo>
                            <a:pt x="30" y="529"/>
                          </a:lnTo>
                          <a:lnTo>
                            <a:pt x="56" y="525"/>
                          </a:lnTo>
                          <a:lnTo>
                            <a:pt x="82" y="522"/>
                          </a:lnTo>
                          <a:lnTo>
                            <a:pt x="107" y="517"/>
                          </a:lnTo>
                          <a:lnTo>
                            <a:pt x="133" y="510"/>
                          </a:lnTo>
                          <a:lnTo>
                            <a:pt x="157" y="503"/>
                          </a:lnTo>
                          <a:lnTo>
                            <a:pt x="182" y="495"/>
                          </a:lnTo>
                          <a:lnTo>
                            <a:pt x="205" y="485"/>
                          </a:lnTo>
                          <a:lnTo>
                            <a:pt x="227" y="474"/>
                          </a:lnTo>
                          <a:lnTo>
                            <a:pt x="250" y="462"/>
                          </a:lnTo>
                          <a:lnTo>
                            <a:pt x="272" y="449"/>
                          </a:lnTo>
                          <a:lnTo>
                            <a:pt x="292" y="435"/>
                          </a:lnTo>
                          <a:lnTo>
                            <a:pt x="312" y="420"/>
                          </a:lnTo>
                          <a:lnTo>
                            <a:pt x="331" y="404"/>
                          </a:lnTo>
                          <a:lnTo>
                            <a:pt x="351" y="387"/>
                          </a:lnTo>
                          <a:lnTo>
                            <a:pt x="369" y="370"/>
                          </a:lnTo>
                          <a:lnTo>
                            <a:pt x="386" y="351"/>
                          </a:lnTo>
                          <a:lnTo>
                            <a:pt x="402" y="332"/>
                          </a:lnTo>
                          <a:lnTo>
                            <a:pt x="416" y="313"/>
                          </a:lnTo>
                          <a:lnTo>
                            <a:pt x="430" y="292"/>
                          </a:lnTo>
                          <a:lnTo>
                            <a:pt x="444" y="271"/>
                          </a:lnTo>
                          <a:lnTo>
                            <a:pt x="456" y="248"/>
                          </a:lnTo>
                          <a:lnTo>
                            <a:pt x="466" y="226"/>
                          </a:lnTo>
                          <a:lnTo>
                            <a:pt x="477" y="203"/>
                          </a:lnTo>
                          <a:lnTo>
                            <a:pt x="485" y="179"/>
                          </a:lnTo>
                          <a:lnTo>
                            <a:pt x="493" y="155"/>
                          </a:lnTo>
                          <a:lnTo>
                            <a:pt x="500" y="130"/>
                          </a:lnTo>
                          <a:lnTo>
                            <a:pt x="506" y="105"/>
                          </a:lnTo>
                          <a:lnTo>
                            <a:pt x="510" y="79"/>
                          </a:lnTo>
                          <a:lnTo>
                            <a:pt x="513" y="53"/>
                          </a:lnTo>
                          <a:lnTo>
                            <a:pt x="514" y="27"/>
                          </a:lnTo>
                          <a:lnTo>
                            <a:pt x="514" y="0"/>
                          </a:lnTo>
                          <a:lnTo>
                            <a:pt x="327" y="3"/>
                          </a:lnTo>
                          <a:lnTo>
                            <a:pt x="327" y="20"/>
                          </a:lnTo>
                          <a:lnTo>
                            <a:pt x="326" y="37"/>
                          </a:lnTo>
                          <a:lnTo>
                            <a:pt x="324" y="54"/>
                          </a:lnTo>
                          <a:lnTo>
                            <a:pt x="322" y="70"/>
                          </a:lnTo>
                          <a:lnTo>
                            <a:pt x="318" y="87"/>
                          </a:lnTo>
                          <a:lnTo>
                            <a:pt x="314" y="103"/>
                          </a:lnTo>
                          <a:lnTo>
                            <a:pt x="309" y="118"/>
                          </a:lnTo>
                          <a:lnTo>
                            <a:pt x="303" y="134"/>
                          </a:lnTo>
                          <a:lnTo>
                            <a:pt x="296" y="148"/>
                          </a:lnTo>
                          <a:lnTo>
                            <a:pt x="290" y="163"/>
                          </a:lnTo>
                          <a:lnTo>
                            <a:pt x="282" y="176"/>
                          </a:lnTo>
                          <a:lnTo>
                            <a:pt x="274" y="190"/>
                          </a:lnTo>
                          <a:lnTo>
                            <a:pt x="265" y="204"/>
                          </a:lnTo>
                          <a:lnTo>
                            <a:pt x="255" y="217"/>
                          </a:lnTo>
                          <a:lnTo>
                            <a:pt x="244" y="229"/>
                          </a:lnTo>
                          <a:lnTo>
                            <a:pt x="234" y="241"/>
                          </a:lnTo>
                          <a:lnTo>
                            <a:pt x="222" y="252"/>
                          </a:lnTo>
                          <a:lnTo>
                            <a:pt x="210" y="262"/>
                          </a:lnTo>
                          <a:lnTo>
                            <a:pt x="198" y="273"/>
                          </a:lnTo>
                          <a:lnTo>
                            <a:pt x="185" y="282"/>
                          </a:lnTo>
                          <a:lnTo>
                            <a:pt x="171" y="291"/>
                          </a:lnTo>
                          <a:lnTo>
                            <a:pt x="157" y="299"/>
                          </a:lnTo>
                          <a:lnTo>
                            <a:pt x="143" y="307"/>
                          </a:lnTo>
                          <a:lnTo>
                            <a:pt x="129" y="314"/>
                          </a:lnTo>
                          <a:lnTo>
                            <a:pt x="114" y="321"/>
                          </a:lnTo>
                          <a:lnTo>
                            <a:pt x="99" y="326"/>
                          </a:lnTo>
                          <a:lnTo>
                            <a:pt x="83" y="330"/>
                          </a:lnTo>
                          <a:lnTo>
                            <a:pt x="67" y="334"/>
                          </a:lnTo>
                          <a:lnTo>
                            <a:pt x="51" y="338"/>
                          </a:lnTo>
                          <a:lnTo>
                            <a:pt x="34" y="340"/>
                          </a:lnTo>
                          <a:lnTo>
                            <a:pt x="17" y="342"/>
                          </a:lnTo>
                          <a:lnTo>
                            <a:pt x="0" y="343"/>
                          </a:lnTo>
                          <a:lnTo>
                            <a:pt x="3" y="530"/>
                          </a:lnTo>
                          <a:close/>
                        </a:path>
                      </a:pathLst>
                    </a:custGeom>
                    <a:solidFill>
                      <a:srgbClr val="EF2B2F"/>
                    </a:solidFill>
                    <a:ln>
                      <a:noFill/>
                    </a:ln>
                  </p:spPr>
                  <p:txBody>
                    <a:bodyPr/>
                    <a:lstStyle/>
                    <a:p>
                      <a:pPr>
                        <a:defRPr/>
                      </a:pPr>
                      <a:endParaRPr lang="en-US" sz="1050">
                        <a:latin typeface="+mj-lt"/>
                      </a:endParaRPr>
                    </a:p>
                  </p:txBody>
                </p:sp>
                <p:sp>
                  <p:nvSpPr>
                    <p:cNvPr id="41298" name="Freeform 764">
                      <a:extLst>
                        <a:ext uri="{FF2B5EF4-FFF2-40B4-BE49-F238E27FC236}">
                          <a16:creationId xmlns="" xmlns:a16="http://schemas.microsoft.com/office/drawing/2014/main" id="{289A3513-DD69-9C1A-0B1B-FD72927740FC}"/>
                        </a:ext>
                      </a:extLst>
                    </p:cNvPr>
                    <p:cNvSpPr>
                      <a:spLocks/>
                    </p:cNvSpPr>
                    <p:nvPr/>
                  </p:nvSpPr>
                  <p:spPr bwMode="auto">
                    <a:xfrm>
                      <a:off x="3300" y="2369"/>
                      <a:ext cx="88" cy="88"/>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0" y="3"/>
                          </a:moveTo>
                          <a:lnTo>
                            <a:pt x="0" y="3"/>
                          </a:lnTo>
                          <a:lnTo>
                            <a:pt x="0" y="30"/>
                          </a:lnTo>
                          <a:lnTo>
                            <a:pt x="4" y="56"/>
                          </a:lnTo>
                          <a:lnTo>
                            <a:pt x="7" y="82"/>
                          </a:lnTo>
                          <a:lnTo>
                            <a:pt x="12" y="107"/>
                          </a:lnTo>
                          <a:lnTo>
                            <a:pt x="18" y="133"/>
                          </a:lnTo>
                          <a:lnTo>
                            <a:pt x="26" y="157"/>
                          </a:lnTo>
                          <a:lnTo>
                            <a:pt x="34" y="182"/>
                          </a:lnTo>
                          <a:lnTo>
                            <a:pt x="45" y="205"/>
                          </a:lnTo>
                          <a:lnTo>
                            <a:pt x="56" y="227"/>
                          </a:lnTo>
                          <a:lnTo>
                            <a:pt x="67" y="249"/>
                          </a:lnTo>
                          <a:lnTo>
                            <a:pt x="80" y="272"/>
                          </a:lnTo>
                          <a:lnTo>
                            <a:pt x="94" y="292"/>
                          </a:lnTo>
                          <a:lnTo>
                            <a:pt x="109" y="312"/>
                          </a:lnTo>
                          <a:lnTo>
                            <a:pt x="125" y="331"/>
                          </a:lnTo>
                          <a:lnTo>
                            <a:pt x="142" y="350"/>
                          </a:lnTo>
                          <a:lnTo>
                            <a:pt x="159" y="368"/>
                          </a:lnTo>
                          <a:lnTo>
                            <a:pt x="177" y="384"/>
                          </a:lnTo>
                          <a:lnTo>
                            <a:pt x="197" y="400"/>
                          </a:lnTo>
                          <a:lnTo>
                            <a:pt x="217" y="416"/>
                          </a:lnTo>
                          <a:lnTo>
                            <a:pt x="237" y="430"/>
                          </a:lnTo>
                          <a:lnTo>
                            <a:pt x="258" y="444"/>
                          </a:lnTo>
                          <a:lnTo>
                            <a:pt x="281" y="455"/>
                          </a:lnTo>
                          <a:lnTo>
                            <a:pt x="303" y="466"/>
                          </a:lnTo>
                          <a:lnTo>
                            <a:pt x="326" y="476"/>
                          </a:lnTo>
                          <a:lnTo>
                            <a:pt x="350" y="485"/>
                          </a:lnTo>
                          <a:lnTo>
                            <a:pt x="374" y="492"/>
                          </a:lnTo>
                          <a:lnTo>
                            <a:pt x="400" y="500"/>
                          </a:lnTo>
                          <a:lnTo>
                            <a:pt x="425" y="505"/>
                          </a:lnTo>
                          <a:lnTo>
                            <a:pt x="451" y="509"/>
                          </a:lnTo>
                          <a:lnTo>
                            <a:pt x="476" y="511"/>
                          </a:lnTo>
                          <a:lnTo>
                            <a:pt x="503" y="514"/>
                          </a:lnTo>
                          <a:lnTo>
                            <a:pt x="529" y="514"/>
                          </a:lnTo>
                          <a:lnTo>
                            <a:pt x="526" y="327"/>
                          </a:lnTo>
                          <a:lnTo>
                            <a:pt x="508" y="326"/>
                          </a:lnTo>
                          <a:lnTo>
                            <a:pt x="492" y="326"/>
                          </a:lnTo>
                          <a:lnTo>
                            <a:pt x="475" y="324"/>
                          </a:lnTo>
                          <a:lnTo>
                            <a:pt x="458" y="322"/>
                          </a:lnTo>
                          <a:lnTo>
                            <a:pt x="442" y="317"/>
                          </a:lnTo>
                          <a:lnTo>
                            <a:pt x="426" y="313"/>
                          </a:lnTo>
                          <a:lnTo>
                            <a:pt x="411" y="309"/>
                          </a:lnTo>
                          <a:lnTo>
                            <a:pt x="397" y="302"/>
                          </a:lnTo>
                          <a:lnTo>
                            <a:pt x="381" y="296"/>
                          </a:lnTo>
                          <a:lnTo>
                            <a:pt x="367" y="289"/>
                          </a:lnTo>
                          <a:lnTo>
                            <a:pt x="353" y="281"/>
                          </a:lnTo>
                          <a:lnTo>
                            <a:pt x="339" y="273"/>
                          </a:lnTo>
                          <a:lnTo>
                            <a:pt x="325" y="264"/>
                          </a:lnTo>
                          <a:lnTo>
                            <a:pt x="313" y="255"/>
                          </a:lnTo>
                          <a:lnTo>
                            <a:pt x="301" y="244"/>
                          </a:lnTo>
                          <a:lnTo>
                            <a:pt x="289" y="233"/>
                          </a:lnTo>
                          <a:lnTo>
                            <a:pt x="278" y="222"/>
                          </a:lnTo>
                          <a:lnTo>
                            <a:pt x="267" y="210"/>
                          </a:lnTo>
                          <a:lnTo>
                            <a:pt x="256" y="197"/>
                          </a:lnTo>
                          <a:lnTo>
                            <a:pt x="247" y="185"/>
                          </a:lnTo>
                          <a:lnTo>
                            <a:pt x="238" y="171"/>
                          </a:lnTo>
                          <a:lnTo>
                            <a:pt x="230" y="157"/>
                          </a:lnTo>
                          <a:lnTo>
                            <a:pt x="222" y="143"/>
                          </a:lnTo>
                          <a:lnTo>
                            <a:pt x="215" y="128"/>
                          </a:lnTo>
                          <a:lnTo>
                            <a:pt x="209" y="114"/>
                          </a:lnTo>
                          <a:lnTo>
                            <a:pt x="203" y="99"/>
                          </a:lnTo>
                          <a:lnTo>
                            <a:pt x="199" y="83"/>
                          </a:lnTo>
                          <a:lnTo>
                            <a:pt x="195" y="67"/>
                          </a:lnTo>
                          <a:lnTo>
                            <a:pt x="192" y="50"/>
                          </a:lnTo>
                          <a:lnTo>
                            <a:pt x="189" y="34"/>
                          </a:lnTo>
                          <a:lnTo>
                            <a:pt x="187" y="17"/>
                          </a:lnTo>
                          <a:lnTo>
                            <a:pt x="186" y="0"/>
                          </a:lnTo>
                          <a:lnTo>
                            <a:pt x="0" y="3"/>
                          </a:lnTo>
                          <a:close/>
                        </a:path>
                      </a:pathLst>
                    </a:custGeom>
                    <a:solidFill>
                      <a:srgbClr val="EF2B2F"/>
                    </a:solidFill>
                    <a:ln>
                      <a:noFill/>
                    </a:ln>
                  </p:spPr>
                  <p:txBody>
                    <a:bodyPr/>
                    <a:lstStyle/>
                    <a:p>
                      <a:pPr>
                        <a:defRPr/>
                      </a:pPr>
                      <a:endParaRPr lang="en-US" sz="1050">
                        <a:latin typeface="+mj-lt"/>
                      </a:endParaRPr>
                    </a:p>
                  </p:txBody>
                </p:sp>
                <p:sp>
                  <p:nvSpPr>
                    <p:cNvPr id="41299" name="Freeform 765">
                      <a:extLst>
                        <a:ext uri="{FF2B5EF4-FFF2-40B4-BE49-F238E27FC236}">
                          <a16:creationId xmlns="" xmlns:a16="http://schemas.microsoft.com/office/drawing/2014/main" id="{6DEAD3E7-56B5-4755-44C7-BDC4E1834706}"/>
                        </a:ext>
                      </a:extLst>
                    </p:cNvPr>
                    <p:cNvSpPr>
                      <a:spLocks/>
                    </p:cNvSpPr>
                    <p:nvPr/>
                  </p:nvSpPr>
                  <p:spPr bwMode="auto">
                    <a:xfrm>
                      <a:off x="3300" y="2282"/>
                      <a:ext cx="84" cy="92"/>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5" y="1"/>
                          </a:lnTo>
                          <a:lnTo>
                            <a:pt x="459" y="4"/>
                          </a:lnTo>
                          <a:lnTo>
                            <a:pt x="433" y="7"/>
                          </a:lnTo>
                          <a:lnTo>
                            <a:pt x="407" y="13"/>
                          </a:lnTo>
                          <a:lnTo>
                            <a:pt x="382" y="19"/>
                          </a:lnTo>
                          <a:lnTo>
                            <a:pt x="357" y="26"/>
                          </a:lnTo>
                          <a:lnTo>
                            <a:pt x="334" y="35"/>
                          </a:lnTo>
                          <a:lnTo>
                            <a:pt x="309" y="44"/>
                          </a:lnTo>
                          <a:lnTo>
                            <a:pt x="287" y="56"/>
                          </a:lnTo>
                          <a:lnTo>
                            <a:pt x="265" y="68"/>
                          </a:lnTo>
                          <a:lnTo>
                            <a:pt x="244" y="81"/>
                          </a:lnTo>
                          <a:lnTo>
                            <a:pt x="222" y="94"/>
                          </a:lnTo>
                          <a:lnTo>
                            <a:pt x="202" y="109"/>
                          </a:lnTo>
                          <a:lnTo>
                            <a:pt x="183" y="125"/>
                          </a:lnTo>
                          <a:lnTo>
                            <a:pt x="164" y="142"/>
                          </a:lnTo>
                          <a:lnTo>
                            <a:pt x="147" y="159"/>
                          </a:lnTo>
                          <a:lnTo>
                            <a:pt x="130" y="178"/>
                          </a:lnTo>
                          <a:lnTo>
                            <a:pt x="114" y="197"/>
                          </a:lnTo>
                          <a:lnTo>
                            <a:pt x="99" y="216"/>
                          </a:lnTo>
                          <a:lnTo>
                            <a:pt x="84" y="238"/>
                          </a:lnTo>
                          <a:lnTo>
                            <a:pt x="72" y="259"/>
                          </a:lnTo>
                          <a:lnTo>
                            <a:pt x="59" y="281"/>
                          </a:lnTo>
                          <a:lnTo>
                            <a:pt x="48" y="303"/>
                          </a:lnTo>
                          <a:lnTo>
                            <a:pt x="38" y="327"/>
                          </a:lnTo>
                          <a:lnTo>
                            <a:pt x="29" y="350"/>
                          </a:lnTo>
                          <a:lnTo>
                            <a:pt x="22" y="374"/>
                          </a:lnTo>
                          <a:lnTo>
                            <a:pt x="14" y="400"/>
                          </a:lnTo>
                          <a:lnTo>
                            <a:pt x="10" y="425"/>
                          </a:lnTo>
                          <a:lnTo>
                            <a:pt x="6" y="450"/>
                          </a:lnTo>
                          <a:lnTo>
                            <a:pt x="2" y="476"/>
                          </a:lnTo>
                          <a:lnTo>
                            <a:pt x="0" y="503"/>
                          </a:lnTo>
                          <a:lnTo>
                            <a:pt x="1" y="529"/>
                          </a:lnTo>
                          <a:lnTo>
                            <a:pt x="187" y="526"/>
                          </a:lnTo>
                          <a:lnTo>
                            <a:pt x="188" y="508"/>
                          </a:lnTo>
                          <a:lnTo>
                            <a:pt x="189" y="492"/>
                          </a:lnTo>
                          <a:lnTo>
                            <a:pt x="190" y="475"/>
                          </a:lnTo>
                          <a:lnTo>
                            <a:pt x="194" y="458"/>
                          </a:lnTo>
                          <a:lnTo>
                            <a:pt x="197" y="442"/>
                          </a:lnTo>
                          <a:lnTo>
                            <a:pt x="201" y="426"/>
                          </a:lnTo>
                          <a:lnTo>
                            <a:pt x="205" y="412"/>
                          </a:lnTo>
                          <a:lnTo>
                            <a:pt x="212" y="396"/>
                          </a:lnTo>
                          <a:lnTo>
                            <a:pt x="218" y="381"/>
                          </a:lnTo>
                          <a:lnTo>
                            <a:pt x="226" y="367"/>
                          </a:lnTo>
                          <a:lnTo>
                            <a:pt x="233" y="353"/>
                          </a:lnTo>
                          <a:lnTo>
                            <a:pt x="241" y="339"/>
                          </a:lnTo>
                          <a:lnTo>
                            <a:pt x="250" y="326"/>
                          </a:lnTo>
                          <a:lnTo>
                            <a:pt x="261" y="313"/>
                          </a:lnTo>
                          <a:lnTo>
                            <a:pt x="270" y="301"/>
                          </a:lnTo>
                          <a:lnTo>
                            <a:pt x="282" y="288"/>
                          </a:lnTo>
                          <a:lnTo>
                            <a:pt x="292" y="278"/>
                          </a:lnTo>
                          <a:lnTo>
                            <a:pt x="304" y="267"/>
                          </a:lnTo>
                          <a:lnTo>
                            <a:pt x="317" y="257"/>
                          </a:lnTo>
                          <a:lnTo>
                            <a:pt x="330" y="247"/>
                          </a:lnTo>
                          <a:lnTo>
                            <a:pt x="343" y="239"/>
                          </a:lnTo>
                          <a:lnTo>
                            <a:pt x="357" y="230"/>
                          </a:lnTo>
                          <a:lnTo>
                            <a:pt x="371" y="223"/>
                          </a:lnTo>
                          <a:lnTo>
                            <a:pt x="386" y="215"/>
                          </a:lnTo>
                          <a:lnTo>
                            <a:pt x="401" y="209"/>
                          </a:lnTo>
                          <a:lnTo>
                            <a:pt x="416" y="204"/>
                          </a:lnTo>
                          <a:lnTo>
                            <a:pt x="432" y="199"/>
                          </a:lnTo>
                          <a:lnTo>
                            <a:pt x="447" y="195"/>
                          </a:lnTo>
                          <a:lnTo>
                            <a:pt x="464" y="192"/>
                          </a:lnTo>
                          <a:lnTo>
                            <a:pt x="480" y="190"/>
                          </a:lnTo>
                          <a:lnTo>
                            <a:pt x="497" y="188"/>
                          </a:lnTo>
                          <a:lnTo>
                            <a:pt x="514" y="187"/>
                          </a:lnTo>
                          <a:lnTo>
                            <a:pt x="511" y="0"/>
                          </a:lnTo>
                          <a:close/>
                        </a:path>
                      </a:pathLst>
                    </a:custGeom>
                    <a:solidFill>
                      <a:srgbClr val="EF2B2F"/>
                    </a:solidFill>
                    <a:ln>
                      <a:noFill/>
                    </a:ln>
                  </p:spPr>
                  <p:txBody>
                    <a:bodyPr/>
                    <a:lstStyle/>
                    <a:p>
                      <a:pPr>
                        <a:defRPr/>
                      </a:pPr>
                      <a:endParaRPr lang="en-US" sz="1050">
                        <a:latin typeface="+mj-lt"/>
                      </a:endParaRPr>
                    </a:p>
                  </p:txBody>
                </p:sp>
                <p:sp>
                  <p:nvSpPr>
                    <p:cNvPr id="41300" name="Freeform 766">
                      <a:extLst>
                        <a:ext uri="{FF2B5EF4-FFF2-40B4-BE49-F238E27FC236}">
                          <a16:creationId xmlns="" xmlns:a16="http://schemas.microsoft.com/office/drawing/2014/main" id="{C119DEAF-B343-5CAD-B4C1-D9A669CA9AE8}"/>
                        </a:ext>
                      </a:extLst>
                    </p:cNvPr>
                    <p:cNvSpPr>
                      <a:spLocks/>
                    </p:cNvSpPr>
                    <p:nvPr/>
                  </p:nvSpPr>
                  <p:spPr bwMode="auto">
                    <a:xfrm>
                      <a:off x="3648" y="2202"/>
                      <a:ext cx="88" cy="88"/>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529" y="511"/>
                          </a:moveTo>
                          <a:lnTo>
                            <a:pt x="529" y="511"/>
                          </a:lnTo>
                          <a:lnTo>
                            <a:pt x="528" y="484"/>
                          </a:lnTo>
                          <a:lnTo>
                            <a:pt x="526" y="458"/>
                          </a:lnTo>
                          <a:lnTo>
                            <a:pt x="521" y="431"/>
                          </a:lnTo>
                          <a:lnTo>
                            <a:pt x="517" y="406"/>
                          </a:lnTo>
                          <a:lnTo>
                            <a:pt x="511" y="381"/>
                          </a:lnTo>
                          <a:lnTo>
                            <a:pt x="503" y="357"/>
                          </a:lnTo>
                          <a:lnTo>
                            <a:pt x="494" y="332"/>
                          </a:lnTo>
                          <a:lnTo>
                            <a:pt x="484" y="309"/>
                          </a:lnTo>
                          <a:lnTo>
                            <a:pt x="473" y="286"/>
                          </a:lnTo>
                          <a:lnTo>
                            <a:pt x="462" y="263"/>
                          </a:lnTo>
                          <a:lnTo>
                            <a:pt x="449" y="242"/>
                          </a:lnTo>
                          <a:lnTo>
                            <a:pt x="434" y="221"/>
                          </a:lnTo>
                          <a:lnTo>
                            <a:pt x="420" y="201"/>
                          </a:lnTo>
                          <a:lnTo>
                            <a:pt x="404" y="182"/>
                          </a:lnTo>
                          <a:lnTo>
                            <a:pt x="387" y="164"/>
                          </a:lnTo>
                          <a:lnTo>
                            <a:pt x="369" y="146"/>
                          </a:lnTo>
                          <a:lnTo>
                            <a:pt x="351" y="129"/>
                          </a:lnTo>
                          <a:lnTo>
                            <a:pt x="332" y="113"/>
                          </a:lnTo>
                          <a:lnTo>
                            <a:pt x="312" y="98"/>
                          </a:lnTo>
                          <a:lnTo>
                            <a:pt x="292" y="84"/>
                          </a:lnTo>
                          <a:lnTo>
                            <a:pt x="271" y="70"/>
                          </a:lnTo>
                          <a:lnTo>
                            <a:pt x="248" y="59"/>
                          </a:lnTo>
                          <a:lnTo>
                            <a:pt x="226" y="47"/>
                          </a:lnTo>
                          <a:lnTo>
                            <a:pt x="203" y="37"/>
                          </a:lnTo>
                          <a:lnTo>
                            <a:pt x="178" y="29"/>
                          </a:lnTo>
                          <a:lnTo>
                            <a:pt x="154" y="21"/>
                          </a:lnTo>
                          <a:lnTo>
                            <a:pt x="129" y="14"/>
                          </a:lnTo>
                          <a:lnTo>
                            <a:pt x="104" y="9"/>
                          </a:lnTo>
                          <a:lnTo>
                            <a:pt x="78" y="5"/>
                          </a:lnTo>
                          <a:lnTo>
                            <a:pt x="53" y="1"/>
                          </a:lnTo>
                          <a:lnTo>
                            <a:pt x="26" y="0"/>
                          </a:lnTo>
                          <a:lnTo>
                            <a:pt x="0" y="0"/>
                          </a:lnTo>
                          <a:lnTo>
                            <a:pt x="3" y="187"/>
                          </a:lnTo>
                          <a:lnTo>
                            <a:pt x="20" y="187"/>
                          </a:lnTo>
                          <a:lnTo>
                            <a:pt x="37" y="188"/>
                          </a:lnTo>
                          <a:lnTo>
                            <a:pt x="54" y="190"/>
                          </a:lnTo>
                          <a:lnTo>
                            <a:pt x="70" y="192"/>
                          </a:lnTo>
                          <a:lnTo>
                            <a:pt x="86" y="197"/>
                          </a:lnTo>
                          <a:lnTo>
                            <a:pt x="102" y="200"/>
                          </a:lnTo>
                          <a:lnTo>
                            <a:pt x="118" y="205"/>
                          </a:lnTo>
                          <a:lnTo>
                            <a:pt x="133" y="210"/>
                          </a:lnTo>
                          <a:lnTo>
                            <a:pt x="147" y="217"/>
                          </a:lnTo>
                          <a:lnTo>
                            <a:pt x="162" y="224"/>
                          </a:lnTo>
                          <a:lnTo>
                            <a:pt x="176" y="233"/>
                          </a:lnTo>
                          <a:lnTo>
                            <a:pt x="190" y="240"/>
                          </a:lnTo>
                          <a:lnTo>
                            <a:pt x="203" y="250"/>
                          </a:lnTo>
                          <a:lnTo>
                            <a:pt x="215" y="259"/>
                          </a:lnTo>
                          <a:lnTo>
                            <a:pt x="228" y="270"/>
                          </a:lnTo>
                          <a:lnTo>
                            <a:pt x="240" y="280"/>
                          </a:lnTo>
                          <a:lnTo>
                            <a:pt x="252" y="292"/>
                          </a:lnTo>
                          <a:lnTo>
                            <a:pt x="262" y="304"/>
                          </a:lnTo>
                          <a:lnTo>
                            <a:pt x="272" y="316"/>
                          </a:lnTo>
                          <a:lnTo>
                            <a:pt x="281" y="329"/>
                          </a:lnTo>
                          <a:lnTo>
                            <a:pt x="291" y="342"/>
                          </a:lnTo>
                          <a:lnTo>
                            <a:pt x="299" y="356"/>
                          </a:lnTo>
                          <a:lnTo>
                            <a:pt x="307" y="371"/>
                          </a:lnTo>
                          <a:lnTo>
                            <a:pt x="313" y="385"/>
                          </a:lnTo>
                          <a:lnTo>
                            <a:pt x="319" y="400"/>
                          </a:lnTo>
                          <a:lnTo>
                            <a:pt x="325" y="415"/>
                          </a:lnTo>
                          <a:lnTo>
                            <a:pt x="330" y="431"/>
                          </a:lnTo>
                          <a:lnTo>
                            <a:pt x="334" y="447"/>
                          </a:lnTo>
                          <a:lnTo>
                            <a:pt x="338" y="463"/>
                          </a:lnTo>
                          <a:lnTo>
                            <a:pt x="340" y="480"/>
                          </a:lnTo>
                          <a:lnTo>
                            <a:pt x="342" y="496"/>
                          </a:lnTo>
                          <a:lnTo>
                            <a:pt x="342" y="514"/>
                          </a:lnTo>
                          <a:lnTo>
                            <a:pt x="529" y="511"/>
                          </a:lnTo>
                          <a:close/>
                        </a:path>
                      </a:pathLst>
                    </a:custGeom>
                    <a:solidFill>
                      <a:srgbClr val="EF2B2F"/>
                    </a:solidFill>
                    <a:ln>
                      <a:noFill/>
                    </a:ln>
                  </p:spPr>
                  <p:txBody>
                    <a:bodyPr/>
                    <a:lstStyle/>
                    <a:p>
                      <a:pPr>
                        <a:defRPr/>
                      </a:pPr>
                      <a:endParaRPr lang="en-US" sz="1050">
                        <a:latin typeface="+mj-lt"/>
                      </a:endParaRPr>
                    </a:p>
                  </p:txBody>
                </p:sp>
                <p:sp>
                  <p:nvSpPr>
                    <p:cNvPr id="41301" name="Freeform 767">
                      <a:extLst>
                        <a:ext uri="{FF2B5EF4-FFF2-40B4-BE49-F238E27FC236}">
                          <a16:creationId xmlns="" xmlns:a16="http://schemas.microsoft.com/office/drawing/2014/main" id="{F27030E5-3199-A512-DB55-24F71CF7D8F4}"/>
                        </a:ext>
                      </a:extLst>
                    </p:cNvPr>
                    <p:cNvSpPr>
                      <a:spLocks/>
                    </p:cNvSpPr>
                    <p:nvPr/>
                  </p:nvSpPr>
                  <p:spPr bwMode="auto">
                    <a:xfrm>
                      <a:off x="3652" y="2290"/>
                      <a:ext cx="84" cy="88"/>
                    </a:xfrm>
                    <a:custGeom>
                      <a:avLst/>
                      <a:gdLst>
                        <a:gd name="T0" fmla="*/ 0 w 513"/>
                        <a:gd name="T1" fmla="*/ 0 h 528"/>
                        <a:gd name="T2" fmla="*/ 0 w 513"/>
                        <a:gd name="T3" fmla="*/ 0 h 528"/>
                        <a:gd name="T4" fmla="*/ 0 w 513"/>
                        <a:gd name="T5" fmla="*/ 0 h 528"/>
                        <a:gd name="T6" fmla="*/ 0 w 513"/>
                        <a:gd name="T7" fmla="*/ 0 h 528"/>
                        <a:gd name="T8" fmla="*/ 0 w 513"/>
                        <a:gd name="T9" fmla="*/ 0 h 528"/>
                        <a:gd name="T10" fmla="*/ 0 w 513"/>
                        <a:gd name="T11" fmla="*/ 0 h 528"/>
                        <a:gd name="T12" fmla="*/ 0 w 513"/>
                        <a:gd name="T13" fmla="*/ 0 h 528"/>
                        <a:gd name="T14" fmla="*/ 0 w 513"/>
                        <a:gd name="T15" fmla="*/ 0 h 528"/>
                        <a:gd name="T16" fmla="*/ 0 w 513"/>
                        <a:gd name="T17" fmla="*/ 0 h 528"/>
                        <a:gd name="T18" fmla="*/ 0 w 513"/>
                        <a:gd name="T19" fmla="*/ 0 h 528"/>
                        <a:gd name="T20" fmla="*/ 0 w 513"/>
                        <a:gd name="T21" fmla="*/ 0 h 528"/>
                        <a:gd name="T22" fmla="*/ 0 w 513"/>
                        <a:gd name="T23" fmla="*/ 0 h 528"/>
                        <a:gd name="T24" fmla="*/ 0 w 513"/>
                        <a:gd name="T25" fmla="*/ 0 h 528"/>
                        <a:gd name="T26" fmla="*/ 0 w 513"/>
                        <a:gd name="T27" fmla="*/ 0 h 528"/>
                        <a:gd name="T28" fmla="*/ 0 w 513"/>
                        <a:gd name="T29" fmla="*/ 0 h 528"/>
                        <a:gd name="T30" fmla="*/ 0 w 513"/>
                        <a:gd name="T31" fmla="*/ 0 h 528"/>
                        <a:gd name="T32" fmla="*/ 0 w 513"/>
                        <a:gd name="T33" fmla="*/ 0 h 528"/>
                        <a:gd name="T34" fmla="*/ 0 w 513"/>
                        <a:gd name="T35" fmla="*/ 0 h 528"/>
                        <a:gd name="T36" fmla="*/ 0 w 513"/>
                        <a:gd name="T37" fmla="*/ 0 h 528"/>
                        <a:gd name="T38" fmla="*/ 0 w 513"/>
                        <a:gd name="T39" fmla="*/ 0 h 528"/>
                        <a:gd name="T40" fmla="*/ 0 w 513"/>
                        <a:gd name="T41" fmla="*/ 0 h 528"/>
                        <a:gd name="T42" fmla="*/ 0 w 513"/>
                        <a:gd name="T43" fmla="*/ 0 h 528"/>
                        <a:gd name="T44" fmla="*/ 0 w 513"/>
                        <a:gd name="T45" fmla="*/ 0 h 528"/>
                        <a:gd name="T46" fmla="*/ 0 w 513"/>
                        <a:gd name="T47" fmla="*/ 0 h 528"/>
                        <a:gd name="T48" fmla="*/ 0 w 513"/>
                        <a:gd name="T49" fmla="*/ 0 h 528"/>
                        <a:gd name="T50" fmla="*/ 0 w 513"/>
                        <a:gd name="T51" fmla="*/ 0 h 528"/>
                        <a:gd name="T52" fmla="*/ 0 w 513"/>
                        <a:gd name="T53" fmla="*/ 0 h 528"/>
                        <a:gd name="T54" fmla="*/ 0 w 513"/>
                        <a:gd name="T55" fmla="*/ 0 h 528"/>
                        <a:gd name="T56" fmla="*/ 0 w 513"/>
                        <a:gd name="T57" fmla="*/ 0 h 528"/>
                        <a:gd name="T58" fmla="*/ 0 w 513"/>
                        <a:gd name="T59" fmla="*/ 0 h 528"/>
                        <a:gd name="T60" fmla="*/ 0 w 513"/>
                        <a:gd name="T61" fmla="*/ 0 h 528"/>
                        <a:gd name="T62" fmla="*/ 0 w 513"/>
                        <a:gd name="T63" fmla="*/ 0 h 528"/>
                        <a:gd name="T64" fmla="*/ 0 w 513"/>
                        <a:gd name="T65" fmla="*/ 0 h 528"/>
                        <a:gd name="T66" fmla="*/ 0 w 513"/>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3"/>
                        <a:gd name="T103" fmla="*/ 0 h 528"/>
                        <a:gd name="T104" fmla="*/ 513 w 513"/>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3" h="528">
                          <a:moveTo>
                            <a:pt x="2" y="528"/>
                          </a:moveTo>
                          <a:lnTo>
                            <a:pt x="2" y="528"/>
                          </a:lnTo>
                          <a:lnTo>
                            <a:pt x="28" y="527"/>
                          </a:lnTo>
                          <a:lnTo>
                            <a:pt x="55" y="525"/>
                          </a:lnTo>
                          <a:lnTo>
                            <a:pt x="82" y="521"/>
                          </a:lnTo>
                          <a:lnTo>
                            <a:pt x="107" y="515"/>
                          </a:lnTo>
                          <a:lnTo>
                            <a:pt x="131" y="510"/>
                          </a:lnTo>
                          <a:lnTo>
                            <a:pt x="156" y="503"/>
                          </a:lnTo>
                          <a:lnTo>
                            <a:pt x="180" y="493"/>
                          </a:lnTo>
                          <a:lnTo>
                            <a:pt x="204" y="483"/>
                          </a:lnTo>
                          <a:lnTo>
                            <a:pt x="227" y="473"/>
                          </a:lnTo>
                          <a:lnTo>
                            <a:pt x="249" y="461"/>
                          </a:lnTo>
                          <a:lnTo>
                            <a:pt x="271" y="448"/>
                          </a:lnTo>
                          <a:lnTo>
                            <a:pt x="292" y="434"/>
                          </a:lnTo>
                          <a:lnTo>
                            <a:pt x="312" y="420"/>
                          </a:lnTo>
                          <a:lnTo>
                            <a:pt x="331" y="404"/>
                          </a:lnTo>
                          <a:lnTo>
                            <a:pt x="349" y="387"/>
                          </a:lnTo>
                          <a:lnTo>
                            <a:pt x="367" y="369"/>
                          </a:lnTo>
                          <a:lnTo>
                            <a:pt x="384" y="351"/>
                          </a:lnTo>
                          <a:lnTo>
                            <a:pt x="400" y="332"/>
                          </a:lnTo>
                          <a:lnTo>
                            <a:pt x="415" y="312"/>
                          </a:lnTo>
                          <a:lnTo>
                            <a:pt x="429" y="291"/>
                          </a:lnTo>
                          <a:lnTo>
                            <a:pt x="443" y="270"/>
                          </a:lnTo>
                          <a:lnTo>
                            <a:pt x="454" y="248"/>
                          </a:lnTo>
                          <a:lnTo>
                            <a:pt x="466" y="226"/>
                          </a:lnTo>
                          <a:lnTo>
                            <a:pt x="476" y="202"/>
                          </a:lnTo>
                          <a:lnTo>
                            <a:pt x="484" y="178"/>
                          </a:lnTo>
                          <a:lnTo>
                            <a:pt x="493" y="153"/>
                          </a:lnTo>
                          <a:lnTo>
                            <a:pt x="499" y="129"/>
                          </a:lnTo>
                          <a:lnTo>
                            <a:pt x="504" y="104"/>
                          </a:lnTo>
                          <a:lnTo>
                            <a:pt x="508" y="78"/>
                          </a:lnTo>
                          <a:lnTo>
                            <a:pt x="512" y="52"/>
                          </a:lnTo>
                          <a:lnTo>
                            <a:pt x="513" y="26"/>
                          </a:lnTo>
                          <a:lnTo>
                            <a:pt x="513" y="0"/>
                          </a:lnTo>
                          <a:lnTo>
                            <a:pt x="326" y="3"/>
                          </a:lnTo>
                          <a:lnTo>
                            <a:pt x="326" y="20"/>
                          </a:lnTo>
                          <a:lnTo>
                            <a:pt x="325" y="37"/>
                          </a:lnTo>
                          <a:lnTo>
                            <a:pt x="324" y="54"/>
                          </a:lnTo>
                          <a:lnTo>
                            <a:pt x="320" y="70"/>
                          </a:lnTo>
                          <a:lnTo>
                            <a:pt x="317" y="86"/>
                          </a:lnTo>
                          <a:lnTo>
                            <a:pt x="313" y="101"/>
                          </a:lnTo>
                          <a:lnTo>
                            <a:pt x="308" y="117"/>
                          </a:lnTo>
                          <a:lnTo>
                            <a:pt x="302" y="132"/>
                          </a:lnTo>
                          <a:lnTo>
                            <a:pt x="296" y="147"/>
                          </a:lnTo>
                          <a:lnTo>
                            <a:pt x="289" y="162"/>
                          </a:lnTo>
                          <a:lnTo>
                            <a:pt x="281" y="176"/>
                          </a:lnTo>
                          <a:lnTo>
                            <a:pt x="273" y="190"/>
                          </a:lnTo>
                          <a:lnTo>
                            <a:pt x="263" y="202"/>
                          </a:lnTo>
                          <a:lnTo>
                            <a:pt x="254" y="215"/>
                          </a:lnTo>
                          <a:lnTo>
                            <a:pt x="243" y="228"/>
                          </a:lnTo>
                          <a:lnTo>
                            <a:pt x="232" y="239"/>
                          </a:lnTo>
                          <a:lnTo>
                            <a:pt x="222" y="251"/>
                          </a:lnTo>
                          <a:lnTo>
                            <a:pt x="209" y="262"/>
                          </a:lnTo>
                          <a:lnTo>
                            <a:pt x="196" y="271"/>
                          </a:lnTo>
                          <a:lnTo>
                            <a:pt x="183" y="281"/>
                          </a:lnTo>
                          <a:lnTo>
                            <a:pt x="171" y="290"/>
                          </a:lnTo>
                          <a:lnTo>
                            <a:pt x="157" y="299"/>
                          </a:lnTo>
                          <a:lnTo>
                            <a:pt x="142" y="306"/>
                          </a:lnTo>
                          <a:lnTo>
                            <a:pt x="128" y="313"/>
                          </a:lnTo>
                          <a:lnTo>
                            <a:pt x="113" y="319"/>
                          </a:lnTo>
                          <a:lnTo>
                            <a:pt x="97" y="324"/>
                          </a:lnTo>
                          <a:lnTo>
                            <a:pt x="82" y="330"/>
                          </a:lnTo>
                          <a:lnTo>
                            <a:pt x="66" y="334"/>
                          </a:lnTo>
                          <a:lnTo>
                            <a:pt x="50" y="337"/>
                          </a:lnTo>
                          <a:lnTo>
                            <a:pt x="34" y="339"/>
                          </a:lnTo>
                          <a:lnTo>
                            <a:pt x="17" y="340"/>
                          </a:lnTo>
                          <a:lnTo>
                            <a:pt x="0" y="341"/>
                          </a:lnTo>
                          <a:lnTo>
                            <a:pt x="2" y="528"/>
                          </a:lnTo>
                          <a:close/>
                        </a:path>
                      </a:pathLst>
                    </a:custGeom>
                    <a:solidFill>
                      <a:srgbClr val="EF2B2F"/>
                    </a:solidFill>
                    <a:ln>
                      <a:noFill/>
                    </a:ln>
                  </p:spPr>
                  <p:txBody>
                    <a:bodyPr/>
                    <a:lstStyle/>
                    <a:p>
                      <a:pPr>
                        <a:defRPr/>
                      </a:pPr>
                      <a:endParaRPr lang="en-US" sz="1050">
                        <a:latin typeface="+mj-lt"/>
                      </a:endParaRPr>
                    </a:p>
                  </p:txBody>
                </p:sp>
                <p:sp>
                  <p:nvSpPr>
                    <p:cNvPr id="41302" name="Freeform 768">
                      <a:extLst>
                        <a:ext uri="{FF2B5EF4-FFF2-40B4-BE49-F238E27FC236}">
                          <a16:creationId xmlns="" xmlns:a16="http://schemas.microsoft.com/office/drawing/2014/main" id="{581975C0-9EE5-E952-70E2-947BBF724F53}"/>
                        </a:ext>
                      </a:extLst>
                    </p:cNvPr>
                    <p:cNvSpPr>
                      <a:spLocks/>
                    </p:cNvSpPr>
                    <p:nvPr/>
                  </p:nvSpPr>
                  <p:spPr bwMode="auto">
                    <a:xfrm>
                      <a:off x="3564" y="2290"/>
                      <a:ext cx="88" cy="88"/>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0" y="4"/>
                          </a:moveTo>
                          <a:lnTo>
                            <a:pt x="0" y="4"/>
                          </a:lnTo>
                          <a:lnTo>
                            <a:pt x="1" y="30"/>
                          </a:lnTo>
                          <a:lnTo>
                            <a:pt x="3" y="57"/>
                          </a:lnTo>
                          <a:lnTo>
                            <a:pt x="7" y="83"/>
                          </a:lnTo>
                          <a:lnTo>
                            <a:pt x="13" y="109"/>
                          </a:lnTo>
                          <a:lnTo>
                            <a:pt x="19" y="133"/>
                          </a:lnTo>
                          <a:lnTo>
                            <a:pt x="25" y="158"/>
                          </a:lnTo>
                          <a:lnTo>
                            <a:pt x="35" y="182"/>
                          </a:lnTo>
                          <a:lnTo>
                            <a:pt x="45" y="205"/>
                          </a:lnTo>
                          <a:lnTo>
                            <a:pt x="55" y="229"/>
                          </a:lnTo>
                          <a:lnTo>
                            <a:pt x="67" y="251"/>
                          </a:lnTo>
                          <a:lnTo>
                            <a:pt x="80" y="272"/>
                          </a:lnTo>
                          <a:lnTo>
                            <a:pt x="95" y="293"/>
                          </a:lnTo>
                          <a:lnTo>
                            <a:pt x="109" y="313"/>
                          </a:lnTo>
                          <a:lnTo>
                            <a:pt x="124" y="333"/>
                          </a:lnTo>
                          <a:lnTo>
                            <a:pt x="141" y="351"/>
                          </a:lnTo>
                          <a:lnTo>
                            <a:pt x="159" y="369"/>
                          </a:lnTo>
                          <a:lnTo>
                            <a:pt x="177" y="386"/>
                          </a:lnTo>
                          <a:lnTo>
                            <a:pt x="196" y="402"/>
                          </a:lnTo>
                          <a:lnTo>
                            <a:pt x="217" y="416"/>
                          </a:lnTo>
                          <a:lnTo>
                            <a:pt x="237" y="430"/>
                          </a:lnTo>
                          <a:lnTo>
                            <a:pt x="258" y="444"/>
                          </a:lnTo>
                          <a:lnTo>
                            <a:pt x="280" y="456"/>
                          </a:lnTo>
                          <a:lnTo>
                            <a:pt x="304" y="467"/>
                          </a:lnTo>
                          <a:lnTo>
                            <a:pt x="326" y="477"/>
                          </a:lnTo>
                          <a:lnTo>
                            <a:pt x="350" y="485"/>
                          </a:lnTo>
                          <a:lnTo>
                            <a:pt x="375" y="494"/>
                          </a:lnTo>
                          <a:lnTo>
                            <a:pt x="399" y="500"/>
                          </a:lnTo>
                          <a:lnTo>
                            <a:pt x="425" y="505"/>
                          </a:lnTo>
                          <a:lnTo>
                            <a:pt x="450" y="510"/>
                          </a:lnTo>
                          <a:lnTo>
                            <a:pt x="477" y="513"/>
                          </a:lnTo>
                          <a:lnTo>
                            <a:pt x="503" y="514"/>
                          </a:lnTo>
                          <a:lnTo>
                            <a:pt x="529" y="514"/>
                          </a:lnTo>
                          <a:lnTo>
                            <a:pt x="527" y="327"/>
                          </a:lnTo>
                          <a:lnTo>
                            <a:pt x="509" y="327"/>
                          </a:lnTo>
                          <a:lnTo>
                            <a:pt x="492" y="326"/>
                          </a:lnTo>
                          <a:lnTo>
                            <a:pt x="476" y="325"/>
                          </a:lnTo>
                          <a:lnTo>
                            <a:pt x="459" y="322"/>
                          </a:lnTo>
                          <a:lnTo>
                            <a:pt x="443" y="319"/>
                          </a:lnTo>
                          <a:lnTo>
                            <a:pt x="427" y="315"/>
                          </a:lnTo>
                          <a:lnTo>
                            <a:pt x="411" y="309"/>
                          </a:lnTo>
                          <a:lnTo>
                            <a:pt x="396" y="304"/>
                          </a:lnTo>
                          <a:lnTo>
                            <a:pt x="381" y="298"/>
                          </a:lnTo>
                          <a:lnTo>
                            <a:pt x="366" y="290"/>
                          </a:lnTo>
                          <a:lnTo>
                            <a:pt x="353" y="283"/>
                          </a:lnTo>
                          <a:lnTo>
                            <a:pt x="339" y="274"/>
                          </a:lnTo>
                          <a:lnTo>
                            <a:pt x="326" y="265"/>
                          </a:lnTo>
                          <a:lnTo>
                            <a:pt x="313" y="255"/>
                          </a:lnTo>
                          <a:lnTo>
                            <a:pt x="301" y="245"/>
                          </a:lnTo>
                          <a:lnTo>
                            <a:pt x="289" y="234"/>
                          </a:lnTo>
                          <a:lnTo>
                            <a:pt x="277" y="223"/>
                          </a:lnTo>
                          <a:lnTo>
                            <a:pt x="267" y="211"/>
                          </a:lnTo>
                          <a:lnTo>
                            <a:pt x="257" y="198"/>
                          </a:lnTo>
                          <a:lnTo>
                            <a:pt x="247" y="185"/>
                          </a:lnTo>
                          <a:lnTo>
                            <a:pt x="238" y="172"/>
                          </a:lnTo>
                          <a:lnTo>
                            <a:pt x="229" y="159"/>
                          </a:lnTo>
                          <a:lnTo>
                            <a:pt x="222" y="144"/>
                          </a:lnTo>
                          <a:lnTo>
                            <a:pt x="216" y="130"/>
                          </a:lnTo>
                          <a:lnTo>
                            <a:pt x="209" y="115"/>
                          </a:lnTo>
                          <a:lnTo>
                            <a:pt x="204" y="99"/>
                          </a:lnTo>
                          <a:lnTo>
                            <a:pt x="199" y="83"/>
                          </a:lnTo>
                          <a:lnTo>
                            <a:pt x="194" y="67"/>
                          </a:lnTo>
                          <a:lnTo>
                            <a:pt x="191" y="51"/>
                          </a:lnTo>
                          <a:lnTo>
                            <a:pt x="189" y="36"/>
                          </a:lnTo>
                          <a:lnTo>
                            <a:pt x="188" y="19"/>
                          </a:lnTo>
                          <a:lnTo>
                            <a:pt x="187" y="0"/>
                          </a:lnTo>
                          <a:lnTo>
                            <a:pt x="0" y="4"/>
                          </a:lnTo>
                          <a:close/>
                        </a:path>
                      </a:pathLst>
                    </a:custGeom>
                    <a:solidFill>
                      <a:srgbClr val="EF2B2F"/>
                    </a:solidFill>
                    <a:ln>
                      <a:noFill/>
                    </a:ln>
                  </p:spPr>
                  <p:txBody>
                    <a:bodyPr/>
                    <a:lstStyle/>
                    <a:p>
                      <a:pPr>
                        <a:defRPr/>
                      </a:pPr>
                      <a:endParaRPr lang="en-US" sz="1050">
                        <a:latin typeface="+mj-lt"/>
                      </a:endParaRPr>
                    </a:p>
                  </p:txBody>
                </p:sp>
                <p:sp>
                  <p:nvSpPr>
                    <p:cNvPr id="41303" name="Freeform 769">
                      <a:extLst>
                        <a:ext uri="{FF2B5EF4-FFF2-40B4-BE49-F238E27FC236}">
                          <a16:creationId xmlns="" xmlns:a16="http://schemas.microsoft.com/office/drawing/2014/main" id="{DE5A4A0F-1C51-5024-5964-26EFCDBD033C}"/>
                        </a:ext>
                      </a:extLst>
                    </p:cNvPr>
                    <p:cNvSpPr>
                      <a:spLocks/>
                    </p:cNvSpPr>
                    <p:nvPr/>
                  </p:nvSpPr>
                  <p:spPr bwMode="auto">
                    <a:xfrm>
                      <a:off x="3564" y="2202"/>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4" y="1"/>
                          </a:lnTo>
                          <a:lnTo>
                            <a:pt x="458" y="4"/>
                          </a:lnTo>
                          <a:lnTo>
                            <a:pt x="431" y="8"/>
                          </a:lnTo>
                          <a:lnTo>
                            <a:pt x="406" y="13"/>
                          </a:lnTo>
                          <a:lnTo>
                            <a:pt x="381" y="19"/>
                          </a:lnTo>
                          <a:lnTo>
                            <a:pt x="357" y="26"/>
                          </a:lnTo>
                          <a:lnTo>
                            <a:pt x="332" y="35"/>
                          </a:lnTo>
                          <a:lnTo>
                            <a:pt x="309" y="45"/>
                          </a:lnTo>
                          <a:lnTo>
                            <a:pt x="286" y="56"/>
                          </a:lnTo>
                          <a:lnTo>
                            <a:pt x="263" y="67"/>
                          </a:lnTo>
                          <a:lnTo>
                            <a:pt x="242" y="80"/>
                          </a:lnTo>
                          <a:lnTo>
                            <a:pt x="221" y="95"/>
                          </a:lnTo>
                          <a:lnTo>
                            <a:pt x="201" y="110"/>
                          </a:lnTo>
                          <a:lnTo>
                            <a:pt x="182" y="126"/>
                          </a:lnTo>
                          <a:lnTo>
                            <a:pt x="164" y="141"/>
                          </a:lnTo>
                          <a:lnTo>
                            <a:pt x="145" y="159"/>
                          </a:lnTo>
                          <a:lnTo>
                            <a:pt x="128" y="178"/>
                          </a:lnTo>
                          <a:lnTo>
                            <a:pt x="113" y="197"/>
                          </a:lnTo>
                          <a:lnTo>
                            <a:pt x="98" y="217"/>
                          </a:lnTo>
                          <a:lnTo>
                            <a:pt x="84" y="237"/>
                          </a:lnTo>
                          <a:lnTo>
                            <a:pt x="70" y="258"/>
                          </a:lnTo>
                          <a:lnTo>
                            <a:pt x="58" y="280"/>
                          </a:lnTo>
                          <a:lnTo>
                            <a:pt x="47" y="304"/>
                          </a:lnTo>
                          <a:lnTo>
                            <a:pt x="37" y="326"/>
                          </a:lnTo>
                          <a:lnTo>
                            <a:pt x="29" y="350"/>
                          </a:lnTo>
                          <a:lnTo>
                            <a:pt x="20" y="375"/>
                          </a:lnTo>
                          <a:lnTo>
                            <a:pt x="14" y="399"/>
                          </a:lnTo>
                          <a:lnTo>
                            <a:pt x="8" y="425"/>
                          </a:lnTo>
                          <a:lnTo>
                            <a:pt x="4" y="450"/>
                          </a:lnTo>
                          <a:lnTo>
                            <a:pt x="1" y="477"/>
                          </a:lnTo>
                          <a:lnTo>
                            <a:pt x="0" y="503"/>
                          </a:lnTo>
                          <a:lnTo>
                            <a:pt x="0" y="529"/>
                          </a:lnTo>
                          <a:lnTo>
                            <a:pt x="187" y="525"/>
                          </a:lnTo>
                          <a:lnTo>
                            <a:pt x="187" y="509"/>
                          </a:lnTo>
                          <a:lnTo>
                            <a:pt x="188" y="492"/>
                          </a:lnTo>
                          <a:lnTo>
                            <a:pt x="190" y="476"/>
                          </a:lnTo>
                          <a:lnTo>
                            <a:pt x="192" y="459"/>
                          </a:lnTo>
                          <a:lnTo>
                            <a:pt x="196" y="443"/>
                          </a:lnTo>
                          <a:lnTo>
                            <a:pt x="200" y="427"/>
                          </a:lnTo>
                          <a:lnTo>
                            <a:pt x="205" y="411"/>
                          </a:lnTo>
                          <a:lnTo>
                            <a:pt x="210" y="396"/>
                          </a:lnTo>
                          <a:lnTo>
                            <a:pt x="217" y="381"/>
                          </a:lnTo>
                          <a:lnTo>
                            <a:pt x="224" y="366"/>
                          </a:lnTo>
                          <a:lnTo>
                            <a:pt x="232" y="353"/>
                          </a:lnTo>
                          <a:lnTo>
                            <a:pt x="240" y="339"/>
                          </a:lnTo>
                          <a:lnTo>
                            <a:pt x="250" y="326"/>
                          </a:lnTo>
                          <a:lnTo>
                            <a:pt x="259" y="313"/>
                          </a:lnTo>
                          <a:lnTo>
                            <a:pt x="270" y="301"/>
                          </a:lnTo>
                          <a:lnTo>
                            <a:pt x="280" y="289"/>
                          </a:lnTo>
                          <a:lnTo>
                            <a:pt x="292" y="277"/>
                          </a:lnTo>
                          <a:lnTo>
                            <a:pt x="304" y="267"/>
                          </a:lnTo>
                          <a:lnTo>
                            <a:pt x="316" y="257"/>
                          </a:lnTo>
                          <a:lnTo>
                            <a:pt x="329" y="248"/>
                          </a:lnTo>
                          <a:lnTo>
                            <a:pt x="342" y="238"/>
                          </a:lnTo>
                          <a:lnTo>
                            <a:pt x="356" y="230"/>
                          </a:lnTo>
                          <a:lnTo>
                            <a:pt x="371" y="222"/>
                          </a:lnTo>
                          <a:lnTo>
                            <a:pt x="385" y="216"/>
                          </a:lnTo>
                          <a:lnTo>
                            <a:pt x="399" y="209"/>
                          </a:lnTo>
                          <a:lnTo>
                            <a:pt x="415" y="204"/>
                          </a:lnTo>
                          <a:lnTo>
                            <a:pt x="431" y="199"/>
                          </a:lnTo>
                          <a:lnTo>
                            <a:pt x="447" y="194"/>
                          </a:lnTo>
                          <a:lnTo>
                            <a:pt x="463" y="191"/>
                          </a:lnTo>
                          <a:lnTo>
                            <a:pt x="480" y="189"/>
                          </a:lnTo>
                          <a:lnTo>
                            <a:pt x="496" y="188"/>
                          </a:lnTo>
                          <a:lnTo>
                            <a:pt x="514" y="187"/>
                          </a:lnTo>
                          <a:lnTo>
                            <a:pt x="511" y="0"/>
                          </a:lnTo>
                          <a:close/>
                        </a:path>
                      </a:pathLst>
                    </a:custGeom>
                    <a:solidFill>
                      <a:srgbClr val="EF2B2F"/>
                    </a:solidFill>
                    <a:ln>
                      <a:noFill/>
                    </a:ln>
                  </p:spPr>
                  <p:txBody>
                    <a:bodyPr/>
                    <a:lstStyle/>
                    <a:p>
                      <a:pPr>
                        <a:defRPr/>
                      </a:pPr>
                      <a:endParaRPr lang="en-US" sz="1050">
                        <a:latin typeface="+mj-lt"/>
                      </a:endParaRPr>
                    </a:p>
                  </p:txBody>
                </p:sp>
                <p:sp>
                  <p:nvSpPr>
                    <p:cNvPr id="41304" name="Freeform 770">
                      <a:extLst>
                        <a:ext uri="{FF2B5EF4-FFF2-40B4-BE49-F238E27FC236}">
                          <a16:creationId xmlns="" xmlns:a16="http://schemas.microsoft.com/office/drawing/2014/main" id="{DEE9D730-BF85-47F9-8010-B399A0D6AB49}"/>
                        </a:ext>
                      </a:extLst>
                    </p:cNvPr>
                    <p:cNvSpPr>
                      <a:spLocks/>
                    </p:cNvSpPr>
                    <p:nvPr/>
                  </p:nvSpPr>
                  <p:spPr bwMode="auto">
                    <a:xfrm>
                      <a:off x="2535" y="2776"/>
                      <a:ext cx="141" cy="144"/>
                    </a:xfrm>
                    <a:custGeom>
                      <a:avLst/>
                      <a:gdLst>
                        <a:gd name="T0" fmla="*/ 0 w 853"/>
                        <a:gd name="T1" fmla="*/ 0 h 852"/>
                        <a:gd name="T2" fmla="*/ 0 w 853"/>
                        <a:gd name="T3" fmla="*/ 0 h 852"/>
                        <a:gd name="T4" fmla="*/ 0 w 853"/>
                        <a:gd name="T5" fmla="*/ 0 h 852"/>
                        <a:gd name="T6" fmla="*/ 0 w 853"/>
                        <a:gd name="T7" fmla="*/ 0 h 852"/>
                        <a:gd name="T8" fmla="*/ 0 w 853"/>
                        <a:gd name="T9" fmla="*/ 0 h 852"/>
                        <a:gd name="T10" fmla="*/ 0 w 853"/>
                        <a:gd name="T11" fmla="*/ 0 h 852"/>
                        <a:gd name="T12" fmla="*/ 0 w 853"/>
                        <a:gd name="T13" fmla="*/ 0 h 852"/>
                        <a:gd name="T14" fmla="*/ 0 w 853"/>
                        <a:gd name="T15" fmla="*/ 0 h 852"/>
                        <a:gd name="T16" fmla="*/ 0 w 853"/>
                        <a:gd name="T17" fmla="*/ 0 h 852"/>
                        <a:gd name="T18" fmla="*/ 0 w 853"/>
                        <a:gd name="T19" fmla="*/ 0 h 852"/>
                        <a:gd name="T20" fmla="*/ 0 w 853"/>
                        <a:gd name="T21" fmla="*/ 0 h 852"/>
                        <a:gd name="T22" fmla="*/ 0 w 853"/>
                        <a:gd name="T23" fmla="*/ 0 h 852"/>
                        <a:gd name="T24" fmla="*/ 0 w 853"/>
                        <a:gd name="T25" fmla="*/ 0 h 852"/>
                        <a:gd name="T26" fmla="*/ 0 w 853"/>
                        <a:gd name="T27" fmla="*/ 0 h 852"/>
                        <a:gd name="T28" fmla="*/ 0 w 853"/>
                        <a:gd name="T29" fmla="*/ 0 h 852"/>
                        <a:gd name="T30" fmla="*/ 0 w 853"/>
                        <a:gd name="T31" fmla="*/ 0 h 852"/>
                        <a:gd name="T32" fmla="*/ 0 w 853"/>
                        <a:gd name="T33" fmla="*/ 0 h 852"/>
                        <a:gd name="T34" fmla="*/ 0 w 853"/>
                        <a:gd name="T35" fmla="*/ 0 h 852"/>
                        <a:gd name="T36" fmla="*/ 0 w 853"/>
                        <a:gd name="T37" fmla="*/ 0 h 852"/>
                        <a:gd name="T38" fmla="*/ 0 w 853"/>
                        <a:gd name="T39" fmla="*/ 0 h 852"/>
                        <a:gd name="T40" fmla="*/ 0 w 853"/>
                        <a:gd name="T41" fmla="*/ 0 h 852"/>
                        <a:gd name="T42" fmla="*/ 0 w 853"/>
                        <a:gd name="T43" fmla="*/ 0 h 852"/>
                        <a:gd name="T44" fmla="*/ 0 w 853"/>
                        <a:gd name="T45" fmla="*/ 0 h 852"/>
                        <a:gd name="T46" fmla="*/ 0 w 853"/>
                        <a:gd name="T47" fmla="*/ 0 h 852"/>
                        <a:gd name="T48" fmla="*/ 0 w 853"/>
                        <a:gd name="T49" fmla="*/ 0 h 852"/>
                        <a:gd name="T50" fmla="*/ 0 w 853"/>
                        <a:gd name="T51" fmla="*/ 0 h 852"/>
                        <a:gd name="T52" fmla="*/ 0 w 853"/>
                        <a:gd name="T53" fmla="*/ 0 h 852"/>
                        <a:gd name="T54" fmla="*/ 0 w 853"/>
                        <a:gd name="T55" fmla="*/ 0 h 852"/>
                        <a:gd name="T56" fmla="*/ 0 w 853"/>
                        <a:gd name="T57" fmla="*/ 0 h 852"/>
                        <a:gd name="T58" fmla="*/ 0 w 853"/>
                        <a:gd name="T59" fmla="*/ 0 h 852"/>
                        <a:gd name="T60" fmla="*/ 0 w 853"/>
                        <a:gd name="T61" fmla="*/ 0 h 852"/>
                        <a:gd name="T62" fmla="*/ 0 w 853"/>
                        <a:gd name="T63" fmla="*/ 0 h 852"/>
                        <a:gd name="T64" fmla="*/ 0 w 853"/>
                        <a:gd name="T65" fmla="*/ 0 h 852"/>
                        <a:gd name="T66" fmla="*/ 0 w 853"/>
                        <a:gd name="T67" fmla="*/ 0 h 852"/>
                        <a:gd name="T68" fmla="*/ 0 w 853"/>
                        <a:gd name="T69" fmla="*/ 0 h 852"/>
                        <a:gd name="T70" fmla="*/ 0 w 853"/>
                        <a:gd name="T71" fmla="*/ 0 h 852"/>
                        <a:gd name="T72" fmla="*/ 0 w 853"/>
                        <a:gd name="T73" fmla="*/ 0 h 852"/>
                        <a:gd name="T74" fmla="*/ 0 w 853"/>
                        <a:gd name="T75" fmla="*/ 0 h 852"/>
                        <a:gd name="T76" fmla="*/ 0 w 853"/>
                        <a:gd name="T77" fmla="*/ 0 h 852"/>
                        <a:gd name="T78" fmla="*/ 0 w 853"/>
                        <a:gd name="T79" fmla="*/ 0 h 852"/>
                        <a:gd name="T80" fmla="*/ 0 w 853"/>
                        <a:gd name="T81" fmla="*/ 0 h 852"/>
                        <a:gd name="T82" fmla="*/ 0 w 853"/>
                        <a:gd name="T83" fmla="*/ 0 h 852"/>
                        <a:gd name="T84" fmla="*/ 0 w 853"/>
                        <a:gd name="T85" fmla="*/ 0 h 8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3"/>
                        <a:gd name="T130" fmla="*/ 0 h 852"/>
                        <a:gd name="T131" fmla="*/ 853 w 853"/>
                        <a:gd name="T132" fmla="*/ 852 h 85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3" h="852">
                          <a:moveTo>
                            <a:pt x="418" y="0"/>
                          </a:moveTo>
                          <a:lnTo>
                            <a:pt x="441" y="0"/>
                          </a:lnTo>
                          <a:lnTo>
                            <a:pt x="462" y="1"/>
                          </a:lnTo>
                          <a:lnTo>
                            <a:pt x="483" y="3"/>
                          </a:lnTo>
                          <a:lnTo>
                            <a:pt x="504" y="6"/>
                          </a:lnTo>
                          <a:lnTo>
                            <a:pt x="525" y="11"/>
                          </a:lnTo>
                          <a:lnTo>
                            <a:pt x="546" y="17"/>
                          </a:lnTo>
                          <a:lnTo>
                            <a:pt x="565" y="23"/>
                          </a:lnTo>
                          <a:lnTo>
                            <a:pt x="585" y="29"/>
                          </a:lnTo>
                          <a:lnTo>
                            <a:pt x="604" y="38"/>
                          </a:lnTo>
                          <a:lnTo>
                            <a:pt x="622" y="47"/>
                          </a:lnTo>
                          <a:lnTo>
                            <a:pt x="640" y="57"/>
                          </a:lnTo>
                          <a:lnTo>
                            <a:pt x="658" y="68"/>
                          </a:lnTo>
                          <a:lnTo>
                            <a:pt x="675" y="79"/>
                          </a:lnTo>
                          <a:lnTo>
                            <a:pt x="691" y="92"/>
                          </a:lnTo>
                          <a:lnTo>
                            <a:pt x="707" y="105"/>
                          </a:lnTo>
                          <a:lnTo>
                            <a:pt x="722" y="118"/>
                          </a:lnTo>
                          <a:lnTo>
                            <a:pt x="737" y="133"/>
                          </a:lnTo>
                          <a:lnTo>
                            <a:pt x="750" y="148"/>
                          </a:lnTo>
                          <a:lnTo>
                            <a:pt x="764" y="164"/>
                          </a:lnTo>
                          <a:lnTo>
                            <a:pt x="775" y="181"/>
                          </a:lnTo>
                          <a:lnTo>
                            <a:pt x="787" y="198"/>
                          </a:lnTo>
                          <a:lnTo>
                            <a:pt x="798" y="216"/>
                          </a:lnTo>
                          <a:lnTo>
                            <a:pt x="807" y="234"/>
                          </a:lnTo>
                          <a:lnTo>
                            <a:pt x="817" y="253"/>
                          </a:lnTo>
                          <a:lnTo>
                            <a:pt x="824" y="272"/>
                          </a:lnTo>
                          <a:lnTo>
                            <a:pt x="832" y="291"/>
                          </a:lnTo>
                          <a:lnTo>
                            <a:pt x="838" y="312"/>
                          </a:lnTo>
                          <a:lnTo>
                            <a:pt x="842" y="332"/>
                          </a:lnTo>
                          <a:lnTo>
                            <a:pt x="846" y="353"/>
                          </a:lnTo>
                          <a:lnTo>
                            <a:pt x="850" y="374"/>
                          </a:lnTo>
                          <a:lnTo>
                            <a:pt x="852" y="395"/>
                          </a:lnTo>
                          <a:lnTo>
                            <a:pt x="853" y="418"/>
                          </a:lnTo>
                          <a:lnTo>
                            <a:pt x="853" y="440"/>
                          </a:lnTo>
                          <a:lnTo>
                            <a:pt x="852" y="461"/>
                          </a:lnTo>
                          <a:lnTo>
                            <a:pt x="850" y="482"/>
                          </a:lnTo>
                          <a:lnTo>
                            <a:pt x="845" y="504"/>
                          </a:lnTo>
                          <a:lnTo>
                            <a:pt x="841" y="525"/>
                          </a:lnTo>
                          <a:lnTo>
                            <a:pt x="836" y="545"/>
                          </a:lnTo>
                          <a:lnTo>
                            <a:pt x="829" y="564"/>
                          </a:lnTo>
                          <a:lnTo>
                            <a:pt x="822" y="584"/>
                          </a:lnTo>
                          <a:lnTo>
                            <a:pt x="815" y="603"/>
                          </a:lnTo>
                          <a:lnTo>
                            <a:pt x="805" y="621"/>
                          </a:lnTo>
                          <a:lnTo>
                            <a:pt x="795" y="639"/>
                          </a:lnTo>
                          <a:lnTo>
                            <a:pt x="784" y="657"/>
                          </a:lnTo>
                          <a:lnTo>
                            <a:pt x="772" y="674"/>
                          </a:lnTo>
                          <a:lnTo>
                            <a:pt x="760" y="690"/>
                          </a:lnTo>
                          <a:lnTo>
                            <a:pt x="747" y="706"/>
                          </a:lnTo>
                          <a:lnTo>
                            <a:pt x="733" y="721"/>
                          </a:lnTo>
                          <a:lnTo>
                            <a:pt x="719" y="736"/>
                          </a:lnTo>
                          <a:lnTo>
                            <a:pt x="703" y="750"/>
                          </a:lnTo>
                          <a:lnTo>
                            <a:pt x="687" y="762"/>
                          </a:lnTo>
                          <a:lnTo>
                            <a:pt x="671" y="774"/>
                          </a:lnTo>
                          <a:lnTo>
                            <a:pt x="654" y="786"/>
                          </a:lnTo>
                          <a:lnTo>
                            <a:pt x="636" y="796"/>
                          </a:lnTo>
                          <a:lnTo>
                            <a:pt x="618" y="806"/>
                          </a:lnTo>
                          <a:lnTo>
                            <a:pt x="599" y="816"/>
                          </a:lnTo>
                          <a:lnTo>
                            <a:pt x="580" y="823"/>
                          </a:lnTo>
                          <a:lnTo>
                            <a:pt x="561" y="830"/>
                          </a:lnTo>
                          <a:lnTo>
                            <a:pt x="541" y="837"/>
                          </a:lnTo>
                          <a:lnTo>
                            <a:pt x="519" y="842"/>
                          </a:lnTo>
                          <a:lnTo>
                            <a:pt x="499" y="845"/>
                          </a:lnTo>
                          <a:lnTo>
                            <a:pt x="478" y="848"/>
                          </a:lnTo>
                          <a:lnTo>
                            <a:pt x="456" y="851"/>
                          </a:lnTo>
                          <a:lnTo>
                            <a:pt x="434" y="852"/>
                          </a:lnTo>
                          <a:lnTo>
                            <a:pt x="412" y="852"/>
                          </a:lnTo>
                          <a:lnTo>
                            <a:pt x="391" y="851"/>
                          </a:lnTo>
                          <a:lnTo>
                            <a:pt x="370" y="848"/>
                          </a:lnTo>
                          <a:lnTo>
                            <a:pt x="348" y="844"/>
                          </a:lnTo>
                          <a:lnTo>
                            <a:pt x="327" y="840"/>
                          </a:lnTo>
                          <a:lnTo>
                            <a:pt x="307" y="835"/>
                          </a:lnTo>
                          <a:lnTo>
                            <a:pt x="287" y="828"/>
                          </a:lnTo>
                          <a:lnTo>
                            <a:pt x="268" y="821"/>
                          </a:lnTo>
                          <a:lnTo>
                            <a:pt x="249" y="813"/>
                          </a:lnTo>
                          <a:lnTo>
                            <a:pt x="230" y="804"/>
                          </a:lnTo>
                          <a:lnTo>
                            <a:pt x="212" y="794"/>
                          </a:lnTo>
                          <a:lnTo>
                            <a:pt x="194" y="784"/>
                          </a:lnTo>
                          <a:lnTo>
                            <a:pt x="177" y="772"/>
                          </a:lnTo>
                          <a:lnTo>
                            <a:pt x="161" y="759"/>
                          </a:lnTo>
                          <a:lnTo>
                            <a:pt x="146" y="747"/>
                          </a:lnTo>
                          <a:lnTo>
                            <a:pt x="131" y="732"/>
                          </a:lnTo>
                          <a:lnTo>
                            <a:pt x="116" y="718"/>
                          </a:lnTo>
                          <a:lnTo>
                            <a:pt x="102" y="702"/>
                          </a:lnTo>
                          <a:lnTo>
                            <a:pt x="89" y="686"/>
                          </a:lnTo>
                          <a:lnTo>
                            <a:pt x="76" y="670"/>
                          </a:lnTo>
                          <a:lnTo>
                            <a:pt x="66" y="653"/>
                          </a:lnTo>
                          <a:lnTo>
                            <a:pt x="55" y="635"/>
                          </a:lnTo>
                          <a:lnTo>
                            <a:pt x="45" y="617"/>
                          </a:lnTo>
                          <a:lnTo>
                            <a:pt x="36" y="598"/>
                          </a:lnTo>
                          <a:lnTo>
                            <a:pt x="28" y="579"/>
                          </a:lnTo>
                          <a:lnTo>
                            <a:pt x="21" y="560"/>
                          </a:lnTo>
                          <a:lnTo>
                            <a:pt x="15" y="540"/>
                          </a:lnTo>
                          <a:lnTo>
                            <a:pt x="10" y="518"/>
                          </a:lnTo>
                          <a:lnTo>
                            <a:pt x="5" y="498"/>
                          </a:lnTo>
                          <a:lnTo>
                            <a:pt x="2" y="477"/>
                          </a:lnTo>
                          <a:lnTo>
                            <a:pt x="0" y="455"/>
                          </a:lnTo>
                          <a:lnTo>
                            <a:pt x="0" y="434"/>
                          </a:lnTo>
                          <a:lnTo>
                            <a:pt x="0" y="411"/>
                          </a:lnTo>
                          <a:lnTo>
                            <a:pt x="1" y="390"/>
                          </a:lnTo>
                          <a:lnTo>
                            <a:pt x="3" y="369"/>
                          </a:lnTo>
                          <a:lnTo>
                            <a:pt x="6" y="348"/>
                          </a:lnTo>
                          <a:lnTo>
                            <a:pt x="11" y="326"/>
                          </a:lnTo>
                          <a:lnTo>
                            <a:pt x="16" y="306"/>
                          </a:lnTo>
                          <a:lnTo>
                            <a:pt x="22" y="286"/>
                          </a:lnTo>
                          <a:lnTo>
                            <a:pt x="30" y="267"/>
                          </a:lnTo>
                          <a:lnTo>
                            <a:pt x="38" y="248"/>
                          </a:lnTo>
                          <a:lnTo>
                            <a:pt x="48" y="230"/>
                          </a:lnTo>
                          <a:lnTo>
                            <a:pt x="57" y="212"/>
                          </a:lnTo>
                          <a:lnTo>
                            <a:pt x="68" y="194"/>
                          </a:lnTo>
                          <a:lnTo>
                            <a:pt x="80" y="177"/>
                          </a:lnTo>
                          <a:lnTo>
                            <a:pt x="92" y="161"/>
                          </a:lnTo>
                          <a:lnTo>
                            <a:pt x="105" y="145"/>
                          </a:lnTo>
                          <a:lnTo>
                            <a:pt x="119" y="130"/>
                          </a:lnTo>
                          <a:lnTo>
                            <a:pt x="134" y="115"/>
                          </a:lnTo>
                          <a:lnTo>
                            <a:pt x="149" y="102"/>
                          </a:lnTo>
                          <a:lnTo>
                            <a:pt x="165" y="89"/>
                          </a:lnTo>
                          <a:lnTo>
                            <a:pt x="182" y="76"/>
                          </a:lnTo>
                          <a:lnTo>
                            <a:pt x="199" y="65"/>
                          </a:lnTo>
                          <a:lnTo>
                            <a:pt x="217" y="55"/>
                          </a:lnTo>
                          <a:lnTo>
                            <a:pt x="235" y="45"/>
                          </a:lnTo>
                          <a:lnTo>
                            <a:pt x="253" y="36"/>
                          </a:lnTo>
                          <a:lnTo>
                            <a:pt x="273" y="28"/>
                          </a:lnTo>
                          <a:lnTo>
                            <a:pt x="292" y="21"/>
                          </a:lnTo>
                          <a:lnTo>
                            <a:pt x="312" y="15"/>
                          </a:lnTo>
                          <a:lnTo>
                            <a:pt x="332" y="9"/>
                          </a:lnTo>
                          <a:lnTo>
                            <a:pt x="354" y="5"/>
                          </a:lnTo>
                          <a:lnTo>
                            <a:pt x="375" y="2"/>
                          </a:lnTo>
                          <a:lnTo>
                            <a:pt x="396" y="1"/>
                          </a:lnTo>
                          <a:lnTo>
                            <a:pt x="418" y="0"/>
                          </a:lnTo>
                          <a:close/>
                        </a:path>
                      </a:pathLst>
                    </a:custGeom>
                    <a:solidFill>
                      <a:srgbClr val="DC2B19"/>
                    </a:solidFill>
                    <a:ln>
                      <a:noFill/>
                    </a:ln>
                  </p:spPr>
                  <p:txBody>
                    <a:bodyPr/>
                    <a:lstStyle/>
                    <a:p>
                      <a:pPr>
                        <a:defRPr/>
                      </a:pPr>
                      <a:endParaRPr lang="en-US" sz="1050">
                        <a:latin typeface="+mj-lt"/>
                      </a:endParaRPr>
                    </a:p>
                  </p:txBody>
                </p:sp>
                <p:sp>
                  <p:nvSpPr>
                    <p:cNvPr id="41305" name="Freeform 771">
                      <a:extLst>
                        <a:ext uri="{FF2B5EF4-FFF2-40B4-BE49-F238E27FC236}">
                          <a16:creationId xmlns="" xmlns:a16="http://schemas.microsoft.com/office/drawing/2014/main" id="{A3809D68-84C7-9C43-9E22-E0BF30F105F8}"/>
                        </a:ext>
                      </a:extLst>
                    </p:cNvPr>
                    <p:cNvSpPr>
                      <a:spLocks/>
                    </p:cNvSpPr>
                    <p:nvPr/>
                  </p:nvSpPr>
                  <p:spPr bwMode="auto">
                    <a:xfrm>
                      <a:off x="2605" y="2760"/>
                      <a:ext cx="88" cy="88"/>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529" y="511"/>
                          </a:moveTo>
                          <a:lnTo>
                            <a:pt x="529" y="511"/>
                          </a:lnTo>
                          <a:lnTo>
                            <a:pt x="528" y="484"/>
                          </a:lnTo>
                          <a:lnTo>
                            <a:pt x="526" y="458"/>
                          </a:lnTo>
                          <a:lnTo>
                            <a:pt x="522" y="431"/>
                          </a:lnTo>
                          <a:lnTo>
                            <a:pt x="517" y="406"/>
                          </a:lnTo>
                          <a:lnTo>
                            <a:pt x="510" y="381"/>
                          </a:lnTo>
                          <a:lnTo>
                            <a:pt x="504" y="357"/>
                          </a:lnTo>
                          <a:lnTo>
                            <a:pt x="494" y="332"/>
                          </a:lnTo>
                          <a:lnTo>
                            <a:pt x="485" y="309"/>
                          </a:lnTo>
                          <a:lnTo>
                            <a:pt x="474" y="286"/>
                          </a:lnTo>
                          <a:lnTo>
                            <a:pt x="462" y="263"/>
                          </a:lnTo>
                          <a:lnTo>
                            <a:pt x="449" y="242"/>
                          </a:lnTo>
                          <a:lnTo>
                            <a:pt x="435" y="221"/>
                          </a:lnTo>
                          <a:lnTo>
                            <a:pt x="420" y="201"/>
                          </a:lnTo>
                          <a:lnTo>
                            <a:pt x="404" y="182"/>
                          </a:lnTo>
                          <a:lnTo>
                            <a:pt x="388" y="164"/>
                          </a:lnTo>
                          <a:lnTo>
                            <a:pt x="370" y="146"/>
                          </a:lnTo>
                          <a:lnTo>
                            <a:pt x="352" y="129"/>
                          </a:lnTo>
                          <a:lnTo>
                            <a:pt x="333" y="113"/>
                          </a:lnTo>
                          <a:lnTo>
                            <a:pt x="313" y="98"/>
                          </a:lnTo>
                          <a:lnTo>
                            <a:pt x="292" y="84"/>
                          </a:lnTo>
                          <a:lnTo>
                            <a:pt x="271" y="70"/>
                          </a:lnTo>
                          <a:lnTo>
                            <a:pt x="249" y="59"/>
                          </a:lnTo>
                          <a:lnTo>
                            <a:pt x="227" y="47"/>
                          </a:lnTo>
                          <a:lnTo>
                            <a:pt x="202" y="37"/>
                          </a:lnTo>
                          <a:lnTo>
                            <a:pt x="179" y="29"/>
                          </a:lnTo>
                          <a:lnTo>
                            <a:pt x="154" y="20"/>
                          </a:lnTo>
                          <a:lnTo>
                            <a:pt x="130" y="14"/>
                          </a:lnTo>
                          <a:lnTo>
                            <a:pt x="104" y="9"/>
                          </a:lnTo>
                          <a:lnTo>
                            <a:pt x="79" y="5"/>
                          </a:lnTo>
                          <a:lnTo>
                            <a:pt x="52" y="1"/>
                          </a:lnTo>
                          <a:lnTo>
                            <a:pt x="26" y="0"/>
                          </a:lnTo>
                          <a:lnTo>
                            <a:pt x="0" y="0"/>
                          </a:lnTo>
                          <a:lnTo>
                            <a:pt x="3" y="186"/>
                          </a:lnTo>
                          <a:lnTo>
                            <a:pt x="21" y="187"/>
                          </a:lnTo>
                          <a:lnTo>
                            <a:pt x="38" y="188"/>
                          </a:lnTo>
                          <a:lnTo>
                            <a:pt x="53" y="189"/>
                          </a:lnTo>
                          <a:lnTo>
                            <a:pt x="70" y="192"/>
                          </a:lnTo>
                          <a:lnTo>
                            <a:pt x="86" y="196"/>
                          </a:lnTo>
                          <a:lnTo>
                            <a:pt x="102" y="200"/>
                          </a:lnTo>
                          <a:lnTo>
                            <a:pt x="118" y="205"/>
                          </a:lnTo>
                          <a:lnTo>
                            <a:pt x="133" y="210"/>
                          </a:lnTo>
                          <a:lnTo>
                            <a:pt x="148" y="217"/>
                          </a:lnTo>
                          <a:lnTo>
                            <a:pt x="162" y="224"/>
                          </a:lnTo>
                          <a:lnTo>
                            <a:pt x="177" y="232"/>
                          </a:lnTo>
                          <a:lnTo>
                            <a:pt x="190" y="240"/>
                          </a:lnTo>
                          <a:lnTo>
                            <a:pt x="203" y="250"/>
                          </a:lnTo>
                          <a:lnTo>
                            <a:pt x="216" y="259"/>
                          </a:lnTo>
                          <a:lnTo>
                            <a:pt x="229" y="270"/>
                          </a:lnTo>
                          <a:lnTo>
                            <a:pt x="240" y="280"/>
                          </a:lnTo>
                          <a:lnTo>
                            <a:pt x="251" y="291"/>
                          </a:lnTo>
                          <a:lnTo>
                            <a:pt x="263" y="304"/>
                          </a:lnTo>
                          <a:lnTo>
                            <a:pt x="272" y="316"/>
                          </a:lnTo>
                          <a:lnTo>
                            <a:pt x="282" y="329"/>
                          </a:lnTo>
                          <a:lnTo>
                            <a:pt x="290" y="342"/>
                          </a:lnTo>
                          <a:lnTo>
                            <a:pt x="299" y="356"/>
                          </a:lnTo>
                          <a:lnTo>
                            <a:pt x="307" y="371"/>
                          </a:lnTo>
                          <a:lnTo>
                            <a:pt x="314" y="384"/>
                          </a:lnTo>
                          <a:lnTo>
                            <a:pt x="320" y="399"/>
                          </a:lnTo>
                          <a:lnTo>
                            <a:pt x="325" y="415"/>
                          </a:lnTo>
                          <a:lnTo>
                            <a:pt x="331" y="431"/>
                          </a:lnTo>
                          <a:lnTo>
                            <a:pt x="335" y="447"/>
                          </a:lnTo>
                          <a:lnTo>
                            <a:pt x="337" y="463"/>
                          </a:lnTo>
                          <a:lnTo>
                            <a:pt x="340" y="479"/>
                          </a:lnTo>
                          <a:lnTo>
                            <a:pt x="341" y="496"/>
                          </a:lnTo>
                          <a:lnTo>
                            <a:pt x="342" y="513"/>
                          </a:lnTo>
                          <a:lnTo>
                            <a:pt x="529" y="511"/>
                          </a:lnTo>
                          <a:close/>
                        </a:path>
                      </a:pathLst>
                    </a:custGeom>
                    <a:solidFill>
                      <a:srgbClr val="EF2B2F"/>
                    </a:solidFill>
                    <a:ln>
                      <a:noFill/>
                    </a:ln>
                  </p:spPr>
                  <p:txBody>
                    <a:bodyPr/>
                    <a:lstStyle/>
                    <a:p>
                      <a:pPr>
                        <a:defRPr/>
                      </a:pPr>
                      <a:endParaRPr lang="en-US" sz="1050">
                        <a:latin typeface="+mj-lt"/>
                      </a:endParaRPr>
                    </a:p>
                  </p:txBody>
                </p:sp>
                <p:sp>
                  <p:nvSpPr>
                    <p:cNvPr id="41306" name="Freeform 772">
                      <a:extLst>
                        <a:ext uri="{FF2B5EF4-FFF2-40B4-BE49-F238E27FC236}">
                          <a16:creationId xmlns="" xmlns:a16="http://schemas.microsoft.com/office/drawing/2014/main" id="{216FD9F6-C813-85C5-BCF0-EB6360B78AB6}"/>
                        </a:ext>
                      </a:extLst>
                    </p:cNvPr>
                    <p:cNvSpPr>
                      <a:spLocks/>
                    </p:cNvSpPr>
                    <p:nvPr/>
                  </p:nvSpPr>
                  <p:spPr bwMode="auto">
                    <a:xfrm>
                      <a:off x="2605" y="2848"/>
                      <a:ext cx="88"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3" y="528"/>
                          </a:moveTo>
                          <a:lnTo>
                            <a:pt x="3" y="528"/>
                          </a:lnTo>
                          <a:lnTo>
                            <a:pt x="30" y="527"/>
                          </a:lnTo>
                          <a:lnTo>
                            <a:pt x="57" y="525"/>
                          </a:lnTo>
                          <a:lnTo>
                            <a:pt x="82" y="521"/>
                          </a:lnTo>
                          <a:lnTo>
                            <a:pt x="109" y="515"/>
                          </a:lnTo>
                          <a:lnTo>
                            <a:pt x="133" y="509"/>
                          </a:lnTo>
                          <a:lnTo>
                            <a:pt x="157" y="502"/>
                          </a:lnTo>
                          <a:lnTo>
                            <a:pt x="182" y="493"/>
                          </a:lnTo>
                          <a:lnTo>
                            <a:pt x="205" y="483"/>
                          </a:lnTo>
                          <a:lnTo>
                            <a:pt x="229" y="473"/>
                          </a:lnTo>
                          <a:lnTo>
                            <a:pt x="250" y="461"/>
                          </a:lnTo>
                          <a:lnTo>
                            <a:pt x="272" y="448"/>
                          </a:lnTo>
                          <a:lnTo>
                            <a:pt x="293" y="434"/>
                          </a:lnTo>
                          <a:lnTo>
                            <a:pt x="312" y="419"/>
                          </a:lnTo>
                          <a:lnTo>
                            <a:pt x="333" y="404"/>
                          </a:lnTo>
                          <a:lnTo>
                            <a:pt x="351" y="387"/>
                          </a:lnTo>
                          <a:lnTo>
                            <a:pt x="369" y="369"/>
                          </a:lnTo>
                          <a:lnTo>
                            <a:pt x="386" y="351"/>
                          </a:lnTo>
                          <a:lnTo>
                            <a:pt x="402" y="332"/>
                          </a:lnTo>
                          <a:lnTo>
                            <a:pt x="417" y="312"/>
                          </a:lnTo>
                          <a:lnTo>
                            <a:pt x="430" y="291"/>
                          </a:lnTo>
                          <a:lnTo>
                            <a:pt x="444" y="269"/>
                          </a:lnTo>
                          <a:lnTo>
                            <a:pt x="456" y="248"/>
                          </a:lnTo>
                          <a:lnTo>
                            <a:pt x="468" y="226"/>
                          </a:lnTo>
                          <a:lnTo>
                            <a:pt x="477" y="202"/>
                          </a:lnTo>
                          <a:lnTo>
                            <a:pt x="486" y="178"/>
                          </a:lnTo>
                          <a:lnTo>
                            <a:pt x="494" y="153"/>
                          </a:lnTo>
                          <a:lnTo>
                            <a:pt x="500" y="129"/>
                          </a:lnTo>
                          <a:lnTo>
                            <a:pt x="506" y="104"/>
                          </a:lnTo>
                          <a:lnTo>
                            <a:pt x="510" y="78"/>
                          </a:lnTo>
                          <a:lnTo>
                            <a:pt x="513" y="52"/>
                          </a:lnTo>
                          <a:lnTo>
                            <a:pt x="514" y="25"/>
                          </a:lnTo>
                          <a:lnTo>
                            <a:pt x="514" y="0"/>
                          </a:lnTo>
                          <a:lnTo>
                            <a:pt x="327" y="2"/>
                          </a:lnTo>
                          <a:lnTo>
                            <a:pt x="327" y="20"/>
                          </a:lnTo>
                          <a:lnTo>
                            <a:pt x="326" y="37"/>
                          </a:lnTo>
                          <a:lnTo>
                            <a:pt x="324" y="53"/>
                          </a:lnTo>
                          <a:lnTo>
                            <a:pt x="322" y="70"/>
                          </a:lnTo>
                          <a:lnTo>
                            <a:pt x="318" y="86"/>
                          </a:lnTo>
                          <a:lnTo>
                            <a:pt x="315" y="101"/>
                          </a:lnTo>
                          <a:lnTo>
                            <a:pt x="309" y="117"/>
                          </a:lnTo>
                          <a:lnTo>
                            <a:pt x="304" y="132"/>
                          </a:lnTo>
                          <a:lnTo>
                            <a:pt x="298" y="147"/>
                          </a:lnTo>
                          <a:lnTo>
                            <a:pt x="290" y="162"/>
                          </a:lnTo>
                          <a:lnTo>
                            <a:pt x="282" y="176"/>
                          </a:lnTo>
                          <a:lnTo>
                            <a:pt x="274" y="190"/>
                          </a:lnTo>
                          <a:lnTo>
                            <a:pt x="265" y="202"/>
                          </a:lnTo>
                          <a:lnTo>
                            <a:pt x="255" y="215"/>
                          </a:lnTo>
                          <a:lnTo>
                            <a:pt x="245" y="228"/>
                          </a:lnTo>
                          <a:lnTo>
                            <a:pt x="234" y="239"/>
                          </a:lnTo>
                          <a:lnTo>
                            <a:pt x="222" y="251"/>
                          </a:lnTo>
                          <a:lnTo>
                            <a:pt x="211" y="262"/>
                          </a:lnTo>
                          <a:lnTo>
                            <a:pt x="198" y="271"/>
                          </a:lnTo>
                          <a:lnTo>
                            <a:pt x="185" y="281"/>
                          </a:lnTo>
                          <a:lnTo>
                            <a:pt x="171" y="290"/>
                          </a:lnTo>
                          <a:lnTo>
                            <a:pt x="158" y="299"/>
                          </a:lnTo>
                          <a:lnTo>
                            <a:pt x="144" y="306"/>
                          </a:lnTo>
                          <a:lnTo>
                            <a:pt x="129" y="313"/>
                          </a:lnTo>
                          <a:lnTo>
                            <a:pt x="114" y="319"/>
                          </a:lnTo>
                          <a:lnTo>
                            <a:pt x="99" y="324"/>
                          </a:lnTo>
                          <a:lnTo>
                            <a:pt x="83" y="330"/>
                          </a:lnTo>
                          <a:lnTo>
                            <a:pt x="67" y="334"/>
                          </a:lnTo>
                          <a:lnTo>
                            <a:pt x="51" y="337"/>
                          </a:lnTo>
                          <a:lnTo>
                            <a:pt x="34" y="339"/>
                          </a:lnTo>
                          <a:lnTo>
                            <a:pt x="17" y="340"/>
                          </a:lnTo>
                          <a:lnTo>
                            <a:pt x="0" y="341"/>
                          </a:lnTo>
                          <a:lnTo>
                            <a:pt x="3" y="528"/>
                          </a:lnTo>
                          <a:close/>
                        </a:path>
                      </a:pathLst>
                    </a:custGeom>
                    <a:solidFill>
                      <a:srgbClr val="EF2B2F"/>
                    </a:solidFill>
                    <a:ln>
                      <a:noFill/>
                    </a:ln>
                  </p:spPr>
                  <p:txBody>
                    <a:bodyPr/>
                    <a:lstStyle/>
                    <a:p>
                      <a:pPr>
                        <a:defRPr/>
                      </a:pPr>
                      <a:endParaRPr lang="en-US" sz="1050">
                        <a:latin typeface="+mj-lt"/>
                      </a:endParaRPr>
                    </a:p>
                  </p:txBody>
                </p:sp>
                <p:sp>
                  <p:nvSpPr>
                    <p:cNvPr id="41307" name="Freeform 773">
                      <a:extLst>
                        <a:ext uri="{FF2B5EF4-FFF2-40B4-BE49-F238E27FC236}">
                          <a16:creationId xmlns="" xmlns:a16="http://schemas.microsoft.com/office/drawing/2014/main" id="{C8731E31-8D23-15A5-9CF1-6B5CC7BAC555}"/>
                        </a:ext>
                      </a:extLst>
                    </p:cNvPr>
                    <p:cNvSpPr>
                      <a:spLocks/>
                    </p:cNvSpPr>
                    <p:nvPr/>
                  </p:nvSpPr>
                  <p:spPr bwMode="auto">
                    <a:xfrm>
                      <a:off x="2517" y="2848"/>
                      <a:ext cx="88" cy="88"/>
                    </a:xfrm>
                    <a:custGeom>
                      <a:avLst/>
                      <a:gdLst>
                        <a:gd name="T0" fmla="*/ 0 w 528"/>
                        <a:gd name="T1" fmla="*/ 0 h 514"/>
                        <a:gd name="T2" fmla="*/ 0 w 528"/>
                        <a:gd name="T3" fmla="*/ 0 h 514"/>
                        <a:gd name="T4" fmla="*/ 0 w 528"/>
                        <a:gd name="T5" fmla="*/ 0 h 514"/>
                        <a:gd name="T6" fmla="*/ 0 w 528"/>
                        <a:gd name="T7" fmla="*/ 0 h 514"/>
                        <a:gd name="T8" fmla="*/ 0 w 528"/>
                        <a:gd name="T9" fmla="*/ 0 h 514"/>
                        <a:gd name="T10" fmla="*/ 0 w 528"/>
                        <a:gd name="T11" fmla="*/ 0 h 514"/>
                        <a:gd name="T12" fmla="*/ 0 w 528"/>
                        <a:gd name="T13" fmla="*/ 0 h 514"/>
                        <a:gd name="T14" fmla="*/ 0 w 528"/>
                        <a:gd name="T15" fmla="*/ 0 h 514"/>
                        <a:gd name="T16" fmla="*/ 0 w 528"/>
                        <a:gd name="T17" fmla="*/ 0 h 514"/>
                        <a:gd name="T18" fmla="*/ 0 w 528"/>
                        <a:gd name="T19" fmla="*/ 0 h 514"/>
                        <a:gd name="T20" fmla="*/ 0 w 528"/>
                        <a:gd name="T21" fmla="*/ 0 h 514"/>
                        <a:gd name="T22" fmla="*/ 0 w 528"/>
                        <a:gd name="T23" fmla="*/ 0 h 514"/>
                        <a:gd name="T24" fmla="*/ 0 w 528"/>
                        <a:gd name="T25" fmla="*/ 0 h 514"/>
                        <a:gd name="T26" fmla="*/ 0 w 528"/>
                        <a:gd name="T27" fmla="*/ 0 h 514"/>
                        <a:gd name="T28" fmla="*/ 0 w 528"/>
                        <a:gd name="T29" fmla="*/ 0 h 514"/>
                        <a:gd name="T30" fmla="*/ 0 w 528"/>
                        <a:gd name="T31" fmla="*/ 0 h 514"/>
                        <a:gd name="T32" fmla="*/ 0 w 528"/>
                        <a:gd name="T33" fmla="*/ 0 h 514"/>
                        <a:gd name="T34" fmla="*/ 0 w 528"/>
                        <a:gd name="T35" fmla="*/ 0 h 514"/>
                        <a:gd name="T36" fmla="*/ 0 w 528"/>
                        <a:gd name="T37" fmla="*/ 0 h 514"/>
                        <a:gd name="T38" fmla="*/ 0 w 528"/>
                        <a:gd name="T39" fmla="*/ 0 h 514"/>
                        <a:gd name="T40" fmla="*/ 0 w 528"/>
                        <a:gd name="T41" fmla="*/ 0 h 514"/>
                        <a:gd name="T42" fmla="*/ 0 w 528"/>
                        <a:gd name="T43" fmla="*/ 0 h 514"/>
                        <a:gd name="T44" fmla="*/ 0 w 528"/>
                        <a:gd name="T45" fmla="*/ 0 h 514"/>
                        <a:gd name="T46" fmla="*/ 0 w 528"/>
                        <a:gd name="T47" fmla="*/ 0 h 514"/>
                        <a:gd name="T48" fmla="*/ 0 w 528"/>
                        <a:gd name="T49" fmla="*/ 0 h 514"/>
                        <a:gd name="T50" fmla="*/ 0 w 528"/>
                        <a:gd name="T51" fmla="*/ 0 h 514"/>
                        <a:gd name="T52" fmla="*/ 0 w 528"/>
                        <a:gd name="T53" fmla="*/ 0 h 514"/>
                        <a:gd name="T54" fmla="*/ 0 w 528"/>
                        <a:gd name="T55" fmla="*/ 0 h 514"/>
                        <a:gd name="T56" fmla="*/ 0 w 528"/>
                        <a:gd name="T57" fmla="*/ 0 h 514"/>
                        <a:gd name="T58" fmla="*/ 0 w 528"/>
                        <a:gd name="T59" fmla="*/ 0 h 514"/>
                        <a:gd name="T60" fmla="*/ 0 w 528"/>
                        <a:gd name="T61" fmla="*/ 0 h 514"/>
                        <a:gd name="T62" fmla="*/ 0 w 528"/>
                        <a:gd name="T63" fmla="*/ 0 h 514"/>
                        <a:gd name="T64" fmla="*/ 0 w 528"/>
                        <a:gd name="T65" fmla="*/ 0 h 514"/>
                        <a:gd name="T66" fmla="*/ 0 w 528"/>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8"/>
                        <a:gd name="T103" fmla="*/ 0 h 514"/>
                        <a:gd name="T104" fmla="*/ 528 w 528"/>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8" h="514">
                          <a:moveTo>
                            <a:pt x="0" y="4"/>
                          </a:moveTo>
                          <a:lnTo>
                            <a:pt x="0" y="4"/>
                          </a:lnTo>
                          <a:lnTo>
                            <a:pt x="0" y="30"/>
                          </a:lnTo>
                          <a:lnTo>
                            <a:pt x="3" y="57"/>
                          </a:lnTo>
                          <a:lnTo>
                            <a:pt x="6" y="83"/>
                          </a:lnTo>
                          <a:lnTo>
                            <a:pt x="11" y="109"/>
                          </a:lnTo>
                          <a:lnTo>
                            <a:pt x="18" y="133"/>
                          </a:lnTo>
                          <a:lnTo>
                            <a:pt x="25" y="157"/>
                          </a:lnTo>
                          <a:lnTo>
                            <a:pt x="34" y="182"/>
                          </a:lnTo>
                          <a:lnTo>
                            <a:pt x="44" y="205"/>
                          </a:lnTo>
                          <a:lnTo>
                            <a:pt x="55" y="229"/>
                          </a:lnTo>
                          <a:lnTo>
                            <a:pt x="66" y="251"/>
                          </a:lnTo>
                          <a:lnTo>
                            <a:pt x="79" y="272"/>
                          </a:lnTo>
                          <a:lnTo>
                            <a:pt x="93" y="293"/>
                          </a:lnTo>
                          <a:lnTo>
                            <a:pt x="108" y="313"/>
                          </a:lnTo>
                          <a:lnTo>
                            <a:pt x="124" y="333"/>
                          </a:lnTo>
                          <a:lnTo>
                            <a:pt x="141" y="351"/>
                          </a:lnTo>
                          <a:lnTo>
                            <a:pt x="159" y="369"/>
                          </a:lnTo>
                          <a:lnTo>
                            <a:pt x="177" y="386"/>
                          </a:lnTo>
                          <a:lnTo>
                            <a:pt x="196" y="401"/>
                          </a:lnTo>
                          <a:lnTo>
                            <a:pt x="216" y="416"/>
                          </a:lnTo>
                          <a:lnTo>
                            <a:pt x="236" y="430"/>
                          </a:lnTo>
                          <a:lnTo>
                            <a:pt x="258" y="444"/>
                          </a:lnTo>
                          <a:lnTo>
                            <a:pt x="280" y="456"/>
                          </a:lnTo>
                          <a:lnTo>
                            <a:pt x="302" y="467"/>
                          </a:lnTo>
                          <a:lnTo>
                            <a:pt x="326" y="477"/>
                          </a:lnTo>
                          <a:lnTo>
                            <a:pt x="350" y="485"/>
                          </a:lnTo>
                          <a:lnTo>
                            <a:pt x="374" y="494"/>
                          </a:lnTo>
                          <a:lnTo>
                            <a:pt x="399" y="500"/>
                          </a:lnTo>
                          <a:lnTo>
                            <a:pt x="424" y="505"/>
                          </a:lnTo>
                          <a:lnTo>
                            <a:pt x="450" y="510"/>
                          </a:lnTo>
                          <a:lnTo>
                            <a:pt x="476" y="513"/>
                          </a:lnTo>
                          <a:lnTo>
                            <a:pt x="502" y="514"/>
                          </a:lnTo>
                          <a:lnTo>
                            <a:pt x="528" y="514"/>
                          </a:lnTo>
                          <a:lnTo>
                            <a:pt x="525" y="327"/>
                          </a:lnTo>
                          <a:lnTo>
                            <a:pt x="508" y="327"/>
                          </a:lnTo>
                          <a:lnTo>
                            <a:pt x="491" y="326"/>
                          </a:lnTo>
                          <a:lnTo>
                            <a:pt x="474" y="324"/>
                          </a:lnTo>
                          <a:lnTo>
                            <a:pt x="458" y="322"/>
                          </a:lnTo>
                          <a:lnTo>
                            <a:pt x="442" y="319"/>
                          </a:lnTo>
                          <a:lnTo>
                            <a:pt x="426" y="314"/>
                          </a:lnTo>
                          <a:lnTo>
                            <a:pt x="411" y="309"/>
                          </a:lnTo>
                          <a:lnTo>
                            <a:pt x="396" y="304"/>
                          </a:lnTo>
                          <a:lnTo>
                            <a:pt x="381" y="298"/>
                          </a:lnTo>
                          <a:lnTo>
                            <a:pt x="366" y="290"/>
                          </a:lnTo>
                          <a:lnTo>
                            <a:pt x="352" y="283"/>
                          </a:lnTo>
                          <a:lnTo>
                            <a:pt x="338" y="274"/>
                          </a:lnTo>
                          <a:lnTo>
                            <a:pt x="325" y="265"/>
                          </a:lnTo>
                          <a:lnTo>
                            <a:pt x="313" y="255"/>
                          </a:lnTo>
                          <a:lnTo>
                            <a:pt x="300" y="244"/>
                          </a:lnTo>
                          <a:lnTo>
                            <a:pt x="288" y="234"/>
                          </a:lnTo>
                          <a:lnTo>
                            <a:pt x="277" y="222"/>
                          </a:lnTo>
                          <a:lnTo>
                            <a:pt x="266" y="211"/>
                          </a:lnTo>
                          <a:lnTo>
                            <a:pt x="257" y="198"/>
                          </a:lnTo>
                          <a:lnTo>
                            <a:pt x="246" y="185"/>
                          </a:lnTo>
                          <a:lnTo>
                            <a:pt x="237" y="172"/>
                          </a:lnTo>
                          <a:lnTo>
                            <a:pt x="229" y="159"/>
                          </a:lnTo>
                          <a:lnTo>
                            <a:pt x="222" y="144"/>
                          </a:lnTo>
                          <a:lnTo>
                            <a:pt x="214" y="129"/>
                          </a:lnTo>
                          <a:lnTo>
                            <a:pt x="209" y="115"/>
                          </a:lnTo>
                          <a:lnTo>
                            <a:pt x="203" y="99"/>
                          </a:lnTo>
                          <a:lnTo>
                            <a:pt x="198" y="83"/>
                          </a:lnTo>
                          <a:lnTo>
                            <a:pt x="194" y="67"/>
                          </a:lnTo>
                          <a:lnTo>
                            <a:pt x="191" y="51"/>
                          </a:lnTo>
                          <a:lnTo>
                            <a:pt x="189" y="34"/>
                          </a:lnTo>
                          <a:lnTo>
                            <a:pt x="186" y="18"/>
                          </a:lnTo>
                          <a:lnTo>
                            <a:pt x="185" y="0"/>
                          </a:lnTo>
                          <a:lnTo>
                            <a:pt x="0" y="4"/>
                          </a:lnTo>
                          <a:close/>
                        </a:path>
                      </a:pathLst>
                    </a:custGeom>
                    <a:solidFill>
                      <a:srgbClr val="EF2B2F"/>
                    </a:solidFill>
                    <a:ln>
                      <a:noFill/>
                    </a:ln>
                  </p:spPr>
                  <p:txBody>
                    <a:bodyPr/>
                    <a:lstStyle/>
                    <a:p>
                      <a:pPr>
                        <a:defRPr/>
                      </a:pPr>
                      <a:endParaRPr lang="en-US" sz="1050">
                        <a:latin typeface="+mj-lt"/>
                      </a:endParaRPr>
                    </a:p>
                  </p:txBody>
                </p:sp>
                <p:sp>
                  <p:nvSpPr>
                    <p:cNvPr id="41308" name="Freeform 774">
                      <a:extLst>
                        <a:ext uri="{FF2B5EF4-FFF2-40B4-BE49-F238E27FC236}">
                          <a16:creationId xmlns="" xmlns:a16="http://schemas.microsoft.com/office/drawing/2014/main" id="{62C4B78C-4D20-4E6D-9640-5A3F0439ACBC}"/>
                        </a:ext>
                      </a:extLst>
                    </p:cNvPr>
                    <p:cNvSpPr>
                      <a:spLocks/>
                    </p:cNvSpPr>
                    <p:nvPr/>
                  </p:nvSpPr>
                  <p:spPr bwMode="auto">
                    <a:xfrm>
                      <a:off x="2517" y="2760"/>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5" y="1"/>
                          </a:lnTo>
                          <a:lnTo>
                            <a:pt x="458" y="3"/>
                          </a:lnTo>
                          <a:lnTo>
                            <a:pt x="432" y="8"/>
                          </a:lnTo>
                          <a:lnTo>
                            <a:pt x="406" y="12"/>
                          </a:lnTo>
                          <a:lnTo>
                            <a:pt x="382" y="18"/>
                          </a:lnTo>
                          <a:lnTo>
                            <a:pt x="356" y="26"/>
                          </a:lnTo>
                          <a:lnTo>
                            <a:pt x="333" y="35"/>
                          </a:lnTo>
                          <a:lnTo>
                            <a:pt x="310" y="45"/>
                          </a:lnTo>
                          <a:lnTo>
                            <a:pt x="286" y="55"/>
                          </a:lnTo>
                          <a:lnTo>
                            <a:pt x="264" y="67"/>
                          </a:lnTo>
                          <a:lnTo>
                            <a:pt x="243" y="80"/>
                          </a:lnTo>
                          <a:lnTo>
                            <a:pt x="221" y="94"/>
                          </a:lnTo>
                          <a:lnTo>
                            <a:pt x="201" y="109"/>
                          </a:lnTo>
                          <a:lnTo>
                            <a:pt x="182" y="124"/>
                          </a:lnTo>
                          <a:lnTo>
                            <a:pt x="164" y="141"/>
                          </a:lnTo>
                          <a:lnTo>
                            <a:pt x="146" y="159"/>
                          </a:lnTo>
                          <a:lnTo>
                            <a:pt x="129" y="177"/>
                          </a:lnTo>
                          <a:lnTo>
                            <a:pt x="113" y="197"/>
                          </a:lnTo>
                          <a:lnTo>
                            <a:pt x="98" y="217"/>
                          </a:lnTo>
                          <a:lnTo>
                            <a:pt x="83" y="237"/>
                          </a:lnTo>
                          <a:lnTo>
                            <a:pt x="71" y="258"/>
                          </a:lnTo>
                          <a:lnTo>
                            <a:pt x="58" y="280"/>
                          </a:lnTo>
                          <a:lnTo>
                            <a:pt x="47" y="303"/>
                          </a:lnTo>
                          <a:lnTo>
                            <a:pt x="38" y="326"/>
                          </a:lnTo>
                          <a:lnTo>
                            <a:pt x="28" y="350"/>
                          </a:lnTo>
                          <a:lnTo>
                            <a:pt x="21" y="375"/>
                          </a:lnTo>
                          <a:lnTo>
                            <a:pt x="13" y="399"/>
                          </a:lnTo>
                          <a:lnTo>
                            <a:pt x="9" y="425"/>
                          </a:lnTo>
                          <a:lnTo>
                            <a:pt x="5" y="450"/>
                          </a:lnTo>
                          <a:lnTo>
                            <a:pt x="2" y="477"/>
                          </a:lnTo>
                          <a:lnTo>
                            <a:pt x="0" y="502"/>
                          </a:lnTo>
                          <a:lnTo>
                            <a:pt x="1" y="529"/>
                          </a:lnTo>
                          <a:lnTo>
                            <a:pt x="186" y="525"/>
                          </a:lnTo>
                          <a:lnTo>
                            <a:pt x="187" y="508"/>
                          </a:lnTo>
                          <a:lnTo>
                            <a:pt x="189" y="492"/>
                          </a:lnTo>
                          <a:lnTo>
                            <a:pt x="190" y="475"/>
                          </a:lnTo>
                          <a:lnTo>
                            <a:pt x="193" y="459"/>
                          </a:lnTo>
                          <a:lnTo>
                            <a:pt x="196" y="443"/>
                          </a:lnTo>
                          <a:lnTo>
                            <a:pt x="200" y="427"/>
                          </a:lnTo>
                          <a:lnTo>
                            <a:pt x="206" y="411"/>
                          </a:lnTo>
                          <a:lnTo>
                            <a:pt x="211" y="396"/>
                          </a:lnTo>
                          <a:lnTo>
                            <a:pt x="217" y="381"/>
                          </a:lnTo>
                          <a:lnTo>
                            <a:pt x="225" y="366"/>
                          </a:lnTo>
                          <a:lnTo>
                            <a:pt x="232" y="353"/>
                          </a:lnTo>
                          <a:lnTo>
                            <a:pt x="241" y="339"/>
                          </a:lnTo>
                          <a:lnTo>
                            <a:pt x="249" y="326"/>
                          </a:lnTo>
                          <a:lnTo>
                            <a:pt x="260" y="313"/>
                          </a:lnTo>
                          <a:lnTo>
                            <a:pt x="269" y="301"/>
                          </a:lnTo>
                          <a:lnTo>
                            <a:pt x="281" y="289"/>
                          </a:lnTo>
                          <a:lnTo>
                            <a:pt x="292" y="277"/>
                          </a:lnTo>
                          <a:lnTo>
                            <a:pt x="304" y="267"/>
                          </a:lnTo>
                          <a:lnTo>
                            <a:pt x="316" y="257"/>
                          </a:lnTo>
                          <a:lnTo>
                            <a:pt x="330" y="247"/>
                          </a:lnTo>
                          <a:lnTo>
                            <a:pt x="343" y="238"/>
                          </a:lnTo>
                          <a:lnTo>
                            <a:pt x="356" y="229"/>
                          </a:lnTo>
                          <a:lnTo>
                            <a:pt x="370" y="222"/>
                          </a:lnTo>
                          <a:lnTo>
                            <a:pt x="385" y="215"/>
                          </a:lnTo>
                          <a:lnTo>
                            <a:pt x="400" y="209"/>
                          </a:lnTo>
                          <a:lnTo>
                            <a:pt x="416" y="204"/>
                          </a:lnTo>
                          <a:lnTo>
                            <a:pt x="431" y="199"/>
                          </a:lnTo>
                          <a:lnTo>
                            <a:pt x="448" y="194"/>
                          </a:lnTo>
                          <a:lnTo>
                            <a:pt x="464" y="191"/>
                          </a:lnTo>
                          <a:lnTo>
                            <a:pt x="480" y="189"/>
                          </a:lnTo>
                          <a:lnTo>
                            <a:pt x="497" y="187"/>
                          </a:lnTo>
                          <a:lnTo>
                            <a:pt x="514" y="186"/>
                          </a:lnTo>
                          <a:lnTo>
                            <a:pt x="511" y="0"/>
                          </a:lnTo>
                          <a:close/>
                        </a:path>
                      </a:pathLst>
                    </a:custGeom>
                    <a:solidFill>
                      <a:srgbClr val="EF2B2F"/>
                    </a:solidFill>
                    <a:ln>
                      <a:noFill/>
                    </a:ln>
                  </p:spPr>
                  <p:txBody>
                    <a:bodyPr/>
                    <a:lstStyle/>
                    <a:p>
                      <a:pPr>
                        <a:defRPr/>
                      </a:pPr>
                      <a:endParaRPr lang="en-US" sz="1050">
                        <a:latin typeface="+mj-lt"/>
                      </a:endParaRPr>
                    </a:p>
                  </p:txBody>
                </p:sp>
                <p:sp>
                  <p:nvSpPr>
                    <p:cNvPr id="41309" name="Freeform 775">
                      <a:extLst>
                        <a:ext uri="{FF2B5EF4-FFF2-40B4-BE49-F238E27FC236}">
                          <a16:creationId xmlns="" xmlns:a16="http://schemas.microsoft.com/office/drawing/2014/main" id="{4516E706-88C3-5676-D734-3DD3E279D9FF}"/>
                        </a:ext>
                      </a:extLst>
                    </p:cNvPr>
                    <p:cNvSpPr>
                      <a:spLocks/>
                    </p:cNvSpPr>
                    <p:nvPr/>
                  </p:nvSpPr>
                  <p:spPr bwMode="auto">
                    <a:xfrm>
                      <a:off x="2645" y="3383"/>
                      <a:ext cx="88" cy="112"/>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529" y="510"/>
                          </a:moveTo>
                          <a:lnTo>
                            <a:pt x="529" y="510"/>
                          </a:lnTo>
                          <a:lnTo>
                            <a:pt x="528" y="484"/>
                          </a:lnTo>
                          <a:lnTo>
                            <a:pt x="526" y="457"/>
                          </a:lnTo>
                          <a:lnTo>
                            <a:pt x="521" y="432"/>
                          </a:lnTo>
                          <a:lnTo>
                            <a:pt x="517" y="405"/>
                          </a:lnTo>
                          <a:lnTo>
                            <a:pt x="511" y="381"/>
                          </a:lnTo>
                          <a:lnTo>
                            <a:pt x="503" y="356"/>
                          </a:lnTo>
                          <a:lnTo>
                            <a:pt x="494" y="332"/>
                          </a:lnTo>
                          <a:lnTo>
                            <a:pt x="484" y="309"/>
                          </a:lnTo>
                          <a:lnTo>
                            <a:pt x="474" y="286"/>
                          </a:lnTo>
                          <a:lnTo>
                            <a:pt x="462" y="264"/>
                          </a:lnTo>
                          <a:lnTo>
                            <a:pt x="449" y="242"/>
                          </a:lnTo>
                          <a:lnTo>
                            <a:pt x="435" y="222"/>
                          </a:lnTo>
                          <a:lnTo>
                            <a:pt x="421" y="202"/>
                          </a:lnTo>
                          <a:lnTo>
                            <a:pt x="405" y="181"/>
                          </a:lnTo>
                          <a:lnTo>
                            <a:pt x="388" y="163"/>
                          </a:lnTo>
                          <a:lnTo>
                            <a:pt x="370" y="145"/>
                          </a:lnTo>
                          <a:lnTo>
                            <a:pt x="351" y="128"/>
                          </a:lnTo>
                          <a:lnTo>
                            <a:pt x="332" y="112"/>
                          </a:lnTo>
                          <a:lnTo>
                            <a:pt x="312" y="98"/>
                          </a:lnTo>
                          <a:lnTo>
                            <a:pt x="292" y="84"/>
                          </a:lnTo>
                          <a:lnTo>
                            <a:pt x="270" y="70"/>
                          </a:lnTo>
                          <a:lnTo>
                            <a:pt x="248" y="58"/>
                          </a:lnTo>
                          <a:lnTo>
                            <a:pt x="226" y="48"/>
                          </a:lnTo>
                          <a:lnTo>
                            <a:pt x="203" y="37"/>
                          </a:lnTo>
                          <a:lnTo>
                            <a:pt x="178" y="29"/>
                          </a:lnTo>
                          <a:lnTo>
                            <a:pt x="154" y="20"/>
                          </a:lnTo>
                          <a:lnTo>
                            <a:pt x="130" y="14"/>
                          </a:lnTo>
                          <a:lnTo>
                            <a:pt x="104" y="8"/>
                          </a:lnTo>
                          <a:lnTo>
                            <a:pt x="79" y="4"/>
                          </a:lnTo>
                          <a:lnTo>
                            <a:pt x="52" y="1"/>
                          </a:lnTo>
                          <a:lnTo>
                            <a:pt x="27" y="0"/>
                          </a:lnTo>
                          <a:lnTo>
                            <a:pt x="0" y="0"/>
                          </a:lnTo>
                          <a:lnTo>
                            <a:pt x="3" y="187"/>
                          </a:lnTo>
                          <a:lnTo>
                            <a:pt x="20" y="187"/>
                          </a:lnTo>
                          <a:lnTo>
                            <a:pt x="37" y="188"/>
                          </a:lnTo>
                          <a:lnTo>
                            <a:pt x="54" y="190"/>
                          </a:lnTo>
                          <a:lnTo>
                            <a:pt x="70" y="192"/>
                          </a:lnTo>
                          <a:lnTo>
                            <a:pt x="86" y="196"/>
                          </a:lnTo>
                          <a:lnTo>
                            <a:pt x="102" y="199"/>
                          </a:lnTo>
                          <a:lnTo>
                            <a:pt x="118" y="205"/>
                          </a:lnTo>
                          <a:lnTo>
                            <a:pt x="133" y="210"/>
                          </a:lnTo>
                          <a:lnTo>
                            <a:pt x="148" y="216"/>
                          </a:lnTo>
                          <a:lnTo>
                            <a:pt x="162" y="224"/>
                          </a:lnTo>
                          <a:lnTo>
                            <a:pt x="176" y="232"/>
                          </a:lnTo>
                          <a:lnTo>
                            <a:pt x="190" y="240"/>
                          </a:lnTo>
                          <a:lnTo>
                            <a:pt x="203" y="249"/>
                          </a:lnTo>
                          <a:lnTo>
                            <a:pt x="216" y="259"/>
                          </a:lnTo>
                          <a:lnTo>
                            <a:pt x="228" y="269"/>
                          </a:lnTo>
                          <a:lnTo>
                            <a:pt x="240" y="280"/>
                          </a:lnTo>
                          <a:lnTo>
                            <a:pt x="252" y="292"/>
                          </a:lnTo>
                          <a:lnTo>
                            <a:pt x="262" y="303"/>
                          </a:lnTo>
                          <a:lnTo>
                            <a:pt x="272" y="316"/>
                          </a:lnTo>
                          <a:lnTo>
                            <a:pt x="281" y="329"/>
                          </a:lnTo>
                          <a:lnTo>
                            <a:pt x="291" y="343"/>
                          </a:lnTo>
                          <a:lnTo>
                            <a:pt x="299" y="355"/>
                          </a:lnTo>
                          <a:lnTo>
                            <a:pt x="307" y="370"/>
                          </a:lnTo>
                          <a:lnTo>
                            <a:pt x="314" y="385"/>
                          </a:lnTo>
                          <a:lnTo>
                            <a:pt x="320" y="400"/>
                          </a:lnTo>
                          <a:lnTo>
                            <a:pt x="325" y="415"/>
                          </a:lnTo>
                          <a:lnTo>
                            <a:pt x="330" y="431"/>
                          </a:lnTo>
                          <a:lnTo>
                            <a:pt x="334" y="447"/>
                          </a:lnTo>
                          <a:lnTo>
                            <a:pt x="338" y="463"/>
                          </a:lnTo>
                          <a:lnTo>
                            <a:pt x="340" y="480"/>
                          </a:lnTo>
                          <a:lnTo>
                            <a:pt x="342" y="496"/>
                          </a:lnTo>
                          <a:lnTo>
                            <a:pt x="343" y="513"/>
                          </a:lnTo>
                          <a:lnTo>
                            <a:pt x="529" y="510"/>
                          </a:lnTo>
                          <a:close/>
                        </a:path>
                      </a:pathLst>
                    </a:custGeom>
                    <a:solidFill>
                      <a:srgbClr val="EF2B2F"/>
                    </a:solidFill>
                    <a:ln>
                      <a:noFill/>
                    </a:ln>
                  </p:spPr>
                  <p:txBody>
                    <a:bodyPr/>
                    <a:lstStyle/>
                    <a:p>
                      <a:pPr>
                        <a:defRPr/>
                      </a:pPr>
                      <a:endParaRPr lang="en-US" sz="1050">
                        <a:latin typeface="+mj-lt"/>
                      </a:endParaRPr>
                    </a:p>
                  </p:txBody>
                </p:sp>
                <p:sp>
                  <p:nvSpPr>
                    <p:cNvPr id="41310" name="Freeform 776">
                      <a:extLst>
                        <a:ext uri="{FF2B5EF4-FFF2-40B4-BE49-F238E27FC236}">
                          <a16:creationId xmlns="" xmlns:a16="http://schemas.microsoft.com/office/drawing/2014/main" id="{C0C675FF-4F82-A44B-0F4E-2BBBBD1319A8}"/>
                        </a:ext>
                      </a:extLst>
                    </p:cNvPr>
                    <p:cNvSpPr>
                      <a:spLocks/>
                    </p:cNvSpPr>
                    <p:nvPr/>
                  </p:nvSpPr>
                  <p:spPr bwMode="auto">
                    <a:xfrm>
                      <a:off x="2649" y="3470"/>
                      <a:ext cx="84" cy="88"/>
                    </a:xfrm>
                    <a:custGeom>
                      <a:avLst/>
                      <a:gdLst>
                        <a:gd name="T0" fmla="*/ 0 w 513"/>
                        <a:gd name="T1" fmla="*/ 0 h 529"/>
                        <a:gd name="T2" fmla="*/ 0 w 513"/>
                        <a:gd name="T3" fmla="*/ 0 h 529"/>
                        <a:gd name="T4" fmla="*/ 0 w 513"/>
                        <a:gd name="T5" fmla="*/ 0 h 529"/>
                        <a:gd name="T6" fmla="*/ 0 w 513"/>
                        <a:gd name="T7" fmla="*/ 0 h 529"/>
                        <a:gd name="T8" fmla="*/ 0 w 513"/>
                        <a:gd name="T9" fmla="*/ 0 h 529"/>
                        <a:gd name="T10" fmla="*/ 0 w 513"/>
                        <a:gd name="T11" fmla="*/ 0 h 529"/>
                        <a:gd name="T12" fmla="*/ 0 w 513"/>
                        <a:gd name="T13" fmla="*/ 0 h 529"/>
                        <a:gd name="T14" fmla="*/ 0 w 513"/>
                        <a:gd name="T15" fmla="*/ 0 h 529"/>
                        <a:gd name="T16" fmla="*/ 0 w 513"/>
                        <a:gd name="T17" fmla="*/ 0 h 529"/>
                        <a:gd name="T18" fmla="*/ 0 w 513"/>
                        <a:gd name="T19" fmla="*/ 0 h 529"/>
                        <a:gd name="T20" fmla="*/ 0 w 513"/>
                        <a:gd name="T21" fmla="*/ 0 h 529"/>
                        <a:gd name="T22" fmla="*/ 0 w 513"/>
                        <a:gd name="T23" fmla="*/ 0 h 529"/>
                        <a:gd name="T24" fmla="*/ 0 w 513"/>
                        <a:gd name="T25" fmla="*/ 0 h 529"/>
                        <a:gd name="T26" fmla="*/ 0 w 513"/>
                        <a:gd name="T27" fmla="*/ 0 h 529"/>
                        <a:gd name="T28" fmla="*/ 0 w 513"/>
                        <a:gd name="T29" fmla="*/ 0 h 529"/>
                        <a:gd name="T30" fmla="*/ 0 w 513"/>
                        <a:gd name="T31" fmla="*/ 0 h 529"/>
                        <a:gd name="T32" fmla="*/ 0 w 513"/>
                        <a:gd name="T33" fmla="*/ 0 h 529"/>
                        <a:gd name="T34" fmla="*/ 0 w 513"/>
                        <a:gd name="T35" fmla="*/ 0 h 529"/>
                        <a:gd name="T36" fmla="*/ 0 w 513"/>
                        <a:gd name="T37" fmla="*/ 0 h 529"/>
                        <a:gd name="T38" fmla="*/ 0 w 513"/>
                        <a:gd name="T39" fmla="*/ 0 h 529"/>
                        <a:gd name="T40" fmla="*/ 0 w 513"/>
                        <a:gd name="T41" fmla="*/ 0 h 529"/>
                        <a:gd name="T42" fmla="*/ 0 w 513"/>
                        <a:gd name="T43" fmla="*/ 0 h 529"/>
                        <a:gd name="T44" fmla="*/ 0 w 513"/>
                        <a:gd name="T45" fmla="*/ 0 h 529"/>
                        <a:gd name="T46" fmla="*/ 0 w 513"/>
                        <a:gd name="T47" fmla="*/ 0 h 529"/>
                        <a:gd name="T48" fmla="*/ 0 w 513"/>
                        <a:gd name="T49" fmla="*/ 0 h 529"/>
                        <a:gd name="T50" fmla="*/ 0 w 513"/>
                        <a:gd name="T51" fmla="*/ 0 h 529"/>
                        <a:gd name="T52" fmla="*/ 0 w 513"/>
                        <a:gd name="T53" fmla="*/ 0 h 529"/>
                        <a:gd name="T54" fmla="*/ 0 w 513"/>
                        <a:gd name="T55" fmla="*/ 0 h 529"/>
                        <a:gd name="T56" fmla="*/ 0 w 513"/>
                        <a:gd name="T57" fmla="*/ 0 h 529"/>
                        <a:gd name="T58" fmla="*/ 0 w 513"/>
                        <a:gd name="T59" fmla="*/ 0 h 529"/>
                        <a:gd name="T60" fmla="*/ 0 w 513"/>
                        <a:gd name="T61" fmla="*/ 0 h 529"/>
                        <a:gd name="T62" fmla="*/ 0 w 513"/>
                        <a:gd name="T63" fmla="*/ 0 h 529"/>
                        <a:gd name="T64" fmla="*/ 0 w 513"/>
                        <a:gd name="T65" fmla="*/ 0 h 529"/>
                        <a:gd name="T66" fmla="*/ 0 w 513"/>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3"/>
                        <a:gd name="T103" fmla="*/ 0 h 529"/>
                        <a:gd name="T104" fmla="*/ 513 w 513"/>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3" h="529">
                          <a:moveTo>
                            <a:pt x="2" y="529"/>
                          </a:moveTo>
                          <a:lnTo>
                            <a:pt x="2" y="529"/>
                          </a:lnTo>
                          <a:lnTo>
                            <a:pt x="29" y="529"/>
                          </a:lnTo>
                          <a:lnTo>
                            <a:pt x="55" y="525"/>
                          </a:lnTo>
                          <a:lnTo>
                            <a:pt x="82" y="522"/>
                          </a:lnTo>
                          <a:lnTo>
                            <a:pt x="107" y="517"/>
                          </a:lnTo>
                          <a:lnTo>
                            <a:pt x="132" y="511"/>
                          </a:lnTo>
                          <a:lnTo>
                            <a:pt x="156" y="503"/>
                          </a:lnTo>
                          <a:lnTo>
                            <a:pt x="180" y="495"/>
                          </a:lnTo>
                          <a:lnTo>
                            <a:pt x="204" y="484"/>
                          </a:lnTo>
                          <a:lnTo>
                            <a:pt x="227" y="473"/>
                          </a:lnTo>
                          <a:lnTo>
                            <a:pt x="249" y="462"/>
                          </a:lnTo>
                          <a:lnTo>
                            <a:pt x="271" y="449"/>
                          </a:lnTo>
                          <a:lnTo>
                            <a:pt x="292" y="435"/>
                          </a:lnTo>
                          <a:lnTo>
                            <a:pt x="312" y="420"/>
                          </a:lnTo>
                          <a:lnTo>
                            <a:pt x="331" y="404"/>
                          </a:lnTo>
                          <a:lnTo>
                            <a:pt x="349" y="388"/>
                          </a:lnTo>
                          <a:lnTo>
                            <a:pt x="367" y="369"/>
                          </a:lnTo>
                          <a:lnTo>
                            <a:pt x="384" y="351"/>
                          </a:lnTo>
                          <a:lnTo>
                            <a:pt x="400" y="332"/>
                          </a:lnTo>
                          <a:lnTo>
                            <a:pt x="415" y="312"/>
                          </a:lnTo>
                          <a:lnTo>
                            <a:pt x="429" y="292"/>
                          </a:lnTo>
                          <a:lnTo>
                            <a:pt x="443" y="271"/>
                          </a:lnTo>
                          <a:lnTo>
                            <a:pt x="455" y="249"/>
                          </a:lnTo>
                          <a:lnTo>
                            <a:pt x="466" y="226"/>
                          </a:lnTo>
                          <a:lnTo>
                            <a:pt x="476" y="203"/>
                          </a:lnTo>
                          <a:lnTo>
                            <a:pt x="485" y="179"/>
                          </a:lnTo>
                          <a:lnTo>
                            <a:pt x="493" y="154"/>
                          </a:lnTo>
                          <a:lnTo>
                            <a:pt x="499" y="130"/>
                          </a:lnTo>
                          <a:lnTo>
                            <a:pt x="504" y="105"/>
                          </a:lnTo>
                          <a:lnTo>
                            <a:pt x="509" y="79"/>
                          </a:lnTo>
                          <a:lnTo>
                            <a:pt x="512" y="53"/>
                          </a:lnTo>
                          <a:lnTo>
                            <a:pt x="513" y="27"/>
                          </a:lnTo>
                          <a:lnTo>
                            <a:pt x="513" y="0"/>
                          </a:lnTo>
                          <a:lnTo>
                            <a:pt x="327" y="3"/>
                          </a:lnTo>
                          <a:lnTo>
                            <a:pt x="326" y="20"/>
                          </a:lnTo>
                          <a:lnTo>
                            <a:pt x="325" y="37"/>
                          </a:lnTo>
                          <a:lnTo>
                            <a:pt x="324" y="54"/>
                          </a:lnTo>
                          <a:lnTo>
                            <a:pt x="321" y="70"/>
                          </a:lnTo>
                          <a:lnTo>
                            <a:pt x="317" y="87"/>
                          </a:lnTo>
                          <a:lnTo>
                            <a:pt x="313" y="103"/>
                          </a:lnTo>
                          <a:lnTo>
                            <a:pt x="308" y="118"/>
                          </a:lnTo>
                          <a:lnTo>
                            <a:pt x="303" y="133"/>
                          </a:lnTo>
                          <a:lnTo>
                            <a:pt x="296" y="148"/>
                          </a:lnTo>
                          <a:lnTo>
                            <a:pt x="289" y="163"/>
                          </a:lnTo>
                          <a:lnTo>
                            <a:pt x="281" y="176"/>
                          </a:lnTo>
                          <a:lnTo>
                            <a:pt x="273" y="190"/>
                          </a:lnTo>
                          <a:lnTo>
                            <a:pt x="263" y="204"/>
                          </a:lnTo>
                          <a:lnTo>
                            <a:pt x="254" y="217"/>
                          </a:lnTo>
                          <a:lnTo>
                            <a:pt x="244" y="228"/>
                          </a:lnTo>
                          <a:lnTo>
                            <a:pt x="232" y="240"/>
                          </a:lnTo>
                          <a:lnTo>
                            <a:pt x="222" y="252"/>
                          </a:lnTo>
                          <a:lnTo>
                            <a:pt x="209" y="262"/>
                          </a:lnTo>
                          <a:lnTo>
                            <a:pt x="196" y="273"/>
                          </a:lnTo>
                          <a:lnTo>
                            <a:pt x="184" y="282"/>
                          </a:lnTo>
                          <a:lnTo>
                            <a:pt x="171" y="291"/>
                          </a:lnTo>
                          <a:lnTo>
                            <a:pt x="157" y="299"/>
                          </a:lnTo>
                          <a:lnTo>
                            <a:pt x="142" y="307"/>
                          </a:lnTo>
                          <a:lnTo>
                            <a:pt x="128" y="314"/>
                          </a:lnTo>
                          <a:lnTo>
                            <a:pt x="114" y="321"/>
                          </a:lnTo>
                          <a:lnTo>
                            <a:pt x="98" y="325"/>
                          </a:lnTo>
                          <a:lnTo>
                            <a:pt x="82" y="330"/>
                          </a:lnTo>
                          <a:lnTo>
                            <a:pt x="66" y="334"/>
                          </a:lnTo>
                          <a:lnTo>
                            <a:pt x="50" y="338"/>
                          </a:lnTo>
                          <a:lnTo>
                            <a:pt x="34" y="340"/>
                          </a:lnTo>
                          <a:lnTo>
                            <a:pt x="17" y="342"/>
                          </a:lnTo>
                          <a:lnTo>
                            <a:pt x="0" y="343"/>
                          </a:lnTo>
                          <a:lnTo>
                            <a:pt x="2" y="529"/>
                          </a:lnTo>
                          <a:close/>
                        </a:path>
                      </a:pathLst>
                    </a:custGeom>
                    <a:solidFill>
                      <a:srgbClr val="EF2B2F"/>
                    </a:solidFill>
                    <a:ln>
                      <a:noFill/>
                    </a:ln>
                  </p:spPr>
                  <p:txBody>
                    <a:bodyPr/>
                    <a:lstStyle/>
                    <a:p>
                      <a:pPr>
                        <a:defRPr/>
                      </a:pPr>
                      <a:endParaRPr lang="en-US" sz="1050">
                        <a:latin typeface="+mj-lt"/>
                      </a:endParaRPr>
                    </a:p>
                  </p:txBody>
                </p:sp>
                <p:sp>
                  <p:nvSpPr>
                    <p:cNvPr id="41311" name="Freeform 777">
                      <a:extLst>
                        <a:ext uri="{FF2B5EF4-FFF2-40B4-BE49-F238E27FC236}">
                          <a16:creationId xmlns="" xmlns:a16="http://schemas.microsoft.com/office/drawing/2014/main" id="{C607D2DB-5D2D-0D5A-2461-2679DB791751}"/>
                        </a:ext>
                      </a:extLst>
                    </p:cNvPr>
                    <p:cNvSpPr>
                      <a:spLocks/>
                    </p:cNvSpPr>
                    <p:nvPr/>
                  </p:nvSpPr>
                  <p:spPr bwMode="auto">
                    <a:xfrm>
                      <a:off x="2561" y="3470"/>
                      <a:ext cx="88" cy="88"/>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0" y="3"/>
                          </a:moveTo>
                          <a:lnTo>
                            <a:pt x="0" y="3"/>
                          </a:lnTo>
                          <a:lnTo>
                            <a:pt x="1" y="30"/>
                          </a:lnTo>
                          <a:lnTo>
                            <a:pt x="3" y="55"/>
                          </a:lnTo>
                          <a:lnTo>
                            <a:pt x="8" y="82"/>
                          </a:lnTo>
                          <a:lnTo>
                            <a:pt x="13" y="107"/>
                          </a:lnTo>
                          <a:lnTo>
                            <a:pt x="19" y="133"/>
                          </a:lnTo>
                          <a:lnTo>
                            <a:pt x="26" y="157"/>
                          </a:lnTo>
                          <a:lnTo>
                            <a:pt x="35" y="181"/>
                          </a:lnTo>
                          <a:lnTo>
                            <a:pt x="45" y="205"/>
                          </a:lnTo>
                          <a:lnTo>
                            <a:pt x="55" y="227"/>
                          </a:lnTo>
                          <a:lnTo>
                            <a:pt x="67" y="250"/>
                          </a:lnTo>
                          <a:lnTo>
                            <a:pt x="80" y="271"/>
                          </a:lnTo>
                          <a:lnTo>
                            <a:pt x="95" y="292"/>
                          </a:lnTo>
                          <a:lnTo>
                            <a:pt x="110" y="312"/>
                          </a:lnTo>
                          <a:lnTo>
                            <a:pt x="125" y="331"/>
                          </a:lnTo>
                          <a:lnTo>
                            <a:pt x="141" y="349"/>
                          </a:lnTo>
                          <a:lnTo>
                            <a:pt x="159" y="367"/>
                          </a:lnTo>
                          <a:lnTo>
                            <a:pt x="177" y="384"/>
                          </a:lnTo>
                          <a:lnTo>
                            <a:pt x="197" y="400"/>
                          </a:lnTo>
                          <a:lnTo>
                            <a:pt x="217" y="415"/>
                          </a:lnTo>
                          <a:lnTo>
                            <a:pt x="237" y="430"/>
                          </a:lnTo>
                          <a:lnTo>
                            <a:pt x="258" y="443"/>
                          </a:lnTo>
                          <a:lnTo>
                            <a:pt x="281" y="455"/>
                          </a:lnTo>
                          <a:lnTo>
                            <a:pt x="304" y="466"/>
                          </a:lnTo>
                          <a:lnTo>
                            <a:pt x="326" y="475"/>
                          </a:lnTo>
                          <a:lnTo>
                            <a:pt x="351" y="485"/>
                          </a:lnTo>
                          <a:lnTo>
                            <a:pt x="375" y="492"/>
                          </a:lnTo>
                          <a:lnTo>
                            <a:pt x="399" y="500"/>
                          </a:lnTo>
                          <a:lnTo>
                            <a:pt x="425" y="504"/>
                          </a:lnTo>
                          <a:lnTo>
                            <a:pt x="450" y="508"/>
                          </a:lnTo>
                          <a:lnTo>
                            <a:pt x="477" y="512"/>
                          </a:lnTo>
                          <a:lnTo>
                            <a:pt x="504" y="514"/>
                          </a:lnTo>
                          <a:lnTo>
                            <a:pt x="529" y="513"/>
                          </a:lnTo>
                          <a:lnTo>
                            <a:pt x="527" y="327"/>
                          </a:lnTo>
                          <a:lnTo>
                            <a:pt x="509" y="326"/>
                          </a:lnTo>
                          <a:lnTo>
                            <a:pt x="492" y="325"/>
                          </a:lnTo>
                          <a:lnTo>
                            <a:pt x="476" y="324"/>
                          </a:lnTo>
                          <a:lnTo>
                            <a:pt x="459" y="321"/>
                          </a:lnTo>
                          <a:lnTo>
                            <a:pt x="443" y="317"/>
                          </a:lnTo>
                          <a:lnTo>
                            <a:pt x="427" y="313"/>
                          </a:lnTo>
                          <a:lnTo>
                            <a:pt x="411" y="309"/>
                          </a:lnTo>
                          <a:lnTo>
                            <a:pt x="396" y="303"/>
                          </a:lnTo>
                          <a:lnTo>
                            <a:pt x="381" y="296"/>
                          </a:lnTo>
                          <a:lnTo>
                            <a:pt x="367" y="289"/>
                          </a:lnTo>
                          <a:lnTo>
                            <a:pt x="353" y="281"/>
                          </a:lnTo>
                          <a:lnTo>
                            <a:pt x="339" y="273"/>
                          </a:lnTo>
                          <a:lnTo>
                            <a:pt x="326" y="264"/>
                          </a:lnTo>
                          <a:lnTo>
                            <a:pt x="313" y="254"/>
                          </a:lnTo>
                          <a:lnTo>
                            <a:pt x="301" y="244"/>
                          </a:lnTo>
                          <a:lnTo>
                            <a:pt x="289" y="233"/>
                          </a:lnTo>
                          <a:lnTo>
                            <a:pt x="277" y="222"/>
                          </a:lnTo>
                          <a:lnTo>
                            <a:pt x="267" y="210"/>
                          </a:lnTo>
                          <a:lnTo>
                            <a:pt x="257" y="198"/>
                          </a:lnTo>
                          <a:lnTo>
                            <a:pt x="248" y="185"/>
                          </a:lnTo>
                          <a:lnTo>
                            <a:pt x="238" y="171"/>
                          </a:lnTo>
                          <a:lnTo>
                            <a:pt x="230" y="157"/>
                          </a:lnTo>
                          <a:lnTo>
                            <a:pt x="222" y="143"/>
                          </a:lnTo>
                          <a:lnTo>
                            <a:pt x="216" y="129"/>
                          </a:lnTo>
                          <a:lnTo>
                            <a:pt x="209" y="114"/>
                          </a:lnTo>
                          <a:lnTo>
                            <a:pt x="204" y="99"/>
                          </a:lnTo>
                          <a:lnTo>
                            <a:pt x="199" y="83"/>
                          </a:lnTo>
                          <a:lnTo>
                            <a:pt x="194" y="66"/>
                          </a:lnTo>
                          <a:lnTo>
                            <a:pt x="191" y="50"/>
                          </a:lnTo>
                          <a:lnTo>
                            <a:pt x="189" y="34"/>
                          </a:lnTo>
                          <a:lnTo>
                            <a:pt x="188"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312" name="Freeform 778">
                      <a:extLst>
                        <a:ext uri="{FF2B5EF4-FFF2-40B4-BE49-F238E27FC236}">
                          <a16:creationId xmlns="" xmlns:a16="http://schemas.microsoft.com/office/drawing/2014/main" id="{1E18A1A9-4F64-F4A8-C0EF-47EDEE53F5BB}"/>
                        </a:ext>
                      </a:extLst>
                    </p:cNvPr>
                    <p:cNvSpPr>
                      <a:spLocks/>
                    </p:cNvSpPr>
                    <p:nvPr/>
                  </p:nvSpPr>
                  <p:spPr bwMode="auto">
                    <a:xfrm>
                      <a:off x="2561" y="3383"/>
                      <a:ext cx="84" cy="116"/>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4" y="1"/>
                          </a:lnTo>
                          <a:lnTo>
                            <a:pt x="458" y="3"/>
                          </a:lnTo>
                          <a:lnTo>
                            <a:pt x="431" y="7"/>
                          </a:lnTo>
                          <a:lnTo>
                            <a:pt x="406" y="13"/>
                          </a:lnTo>
                          <a:lnTo>
                            <a:pt x="381" y="19"/>
                          </a:lnTo>
                          <a:lnTo>
                            <a:pt x="357" y="26"/>
                          </a:lnTo>
                          <a:lnTo>
                            <a:pt x="333" y="35"/>
                          </a:lnTo>
                          <a:lnTo>
                            <a:pt x="309" y="45"/>
                          </a:lnTo>
                          <a:lnTo>
                            <a:pt x="286" y="55"/>
                          </a:lnTo>
                          <a:lnTo>
                            <a:pt x="264" y="68"/>
                          </a:lnTo>
                          <a:lnTo>
                            <a:pt x="242" y="81"/>
                          </a:lnTo>
                          <a:lnTo>
                            <a:pt x="221" y="94"/>
                          </a:lnTo>
                          <a:lnTo>
                            <a:pt x="201" y="109"/>
                          </a:lnTo>
                          <a:lnTo>
                            <a:pt x="182" y="125"/>
                          </a:lnTo>
                          <a:lnTo>
                            <a:pt x="164" y="141"/>
                          </a:lnTo>
                          <a:lnTo>
                            <a:pt x="146" y="159"/>
                          </a:lnTo>
                          <a:lnTo>
                            <a:pt x="129" y="177"/>
                          </a:lnTo>
                          <a:lnTo>
                            <a:pt x="113" y="196"/>
                          </a:lnTo>
                          <a:lnTo>
                            <a:pt x="98" y="216"/>
                          </a:lnTo>
                          <a:lnTo>
                            <a:pt x="84" y="238"/>
                          </a:lnTo>
                          <a:lnTo>
                            <a:pt x="70" y="259"/>
                          </a:lnTo>
                          <a:lnTo>
                            <a:pt x="59" y="280"/>
                          </a:lnTo>
                          <a:lnTo>
                            <a:pt x="47" y="303"/>
                          </a:lnTo>
                          <a:lnTo>
                            <a:pt x="37" y="327"/>
                          </a:lnTo>
                          <a:lnTo>
                            <a:pt x="29" y="350"/>
                          </a:lnTo>
                          <a:lnTo>
                            <a:pt x="20" y="374"/>
                          </a:lnTo>
                          <a:lnTo>
                            <a:pt x="14" y="399"/>
                          </a:lnTo>
                          <a:lnTo>
                            <a:pt x="9" y="424"/>
                          </a:lnTo>
                          <a:lnTo>
                            <a:pt x="4" y="450"/>
                          </a:lnTo>
                          <a:lnTo>
                            <a:pt x="1" y="476"/>
                          </a:lnTo>
                          <a:lnTo>
                            <a:pt x="0" y="503"/>
                          </a:lnTo>
                          <a:lnTo>
                            <a:pt x="0" y="529"/>
                          </a:lnTo>
                          <a:lnTo>
                            <a:pt x="187" y="526"/>
                          </a:lnTo>
                          <a:lnTo>
                            <a:pt x="187" y="508"/>
                          </a:lnTo>
                          <a:lnTo>
                            <a:pt x="188" y="491"/>
                          </a:lnTo>
                          <a:lnTo>
                            <a:pt x="190" y="475"/>
                          </a:lnTo>
                          <a:lnTo>
                            <a:pt x="192" y="458"/>
                          </a:lnTo>
                          <a:lnTo>
                            <a:pt x="196" y="442"/>
                          </a:lnTo>
                          <a:lnTo>
                            <a:pt x="200" y="426"/>
                          </a:lnTo>
                          <a:lnTo>
                            <a:pt x="205" y="411"/>
                          </a:lnTo>
                          <a:lnTo>
                            <a:pt x="210" y="396"/>
                          </a:lnTo>
                          <a:lnTo>
                            <a:pt x="217" y="381"/>
                          </a:lnTo>
                          <a:lnTo>
                            <a:pt x="224" y="367"/>
                          </a:lnTo>
                          <a:lnTo>
                            <a:pt x="232" y="353"/>
                          </a:lnTo>
                          <a:lnTo>
                            <a:pt x="240" y="338"/>
                          </a:lnTo>
                          <a:lnTo>
                            <a:pt x="250" y="326"/>
                          </a:lnTo>
                          <a:lnTo>
                            <a:pt x="259" y="313"/>
                          </a:lnTo>
                          <a:lnTo>
                            <a:pt x="270" y="300"/>
                          </a:lnTo>
                          <a:lnTo>
                            <a:pt x="281" y="289"/>
                          </a:lnTo>
                          <a:lnTo>
                            <a:pt x="292" y="278"/>
                          </a:lnTo>
                          <a:lnTo>
                            <a:pt x="304" y="267"/>
                          </a:lnTo>
                          <a:lnTo>
                            <a:pt x="317" y="257"/>
                          </a:lnTo>
                          <a:lnTo>
                            <a:pt x="329" y="247"/>
                          </a:lnTo>
                          <a:lnTo>
                            <a:pt x="342" y="239"/>
                          </a:lnTo>
                          <a:lnTo>
                            <a:pt x="356" y="230"/>
                          </a:lnTo>
                          <a:lnTo>
                            <a:pt x="371" y="223"/>
                          </a:lnTo>
                          <a:lnTo>
                            <a:pt x="385" y="215"/>
                          </a:lnTo>
                          <a:lnTo>
                            <a:pt x="399" y="209"/>
                          </a:lnTo>
                          <a:lnTo>
                            <a:pt x="415" y="204"/>
                          </a:lnTo>
                          <a:lnTo>
                            <a:pt x="431" y="198"/>
                          </a:lnTo>
                          <a:lnTo>
                            <a:pt x="447" y="195"/>
                          </a:lnTo>
                          <a:lnTo>
                            <a:pt x="463" y="192"/>
                          </a:lnTo>
                          <a:lnTo>
                            <a:pt x="480" y="189"/>
                          </a:lnTo>
                          <a:lnTo>
                            <a:pt x="496" y="188"/>
                          </a:lnTo>
                          <a:lnTo>
                            <a:pt x="514" y="187"/>
                          </a:lnTo>
                          <a:lnTo>
                            <a:pt x="511" y="0"/>
                          </a:lnTo>
                          <a:close/>
                        </a:path>
                      </a:pathLst>
                    </a:custGeom>
                    <a:solidFill>
                      <a:srgbClr val="EF2B2F"/>
                    </a:solidFill>
                    <a:ln>
                      <a:noFill/>
                    </a:ln>
                  </p:spPr>
                  <p:txBody>
                    <a:bodyPr/>
                    <a:lstStyle/>
                    <a:p>
                      <a:pPr>
                        <a:defRPr/>
                      </a:pPr>
                      <a:endParaRPr lang="en-US" sz="1050">
                        <a:latin typeface="+mj-lt"/>
                      </a:endParaRPr>
                    </a:p>
                  </p:txBody>
                </p:sp>
                <p:sp>
                  <p:nvSpPr>
                    <p:cNvPr id="41313" name="Freeform 779">
                      <a:extLst>
                        <a:ext uri="{FF2B5EF4-FFF2-40B4-BE49-F238E27FC236}">
                          <a16:creationId xmlns="" xmlns:a16="http://schemas.microsoft.com/office/drawing/2014/main" id="{73CEB4D3-5202-4E4C-0775-07AD5D55EC27}"/>
                        </a:ext>
                      </a:extLst>
                    </p:cNvPr>
                    <p:cNvSpPr>
                      <a:spLocks/>
                    </p:cNvSpPr>
                    <p:nvPr/>
                  </p:nvSpPr>
                  <p:spPr bwMode="auto">
                    <a:xfrm>
                      <a:off x="2707" y="3442"/>
                      <a:ext cx="145" cy="144"/>
                    </a:xfrm>
                    <a:custGeom>
                      <a:avLst/>
                      <a:gdLst>
                        <a:gd name="T0" fmla="*/ 0 w 852"/>
                        <a:gd name="T1" fmla="*/ 0 h 853"/>
                        <a:gd name="T2" fmla="*/ 0 w 852"/>
                        <a:gd name="T3" fmla="*/ 0 h 853"/>
                        <a:gd name="T4" fmla="*/ 0 w 852"/>
                        <a:gd name="T5" fmla="*/ 0 h 853"/>
                        <a:gd name="T6" fmla="*/ 0 w 852"/>
                        <a:gd name="T7" fmla="*/ 0 h 853"/>
                        <a:gd name="T8" fmla="*/ 0 w 852"/>
                        <a:gd name="T9" fmla="*/ 0 h 853"/>
                        <a:gd name="T10" fmla="*/ 0 w 852"/>
                        <a:gd name="T11" fmla="*/ 0 h 853"/>
                        <a:gd name="T12" fmla="*/ 0 w 852"/>
                        <a:gd name="T13" fmla="*/ 0 h 853"/>
                        <a:gd name="T14" fmla="*/ 0 w 852"/>
                        <a:gd name="T15" fmla="*/ 0 h 853"/>
                        <a:gd name="T16" fmla="*/ 0 w 852"/>
                        <a:gd name="T17" fmla="*/ 0 h 853"/>
                        <a:gd name="T18" fmla="*/ 0 w 852"/>
                        <a:gd name="T19" fmla="*/ 0 h 853"/>
                        <a:gd name="T20" fmla="*/ 0 w 852"/>
                        <a:gd name="T21" fmla="*/ 0 h 853"/>
                        <a:gd name="T22" fmla="*/ 0 w 852"/>
                        <a:gd name="T23" fmla="*/ 0 h 853"/>
                        <a:gd name="T24" fmla="*/ 0 w 852"/>
                        <a:gd name="T25" fmla="*/ 0 h 853"/>
                        <a:gd name="T26" fmla="*/ 0 w 852"/>
                        <a:gd name="T27" fmla="*/ 0 h 853"/>
                        <a:gd name="T28" fmla="*/ 0 w 852"/>
                        <a:gd name="T29" fmla="*/ 0 h 853"/>
                        <a:gd name="T30" fmla="*/ 0 w 852"/>
                        <a:gd name="T31" fmla="*/ 0 h 853"/>
                        <a:gd name="T32" fmla="*/ 0 w 852"/>
                        <a:gd name="T33" fmla="*/ 0 h 853"/>
                        <a:gd name="T34" fmla="*/ 0 w 852"/>
                        <a:gd name="T35" fmla="*/ 0 h 853"/>
                        <a:gd name="T36" fmla="*/ 0 w 852"/>
                        <a:gd name="T37" fmla="*/ 0 h 853"/>
                        <a:gd name="T38" fmla="*/ 0 w 852"/>
                        <a:gd name="T39" fmla="*/ 0 h 853"/>
                        <a:gd name="T40" fmla="*/ 0 w 852"/>
                        <a:gd name="T41" fmla="*/ 0 h 853"/>
                        <a:gd name="T42" fmla="*/ 0 w 852"/>
                        <a:gd name="T43" fmla="*/ 0 h 853"/>
                        <a:gd name="T44" fmla="*/ 0 w 852"/>
                        <a:gd name="T45" fmla="*/ 0 h 853"/>
                        <a:gd name="T46" fmla="*/ 0 w 852"/>
                        <a:gd name="T47" fmla="*/ 0 h 853"/>
                        <a:gd name="T48" fmla="*/ 0 w 852"/>
                        <a:gd name="T49" fmla="*/ 0 h 853"/>
                        <a:gd name="T50" fmla="*/ 0 w 852"/>
                        <a:gd name="T51" fmla="*/ 0 h 853"/>
                        <a:gd name="T52" fmla="*/ 0 w 852"/>
                        <a:gd name="T53" fmla="*/ 0 h 853"/>
                        <a:gd name="T54" fmla="*/ 0 w 852"/>
                        <a:gd name="T55" fmla="*/ 0 h 853"/>
                        <a:gd name="T56" fmla="*/ 0 w 852"/>
                        <a:gd name="T57" fmla="*/ 0 h 853"/>
                        <a:gd name="T58" fmla="*/ 0 w 852"/>
                        <a:gd name="T59" fmla="*/ 0 h 853"/>
                        <a:gd name="T60" fmla="*/ 0 w 852"/>
                        <a:gd name="T61" fmla="*/ 0 h 853"/>
                        <a:gd name="T62" fmla="*/ 0 w 852"/>
                        <a:gd name="T63" fmla="*/ 0 h 853"/>
                        <a:gd name="T64" fmla="*/ 0 w 852"/>
                        <a:gd name="T65" fmla="*/ 0 h 853"/>
                        <a:gd name="T66" fmla="*/ 0 w 852"/>
                        <a:gd name="T67" fmla="*/ 0 h 853"/>
                        <a:gd name="T68" fmla="*/ 0 w 852"/>
                        <a:gd name="T69" fmla="*/ 0 h 853"/>
                        <a:gd name="T70" fmla="*/ 0 w 852"/>
                        <a:gd name="T71" fmla="*/ 0 h 853"/>
                        <a:gd name="T72" fmla="*/ 0 w 852"/>
                        <a:gd name="T73" fmla="*/ 0 h 853"/>
                        <a:gd name="T74" fmla="*/ 0 w 852"/>
                        <a:gd name="T75" fmla="*/ 0 h 853"/>
                        <a:gd name="T76" fmla="*/ 0 w 852"/>
                        <a:gd name="T77" fmla="*/ 0 h 853"/>
                        <a:gd name="T78" fmla="*/ 0 w 852"/>
                        <a:gd name="T79" fmla="*/ 0 h 853"/>
                        <a:gd name="T80" fmla="*/ 0 w 852"/>
                        <a:gd name="T81" fmla="*/ 0 h 853"/>
                        <a:gd name="T82" fmla="*/ 0 w 852"/>
                        <a:gd name="T83" fmla="*/ 0 h 853"/>
                        <a:gd name="T84" fmla="*/ 0 w 852"/>
                        <a:gd name="T85" fmla="*/ 0 h 8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2"/>
                        <a:gd name="T130" fmla="*/ 0 h 853"/>
                        <a:gd name="T131" fmla="*/ 852 w 852"/>
                        <a:gd name="T132" fmla="*/ 853 h 8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2" h="853">
                          <a:moveTo>
                            <a:pt x="418" y="0"/>
                          </a:moveTo>
                          <a:lnTo>
                            <a:pt x="440" y="0"/>
                          </a:lnTo>
                          <a:lnTo>
                            <a:pt x="462" y="2"/>
                          </a:lnTo>
                          <a:lnTo>
                            <a:pt x="483" y="5"/>
                          </a:lnTo>
                          <a:lnTo>
                            <a:pt x="504" y="8"/>
                          </a:lnTo>
                          <a:lnTo>
                            <a:pt x="524" y="12"/>
                          </a:lnTo>
                          <a:lnTo>
                            <a:pt x="546" y="17"/>
                          </a:lnTo>
                          <a:lnTo>
                            <a:pt x="565" y="24"/>
                          </a:lnTo>
                          <a:lnTo>
                            <a:pt x="585" y="31"/>
                          </a:lnTo>
                          <a:lnTo>
                            <a:pt x="604" y="40"/>
                          </a:lnTo>
                          <a:lnTo>
                            <a:pt x="622" y="48"/>
                          </a:lnTo>
                          <a:lnTo>
                            <a:pt x="640" y="59"/>
                          </a:lnTo>
                          <a:lnTo>
                            <a:pt x="658" y="69"/>
                          </a:lnTo>
                          <a:lnTo>
                            <a:pt x="675" y="81"/>
                          </a:lnTo>
                          <a:lnTo>
                            <a:pt x="691" y="94"/>
                          </a:lnTo>
                          <a:lnTo>
                            <a:pt x="707" y="106"/>
                          </a:lnTo>
                          <a:lnTo>
                            <a:pt x="722" y="120"/>
                          </a:lnTo>
                          <a:lnTo>
                            <a:pt x="737" y="135"/>
                          </a:lnTo>
                          <a:lnTo>
                            <a:pt x="750" y="150"/>
                          </a:lnTo>
                          <a:lnTo>
                            <a:pt x="763" y="166"/>
                          </a:lnTo>
                          <a:lnTo>
                            <a:pt x="775" y="183"/>
                          </a:lnTo>
                          <a:lnTo>
                            <a:pt x="787" y="200"/>
                          </a:lnTo>
                          <a:lnTo>
                            <a:pt x="797" y="217"/>
                          </a:lnTo>
                          <a:lnTo>
                            <a:pt x="807" y="236"/>
                          </a:lnTo>
                          <a:lnTo>
                            <a:pt x="816" y="254"/>
                          </a:lnTo>
                          <a:lnTo>
                            <a:pt x="824" y="273"/>
                          </a:lnTo>
                          <a:lnTo>
                            <a:pt x="831" y="293"/>
                          </a:lnTo>
                          <a:lnTo>
                            <a:pt x="838" y="313"/>
                          </a:lnTo>
                          <a:lnTo>
                            <a:pt x="843" y="333"/>
                          </a:lnTo>
                          <a:lnTo>
                            <a:pt x="846" y="355"/>
                          </a:lnTo>
                          <a:lnTo>
                            <a:pt x="849" y="376"/>
                          </a:lnTo>
                          <a:lnTo>
                            <a:pt x="851" y="397"/>
                          </a:lnTo>
                          <a:lnTo>
                            <a:pt x="852" y="419"/>
                          </a:lnTo>
                          <a:lnTo>
                            <a:pt x="852" y="441"/>
                          </a:lnTo>
                          <a:lnTo>
                            <a:pt x="851" y="463"/>
                          </a:lnTo>
                          <a:lnTo>
                            <a:pt x="849" y="484"/>
                          </a:lnTo>
                          <a:lnTo>
                            <a:pt x="845" y="505"/>
                          </a:lnTo>
                          <a:lnTo>
                            <a:pt x="841" y="525"/>
                          </a:lnTo>
                          <a:lnTo>
                            <a:pt x="835" y="546"/>
                          </a:lnTo>
                          <a:lnTo>
                            <a:pt x="829" y="566"/>
                          </a:lnTo>
                          <a:lnTo>
                            <a:pt x="822" y="585"/>
                          </a:lnTo>
                          <a:lnTo>
                            <a:pt x="814" y="604"/>
                          </a:lnTo>
                          <a:lnTo>
                            <a:pt x="805" y="623"/>
                          </a:lnTo>
                          <a:lnTo>
                            <a:pt x="795" y="641"/>
                          </a:lnTo>
                          <a:lnTo>
                            <a:pt x="783" y="658"/>
                          </a:lnTo>
                          <a:lnTo>
                            <a:pt x="773" y="675"/>
                          </a:lnTo>
                          <a:lnTo>
                            <a:pt x="760" y="692"/>
                          </a:lnTo>
                          <a:lnTo>
                            <a:pt x="747" y="708"/>
                          </a:lnTo>
                          <a:lnTo>
                            <a:pt x="732" y="723"/>
                          </a:lnTo>
                          <a:lnTo>
                            <a:pt x="719" y="737"/>
                          </a:lnTo>
                          <a:lnTo>
                            <a:pt x="703" y="750"/>
                          </a:lnTo>
                          <a:lnTo>
                            <a:pt x="687" y="763"/>
                          </a:lnTo>
                          <a:lnTo>
                            <a:pt x="671" y="776"/>
                          </a:lnTo>
                          <a:lnTo>
                            <a:pt x="654" y="788"/>
                          </a:lnTo>
                          <a:lnTo>
                            <a:pt x="636" y="798"/>
                          </a:lnTo>
                          <a:lnTo>
                            <a:pt x="618" y="808"/>
                          </a:lnTo>
                          <a:lnTo>
                            <a:pt x="599" y="816"/>
                          </a:lnTo>
                          <a:lnTo>
                            <a:pt x="580" y="825"/>
                          </a:lnTo>
                          <a:lnTo>
                            <a:pt x="560" y="832"/>
                          </a:lnTo>
                          <a:lnTo>
                            <a:pt x="540" y="837"/>
                          </a:lnTo>
                          <a:lnTo>
                            <a:pt x="519" y="843"/>
                          </a:lnTo>
                          <a:lnTo>
                            <a:pt x="499" y="847"/>
                          </a:lnTo>
                          <a:lnTo>
                            <a:pt x="478" y="850"/>
                          </a:lnTo>
                          <a:lnTo>
                            <a:pt x="455" y="852"/>
                          </a:lnTo>
                          <a:lnTo>
                            <a:pt x="434" y="853"/>
                          </a:lnTo>
                          <a:lnTo>
                            <a:pt x="412" y="853"/>
                          </a:lnTo>
                          <a:lnTo>
                            <a:pt x="390" y="852"/>
                          </a:lnTo>
                          <a:lnTo>
                            <a:pt x="369" y="849"/>
                          </a:lnTo>
                          <a:lnTo>
                            <a:pt x="348" y="846"/>
                          </a:lnTo>
                          <a:lnTo>
                            <a:pt x="327" y="842"/>
                          </a:lnTo>
                          <a:lnTo>
                            <a:pt x="307" y="836"/>
                          </a:lnTo>
                          <a:lnTo>
                            <a:pt x="286" y="830"/>
                          </a:lnTo>
                          <a:lnTo>
                            <a:pt x="267" y="823"/>
                          </a:lnTo>
                          <a:lnTo>
                            <a:pt x="248" y="814"/>
                          </a:lnTo>
                          <a:lnTo>
                            <a:pt x="230" y="806"/>
                          </a:lnTo>
                          <a:lnTo>
                            <a:pt x="212" y="795"/>
                          </a:lnTo>
                          <a:lnTo>
                            <a:pt x="194" y="784"/>
                          </a:lnTo>
                          <a:lnTo>
                            <a:pt x="177" y="773"/>
                          </a:lnTo>
                          <a:lnTo>
                            <a:pt x="161" y="761"/>
                          </a:lnTo>
                          <a:lnTo>
                            <a:pt x="145" y="747"/>
                          </a:lnTo>
                          <a:lnTo>
                            <a:pt x="130" y="733"/>
                          </a:lnTo>
                          <a:lnTo>
                            <a:pt x="115" y="719"/>
                          </a:lnTo>
                          <a:lnTo>
                            <a:pt x="102" y="704"/>
                          </a:lnTo>
                          <a:lnTo>
                            <a:pt x="89" y="688"/>
                          </a:lnTo>
                          <a:lnTo>
                            <a:pt x="76" y="672"/>
                          </a:lnTo>
                          <a:lnTo>
                            <a:pt x="65" y="655"/>
                          </a:lnTo>
                          <a:lnTo>
                            <a:pt x="55" y="637"/>
                          </a:lnTo>
                          <a:lnTo>
                            <a:pt x="44" y="619"/>
                          </a:lnTo>
                          <a:lnTo>
                            <a:pt x="36" y="600"/>
                          </a:lnTo>
                          <a:lnTo>
                            <a:pt x="28" y="581"/>
                          </a:lnTo>
                          <a:lnTo>
                            <a:pt x="21" y="560"/>
                          </a:lnTo>
                          <a:lnTo>
                            <a:pt x="15" y="540"/>
                          </a:lnTo>
                          <a:lnTo>
                            <a:pt x="9" y="520"/>
                          </a:lnTo>
                          <a:lnTo>
                            <a:pt x="5" y="499"/>
                          </a:lnTo>
                          <a:lnTo>
                            <a:pt x="2" y="478"/>
                          </a:lnTo>
                          <a:lnTo>
                            <a:pt x="0" y="457"/>
                          </a:lnTo>
                          <a:lnTo>
                            <a:pt x="0" y="434"/>
                          </a:lnTo>
                          <a:lnTo>
                            <a:pt x="0" y="413"/>
                          </a:lnTo>
                          <a:lnTo>
                            <a:pt x="1" y="391"/>
                          </a:lnTo>
                          <a:lnTo>
                            <a:pt x="3" y="370"/>
                          </a:lnTo>
                          <a:lnTo>
                            <a:pt x="6" y="348"/>
                          </a:lnTo>
                          <a:lnTo>
                            <a:pt x="10" y="328"/>
                          </a:lnTo>
                          <a:lnTo>
                            <a:pt x="16" y="308"/>
                          </a:lnTo>
                          <a:lnTo>
                            <a:pt x="22" y="288"/>
                          </a:lnTo>
                          <a:lnTo>
                            <a:pt x="29" y="269"/>
                          </a:lnTo>
                          <a:lnTo>
                            <a:pt x="38" y="250"/>
                          </a:lnTo>
                          <a:lnTo>
                            <a:pt x="47" y="231"/>
                          </a:lnTo>
                          <a:lnTo>
                            <a:pt x="57" y="213"/>
                          </a:lnTo>
                          <a:lnTo>
                            <a:pt x="68" y="196"/>
                          </a:lnTo>
                          <a:lnTo>
                            <a:pt x="79" y="179"/>
                          </a:lnTo>
                          <a:lnTo>
                            <a:pt x="92" y="162"/>
                          </a:lnTo>
                          <a:lnTo>
                            <a:pt x="105" y="147"/>
                          </a:lnTo>
                          <a:lnTo>
                            <a:pt x="119" y="131"/>
                          </a:lnTo>
                          <a:lnTo>
                            <a:pt x="133" y="117"/>
                          </a:lnTo>
                          <a:lnTo>
                            <a:pt x="148" y="103"/>
                          </a:lnTo>
                          <a:lnTo>
                            <a:pt x="164" y="90"/>
                          </a:lnTo>
                          <a:lnTo>
                            <a:pt x="181" y="78"/>
                          </a:lnTo>
                          <a:lnTo>
                            <a:pt x="198" y="66"/>
                          </a:lnTo>
                          <a:lnTo>
                            <a:pt x="216" y="55"/>
                          </a:lnTo>
                          <a:lnTo>
                            <a:pt x="234" y="46"/>
                          </a:lnTo>
                          <a:lnTo>
                            <a:pt x="252" y="37"/>
                          </a:lnTo>
                          <a:lnTo>
                            <a:pt x="273" y="29"/>
                          </a:lnTo>
                          <a:lnTo>
                            <a:pt x="292" y="23"/>
                          </a:lnTo>
                          <a:lnTo>
                            <a:pt x="312" y="16"/>
                          </a:lnTo>
                          <a:lnTo>
                            <a:pt x="332" y="11"/>
                          </a:lnTo>
                          <a:lnTo>
                            <a:pt x="353" y="7"/>
                          </a:lnTo>
                          <a:lnTo>
                            <a:pt x="375" y="4"/>
                          </a:lnTo>
                          <a:lnTo>
                            <a:pt x="396" y="1"/>
                          </a:lnTo>
                          <a:lnTo>
                            <a:pt x="418" y="0"/>
                          </a:lnTo>
                          <a:close/>
                        </a:path>
                      </a:pathLst>
                    </a:custGeom>
                    <a:solidFill>
                      <a:srgbClr val="DC2B19"/>
                    </a:solidFill>
                    <a:ln>
                      <a:noFill/>
                    </a:ln>
                  </p:spPr>
                  <p:txBody>
                    <a:bodyPr/>
                    <a:lstStyle/>
                    <a:p>
                      <a:pPr>
                        <a:defRPr/>
                      </a:pPr>
                      <a:endParaRPr lang="en-US" sz="1050">
                        <a:latin typeface="+mj-lt"/>
                      </a:endParaRPr>
                    </a:p>
                  </p:txBody>
                </p:sp>
                <p:sp>
                  <p:nvSpPr>
                    <p:cNvPr id="41314" name="Freeform 780">
                      <a:extLst>
                        <a:ext uri="{FF2B5EF4-FFF2-40B4-BE49-F238E27FC236}">
                          <a16:creationId xmlns="" xmlns:a16="http://schemas.microsoft.com/office/drawing/2014/main" id="{A9EBD982-0B8B-1434-63B2-86C9FA39F2CB}"/>
                        </a:ext>
                      </a:extLst>
                    </p:cNvPr>
                    <p:cNvSpPr>
                      <a:spLocks/>
                    </p:cNvSpPr>
                    <p:nvPr/>
                  </p:nvSpPr>
                  <p:spPr bwMode="auto">
                    <a:xfrm>
                      <a:off x="2777" y="3426"/>
                      <a:ext cx="88" cy="88"/>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529" y="510"/>
                          </a:moveTo>
                          <a:lnTo>
                            <a:pt x="529" y="510"/>
                          </a:lnTo>
                          <a:lnTo>
                            <a:pt x="528" y="484"/>
                          </a:lnTo>
                          <a:lnTo>
                            <a:pt x="526" y="457"/>
                          </a:lnTo>
                          <a:lnTo>
                            <a:pt x="521" y="432"/>
                          </a:lnTo>
                          <a:lnTo>
                            <a:pt x="516" y="406"/>
                          </a:lnTo>
                          <a:lnTo>
                            <a:pt x="510" y="381"/>
                          </a:lnTo>
                          <a:lnTo>
                            <a:pt x="503" y="356"/>
                          </a:lnTo>
                          <a:lnTo>
                            <a:pt x="494" y="333"/>
                          </a:lnTo>
                          <a:lnTo>
                            <a:pt x="484" y="309"/>
                          </a:lnTo>
                          <a:lnTo>
                            <a:pt x="474" y="286"/>
                          </a:lnTo>
                          <a:lnTo>
                            <a:pt x="462" y="264"/>
                          </a:lnTo>
                          <a:lnTo>
                            <a:pt x="449" y="243"/>
                          </a:lnTo>
                          <a:lnTo>
                            <a:pt x="434" y="222"/>
                          </a:lnTo>
                          <a:lnTo>
                            <a:pt x="420" y="202"/>
                          </a:lnTo>
                          <a:lnTo>
                            <a:pt x="404" y="182"/>
                          </a:lnTo>
                          <a:lnTo>
                            <a:pt x="388" y="163"/>
                          </a:lnTo>
                          <a:lnTo>
                            <a:pt x="370" y="146"/>
                          </a:lnTo>
                          <a:lnTo>
                            <a:pt x="352" y="129"/>
                          </a:lnTo>
                          <a:lnTo>
                            <a:pt x="332" y="113"/>
                          </a:lnTo>
                          <a:lnTo>
                            <a:pt x="312" y="99"/>
                          </a:lnTo>
                          <a:lnTo>
                            <a:pt x="292" y="84"/>
                          </a:lnTo>
                          <a:lnTo>
                            <a:pt x="271" y="71"/>
                          </a:lnTo>
                          <a:lnTo>
                            <a:pt x="249" y="58"/>
                          </a:lnTo>
                          <a:lnTo>
                            <a:pt x="226" y="48"/>
                          </a:lnTo>
                          <a:lnTo>
                            <a:pt x="203" y="37"/>
                          </a:lnTo>
                          <a:lnTo>
                            <a:pt x="178" y="29"/>
                          </a:lnTo>
                          <a:lnTo>
                            <a:pt x="154" y="21"/>
                          </a:lnTo>
                          <a:lnTo>
                            <a:pt x="130" y="14"/>
                          </a:lnTo>
                          <a:lnTo>
                            <a:pt x="104" y="8"/>
                          </a:lnTo>
                          <a:lnTo>
                            <a:pt x="79" y="5"/>
                          </a:lnTo>
                          <a:lnTo>
                            <a:pt x="52" y="2"/>
                          </a:lnTo>
                          <a:lnTo>
                            <a:pt x="26" y="0"/>
                          </a:lnTo>
                          <a:lnTo>
                            <a:pt x="0" y="0"/>
                          </a:lnTo>
                          <a:lnTo>
                            <a:pt x="2" y="187"/>
                          </a:lnTo>
                          <a:lnTo>
                            <a:pt x="20" y="188"/>
                          </a:lnTo>
                          <a:lnTo>
                            <a:pt x="37" y="189"/>
                          </a:lnTo>
                          <a:lnTo>
                            <a:pt x="53" y="190"/>
                          </a:lnTo>
                          <a:lnTo>
                            <a:pt x="70" y="193"/>
                          </a:lnTo>
                          <a:lnTo>
                            <a:pt x="86" y="196"/>
                          </a:lnTo>
                          <a:lnTo>
                            <a:pt x="102" y="200"/>
                          </a:lnTo>
                          <a:lnTo>
                            <a:pt x="118" y="205"/>
                          </a:lnTo>
                          <a:lnTo>
                            <a:pt x="133" y="211"/>
                          </a:lnTo>
                          <a:lnTo>
                            <a:pt x="148" y="217"/>
                          </a:lnTo>
                          <a:lnTo>
                            <a:pt x="161" y="225"/>
                          </a:lnTo>
                          <a:lnTo>
                            <a:pt x="176" y="232"/>
                          </a:lnTo>
                          <a:lnTo>
                            <a:pt x="190" y="241"/>
                          </a:lnTo>
                          <a:lnTo>
                            <a:pt x="203" y="249"/>
                          </a:lnTo>
                          <a:lnTo>
                            <a:pt x="216" y="260"/>
                          </a:lnTo>
                          <a:lnTo>
                            <a:pt x="228" y="269"/>
                          </a:lnTo>
                          <a:lnTo>
                            <a:pt x="240" y="280"/>
                          </a:lnTo>
                          <a:lnTo>
                            <a:pt x="252" y="292"/>
                          </a:lnTo>
                          <a:lnTo>
                            <a:pt x="262" y="303"/>
                          </a:lnTo>
                          <a:lnTo>
                            <a:pt x="272" y="316"/>
                          </a:lnTo>
                          <a:lnTo>
                            <a:pt x="281" y="329"/>
                          </a:lnTo>
                          <a:lnTo>
                            <a:pt x="291" y="343"/>
                          </a:lnTo>
                          <a:lnTo>
                            <a:pt x="300" y="356"/>
                          </a:lnTo>
                          <a:lnTo>
                            <a:pt x="307" y="370"/>
                          </a:lnTo>
                          <a:lnTo>
                            <a:pt x="313" y="385"/>
                          </a:lnTo>
                          <a:lnTo>
                            <a:pt x="320" y="400"/>
                          </a:lnTo>
                          <a:lnTo>
                            <a:pt x="325" y="415"/>
                          </a:lnTo>
                          <a:lnTo>
                            <a:pt x="330" y="431"/>
                          </a:lnTo>
                          <a:lnTo>
                            <a:pt x="335" y="447"/>
                          </a:lnTo>
                          <a:lnTo>
                            <a:pt x="338" y="464"/>
                          </a:lnTo>
                          <a:lnTo>
                            <a:pt x="340" y="479"/>
                          </a:lnTo>
                          <a:lnTo>
                            <a:pt x="341" y="496"/>
                          </a:lnTo>
                          <a:lnTo>
                            <a:pt x="342" y="513"/>
                          </a:lnTo>
                          <a:lnTo>
                            <a:pt x="529" y="510"/>
                          </a:lnTo>
                          <a:close/>
                        </a:path>
                      </a:pathLst>
                    </a:custGeom>
                    <a:solidFill>
                      <a:srgbClr val="EF2B2F"/>
                    </a:solidFill>
                    <a:ln>
                      <a:noFill/>
                    </a:ln>
                  </p:spPr>
                  <p:txBody>
                    <a:bodyPr/>
                    <a:lstStyle/>
                    <a:p>
                      <a:pPr>
                        <a:defRPr/>
                      </a:pPr>
                      <a:endParaRPr lang="en-US" sz="1050">
                        <a:latin typeface="+mj-lt"/>
                      </a:endParaRPr>
                    </a:p>
                  </p:txBody>
                </p:sp>
                <p:sp>
                  <p:nvSpPr>
                    <p:cNvPr id="41315" name="Freeform 781">
                      <a:extLst>
                        <a:ext uri="{FF2B5EF4-FFF2-40B4-BE49-F238E27FC236}">
                          <a16:creationId xmlns="" xmlns:a16="http://schemas.microsoft.com/office/drawing/2014/main" id="{06EB25EC-F0FB-1D88-053E-59918CF7B1DA}"/>
                        </a:ext>
                      </a:extLst>
                    </p:cNvPr>
                    <p:cNvSpPr>
                      <a:spLocks/>
                    </p:cNvSpPr>
                    <p:nvPr/>
                  </p:nvSpPr>
                  <p:spPr bwMode="auto">
                    <a:xfrm>
                      <a:off x="2781" y="3514"/>
                      <a:ext cx="84" cy="88"/>
                    </a:xfrm>
                    <a:custGeom>
                      <a:avLst/>
                      <a:gdLst>
                        <a:gd name="T0" fmla="*/ 0 w 514"/>
                        <a:gd name="T1" fmla="*/ 0 h 530"/>
                        <a:gd name="T2" fmla="*/ 0 w 514"/>
                        <a:gd name="T3" fmla="*/ 0 h 530"/>
                        <a:gd name="T4" fmla="*/ 0 w 514"/>
                        <a:gd name="T5" fmla="*/ 0 h 530"/>
                        <a:gd name="T6" fmla="*/ 0 w 514"/>
                        <a:gd name="T7" fmla="*/ 0 h 530"/>
                        <a:gd name="T8" fmla="*/ 0 w 514"/>
                        <a:gd name="T9" fmla="*/ 0 h 530"/>
                        <a:gd name="T10" fmla="*/ 0 w 514"/>
                        <a:gd name="T11" fmla="*/ 0 h 530"/>
                        <a:gd name="T12" fmla="*/ 0 w 514"/>
                        <a:gd name="T13" fmla="*/ 0 h 530"/>
                        <a:gd name="T14" fmla="*/ 0 w 514"/>
                        <a:gd name="T15" fmla="*/ 0 h 530"/>
                        <a:gd name="T16" fmla="*/ 0 w 514"/>
                        <a:gd name="T17" fmla="*/ 0 h 530"/>
                        <a:gd name="T18" fmla="*/ 0 w 514"/>
                        <a:gd name="T19" fmla="*/ 0 h 530"/>
                        <a:gd name="T20" fmla="*/ 0 w 514"/>
                        <a:gd name="T21" fmla="*/ 0 h 530"/>
                        <a:gd name="T22" fmla="*/ 0 w 514"/>
                        <a:gd name="T23" fmla="*/ 0 h 530"/>
                        <a:gd name="T24" fmla="*/ 0 w 514"/>
                        <a:gd name="T25" fmla="*/ 0 h 530"/>
                        <a:gd name="T26" fmla="*/ 0 w 514"/>
                        <a:gd name="T27" fmla="*/ 0 h 530"/>
                        <a:gd name="T28" fmla="*/ 0 w 514"/>
                        <a:gd name="T29" fmla="*/ 0 h 530"/>
                        <a:gd name="T30" fmla="*/ 0 w 514"/>
                        <a:gd name="T31" fmla="*/ 0 h 530"/>
                        <a:gd name="T32" fmla="*/ 0 w 514"/>
                        <a:gd name="T33" fmla="*/ 0 h 530"/>
                        <a:gd name="T34" fmla="*/ 0 w 514"/>
                        <a:gd name="T35" fmla="*/ 0 h 530"/>
                        <a:gd name="T36" fmla="*/ 0 w 514"/>
                        <a:gd name="T37" fmla="*/ 0 h 530"/>
                        <a:gd name="T38" fmla="*/ 0 w 514"/>
                        <a:gd name="T39" fmla="*/ 0 h 530"/>
                        <a:gd name="T40" fmla="*/ 0 w 514"/>
                        <a:gd name="T41" fmla="*/ 0 h 530"/>
                        <a:gd name="T42" fmla="*/ 0 w 514"/>
                        <a:gd name="T43" fmla="*/ 0 h 530"/>
                        <a:gd name="T44" fmla="*/ 0 w 514"/>
                        <a:gd name="T45" fmla="*/ 0 h 530"/>
                        <a:gd name="T46" fmla="*/ 0 w 514"/>
                        <a:gd name="T47" fmla="*/ 0 h 530"/>
                        <a:gd name="T48" fmla="*/ 0 w 514"/>
                        <a:gd name="T49" fmla="*/ 0 h 530"/>
                        <a:gd name="T50" fmla="*/ 0 w 514"/>
                        <a:gd name="T51" fmla="*/ 0 h 530"/>
                        <a:gd name="T52" fmla="*/ 0 w 514"/>
                        <a:gd name="T53" fmla="*/ 0 h 530"/>
                        <a:gd name="T54" fmla="*/ 0 w 514"/>
                        <a:gd name="T55" fmla="*/ 0 h 530"/>
                        <a:gd name="T56" fmla="*/ 0 w 514"/>
                        <a:gd name="T57" fmla="*/ 0 h 530"/>
                        <a:gd name="T58" fmla="*/ 0 w 514"/>
                        <a:gd name="T59" fmla="*/ 0 h 530"/>
                        <a:gd name="T60" fmla="*/ 0 w 514"/>
                        <a:gd name="T61" fmla="*/ 0 h 530"/>
                        <a:gd name="T62" fmla="*/ 0 w 514"/>
                        <a:gd name="T63" fmla="*/ 0 h 530"/>
                        <a:gd name="T64" fmla="*/ 0 w 514"/>
                        <a:gd name="T65" fmla="*/ 0 h 530"/>
                        <a:gd name="T66" fmla="*/ 0 w 514"/>
                        <a:gd name="T67" fmla="*/ 0 h 5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30"/>
                        <a:gd name="T104" fmla="*/ 514 w 514"/>
                        <a:gd name="T105" fmla="*/ 530 h 5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30">
                          <a:moveTo>
                            <a:pt x="3" y="530"/>
                          </a:moveTo>
                          <a:lnTo>
                            <a:pt x="3" y="530"/>
                          </a:lnTo>
                          <a:lnTo>
                            <a:pt x="30" y="529"/>
                          </a:lnTo>
                          <a:lnTo>
                            <a:pt x="56" y="526"/>
                          </a:lnTo>
                          <a:lnTo>
                            <a:pt x="82" y="522"/>
                          </a:lnTo>
                          <a:lnTo>
                            <a:pt x="108" y="517"/>
                          </a:lnTo>
                          <a:lnTo>
                            <a:pt x="133" y="511"/>
                          </a:lnTo>
                          <a:lnTo>
                            <a:pt x="157" y="503"/>
                          </a:lnTo>
                          <a:lnTo>
                            <a:pt x="181" y="495"/>
                          </a:lnTo>
                          <a:lnTo>
                            <a:pt x="205" y="485"/>
                          </a:lnTo>
                          <a:lnTo>
                            <a:pt x="228" y="474"/>
                          </a:lnTo>
                          <a:lnTo>
                            <a:pt x="251" y="462"/>
                          </a:lnTo>
                          <a:lnTo>
                            <a:pt x="272" y="449"/>
                          </a:lnTo>
                          <a:lnTo>
                            <a:pt x="293" y="435"/>
                          </a:lnTo>
                          <a:lnTo>
                            <a:pt x="313" y="420"/>
                          </a:lnTo>
                          <a:lnTo>
                            <a:pt x="332" y="404"/>
                          </a:lnTo>
                          <a:lnTo>
                            <a:pt x="350" y="387"/>
                          </a:lnTo>
                          <a:lnTo>
                            <a:pt x="368" y="371"/>
                          </a:lnTo>
                          <a:lnTo>
                            <a:pt x="385" y="351"/>
                          </a:lnTo>
                          <a:lnTo>
                            <a:pt x="401" y="333"/>
                          </a:lnTo>
                          <a:lnTo>
                            <a:pt x="416" y="313"/>
                          </a:lnTo>
                          <a:lnTo>
                            <a:pt x="430" y="292"/>
                          </a:lnTo>
                          <a:lnTo>
                            <a:pt x="444" y="271"/>
                          </a:lnTo>
                          <a:lnTo>
                            <a:pt x="455" y="250"/>
                          </a:lnTo>
                          <a:lnTo>
                            <a:pt x="467" y="226"/>
                          </a:lnTo>
                          <a:lnTo>
                            <a:pt x="477" y="203"/>
                          </a:lnTo>
                          <a:lnTo>
                            <a:pt x="485" y="180"/>
                          </a:lnTo>
                          <a:lnTo>
                            <a:pt x="494" y="155"/>
                          </a:lnTo>
                          <a:lnTo>
                            <a:pt x="500" y="131"/>
                          </a:lnTo>
                          <a:lnTo>
                            <a:pt x="505" y="105"/>
                          </a:lnTo>
                          <a:lnTo>
                            <a:pt x="510" y="80"/>
                          </a:lnTo>
                          <a:lnTo>
                            <a:pt x="513" y="53"/>
                          </a:lnTo>
                          <a:lnTo>
                            <a:pt x="514" y="27"/>
                          </a:lnTo>
                          <a:lnTo>
                            <a:pt x="514" y="0"/>
                          </a:lnTo>
                          <a:lnTo>
                            <a:pt x="327" y="3"/>
                          </a:lnTo>
                          <a:lnTo>
                            <a:pt x="327" y="21"/>
                          </a:lnTo>
                          <a:lnTo>
                            <a:pt x="326" y="38"/>
                          </a:lnTo>
                          <a:lnTo>
                            <a:pt x="324" y="54"/>
                          </a:lnTo>
                          <a:lnTo>
                            <a:pt x="322" y="70"/>
                          </a:lnTo>
                          <a:lnTo>
                            <a:pt x="317" y="87"/>
                          </a:lnTo>
                          <a:lnTo>
                            <a:pt x="314" y="103"/>
                          </a:lnTo>
                          <a:lnTo>
                            <a:pt x="309" y="118"/>
                          </a:lnTo>
                          <a:lnTo>
                            <a:pt x="304" y="134"/>
                          </a:lnTo>
                          <a:lnTo>
                            <a:pt x="297" y="148"/>
                          </a:lnTo>
                          <a:lnTo>
                            <a:pt x="290" y="163"/>
                          </a:lnTo>
                          <a:lnTo>
                            <a:pt x="281" y="176"/>
                          </a:lnTo>
                          <a:lnTo>
                            <a:pt x="274" y="190"/>
                          </a:lnTo>
                          <a:lnTo>
                            <a:pt x="264" y="204"/>
                          </a:lnTo>
                          <a:lnTo>
                            <a:pt x="255" y="217"/>
                          </a:lnTo>
                          <a:lnTo>
                            <a:pt x="244" y="229"/>
                          </a:lnTo>
                          <a:lnTo>
                            <a:pt x="234" y="241"/>
                          </a:lnTo>
                          <a:lnTo>
                            <a:pt x="222" y="252"/>
                          </a:lnTo>
                          <a:lnTo>
                            <a:pt x="210" y="262"/>
                          </a:lnTo>
                          <a:lnTo>
                            <a:pt x="197" y="273"/>
                          </a:lnTo>
                          <a:lnTo>
                            <a:pt x="185" y="282"/>
                          </a:lnTo>
                          <a:lnTo>
                            <a:pt x="171" y="291"/>
                          </a:lnTo>
                          <a:lnTo>
                            <a:pt x="158" y="299"/>
                          </a:lnTo>
                          <a:lnTo>
                            <a:pt x="143" y="307"/>
                          </a:lnTo>
                          <a:lnTo>
                            <a:pt x="128" y="314"/>
                          </a:lnTo>
                          <a:lnTo>
                            <a:pt x="114" y="321"/>
                          </a:lnTo>
                          <a:lnTo>
                            <a:pt x="99" y="326"/>
                          </a:lnTo>
                          <a:lnTo>
                            <a:pt x="83" y="331"/>
                          </a:lnTo>
                          <a:lnTo>
                            <a:pt x="67" y="334"/>
                          </a:lnTo>
                          <a:lnTo>
                            <a:pt x="51" y="338"/>
                          </a:lnTo>
                          <a:lnTo>
                            <a:pt x="34" y="340"/>
                          </a:lnTo>
                          <a:lnTo>
                            <a:pt x="17" y="342"/>
                          </a:lnTo>
                          <a:lnTo>
                            <a:pt x="0" y="343"/>
                          </a:lnTo>
                          <a:lnTo>
                            <a:pt x="3" y="530"/>
                          </a:lnTo>
                          <a:close/>
                        </a:path>
                      </a:pathLst>
                    </a:custGeom>
                    <a:solidFill>
                      <a:srgbClr val="EF2B2F"/>
                    </a:solidFill>
                    <a:ln>
                      <a:noFill/>
                    </a:ln>
                  </p:spPr>
                  <p:txBody>
                    <a:bodyPr/>
                    <a:lstStyle/>
                    <a:p>
                      <a:pPr>
                        <a:defRPr/>
                      </a:pPr>
                      <a:endParaRPr lang="en-US" sz="1050">
                        <a:latin typeface="+mj-lt"/>
                      </a:endParaRPr>
                    </a:p>
                  </p:txBody>
                </p:sp>
                <p:sp>
                  <p:nvSpPr>
                    <p:cNvPr id="41316" name="Freeform 782">
                      <a:extLst>
                        <a:ext uri="{FF2B5EF4-FFF2-40B4-BE49-F238E27FC236}">
                          <a16:creationId xmlns="" xmlns:a16="http://schemas.microsoft.com/office/drawing/2014/main" id="{F5765750-6B54-EFF0-A50B-9E5245B769BB}"/>
                        </a:ext>
                      </a:extLst>
                    </p:cNvPr>
                    <p:cNvSpPr>
                      <a:spLocks/>
                    </p:cNvSpPr>
                    <p:nvPr/>
                  </p:nvSpPr>
                  <p:spPr bwMode="auto">
                    <a:xfrm>
                      <a:off x="2693" y="3514"/>
                      <a:ext cx="88" cy="88"/>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0" y="3"/>
                          </a:moveTo>
                          <a:lnTo>
                            <a:pt x="0" y="3"/>
                          </a:lnTo>
                          <a:lnTo>
                            <a:pt x="1" y="30"/>
                          </a:lnTo>
                          <a:lnTo>
                            <a:pt x="3" y="56"/>
                          </a:lnTo>
                          <a:lnTo>
                            <a:pt x="7" y="82"/>
                          </a:lnTo>
                          <a:lnTo>
                            <a:pt x="12" y="107"/>
                          </a:lnTo>
                          <a:lnTo>
                            <a:pt x="18" y="133"/>
                          </a:lnTo>
                          <a:lnTo>
                            <a:pt x="26" y="157"/>
                          </a:lnTo>
                          <a:lnTo>
                            <a:pt x="34" y="182"/>
                          </a:lnTo>
                          <a:lnTo>
                            <a:pt x="45" y="205"/>
                          </a:lnTo>
                          <a:lnTo>
                            <a:pt x="55" y="227"/>
                          </a:lnTo>
                          <a:lnTo>
                            <a:pt x="67" y="249"/>
                          </a:lnTo>
                          <a:lnTo>
                            <a:pt x="80" y="272"/>
                          </a:lnTo>
                          <a:lnTo>
                            <a:pt x="94" y="292"/>
                          </a:lnTo>
                          <a:lnTo>
                            <a:pt x="109" y="312"/>
                          </a:lnTo>
                          <a:lnTo>
                            <a:pt x="124" y="331"/>
                          </a:lnTo>
                          <a:lnTo>
                            <a:pt x="141" y="350"/>
                          </a:lnTo>
                          <a:lnTo>
                            <a:pt x="159" y="368"/>
                          </a:lnTo>
                          <a:lnTo>
                            <a:pt x="178" y="384"/>
                          </a:lnTo>
                          <a:lnTo>
                            <a:pt x="197" y="401"/>
                          </a:lnTo>
                          <a:lnTo>
                            <a:pt x="217" y="416"/>
                          </a:lnTo>
                          <a:lnTo>
                            <a:pt x="237" y="430"/>
                          </a:lnTo>
                          <a:lnTo>
                            <a:pt x="258" y="444"/>
                          </a:lnTo>
                          <a:lnTo>
                            <a:pt x="281" y="455"/>
                          </a:lnTo>
                          <a:lnTo>
                            <a:pt x="304" y="466"/>
                          </a:lnTo>
                          <a:lnTo>
                            <a:pt x="326" y="477"/>
                          </a:lnTo>
                          <a:lnTo>
                            <a:pt x="350" y="485"/>
                          </a:lnTo>
                          <a:lnTo>
                            <a:pt x="375" y="492"/>
                          </a:lnTo>
                          <a:lnTo>
                            <a:pt x="400" y="500"/>
                          </a:lnTo>
                          <a:lnTo>
                            <a:pt x="425" y="505"/>
                          </a:lnTo>
                          <a:lnTo>
                            <a:pt x="450" y="509"/>
                          </a:lnTo>
                          <a:lnTo>
                            <a:pt x="476" y="512"/>
                          </a:lnTo>
                          <a:lnTo>
                            <a:pt x="503" y="514"/>
                          </a:lnTo>
                          <a:lnTo>
                            <a:pt x="529" y="514"/>
                          </a:lnTo>
                          <a:lnTo>
                            <a:pt x="526" y="327"/>
                          </a:lnTo>
                          <a:lnTo>
                            <a:pt x="509" y="326"/>
                          </a:lnTo>
                          <a:lnTo>
                            <a:pt x="492" y="326"/>
                          </a:lnTo>
                          <a:lnTo>
                            <a:pt x="475" y="324"/>
                          </a:lnTo>
                          <a:lnTo>
                            <a:pt x="459" y="322"/>
                          </a:lnTo>
                          <a:lnTo>
                            <a:pt x="443" y="317"/>
                          </a:lnTo>
                          <a:lnTo>
                            <a:pt x="427" y="313"/>
                          </a:lnTo>
                          <a:lnTo>
                            <a:pt x="411" y="309"/>
                          </a:lnTo>
                          <a:lnTo>
                            <a:pt x="396" y="303"/>
                          </a:lnTo>
                          <a:lnTo>
                            <a:pt x="381" y="296"/>
                          </a:lnTo>
                          <a:lnTo>
                            <a:pt x="367" y="290"/>
                          </a:lnTo>
                          <a:lnTo>
                            <a:pt x="353" y="281"/>
                          </a:lnTo>
                          <a:lnTo>
                            <a:pt x="339" y="273"/>
                          </a:lnTo>
                          <a:lnTo>
                            <a:pt x="325" y="264"/>
                          </a:lnTo>
                          <a:lnTo>
                            <a:pt x="313" y="255"/>
                          </a:lnTo>
                          <a:lnTo>
                            <a:pt x="301" y="244"/>
                          </a:lnTo>
                          <a:lnTo>
                            <a:pt x="289" y="234"/>
                          </a:lnTo>
                          <a:lnTo>
                            <a:pt x="277" y="222"/>
                          </a:lnTo>
                          <a:lnTo>
                            <a:pt x="267" y="210"/>
                          </a:lnTo>
                          <a:lnTo>
                            <a:pt x="257" y="198"/>
                          </a:lnTo>
                          <a:lnTo>
                            <a:pt x="248" y="185"/>
                          </a:lnTo>
                          <a:lnTo>
                            <a:pt x="238" y="171"/>
                          </a:lnTo>
                          <a:lnTo>
                            <a:pt x="230" y="157"/>
                          </a:lnTo>
                          <a:lnTo>
                            <a:pt x="222" y="143"/>
                          </a:lnTo>
                          <a:lnTo>
                            <a:pt x="215" y="129"/>
                          </a:lnTo>
                          <a:lnTo>
                            <a:pt x="209" y="114"/>
                          </a:lnTo>
                          <a:lnTo>
                            <a:pt x="204" y="99"/>
                          </a:lnTo>
                          <a:lnTo>
                            <a:pt x="199" y="83"/>
                          </a:lnTo>
                          <a:lnTo>
                            <a:pt x="195" y="67"/>
                          </a:lnTo>
                          <a:lnTo>
                            <a:pt x="191" y="51"/>
                          </a:lnTo>
                          <a:lnTo>
                            <a:pt x="189" y="34"/>
                          </a:lnTo>
                          <a:lnTo>
                            <a:pt x="187"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317" name="Freeform 783">
                      <a:extLst>
                        <a:ext uri="{FF2B5EF4-FFF2-40B4-BE49-F238E27FC236}">
                          <a16:creationId xmlns="" xmlns:a16="http://schemas.microsoft.com/office/drawing/2014/main" id="{7B4D891C-AF80-D529-D3E0-2E89CB3F1866}"/>
                        </a:ext>
                      </a:extLst>
                    </p:cNvPr>
                    <p:cNvSpPr>
                      <a:spLocks/>
                    </p:cNvSpPr>
                    <p:nvPr/>
                  </p:nvSpPr>
                  <p:spPr bwMode="auto">
                    <a:xfrm>
                      <a:off x="2693" y="3426"/>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2" y="0"/>
                          </a:moveTo>
                          <a:lnTo>
                            <a:pt x="512" y="0"/>
                          </a:lnTo>
                          <a:lnTo>
                            <a:pt x="485" y="1"/>
                          </a:lnTo>
                          <a:lnTo>
                            <a:pt x="459" y="4"/>
                          </a:lnTo>
                          <a:lnTo>
                            <a:pt x="432" y="7"/>
                          </a:lnTo>
                          <a:lnTo>
                            <a:pt x="407" y="13"/>
                          </a:lnTo>
                          <a:lnTo>
                            <a:pt x="382" y="19"/>
                          </a:lnTo>
                          <a:lnTo>
                            <a:pt x="357" y="26"/>
                          </a:lnTo>
                          <a:lnTo>
                            <a:pt x="334" y="35"/>
                          </a:lnTo>
                          <a:lnTo>
                            <a:pt x="310" y="45"/>
                          </a:lnTo>
                          <a:lnTo>
                            <a:pt x="287" y="56"/>
                          </a:lnTo>
                          <a:lnTo>
                            <a:pt x="265" y="68"/>
                          </a:lnTo>
                          <a:lnTo>
                            <a:pt x="243" y="81"/>
                          </a:lnTo>
                          <a:lnTo>
                            <a:pt x="222" y="94"/>
                          </a:lnTo>
                          <a:lnTo>
                            <a:pt x="202" y="109"/>
                          </a:lnTo>
                          <a:lnTo>
                            <a:pt x="183" y="125"/>
                          </a:lnTo>
                          <a:lnTo>
                            <a:pt x="165" y="142"/>
                          </a:lnTo>
                          <a:lnTo>
                            <a:pt x="147" y="159"/>
                          </a:lnTo>
                          <a:lnTo>
                            <a:pt x="130" y="178"/>
                          </a:lnTo>
                          <a:lnTo>
                            <a:pt x="114" y="197"/>
                          </a:lnTo>
                          <a:lnTo>
                            <a:pt x="99" y="217"/>
                          </a:lnTo>
                          <a:lnTo>
                            <a:pt x="84" y="238"/>
                          </a:lnTo>
                          <a:lnTo>
                            <a:pt x="71" y="259"/>
                          </a:lnTo>
                          <a:lnTo>
                            <a:pt x="59" y="281"/>
                          </a:lnTo>
                          <a:lnTo>
                            <a:pt x="48" y="303"/>
                          </a:lnTo>
                          <a:lnTo>
                            <a:pt x="38" y="327"/>
                          </a:lnTo>
                          <a:lnTo>
                            <a:pt x="29" y="350"/>
                          </a:lnTo>
                          <a:lnTo>
                            <a:pt x="21" y="374"/>
                          </a:lnTo>
                          <a:lnTo>
                            <a:pt x="15" y="400"/>
                          </a:lnTo>
                          <a:lnTo>
                            <a:pt x="10" y="425"/>
                          </a:lnTo>
                          <a:lnTo>
                            <a:pt x="5" y="451"/>
                          </a:lnTo>
                          <a:lnTo>
                            <a:pt x="2" y="476"/>
                          </a:lnTo>
                          <a:lnTo>
                            <a:pt x="0" y="503"/>
                          </a:lnTo>
                          <a:lnTo>
                            <a:pt x="1" y="529"/>
                          </a:lnTo>
                          <a:lnTo>
                            <a:pt x="188" y="526"/>
                          </a:lnTo>
                          <a:lnTo>
                            <a:pt x="188" y="509"/>
                          </a:lnTo>
                          <a:lnTo>
                            <a:pt x="189" y="492"/>
                          </a:lnTo>
                          <a:lnTo>
                            <a:pt x="190" y="475"/>
                          </a:lnTo>
                          <a:lnTo>
                            <a:pt x="193" y="458"/>
                          </a:lnTo>
                          <a:lnTo>
                            <a:pt x="197" y="442"/>
                          </a:lnTo>
                          <a:lnTo>
                            <a:pt x="201" y="426"/>
                          </a:lnTo>
                          <a:lnTo>
                            <a:pt x="206" y="412"/>
                          </a:lnTo>
                          <a:lnTo>
                            <a:pt x="211" y="396"/>
                          </a:lnTo>
                          <a:lnTo>
                            <a:pt x="218" y="381"/>
                          </a:lnTo>
                          <a:lnTo>
                            <a:pt x="225" y="367"/>
                          </a:lnTo>
                          <a:lnTo>
                            <a:pt x="233" y="353"/>
                          </a:lnTo>
                          <a:lnTo>
                            <a:pt x="241" y="339"/>
                          </a:lnTo>
                          <a:lnTo>
                            <a:pt x="250" y="326"/>
                          </a:lnTo>
                          <a:lnTo>
                            <a:pt x="260" y="313"/>
                          </a:lnTo>
                          <a:lnTo>
                            <a:pt x="270" y="301"/>
                          </a:lnTo>
                          <a:lnTo>
                            <a:pt x="282" y="289"/>
                          </a:lnTo>
                          <a:lnTo>
                            <a:pt x="292" y="278"/>
                          </a:lnTo>
                          <a:lnTo>
                            <a:pt x="305" y="267"/>
                          </a:lnTo>
                          <a:lnTo>
                            <a:pt x="317" y="257"/>
                          </a:lnTo>
                          <a:lnTo>
                            <a:pt x="330" y="247"/>
                          </a:lnTo>
                          <a:lnTo>
                            <a:pt x="343" y="239"/>
                          </a:lnTo>
                          <a:lnTo>
                            <a:pt x="357" y="230"/>
                          </a:lnTo>
                          <a:lnTo>
                            <a:pt x="371" y="223"/>
                          </a:lnTo>
                          <a:lnTo>
                            <a:pt x="386" y="215"/>
                          </a:lnTo>
                          <a:lnTo>
                            <a:pt x="401" y="209"/>
                          </a:lnTo>
                          <a:lnTo>
                            <a:pt x="416" y="204"/>
                          </a:lnTo>
                          <a:lnTo>
                            <a:pt x="431" y="199"/>
                          </a:lnTo>
                          <a:lnTo>
                            <a:pt x="448" y="195"/>
                          </a:lnTo>
                          <a:lnTo>
                            <a:pt x="464" y="192"/>
                          </a:lnTo>
                          <a:lnTo>
                            <a:pt x="480" y="190"/>
                          </a:lnTo>
                          <a:lnTo>
                            <a:pt x="497" y="188"/>
                          </a:lnTo>
                          <a:lnTo>
                            <a:pt x="514" y="187"/>
                          </a:lnTo>
                          <a:lnTo>
                            <a:pt x="512" y="0"/>
                          </a:lnTo>
                          <a:close/>
                        </a:path>
                      </a:pathLst>
                    </a:custGeom>
                    <a:solidFill>
                      <a:srgbClr val="EF2B2F"/>
                    </a:solidFill>
                    <a:ln>
                      <a:noFill/>
                    </a:ln>
                  </p:spPr>
                  <p:txBody>
                    <a:bodyPr/>
                    <a:lstStyle/>
                    <a:p>
                      <a:pPr>
                        <a:defRPr/>
                      </a:pPr>
                      <a:endParaRPr lang="en-US" sz="1050">
                        <a:latin typeface="+mj-lt"/>
                      </a:endParaRPr>
                    </a:p>
                  </p:txBody>
                </p:sp>
                <p:sp>
                  <p:nvSpPr>
                    <p:cNvPr id="41318" name="Freeform 784">
                      <a:extLst>
                        <a:ext uri="{FF2B5EF4-FFF2-40B4-BE49-F238E27FC236}">
                          <a16:creationId xmlns="" xmlns:a16="http://schemas.microsoft.com/office/drawing/2014/main" id="{02448370-23DA-16EC-2D00-CD960ADDF87E}"/>
                        </a:ext>
                      </a:extLst>
                    </p:cNvPr>
                    <p:cNvSpPr>
                      <a:spLocks/>
                    </p:cNvSpPr>
                    <p:nvPr/>
                  </p:nvSpPr>
                  <p:spPr bwMode="auto">
                    <a:xfrm>
                      <a:off x="2909" y="3470"/>
                      <a:ext cx="88" cy="88"/>
                    </a:xfrm>
                    <a:custGeom>
                      <a:avLst/>
                      <a:gdLst>
                        <a:gd name="T0" fmla="*/ 0 w 530"/>
                        <a:gd name="T1" fmla="*/ 0 h 512"/>
                        <a:gd name="T2" fmla="*/ 0 w 530"/>
                        <a:gd name="T3" fmla="*/ 0 h 512"/>
                        <a:gd name="T4" fmla="*/ 0 w 530"/>
                        <a:gd name="T5" fmla="*/ 0 h 512"/>
                        <a:gd name="T6" fmla="*/ 0 w 530"/>
                        <a:gd name="T7" fmla="*/ 0 h 512"/>
                        <a:gd name="T8" fmla="*/ 0 w 530"/>
                        <a:gd name="T9" fmla="*/ 0 h 512"/>
                        <a:gd name="T10" fmla="*/ 0 w 530"/>
                        <a:gd name="T11" fmla="*/ 0 h 512"/>
                        <a:gd name="T12" fmla="*/ 0 w 530"/>
                        <a:gd name="T13" fmla="*/ 0 h 512"/>
                        <a:gd name="T14" fmla="*/ 0 w 530"/>
                        <a:gd name="T15" fmla="*/ 0 h 512"/>
                        <a:gd name="T16" fmla="*/ 0 w 530"/>
                        <a:gd name="T17" fmla="*/ 0 h 512"/>
                        <a:gd name="T18" fmla="*/ 0 w 530"/>
                        <a:gd name="T19" fmla="*/ 0 h 512"/>
                        <a:gd name="T20" fmla="*/ 0 w 530"/>
                        <a:gd name="T21" fmla="*/ 0 h 512"/>
                        <a:gd name="T22" fmla="*/ 0 w 530"/>
                        <a:gd name="T23" fmla="*/ 0 h 512"/>
                        <a:gd name="T24" fmla="*/ 0 w 530"/>
                        <a:gd name="T25" fmla="*/ 0 h 512"/>
                        <a:gd name="T26" fmla="*/ 0 w 530"/>
                        <a:gd name="T27" fmla="*/ 0 h 512"/>
                        <a:gd name="T28" fmla="*/ 0 w 530"/>
                        <a:gd name="T29" fmla="*/ 0 h 512"/>
                        <a:gd name="T30" fmla="*/ 0 w 530"/>
                        <a:gd name="T31" fmla="*/ 0 h 512"/>
                        <a:gd name="T32" fmla="*/ 0 w 530"/>
                        <a:gd name="T33" fmla="*/ 0 h 512"/>
                        <a:gd name="T34" fmla="*/ 0 w 530"/>
                        <a:gd name="T35" fmla="*/ 0 h 512"/>
                        <a:gd name="T36" fmla="*/ 0 w 530"/>
                        <a:gd name="T37" fmla="*/ 0 h 512"/>
                        <a:gd name="T38" fmla="*/ 0 w 530"/>
                        <a:gd name="T39" fmla="*/ 0 h 512"/>
                        <a:gd name="T40" fmla="*/ 0 w 530"/>
                        <a:gd name="T41" fmla="*/ 0 h 512"/>
                        <a:gd name="T42" fmla="*/ 0 w 530"/>
                        <a:gd name="T43" fmla="*/ 0 h 512"/>
                        <a:gd name="T44" fmla="*/ 0 w 530"/>
                        <a:gd name="T45" fmla="*/ 0 h 512"/>
                        <a:gd name="T46" fmla="*/ 0 w 530"/>
                        <a:gd name="T47" fmla="*/ 0 h 512"/>
                        <a:gd name="T48" fmla="*/ 0 w 530"/>
                        <a:gd name="T49" fmla="*/ 0 h 512"/>
                        <a:gd name="T50" fmla="*/ 0 w 530"/>
                        <a:gd name="T51" fmla="*/ 0 h 512"/>
                        <a:gd name="T52" fmla="*/ 0 w 530"/>
                        <a:gd name="T53" fmla="*/ 0 h 512"/>
                        <a:gd name="T54" fmla="*/ 0 w 530"/>
                        <a:gd name="T55" fmla="*/ 0 h 512"/>
                        <a:gd name="T56" fmla="*/ 0 w 530"/>
                        <a:gd name="T57" fmla="*/ 0 h 512"/>
                        <a:gd name="T58" fmla="*/ 0 w 530"/>
                        <a:gd name="T59" fmla="*/ 0 h 512"/>
                        <a:gd name="T60" fmla="*/ 0 w 530"/>
                        <a:gd name="T61" fmla="*/ 0 h 512"/>
                        <a:gd name="T62" fmla="*/ 0 w 530"/>
                        <a:gd name="T63" fmla="*/ 0 h 512"/>
                        <a:gd name="T64" fmla="*/ 0 w 530"/>
                        <a:gd name="T65" fmla="*/ 0 h 512"/>
                        <a:gd name="T66" fmla="*/ 0 w 530"/>
                        <a:gd name="T67" fmla="*/ 0 h 51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2"/>
                        <a:gd name="T104" fmla="*/ 530 w 530"/>
                        <a:gd name="T105" fmla="*/ 512 h 51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2">
                          <a:moveTo>
                            <a:pt x="530" y="510"/>
                          </a:moveTo>
                          <a:lnTo>
                            <a:pt x="530" y="510"/>
                          </a:lnTo>
                          <a:lnTo>
                            <a:pt x="529" y="484"/>
                          </a:lnTo>
                          <a:lnTo>
                            <a:pt x="527" y="457"/>
                          </a:lnTo>
                          <a:lnTo>
                            <a:pt x="523" y="431"/>
                          </a:lnTo>
                          <a:lnTo>
                            <a:pt x="517" y="405"/>
                          </a:lnTo>
                          <a:lnTo>
                            <a:pt x="511" y="381"/>
                          </a:lnTo>
                          <a:lnTo>
                            <a:pt x="503" y="356"/>
                          </a:lnTo>
                          <a:lnTo>
                            <a:pt x="495" y="332"/>
                          </a:lnTo>
                          <a:lnTo>
                            <a:pt x="485" y="309"/>
                          </a:lnTo>
                          <a:lnTo>
                            <a:pt x="475" y="285"/>
                          </a:lnTo>
                          <a:lnTo>
                            <a:pt x="462" y="263"/>
                          </a:lnTo>
                          <a:lnTo>
                            <a:pt x="449" y="242"/>
                          </a:lnTo>
                          <a:lnTo>
                            <a:pt x="435" y="221"/>
                          </a:lnTo>
                          <a:lnTo>
                            <a:pt x="421" y="201"/>
                          </a:lnTo>
                          <a:lnTo>
                            <a:pt x="405" y="181"/>
                          </a:lnTo>
                          <a:lnTo>
                            <a:pt x="388" y="163"/>
                          </a:lnTo>
                          <a:lnTo>
                            <a:pt x="371" y="145"/>
                          </a:lnTo>
                          <a:lnTo>
                            <a:pt x="352" y="128"/>
                          </a:lnTo>
                          <a:lnTo>
                            <a:pt x="333" y="112"/>
                          </a:lnTo>
                          <a:lnTo>
                            <a:pt x="313" y="98"/>
                          </a:lnTo>
                          <a:lnTo>
                            <a:pt x="292" y="84"/>
                          </a:lnTo>
                          <a:lnTo>
                            <a:pt x="271" y="70"/>
                          </a:lnTo>
                          <a:lnTo>
                            <a:pt x="250" y="58"/>
                          </a:lnTo>
                          <a:lnTo>
                            <a:pt x="226" y="47"/>
                          </a:lnTo>
                          <a:lnTo>
                            <a:pt x="203" y="37"/>
                          </a:lnTo>
                          <a:lnTo>
                            <a:pt x="180" y="29"/>
                          </a:lnTo>
                          <a:lnTo>
                            <a:pt x="155" y="20"/>
                          </a:lnTo>
                          <a:lnTo>
                            <a:pt x="131" y="14"/>
                          </a:lnTo>
                          <a:lnTo>
                            <a:pt x="105" y="8"/>
                          </a:lnTo>
                          <a:lnTo>
                            <a:pt x="80" y="4"/>
                          </a:lnTo>
                          <a:lnTo>
                            <a:pt x="53" y="1"/>
                          </a:lnTo>
                          <a:lnTo>
                            <a:pt x="27" y="0"/>
                          </a:lnTo>
                          <a:lnTo>
                            <a:pt x="0" y="0"/>
                          </a:lnTo>
                          <a:lnTo>
                            <a:pt x="3" y="187"/>
                          </a:lnTo>
                          <a:lnTo>
                            <a:pt x="21" y="187"/>
                          </a:lnTo>
                          <a:lnTo>
                            <a:pt x="38" y="188"/>
                          </a:lnTo>
                          <a:lnTo>
                            <a:pt x="54" y="189"/>
                          </a:lnTo>
                          <a:lnTo>
                            <a:pt x="70" y="192"/>
                          </a:lnTo>
                          <a:lnTo>
                            <a:pt x="87" y="195"/>
                          </a:lnTo>
                          <a:lnTo>
                            <a:pt x="103" y="199"/>
                          </a:lnTo>
                          <a:lnTo>
                            <a:pt x="118" y="205"/>
                          </a:lnTo>
                          <a:lnTo>
                            <a:pt x="134" y="210"/>
                          </a:lnTo>
                          <a:lnTo>
                            <a:pt x="148" y="216"/>
                          </a:lnTo>
                          <a:lnTo>
                            <a:pt x="163" y="224"/>
                          </a:lnTo>
                          <a:lnTo>
                            <a:pt x="177" y="231"/>
                          </a:lnTo>
                          <a:lnTo>
                            <a:pt x="190" y="240"/>
                          </a:lnTo>
                          <a:lnTo>
                            <a:pt x="204" y="249"/>
                          </a:lnTo>
                          <a:lnTo>
                            <a:pt x="217" y="259"/>
                          </a:lnTo>
                          <a:lnTo>
                            <a:pt x="229" y="269"/>
                          </a:lnTo>
                          <a:lnTo>
                            <a:pt x="241" y="280"/>
                          </a:lnTo>
                          <a:lnTo>
                            <a:pt x="252" y="291"/>
                          </a:lnTo>
                          <a:lnTo>
                            <a:pt x="262" y="303"/>
                          </a:lnTo>
                          <a:lnTo>
                            <a:pt x="273" y="316"/>
                          </a:lnTo>
                          <a:lnTo>
                            <a:pt x="283" y="329"/>
                          </a:lnTo>
                          <a:lnTo>
                            <a:pt x="291" y="342"/>
                          </a:lnTo>
                          <a:lnTo>
                            <a:pt x="300" y="355"/>
                          </a:lnTo>
                          <a:lnTo>
                            <a:pt x="307" y="370"/>
                          </a:lnTo>
                          <a:lnTo>
                            <a:pt x="314" y="384"/>
                          </a:lnTo>
                          <a:lnTo>
                            <a:pt x="321" y="399"/>
                          </a:lnTo>
                          <a:lnTo>
                            <a:pt x="326" y="415"/>
                          </a:lnTo>
                          <a:lnTo>
                            <a:pt x="331" y="431"/>
                          </a:lnTo>
                          <a:lnTo>
                            <a:pt x="335" y="447"/>
                          </a:lnTo>
                          <a:lnTo>
                            <a:pt x="338" y="463"/>
                          </a:lnTo>
                          <a:lnTo>
                            <a:pt x="341" y="480"/>
                          </a:lnTo>
                          <a:lnTo>
                            <a:pt x="342" y="495"/>
                          </a:lnTo>
                          <a:lnTo>
                            <a:pt x="343" y="512"/>
                          </a:lnTo>
                          <a:lnTo>
                            <a:pt x="530" y="510"/>
                          </a:lnTo>
                          <a:close/>
                        </a:path>
                      </a:pathLst>
                    </a:custGeom>
                    <a:solidFill>
                      <a:srgbClr val="EF2B2F"/>
                    </a:solidFill>
                    <a:ln>
                      <a:noFill/>
                    </a:ln>
                  </p:spPr>
                  <p:txBody>
                    <a:bodyPr/>
                    <a:lstStyle/>
                    <a:p>
                      <a:pPr>
                        <a:defRPr/>
                      </a:pPr>
                      <a:endParaRPr lang="en-US" sz="1050">
                        <a:latin typeface="+mj-lt"/>
                      </a:endParaRPr>
                    </a:p>
                  </p:txBody>
                </p:sp>
                <p:sp>
                  <p:nvSpPr>
                    <p:cNvPr id="41319" name="Freeform 785">
                      <a:extLst>
                        <a:ext uri="{FF2B5EF4-FFF2-40B4-BE49-F238E27FC236}">
                          <a16:creationId xmlns="" xmlns:a16="http://schemas.microsoft.com/office/drawing/2014/main" id="{21AD8381-9254-0F93-77E3-3180FE2634D7}"/>
                        </a:ext>
                      </a:extLst>
                    </p:cNvPr>
                    <p:cNvSpPr>
                      <a:spLocks/>
                    </p:cNvSpPr>
                    <p:nvPr/>
                  </p:nvSpPr>
                  <p:spPr bwMode="auto">
                    <a:xfrm>
                      <a:off x="2913" y="3558"/>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3" y="529"/>
                          </a:moveTo>
                          <a:lnTo>
                            <a:pt x="3" y="529"/>
                          </a:lnTo>
                          <a:lnTo>
                            <a:pt x="30" y="528"/>
                          </a:lnTo>
                          <a:lnTo>
                            <a:pt x="56" y="525"/>
                          </a:lnTo>
                          <a:lnTo>
                            <a:pt x="82" y="521"/>
                          </a:lnTo>
                          <a:lnTo>
                            <a:pt x="107" y="516"/>
                          </a:lnTo>
                          <a:lnTo>
                            <a:pt x="133" y="511"/>
                          </a:lnTo>
                          <a:lnTo>
                            <a:pt x="157" y="503"/>
                          </a:lnTo>
                          <a:lnTo>
                            <a:pt x="182" y="494"/>
                          </a:lnTo>
                          <a:lnTo>
                            <a:pt x="205" y="484"/>
                          </a:lnTo>
                          <a:lnTo>
                            <a:pt x="227" y="473"/>
                          </a:lnTo>
                          <a:lnTo>
                            <a:pt x="250" y="462"/>
                          </a:lnTo>
                          <a:lnTo>
                            <a:pt x="272" y="449"/>
                          </a:lnTo>
                          <a:lnTo>
                            <a:pt x="292" y="434"/>
                          </a:lnTo>
                          <a:lnTo>
                            <a:pt x="312" y="420"/>
                          </a:lnTo>
                          <a:lnTo>
                            <a:pt x="331" y="405"/>
                          </a:lnTo>
                          <a:lnTo>
                            <a:pt x="350" y="388"/>
                          </a:lnTo>
                          <a:lnTo>
                            <a:pt x="368" y="370"/>
                          </a:lnTo>
                          <a:lnTo>
                            <a:pt x="384" y="351"/>
                          </a:lnTo>
                          <a:lnTo>
                            <a:pt x="401" y="332"/>
                          </a:lnTo>
                          <a:lnTo>
                            <a:pt x="416" y="312"/>
                          </a:lnTo>
                          <a:lnTo>
                            <a:pt x="430" y="292"/>
                          </a:lnTo>
                          <a:lnTo>
                            <a:pt x="444" y="270"/>
                          </a:lnTo>
                          <a:lnTo>
                            <a:pt x="456" y="249"/>
                          </a:lnTo>
                          <a:lnTo>
                            <a:pt x="466" y="226"/>
                          </a:lnTo>
                          <a:lnTo>
                            <a:pt x="477" y="203"/>
                          </a:lnTo>
                          <a:lnTo>
                            <a:pt x="485" y="179"/>
                          </a:lnTo>
                          <a:lnTo>
                            <a:pt x="493" y="154"/>
                          </a:lnTo>
                          <a:lnTo>
                            <a:pt x="500" y="130"/>
                          </a:lnTo>
                          <a:lnTo>
                            <a:pt x="505" y="104"/>
                          </a:lnTo>
                          <a:lnTo>
                            <a:pt x="510" y="79"/>
                          </a:lnTo>
                          <a:lnTo>
                            <a:pt x="513" y="52"/>
                          </a:lnTo>
                          <a:lnTo>
                            <a:pt x="514" y="27"/>
                          </a:lnTo>
                          <a:lnTo>
                            <a:pt x="514" y="0"/>
                          </a:lnTo>
                          <a:lnTo>
                            <a:pt x="327" y="2"/>
                          </a:lnTo>
                          <a:lnTo>
                            <a:pt x="327" y="20"/>
                          </a:lnTo>
                          <a:lnTo>
                            <a:pt x="326" y="37"/>
                          </a:lnTo>
                          <a:lnTo>
                            <a:pt x="324" y="54"/>
                          </a:lnTo>
                          <a:lnTo>
                            <a:pt x="322" y="70"/>
                          </a:lnTo>
                          <a:lnTo>
                            <a:pt x="317" y="86"/>
                          </a:lnTo>
                          <a:lnTo>
                            <a:pt x="314" y="102"/>
                          </a:lnTo>
                          <a:lnTo>
                            <a:pt x="309" y="118"/>
                          </a:lnTo>
                          <a:lnTo>
                            <a:pt x="303" y="133"/>
                          </a:lnTo>
                          <a:lnTo>
                            <a:pt x="296" y="148"/>
                          </a:lnTo>
                          <a:lnTo>
                            <a:pt x="290" y="163"/>
                          </a:lnTo>
                          <a:lnTo>
                            <a:pt x="281" y="176"/>
                          </a:lnTo>
                          <a:lnTo>
                            <a:pt x="273" y="190"/>
                          </a:lnTo>
                          <a:lnTo>
                            <a:pt x="264" y="203"/>
                          </a:lnTo>
                          <a:lnTo>
                            <a:pt x="255" y="216"/>
                          </a:lnTo>
                          <a:lnTo>
                            <a:pt x="244" y="228"/>
                          </a:lnTo>
                          <a:lnTo>
                            <a:pt x="234" y="240"/>
                          </a:lnTo>
                          <a:lnTo>
                            <a:pt x="222" y="252"/>
                          </a:lnTo>
                          <a:lnTo>
                            <a:pt x="210" y="262"/>
                          </a:lnTo>
                          <a:lnTo>
                            <a:pt x="197" y="272"/>
                          </a:lnTo>
                          <a:lnTo>
                            <a:pt x="185" y="281"/>
                          </a:lnTo>
                          <a:lnTo>
                            <a:pt x="171" y="291"/>
                          </a:lnTo>
                          <a:lnTo>
                            <a:pt x="157" y="299"/>
                          </a:lnTo>
                          <a:lnTo>
                            <a:pt x="143" y="307"/>
                          </a:lnTo>
                          <a:lnTo>
                            <a:pt x="128" y="313"/>
                          </a:lnTo>
                          <a:lnTo>
                            <a:pt x="114" y="320"/>
                          </a:lnTo>
                          <a:lnTo>
                            <a:pt x="99" y="325"/>
                          </a:lnTo>
                          <a:lnTo>
                            <a:pt x="83" y="330"/>
                          </a:lnTo>
                          <a:lnTo>
                            <a:pt x="67" y="334"/>
                          </a:lnTo>
                          <a:lnTo>
                            <a:pt x="51" y="338"/>
                          </a:lnTo>
                          <a:lnTo>
                            <a:pt x="34" y="340"/>
                          </a:lnTo>
                          <a:lnTo>
                            <a:pt x="17" y="341"/>
                          </a:lnTo>
                          <a:lnTo>
                            <a:pt x="0" y="342"/>
                          </a:lnTo>
                          <a:lnTo>
                            <a:pt x="3" y="529"/>
                          </a:lnTo>
                          <a:close/>
                        </a:path>
                      </a:pathLst>
                    </a:custGeom>
                    <a:solidFill>
                      <a:srgbClr val="EF2B2F"/>
                    </a:solidFill>
                    <a:ln>
                      <a:noFill/>
                    </a:ln>
                  </p:spPr>
                  <p:txBody>
                    <a:bodyPr/>
                    <a:lstStyle/>
                    <a:p>
                      <a:pPr>
                        <a:defRPr/>
                      </a:pPr>
                      <a:endParaRPr lang="en-US" sz="1050">
                        <a:latin typeface="+mj-lt"/>
                      </a:endParaRPr>
                    </a:p>
                  </p:txBody>
                </p:sp>
                <p:sp>
                  <p:nvSpPr>
                    <p:cNvPr id="41320" name="Freeform 786">
                      <a:extLst>
                        <a:ext uri="{FF2B5EF4-FFF2-40B4-BE49-F238E27FC236}">
                          <a16:creationId xmlns="" xmlns:a16="http://schemas.microsoft.com/office/drawing/2014/main" id="{C747A5F2-EB87-5D0C-54A9-C97578797CA7}"/>
                        </a:ext>
                      </a:extLst>
                    </p:cNvPr>
                    <p:cNvSpPr>
                      <a:spLocks/>
                    </p:cNvSpPr>
                    <p:nvPr/>
                  </p:nvSpPr>
                  <p:spPr bwMode="auto">
                    <a:xfrm>
                      <a:off x="2825" y="3558"/>
                      <a:ext cx="88" cy="88"/>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0" y="3"/>
                          </a:moveTo>
                          <a:lnTo>
                            <a:pt x="0" y="3"/>
                          </a:lnTo>
                          <a:lnTo>
                            <a:pt x="0" y="30"/>
                          </a:lnTo>
                          <a:lnTo>
                            <a:pt x="3" y="56"/>
                          </a:lnTo>
                          <a:lnTo>
                            <a:pt x="7" y="83"/>
                          </a:lnTo>
                          <a:lnTo>
                            <a:pt x="12" y="108"/>
                          </a:lnTo>
                          <a:lnTo>
                            <a:pt x="18" y="133"/>
                          </a:lnTo>
                          <a:lnTo>
                            <a:pt x="26" y="157"/>
                          </a:lnTo>
                          <a:lnTo>
                            <a:pt x="34" y="182"/>
                          </a:lnTo>
                          <a:lnTo>
                            <a:pt x="45" y="205"/>
                          </a:lnTo>
                          <a:lnTo>
                            <a:pt x="55" y="228"/>
                          </a:lnTo>
                          <a:lnTo>
                            <a:pt x="67" y="251"/>
                          </a:lnTo>
                          <a:lnTo>
                            <a:pt x="80" y="272"/>
                          </a:lnTo>
                          <a:lnTo>
                            <a:pt x="94" y="293"/>
                          </a:lnTo>
                          <a:lnTo>
                            <a:pt x="109" y="313"/>
                          </a:lnTo>
                          <a:lnTo>
                            <a:pt x="125" y="332"/>
                          </a:lnTo>
                          <a:lnTo>
                            <a:pt x="142" y="350"/>
                          </a:lnTo>
                          <a:lnTo>
                            <a:pt x="159" y="368"/>
                          </a:lnTo>
                          <a:lnTo>
                            <a:pt x="177" y="385"/>
                          </a:lnTo>
                          <a:lnTo>
                            <a:pt x="197" y="401"/>
                          </a:lnTo>
                          <a:lnTo>
                            <a:pt x="217" y="416"/>
                          </a:lnTo>
                          <a:lnTo>
                            <a:pt x="237" y="430"/>
                          </a:lnTo>
                          <a:lnTo>
                            <a:pt x="258" y="444"/>
                          </a:lnTo>
                          <a:lnTo>
                            <a:pt x="281" y="455"/>
                          </a:lnTo>
                          <a:lnTo>
                            <a:pt x="303" y="467"/>
                          </a:lnTo>
                          <a:lnTo>
                            <a:pt x="326" y="477"/>
                          </a:lnTo>
                          <a:lnTo>
                            <a:pt x="351" y="485"/>
                          </a:lnTo>
                          <a:lnTo>
                            <a:pt x="374" y="493"/>
                          </a:lnTo>
                          <a:lnTo>
                            <a:pt x="400" y="500"/>
                          </a:lnTo>
                          <a:lnTo>
                            <a:pt x="425" y="505"/>
                          </a:lnTo>
                          <a:lnTo>
                            <a:pt x="451" y="509"/>
                          </a:lnTo>
                          <a:lnTo>
                            <a:pt x="476" y="513"/>
                          </a:lnTo>
                          <a:lnTo>
                            <a:pt x="503" y="514"/>
                          </a:lnTo>
                          <a:lnTo>
                            <a:pt x="529" y="514"/>
                          </a:lnTo>
                          <a:lnTo>
                            <a:pt x="526" y="327"/>
                          </a:lnTo>
                          <a:lnTo>
                            <a:pt x="509" y="327"/>
                          </a:lnTo>
                          <a:lnTo>
                            <a:pt x="492" y="326"/>
                          </a:lnTo>
                          <a:lnTo>
                            <a:pt x="475" y="324"/>
                          </a:lnTo>
                          <a:lnTo>
                            <a:pt x="458" y="322"/>
                          </a:lnTo>
                          <a:lnTo>
                            <a:pt x="442" y="318"/>
                          </a:lnTo>
                          <a:lnTo>
                            <a:pt x="426" y="314"/>
                          </a:lnTo>
                          <a:lnTo>
                            <a:pt x="411" y="309"/>
                          </a:lnTo>
                          <a:lnTo>
                            <a:pt x="396" y="304"/>
                          </a:lnTo>
                          <a:lnTo>
                            <a:pt x="380" y="297"/>
                          </a:lnTo>
                          <a:lnTo>
                            <a:pt x="367" y="290"/>
                          </a:lnTo>
                          <a:lnTo>
                            <a:pt x="353" y="282"/>
                          </a:lnTo>
                          <a:lnTo>
                            <a:pt x="339" y="274"/>
                          </a:lnTo>
                          <a:lnTo>
                            <a:pt x="325" y="264"/>
                          </a:lnTo>
                          <a:lnTo>
                            <a:pt x="312" y="255"/>
                          </a:lnTo>
                          <a:lnTo>
                            <a:pt x="301" y="244"/>
                          </a:lnTo>
                          <a:lnTo>
                            <a:pt x="289" y="234"/>
                          </a:lnTo>
                          <a:lnTo>
                            <a:pt x="277" y="222"/>
                          </a:lnTo>
                          <a:lnTo>
                            <a:pt x="267" y="210"/>
                          </a:lnTo>
                          <a:lnTo>
                            <a:pt x="256" y="197"/>
                          </a:lnTo>
                          <a:lnTo>
                            <a:pt x="247" y="185"/>
                          </a:lnTo>
                          <a:lnTo>
                            <a:pt x="238" y="172"/>
                          </a:lnTo>
                          <a:lnTo>
                            <a:pt x="230" y="158"/>
                          </a:lnTo>
                          <a:lnTo>
                            <a:pt x="222" y="143"/>
                          </a:lnTo>
                          <a:lnTo>
                            <a:pt x="215" y="130"/>
                          </a:lnTo>
                          <a:lnTo>
                            <a:pt x="208" y="115"/>
                          </a:lnTo>
                          <a:lnTo>
                            <a:pt x="203" y="99"/>
                          </a:lnTo>
                          <a:lnTo>
                            <a:pt x="199" y="83"/>
                          </a:lnTo>
                          <a:lnTo>
                            <a:pt x="195" y="67"/>
                          </a:lnTo>
                          <a:lnTo>
                            <a:pt x="191" y="51"/>
                          </a:lnTo>
                          <a:lnTo>
                            <a:pt x="189" y="34"/>
                          </a:lnTo>
                          <a:lnTo>
                            <a:pt x="187" y="18"/>
                          </a:lnTo>
                          <a:lnTo>
                            <a:pt x="186" y="0"/>
                          </a:lnTo>
                          <a:lnTo>
                            <a:pt x="0" y="3"/>
                          </a:lnTo>
                          <a:close/>
                        </a:path>
                      </a:pathLst>
                    </a:custGeom>
                    <a:solidFill>
                      <a:srgbClr val="EF2B2F"/>
                    </a:solidFill>
                    <a:ln>
                      <a:noFill/>
                    </a:ln>
                  </p:spPr>
                  <p:txBody>
                    <a:bodyPr/>
                    <a:lstStyle/>
                    <a:p>
                      <a:pPr>
                        <a:defRPr/>
                      </a:pPr>
                      <a:endParaRPr lang="en-US" sz="1050">
                        <a:latin typeface="+mj-lt"/>
                      </a:endParaRPr>
                    </a:p>
                  </p:txBody>
                </p:sp>
                <p:sp>
                  <p:nvSpPr>
                    <p:cNvPr id="41321" name="Freeform 787">
                      <a:extLst>
                        <a:ext uri="{FF2B5EF4-FFF2-40B4-BE49-F238E27FC236}">
                          <a16:creationId xmlns="" xmlns:a16="http://schemas.microsoft.com/office/drawing/2014/main" id="{ABB75165-69BA-7DC7-7CD4-887177BFAE65}"/>
                        </a:ext>
                      </a:extLst>
                    </p:cNvPr>
                    <p:cNvSpPr>
                      <a:spLocks/>
                    </p:cNvSpPr>
                    <p:nvPr/>
                  </p:nvSpPr>
                  <p:spPr bwMode="auto">
                    <a:xfrm>
                      <a:off x="2825" y="3470"/>
                      <a:ext cx="84"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511" y="0"/>
                          </a:moveTo>
                          <a:lnTo>
                            <a:pt x="511" y="0"/>
                          </a:lnTo>
                          <a:lnTo>
                            <a:pt x="484" y="1"/>
                          </a:lnTo>
                          <a:lnTo>
                            <a:pt x="459" y="3"/>
                          </a:lnTo>
                          <a:lnTo>
                            <a:pt x="432" y="7"/>
                          </a:lnTo>
                          <a:lnTo>
                            <a:pt x="407" y="12"/>
                          </a:lnTo>
                          <a:lnTo>
                            <a:pt x="381" y="18"/>
                          </a:lnTo>
                          <a:lnTo>
                            <a:pt x="357" y="25"/>
                          </a:lnTo>
                          <a:lnTo>
                            <a:pt x="334" y="35"/>
                          </a:lnTo>
                          <a:lnTo>
                            <a:pt x="309" y="45"/>
                          </a:lnTo>
                          <a:lnTo>
                            <a:pt x="287" y="55"/>
                          </a:lnTo>
                          <a:lnTo>
                            <a:pt x="265" y="67"/>
                          </a:lnTo>
                          <a:lnTo>
                            <a:pt x="243" y="80"/>
                          </a:lnTo>
                          <a:lnTo>
                            <a:pt x="222" y="94"/>
                          </a:lnTo>
                          <a:lnTo>
                            <a:pt x="202" y="108"/>
                          </a:lnTo>
                          <a:lnTo>
                            <a:pt x="183" y="124"/>
                          </a:lnTo>
                          <a:lnTo>
                            <a:pt x="164" y="141"/>
                          </a:lnTo>
                          <a:lnTo>
                            <a:pt x="147" y="159"/>
                          </a:lnTo>
                          <a:lnTo>
                            <a:pt x="130" y="177"/>
                          </a:lnTo>
                          <a:lnTo>
                            <a:pt x="114" y="196"/>
                          </a:lnTo>
                          <a:lnTo>
                            <a:pt x="99" y="216"/>
                          </a:lnTo>
                          <a:lnTo>
                            <a:pt x="84" y="237"/>
                          </a:lnTo>
                          <a:lnTo>
                            <a:pt x="71" y="258"/>
                          </a:lnTo>
                          <a:lnTo>
                            <a:pt x="59" y="280"/>
                          </a:lnTo>
                          <a:lnTo>
                            <a:pt x="48" y="303"/>
                          </a:lnTo>
                          <a:lnTo>
                            <a:pt x="37" y="326"/>
                          </a:lnTo>
                          <a:lnTo>
                            <a:pt x="29" y="350"/>
                          </a:lnTo>
                          <a:lnTo>
                            <a:pt x="21" y="375"/>
                          </a:lnTo>
                          <a:lnTo>
                            <a:pt x="14" y="399"/>
                          </a:lnTo>
                          <a:lnTo>
                            <a:pt x="10" y="424"/>
                          </a:lnTo>
                          <a:lnTo>
                            <a:pt x="6" y="450"/>
                          </a:lnTo>
                          <a:lnTo>
                            <a:pt x="2" y="476"/>
                          </a:lnTo>
                          <a:lnTo>
                            <a:pt x="0" y="503"/>
                          </a:lnTo>
                          <a:lnTo>
                            <a:pt x="1" y="528"/>
                          </a:lnTo>
                          <a:lnTo>
                            <a:pt x="187" y="525"/>
                          </a:lnTo>
                          <a:lnTo>
                            <a:pt x="188" y="508"/>
                          </a:lnTo>
                          <a:lnTo>
                            <a:pt x="189" y="491"/>
                          </a:lnTo>
                          <a:lnTo>
                            <a:pt x="190" y="474"/>
                          </a:lnTo>
                          <a:lnTo>
                            <a:pt x="193" y="458"/>
                          </a:lnTo>
                          <a:lnTo>
                            <a:pt x="197" y="442"/>
                          </a:lnTo>
                          <a:lnTo>
                            <a:pt x="201" y="426"/>
                          </a:lnTo>
                          <a:lnTo>
                            <a:pt x="205" y="411"/>
                          </a:lnTo>
                          <a:lnTo>
                            <a:pt x="212" y="396"/>
                          </a:lnTo>
                          <a:lnTo>
                            <a:pt x="218" y="381"/>
                          </a:lnTo>
                          <a:lnTo>
                            <a:pt x="225" y="366"/>
                          </a:lnTo>
                          <a:lnTo>
                            <a:pt x="233" y="352"/>
                          </a:lnTo>
                          <a:lnTo>
                            <a:pt x="241" y="338"/>
                          </a:lnTo>
                          <a:lnTo>
                            <a:pt x="250" y="326"/>
                          </a:lnTo>
                          <a:lnTo>
                            <a:pt x="260" y="313"/>
                          </a:lnTo>
                          <a:lnTo>
                            <a:pt x="270" y="300"/>
                          </a:lnTo>
                          <a:lnTo>
                            <a:pt x="282" y="289"/>
                          </a:lnTo>
                          <a:lnTo>
                            <a:pt x="292" y="277"/>
                          </a:lnTo>
                          <a:lnTo>
                            <a:pt x="304" y="266"/>
                          </a:lnTo>
                          <a:lnTo>
                            <a:pt x="317" y="257"/>
                          </a:lnTo>
                          <a:lnTo>
                            <a:pt x="329" y="247"/>
                          </a:lnTo>
                          <a:lnTo>
                            <a:pt x="343" y="238"/>
                          </a:lnTo>
                          <a:lnTo>
                            <a:pt x="357" y="229"/>
                          </a:lnTo>
                          <a:lnTo>
                            <a:pt x="371" y="222"/>
                          </a:lnTo>
                          <a:lnTo>
                            <a:pt x="386" y="215"/>
                          </a:lnTo>
                          <a:lnTo>
                            <a:pt x="401" y="209"/>
                          </a:lnTo>
                          <a:lnTo>
                            <a:pt x="415" y="204"/>
                          </a:lnTo>
                          <a:lnTo>
                            <a:pt x="431" y="198"/>
                          </a:lnTo>
                          <a:lnTo>
                            <a:pt x="447" y="194"/>
                          </a:lnTo>
                          <a:lnTo>
                            <a:pt x="464" y="191"/>
                          </a:lnTo>
                          <a:lnTo>
                            <a:pt x="480" y="189"/>
                          </a:lnTo>
                          <a:lnTo>
                            <a:pt x="497" y="187"/>
                          </a:lnTo>
                          <a:lnTo>
                            <a:pt x="514" y="187"/>
                          </a:lnTo>
                          <a:lnTo>
                            <a:pt x="511" y="0"/>
                          </a:lnTo>
                          <a:close/>
                        </a:path>
                      </a:pathLst>
                    </a:custGeom>
                    <a:solidFill>
                      <a:srgbClr val="EF2B2F"/>
                    </a:solidFill>
                    <a:ln>
                      <a:noFill/>
                    </a:ln>
                  </p:spPr>
                  <p:txBody>
                    <a:bodyPr/>
                    <a:lstStyle/>
                    <a:p>
                      <a:pPr>
                        <a:defRPr/>
                      </a:pPr>
                      <a:endParaRPr lang="en-US" sz="1050">
                        <a:latin typeface="+mj-lt"/>
                      </a:endParaRPr>
                    </a:p>
                  </p:txBody>
                </p:sp>
                <p:sp>
                  <p:nvSpPr>
                    <p:cNvPr id="41322" name="Freeform 788">
                      <a:extLst>
                        <a:ext uri="{FF2B5EF4-FFF2-40B4-BE49-F238E27FC236}">
                          <a16:creationId xmlns="" xmlns:a16="http://schemas.microsoft.com/office/drawing/2014/main" id="{C5E68966-E85C-148C-7EC4-06231403A6B2}"/>
                        </a:ext>
                      </a:extLst>
                    </p:cNvPr>
                    <p:cNvSpPr>
                      <a:spLocks/>
                    </p:cNvSpPr>
                    <p:nvPr/>
                  </p:nvSpPr>
                  <p:spPr bwMode="auto">
                    <a:xfrm>
                      <a:off x="2979" y="3462"/>
                      <a:ext cx="145" cy="140"/>
                    </a:xfrm>
                    <a:custGeom>
                      <a:avLst/>
                      <a:gdLst>
                        <a:gd name="T0" fmla="*/ 0 w 853"/>
                        <a:gd name="T1" fmla="*/ 0 h 852"/>
                        <a:gd name="T2" fmla="*/ 0 w 853"/>
                        <a:gd name="T3" fmla="*/ 0 h 852"/>
                        <a:gd name="T4" fmla="*/ 0 w 853"/>
                        <a:gd name="T5" fmla="*/ 0 h 852"/>
                        <a:gd name="T6" fmla="*/ 0 w 853"/>
                        <a:gd name="T7" fmla="*/ 0 h 852"/>
                        <a:gd name="T8" fmla="*/ 0 w 853"/>
                        <a:gd name="T9" fmla="*/ 0 h 852"/>
                        <a:gd name="T10" fmla="*/ 0 w 853"/>
                        <a:gd name="T11" fmla="*/ 0 h 852"/>
                        <a:gd name="T12" fmla="*/ 0 w 853"/>
                        <a:gd name="T13" fmla="*/ 0 h 852"/>
                        <a:gd name="T14" fmla="*/ 0 w 853"/>
                        <a:gd name="T15" fmla="*/ 0 h 852"/>
                        <a:gd name="T16" fmla="*/ 0 w 853"/>
                        <a:gd name="T17" fmla="*/ 0 h 852"/>
                        <a:gd name="T18" fmla="*/ 0 w 853"/>
                        <a:gd name="T19" fmla="*/ 0 h 852"/>
                        <a:gd name="T20" fmla="*/ 0 w 853"/>
                        <a:gd name="T21" fmla="*/ 0 h 852"/>
                        <a:gd name="T22" fmla="*/ 0 w 853"/>
                        <a:gd name="T23" fmla="*/ 0 h 852"/>
                        <a:gd name="T24" fmla="*/ 0 w 853"/>
                        <a:gd name="T25" fmla="*/ 0 h 852"/>
                        <a:gd name="T26" fmla="*/ 0 w 853"/>
                        <a:gd name="T27" fmla="*/ 0 h 852"/>
                        <a:gd name="T28" fmla="*/ 0 w 853"/>
                        <a:gd name="T29" fmla="*/ 0 h 852"/>
                        <a:gd name="T30" fmla="*/ 0 w 853"/>
                        <a:gd name="T31" fmla="*/ 0 h 852"/>
                        <a:gd name="T32" fmla="*/ 0 w 853"/>
                        <a:gd name="T33" fmla="*/ 0 h 852"/>
                        <a:gd name="T34" fmla="*/ 0 w 853"/>
                        <a:gd name="T35" fmla="*/ 0 h 852"/>
                        <a:gd name="T36" fmla="*/ 0 w 853"/>
                        <a:gd name="T37" fmla="*/ 0 h 852"/>
                        <a:gd name="T38" fmla="*/ 0 w 853"/>
                        <a:gd name="T39" fmla="*/ 0 h 852"/>
                        <a:gd name="T40" fmla="*/ 0 w 853"/>
                        <a:gd name="T41" fmla="*/ 0 h 852"/>
                        <a:gd name="T42" fmla="*/ 0 w 853"/>
                        <a:gd name="T43" fmla="*/ 0 h 852"/>
                        <a:gd name="T44" fmla="*/ 0 w 853"/>
                        <a:gd name="T45" fmla="*/ 0 h 852"/>
                        <a:gd name="T46" fmla="*/ 0 w 853"/>
                        <a:gd name="T47" fmla="*/ 0 h 852"/>
                        <a:gd name="T48" fmla="*/ 0 w 853"/>
                        <a:gd name="T49" fmla="*/ 0 h 852"/>
                        <a:gd name="T50" fmla="*/ 0 w 853"/>
                        <a:gd name="T51" fmla="*/ 0 h 852"/>
                        <a:gd name="T52" fmla="*/ 0 w 853"/>
                        <a:gd name="T53" fmla="*/ 0 h 852"/>
                        <a:gd name="T54" fmla="*/ 0 w 853"/>
                        <a:gd name="T55" fmla="*/ 0 h 852"/>
                        <a:gd name="T56" fmla="*/ 0 w 853"/>
                        <a:gd name="T57" fmla="*/ 0 h 852"/>
                        <a:gd name="T58" fmla="*/ 0 w 853"/>
                        <a:gd name="T59" fmla="*/ 0 h 852"/>
                        <a:gd name="T60" fmla="*/ 0 w 853"/>
                        <a:gd name="T61" fmla="*/ 0 h 852"/>
                        <a:gd name="T62" fmla="*/ 0 w 853"/>
                        <a:gd name="T63" fmla="*/ 0 h 852"/>
                        <a:gd name="T64" fmla="*/ 0 w 853"/>
                        <a:gd name="T65" fmla="*/ 0 h 852"/>
                        <a:gd name="T66" fmla="*/ 0 w 853"/>
                        <a:gd name="T67" fmla="*/ 0 h 852"/>
                        <a:gd name="T68" fmla="*/ 0 w 853"/>
                        <a:gd name="T69" fmla="*/ 0 h 852"/>
                        <a:gd name="T70" fmla="*/ 0 w 853"/>
                        <a:gd name="T71" fmla="*/ 0 h 852"/>
                        <a:gd name="T72" fmla="*/ 0 w 853"/>
                        <a:gd name="T73" fmla="*/ 0 h 852"/>
                        <a:gd name="T74" fmla="*/ 0 w 853"/>
                        <a:gd name="T75" fmla="*/ 0 h 852"/>
                        <a:gd name="T76" fmla="*/ 0 w 853"/>
                        <a:gd name="T77" fmla="*/ 0 h 852"/>
                        <a:gd name="T78" fmla="*/ 0 w 853"/>
                        <a:gd name="T79" fmla="*/ 0 h 852"/>
                        <a:gd name="T80" fmla="*/ 0 w 853"/>
                        <a:gd name="T81" fmla="*/ 0 h 852"/>
                        <a:gd name="T82" fmla="*/ 0 w 853"/>
                        <a:gd name="T83" fmla="*/ 0 h 852"/>
                        <a:gd name="T84" fmla="*/ 0 w 853"/>
                        <a:gd name="T85" fmla="*/ 0 h 8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3"/>
                        <a:gd name="T130" fmla="*/ 0 h 852"/>
                        <a:gd name="T131" fmla="*/ 853 w 853"/>
                        <a:gd name="T132" fmla="*/ 852 h 85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3" h="852">
                          <a:moveTo>
                            <a:pt x="418" y="0"/>
                          </a:moveTo>
                          <a:lnTo>
                            <a:pt x="441" y="0"/>
                          </a:lnTo>
                          <a:lnTo>
                            <a:pt x="462" y="2"/>
                          </a:lnTo>
                          <a:lnTo>
                            <a:pt x="483" y="4"/>
                          </a:lnTo>
                          <a:lnTo>
                            <a:pt x="504" y="7"/>
                          </a:lnTo>
                          <a:lnTo>
                            <a:pt x="526" y="12"/>
                          </a:lnTo>
                          <a:lnTo>
                            <a:pt x="546" y="17"/>
                          </a:lnTo>
                          <a:lnTo>
                            <a:pt x="565" y="24"/>
                          </a:lnTo>
                          <a:lnTo>
                            <a:pt x="585" y="30"/>
                          </a:lnTo>
                          <a:lnTo>
                            <a:pt x="604" y="39"/>
                          </a:lnTo>
                          <a:lnTo>
                            <a:pt x="622" y="48"/>
                          </a:lnTo>
                          <a:lnTo>
                            <a:pt x="640" y="58"/>
                          </a:lnTo>
                          <a:lnTo>
                            <a:pt x="658" y="68"/>
                          </a:lnTo>
                          <a:lnTo>
                            <a:pt x="675" y="80"/>
                          </a:lnTo>
                          <a:lnTo>
                            <a:pt x="691" y="93"/>
                          </a:lnTo>
                          <a:lnTo>
                            <a:pt x="707" y="106"/>
                          </a:lnTo>
                          <a:lnTo>
                            <a:pt x="722" y="119"/>
                          </a:lnTo>
                          <a:lnTo>
                            <a:pt x="737" y="134"/>
                          </a:lnTo>
                          <a:lnTo>
                            <a:pt x="751" y="149"/>
                          </a:lnTo>
                          <a:lnTo>
                            <a:pt x="764" y="165"/>
                          </a:lnTo>
                          <a:lnTo>
                            <a:pt x="775" y="182"/>
                          </a:lnTo>
                          <a:lnTo>
                            <a:pt x="787" y="199"/>
                          </a:lnTo>
                          <a:lnTo>
                            <a:pt x="798" y="217"/>
                          </a:lnTo>
                          <a:lnTo>
                            <a:pt x="807" y="235"/>
                          </a:lnTo>
                          <a:lnTo>
                            <a:pt x="817" y="253"/>
                          </a:lnTo>
                          <a:lnTo>
                            <a:pt x="824" y="273"/>
                          </a:lnTo>
                          <a:lnTo>
                            <a:pt x="831" y="292"/>
                          </a:lnTo>
                          <a:lnTo>
                            <a:pt x="838" y="312"/>
                          </a:lnTo>
                          <a:lnTo>
                            <a:pt x="843" y="333"/>
                          </a:lnTo>
                          <a:lnTo>
                            <a:pt x="846" y="354"/>
                          </a:lnTo>
                          <a:lnTo>
                            <a:pt x="850" y="375"/>
                          </a:lnTo>
                          <a:lnTo>
                            <a:pt x="852" y="396"/>
                          </a:lnTo>
                          <a:lnTo>
                            <a:pt x="853" y="418"/>
                          </a:lnTo>
                          <a:lnTo>
                            <a:pt x="853" y="441"/>
                          </a:lnTo>
                          <a:lnTo>
                            <a:pt x="852" y="462"/>
                          </a:lnTo>
                          <a:lnTo>
                            <a:pt x="850" y="483"/>
                          </a:lnTo>
                          <a:lnTo>
                            <a:pt x="846" y="504"/>
                          </a:lnTo>
                          <a:lnTo>
                            <a:pt x="841" y="526"/>
                          </a:lnTo>
                          <a:lnTo>
                            <a:pt x="836" y="546"/>
                          </a:lnTo>
                          <a:lnTo>
                            <a:pt x="829" y="565"/>
                          </a:lnTo>
                          <a:lnTo>
                            <a:pt x="822" y="585"/>
                          </a:lnTo>
                          <a:lnTo>
                            <a:pt x="815" y="604"/>
                          </a:lnTo>
                          <a:lnTo>
                            <a:pt x="805" y="622"/>
                          </a:lnTo>
                          <a:lnTo>
                            <a:pt x="795" y="640"/>
                          </a:lnTo>
                          <a:lnTo>
                            <a:pt x="785" y="658"/>
                          </a:lnTo>
                          <a:lnTo>
                            <a:pt x="773" y="675"/>
                          </a:lnTo>
                          <a:lnTo>
                            <a:pt x="760" y="691"/>
                          </a:lnTo>
                          <a:lnTo>
                            <a:pt x="748" y="707"/>
                          </a:lnTo>
                          <a:lnTo>
                            <a:pt x="734" y="722"/>
                          </a:lnTo>
                          <a:lnTo>
                            <a:pt x="719" y="737"/>
                          </a:lnTo>
                          <a:lnTo>
                            <a:pt x="703" y="751"/>
                          </a:lnTo>
                          <a:lnTo>
                            <a:pt x="688" y="763"/>
                          </a:lnTo>
                          <a:lnTo>
                            <a:pt x="671" y="775"/>
                          </a:lnTo>
                          <a:lnTo>
                            <a:pt x="654" y="787"/>
                          </a:lnTo>
                          <a:lnTo>
                            <a:pt x="636" y="797"/>
                          </a:lnTo>
                          <a:lnTo>
                            <a:pt x="618" y="807"/>
                          </a:lnTo>
                          <a:lnTo>
                            <a:pt x="599" y="816"/>
                          </a:lnTo>
                          <a:lnTo>
                            <a:pt x="580" y="824"/>
                          </a:lnTo>
                          <a:lnTo>
                            <a:pt x="561" y="831"/>
                          </a:lnTo>
                          <a:lnTo>
                            <a:pt x="541" y="838"/>
                          </a:lnTo>
                          <a:lnTo>
                            <a:pt x="520" y="842"/>
                          </a:lnTo>
                          <a:lnTo>
                            <a:pt x="499" y="846"/>
                          </a:lnTo>
                          <a:lnTo>
                            <a:pt x="478" y="849"/>
                          </a:lnTo>
                          <a:lnTo>
                            <a:pt x="456" y="851"/>
                          </a:lnTo>
                          <a:lnTo>
                            <a:pt x="434" y="852"/>
                          </a:lnTo>
                          <a:lnTo>
                            <a:pt x="412" y="852"/>
                          </a:lnTo>
                          <a:lnTo>
                            <a:pt x="391" y="851"/>
                          </a:lnTo>
                          <a:lnTo>
                            <a:pt x="370" y="849"/>
                          </a:lnTo>
                          <a:lnTo>
                            <a:pt x="348" y="845"/>
                          </a:lnTo>
                          <a:lnTo>
                            <a:pt x="327" y="841"/>
                          </a:lnTo>
                          <a:lnTo>
                            <a:pt x="307" y="835"/>
                          </a:lnTo>
                          <a:lnTo>
                            <a:pt x="287" y="829"/>
                          </a:lnTo>
                          <a:lnTo>
                            <a:pt x="268" y="822"/>
                          </a:lnTo>
                          <a:lnTo>
                            <a:pt x="248" y="814"/>
                          </a:lnTo>
                          <a:lnTo>
                            <a:pt x="230" y="805"/>
                          </a:lnTo>
                          <a:lnTo>
                            <a:pt x="212" y="795"/>
                          </a:lnTo>
                          <a:lnTo>
                            <a:pt x="194" y="784"/>
                          </a:lnTo>
                          <a:lnTo>
                            <a:pt x="177" y="773"/>
                          </a:lnTo>
                          <a:lnTo>
                            <a:pt x="161" y="760"/>
                          </a:lnTo>
                          <a:lnTo>
                            <a:pt x="145" y="747"/>
                          </a:lnTo>
                          <a:lnTo>
                            <a:pt x="131" y="733"/>
                          </a:lnTo>
                          <a:lnTo>
                            <a:pt x="116" y="719"/>
                          </a:lnTo>
                          <a:lnTo>
                            <a:pt x="102" y="703"/>
                          </a:lnTo>
                          <a:lnTo>
                            <a:pt x="89" y="687"/>
                          </a:lnTo>
                          <a:lnTo>
                            <a:pt x="77" y="671"/>
                          </a:lnTo>
                          <a:lnTo>
                            <a:pt x="66" y="654"/>
                          </a:lnTo>
                          <a:lnTo>
                            <a:pt x="55" y="636"/>
                          </a:lnTo>
                          <a:lnTo>
                            <a:pt x="46" y="618"/>
                          </a:lnTo>
                          <a:lnTo>
                            <a:pt x="36" y="599"/>
                          </a:lnTo>
                          <a:lnTo>
                            <a:pt x="29" y="580"/>
                          </a:lnTo>
                          <a:lnTo>
                            <a:pt x="21" y="561"/>
                          </a:lnTo>
                          <a:lnTo>
                            <a:pt x="15" y="540"/>
                          </a:lnTo>
                          <a:lnTo>
                            <a:pt x="10" y="519"/>
                          </a:lnTo>
                          <a:lnTo>
                            <a:pt x="5" y="499"/>
                          </a:lnTo>
                          <a:lnTo>
                            <a:pt x="3" y="478"/>
                          </a:lnTo>
                          <a:lnTo>
                            <a:pt x="1" y="456"/>
                          </a:lnTo>
                          <a:lnTo>
                            <a:pt x="0" y="434"/>
                          </a:lnTo>
                          <a:lnTo>
                            <a:pt x="0" y="412"/>
                          </a:lnTo>
                          <a:lnTo>
                            <a:pt x="1" y="391"/>
                          </a:lnTo>
                          <a:lnTo>
                            <a:pt x="3" y="370"/>
                          </a:lnTo>
                          <a:lnTo>
                            <a:pt x="6" y="348"/>
                          </a:lnTo>
                          <a:lnTo>
                            <a:pt x="12" y="327"/>
                          </a:lnTo>
                          <a:lnTo>
                            <a:pt x="17" y="307"/>
                          </a:lnTo>
                          <a:lnTo>
                            <a:pt x="23" y="287"/>
                          </a:lnTo>
                          <a:lnTo>
                            <a:pt x="31" y="268"/>
                          </a:lnTo>
                          <a:lnTo>
                            <a:pt x="38" y="249"/>
                          </a:lnTo>
                          <a:lnTo>
                            <a:pt x="48" y="231"/>
                          </a:lnTo>
                          <a:lnTo>
                            <a:pt x="57" y="213"/>
                          </a:lnTo>
                          <a:lnTo>
                            <a:pt x="68" y="195"/>
                          </a:lnTo>
                          <a:lnTo>
                            <a:pt x="80" y="178"/>
                          </a:lnTo>
                          <a:lnTo>
                            <a:pt x="92" y="162"/>
                          </a:lnTo>
                          <a:lnTo>
                            <a:pt x="105" y="146"/>
                          </a:lnTo>
                          <a:lnTo>
                            <a:pt x="119" y="131"/>
                          </a:lnTo>
                          <a:lnTo>
                            <a:pt x="134" y="116"/>
                          </a:lnTo>
                          <a:lnTo>
                            <a:pt x="149" y="102"/>
                          </a:lnTo>
                          <a:lnTo>
                            <a:pt x="165" y="90"/>
                          </a:lnTo>
                          <a:lnTo>
                            <a:pt x="182" y="78"/>
                          </a:lnTo>
                          <a:lnTo>
                            <a:pt x="199" y="66"/>
                          </a:lnTo>
                          <a:lnTo>
                            <a:pt x="217" y="56"/>
                          </a:lnTo>
                          <a:lnTo>
                            <a:pt x="235" y="46"/>
                          </a:lnTo>
                          <a:lnTo>
                            <a:pt x="254" y="37"/>
                          </a:lnTo>
                          <a:lnTo>
                            <a:pt x="273" y="29"/>
                          </a:lnTo>
                          <a:lnTo>
                            <a:pt x="292" y="22"/>
                          </a:lnTo>
                          <a:lnTo>
                            <a:pt x="312" y="15"/>
                          </a:lnTo>
                          <a:lnTo>
                            <a:pt x="332" y="10"/>
                          </a:lnTo>
                          <a:lnTo>
                            <a:pt x="354" y="6"/>
                          </a:lnTo>
                          <a:lnTo>
                            <a:pt x="375" y="4"/>
                          </a:lnTo>
                          <a:lnTo>
                            <a:pt x="397" y="2"/>
                          </a:lnTo>
                          <a:lnTo>
                            <a:pt x="418" y="0"/>
                          </a:lnTo>
                          <a:close/>
                        </a:path>
                      </a:pathLst>
                    </a:custGeom>
                    <a:solidFill>
                      <a:srgbClr val="DC2B19"/>
                    </a:solidFill>
                    <a:ln>
                      <a:noFill/>
                    </a:ln>
                  </p:spPr>
                  <p:txBody>
                    <a:bodyPr/>
                    <a:lstStyle/>
                    <a:p>
                      <a:pPr>
                        <a:defRPr/>
                      </a:pPr>
                      <a:endParaRPr lang="en-US" sz="1050">
                        <a:latin typeface="+mj-lt"/>
                      </a:endParaRPr>
                    </a:p>
                  </p:txBody>
                </p:sp>
                <p:sp>
                  <p:nvSpPr>
                    <p:cNvPr id="41323" name="Freeform 789">
                      <a:extLst>
                        <a:ext uri="{FF2B5EF4-FFF2-40B4-BE49-F238E27FC236}">
                          <a16:creationId xmlns="" xmlns:a16="http://schemas.microsoft.com/office/drawing/2014/main" id="{05344F9A-9958-0C54-15F1-C325CEC51B8B}"/>
                        </a:ext>
                      </a:extLst>
                    </p:cNvPr>
                    <p:cNvSpPr>
                      <a:spLocks/>
                    </p:cNvSpPr>
                    <p:nvPr/>
                  </p:nvSpPr>
                  <p:spPr bwMode="auto">
                    <a:xfrm>
                      <a:off x="3050" y="3446"/>
                      <a:ext cx="88" cy="84"/>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529" y="510"/>
                          </a:moveTo>
                          <a:lnTo>
                            <a:pt x="529" y="510"/>
                          </a:lnTo>
                          <a:lnTo>
                            <a:pt x="528" y="484"/>
                          </a:lnTo>
                          <a:lnTo>
                            <a:pt x="526" y="457"/>
                          </a:lnTo>
                          <a:lnTo>
                            <a:pt x="522" y="431"/>
                          </a:lnTo>
                          <a:lnTo>
                            <a:pt x="516" y="405"/>
                          </a:lnTo>
                          <a:lnTo>
                            <a:pt x="511" y="381"/>
                          </a:lnTo>
                          <a:lnTo>
                            <a:pt x="504" y="357"/>
                          </a:lnTo>
                          <a:lnTo>
                            <a:pt x="494" y="332"/>
                          </a:lnTo>
                          <a:lnTo>
                            <a:pt x="485" y="309"/>
                          </a:lnTo>
                          <a:lnTo>
                            <a:pt x="474" y="285"/>
                          </a:lnTo>
                          <a:lnTo>
                            <a:pt x="462" y="263"/>
                          </a:lnTo>
                          <a:lnTo>
                            <a:pt x="450" y="242"/>
                          </a:lnTo>
                          <a:lnTo>
                            <a:pt x="435" y="221"/>
                          </a:lnTo>
                          <a:lnTo>
                            <a:pt x="420" y="201"/>
                          </a:lnTo>
                          <a:lnTo>
                            <a:pt x="405" y="182"/>
                          </a:lnTo>
                          <a:lnTo>
                            <a:pt x="388" y="163"/>
                          </a:lnTo>
                          <a:lnTo>
                            <a:pt x="370" y="145"/>
                          </a:lnTo>
                          <a:lnTo>
                            <a:pt x="352" y="128"/>
                          </a:lnTo>
                          <a:lnTo>
                            <a:pt x="333" y="113"/>
                          </a:lnTo>
                          <a:lnTo>
                            <a:pt x="313" y="98"/>
                          </a:lnTo>
                          <a:lnTo>
                            <a:pt x="292" y="84"/>
                          </a:lnTo>
                          <a:lnTo>
                            <a:pt x="270" y="70"/>
                          </a:lnTo>
                          <a:lnTo>
                            <a:pt x="249" y="58"/>
                          </a:lnTo>
                          <a:lnTo>
                            <a:pt x="227" y="47"/>
                          </a:lnTo>
                          <a:lnTo>
                            <a:pt x="203" y="37"/>
                          </a:lnTo>
                          <a:lnTo>
                            <a:pt x="179" y="29"/>
                          </a:lnTo>
                          <a:lnTo>
                            <a:pt x="154" y="20"/>
                          </a:lnTo>
                          <a:lnTo>
                            <a:pt x="130" y="14"/>
                          </a:lnTo>
                          <a:lnTo>
                            <a:pt x="104" y="9"/>
                          </a:lnTo>
                          <a:lnTo>
                            <a:pt x="79" y="4"/>
                          </a:lnTo>
                          <a:lnTo>
                            <a:pt x="52" y="1"/>
                          </a:lnTo>
                          <a:lnTo>
                            <a:pt x="26" y="0"/>
                          </a:lnTo>
                          <a:lnTo>
                            <a:pt x="0" y="0"/>
                          </a:lnTo>
                          <a:lnTo>
                            <a:pt x="4" y="187"/>
                          </a:lnTo>
                          <a:lnTo>
                            <a:pt x="20" y="187"/>
                          </a:lnTo>
                          <a:lnTo>
                            <a:pt x="37" y="188"/>
                          </a:lnTo>
                          <a:lnTo>
                            <a:pt x="54" y="189"/>
                          </a:lnTo>
                          <a:lnTo>
                            <a:pt x="70" y="192"/>
                          </a:lnTo>
                          <a:lnTo>
                            <a:pt x="86" y="195"/>
                          </a:lnTo>
                          <a:lnTo>
                            <a:pt x="102" y="200"/>
                          </a:lnTo>
                          <a:lnTo>
                            <a:pt x="118" y="205"/>
                          </a:lnTo>
                          <a:lnTo>
                            <a:pt x="133" y="210"/>
                          </a:lnTo>
                          <a:lnTo>
                            <a:pt x="148" y="217"/>
                          </a:lnTo>
                          <a:lnTo>
                            <a:pt x="163" y="224"/>
                          </a:lnTo>
                          <a:lnTo>
                            <a:pt x="177" y="231"/>
                          </a:lnTo>
                          <a:lnTo>
                            <a:pt x="190" y="240"/>
                          </a:lnTo>
                          <a:lnTo>
                            <a:pt x="203" y="249"/>
                          </a:lnTo>
                          <a:lnTo>
                            <a:pt x="216" y="259"/>
                          </a:lnTo>
                          <a:lnTo>
                            <a:pt x="229" y="269"/>
                          </a:lnTo>
                          <a:lnTo>
                            <a:pt x="240" y="280"/>
                          </a:lnTo>
                          <a:lnTo>
                            <a:pt x="252" y="291"/>
                          </a:lnTo>
                          <a:lnTo>
                            <a:pt x="263" y="304"/>
                          </a:lnTo>
                          <a:lnTo>
                            <a:pt x="272" y="316"/>
                          </a:lnTo>
                          <a:lnTo>
                            <a:pt x="282" y="329"/>
                          </a:lnTo>
                          <a:lnTo>
                            <a:pt x="291" y="342"/>
                          </a:lnTo>
                          <a:lnTo>
                            <a:pt x="300" y="356"/>
                          </a:lnTo>
                          <a:lnTo>
                            <a:pt x="307" y="370"/>
                          </a:lnTo>
                          <a:lnTo>
                            <a:pt x="314" y="384"/>
                          </a:lnTo>
                          <a:lnTo>
                            <a:pt x="320" y="399"/>
                          </a:lnTo>
                          <a:lnTo>
                            <a:pt x="325" y="415"/>
                          </a:lnTo>
                          <a:lnTo>
                            <a:pt x="331" y="431"/>
                          </a:lnTo>
                          <a:lnTo>
                            <a:pt x="335" y="447"/>
                          </a:lnTo>
                          <a:lnTo>
                            <a:pt x="338" y="463"/>
                          </a:lnTo>
                          <a:lnTo>
                            <a:pt x="340" y="479"/>
                          </a:lnTo>
                          <a:lnTo>
                            <a:pt x="341" y="496"/>
                          </a:lnTo>
                          <a:lnTo>
                            <a:pt x="342" y="513"/>
                          </a:lnTo>
                          <a:lnTo>
                            <a:pt x="529" y="510"/>
                          </a:lnTo>
                          <a:close/>
                        </a:path>
                      </a:pathLst>
                    </a:custGeom>
                    <a:solidFill>
                      <a:srgbClr val="EF2B2F"/>
                    </a:solidFill>
                    <a:ln>
                      <a:noFill/>
                    </a:ln>
                  </p:spPr>
                  <p:txBody>
                    <a:bodyPr/>
                    <a:lstStyle/>
                    <a:p>
                      <a:pPr>
                        <a:defRPr/>
                      </a:pPr>
                      <a:endParaRPr lang="en-US" sz="1050">
                        <a:latin typeface="+mj-lt"/>
                      </a:endParaRPr>
                    </a:p>
                  </p:txBody>
                </p:sp>
                <p:sp>
                  <p:nvSpPr>
                    <p:cNvPr id="41324" name="Freeform 790">
                      <a:extLst>
                        <a:ext uri="{FF2B5EF4-FFF2-40B4-BE49-F238E27FC236}">
                          <a16:creationId xmlns="" xmlns:a16="http://schemas.microsoft.com/office/drawing/2014/main" id="{A4DF02BB-076E-6182-8FE6-0B9B184216BA}"/>
                        </a:ext>
                      </a:extLst>
                    </p:cNvPr>
                    <p:cNvSpPr>
                      <a:spLocks/>
                    </p:cNvSpPr>
                    <p:nvPr/>
                  </p:nvSpPr>
                  <p:spPr bwMode="auto">
                    <a:xfrm>
                      <a:off x="3054" y="3530"/>
                      <a:ext cx="84" cy="88"/>
                    </a:xfrm>
                    <a:custGeom>
                      <a:avLst/>
                      <a:gdLst>
                        <a:gd name="T0" fmla="*/ 0 w 513"/>
                        <a:gd name="T1" fmla="*/ 0 h 529"/>
                        <a:gd name="T2" fmla="*/ 0 w 513"/>
                        <a:gd name="T3" fmla="*/ 0 h 529"/>
                        <a:gd name="T4" fmla="*/ 0 w 513"/>
                        <a:gd name="T5" fmla="*/ 0 h 529"/>
                        <a:gd name="T6" fmla="*/ 0 w 513"/>
                        <a:gd name="T7" fmla="*/ 0 h 529"/>
                        <a:gd name="T8" fmla="*/ 0 w 513"/>
                        <a:gd name="T9" fmla="*/ 0 h 529"/>
                        <a:gd name="T10" fmla="*/ 0 w 513"/>
                        <a:gd name="T11" fmla="*/ 0 h 529"/>
                        <a:gd name="T12" fmla="*/ 0 w 513"/>
                        <a:gd name="T13" fmla="*/ 0 h 529"/>
                        <a:gd name="T14" fmla="*/ 0 w 513"/>
                        <a:gd name="T15" fmla="*/ 0 h 529"/>
                        <a:gd name="T16" fmla="*/ 0 w 513"/>
                        <a:gd name="T17" fmla="*/ 0 h 529"/>
                        <a:gd name="T18" fmla="*/ 0 w 513"/>
                        <a:gd name="T19" fmla="*/ 0 h 529"/>
                        <a:gd name="T20" fmla="*/ 0 w 513"/>
                        <a:gd name="T21" fmla="*/ 0 h 529"/>
                        <a:gd name="T22" fmla="*/ 0 w 513"/>
                        <a:gd name="T23" fmla="*/ 0 h 529"/>
                        <a:gd name="T24" fmla="*/ 0 w 513"/>
                        <a:gd name="T25" fmla="*/ 0 h 529"/>
                        <a:gd name="T26" fmla="*/ 0 w 513"/>
                        <a:gd name="T27" fmla="*/ 0 h 529"/>
                        <a:gd name="T28" fmla="*/ 0 w 513"/>
                        <a:gd name="T29" fmla="*/ 0 h 529"/>
                        <a:gd name="T30" fmla="*/ 0 w 513"/>
                        <a:gd name="T31" fmla="*/ 0 h 529"/>
                        <a:gd name="T32" fmla="*/ 0 w 513"/>
                        <a:gd name="T33" fmla="*/ 0 h 529"/>
                        <a:gd name="T34" fmla="*/ 0 w 513"/>
                        <a:gd name="T35" fmla="*/ 0 h 529"/>
                        <a:gd name="T36" fmla="*/ 0 w 513"/>
                        <a:gd name="T37" fmla="*/ 0 h 529"/>
                        <a:gd name="T38" fmla="*/ 0 w 513"/>
                        <a:gd name="T39" fmla="*/ 0 h 529"/>
                        <a:gd name="T40" fmla="*/ 0 w 513"/>
                        <a:gd name="T41" fmla="*/ 0 h 529"/>
                        <a:gd name="T42" fmla="*/ 0 w 513"/>
                        <a:gd name="T43" fmla="*/ 0 h 529"/>
                        <a:gd name="T44" fmla="*/ 0 w 513"/>
                        <a:gd name="T45" fmla="*/ 0 h 529"/>
                        <a:gd name="T46" fmla="*/ 0 w 513"/>
                        <a:gd name="T47" fmla="*/ 0 h 529"/>
                        <a:gd name="T48" fmla="*/ 0 w 513"/>
                        <a:gd name="T49" fmla="*/ 0 h 529"/>
                        <a:gd name="T50" fmla="*/ 0 w 513"/>
                        <a:gd name="T51" fmla="*/ 0 h 529"/>
                        <a:gd name="T52" fmla="*/ 0 w 513"/>
                        <a:gd name="T53" fmla="*/ 0 h 529"/>
                        <a:gd name="T54" fmla="*/ 0 w 513"/>
                        <a:gd name="T55" fmla="*/ 0 h 529"/>
                        <a:gd name="T56" fmla="*/ 0 w 513"/>
                        <a:gd name="T57" fmla="*/ 0 h 529"/>
                        <a:gd name="T58" fmla="*/ 0 w 513"/>
                        <a:gd name="T59" fmla="*/ 0 h 529"/>
                        <a:gd name="T60" fmla="*/ 0 w 513"/>
                        <a:gd name="T61" fmla="*/ 0 h 529"/>
                        <a:gd name="T62" fmla="*/ 0 w 513"/>
                        <a:gd name="T63" fmla="*/ 0 h 529"/>
                        <a:gd name="T64" fmla="*/ 0 w 513"/>
                        <a:gd name="T65" fmla="*/ 0 h 529"/>
                        <a:gd name="T66" fmla="*/ 0 w 513"/>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3"/>
                        <a:gd name="T103" fmla="*/ 0 h 529"/>
                        <a:gd name="T104" fmla="*/ 513 w 513"/>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3" h="529">
                          <a:moveTo>
                            <a:pt x="2" y="529"/>
                          </a:moveTo>
                          <a:lnTo>
                            <a:pt x="2" y="529"/>
                          </a:lnTo>
                          <a:lnTo>
                            <a:pt x="29" y="528"/>
                          </a:lnTo>
                          <a:lnTo>
                            <a:pt x="55" y="526"/>
                          </a:lnTo>
                          <a:lnTo>
                            <a:pt x="82" y="521"/>
                          </a:lnTo>
                          <a:lnTo>
                            <a:pt x="108" y="516"/>
                          </a:lnTo>
                          <a:lnTo>
                            <a:pt x="132" y="510"/>
                          </a:lnTo>
                          <a:lnTo>
                            <a:pt x="156" y="503"/>
                          </a:lnTo>
                          <a:lnTo>
                            <a:pt x="181" y="494"/>
                          </a:lnTo>
                          <a:lnTo>
                            <a:pt x="204" y="484"/>
                          </a:lnTo>
                          <a:lnTo>
                            <a:pt x="228" y="474"/>
                          </a:lnTo>
                          <a:lnTo>
                            <a:pt x="250" y="462"/>
                          </a:lnTo>
                          <a:lnTo>
                            <a:pt x="271" y="449"/>
                          </a:lnTo>
                          <a:lnTo>
                            <a:pt x="292" y="434"/>
                          </a:lnTo>
                          <a:lnTo>
                            <a:pt x="312" y="419"/>
                          </a:lnTo>
                          <a:lnTo>
                            <a:pt x="332" y="404"/>
                          </a:lnTo>
                          <a:lnTo>
                            <a:pt x="350" y="388"/>
                          </a:lnTo>
                          <a:lnTo>
                            <a:pt x="368" y="370"/>
                          </a:lnTo>
                          <a:lnTo>
                            <a:pt x="385" y="352"/>
                          </a:lnTo>
                          <a:lnTo>
                            <a:pt x="401" y="332"/>
                          </a:lnTo>
                          <a:lnTo>
                            <a:pt x="415" y="312"/>
                          </a:lnTo>
                          <a:lnTo>
                            <a:pt x="429" y="292"/>
                          </a:lnTo>
                          <a:lnTo>
                            <a:pt x="443" y="270"/>
                          </a:lnTo>
                          <a:lnTo>
                            <a:pt x="455" y="249"/>
                          </a:lnTo>
                          <a:lnTo>
                            <a:pt x="466" y="226"/>
                          </a:lnTo>
                          <a:lnTo>
                            <a:pt x="476" y="202"/>
                          </a:lnTo>
                          <a:lnTo>
                            <a:pt x="485" y="179"/>
                          </a:lnTo>
                          <a:lnTo>
                            <a:pt x="493" y="154"/>
                          </a:lnTo>
                          <a:lnTo>
                            <a:pt x="499" y="130"/>
                          </a:lnTo>
                          <a:lnTo>
                            <a:pt x="505" y="104"/>
                          </a:lnTo>
                          <a:lnTo>
                            <a:pt x="509" y="79"/>
                          </a:lnTo>
                          <a:lnTo>
                            <a:pt x="512" y="52"/>
                          </a:lnTo>
                          <a:lnTo>
                            <a:pt x="513" y="26"/>
                          </a:lnTo>
                          <a:lnTo>
                            <a:pt x="513" y="0"/>
                          </a:lnTo>
                          <a:lnTo>
                            <a:pt x="326" y="3"/>
                          </a:lnTo>
                          <a:lnTo>
                            <a:pt x="326" y="21"/>
                          </a:lnTo>
                          <a:lnTo>
                            <a:pt x="325" y="38"/>
                          </a:lnTo>
                          <a:lnTo>
                            <a:pt x="323" y="53"/>
                          </a:lnTo>
                          <a:lnTo>
                            <a:pt x="321" y="70"/>
                          </a:lnTo>
                          <a:lnTo>
                            <a:pt x="318" y="86"/>
                          </a:lnTo>
                          <a:lnTo>
                            <a:pt x="314" y="102"/>
                          </a:lnTo>
                          <a:lnTo>
                            <a:pt x="308" y="118"/>
                          </a:lnTo>
                          <a:lnTo>
                            <a:pt x="303" y="133"/>
                          </a:lnTo>
                          <a:lnTo>
                            <a:pt x="297" y="148"/>
                          </a:lnTo>
                          <a:lnTo>
                            <a:pt x="289" y="163"/>
                          </a:lnTo>
                          <a:lnTo>
                            <a:pt x="282" y="177"/>
                          </a:lnTo>
                          <a:lnTo>
                            <a:pt x="273" y="190"/>
                          </a:lnTo>
                          <a:lnTo>
                            <a:pt x="264" y="203"/>
                          </a:lnTo>
                          <a:lnTo>
                            <a:pt x="254" y="216"/>
                          </a:lnTo>
                          <a:lnTo>
                            <a:pt x="243" y="229"/>
                          </a:lnTo>
                          <a:lnTo>
                            <a:pt x="233" y="240"/>
                          </a:lnTo>
                          <a:lnTo>
                            <a:pt x="221" y="252"/>
                          </a:lnTo>
                          <a:lnTo>
                            <a:pt x="209" y="262"/>
                          </a:lnTo>
                          <a:lnTo>
                            <a:pt x="197" y="272"/>
                          </a:lnTo>
                          <a:lnTo>
                            <a:pt x="184" y="282"/>
                          </a:lnTo>
                          <a:lnTo>
                            <a:pt x="171" y="291"/>
                          </a:lnTo>
                          <a:lnTo>
                            <a:pt x="157" y="300"/>
                          </a:lnTo>
                          <a:lnTo>
                            <a:pt x="143" y="307"/>
                          </a:lnTo>
                          <a:lnTo>
                            <a:pt x="129" y="313"/>
                          </a:lnTo>
                          <a:lnTo>
                            <a:pt x="114" y="320"/>
                          </a:lnTo>
                          <a:lnTo>
                            <a:pt x="98" y="325"/>
                          </a:lnTo>
                          <a:lnTo>
                            <a:pt x="82" y="330"/>
                          </a:lnTo>
                          <a:lnTo>
                            <a:pt x="66" y="335"/>
                          </a:lnTo>
                          <a:lnTo>
                            <a:pt x="50" y="338"/>
                          </a:lnTo>
                          <a:lnTo>
                            <a:pt x="33" y="340"/>
                          </a:lnTo>
                          <a:lnTo>
                            <a:pt x="17" y="341"/>
                          </a:lnTo>
                          <a:lnTo>
                            <a:pt x="0" y="342"/>
                          </a:lnTo>
                          <a:lnTo>
                            <a:pt x="2" y="529"/>
                          </a:lnTo>
                          <a:close/>
                        </a:path>
                      </a:pathLst>
                    </a:custGeom>
                    <a:solidFill>
                      <a:srgbClr val="EF2B2F"/>
                    </a:solidFill>
                    <a:ln>
                      <a:noFill/>
                    </a:ln>
                  </p:spPr>
                  <p:txBody>
                    <a:bodyPr/>
                    <a:lstStyle/>
                    <a:p>
                      <a:pPr>
                        <a:defRPr/>
                      </a:pPr>
                      <a:endParaRPr lang="en-US" sz="1050">
                        <a:latin typeface="+mj-lt"/>
                      </a:endParaRPr>
                    </a:p>
                  </p:txBody>
                </p:sp>
                <p:sp>
                  <p:nvSpPr>
                    <p:cNvPr id="41325" name="Freeform 791">
                      <a:extLst>
                        <a:ext uri="{FF2B5EF4-FFF2-40B4-BE49-F238E27FC236}">
                          <a16:creationId xmlns="" xmlns:a16="http://schemas.microsoft.com/office/drawing/2014/main" id="{9EAED6C5-253E-2D80-7124-DB3770BDAFD4}"/>
                        </a:ext>
                      </a:extLst>
                    </p:cNvPr>
                    <p:cNvSpPr>
                      <a:spLocks/>
                    </p:cNvSpPr>
                    <p:nvPr/>
                  </p:nvSpPr>
                  <p:spPr bwMode="auto">
                    <a:xfrm>
                      <a:off x="2966" y="3534"/>
                      <a:ext cx="88" cy="84"/>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0" y="3"/>
                          </a:moveTo>
                          <a:lnTo>
                            <a:pt x="0" y="3"/>
                          </a:lnTo>
                          <a:lnTo>
                            <a:pt x="2" y="30"/>
                          </a:lnTo>
                          <a:lnTo>
                            <a:pt x="4" y="56"/>
                          </a:lnTo>
                          <a:lnTo>
                            <a:pt x="8" y="83"/>
                          </a:lnTo>
                          <a:lnTo>
                            <a:pt x="13" y="108"/>
                          </a:lnTo>
                          <a:lnTo>
                            <a:pt x="19" y="133"/>
                          </a:lnTo>
                          <a:lnTo>
                            <a:pt x="26" y="157"/>
                          </a:lnTo>
                          <a:lnTo>
                            <a:pt x="36" y="182"/>
                          </a:lnTo>
                          <a:lnTo>
                            <a:pt x="45" y="205"/>
                          </a:lnTo>
                          <a:lnTo>
                            <a:pt x="56" y="228"/>
                          </a:lnTo>
                          <a:lnTo>
                            <a:pt x="67" y="251"/>
                          </a:lnTo>
                          <a:lnTo>
                            <a:pt x="80" y="272"/>
                          </a:lnTo>
                          <a:lnTo>
                            <a:pt x="95" y="293"/>
                          </a:lnTo>
                          <a:lnTo>
                            <a:pt x="109" y="313"/>
                          </a:lnTo>
                          <a:lnTo>
                            <a:pt x="125" y="332"/>
                          </a:lnTo>
                          <a:lnTo>
                            <a:pt x="142" y="350"/>
                          </a:lnTo>
                          <a:lnTo>
                            <a:pt x="160" y="368"/>
                          </a:lnTo>
                          <a:lnTo>
                            <a:pt x="178" y="385"/>
                          </a:lnTo>
                          <a:lnTo>
                            <a:pt x="197" y="401"/>
                          </a:lnTo>
                          <a:lnTo>
                            <a:pt x="217" y="416"/>
                          </a:lnTo>
                          <a:lnTo>
                            <a:pt x="237" y="430"/>
                          </a:lnTo>
                          <a:lnTo>
                            <a:pt x="259" y="444"/>
                          </a:lnTo>
                          <a:lnTo>
                            <a:pt x="281" y="455"/>
                          </a:lnTo>
                          <a:lnTo>
                            <a:pt x="304" y="467"/>
                          </a:lnTo>
                          <a:lnTo>
                            <a:pt x="327" y="477"/>
                          </a:lnTo>
                          <a:lnTo>
                            <a:pt x="351" y="485"/>
                          </a:lnTo>
                          <a:lnTo>
                            <a:pt x="375" y="494"/>
                          </a:lnTo>
                          <a:lnTo>
                            <a:pt x="400" y="500"/>
                          </a:lnTo>
                          <a:lnTo>
                            <a:pt x="425" y="505"/>
                          </a:lnTo>
                          <a:lnTo>
                            <a:pt x="451" y="510"/>
                          </a:lnTo>
                          <a:lnTo>
                            <a:pt x="477" y="513"/>
                          </a:lnTo>
                          <a:lnTo>
                            <a:pt x="504" y="514"/>
                          </a:lnTo>
                          <a:lnTo>
                            <a:pt x="529" y="514"/>
                          </a:lnTo>
                          <a:lnTo>
                            <a:pt x="527" y="327"/>
                          </a:lnTo>
                          <a:lnTo>
                            <a:pt x="509" y="327"/>
                          </a:lnTo>
                          <a:lnTo>
                            <a:pt x="492" y="326"/>
                          </a:lnTo>
                          <a:lnTo>
                            <a:pt x="475" y="324"/>
                          </a:lnTo>
                          <a:lnTo>
                            <a:pt x="459" y="322"/>
                          </a:lnTo>
                          <a:lnTo>
                            <a:pt x="443" y="319"/>
                          </a:lnTo>
                          <a:lnTo>
                            <a:pt x="427" y="314"/>
                          </a:lnTo>
                          <a:lnTo>
                            <a:pt x="411" y="309"/>
                          </a:lnTo>
                          <a:lnTo>
                            <a:pt x="397" y="304"/>
                          </a:lnTo>
                          <a:lnTo>
                            <a:pt x="382" y="297"/>
                          </a:lnTo>
                          <a:lnTo>
                            <a:pt x="367" y="290"/>
                          </a:lnTo>
                          <a:lnTo>
                            <a:pt x="353" y="282"/>
                          </a:lnTo>
                          <a:lnTo>
                            <a:pt x="339" y="274"/>
                          </a:lnTo>
                          <a:lnTo>
                            <a:pt x="327" y="264"/>
                          </a:lnTo>
                          <a:lnTo>
                            <a:pt x="314" y="255"/>
                          </a:lnTo>
                          <a:lnTo>
                            <a:pt x="301" y="244"/>
                          </a:lnTo>
                          <a:lnTo>
                            <a:pt x="289" y="234"/>
                          </a:lnTo>
                          <a:lnTo>
                            <a:pt x="278" y="222"/>
                          </a:lnTo>
                          <a:lnTo>
                            <a:pt x="267" y="210"/>
                          </a:lnTo>
                          <a:lnTo>
                            <a:pt x="257" y="198"/>
                          </a:lnTo>
                          <a:lnTo>
                            <a:pt x="248" y="185"/>
                          </a:lnTo>
                          <a:lnTo>
                            <a:pt x="238" y="172"/>
                          </a:lnTo>
                          <a:lnTo>
                            <a:pt x="230" y="158"/>
                          </a:lnTo>
                          <a:lnTo>
                            <a:pt x="222" y="143"/>
                          </a:lnTo>
                          <a:lnTo>
                            <a:pt x="216" y="129"/>
                          </a:lnTo>
                          <a:lnTo>
                            <a:pt x="210" y="115"/>
                          </a:lnTo>
                          <a:lnTo>
                            <a:pt x="204" y="99"/>
                          </a:lnTo>
                          <a:lnTo>
                            <a:pt x="199" y="83"/>
                          </a:lnTo>
                          <a:lnTo>
                            <a:pt x="195" y="67"/>
                          </a:lnTo>
                          <a:lnTo>
                            <a:pt x="192" y="51"/>
                          </a:lnTo>
                          <a:lnTo>
                            <a:pt x="190" y="34"/>
                          </a:lnTo>
                          <a:lnTo>
                            <a:pt x="188" y="18"/>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326" name="Freeform 792">
                      <a:extLst>
                        <a:ext uri="{FF2B5EF4-FFF2-40B4-BE49-F238E27FC236}">
                          <a16:creationId xmlns="" xmlns:a16="http://schemas.microsoft.com/office/drawing/2014/main" id="{444F0181-9BEB-BD7D-952D-412EF5D7D632}"/>
                        </a:ext>
                      </a:extLst>
                    </p:cNvPr>
                    <p:cNvSpPr>
                      <a:spLocks/>
                    </p:cNvSpPr>
                    <p:nvPr/>
                  </p:nvSpPr>
                  <p:spPr bwMode="auto">
                    <a:xfrm>
                      <a:off x="2966" y="3446"/>
                      <a:ext cx="84" cy="88"/>
                    </a:xfrm>
                    <a:custGeom>
                      <a:avLst/>
                      <a:gdLst>
                        <a:gd name="T0" fmla="*/ 0 w 515"/>
                        <a:gd name="T1" fmla="*/ 0 h 528"/>
                        <a:gd name="T2" fmla="*/ 0 w 515"/>
                        <a:gd name="T3" fmla="*/ 0 h 528"/>
                        <a:gd name="T4" fmla="*/ 0 w 515"/>
                        <a:gd name="T5" fmla="*/ 0 h 528"/>
                        <a:gd name="T6" fmla="*/ 0 w 515"/>
                        <a:gd name="T7" fmla="*/ 0 h 528"/>
                        <a:gd name="T8" fmla="*/ 0 w 515"/>
                        <a:gd name="T9" fmla="*/ 0 h 528"/>
                        <a:gd name="T10" fmla="*/ 0 w 515"/>
                        <a:gd name="T11" fmla="*/ 0 h 528"/>
                        <a:gd name="T12" fmla="*/ 0 w 515"/>
                        <a:gd name="T13" fmla="*/ 0 h 528"/>
                        <a:gd name="T14" fmla="*/ 0 w 515"/>
                        <a:gd name="T15" fmla="*/ 0 h 528"/>
                        <a:gd name="T16" fmla="*/ 0 w 515"/>
                        <a:gd name="T17" fmla="*/ 0 h 528"/>
                        <a:gd name="T18" fmla="*/ 0 w 515"/>
                        <a:gd name="T19" fmla="*/ 0 h 528"/>
                        <a:gd name="T20" fmla="*/ 0 w 515"/>
                        <a:gd name="T21" fmla="*/ 0 h 528"/>
                        <a:gd name="T22" fmla="*/ 0 w 515"/>
                        <a:gd name="T23" fmla="*/ 0 h 528"/>
                        <a:gd name="T24" fmla="*/ 0 w 515"/>
                        <a:gd name="T25" fmla="*/ 0 h 528"/>
                        <a:gd name="T26" fmla="*/ 0 w 515"/>
                        <a:gd name="T27" fmla="*/ 0 h 528"/>
                        <a:gd name="T28" fmla="*/ 0 w 515"/>
                        <a:gd name="T29" fmla="*/ 0 h 528"/>
                        <a:gd name="T30" fmla="*/ 0 w 515"/>
                        <a:gd name="T31" fmla="*/ 0 h 528"/>
                        <a:gd name="T32" fmla="*/ 0 w 515"/>
                        <a:gd name="T33" fmla="*/ 0 h 528"/>
                        <a:gd name="T34" fmla="*/ 0 w 515"/>
                        <a:gd name="T35" fmla="*/ 0 h 528"/>
                        <a:gd name="T36" fmla="*/ 0 w 515"/>
                        <a:gd name="T37" fmla="*/ 0 h 528"/>
                        <a:gd name="T38" fmla="*/ 0 w 515"/>
                        <a:gd name="T39" fmla="*/ 0 h 528"/>
                        <a:gd name="T40" fmla="*/ 0 w 515"/>
                        <a:gd name="T41" fmla="*/ 0 h 528"/>
                        <a:gd name="T42" fmla="*/ 0 w 515"/>
                        <a:gd name="T43" fmla="*/ 0 h 528"/>
                        <a:gd name="T44" fmla="*/ 0 w 515"/>
                        <a:gd name="T45" fmla="*/ 0 h 528"/>
                        <a:gd name="T46" fmla="*/ 0 w 515"/>
                        <a:gd name="T47" fmla="*/ 0 h 528"/>
                        <a:gd name="T48" fmla="*/ 0 w 515"/>
                        <a:gd name="T49" fmla="*/ 0 h 528"/>
                        <a:gd name="T50" fmla="*/ 0 w 515"/>
                        <a:gd name="T51" fmla="*/ 0 h 528"/>
                        <a:gd name="T52" fmla="*/ 0 w 515"/>
                        <a:gd name="T53" fmla="*/ 0 h 528"/>
                        <a:gd name="T54" fmla="*/ 0 w 515"/>
                        <a:gd name="T55" fmla="*/ 0 h 528"/>
                        <a:gd name="T56" fmla="*/ 0 w 515"/>
                        <a:gd name="T57" fmla="*/ 0 h 528"/>
                        <a:gd name="T58" fmla="*/ 0 w 515"/>
                        <a:gd name="T59" fmla="*/ 0 h 528"/>
                        <a:gd name="T60" fmla="*/ 0 w 515"/>
                        <a:gd name="T61" fmla="*/ 0 h 528"/>
                        <a:gd name="T62" fmla="*/ 0 w 515"/>
                        <a:gd name="T63" fmla="*/ 0 h 528"/>
                        <a:gd name="T64" fmla="*/ 0 w 515"/>
                        <a:gd name="T65" fmla="*/ 0 h 528"/>
                        <a:gd name="T66" fmla="*/ 0 w 515"/>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5"/>
                        <a:gd name="T103" fmla="*/ 0 h 528"/>
                        <a:gd name="T104" fmla="*/ 515 w 515"/>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5" h="528">
                          <a:moveTo>
                            <a:pt x="511" y="0"/>
                          </a:moveTo>
                          <a:lnTo>
                            <a:pt x="511" y="0"/>
                          </a:lnTo>
                          <a:lnTo>
                            <a:pt x="485" y="1"/>
                          </a:lnTo>
                          <a:lnTo>
                            <a:pt x="458" y="3"/>
                          </a:lnTo>
                          <a:lnTo>
                            <a:pt x="432" y="8"/>
                          </a:lnTo>
                          <a:lnTo>
                            <a:pt x="406" y="13"/>
                          </a:lnTo>
                          <a:lnTo>
                            <a:pt x="382" y="18"/>
                          </a:lnTo>
                          <a:lnTo>
                            <a:pt x="357" y="26"/>
                          </a:lnTo>
                          <a:lnTo>
                            <a:pt x="333" y="35"/>
                          </a:lnTo>
                          <a:lnTo>
                            <a:pt x="310" y="45"/>
                          </a:lnTo>
                          <a:lnTo>
                            <a:pt x="286" y="55"/>
                          </a:lnTo>
                          <a:lnTo>
                            <a:pt x="264" y="67"/>
                          </a:lnTo>
                          <a:lnTo>
                            <a:pt x="243" y="80"/>
                          </a:lnTo>
                          <a:lnTo>
                            <a:pt x="221" y="95"/>
                          </a:lnTo>
                          <a:lnTo>
                            <a:pt x="201" y="108"/>
                          </a:lnTo>
                          <a:lnTo>
                            <a:pt x="182" y="124"/>
                          </a:lnTo>
                          <a:lnTo>
                            <a:pt x="164" y="141"/>
                          </a:lnTo>
                          <a:lnTo>
                            <a:pt x="146" y="159"/>
                          </a:lnTo>
                          <a:lnTo>
                            <a:pt x="129" y="177"/>
                          </a:lnTo>
                          <a:lnTo>
                            <a:pt x="113" y="196"/>
                          </a:lnTo>
                          <a:lnTo>
                            <a:pt x="98" y="217"/>
                          </a:lnTo>
                          <a:lnTo>
                            <a:pt x="84" y="237"/>
                          </a:lnTo>
                          <a:lnTo>
                            <a:pt x="71" y="258"/>
                          </a:lnTo>
                          <a:lnTo>
                            <a:pt x="59" y="280"/>
                          </a:lnTo>
                          <a:lnTo>
                            <a:pt x="47" y="304"/>
                          </a:lnTo>
                          <a:lnTo>
                            <a:pt x="38" y="326"/>
                          </a:lnTo>
                          <a:lnTo>
                            <a:pt x="29" y="350"/>
                          </a:lnTo>
                          <a:lnTo>
                            <a:pt x="21" y="375"/>
                          </a:lnTo>
                          <a:lnTo>
                            <a:pt x="14" y="399"/>
                          </a:lnTo>
                          <a:lnTo>
                            <a:pt x="9" y="424"/>
                          </a:lnTo>
                          <a:lnTo>
                            <a:pt x="5" y="450"/>
                          </a:lnTo>
                          <a:lnTo>
                            <a:pt x="2" y="475"/>
                          </a:lnTo>
                          <a:lnTo>
                            <a:pt x="0" y="503"/>
                          </a:lnTo>
                          <a:lnTo>
                            <a:pt x="0" y="528"/>
                          </a:lnTo>
                          <a:lnTo>
                            <a:pt x="187" y="525"/>
                          </a:lnTo>
                          <a:lnTo>
                            <a:pt x="187" y="508"/>
                          </a:lnTo>
                          <a:lnTo>
                            <a:pt x="188" y="491"/>
                          </a:lnTo>
                          <a:lnTo>
                            <a:pt x="190" y="474"/>
                          </a:lnTo>
                          <a:lnTo>
                            <a:pt x="193" y="458"/>
                          </a:lnTo>
                          <a:lnTo>
                            <a:pt x="196" y="443"/>
                          </a:lnTo>
                          <a:lnTo>
                            <a:pt x="200" y="427"/>
                          </a:lnTo>
                          <a:lnTo>
                            <a:pt x="205" y="411"/>
                          </a:lnTo>
                          <a:lnTo>
                            <a:pt x="211" y="396"/>
                          </a:lnTo>
                          <a:lnTo>
                            <a:pt x="217" y="381"/>
                          </a:lnTo>
                          <a:lnTo>
                            <a:pt x="225" y="366"/>
                          </a:lnTo>
                          <a:lnTo>
                            <a:pt x="232" y="352"/>
                          </a:lnTo>
                          <a:lnTo>
                            <a:pt x="241" y="339"/>
                          </a:lnTo>
                          <a:lnTo>
                            <a:pt x="250" y="326"/>
                          </a:lnTo>
                          <a:lnTo>
                            <a:pt x="260" y="313"/>
                          </a:lnTo>
                          <a:lnTo>
                            <a:pt x="270" y="300"/>
                          </a:lnTo>
                          <a:lnTo>
                            <a:pt x="281" y="289"/>
                          </a:lnTo>
                          <a:lnTo>
                            <a:pt x="291" y="277"/>
                          </a:lnTo>
                          <a:lnTo>
                            <a:pt x="304" y="266"/>
                          </a:lnTo>
                          <a:lnTo>
                            <a:pt x="317" y="257"/>
                          </a:lnTo>
                          <a:lnTo>
                            <a:pt x="330" y="247"/>
                          </a:lnTo>
                          <a:lnTo>
                            <a:pt x="342" y="238"/>
                          </a:lnTo>
                          <a:lnTo>
                            <a:pt x="356" y="229"/>
                          </a:lnTo>
                          <a:lnTo>
                            <a:pt x="371" y="222"/>
                          </a:lnTo>
                          <a:lnTo>
                            <a:pt x="385" y="215"/>
                          </a:lnTo>
                          <a:lnTo>
                            <a:pt x="400" y="209"/>
                          </a:lnTo>
                          <a:lnTo>
                            <a:pt x="416" y="204"/>
                          </a:lnTo>
                          <a:lnTo>
                            <a:pt x="432" y="199"/>
                          </a:lnTo>
                          <a:lnTo>
                            <a:pt x="448" y="194"/>
                          </a:lnTo>
                          <a:lnTo>
                            <a:pt x="464" y="191"/>
                          </a:lnTo>
                          <a:lnTo>
                            <a:pt x="481" y="189"/>
                          </a:lnTo>
                          <a:lnTo>
                            <a:pt x="496" y="188"/>
                          </a:lnTo>
                          <a:lnTo>
                            <a:pt x="515" y="187"/>
                          </a:lnTo>
                          <a:lnTo>
                            <a:pt x="511" y="0"/>
                          </a:lnTo>
                          <a:close/>
                        </a:path>
                      </a:pathLst>
                    </a:custGeom>
                    <a:solidFill>
                      <a:srgbClr val="EF2B2F"/>
                    </a:solidFill>
                    <a:ln>
                      <a:noFill/>
                    </a:ln>
                  </p:spPr>
                  <p:txBody>
                    <a:bodyPr/>
                    <a:lstStyle/>
                    <a:p>
                      <a:pPr>
                        <a:defRPr/>
                      </a:pPr>
                      <a:endParaRPr lang="en-US" sz="1050">
                        <a:latin typeface="+mj-lt"/>
                      </a:endParaRPr>
                    </a:p>
                  </p:txBody>
                </p:sp>
                <p:sp>
                  <p:nvSpPr>
                    <p:cNvPr id="41327" name="Freeform 793">
                      <a:extLst>
                        <a:ext uri="{FF2B5EF4-FFF2-40B4-BE49-F238E27FC236}">
                          <a16:creationId xmlns="" xmlns:a16="http://schemas.microsoft.com/office/drawing/2014/main" id="{81DCFBD3-5927-6565-1867-B653B96E43EC}"/>
                        </a:ext>
                      </a:extLst>
                    </p:cNvPr>
                    <p:cNvSpPr>
                      <a:spLocks/>
                    </p:cNvSpPr>
                    <p:nvPr/>
                  </p:nvSpPr>
                  <p:spPr bwMode="auto">
                    <a:xfrm>
                      <a:off x="3177" y="3375"/>
                      <a:ext cx="88" cy="84"/>
                    </a:xfrm>
                    <a:custGeom>
                      <a:avLst/>
                      <a:gdLst>
                        <a:gd name="T0" fmla="*/ 0 w 530"/>
                        <a:gd name="T1" fmla="*/ 0 h 512"/>
                        <a:gd name="T2" fmla="*/ 0 w 530"/>
                        <a:gd name="T3" fmla="*/ 0 h 512"/>
                        <a:gd name="T4" fmla="*/ 0 w 530"/>
                        <a:gd name="T5" fmla="*/ 0 h 512"/>
                        <a:gd name="T6" fmla="*/ 0 w 530"/>
                        <a:gd name="T7" fmla="*/ 0 h 512"/>
                        <a:gd name="T8" fmla="*/ 0 w 530"/>
                        <a:gd name="T9" fmla="*/ 0 h 512"/>
                        <a:gd name="T10" fmla="*/ 0 w 530"/>
                        <a:gd name="T11" fmla="*/ 0 h 512"/>
                        <a:gd name="T12" fmla="*/ 0 w 530"/>
                        <a:gd name="T13" fmla="*/ 0 h 512"/>
                        <a:gd name="T14" fmla="*/ 0 w 530"/>
                        <a:gd name="T15" fmla="*/ 0 h 512"/>
                        <a:gd name="T16" fmla="*/ 0 w 530"/>
                        <a:gd name="T17" fmla="*/ 0 h 512"/>
                        <a:gd name="T18" fmla="*/ 0 w 530"/>
                        <a:gd name="T19" fmla="*/ 0 h 512"/>
                        <a:gd name="T20" fmla="*/ 0 w 530"/>
                        <a:gd name="T21" fmla="*/ 0 h 512"/>
                        <a:gd name="T22" fmla="*/ 0 w 530"/>
                        <a:gd name="T23" fmla="*/ 0 h 512"/>
                        <a:gd name="T24" fmla="*/ 0 w 530"/>
                        <a:gd name="T25" fmla="*/ 0 h 512"/>
                        <a:gd name="T26" fmla="*/ 0 w 530"/>
                        <a:gd name="T27" fmla="*/ 0 h 512"/>
                        <a:gd name="T28" fmla="*/ 0 w 530"/>
                        <a:gd name="T29" fmla="*/ 0 h 512"/>
                        <a:gd name="T30" fmla="*/ 0 w 530"/>
                        <a:gd name="T31" fmla="*/ 0 h 512"/>
                        <a:gd name="T32" fmla="*/ 0 w 530"/>
                        <a:gd name="T33" fmla="*/ 0 h 512"/>
                        <a:gd name="T34" fmla="*/ 0 w 530"/>
                        <a:gd name="T35" fmla="*/ 0 h 512"/>
                        <a:gd name="T36" fmla="*/ 0 w 530"/>
                        <a:gd name="T37" fmla="*/ 0 h 512"/>
                        <a:gd name="T38" fmla="*/ 0 w 530"/>
                        <a:gd name="T39" fmla="*/ 0 h 512"/>
                        <a:gd name="T40" fmla="*/ 0 w 530"/>
                        <a:gd name="T41" fmla="*/ 0 h 512"/>
                        <a:gd name="T42" fmla="*/ 0 w 530"/>
                        <a:gd name="T43" fmla="*/ 0 h 512"/>
                        <a:gd name="T44" fmla="*/ 0 w 530"/>
                        <a:gd name="T45" fmla="*/ 0 h 512"/>
                        <a:gd name="T46" fmla="*/ 0 w 530"/>
                        <a:gd name="T47" fmla="*/ 0 h 512"/>
                        <a:gd name="T48" fmla="*/ 0 w 530"/>
                        <a:gd name="T49" fmla="*/ 0 h 512"/>
                        <a:gd name="T50" fmla="*/ 0 w 530"/>
                        <a:gd name="T51" fmla="*/ 0 h 512"/>
                        <a:gd name="T52" fmla="*/ 0 w 530"/>
                        <a:gd name="T53" fmla="*/ 0 h 512"/>
                        <a:gd name="T54" fmla="*/ 0 w 530"/>
                        <a:gd name="T55" fmla="*/ 0 h 512"/>
                        <a:gd name="T56" fmla="*/ 0 w 530"/>
                        <a:gd name="T57" fmla="*/ 0 h 512"/>
                        <a:gd name="T58" fmla="*/ 0 w 530"/>
                        <a:gd name="T59" fmla="*/ 0 h 512"/>
                        <a:gd name="T60" fmla="*/ 0 w 530"/>
                        <a:gd name="T61" fmla="*/ 0 h 512"/>
                        <a:gd name="T62" fmla="*/ 0 w 530"/>
                        <a:gd name="T63" fmla="*/ 0 h 512"/>
                        <a:gd name="T64" fmla="*/ 0 w 530"/>
                        <a:gd name="T65" fmla="*/ 0 h 512"/>
                        <a:gd name="T66" fmla="*/ 0 w 530"/>
                        <a:gd name="T67" fmla="*/ 0 h 51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2"/>
                        <a:gd name="T104" fmla="*/ 530 w 530"/>
                        <a:gd name="T105" fmla="*/ 512 h 51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2">
                          <a:moveTo>
                            <a:pt x="530" y="510"/>
                          </a:moveTo>
                          <a:lnTo>
                            <a:pt x="530" y="510"/>
                          </a:lnTo>
                          <a:lnTo>
                            <a:pt x="529" y="484"/>
                          </a:lnTo>
                          <a:lnTo>
                            <a:pt x="526" y="457"/>
                          </a:lnTo>
                          <a:lnTo>
                            <a:pt x="523" y="431"/>
                          </a:lnTo>
                          <a:lnTo>
                            <a:pt x="518" y="405"/>
                          </a:lnTo>
                          <a:lnTo>
                            <a:pt x="511" y="381"/>
                          </a:lnTo>
                          <a:lnTo>
                            <a:pt x="504" y="356"/>
                          </a:lnTo>
                          <a:lnTo>
                            <a:pt x="495" y="332"/>
                          </a:lnTo>
                          <a:lnTo>
                            <a:pt x="485" y="309"/>
                          </a:lnTo>
                          <a:lnTo>
                            <a:pt x="474" y="285"/>
                          </a:lnTo>
                          <a:lnTo>
                            <a:pt x="462" y="263"/>
                          </a:lnTo>
                          <a:lnTo>
                            <a:pt x="450" y="242"/>
                          </a:lnTo>
                          <a:lnTo>
                            <a:pt x="436" y="220"/>
                          </a:lnTo>
                          <a:lnTo>
                            <a:pt x="421" y="200"/>
                          </a:lnTo>
                          <a:lnTo>
                            <a:pt x="405" y="181"/>
                          </a:lnTo>
                          <a:lnTo>
                            <a:pt x="388" y="163"/>
                          </a:lnTo>
                          <a:lnTo>
                            <a:pt x="371" y="145"/>
                          </a:lnTo>
                          <a:lnTo>
                            <a:pt x="352" y="128"/>
                          </a:lnTo>
                          <a:lnTo>
                            <a:pt x="333" y="112"/>
                          </a:lnTo>
                          <a:lnTo>
                            <a:pt x="313" y="97"/>
                          </a:lnTo>
                          <a:lnTo>
                            <a:pt x="292" y="84"/>
                          </a:lnTo>
                          <a:lnTo>
                            <a:pt x="271" y="70"/>
                          </a:lnTo>
                          <a:lnTo>
                            <a:pt x="249" y="58"/>
                          </a:lnTo>
                          <a:lnTo>
                            <a:pt x="227" y="46"/>
                          </a:lnTo>
                          <a:lnTo>
                            <a:pt x="203" y="37"/>
                          </a:lnTo>
                          <a:lnTo>
                            <a:pt x="179" y="28"/>
                          </a:lnTo>
                          <a:lnTo>
                            <a:pt x="155" y="20"/>
                          </a:lnTo>
                          <a:lnTo>
                            <a:pt x="130" y="14"/>
                          </a:lnTo>
                          <a:lnTo>
                            <a:pt x="104" y="8"/>
                          </a:lnTo>
                          <a:lnTo>
                            <a:pt x="79" y="4"/>
                          </a:lnTo>
                          <a:lnTo>
                            <a:pt x="53" y="1"/>
                          </a:lnTo>
                          <a:lnTo>
                            <a:pt x="27" y="0"/>
                          </a:lnTo>
                          <a:lnTo>
                            <a:pt x="0" y="0"/>
                          </a:lnTo>
                          <a:lnTo>
                            <a:pt x="4" y="187"/>
                          </a:lnTo>
                          <a:lnTo>
                            <a:pt x="21" y="187"/>
                          </a:lnTo>
                          <a:lnTo>
                            <a:pt x="38" y="188"/>
                          </a:lnTo>
                          <a:lnTo>
                            <a:pt x="55" y="189"/>
                          </a:lnTo>
                          <a:lnTo>
                            <a:pt x="72" y="192"/>
                          </a:lnTo>
                          <a:lnTo>
                            <a:pt x="87" y="195"/>
                          </a:lnTo>
                          <a:lnTo>
                            <a:pt x="103" y="199"/>
                          </a:lnTo>
                          <a:lnTo>
                            <a:pt x="118" y="205"/>
                          </a:lnTo>
                          <a:lnTo>
                            <a:pt x="133" y="210"/>
                          </a:lnTo>
                          <a:lnTo>
                            <a:pt x="148" y="216"/>
                          </a:lnTo>
                          <a:lnTo>
                            <a:pt x="163" y="224"/>
                          </a:lnTo>
                          <a:lnTo>
                            <a:pt x="177" y="231"/>
                          </a:lnTo>
                          <a:lnTo>
                            <a:pt x="190" y="240"/>
                          </a:lnTo>
                          <a:lnTo>
                            <a:pt x="204" y="249"/>
                          </a:lnTo>
                          <a:lnTo>
                            <a:pt x="217" y="259"/>
                          </a:lnTo>
                          <a:lnTo>
                            <a:pt x="229" y="269"/>
                          </a:lnTo>
                          <a:lnTo>
                            <a:pt x="241" y="280"/>
                          </a:lnTo>
                          <a:lnTo>
                            <a:pt x="252" y="290"/>
                          </a:lnTo>
                          <a:lnTo>
                            <a:pt x="263" y="303"/>
                          </a:lnTo>
                          <a:lnTo>
                            <a:pt x="273" y="316"/>
                          </a:lnTo>
                          <a:lnTo>
                            <a:pt x="283" y="329"/>
                          </a:lnTo>
                          <a:lnTo>
                            <a:pt x="291" y="341"/>
                          </a:lnTo>
                          <a:lnTo>
                            <a:pt x="300" y="355"/>
                          </a:lnTo>
                          <a:lnTo>
                            <a:pt x="307" y="370"/>
                          </a:lnTo>
                          <a:lnTo>
                            <a:pt x="315" y="384"/>
                          </a:lnTo>
                          <a:lnTo>
                            <a:pt x="321" y="399"/>
                          </a:lnTo>
                          <a:lnTo>
                            <a:pt x="326" y="415"/>
                          </a:lnTo>
                          <a:lnTo>
                            <a:pt x="331" y="431"/>
                          </a:lnTo>
                          <a:lnTo>
                            <a:pt x="335" y="446"/>
                          </a:lnTo>
                          <a:lnTo>
                            <a:pt x="338" y="462"/>
                          </a:lnTo>
                          <a:lnTo>
                            <a:pt x="340" y="478"/>
                          </a:lnTo>
                          <a:lnTo>
                            <a:pt x="342" y="495"/>
                          </a:lnTo>
                          <a:lnTo>
                            <a:pt x="343" y="512"/>
                          </a:lnTo>
                          <a:lnTo>
                            <a:pt x="530" y="510"/>
                          </a:lnTo>
                          <a:close/>
                        </a:path>
                      </a:pathLst>
                    </a:custGeom>
                    <a:solidFill>
                      <a:srgbClr val="EF2B2F"/>
                    </a:solidFill>
                    <a:ln>
                      <a:noFill/>
                    </a:ln>
                  </p:spPr>
                  <p:txBody>
                    <a:bodyPr/>
                    <a:lstStyle/>
                    <a:p>
                      <a:pPr>
                        <a:defRPr/>
                      </a:pPr>
                      <a:endParaRPr lang="en-US" sz="1050">
                        <a:latin typeface="+mj-lt"/>
                      </a:endParaRPr>
                    </a:p>
                  </p:txBody>
                </p:sp>
                <p:sp>
                  <p:nvSpPr>
                    <p:cNvPr id="41328" name="Freeform 794">
                      <a:extLst>
                        <a:ext uri="{FF2B5EF4-FFF2-40B4-BE49-F238E27FC236}">
                          <a16:creationId xmlns="" xmlns:a16="http://schemas.microsoft.com/office/drawing/2014/main" id="{CBE6D910-4FCC-BFCC-E0A3-935C81EB15B2}"/>
                        </a:ext>
                      </a:extLst>
                    </p:cNvPr>
                    <p:cNvSpPr>
                      <a:spLocks/>
                    </p:cNvSpPr>
                    <p:nvPr/>
                  </p:nvSpPr>
                  <p:spPr bwMode="auto">
                    <a:xfrm>
                      <a:off x="3177" y="3458"/>
                      <a:ext cx="88" cy="92"/>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4" y="528"/>
                          </a:moveTo>
                          <a:lnTo>
                            <a:pt x="4" y="528"/>
                          </a:lnTo>
                          <a:lnTo>
                            <a:pt x="30" y="527"/>
                          </a:lnTo>
                          <a:lnTo>
                            <a:pt x="57" y="525"/>
                          </a:lnTo>
                          <a:lnTo>
                            <a:pt x="82" y="521"/>
                          </a:lnTo>
                          <a:lnTo>
                            <a:pt x="108" y="516"/>
                          </a:lnTo>
                          <a:lnTo>
                            <a:pt x="133" y="510"/>
                          </a:lnTo>
                          <a:lnTo>
                            <a:pt x="158" y="503"/>
                          </a:lnTo>
                          <a:lnTo>
                            <a:pt x="181" y="493"/>
                          </a:lnTo>
                          <a:lnTo>
                            <a:pt x="205" y="484"/>
                          </a:lnTo>
                          <a:lnTo>
                            <a:pt x="228" y="473"/>
                          </a:lnTo>
                          <a:lnTo>
                            <a:pt x="250" y="462"/>
                          </a:lnTo>
                          <a:lnTo>
                            <a:pt x="271" y="449"/>
                          </a:lnTo>
                          <a:lnTo>
                            <a:pt x="292" y="434"/>
                          </a:lnTo>
                          <a:lnTo>
                            <a:pt x="313" y="420"/>
                          </a:lnTo>
                          <a:lnTo>
                            <a:pt x="332" y="404"/>
                          </a:lnTo>
                          <a:lnTo>
                            <a:pt x="351" y="387"/>
                          </a:lnTo>
                          <a:lnTo>
                            <a:pt x="368" y="369"/>
                          </a:lnTo>
                          <a:lnTo>
                            <a:pt x="385" y="351"/>
                          </a:lnTo>
                          <a:lnTo>
                            <a:pt x="401" y="332"/>
                          </a:lnTo>
                          <a:lnTo>
                            <a:pt x="416" y="312"/>
                          </a:lnTo>
                          <a:lnTo>
                            <a:pt x="430" y="292"/>
                          </a:lnTo>
                          <a:lnTo>
                            <a:pt x="443" y="271"/>
                          </a:lnTo>
                          <a:lnTo>
                            <a:pt x="456" y="248"/>
                          </a:lnTo>
                          <a:lnTo>
                            <a:pt x="467" y="226"/>
                          </a:lnTo>
                          <a:lnTo>
                            <a:pt x="477" y="203"/>
                          </a:lnTo>
                          <a:lnTo>
                            <a:pt x="486" y="178"/>
                          </a:lnTo>
                          <a:lnTo>
                            <a:pt x="493" y="154"/>
                          </a:lnTo>
                          <a:lnTo>
                            <a:pt x="501" y="130"/>
                          </a:lnTo>
                          <a:lnTo>
                            <a:pt x="505" y="104"/>
                          </a:lnTo>
                          <a:lnTo>
                            <a:pt x="509" y="79"/>
                          </a:lnTo>
                          <a:lnTo>
                            <a:pt x="512" y="52"/>
                          </a:lnTo>
                          <a:lnTo>
                            <a:pt x="514" y="27"/>
                          </a:lnTo>
                          <a:lnTo>
                            <a:pt x="514" y="0"/>
                          </a:lnTo>
                          <a:lnTo>
                            <a:pt x="327" y="2"/>
                          </a:lnTo>
                          <a:lnTo>
                            <a:pt x="326" y="20"/>
                          </a:lnTo>
                          <a:lnTo>
                            <a:pt x="325" y="37"/>
                          </a:lnTo>
                          <a:lnTo>
                            <a:pt x="324" y="54"/>
                          </a:lnTo>
                          <a:lnTo>
                            <a:pt x="321" y="70"/>
                          </a:lnTo>
                          <a:lnTo>
                            <a:pt x="318" y="86"/>
                          </a:lnTo>
                          <a:lnTo>
                            <a:pt x="314" y="102"/>
                          </a:lnTo>
                          <a:lnTo>
                            <a:pt x="309" y="118"/>
                          </a:lnTo>
                          <a:lnTo>
                            <a:pt x="303" y="133"/>
                          </a:lnTo>
                          <a:lnTo>
                            <a:pt x="297" y="148"/>
                          </a:lnTo>
                          <a:lnTo>
                            <a:pt x="289" y="162"/>
                          </a:lnTo>
                          <a:lnTo>
                            <a:pt x="282" y="176"/>
                          </a:lnTo>
                          <a:lnTo>
                            <a:pt x="273" y="190"/>
                          </a:lnTo>
                          <a:lnTo>
                            <a:pt x="265" y="203"/>
                          </a:lnTo>
                          <a:lnTo>
                            <a:pt x="254" y="215"/>
                          </a:lnTo>
                          <a:lnTo>
                            <a:pt x="245" y="228"/>
                          </a:lnTo>
                          <a:lnTo>
                            <a:pt x="234" y="240"/>
                          </a:lnTo>
                          <a:lnTo>
                            <a:pt x="222" y="252"/>
                          </a:lnTo>
                          <a:lnTo>
                            <a:pt x="211" y="262"/>
                          </a:lnTo>
                          <a:lnTo>
                            <a:pt x="198" y="272"/>
                          </a:lnTo>
                          <a:lnTo>
                            <a:pt x="185" y="281"/>
                          </a:lnTo>
                          <a:lnTo>
                            <a:pt x="171" y="291"/>
                          </a:lnTo>
                          <a:lnTo>
                            <a:pt x="158" y="299"/>
                          </a:lnTo>
                          <a:lnTo>
                            <a:pt x="144" y="307"/>
                          </a:lnTo>
                          <a:lnTo>
                            <a:pt x="129" y="313"/>
                          </a:lnTo>
                          <a:lnTo>
                            <a:pt x="114" y="319"/>
                          </a:lnTo>
                          <a:lnTo>
                            <a:pt x="99" y="325"/>
                          </a:lnTo>
                          <a:lnTo>
                            <a:pt x="83" y="330"/>
                          </a:lnTo>
                          <a:lnTo>
                            <a:pt x="67" y="334"/>
                          </a:lnTo>
                          <a:lnTo>
                            <a:pt x="50" y="337"/>
                          </a:lnTo>
                          <a:lnTo>
                            <a:pt x="34" y="340"/>
                          </a:lnTo>
                          <a:lnTo>
                            <a:pt x="17" y="341"/>
                          </a:lnTo>
                          <a:lnTo>
                            <a:pt x="0" y="342"/>
                          </a:lnTo>
                          <a:lnTo>
                            <a:pt x="4" y="528"/>
                          </a:lnTo>
                          <a:close/>
                        </a:path>
                      </a:pathLst>
                    </a:custGeom>
                    <a:solidFill>
                      <a:srgbClr val="EF2B2F"/>
                    </a:solidFill>
                    <a:ln>
                      <a:noFill/>
                    </a:ln>
                  </p:spPr>
                  <p:txBody>
                    <a:bodyPr/>
                    <a:lstStyle/>
                    <a:p>
                      <a:pPr>
                        <a:defRPr/>
                      </a:pPr>
                      <a:endParaRPr lang="en-US" sz="1050">
                        <a:latin typeface="+mj-lt"/>
                      </a:endParaRPr>
                    </a:p>
                  </p:txBody>
                </p:sp>
                <p:sp>
                  <p:nvSpPr>
                    <p:cNvPr id="41329" name="Freeform 795">
                      <a:extLst>
                        <a:ext uri="{FF2B5EF4-FFF2-40B4-BE49-F238E27FC236}">
                          <a16:creationId xmlns="" xmlns:a16="http://schemas.microsoft.com/office/drawing/2014/main" id="{14DA7441-D642-1A5A-67F8-EDD0970C6AC1}"/>
                        </a:ext>
                      </a:extLst>
                    </p:cNvPr>
                    <p:cNvSpPr>
                      <a:spLocks/>
                    </p:cNvSpPr>
                    <p:nvPr/>
                  </p:nvSpPr>
                  <p:spPr bwMode="auto">
                    <a:xfrm>
                      <a:off x="3089" y="3462"/>
                      <a:ext cx="88" cy="88"/>
                    </a:xfrm>
                    <a:custGeom>
                      <a:avLst/>
                      <a:gdLst>
                        <a:gd name="T0" fmla="*/ 0 w 530"/>
                        <a:gd name="T1" fmla="*/ 0 h 513"/>
                        <a:gd name="T2" fmla="*/ 0 w 530"/>
                        <a:gd name="T3" fmla="*/ 0 h 513"/>
                        <a:gd name="T4" fmla="*/ 0 w 530"/>
                        <a:gd name="T5" fmla="*/ 0 h 513"/>
                        <a:gd name="T6" fmla="*/ 0 w 530"/>
                        <a:gd name="T7" fmla="*/ 0 h 513"/>
                        <a:gd name="T8" fmla="*/ 0 w 530"/>
                        <a:gd name="T9" fmla="*/ 0 h 513"/>
                        <a:gd name="T10" fmla="*/ 0 w 530"/>
                        <a:gd name="T11" fmla="*/ 0 h 513"/>
                        <a:gd name="T12" fmla="*/ 0 w 530"/>
                        <a:gd name="T13" fmla="*/ 0 h 513"/>
                        <a:gd name="T14" fmla="*/ 0 w 530"/>
                        <a:gd name="T15" fmla="*/ 0 h 513"/>
                        <a:gd name="T16" fmla="*/ 0 w 530"/>
                        <a:gd name="T17" fmla="*/ 0 h 513"/>
                        <a:gd name="T18" fmla="*/ 0 w 530"/>
                        <a:gd name="T19" fmla="*/ 0 h 513"/>
                        <a:gd name="T20" fmla="*/ 0 w 530"/>
                        <a:gd name="T21" fmla="*/ 0 h 513"/>
                        <a:gd name="T22" fmla="*/ 0 w 530"/>
                        <a:gd name="T23" fmla="*/ 0 h 513"/>
                        <a:gd name="T24" fmla="*/ 0 w 530"/>
                        <a:gd name="T25" fmla="*/ 0 h 513"/>
                        <a:gd name="T26" fmla="*/ 0 w 530"/>
                        <a:gd name="T27" fmla="*/ 0 h 513"/>
                        <a:gd name="T28" fmla="*/ 0 w 530"/>
                        <a:gd name="T29" fmla="*/ 0 h 513"/>
                        <a:gd name="T30" fmla="*/ 0 w 530"/>
                        <a:gd name="T31" fmla="*/ 0 h 513"/>
                        <a:gd name="T32" fmla="*/ 0 w 530"/>
                        <a:gd name="T33" fmla="*/ 0 h 513"/>
                        <a:gd name="T34" fmla="*/ 0 w 530"/>
                        <a:gd name="T35" fmla="*/ 0 h 513"/>
                        <a:gd name="T36" fmla="*/ 0 w 530"/>
                        <a:gd name="T37" fmla="*/ 0 h 513"/>
                        <a:gd name="T38" fmla="*/ 0 w 530"/>
                        <a:gd name="T39" fmla="*/ 0 h 513"/>
                        <a:gd name="T40" fmla="*/ 0 w 530"/>
                        <a:gd name="T41" fmla="*/ 0 h 513"/>
                        <a:gd name="T42" fmla="*/ 0 w 530"/>
                        <a:gd name="T43" fmla="*/ 0 h 513"/>
                        <a:gd name="T44" fmla="*/ 0 w 530"/>
                        <a:gd name="T45" fmla="*/ 0 h 513"/>
                        <a:gd name="T46" fmla="*/ 0 w 530"/>
                        <a:gd name="T47" fmla="*/ 0 h 513"/>
                        <a:gd name="T48" fmla="*/ 0 w 530"/>
                        <a:gd name="T49" fmla="*/ 0 h 513"/>
                        <a:gd name="T50" fmla="*/ 0 w 530"/>
                        <a:gd name="T51" fmla="*/ 0 h 513"/>
                        <a:gd name="T52" fmla="*/ 0 w 530"/>
                        <a:gd name="T53" fmla="*/ 0 h 513"/>
                        <a:gd name="T54" fmla="*/ 0 w 530"/>
                        <a:gd name="T55" fmla="*/ 0 h 513"/>
                        <a:gd name="T56" fmla="*/ 0 w 530"/>
                        <a:gd name="T57" fmla="*/ 0 h 513"/>
                        <a:gd name="T58" fmla="*/ 0 w 530"/>
                        <a:gd name="T59" fmla="*/ 0 h 513"/>
                        <a:gd name="T60" fmla="*/ 0 w 530"/>
                        <a:gd name="T61" fmla="*/ 0 h 513"/>
                        <a:gd name="T62" fmla="*/ 0 w 530"/>
                        <a:gd name="T63" fmla="*/ 0 h 513"/>
                        <a:gd name="T64" fmla="*/ 0 w 530"/>
                        <a:gd name="T65" fmla="*/ 0 h 513"/>
                        <a:gd name="T66" fmla="*/ 0 w 530"/>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3"/>
                        <a:gd name="T104" fmla="*/ 530 w 530"/>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3">
                          <a:moveTo>
                            <a:pt x="0" y="3"/>
                          </a:moveTo>
                          <a:lnTo>
                            <a:pt x="0" y="3"/>
                          </a:lnTo>
                          <a:lnTo>
                            <a:pt x="1" y="30"/>
                          </a:lnTo>
                          <a:lnTo>
                            <a:pt x="3" y="56"/>
                          </a:lnTo>
                          <a:lnTo>
                            <a:pt x="7" y="83"/>
                          </a:lnTo>
                          <a:lnTo>
                            <a:pt x="12" y="108"/>
                          </a:lnTo>
                          <a:lnTo>
                            <a:pt x="19" y="133"/>
                          </a:lnTo>
                          <a:lnTo>
                            <a:pt x="26" y="157"/>
                          </a:lnTo>
                          <a:lnTo>
                            <a:pt x="35" y="181"/>
                          </a:lnTo>
                          <a:lnTo>
                            <a:pt x="44" y="205"/>
                          </a:lnTo>
                          <a:lnTo>
                            <a:pt x="55" y="228"/>
                          </a:lnTo>
                          <a:lnTo>
                            <a:pt x="68" y="250"/>
                          </a:lnTo>
                          <a:lnTo>
                            <a:pt x="80" y="272"/>
                          </a:lnTo>
                          <a:lnTo>
                            <a:pt x="94" y="293"/>
                          </a:lnTo>
                          <a:lnTo>
                            <a:pt x="109" y="313"/>
                          </a:lnTo>
                          <a:lnTo>
                            <a:pt x="125" y="332"/>
                          </a:lnTo>
                          <a:lnTo>
                            <a:pt x="141" y="350"/>
                          </a:lnTo>
                          <a:lnTo>
                            <a:pt x="159" y="368"/>
                          </a:lnTo>
                          <a:lnTo>
                            <a:pt x="177" y="385"/>
                          </a:lnTo>
                          <a:lnTo>
                            <a:pt x="196" y="401"/>
                          </a:lnTo>
                          <a:lnTo>
                            <a:pt x="216" y="416"/>
                          </a:lnTo>
                          <a:lnTo>
                            <a:pt x="237" y="430"/>
                          </a:lnTo>
                          <a:lnTo>
                            <a:pt x="259" y="443"/>
                          </a:lnTo>
                          <a:lnTo>
                            <a:pt x="280" y="455"/>
                          </a:lnTo>
                          <a:lnTo>
                            <a:pt x="303" y="467"/>
                          </a:lnTo>
                          <a:lnTo>
                            <a:pt x="327" y="476"/>
                          </a:lnTo>
                          <a:lnTo>
                            <a:pt x="350" y="485"/>
                          </a:lnTo>
                          <a:lnTo>
                            <a:pt x="374" y="493"/>
                          </a:lnTo>
                          <a:lnTo>
                            <a:pt x="399" y="500"/>
                          </a:lnTo>
                          <a:lnTo>
                            <a:pt x="424" y="505"/>
                          </a:lnTo>
                          <a:lnTo>
                            <a:pt x="450" y="509"/>
                          </a:lnTo>
                          <a:lnTo>
                            <a:pt x="476" y="512"/>
                          </a:lnTo>
                          <a:lnTo>
                            <a:pt x="503" y="513"/>
                          </a:lnTo>
                          <a:lnTo>
                            <a:pt x="530" y="513"/>
                          </a:lnTo>
                          <a:lnTo>
                            <a:pt x="526" y="327"/>
                          </a:lnTo>
                          <a:lnTo>
                            <a:pt x="508" y="327"/>
                          </a:lnTo>
                          <a:lnTo>
                            <a:pt x="491" y="326"/>
                          </a:lnTo>
                          <a:lnTo>
                            <a:pt x="475" y="324"/>
                          </a:lnTo>
                          <a:lnTo>
                            <a:pt x="458" y="321"/>
                          </a:lnTo>
                          <a:lnTo>
                            <a:pt x="442" y="318"/>
                          </a:lnTo>
                          <a:lnTo>
                            <a:pt x="426" y="314"/>
                          </a:lnTo>
                          <a:lnTo>
                            <a:pt x="411" y="309"/>
                          </a:lnTo>
                          <a:lnTo>
                            <a:pt x="396" y="303"/>
                          </a:lnTo>
                          <a:lnTo>
                            <a:pt x="381" y="297"/>
                          </a:lnTo>
                          <a:lnTo>
                            <a:pt x="367" y="290"/>
                          </a:lnTo>
                          <a:lnTo>
                            <a:pt x="353" y="282"/>
                          </a:lnTo>
                          <a:lnTo>
                            <a:pt x="338" y="274"/>
                          </a:lnTo>
                          <a:lnTo>
                            <a:pt x="326" y="264"/>
                          </a:lnTo>
                          <a:lnTo>
                            <a:pt x="313" y="255"/>
                          </a:lnTo>
                          <a:lnTo>
                            <a:pt x="301" y="244"/>
                          </a:lnTo>
                          <a:lnTo>
                            <a:pt x="288" y="233"/>
                          </a:lnTo>
                          <a:lnTo>
                            <a:pt x="278" y="222"/>
                          </a:lnTo>
                          <a:lnTo>
                            <a:pt x="267" y="210"/>
                          </a:lnTo>
                          <a:lnTo>
                            <a:pt x="257" y="197"/>
                          </a:lnTo>
                          <a:lnTo>
                            <a:pt x="247" y="185"/>
                          </a:lnTo>
                          <a:lnTo>
                            <a:pt x="239" y="172"/>
                          </a:lnTo>
                          <a:lnTo>
                            <a:pt x="230" y="158"/>
                          </a:lnTo>
                          <a:lnTo>
                            <a:pt x="223" y="143"/>
                          </a:lnTo>
                          <a:lnTo>
                            <a:pt x="215" y="128"/>
                          </a:lnTo>
                          <a:lnTo>
                            <a:pt x="209" y="115"/>
                          </a:lnTo>
                          <a:lnTo>
                            <a:pt x="203" y="99"/>
                          </a:lnTo>
                          <a:lnTo>
                            <a:pt x="198" y="83"/>
                          </a:lnTo>
                          <a:lnTo>
                            <a:pt x="195" y="67"/>
                          </a:lnTo>
                          <a:lnTo>
                            <a:pt x="192" y="51"/>
                          </a:lnTo>
                          <a:lnTo>
                            <a:pt x="189" y="34"/>
                          </a:lnTo>
                          <a:lnTo>
                            <a:pt x="188" y="18"/>
                          </a:lnTo>
                          <a:lnTo>
                            <a:pt x="186" y="0"/>
                          </a:lnTo>
                          <a:lnTo>
                            <a:pt x="0" y="3"/>
                          </a:lnTo>
                          <a:close/>
                        </a:path>
                      </a:pathLst>
                    </a:custGeom>
                    <a:solidFill>
                      <a:srgbClr val="EF2B2F"/>
                    </a:solidFill>
                    <a:ln>
                      <a:noFill/>
                    </a:ln>
                  </p:spPr>
                  <p:txBody>
                    <a:bodyPr/>
                    <a:lstStyle/>
                    <a:p>
                      <a:pPr>
                        <a:defRPr/>
                      </a:pPr>
                      <a:endParaRPr lang="en-US" sz="1050">
                        <a:latin typeface="+mj-lt"/>
                      </a:endParaRPr>
                    </a:p>
                  </p:txBody>
                </p:sp>
                <p:sp>
                  <p:nvSpPr>
                    <p:cNvPr id="41330" name="Freeform 796">
                      <a:extLst>
                        <a:ext uri="{FF2B5EF4-FFF2-40B4-BE49-F238E27FC236}">
                          <a16:creationId xmlns="" xmlns:a16="http://schemas.microsoft.com/office/drawing/2014/main" id="{BF2DE485-D509-7BA9-8AD2-0D45D72270EE}"/>
                        </a:ext>
                      </a:extLst>
                    </p:cNvPr>
                    <p:cNvSpPr>
                      <a:spLocks/>
                    </p:cNvSpPr>
                    <p:nvPr/>
                  </p:nvSpPr>
                  <p:spPr bwMode="auto">
                    <a:xfrm>
                      <a:off x="3089" y="3375"/>
                      <a:ext cx="88"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510" y="0"/>
                          </a:moveTo>
                          <a:lnTo>
                            <a:pt x="510" y="0"/>
                          </a:lnTo>
                          <a:lnTo>
                            <a:pt x="484" y="1"/>
                          </a:lnTo>
                          <a:lnTo>
                            <a:pt x="457" y="3"/>
                          </a:lnTo>
                          <a:lnTo>
                            <a:pt x="432" y="7"/>
                          </a:lnTo>
                          <a:lnTo>
                            <a:pt x="406" y="13"/>
                          </a:lnTo>
                          <a:lnTo>
                            <a:pt x="381" y="18"/>
                          </a:lnTo>
                          <a:lnTo>
                            <a:pt x="356" y="25"/>
                          </a:lnTo>
                          <a:lnTo>
                            <a:pt x="332" y="35"/>
                          </a:lnTo>
                          <a:lnTo>
                            <a:pt x="309" y="44"/>
                          </a:lnTo>
                          <a:lnTo>
                            <a:pt x="286" y="55"/>
                          </a:lnTo>
                          <a:lnTo>
                            <a:pt x="264" y="67"/>
                          </a:lnTo>
                          <a:lnTo>
                            <a:pt x="242" y="79"/>
                          </a:lnTo>
                          <a:lnTo>
                            <a:pt x="222" y="94"/>
                          </a:lnTo>
                          <a:lnTo>
                            <a:pt x="201" y="108"/>
                          </a:lnTo>
                          <a:lnTo>
                            <a:pt x="182" y="124"/>
                          </a:lnTo>
                          <a:lnTo>
                            <a:pt x="163" y="141"/>
                          </a:lnTo>
                          <a:lnTo>
                            <a:pt x="145" y="159"/>
                          </a:lnTo>
                          <a:lnTo>
                            <a:pt x="129" y="177"/>
                          </a:lnTo>
                          <a:lnTo>
                            <a:pt x="112" y="196"/>
                          </a:lnTo>
                          <a:lnTo>
                            <a:pt x="97" y="216"/>
                          </a:lnTo>
                          <a:lnTo>
                            <a:pt x="83" y="236"/>
                          </a:lnTo>
                          <a:lnTo>
                            <a:pt x="70" y="258"/>
                          </a:lnTo>
                          <a:lnTo>
                            <a:pt x="58" y="280"/>
                          </a:lnTo>
                          <a:lnTo>
                            <a:pt x="47" y="302"/>
                          </a:lnTo>
                          <a:lnTo>
                            <a:pt x="37" y="326"/>
                          </a:lnTo>
                          <a:lnTo>
                            <a:pt x="28" y="350"/>
                          </a:lnTo>
                          <a:lnTo>
                            <a:pt x="21" y="374"/>
                          </a:lnTo>
                          <a:lnTo>
                            <a:pt x="13" y="399"/>
                          </a:lnTo>
                          <a:lnTo>
                            <a:pt x="8" y="424"/>
                          </a:lnTo>
                          <a:lnTo>
                            <a:pt x="4" y="450"/>
                          </a:lnTo>
                          <a:lnTo>
                            <a:pt x="1" y="476"/>
                          </a:lnTo>
                          <a:lnTo>
                            <a:pt x="0" y="502"/>
                          </a:lnTo>
                          <a:lnTo>
                            <a:pt x="0" y="528"/>
                          </a:lnTo>
                          <a:lnTo>
                            <a:pt x="186" y="525"/>
                          </a:lnTo>
                          <a:lnTo>
                            <a:pt x="186" y="508"/>
                          </a:lnTo>
                          <a:lnTo>
                            <a:pt x="188" y="491"/>
                          </a:lnTo>
                          <a:lnTo>
                            <a:pt x="190" y="474"/>
                          </a:lnTo>
                          <a:lnTo>
                            <a:pt x="192" y="458"/>
                          </a:lnTo>
                          <a:lnTo>
                            <a:pt x="196" y="442"/>
                          </a:lnTo>
                          <a:lnTo>
                            <a:pt x="199" y="426"/>
                          </a:lnTo>
                          <a:lnTo>
                            <a:pt x="205" y="410"/>
                          </a:lnTo>
                          <a:lnTo>
                            <a:pt x="211" y="396"/>
                          </a:lnTo>
                          <a:lnTo>
                            <a:pt x="217" y="381"/>
                          </a:lnTo>
                          <a:lnTo>
                            <a:pt x="224" y="366"/>
                          </a:lnTo>
                          <a:lnTo>
                            <a:pt x="232" y="352"/>
                          </a:lnTo>
                          <a:lnTo>
                            <a:pt x="241" y="338"/>
                          </a:lnTo>
                          <a:lnTo>
                            <a:pt x="249" y="326"/>
                          </a:lnTo>
                          <a:lnTo>
                            <a:pt x="259" y="313"/>
                          </a:lnTo>
                          <a:lnTo>
                            <a:pt x="269" y="300"/>
                          </a:lnTo>
                          <a:lnTo>
                            <a:pt x="280" y="288"/>
                          </a:lnTo>
                          <a:lnTo>
                            <a:pt x="292" y="277"/>
                          </a:lnTo>
                          <a:lnTo>
                            <a:pt x="303" y="266"/>
                          </a:lnTo>
                          <a:lnTo>
                            <a:pt x="316" y="257"/>
                          </a:lnTo>
                          <a:lnTo>
                            <a:pt x="329" y="247"/>
                          </a:lnTo>
                          <a:lnTo>
                            <a:pt x="343" y="237"/>
                          </a:lnTo>
                          <a:lnTo>
                            <a:pt x="356" y="229"/>
                          </a:lnTo>
                          <a:lnTo>
                            <a:pt x="370" y="222"/>
                          </a:lnTo>
                          <a:lnTo>
                            <a:pt x="385" y="215"/>
                          </a:lnTo>
                          <a:lnTo>
                            <a:pt x="400" y="209"/>
                          </a:lnTo>
                          <a:lnTo>
                            <a:pt x="415" y="204"/>
                          </a:lnTo>
                          <a:lnTo>
                            <a:pt x="431" y="198"/>
                          </a:lnTo>
                          <a:lnTo>
                            <a:pt x="447" y="194"/>
                          </a:lnTo>
                          <a:lnTo>
                            <a:pt x="463" y="191"/>
                          </a:lnTo>
                          <a:lnTo>
                            <a:pt x="480" y="189"/>
                          </a:lnTo>
                          <a:lnTo>
                            <a:pt x="497" y="188"/>
                          </a:lnTo>
                          <a:lnTo>
                            <a:pt x="514" y="187"/>
                          </a:lnTo>
                          <a:lnTo>
                            <a:pt x="510" y="0"/>
                          </a:lnTo>
                          <a:close/>
                        </a:path>
                      </a:pathLst>
                    </a:custGeom>
                    <a:solidFill>
                      <a:srgbClr val="EF2B2F"/>
                    </a:solidFill>
                    <a:ln>
                      <a:noFill/>
                    </a:ln>
                  </p:spPr>
                  <p:txBody>
                    <a:bodyPr/>
                    <a:lstStyle/>
                    <a:p>
                      <a:pPr>
                        <a:defRPr/>
                      </a:pPr>
                      <a:endParaRPr lang="en-US" sz="1050">
                        <a:latin typeface="+mj-lt"/>
                      </a:endParaRPr>
                    </a:p>
                  </p:txBody>
                </p:sp>
                <p:sp>
                  <p:nvSpPr>
                    <p:cNvPr id="41331" name="Freeform 797">
                      <a:extLst>
                        <a:ext uri="{FF2B5EF4-FFF2-40B4-BE49-F238E27FC236}">
                          <a16:creationId xmlns="" xmlns:a16="http://schemas.microsoft.com/office/drawing/2014/main" id="{786F4844-9B16-5AD1-B482-A69236E19B6C}"/>
                        </a:ext>
                      </a:extLst>
                    </p:cNvPr>
                    <p:cNvSpPr>
                      <a:spLocks/>
                    </p:cNvSpPr>
                    <p:nvPr/>
                  </p:nvSpPr>
                  <p:spPr bwMode="auto">
                    <a:xfrm>
                      <a:off x="3199" y="3279"/>
                      <a:ext cx="145" cy="144"/>
                    </a:xfrm>
                    <a:custGeom>
                      <a:avLst/>
                      <a:gdLst>
                        <a:gd name="T0" fmla="*/ 0 w 854"/>
                        <a:gd name="T1" fmla="*/ 0 h 853"/>
                        <a:gd name="T2" fmla="*/ 0 w 854"/>
                        <a:gd name="T3" fmla="*/ 0 h 853"/>
                        <a:gd name="T4" fmla="*/ 0 w 854"/>
                        <a:gd name="T5" fmla="*/ 0 h 853"/>
                        <a:gd name="T6" fmla="*/ 0 w 854"/>
                        <a:gd name="T7" fmla="*/ 0 h 853"/>
                        <a:gd name="T8" fmla="*/ 0 w 854"/>
                        <a:gd name="T9" fmla="*/ 0 h 853"/>
                        <a:gd name="T10" fmla="*/ 0 w 854"/>
                        <a:gd name="T11" fmla="*/ 0 h 853"/>
                        <a:gd name="T12" fmla="*/ 0 w 854"/>
                        <a:gd name="T13" fmla="*/ 0 h 853"/>
                        <a:gd name="T14" fmla="*/ 0 w 854"/>
                        <a:gd name="T15" fmla="*/ 0 h 853"/>
                        <a:gd name="T16" fmla="*/ 0 w 854"/>
                        <a:gd name="T17" fmla="*/ 0 h 853"/>
                        <a:gd name="T18" fmla="*/ 0 w 854"/>
                        <a:gd name="T19" fmla="*/ 0 h 853"/>
                        <a:gd name="T20" fmla="*/ 0 w 854"/>
                        <a:gd name="T21" fmla="*/ 0 h 853"/>
                        <a:gd name="T22" fmla="*/ 0 w 854"/>
                        <a:gd name="T23" fmla="*/ 0 h 853"/>
                        <a:gd name="T24" fmla="*/ 0 w 854"/>
                        <a:gd name="T25" fmla="*/ 0 h 853"/>
                        <a:gd name="T26" fmla="*/ 0 w 854"/>
                        <a:gd name="T27" fmla="*/ 0 h 853"/>
                        <a:gd name="T28" fmla="*/ 0 w 854"/>
                        <a:gd name="T29" fmla="*/ 0 h 853"/>
                        <a:gd name="T30" fmla="*/ 0 w 854"/>
                        <a:gd name="T31" fmla="*/ 0 h 853"/>
                        <a:gd name="T32" fmla="*/ 0 w 854"/>
                        <a:gd name="T33" fmla="*/ 0 h 853"/>
                        <a:gd name="T34" fmla="*/ 0 w 854"/>
                        <a:gd name="T35" fmla="*/ 0 h 853"/>
                        <a:gd name="T36" fmla="*/ 0 w 854"/>
                        <a:gd name="T37" fmla="*/ 0 h 853"/>
                        <a:gd name="T38" fmla="*/ 0 w 854"/>
                        <a:gd name="T39" fmla="*/ 0 h 853"/>
                        <a:gd name="T40" fmla="*/ 0 w 854"/>
                        <a:gd name="T41" fmla="*/ 0 h 853"/>
                        <a:gd name="T42" fmla="*/ 0 w 854"/>
                        <a:gd name="T43" fmla="*/ 0 h 853"/>
                        <a:gd name="T44" fmla="*/ 0 w 854"/>
                        <a:gd name="T45" fmla="*/ 0 h 853"/>
                        <a:gd name="T46" fmla="*/ 0 w 854"/>
                        <a:gd name="T47" fmla="*/ 0 h 853"/>
                        <a:gd name="T48" fmla="*/ 0 w 854"/>
                        <a:gd name="T49" fmla="*/ 0 h 853"/>
                        <a:gd name="T50" fmla="*/ 0 w 854"/>
                        <a:gd name="T51" fmla="*/ 0 h 853"/>
                        <a:gd name="T52" fmla="*/ 0 w 854"/>
                        <a:gd name="T53" fmla="*/ 0 h 853"/>
                        <a:gd name="T54" fmla="*/ 0 w 854"/>
                        <a:gd name="T55" fmla="*/ 0 h 853"/>
                        <a:gd name="T56" fmla="*/ 0 w 854"/>
                        <a:gd name="T57" fmla="*/ 0 h 853"/>
                        <a:gd name="T58" fmla="*/ 0 w 854"/>
                        <a:gd name="T59" fmla="*/ 0 h 853"/>
                        <a:gd name="T60" fmla="*/ 0 w 854"/>
                        <a:gd name="T61" fmla="*/ 0 h 853"/>
                        <a:gd name="T62" fmla="*/ 0 w 854"/>
                        <a:gd name="T63" fmla="*/ 0 h 853"/>
                        <a:gd name="T64" fmla="*/ 0 w 854"/>
                        <a:gd name="T65" fmla="*/ 0 h 853"/>
                        <a:gd name="T66" fmla="*/ 0 w 854"/>
                        <a:gd name="T67" fmla="*/ 0 h 853"/>
                        <a:gd name="T68" fmla="*/ 0 w 854"/>
                        <a:gd name="T69" fmla="*/ 0 h 853"/>
                        <a:gd name="T70" fmla="*/ 0 w 854"/>
                        <a:gd name="T71" fmla="*/ 0 h 853"/>
                        <a:gd name="T72" fmla="*/ 0 w 854"/>
                        <a:gd name="T73" fmla="*/ 0 h 853"/>
                        <a:gd name="T74" fmla="*/ 0 w 854"/>
                        <a:gd name="T75" fmla="*/ 0 h 853"/>
                        <a:gd name="T76" fmla="*/ 0 w 854"/>
                        <a:gd name="T77" fmla="*/ 0 h 853"/>
                        <a:gd name="T78" fmla="*/ 0 w 854"/>
                        <a:gd name="T79" fmla="*/ 0 h 853"/>
                        <a:gd name="T80" fmla="*/ 0 w 854"/>
                        <a:gd name="T81" fmla="*/ 0 h 853"/>
                        <a:gd name="T82" fmla="*/ 0 w 854"/>
                        <a:gd name="T83" fmla="*/ 0 h 853"/>
                        <a:gd name="T84" fmla="*/ 0 w 854"/>
                        <a:gd name="T85" fmla="*/ 0 h 8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4"/>
                        <a:gd name="T130" fmla="*/ 0 h 853"/>
                        <a:gd name="T131" fmla="*/ 854 w 854"/>
                        <a:gd name="T132" fmla="*/ 853 h 8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4" h="853">
                          <a:moveTo>
                            <a:pt x="419" y="0"/>
                          </a:moveTo>
                          <a:lnTo>
                            <a:pt x="441" y="0"/>
                          </a:lnTo>
                          <a:lnTo>
                            <a:pt x="462" y="1"/>
                          </a:lnTo>
                          <a:lnTo>
                            <a:pt x="484" y="4"/>
                          </a:lnTo>
                          <a:lnTo>
                            <a:pt x="504" y="7"/>
                          </a:lnTo>
                          <a:lnTo>
                            <a:pt x="526" y="11"/>
                          </a:lnTo>
                          <a:lnTo>
                            <a:pt x="546" y="17"/>
                          </a:lnTo>
                          <a:lnTo>
                            <a:pt x="566" y="23"/>
                          </a:lnTo>
                          <a:lnTo>
                            <a:pt x="585" y="30"/>
                          </a:lnTo>
                          <a:lnTo>
                            <a:pt x="604" y="39"/>
                          </a:lnTo>
                          <a:lnTo>
                            <a:pt x="623" y="47"/>
                          </a:lnTo>
                          <a:lnTo>
                            <a:pt x="641" y="58"/>
                          </a:lnTo>
                          <a:lnTo>
                            <a:pt x="658" y="69"/>
                          </a:lnTo>
                          <a:lnTo>
                            <a:pt x="675" y="80"/>
                          </a:lnTo>
                          <a:lnTo>
                            <a:pt x="691" y="92"/>
                          </a:lnTo>
                          <a:lnTo>
                            <a:pt x="707" y="106"/>
                          </a:lnTo>
                          <a:lnTo>
                            <a:pt x="723" y="120"/>
                          </a:lnTo>
                          <a:lnTo>
                            <a:pt x="737" y="134"/>
                          </a:lnTo>
                          <a:lnTo>
                            <a:pt x="751" y="149"/>
                          </a:lnTo>
                          <a:lnTo>
                            <a:pt x="764" y="165"/>
                          </a:lnTo>
                          <a:lnTo>
                            <a:pt x="776" y="181"/>
                          </a:lnTo>
                          <a:lnTo>
                            <a:pt x="787" y="199"/>
                          </a:lnTo>
                          <a:lnTo>
                            <a:pt x="798" y="216"/>
                          </a:lnTo>
                          <a:lnTo>
                            <a:pt x="808" y="234"/>
                          </a:lnTo>
                          <a:lnTo>
                            <a:pt x="817" y="253"/>
                          </a:lnTo>
                          <a:lnTo>
                            <a:pt x="825" y="272"/>
                          </a:lnTo>
                          <a:lnTo>
                            <a:pt x="831" y="293"/>
                          </a:lnTo>
                          <a:lnTo>
                            <a:pt x="838" y="313"/>
                          </a:lnTo>
                          <a:lnTo>
                            <a:pt x="843" y="333"/>
                          </a:lnTo>
                          <a:lnTo>
                            <a:pt x="847" y="354"/>
                          </a:lnTo>
                          <a:lnTo>
                            <a:pt x="851" y="375"/>
                          </a:lnTo>
                          <a:lnTo>
                            <a:pt x="853" y="397"/>
                          </a:lnTo>
                          <a:lnTo>
                            <a:pt x="854" y="419"/>
                          </a:lnTo>
                          <a:lnTo>
                            <a:pt x="853" y="440"/>
                          </a:lnTo>
                          <a:lnTo>
                            <a:pt x="852" y="462"/>
                          </a:lnTo>
                          <a:lnTo>
                            <a:pt x="850" y="484"/>
                          </a:lnTo>
                          <a:lnTo>
                            <a:pt x="846" y="504"/>
                          </a:lnTo>
                          <a:lnTo>
                            <a:pt x="842" y="525"/>
                          </a:lnTo>
                          <a:lnTo>
                            <a:pt x="837" y="545"/>
                          </a:lnTo>
                          <a:lnTo>
                            <a:pt x="830" y="565"/>
                          </a:lnTo>
                          <a:lnTo>
                            <a:pt x="823" y="584"/>
                          </a:lnTo>
                          <a:lnTo>
                            <a:pt x="815" y="603"/>
                          </a:lnTo>
                          <a:lnTo>
                            <a:pt x="805" y="622"/>
                          </a:lnTo>
                          <a:lnTo>
                            <a:pt x="795" y="641"/>
                          </a:lnTo>
                          <a:lnTo>
                            <a:pt x="785" y="657"/>
                          </a:lnTo>
                          <a:lnTo>
                            <a:pt x="773" y="674"/>
                          </a:lnTo>
                          <a:lnTo>
                            <a:pt x="760" y="691"/>
                          </a:lnTo>
                          <a:lnTo>
                            <a:pt x="748" y="706"/>
                          </a:lnTo>
                          <a:lnTo>
                            <a:pt x="734" y="722"/>
                          </a:lnTo>
                          <a:lnTo>
                            <a:pt x="719" y="736"/>
                          </a:lnTo>
                          <a:lnTo>
                            <a:pt x="704" y="750"/>
                          </a:lnTo>
                          <a:lnTo>
                            <a:pt x="688" y="763"/>
                          </a:lnTo>
                          <a:lnTo>
                            <a:pt x="671" y="775"/>
                          </a:lnTo>
                          <a:lnTo>
                            <a:pt x="654" y="787"/>
                          </a:lnTo>
                          <a:lnTo>
                            <a:pt x="637" y="798"/>
                          </a:lnTo>
                          <a:lnTo>
                            <a:pt x="618" y="807"/>
                          </a:lnTo>
                          <a:lnTo>
                            <a:pt x="600" y="816"/>
                          </a:lnTo>
                          <a:lnTo>
                            <a:pt x="581" y="824"/>
                          </a:lnTo>
                          <a:lnTo>
                            <a:pt x="561" y="830"/>
                          </a:lnTo>
                          <a:lnTo>
                            <a:pt x="541" y="837"/>
                          </a:lnTo>
                          <a:lnTo>
                            <a:pt x="520" y="842"/>
                          </a:lnTo>
                          <a:lnTo>
                            <a:pt x="499" y="846"/>
                          </a:lnTo>
                          <a:lnTo>
                            <a:pt x="478" y="850"/>
                          </a:lnTo>
                          <a:lnTo>
                            <a:pt x="457" y="852"/>
                          </a:lnTo>
                          <a:lnTo>
                            <a:pt x="434" y="853"/>
                          </a:lnTo>
                          <a:lnTo>
                            <a:pt x="413" y="853"/>
                          </a:lnTo>
                          <a:lnTo>
                            <a:pt x="391" y="851"/>
                          </a:lnTo>
                          <a:lnTo>
                            <a:pt x="370" y="848"/>
                          </a:lnTo>
                          <a:lnTo>
                            <a:pt x="348" y="845"/>
                          </a:lnTo>
                          <a:lnTo>
                            <a:pt x="328" y="841"/>
                          </a:lnTo>
                          <a:lnTo>
                            <a:pt x="308" y="836"/>
                          </a:lnTo>
                          <a:lnTo>
                            <a:pt x="288" y="829"/>
                          </a:lnTo>
                          <a:lnTo>
                            <a:pt x="269" y="822"/>
                          </a:lnTo>
                          <a:lnTo>
                            <a:pt x="250" y="813"/>
                          </a:lnTo>
                          <a:lnTo>
                            <a:pt x="230" y="805"/>
                          </a:lnTo>
                          <a:lnTo>
                            <a:pt x="212" y="794"/>
                          </a:lnTo>
                          <a:lnTo>
                            <a:pt x="195" y="784"/>
                          </a:lnTo>
                          <a:lnTo>
                            <a:pt x="178" y="772"/>
                          </a:lnTo>
                          <a:lnTo>
                            <a:pt x="161" y="759"/>
                          </a:lnTo>
                          <a:lnTo>
                            <a:pt x="145" y="747"/>
                          </a:lnTo>
                          <a:lnTo>
                            <a:pt x="131" y="733"/>
                          </a:lnTo>
                          <a:lnTo>
                            <a:pt x="117" y="718"/>
                          </a:lnTo>
                          <a:lnTo>
                            <a:pt x="103" y="703"/>
                          </a:lnTo>
                          <a:lnTo>
                            <a:pt x="89" y="687"/>
                          </a:lnTo>
                          <a:lnTo>
                            <a:pt x="77" y="670"/>
                          </a:lnTo>
                          <a:lnTo>
                            <a:pt x="66" y="653"/>
                          </a:lnTo>
                          <a:lnTo>
                            <a:pt x="55" y="636"/>
                          </a:lnTo>
                          <a:lnTo>
                            <a:pt x="46" y="617"/>
                          </a:lnTo>
                          <a:lnTo>
                            <a:pt x="37" y="599"/>
                          </a:lnTo>
                          <a:lnTo>
                            <a:pt x="29" y="580"/>
                          </a:lnTo>
                          <a:lnTo>
                            <a:pt x="21" y="560"/>
                          </a:lnTo>
                          <a:lnTo>
                            <a:pt x="16" y="540"/>
                          </a:lnTo>
                          <a:lnTo>
                            <a:pt x="11" y="520"/>
                          </a:lnTo>
                          <a:lnTo>
                            <a:pt x="6" y="498"/>
                          </a:lnTo>
                          <a:lnTo>
                            <a:pt x="3" y="477"/>
                          </a:lnTo>
                          <a:lnTo>
                            <a:pt x="1" y="456"/>
                          </a:lnTo>
                          <a:lnTo>
                            <a:pt x="0" y="434"/>
                          </a:lnTo>
                          <a:lnTo>
                            <a:pt x="0" y="412"/>
                          </a:lnTo>
                          <a:lnTo>
                            <a:pt x="1" y="390"/>
                          </a:lnTo>
                          <a:lnTo>
                            <a:pt x="4" y="369"/>
                          </a:lnTo>
                          <a:lnTo>
                            <a:pt x="7" y="348"/>
                          </a:lnTo>
                          <a:lnTo>
                            <a:pt x="12" y="328"/>
                          </a:lnTo>
                          <a:lnTo>
                            <a:pt x="17" y="307"/>
                          </a:lnTo>
                          <a:lnTo>
                            <a:pt x="23" y="287"/>
                          </a:lnTo>
                          <a:lnTo>
                            <a:pt x="31" y="268"/>
                          </a:lnTo>
                          <a:lnTo>
                            <a:pt x="39" y="249"/>
                          </a:lnTo>
                          <a:lnTo>
                            <a:pt x="48" y="230"/>
                          </a:lnTo>
                          <a:lnTo>
                            <a:pt x="58" y="212"/>
                          </a:lnTo>
                          <a:lnTo>
                            <a:pt x="69" y="195"/>
                          </a:lnTo>
                          <a:lnTo>
                            <a:pt x="81" y="178"/>
                          </a:lnTo>
                          <a:lnTo>
                            <a:pt x="92" y="161"/>
                          </a:lnTo>
                          <a:lnTo>
                            <a:pt x="106" y="145"/>
                          </a:lnTo>
                          <a:lnTo>
                            <a:pt x="120" y="130"/>
                          </a:lnTo>
                          <a:lnTo>
                            <a:pt x="134" y="116"/>
                          </a:lnTo>
                          <a:lnTo>
                            <a:pt x="150" y="103"/>
                          </a:lnTo>
                          <a:lnTo>
                            <a:pt x="166" y="90"/>
                          </a:lnTo>
                          <a:lnTo>
                            <a:pt x="182" y="77"/>
                          </a:lnTo>
                          <a:lnTo>
                            <a:pt x="199" y="66"/>
                          </a:lnTo>
                          <a:lnTo>
                            <a:pt x="217" y="55"/>
                          </a:lnTo>
                          <a:lnTo>
                            <a:pt x="235" y="45"/>
                          </a:lnTo>
                          <a:lnTo>
                            <a:pt x="254" y="37"/>
                          </a:lnTo>
                          <a:lnTo>
                            <a:pt x="273" y="28"/>
                          </a:lnTo>
                          <a:lnTo>
                            <a:pt x="293" y="21"/>
                          </a:lnTo>
                          <a:lnTo>
                            <a:pt x="312" y="16"/>
                          </a:lnTo>
                          <a:lnTo>
                            <a:pt x="333" y="10"/>
                          </a:lnTo>
                          <a:lnTo>
                            <a:pt x="355" y="6"/>
                          </a:lnTo>
                          <a:lnTo>
                            <a:pt x="376" y="3"/>
                          </a:lnTo>
                          <a:lnTo>
                            <a:pt x="397" y="1"/>
                          </a:lnTo>
                          <a:lnTo>
                            <a:pt x="419" y="0"/>
                          </a:lnTo>
                          <a:close/>
                        </a:path>
                      </a:pathLst>
                    </a:custGeom>
                    <a:solidFill>
                      <a:srgbClr val="DC2B19"/>
                    </a:solidFill>
                    <a:ln>
                      <a:noFill/>
                    </a:ln>
                  </p:spPr>
                  <p:txBody>
                    <a:bodyPr/>
                    <a:lstStyle/>
                    <a:p>
                      <a:pPr>
                        <a:defRPr/>
                      </a:pPr>
                      <a:endParaRPr lang="en-US" sz="1050">
                        <a:latin typeface="+mj-lt"/>
                      </a:endParaRPr>
                    </a:p>
                  </p:txBody>
                </p:sp>
                <p:sp>
                  <p:nvSpPr>
                    <p:cNvPr id="41332" name="Freeform 798">
                      <a:extLst>
                        <a:ext uri="{FF2B5EF4-FFF2-40B4-BE49-F238E27FC236}">
                          <a16:creationId xmlns="" xmlns:a16="http://schemas.microsoft.com/office/drawing/2014/main" id="{989B0505-428A-E479-D13A-FE0167546D51}"/>
                        </a:ext>
                      </a:extLst>
                    </p:cNvPr>
                    <p:cNvSpPr>
                      <a:spLocks/>
                    </p:cNvSpPr>
                    <p:nvPr/>
                  </p:nvSpPr>
                  <p:spPr bwMode="auto">
                    <a:xfrm>
                      <a:off x="3269" y="3263"/>
                      <a:ext cx="88" cy="84"/>
                    </a:xfrm>
                    <a:custGeom>
                      <a:avLst/>
                      <a:gdLst>
                        <a:gd name="T0" fmla="*/ 0 w 530"/>
                        <a:gd name="T1" fmla="*/ 0 h 514"/>
                        <a:gd name="T2" fmla="*/ 0 w 530"/>
                        <a:gd name="T3" fmla="*/ 0 h 514"/>
                        <a:gd name="T4" fmla="*/ 0 w 530"/>
                        <a:gd name="T5" fmla="*/ 0 h 514"/>
                        <a:gd name="T6" fmla="*/ 0 w 530"/>
                        <a:gd name="T7" fmla="*/ 0 h 514"/>
                        <a:gd name="T8" fmla="*/ 0 w 530"/>
                        <a:gd name="T9" fmla="*/ 0 h 514"/>
                        <a:gd name="T10" fmla="*/ 0 w 530"/>
                        <a:gd name="T11" fmla="*/ 0 h 514"/>
                        <a:gd name="T12" fmla="*/ 0 w 530"/>
                        <a:gd name="T13" fmla="*/ 0 h 514"/>
                        <a:gd name="T14" fmla="*/ 0 w 530"/>
                        <a:gd name="T15" fmla="*/ 0 h 514"/>
                        <a:gd name="T16" fmla="*/ 0 w 530"/>
                        <a:gd name="T17" fmla="*/ 0 h 514"/>
                        <a:gd name="T18" fmla="*/ 0 w 530"/>
                        <a:gd name="T19" fmla="*/ 0 h 514"/>
                        <a:gd name="T20" fmla="*/ 0 w 530"/>
                        <a:gd name="T21" fmla="*/ 0 h 514"/>
                        <a:gd name="T22" fmla="*/ 0 w 530"/>
                        <a:gd name="T23" fmla="*/ 0 h 514"/>
                        <a:gd name="T24" fmla="*/ 0 w 530"/>
                        <a:gd name="T25" fmla="*/ 0 h 514"/>
                        <a:gd name="T26" fmla="*/ 0 w 530"/>
                        <a:gd name="T27" fmla="*/ 0 h 514"/>
                        <a:gd name="T28" fmla="*/ 0 w 530"/>
                        <a:gd name="T29" fmla="*/ 0 h 514"/>
                        <a:gd name="T30" fmla="*/ 0 w 530"/>
                        <a:gd name="T31" fmla="*/ 0 h 514"/>
                        <a:gd name="T32" fmla="*/ 0 w 530"/>
                        <a:gd name="T33" fmla="*/ 0 h 514"/>
                        <a:gd name="T34" fmla="*/ 0 w 530"/>
                        <a:gd name="T35" fmla="*/ 0 h 514"/>
                        <a:gd name="T36" fmla="*/ 0 w 530"/>
                        <a:gd name="T37" fmla="*/ 0 h 514"/>
                        <a:gd name="T38" fmla="*/ 0 w 530"/>
                        <a:gd name="T39" fmla="*/ 0 h 514"/>
                        <a:gd name="T40" fmla="*/ 0 w 530"/>
                        <a:gd name="T41" fmla="*/ 0 h 514"/>
                        <a:gd name="T42" fmla="*/ 0 w 530"/>
                        <a:gd name="T43" fmla="*/ 0 h 514"/>
                        <a:gd name="T44" fmla="*/ 0 w 530"/>
                        <a:gd name="T45" fmla="*/ 0 h 514"/>
                        <a:gd name="T46" fmla="*/ 0 w 530"/>
                        <a:gd name="T47" fmla="*/ 0 h 514"/>
                        <a:gd name="T48" fmla="*/ 0 w 530"/>
                        <a:gd name="T49" fmla="*/ 0 h 514"/>
                        <a:gd name="T50" fmla="*/ 0 w 530"/>
                        <a:gd name="T51" fmla="*/ 0 h 514"/>
                        <a:gd name="T52" fmla="*/ 0 w 530"/>
                        <a:gd name="T53" fmla="*/ 0 h 514"/>
                        <a:gd name="T54" fmla="*/ 0 w 530"/>
                        <a:gd name="T55" fmla="*/ 0 h 514"/>
                        <a:gd name="T56" fmla="*/ 0 w 530"/>
                        <a:gd name="T57" fmla="*/ 0 h 514"/>
                        <a:gd name="T58" fmla="*/ 0 w 530"/>
                        <a:gd name="T59" fmla="*/ 0 h 514"/>
                        <a:gd name="T60" fmla="*/ 0 w 530"/>
                        <a:gd name="T61" fmla="*/ 0 h 514"/>
                        <a:gd name="T62" fmla="*/ 0 w 530"/>
                        <a:gd name="T63" fmla="*/ 0 h 514"/>
                        <a:gd name="T64" fmla="*/ 0 w 530"/>
                        <a:gd name="T65" fmla="*/ 0 h 514"/>
                        <a:gd name="T66" fmla="*/ 0 w 530"/>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4"/>
                        <a:gd name="T104" fmla="*/ 530 w 530"/>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4">
                          <a:moveTo>
                            <a:pt x="530" y="511"/>
                          </a:moveTo>
                          <a:lnTo>
                            <a:pt x="530" y="511"/>
                          </a:lnTo>
                          <a:lnTo>
                            <a:pt x="529" y="484"/>
                          </a:lnTo>
                          <a:lnTo>
                            <a:pt x="526" y="458"/>
                          </a:lnTo>
                          <a:lnTo>
                            <a:pt x="523" y="432"/>
                          </a:lnTo>
                          <a:lnTo>
                            <a:pt x="518" y="407"/>
                          </a:lnTo>
                          <a:lnTo>
                            <a:pt x="511" y="381"/>
                          </a:lnTo>
                          <a:lnTo>
                            <a:pt x="504" y="357"/>
                          </a:lnTo>
                          <a:lnTo>
                            <a:pt x="495" y="332"/>
                          </a:lnTo>
                          <a:lnTo>
                            <a:pt x="485" y="309"/>
                          </a:lnTo>
                          <a:lnTo>
                            <a:pt x="474" y="287"/>
                          </a:lnTo>
                          <a:lnTo>
                            <a:pt x="462" y="265"/>
                          </a:lnTo>
                          <a:lnTo>
                            <a:pt x="450" y="242"/>
                          </a:lnTo>
                          <a:lnTo>
                            <a:pt x="436" y="222"/>
                          </a:lnTo>
                          <a:lnTo>
                            <a:pt x="421" y="202"/>
                          </a:lnTo>
                          <a:lnTo>
                            <a:pt x="405" y="183"/>
                          </a:lnTo>
                          <a:lnTo>
                            <a:pt x="388" y="164"/>
                          </a:lnTo>
                          <a:lnTo>
                            <a:pt x="371" y="146"/>
                          </a:lnTo>
                          <a:lnTo>
                            <a:pt x="352" y="130"/>
                          </a:lnTo>
                          <a:lnTo>
                            <a:pt x="333" y="113"/>
                          </a:lnTo>
                          <a:lnTo>
                            <a:pt x="313" y="98"/>
                          </a:lnTo>
                          <a:lnTo>
                            <a:pt x="292" y="84"/>
                          </a:lnTo>
                          <a:lnTo>
                            <a:pt x="271" y="70"/>
                          </a:lnTo>
                          <a:lnTo>
                            <a:pt x="249" y="59"/>
                          </a:lnTo>
                          <a:lnTo>
                            <a:pt x="227" y="48"/>
                          </a:lnTo>
                          <a:lnTo>
                            <a:pt x="203" y="37"/>
                          </a:lnTo>
                          <a:lnTo>
                            <a:pt x="179" y="29"/>
                          </a:lnTo>
                          <a:lnTo>
                            <a:pt x="155" y="22"/>
                          </a:lnTo>
                          <a:lnTo>
                            <a:pt x="130" y="14"/>
                          </a:lnTo>
                          <a:lnTo>
                            <a:pt x="105" y="9"/>
                          </a:lnTo>
                          <a:lnTo>
                            <a:pt x="79" y="5"/>
                          </a:lnTo>
                          <a:lnTo>
                            <a:pt x="53" y="2"/>
                          </a:lnTo>
                          <a:lnTo>
                            <a:pt x="27" y="0"/>
                          </a:lnTo>
                          <a:lnTo>
                            <a:pt x="0" y="0"/>
                          </a:lnTo>
                          <a:lnTo>
                            <a:pt x="4" y="187"/>
                          </a:lnTo>
                          <a:lnTo>
                            <a:pt x="20" y="187"/>
                          </a:lnTo>
                          <a:lnTo>
                            <a:pt x="37" y="188"/>
                          </a:lnTo>
                          <a:lnTo>
                            <a:pt x="54" y="190"/>
                          </a:lnTo>
                          <a:lnTo>
                            <a:pt x="70" y="192"/>
                          </a:lnTo>
                          <a:lnTo>
                            <a:pt x="87" y="197"/>
                          </a:lnTo>
                          <a:lnTo>
                            <a:pt x="103" y="200"/>
                          </a:lnTo>
                          <a:lnTo>
                            <a:pt x="118" y="205"/>
                          </a:lnTo>
                          <a:lnTo>
                            <a:pt x="133" y="211"/>
                          </a:lnTo>
                          <a:lnTo>
                            <a:pt x="148" y="218"/>
                          </a:lnTo>
                          <a:lnTo>
                            <a:pt x="163" y="224"/>
                          </a:lnTo>
                          <a:lnTo>
                            <a:pt x="177" y="233"/>
                          </a:lnTo>
                          <a:lnTo>
                            <a:pt x="190" y="241"/>
                          </a:lnTo>
                          <a:lnTo>
                            <a:pt x="204" y="250"/>
                          </a:lnTo>
                          <a:lnTo>
                            <a:pt x="217" y="259"/>
                          </a:lnTo>
                          <a:lnTo>
                            <a:pt x="229" y="270"/>
                          </a:lnTo>
                          <a:lnTo>
                            <a:pt x="241" y="280"/>
                          </a:lnTo>
                          <a:lnTo>
                            <a:pt x="252" y="292"/>
                          </a:lnTo>
                          <a:lnTo>
                            <a:pt x="263" y="304"/>
                          </a:lnTo>
                          <a:lnTo>
                            <a:pt x="273" y="317"/>
                          </a:lnTo>
                          <a:lnTo>
                            <a:pt x="283" y="329"/>
                          </a:lnTo>
                          <a:lnTo>
                            <a:pt x="291" y="343"/>
                          </a:lnTo>
                          <a:lnTo>
                            <a:pt x="300" y="357"/>
                          </a:lnTo>
                          <a:lnTo>
                            <a:pt x="307" y="371"/>
                          </a:lnTo>
                          <a:lnTo>
                            <a:pt x="315" y="385"/>
                          </a:lnTo>
                          <a:lnTo>
                            <a:pt x="321" y="400"/>
                          </a:lnTo>
                          <a:lnTo>
                            <a:pt x="326" y="415"/>
                          </a:lnTo>
                          <a:lnTo>
                            <a:pt x="331" y="431"/>
                          </a:lnTo>
                          <a:lnTo>
                            <a:pt x="335" y="447"/>
                          </a:lnTo>
                          <a:lnTo>
                            <a:pt x="338" y="463"/>
                          </a:lnTo>
                          <a:lnTo>
                            <a:pt x="340" y="480"/>
                          </a:lnTo>
                          <a:lnTo>
                            <a:pt x="342" y="497"/>
                          </a:lnTo>
                          <a:lnTo>
                            <a:pt x="343" y="514"/>
                          </a:lnTo>
                          <a:lnTo>
                            <a:pt x="530" y="511"/>
                          </a:lnTo>
                          <a:close/>
                        </a:path>
                      </a:pathLst>
                    </a:custGeom>
                    <a:solidFill>
                      <a:srgbClr val="EF2B2F"/>
                    </a:solidFill>
                    <a:ln>
                      <a:noFill/>
                    </a:ln>
                  </p:spPr>
                  <p:txBody>
                    <a:bodyPr/>
                    <a:lstStyle/>
                    <a:p>
                      <a:pPr>
                        <a:defRPr/>
                      </a:pPr>
                      <a:endParaRPr lang="en-US" sz="1050">
                        <a:latin typeface="+mj-lt"/>
                      </a:endParaRPr>
                    </a:p>
                  </p:txBody>
                </p:sp>
                <p:sp>
                  <p:nvSpPr>
                    <p:cNvPr id="41333" name="Freeform 799">
                      <a:extLst>
                        <a:ext uri="{FF2B5EF4-FFF2-40B4-BE49-F238E27FC236}">
                          <a16:creationId xmlns="" xmlns:a16="http://schemas.microsoft.com/office/drawing/2014/main" id="{4B9ADE48-09D5-A442-2A57-178BED2BDEA1}"/>
                        </a:ext>
                      </a:extLst>
                    </p:cNvPr>
                    <p:cNvSpPr>
                      <a:spLocks/>
                    </p:cNvSpPr>
                    <p:nvPr/>
                  </p:nvSpPr>
                  <p:spPr bwMode="auto">
                    <a:xfrm>
                      <a:off x="3274" y="3347"/>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3" y="529"/>
                          </a:moveTo>
                          <a:lnTo>
                            <a:pt x="3" y="529"/>
                          </a:lnTo>
                          <a:lnTo>
                            <a:pt x="30" y="528"/>
                          </a:lnTo>
                          <a:lnTo>
                            <a:pt x="57" y="525"/>
                          </a:lnTo>
                          <a:lnTo>
                            <a:pt x="82" y="522"/>
                          </a:lnTo>
                          <a:lnTo>
                            <a:pt x="108" y="516"/>
                          </a:lnTo>
                          <a:lnTo>
                            <a:pt x="133" y="510"/>
                          </a:lnTo>
                          <a:lnTo>
                            <a:pt x="157" y="503"/>
                          </a:lnTo>
                          <a:lnTo>
                            <a:pt x="181" y="494"/>
                          </a:lnTo>
                          <a:lnTo>
                            <a:pt x="205" y="483"/>
                          </a:lnTo>
                          <a:lnTo>
                            <a:pt x="228" y="473"/>
                          </a:lnTo>
                          <a:lnTo>
                            <a:pt x="250" y="461"/>
                          </a:lnTo>
                          <a:lnTo>
                            <a:pt x="271" y="448"/>
                          </a:lnTo>
                          <a:lnTo>
                            <a:pt x="292" y="435"/>
                          </a:lnTo>
                          <a:lnTo>
                            <a:pt x="312" y="420"/>
                          </a:lnTo>
                          <a:lnTo>
                            <a:pt x="332" y="404"/>
                          </a:lnTo>
                          <a:lnTo>
                            <a:pt x="351" y="387"/>
                          </a:lnTo>
                          <a:lnTo>
                            <a:pt x="368" y="370"/>
                          </a:lnTo>
                          <a:lnTo>
                            <a:pt x="385" y="351"/>
                          </a:lnTo>
                          <a:lnTo>
                            <a:pt x="401" y="332"/>
                          </a:lnTo>
                          <a:lnTo>
                            <a:pt x="415" y="313"/>
                          </a:lnTo>
                          <a:lnTo>
                            <a:pt x="430" y="291"/>
                          </a:lnTo>
                          <a:lnTo>
                            <a:pt x="443" y="270"/>
                          </a:lnTo>
                          <a:lnTo>
                            <a:pt x="456" y="248"/>
                          </a:lnTo>
                          <a:lnTo>
                            <a:pt x="466" y="226"/>
                          </a:lnTo>
                          <a:lnTo>
                            <a:pt x="477" y="202"/>
                          </a:lnTo>
                          <a:lnTo>
                            <a:pt x="486" y="179"/>
                          </a:lnTo>
                          <a:lnTo>
                            <a:pt x="493" y="155"/>
                          </a:lnTo>
                          <a:lnTo>
                            <a:pt x="500" y="129"/>
                          </a:lnTo>
                          <a:lnTo>
                            <a:pt x="505" y="105"/>
                          </a:lnTo>
                          <a:lnTo>
                            <a:pt x="509" y="78"/>
                          </a:lnTo>
                          <a:lnTo>
                            <a:pt x="512" y="53"/>
                          </a:lnTo>
                          <a:lnTo>
                            <a:pt x="514" y="26"/>
                          </a:lnTo>
                          <a:lnTo>
                            <a:pt x="514" y="0"/>
                          </a:lnTo>
                          <a:lnTo>
                            <a:pt x="327" y="3"/>
                          </a:lnTo>
                          <a:lnTo>
                            <a:pt x="326" y="20"/>
                          </a:lnTo>
                          <a:lnTo>
                            <a:pt x="325" y="37"/>
                          </a:lnTo>
                          <a:lnTo>
                            <a:pt x="324" y="54"/>
                          </a:lnTo>
                          <a:lnTo>
                            <a:pt x="321" y="70"/>
                          </a:lnTo>
                          <a:lnTo>
                            <a:pt x="318" y="87"/>
                          </a:lnTo>
                          <a:lnTo>
                            <a:pt x="314" y="103"/>
                          </a:lnTo>
                          <a:lnTo>
                            <a:pt x="309" y="117"/>
                          </a:lnTo>
                          <a:lnTo>
                            <a:pt x="303" y="132"/>
                          </a:lnTo>
                          <a:lnTo>
                            <a:pt x="297" y="147"/>
                          </a:lnTo>
                          <a:lnTo>
                            <a:pt x="289" y="162"/>
                          </a:lnTo>
                          <a:lnTo>
                            <a:pt x="282" y="177"/>
                          </a:lnTo>
                          <a:lnTo>
                            <a:pt x="273" y="190"/>
                          </a:lnTo>
                          <a:lnTo>
                            <a:pt x="265" y="203"/>
                          </a:lnTo>
                          <a:lnTo>
                            <a:pt x="254" y="216"/>
                          </a:lnTo>
                          <a:lnTo>
                            <a:pt x="245" y="228"/>
                          </a:lnTo>
                          <a:lnTo>
                            <a:pt x="233" y="240"/>
                          </a:lnTo>
                          <a:lnTo>
                            <a:pt x="222" y="251"/>
                          </a:lnTo>
                          <a:lnTo>
                            <a:pt x="211" y="262"/>
                          </a:lnTo>
                          <a:lnTo>
                            <a:pt x="198" y="272"/>
                          </a:lnTo>
                          <a:lnTo>
                            <a:pt x="185" y="282"/>
                          </a:lnTo>
                          <a:lnTo>
                            <a:pt x="171" y="290"/>
                          </a:lnTo>
                          <a:lnTo>
                            <a:pt x="157" y="299"/>
                          </a:lnTo>
                          <a:lnTo>
                            <a:pt x="144" y="306"/>
                          </a:lnTo>
                          <a:lnTo>
                            <a:pt x="129" y="314"/>
                          </a:lnTo>
                          <a:lnTo>
                            <a:pt x="114" y="320"/>
                          </a:lnTo>
                          <a:lnTo>
                            <a:pt x="99" y="325"/>
                          </a:lnTo>
                          <a:lnTo>
                            <a:pt x="83" y="330"/>
                          </a:lnTo>
                          <a:lnTo>
                            <a:pt x="67" y="334"/>
                          </a:lnTo>
                          <a:lnTo>
                            <a:pt x="50" y="337"/>
                          </a:lnTo>
                          <a:lnTo>
                            <a:pt x="34" y="339"/>
                          </a:lnTo>
                          <a:lnTo>
                            <a:pt x="17" y="341"/>
                          </a:lnTo>
                          <a:lnTo>
                            <a:pt x="0" y="342"/>
                          </a:lnTo>
                          <a:lnTo>
                            <a:pt x="3" y="529"/>
                          </a:lnTo>
                          <a:close/>
                        </a:path>
                      </a:pathLst>
                    </a:custGeom>
                    <a:solidFill>
                      <a:srgbClr val="EF2B2F"/>
                    </a:solidFill>
                    <a:ln>
                      <a:noFill/>
                    </a:ln>
                  </p:spPr>
                  <p:txBody>
                    <a:bodyPr/>
                    <a:lstStyle/>
                    <a:p>
                      <a:pPr>
                        <a:defRPr/>
                      </a:pPr>
                      <a:endParaRPr lang="en-US" sz="1050">
                        <a:latin typeface="+mj-lt"/>
                      </a:endParaRPr>
                    </a:p>
                  </p:txBody>
                </p:sp>
                <p:sp>
                  <p:nvSpPr>
                    <p:cNvPr id="41334" name="Freeform 800">
                      <a:extLst>
                        <a:ext uri="{FF2B5EF4-FFF2-40B4-BE49-F238E27FC236}">
                          <a16:creationId xmlns="" xmlns:a16="http://schemas.microsoft.com/office/drawing/2014/main" id="{2D3B59DE-2E29-8C3F-2739-8E9F91B04D96}"/>
                        </a:ext>
                      </a:extLst>
                    </p:cNvPr>
                    <p:cNvSpPr>
                      <a:spLocks/>
                    </p:cNvSpPr>
                    <p:nvPr/>
                  </p:nvSpPr>
                  <p:spPr bwMode="auto">
                    <a:xfrm>
                      <a:off x="3186" y="3351"/>
                      <a:ext cx="88" cy="84"/>
                    </a:xfrm>
                    <a:custGeom>
                      <a:avLst/>
                      <a:gdLst>
                        <a:gd name="T0" fmla="*/ 0 w 530"/>
                        <a:gd name="T1" fmla="*/ 0 h 513"/>
                        <a:gd name="T2" fmla="*/ 0 w 530"/>
                        <a:gd name="T3" fmla="*/ 0 h 513"/>
                        <a:gd name="T4" fmla="*/ 0 w 530"/>
                        <a:gd name="T5" fmla="*/ 0 h 513"/>
                        <a:gd name="T6" fmla="*/ 0 w 530"/>
                        <a:gd name="T7" fmla="*/ 0 h 513"/>
                        <a:gd name="T8" fmla="*/ 0 w 530"/>
                        <a:gd name="T9" fmla="*/ 0 h 513"/>
                        <a:gd name="T10" fmla="*/ 0 w 530"/>
                        <a:gd name="T11" fmla="*/ 0 h 513"/>
                        <a:gd name="T12" fmla="*/ 0 w 530"/>
                        <a:gd name="T13" fmla="*/ 0 h 513"/>
                        <a:gd name="T14" fmla="*/ 0 w 530"/>
                        <a:gd name="T15" fmla="*/ 0 h 513"/>
                        <a:gd name="T16" fmla="*/ 0 w 530"/>
                        <a:gd name="T17" fmla="*/ 0 h 513"/>
                        <a:gd name="T18" fmla="*/ 0 w 530"/>
                        <a:gd name="T19" fmla="*/ 0 h 513"/>
                        <a:gd name="T20" fmla="*/ 0 w 530"/>
                        <a:gd name="T21" fmla="*/ 0 h 513"/>
                        <a:gd name="T22" fmla="*/ 0 w 530"/>
                        <a:gd name="T23" fmla="*/ 0 h 513"/>
                        <a:gd name="T24" fmla="*/ 0 w 530"/>
                        <a:gd name="T25" fmla="*/ 0 h 513"/>
                        <a:gd name="T26" fmla="*/ 0 w 530"/>
                        <a:gd name="T27" fmla="*/ 0 h 513"/>
                        <a:gd name="T28" fmla="*/ 0 w 530"/>
                        <a:gd name="T29" fmla="*/ 0 h 513"/>
                        <a:gd name="T30" fmla="*/ 0 w 530"/>
                        <a:gd name="T31" fmla="*/ 0 h 513"/>
                        <a:gd name="T32" fmla="*/ 0 w 530"/>
                        <a:gd name="T33" fmla="*/ 0 h 513"/>
                        <a:gd name="T34" fmla="*/ 0 w 530"/>
                        <a:gd name="T35" fmla="*/ 0 h 513"/>
                        <a:gd name="T36" fmla="*/ 0 w 530"/>
                        <a:gd name="T37" fmla="*/ 0 h 513"/>
                        <a:gd name="T38" fmla="*/ 0 w 530"/>
                        <a:gd name="T39" fmla="*/ 0 h 513"/>
                        <a:gd name="T40" fmla="*/ 0 w 530"/>
                        <a:gd name="T41" fmla="*/ 0 h 513"/>
                        <a:gd name="T42" fmla="*/ 0 w 530"/>
                        <a:gd name="T43" fmla="*/ 0 h 513"/>
                        <a:gd name="T44" fmla="*/ 0 w 530"/>
                        <a:gd name="T45" fmla="*/ 0 h 513"/>
                        <a:gd name="T46" fmla="*/ 0 w 530"/>
                        <a:gd name="T47" fmla="*/ 0 h 513"/>
                        <a:gd name="T48" fmla="*/ 0 w 530"/>
                        <a:gd name="T49" fmla="*/ 0 h 513"/>
                        <a:gd name="T50" fmla="*/ 0 w 530"/>
                        <a:gd name="T51" fmla="*/ 0 h 513"/>
                        <a:gd name="T52" fmla="*/ 0 w 530"/>
                        <a:gd name="T53" fmla="*/ 0 h 513"/>
                        <a:gd name="T54" fmla="*/ 0 w 530"/>
                        <a:gd name="T55" fmla="*/ 0 h 513"/>
                        <a:gd name="T56" fmla="*/ 0 w 530"/>
                        <a:gd name="T57" fmla="*/ 0 h 513"/>
                        <a:gd name="T58" fmla="*/ 0 w 530"/>
                        <a:gd name="T59" fmla="*/ 0 h 513"/>
                        <a:gd name="T60" fmla="*/ 0 w 530"/>
                        <a:gd name="T61" fmla="*/ 0 h 513"/>
                        <a:gd name="T62" fmla="*/ 0 w 530"/>
                        <a:gd name="T63" fmla="*/ 0 h 513"/>
                        <a:gd name="T64" fmla="*/ 0 w 530"/>
                        <a:gd name="T65" fmla="*/ 0 h 513"/>
                        <a:gd name="T66" fmla="*/ 0 w 530"/>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3"/>
                        <a:gd name="T104" fmla="*/ 530 w 530"/>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3">
                          <a:moveTo>
                            <a:pt x="0" y="3"/>
                          </a:moveTo>
                          <a:lnTo>
                            <a:pt x="0" y="3"/>
                          </a:lnTo>
                          <a:lnTo>
                            <a:pt x="2" y="29"/>
                          </a:lnTo>
                          <a:lnTo>
                            <a:pt x="4" y="56"/>
                          </a:lnTo>
                          <a:lnTo>
                            <a:pt x="8" y="81"/>
                          </a:lnTo>
                          <a:lnTo>
                            <a:pt x="13" y="107"/>
                          </a:lnTo>
                          <a:lnTo>
                            <a:pt x="20" y="132"/>
                          </a:lnTo>
                          <a:lnTo>
                            <a:pt x="27" y="157"/>
                          </a:lnTo>
                          <a:lnTo>
                            <a:pt x="36" y="180"/>
                          </a:lnTo>
                          <a:lnTo>
                            <a:pt x="45" y="204"/>
                          </a:lnTo>
                          <a:lnTo>
                            <a:pt x="56" y="227"/>
                          </a:lnTo>
                          <a:lnTo>
                            <a:pt x="68" y="249"/>
                          </a:lnTo>
                          <a:lnTo>
                            <a:pt x="81" y="271"/>
                          </a:lnTo>
                          <a:lnTo>
                            <a:pt x="95" y="291"/>
                          </a:lnTo>
                          <a:lnTo>
                            <a:pt x="110" y="311"/>
                          </a:lnTo>
                          <a:lnTo>
                            <a:pt x="126" y="331"/>
                          </a:lnTo>
                          <a:lnTo>
                            <a:pt x="142" y="350"/>
                          </a:lnTo>
                          <a:lnTo>
                            <a:pt x="160" y="367"/>
                          </a:lnTo>
                          <a:lnTo>
                            <a:pt x="178" y="384"/>
                          </a:lnTo>
                          <a:lnTo>
                            <a:pt x="197" y="400"/>
                          </a:lnTo>
                          <a:lnTo>
                            <a:pt x="217" y="414"/>
                          </a:lnTo>
                          <a:lnTo>
                            <a:pt x="238" y="429"/>
                          </a:lnTo>
                          <a:lnTo>
                            <a:pt x="260" y="442"/>
                          </a:lnTo>
                          <a:lnTo>
                            <a:pt x="281" y="455"/>
                          </a:lnTo>
                          <a:lnTo>
                            <a:pt x="304" y="465"/>
                          </a:lnTo>
                          <a:lnTo>
                            <a:pt x="328" y="476"/>
                          </a:lnTo>
                          <a:lnTo>
                            <a:pt x="351" y="484"/>
                          </a:lnTo>
                          <a:lnTo>
                            <a:pt x="375" y="492"/>
                          </a:lnTo>
                          <a:lnTo>
                            <a:pt x="400" y="499"/>
                          </a:lnTo>
                          <a:lnTo>
                            <a:pt x="425" y="504"/>
                          </a:lnTo>
                          <a:lnTo>
                            <a:pt x="451" y="508"/>
                          </a:lnTo>
                          <a:lnTo>
                            <a:pt x="477" y="511"/>
                          </a:lnTo>
                          <a:lnTo>
                            <a:pt x="504" y="513"/>
                          </a:lnTo>
                          <a:lnTo>
                            <a:pt x="530" y="513"/>
                          </a:lnTo>
                          <a:lnTo>
                            <a:pt x="527" y="326"/>
                          </a:lnTo>
                          <a:lnTo>
                            <a:pt x="509" y="325"/>
                          </a:lnTo>
                          <a:lnTo>
                            <a:pt x="492" y="324"/>
                          </a:lnTo>
                          <a:lnTo>
                            <a:pt x="476" y="323"/>
                          </a:lnTo>
                          <a:lnTo>
                            <a:pt x="459" y="320"/>
                          </a:lnTo>
                          <a:lnTo>
                            <a:pt x="443" y="317"/>
                          </a:lnTo>
                          <a:lnTo>
                            <a:pt x="427" y="313"/>
                          </a:lnTo>
                          <a:lnTo>
                            <a:pt x="411" y="308"/>
                          </a:lnTo>
                          <a:lnTo>
                            <a:pt x="397" y="302"/>
                          </a:lnTo>
                          <a:lnTo>
                            <a:pt x="382" y="296"/>
                          </a:lnTo>
                          <a:lnTo>
                            <a:pt x="368" y="288"/>
                          </a:lnTo>
                          <a:lnTo>
                            <a:pt x="354" y="281"/>
                          </a:lnTo>
                          <a:lnTo>
                            <a:pt x="339" y="272"/>
                          </a:lnTo>
                          <a:lnTo>
                            <a:pt x="327" y="264"/>
                          </a:lnTo>
                          <a:lnTo>
                            <a:pt x="314" y="254"/>
                          </a:lnTo>
                          <a:lnTo>
                            <a:pt x="302" y="244"/>
                          </a:lnTo>
                          <a:lnTo>
                            <a:pt x="289" y="233"/>
                          </a:lnTo>
                          <a:lnTo>
                            <a:pt x="279" y="221"/>
                          </a:lnTo>
                          <a:lnTo>
                            <a:pt x="268" y="210"/>
                          </a:lnTo>
                          <a:lnTo>
                            <a:pt x="258" y="197"/>
                          </a:lnTo>
                          <a:lnTo>
                            <a:pt x="248" y="184"/>
                          </a:lnTo>
                          <a:lnTo>
                            <a:pt x="239" y="170"/>
                          </a:lnTo>
                          <a:lnTo>
                            <a:pt x="231" y="157"/>
                          </a:lnTo>
                          <a:lnTo>
                            <a:pt x="224" y="143"/>
                          </a:lnTo>
                          <a:lnTo>
                            <a:pt x="216" y="128"/>
                          </a:lnTo>
                          <a:lnTo>
                            <a:pt x="210" y="113"/>
                          </a:lnTo>
                          <a:lnTo>
                            <a:pt x="204" y="98"/>
                          </a:lnTo>
                          <a:lnTo>
                            <a:pt x="199" y="82"/>
                          </a:lnTo>
                          <a:lnTo>
                            <a:pt x="196" y="66"/>
                          </a:lnTo>
                          <a:lnTo>
                            <a:pt x="193" y="49"/>
                          </a:lnTo>
                          <a:lnTo>
                            <a:pt x="190" y="34"/>
                          </a:lnTo>
                          <a:lnTo>
                            <a:pt x="188"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335" name="Freeform 801">
                      <a:extLst>
                        <a:ext uri="{FF2B5EF4-FFF2-40B4-BE49-F238E27FC236}">
                          <a16:creationId xmlns="" xmlns:a16="http://schemas.microsoft.com/office/drawing/2014/main" id="{98A5A264-853C-7516-1A4A-6BD3BEDED0D6}"/>
                        </a:ext>
                      </a:extLst>
                    </p:cNvPr>
                    <p:cNvSpPr>
                      <a:spLocks/>
                    </p:cNvSpPr>
                    <p:nvPr/>
                  </p:nvSpPr>
                  <p:spPr bwMode="auto">
                    <a:xfrm>
                      <a:off x="3186" y="3263"/>
                      <a:ext cx="84" cy="88"/>
                    </a:xfrm>
                    <a:custGeom>
                      <a:avLst/>
                      <a:gdLst>
                        <a:gd name="T0" fmla="*/ 0 w 515"/>
                        <a:gd name="T1" fmla="*/ 0 h 530"/>
                        <a:gd name="T2" fmla="*/ 0 w 515"/>
                        <a:gd name="T3" fmla="*/ 0 h 530"/>
                        <a:gd name="T4" fmla="*/ 0 w 515"/>
                        <a:gd name="T5" fmla="*/ 0 h 530"/>
                        <a:gd name="T6" fmla="*/ 0 w 515"/>
                        <a:gd name="T7" fmla="*/ 0 h 530"/>
                        <a:gd name="T8" fmla="*/ 0 w 515"/>
                        <a:gd name="T9" fmla="*/ 0 h 530"/>
                        <a:gd name="T10" fmla="*/ 0 w 515"/>
                        <a:gd name="T11" fmla="*/ 0 h 530"/>
                        <a:gd name="T12" fmla="*/ 0 w 515"/>
                        <a:gd name="T13" fmla="*/ 0 h 530"/>
                        <a:gd name="T14" fmla="*/ 0 w 515"/>
                        <a:gd name="T15" fmla="*/ 0 h 530"/>
                        <a:gd name="T16" fmla="*/ 0 w 515"/>
                        <a:gd name="T17" fmla="*/ 0 h 530"/>
                        <a:gd name="T18" fmla="*/ 0 w 515"/>
                        <a:gd name="T19" fmla="*/ 0 h 530"/>
                        <a:gd name="T20" fmla="*/ 0 w 515"/>
                        <a:gd name="T21" fmla="*/ 0 h 530"/>
                        <a:gd name="T22" fmla="*/ 0 w 515"/>
                        <a:gd name="T23" fmla="*/ 0 h 530"/>
                        <a:gd name="T24" fmla="*/ 0 w 515"/>
                        <a:gd name="T25" fmla="*/ 0 h 530"/>
                        <a:gd name="T26" fmla="*/ 0 w 515"/>
                        <a:gd name="T27" fmla="*/ 0 h 530"/>
                        <a:gd name="T28" fmla="*/ 0 w 515"/>
                        <a:gd name="T29" fmla="*/ 0 h 530"/>
                        <a:gd name="T30" fmla="*/ 0 w 515"/>
                        <a:gd name="T31" fmla="*/ 0 h 530"/>
                        <a:gd name="T32" fmla="*/ 0 w 515"/>
                        <a:gd name="T33" fmla="*/ 0 h 530"/>
                        <a:gd name="T34" fmla="*/ 0 w 515"/>
                        <a:gd name="T35" fmla="*/ 0 h 530"/>
                        <a:gd name="T36" fmla="*/ 0 w 515"/>
                        <a:gd name="T37" fmla="*/ 0 h 530"/>
                        <a:gd name="T38" fmla="*/ 0 w 515"/>
                        <a:gd name="T39" fmla="*/ 0 h 530"/>
                        <a:gd name="T40" fmla="*/ 0 w 515"/>
                        <a:gd name="T41" fmla="*/ 0 h 530"/>
                        <a:gd name="T42" fmla="*/ 0 w 515"/>
                        <a:gd name="T43" fmla="*/ 0 h 530"/>
                        <a:gd name="T44" fmla="*/ 0 w 515"/>
                        <a:gd name="T45" fmla="*/ 0 h 530"/>
                        <a:gd name="T46" fmla="*/ 0 w 515"/>
                        <a:gd name="T47" fmla="*/ 0 h 530"/>
                        <a:gd name="T48" fmla="*/ 0 w 515"/>
                        <a:gd name="T49" fmla="*/ 0 h 530"/>
                        <a:gd name="T50" fmla="*/ 0 w 515"/>
                        <a:gd name="T51" fmla="*/ 0 h 530"/>
                        <a:gd name="T52" fmla="*/ 0 w 515"/>
                        <a:gd name="T53" fmla="*/ 0 h 530"/>
                        <a:gd name="T54" fmla="*/ 0 w 515"/>
                        <a:gd name="T55" fmla="*/ 0 h 530"/>
                        <a:gd name="T56" fmla="*/ 0 w 515"/>
                        <a:gd name="T57" fmla="*/ 0 h 530"/>
                        <a:gd name="T58" fmla="*/ 0 w 515"/>
                        <a:gd name="T59" fmla="*/ 0 h 530"/>
                        <a:gd name="T60" fmla="*/ 0 w 515"/>
                        <a:gd name="T61" fmla="*/ 0 h 530"/>
                        <a:gd name="T62" fmla="*/ 0 w 515"/>
                        <a:gd name="T63" fmla="*/ 0 h 530"/>
                        <a:gd name="T64" fmla="*/ 0 w 515"/>
                        <a:gd name="T65" fmla="*/ 0 h 530"/>
                        <a:gd name="T66" fmla="*/ 0 w 515"/>
                        <a:gd name="T67" fmla="*/ 0 h 5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5"/>
                        <a:gd name="T103" fmla="*/ 0 h 530"/>
                        <a:gd name="T104" fmla="*/ 515 w 515"/>
                        <a:gd name="T105" fmla="*/ 530 h 5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5" h="530">
                          <a:moveTo>
                            <a:pt x="511" y="0"/>
                          </a:moveTo>
                          <a:lnTo>
                            <a:pt x="511" y="0"/>
                          </a:lnTo>
                          <a:lnTo>
                            <a:pt x="485" y="1"/>
                          </a:lnTo>
                          <a:lnTo>
                            <a:pt x="458" y="4"/>
                          </a:lnTo>
                          <a:lnTo>
                            <a:pt x="433" y="8"/>
                          </a:lnTo>
                          <a:lnTo>
                            <a:pt x="407" y="13"/>
                          </a:lnTo>
                          <a:lnTo>
                            <a:pt x="382" y="19"/>
                          </a:lnTo>
                          <a:lnTo>
                            <a:pt x="357" y="27"/>
                          </a:lnTo>
                          <a:lnTo>
                            <a:pt x="333" y="35"/>
                          </a:lnTo>
                          <a:lnTo>
                            <a:pt x="310" y="45"/>
                          </a:lnTo>
                          <a:lnTo>
                            <a:pt x="287" y="56"/>
                          </a:lnTo>
                          <a:lnTo>
                            <a:pt x="265" y="68"/>
                          </a:lnTo>
                          <a:lnTo>
                            <a:pt x="243" y="81"/>
                          </a:lnTo>
                          <a:lnTo>
                            <a:pt x="222" y="95"/>
                          </a:lnTo>
                          <a:lnTo>
                            <a:pt x="202" y="110"/>
                          </a:lnTo>
                          <a:lnTo>
                            <a:pt x="183" y="126"/>
                          </a:lnTo>
                          <a:lnTo>
                            <a:pt x="164" y="143"/>
                          </a:lnTo>
                          <a:lnTo>
                            <a:pt x="146" y="160"/>
                          </a:lnTo>
                          <a:lnTo>
                            <a:pt x="129" y="179"/>
                          </a:lnTo>
                          <a:lnTo>
                            <a:pt x="113" y="197"/>
                          </a:lnTo>
                          <a:lnTo>
                            <a:pt x="98" y="217"/>
                          </a:lnTo>
                          <a:lnTo>
                            <a:pt x="84" y="238"/>
                          </a:lnTo>
                          <a:lnTo>
                            <a:pt x="71" y="259"/>
                          </a:lnTo>
                          <a:lnTo>
                            <a:pt x="59" y="282"/>
                          </a:lnTo>
                          <a:lnTo>
                            <a:pt x="48" y="304"/>
                          </a:lnTo>
                          <a:lnTo>
                            <a:pt x="38" y="327"/>
                          </a:lnTo>
                          <a:lnTo>
                            <a:pt x="29" y="350"/>
                          </a:lnTo>
                          <a:lnTo>
                            <a:pt x="22" y="375"/>
                          </a:lnTo>
                          <a:lnTo>
                            <a:pt x="14" y="400"/>
                          </a:lnTo>
                          <a:lnTo>
                            <a:pt x="9" y="425"/>
                          </a:lnTo>
                          <a:lnTo>
                            <a:pt x="5" y="450"/>
                          </a:lnTo>
                          <a:lnTo>
                            <a:pt x="2" y="477"/>
                          </a:lnTo>
                          <a:lnTo>
                            <a:pt x="0" y="503"/>
                          </a:lnTo>
                          <a:lnTo>
                            <a:pt x="0" y="530"/>
                          </a:lnTo>
                          <a:lnTo>
                            <a:pt x="187" y="527"/>
                          </a:lnTo>
                          <a:lnTo>
                            <a:pt x="187" y="509"/>
                          </a:lnTo>
                          <a:lnTo>
                            <a:pt x="188" y="492"/>
                          </a:lnTo>
                          <a:lnTo>
                            <a:pt x="191" y="476"/>
                          </a:lnTo>
                          <a:lnTo>
                            <a:pt x="193" y="459"/>
                          </a:lnTo>
                          <a:lnTo>
                            <a:pt x="197" y="443"/>
                          </a:lnTo>
                          <a:lnTo>
                            <a:pt x="200" y="427"/>
                          </a:lnTo>
                          <a:lnTo>
                            <a:pt x="205" y="412"/>
                          </a:lnTo>
                          <a:lnTo>
                            <a:pt x="212" y="396"/>
                          </a:lnTo>
                          <a:lnTo>
                            <a:pt x="218" y="381"/>
                          </a:lnTo>
                          <a:lnTo>
                            <a:pt x="225" y="367"/>
                          </a:lnTo>
                          <a:lnTo>
                            <a:pt x="233" y="354"/>
                          </a:lnTo>
                          <a:lnTo>
                            <a:pt x="241" y="340"/>
                          </a:lnTo>
                          <a:lnTo>
                            <a:pt x="250" y="326"/>
                          </a:lnTo>
                          <a:lnTo>
                            <a:pt x="260" y="313"/>
                          </a:lnTo>
                          <a:lnTo>
                            <a:pt x="270" y="301"/>
                          </a:lnTo>
                          <a:lnTo>
                            <a:pt x="281" y="289"/>
                          </a:lnTo>
                          <a:lnTo>
                            <a:pt x="293" y="278"/>
                          </a:lnTo>
                          <a:lnTo>
                            <a:pt x="304" y="268"/>
                          </a:lnTo>
                          <a:lnTo>
                            <a:pt x="317" y="257"/>
                          </a:lnTo>
                          <a:lnTo>
                            <a:pt x="330" y="248"/>
                          </a:lnTo>
                          <a:lnTo>
                            <a:pt x="344" y="239"/>
                          </a:lnTo>
                          <a:lnTo>
                            <a:pt x="357" y="231"/>
                          </a:lnTo>
                          <a:lnTo>
                            <a:pt x="371" y="223"/>
                          </a:lnTo>
                          <a:lnTo>
                            <a:pt x="386" y="216"/>
                          </a:lnTo>
                          <a:lnTo>
                            <a:pt x="401" y="209"/>
                          </a:lnTo>
                          <a:lnTo>
                            <a:pt x="416" y="204"/>
                          </a:lnTo>
                          <a:lnTo>
                            <a:pt x="432" y="199"/>
                          </a:lnTo>
                          <a:lnTo>
                            <a:pt x="448" y="196"/>
                          </a:lnTo>
                          <a:lnTo>
                            <a:pt x="464" y="192"/>
                          </a:lnTo>
                          <a:lnTo>
                            <a:pt x="481" y="189"/>
                          </a:lnTo>
                          <a:lnTo>
                            <a:pt x="498" y="188"/>
                          </a:lnTo>
                          <a:lnTo>
                            <a:pt x="515" y="187"/>
                          </a:lnTo>
                          <a:lnTo>
                            <a:pt x="511" y="0"/>
                          </a:lnTo>
                          <a:close/>
                        </a:path>
                      </a:pathLst>
                    </a:custGeom>
                    <a:solidFill>
                      <a:srgbClr val="EF2B2F"/>
                    </a:solidFill>
                    <a:ln>
                      <a:noFill/>
                    </a:ln>
                  </p:spPr>
                  <p:txBody>
                    <a:bodyPr/>
                    <a:lstStyle/>
                    <a:p>
                      <a:pPr>
                        <a:defRPr/>
                      </a:pPr>
                      <a:endParaRPr lang="en-US" sz="1050">
                        <a:latin typeface="+mj-lt"/>
                      </a:endParaRPr>
                    </a:p>
                  </p:txBody>
                </p:sp>
                <p:sp>
                  <p:nvSpPr>
                    <p:cNvPr id="41336" name="Freeform 802">
                      <a:extLst>
                        <a:ext uri="{FF2B5EF4-FFF2-40B4-BE49-F238E27FC236}">
                          <a16:creationId xmlns="" xmlns:a16="http://schemas.microsoft.com/office/drawing/2014/main" id="{81FDF789-A1EC-87F5-46F1-7D3000AF9F2C}"/>
                        </a:ext>
                      </a:extLst>
                    </p:cNvPr>
                    <p:cNvSpPr>
                      <a:spLocks/>
                    </p:cNvSpPr>
                    <p:nvPr/>
                  </p:nvSpPr>
                  <p:spPr bwMode="auto">
                    <a:xfrm>
                      <a:off x="3217" y="3139"/>
                      <a:ext cx="141" cy="144"/>
                    </a:xfrm>
                    <a:custGeom>
                      <a:avLst/>
                      <a:gdLst>
                        <a:gd name="T0" fmla="*/ 0 w 853"/>
                        <a:gd name="T1" fmla="*/ 0 h 852"/>
                        <a:gd name="T2" fmla="*/ 0 w 853"/>
                        <a:gd name="T3" fmla="*/ 0 h 852"/>
                        <a:gd name="T4" fmla="*/ 0 w 853"/>
                        <a:gd name="T5" fmla="*/ 0 h 852"/>
                        <a:gd name="T6" fmla="*/ 0 w 853"/>
                        <a:gd name="T7" fmla="*/ 0 h 852"/>
                        <a:gd name="T8" fmla="*/ 0 w 853"/>
                        <a:gd name="T9" fmla="*/ 0 h 852"/>
                        <a:gd name="T10" fmla="*/ 0 w 853"/>
                        <a:gd name="T11" fmla="*/ 0 h 852"/>
                        <a:gd name="T12" fmla="*/ 0 w 853"/>
                        <a:gd name="T13" fmla="*/ 0 h 852"/>
                        <a:gd name="T14" fmla="*/ 0 w 853"/>
                        <a:gd name="T15" fmla="*/ 0 h 852"/>
                        <a:gd name="T16" fmla="*/ 0 w 853"/>
                        <a:gd name="T17" fmla="*/ 0 h 852"/>
                        <a:gd name="T18" fmla="*/ 0 w 853"/>
                        <a:gd name="T19" fmla="*/ 0 h 852"/>
                        <a:gd name="T20" fmla="*/ 0 w 853"/>
                        <a:gd name="T21" fmla="*/ 0 h 852"/>
                        <a:gd name="T22" fmla="*/ 0 w 853"/>
                        <a:gd name="T23" fmla="*/ 0 h 852"/>
                        <a:gd name="T24" fmla="*/ 0 w 853"/>
                        <a:gd name="T25" fmla="*/ 0 h 852"/>
                        <a:gd name="T26" fmla="*/ 0 w 853"/>
                        <a:gd name="T27" fmla="*/ 0 h 852"/>
                        <a:gd name="T28" fmla="*/ 0 w 853"/>
                        <a:gd name="T29" fmla="*/ 0 h 852"/>
                        <a:gd name="T30" fmla="*/ 0 w 853"/>
                        <a:gd name="T31" fmla="*/ 0 h 852"/>
                        <a:gd name="T32" fmla="*/ 0 w 853"/>
                        <a:gd name="T33" fmla="*/ 0 h 852"/>
                        <a:gd name="T34" fmla="*/ 0 w 853"/>
                        <a:gd name="T35" fmla="*/ 0 h 852"/>
                        <a:gd name="T36" fmla="*/ 0 w 853"/>
                        <a:gd name="T37" fmla="*/ 0 h 852"/>
                        <a:gd name="T38" fmla="*/ 0 w 853"/>
                        <a:gd name="T39" fmla="*/ 0 h 852"/>
                        <a:gd name="T40" fmla="*/ 0 w 853"/>
                        <a:gd name="T41" fmla="*/ 0 h 852"/>
                        <a:gd name="T42" fmla="*/ 0 w 853"/>
                        <a:gd name="T43" fmla="*/ 0 h 852"/>
                        <a:gd name="T44" fmla="*/ 0 w 853"/>
                        <a:gd name="T45" fmla="*/ 0 h 852"/>
                        <a:gd name="T46" fmla="*/ 0 w 853"/>
                        <a:gd name="T47" fmla="*/ 0 h 852"/>
                        <a:gd name="T48" fmla="*/ 0 w 853"/>
                        <a:gd name="T49" fmla="*/ 0 h 852"/>
                        <a:gd name="T50" fmla="*/ 0 w 853"/>
                        <a:gd name="T51" fmla="*/ 0 h 852"/>
                        <a:gd name="T52" fmla="*/ 0 w 853"/>
                        <a:gd name="T53" fmla="*/ 0 h 852"/>
                        <a:gd name="T54" fmla="*/ 0 w 853"/>
                        <a:gd name="T55" fmla="*/ 0 h 852"/>
                        <a:gd name="T56" fmla="*/ 0 w 853"/>
                        <a:gd name="T57" fmla="*/ 0 h 852"/>
                        <a:gd name="T58" fmla="*/ 0 w 853"/>
                        <a:gd name="T59" fmla="*/ 0 h 852"/>
                        <a:gd name="T60" fmla="*/ 0 w 853"/>
                        <a:gd name="T61" fmla="*/ 0 h 852"/>
                        <a:gd name="T62" fmla="*/ 0 w 853"/>
                        <a:gd name="T63" fmla="*/ 0 h 852"/>
                        <a:gd name="T64" fmla="*/ 0 w 853"/>
                        <a:gd name="T65" fmla="*/ 0 h 852"/>
                        <a:gd name="T66" fmla="*/ 0 w 853"/>
                        <a:gd name="T67" fmla="*/ 0 h 852"/>
                        <a:gd name="T68" fmla="*/ 0 w 853"/>
                        <a:gd name="T69" fmla="*/ 0 h 852"/>
                        <a:gd name="T70" fmla="*/ 0 w 853"/>
                        <a:gd name="T71" fmla="*/ 0 h 852"/>
                        <a:gd name="T72" fmla="*/ 0 w 853"/>
                        <a:gd name="T73" fmla="*/ 0 h 852"/>
                        <a:gd name="T74" fmla="*/ 0 w 853"/>
                        <a:gd name="T75" fmla="*/ 0 h 852"/>
                        <a:gd name="T76" fmla="*/ 0 w 853"/>
                        <a:gd name="T77" fmla="*/ 0 h 852"/>
                        <a:gd name="T78" fmla="*/ 0 w 853"/>
                        <a:gd name="T79" fmla="*/ 0 h 852"/>
                        <a:gd name="T80" fmla="*/ 0 w 853"/>
                        <a:gd name="T81" fmla="*/ 0 h 852"/>
                        <a:gd name="T82" fmla="*/ 0 w 853"/>
                        <a:gd name="T83" fmla="*/ 0 h 852"/>
                        <a:gd name="T84" fmla="*/ 0 w 853"/>
                        <a:gd name="T85" fmla="*/ 0 h 8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3"/>
                        <a:gd name="T130" fmla="*/ 0 h 852"/>
                        <a:gd name="T131" fmla="*/ 853 w 853"/>
                        <a:gd name="T132" fmla="*/ 852 h 85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3" h="852">
                          <a:moveTo>
                            <a:pt x="418" y="0"/>
                          </a:moveTo>
                          <a:lnTo>
                            <a:pt x="441" y="0"/>
                          </a:lnTo>
                          <a:lnTo>
                            <a:pt x="462" y="1"/>
                          </a:lnTo>
                          <a:lnTo>
                            <a:pt x="483" y="3"/>
                          </a:lnTo>
                          <a:lnTo>
                            <a:pt x="504" y="8"/>
                          </a:lnTo>
                          <a:lnTo>
                            <a:pt x="526" y="12"/>
                          </a:lnTo>
                          <a:lnTo>
                            <a:pt x="546" y="17"/>
                          </a:lnTo>
                          <a:lnTo>
                            <a:pt x="565" y="24"/>
                          </a:lnTo>
                          <a:lnTo>
                            <a:pt x="585" y="31"/>
                          </a:lnTo>
                          <a:lnTo>
                            <a:pt x="604" y="38"/>
                          </a:lnTo>
                          <a:lnTo>
                            <a:pt x="622" y="48"/>
                          </a:lnTo>
                          <a:lnTo>
                            <a:pt x="640" y="58"/>
                          </a:lnTo>
                          <a:lnTo>
                            <a:pt x="658" y="69"/>
                          </a:lnTo>
                          <a:lnTo>
                            <a:pt x="675" y="81"/>
                          </a:lnTo>
                          <a:lnTo>
                            <a:pt x="691" y="93"/>
                          </a:lnTo>
                          <a:lnTo>
                            <a:pt x="707" y="106"/>
                          </a:lnTo>
                          <a:lnTo>
                            <a:pt x="722" y="120"/>
                          </a:lnTo>
                          <a:lnTo>
                            <a:pt x="737" y="134"/>
                          </a:lnTo>
                          <a:lnTo>
                            <a:pt x="751" y="150"/>
                          </a:lnTo>
                          <a:lnTo>
                            <a:pt x="764" y="166"/>
                          </a:lnTo>
                          <a:lnTo>
                            <a:pt x="775" y="182"/>
                          </a:lnTo>
                          <a:lnTo>
                            <a:pt x="787" y="199"/>
                          </a:lnTo>
                          <a:lnTo>
                            <a:pt x="798" y="217"/>
                          </a:lnTo>
                          <a:lnTo>
                            <a:pt x="807" y="235"/>
                          </a:lnTo>
                          <a:lnTo>
                            <a:pt x="817" y="254"/>
                          </a:lnTo>
                          <a:lnTo>
                            <a:pt x="824" y="273"/>
                          </a:lnTo>
                          <a:lnTo>
                            <a:pt x="832" y="292"/>
                          </a:lnTo>
                          <a:lnTo>
                            <a:pt x="838" y="312"/>
                          </a:lnTo>
                          <a:lnTo>
                            <a:pt x="843" y="333"/>
                          </a:lnTo>
                          <a:lnTo>
                            <a:pt x="846" y="354"/>
                          </a:lnTo>
                          <a:lnTo>
                            <a:pt x="850" y="375"/>
                          </a:lnTo>
                          <a:lnTo>
                            <a:pt x="852" y="397"/>
                          </a:lnTo>
                          <a:lnTo>
                            <a:pt x="853" y="418"/>
                          </a:lnTo>
                          <a:lnTo>
                            <a:pt x="853" y="441"/>
                          </a:lnTo>
                          <a:lnTo>
                            <a:pt x="852" y="462"/>
                          </a:lnTo>
                          <a:lnTo>
                            <a:pt x="850" y="483"/>
                          </a:lnTo>
                          <a:lnTo>
                            <a:pt x="846" y="504"/>
                          </a:lnTo>
                          <a:lnTo>
                            <a:pt x="841" y="525"/>
                          </a:lnTo>
                          <a:lnTo>
                            <a:pt x="836" y="546"/>
                          </a:lnTo>
                          <a:lnTo>
                            <a:pt x="829" y="566"/>
                          </a:lnTo>
                          <a:lnTo>
                            <a:pt x="822" y="585"/>
                          </a:lnTo>
                          <a:lnTo>
                            <a:pt x="815" y="604"/>
                          </a:lnTo>
                          <a:lnTo>
                            <a:pt x="805" y="622"/>
                          </a:lnTo>
                          <a:lnTo>
                            <a:pt x="795" y="640"/>
                          </a:lnTo>
                          <a:lnTo>
                            <a:pt x="785" y="658"/>
                          </a:lnTo>
                          <a:lnTo>
                            <a:pt x="773" y="675"/>
                          </a:lnTo>
                          <a:lnTo>
                            <a:pt x="760" y="691"/>
                          </a:lnTo>
                          <a:lnTo>
                            <a:pt x="748" y="707"/>
                          </a:lnTo>
                          <a:lnTo>
                            <a:pt x="734" y="722"/>
                          </a:lnTo>
                          <a:lnTo>
                            <a:pt x="719" y="737"/>
                          </a:lnTo>
                          <a:lnTo>
                            <a:pt x="703" y="750"/>
                          </a:lnTo>
                          <a:lnTo>
                            <a:pt x="687" y="763"/>
                          </a:lnTo>
                          <a:lnTo>
                            <a:pt x="671" y="776"/>
                          </a:lnTo>
                          <a:lnTo>
                            <a:pt x="654" y="786"/>
                          </a:lnTo>
                          <a:lnTo>
                            <a:pt x="636" y="797"/>
                          </a:lnTo>
                          <a:lnTo>
                            <a:pt x="618" y="808"/>
                          </a:lnTo>
                          <a:lnTo>
                            <a:pt x="599" y="816"/>
                          </a:lnTo>
                          <a:lnTo>
                            <a:pt x="580" y="825"/>
                          </a:lnTo>
                          <a:lnTo>
                            <a:pt x="561" y="831"/>
                          </a:lnTo>
                          <a:lnTo>
                            <a:pt x="541" y="837"/>
                          </a:lnTo>
                          <a:lnTo>
                            <a:pt x="519" y="843"/>
                          </a:lnTo>
                          <a:lnTo>
                            <a:pt x="499" y="847"/>
                          </a:lnTo>
                          <a:lnTo>
                            <a:pt x="478" y="850"/>
                          </a:lnTo>
                          <a:lnTo>
                            <a:pt x="456" y="852"/>
                          </a:lnTo>
                          <a:lnTo>
                            <a:pt x="434" y="852"/>
                          </a:lnTo>
                          <a:lnTo>
                            <a:pt x="412" y="852"/>
                          </a:lnTo>
                          <a:lnTo>
                            <a:pt x="391" y="851"/>
                          </a:lnTo>
                          <a:lnTo>
                            <a:pt x="370" y="849"/>
                          </a:lnTo>
                          <a:lnTo>
                            <a:pt x="348" y="846"/>
                          </a:lnTo>
                          <a:lnTo>
                            <a:pt x="327" y="842"/>
                          </a:lnTo>
                          <a:lnTo>
                            <a:pt x="307" y="836"/>
                          </a:lnTo>
                          <a:lnTo>
                            <a:pt x="287" y="830"/>
                          </a:lnTo>
                          <a:lnTo>
                            <a:pt x="268" y="822"/>
                          </a:lnTo>
                          <a:lnTo>
                            <a:pt x="249" y="814"/>
                          </a:lnTo>
                          <a:lnTo>
                            <a:pt x="230" y="804"/>
                          </a:lnTo>
                          <a:lnTo>
                            <a:pt x="212" y="795"/>
                          </a:lnTo>
                          <a:lnTo>
                            <a:pt x="194" y="784"/>
                          </a:lnTo>
                          <a:lnTo>
                            <a:pt x="177" y="773"/>
                          </a:lnTo>
                          <a:lnTo>
                            <a:pt x="161" y="760"/>
                          </a:lnTo>
                          <a:lnTo>
                            <a:pt x="146" y="747"/>
                          </a:lnTo>
                          <a:lnTo>
                            <a:pt x="131" y="733"/>
                          </a:lnTo>
                          <a:lnTo>
                            <a:pt x="116" y="719"/>
                          </a:lnTo>
                          <a:lnTo>
                            <a:pt x="102" y="704"/>
                          </a:lnTo>
                          <a:lnTo>
                            <a:pt x="89" y="688"/>
                          </a:lnTo>
                          <a:lnTo>
                            <a:pt x="78" y="671"/>
                          </a:lnTo>
                          <a:lnTo>
                            <a:pt x="66" y="654"/>
                          </a:lnTo>
                          <a:lnTo>
                            <a:pt x="55" y="636"/>
                          </a:lnTo>
                          <a:lnTo>
                            <a:pt x="46" y="618"/>
                          </a:lnTo>
                          <a:lnTo>
                            <a:pt x="36" y="600"/>
                          </a:lnTo>
                          <a:lnTo>
                            <a:pt x="29" y="581"/>
                          </a:lnTo>
                          <a:lnTo>
                            <a:pt x="21" y="560"/>
                          </a:lnTo>
                          <a:lnTo>
                            <a:pt x="15" y="540"/>
                          </a:lnTo>
                          <a:lnTo>
                            <a:pt x="10" y="520"/>
                          </a:lnTo>
                          <a:lnTo>
                            <a:pt x="5" y="499"/>
                          </a:lnTo>
                          <a:lnTo>
                            <a:pt x="3" y="478"/>
                          </a:lnTo>
                          <a:lnTo>
                            <a:pt x="1" y="456"/>
                          </a:lnTo>
                          <a:lnTo>
                            <a:pt x="0" y="434"/>
                          </a:lnTo>
                          <a:lnTo>
                            <a:pt x="0" y="412"/>
                          </a:lnTo>
                          <a:lnTo>
                            <a:pt x="1" y="391"/>
                          </a:lnTo>
                          <a:lnTo>
                            <a:pt x="3" y="369"/>
                          </a:lnTo>
                          <a:lnTo>
                            <a:pt x="6" y="348"/>
                          </a:lnTo>
                          <a:lnTo>
                            <a:pt x="12" y="328"/>
                          </a:lnTo>
                          <a:lnTo>
                            <a:pt x="17" y="308"/>
                          </a:lnTo>
                          <a:lnTo>
                            <a:pt x="23" y="288"/>
                          </a:lnTo>
                          <a:lnTo>
                            <a:pt x="30" y="268"/>
                          </a:lnTo>
                          <a:lnTo>
                            <a:pt x="38" y="249"/>
                          </a:lnTo>
                          <a:lnTo>
                            <a:pt x="48" y="230"/>
                          </a:lnTo>
                          <a:lnTo>
                            <a:pt x="57" y="212"/>
                          </a:lnTo>
                          <a:lnTo>
                            <a:pt x="68" y="194"/>
                          </a:lnTo>
                          <a:lnTo>
                            <a:pt x="80" y="177"/>
                          </a:lnTo>
                          <a:lnTo>
                            <a:pt x="92" y="162"/>
                          </a:lnTo>
                          <a:lnTo>
                            <a:pt x="105" y="146"/>
                          </a:lnTo>
                          <a:lnTo>
                            <a:pt x="119" y="131"/>
                          </a:lnTo>
                          <a:lnTo>
                            <a:pt x="134" y="116"/>
                          </a:lnTo>
                          <a:lnTo>
                            <a:pt x="149" y="103"/>
                          </a:lnTo>
                          <a:lnTo>
                            <a:pt x="165" y="89"/>
                          </a:lnTo>
                          <a:lnTo>
                            <a:pt x="182" y="78"/>
                          </a:lnTo>
                          <a:lnTo>
                            <a:pt x="199" y="66"/>
                          </a:lnTo>
                          <a:lnTo>
                            <a:pt x="217" y="55"/>
                          </a:lnTo>
                          <a:lnTo>
                            <a:pt x="235" y="46"/>
                          </a:lnTo>
                          <a:lnTo>
                            <a:pt x="254" y="36"/>
                          </a:lnTo>
                          <a:lnTo>
                            <a:pt x="273" y="29"/>
                          </a:lnTo>
                          <a:lnTo>
                            <a:pt x="292" y="21"/>
                          </a:lnTo>
                          <a:lnTo>
                            <a:pt x="312" y="15"/>
                          </a:lnTo>
                          <a:lnTo>
                            <a:pt x="332" y="11"/>
                          </a:lnTo>
                          <a:lnTo>
                            <a:pt x="354" y="7"/>
                          </a:lnTo>
                          <a:lnTo>
                            <a:pt x="375" y="3"/>
                          </a:lnTo>
                          <a:lnTo>
                            <a:pt x="396" y="1"/>
                          </a:lnTo>
                          <a:lnTo>
                            <a:pt x="418" y="0"/>
                          </a:lnTo>
                          <a:close/>
                        </a:path>
                      </a:pathLst>
                    </a:custGeom>
                    <a:solidFill>
                      <a:srgbClr val="DC2B19"/>
                    </a:solidFill>
                    <a:ln>
                      <a:noFill/>
                    </a:ln>
                  </p:spPr>
                  <p:txBody>
                    <a:bodyPr/>
                    <a:lstStyle/>
                    <a:p>
                      <a:pPr>
                        <a:defRPr/>
                      </a:pPr>
                      <a:endParaRPr lang="en-US" sz="1050">
                        <a:latin typeface="+mj-lt"/>
                      </a:endParaRPr>
                    </a:p>
                  </p:txBody>
                </p:sp>
                <p:sp>
                  <p:nvSpPr>
                    <p:cNvPr id="41337" name="Freeform 803">
                      <a:extLst>
                        <a:ext uri="{FF2B5EF4-FFF2-40B4-BE49-F238E27FC236}">
                          <a16:creationId xmlns="" xmlns:a16="http://schemas.microsoft.com/office/drawing/2014/main" id="{0304E75A-B682-6D4E-9E44-750CAAFB6DDB}"/>
                        </a:ext>
                      </a:extLst>
                    </p:cNvPr>
                    <p:cNvSpPr>
                      <a:spLocks/>
                    </p:cNvSpPr>
                    <p:nvPr/>
                  </p:nvSpPr>
                  <p:spPr bwMode="auto">
                    <a:xfrm>
                      <a:off x="3287" y="3123"/>
                      <a:ext cx="88" cy="88"/>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529" y="510"/>
                          </a:moveTo>
                          <a:lnTo>
                            <a:pt x="529" y="510"/>
                          </a:lnTo>
                          <a:lnTo>
                            <a:pt x="528" y="484"/>
                          </a:lnTo>
                          <a:lnTo>
                            <a:pt x="526" y="457"/>
                          </a:lnTo>
                          <a:lnTo>
                            <a:pt x="522" y="432"/>
                          </a:lnTo>
                          <a:lnTo>
                            <a:pt x="517" y="405"/>
                          </a:lnTo>
                          <a:lnTo>
                            <a:pt x="511" y="381"/>
                          </a:lnTo>
                          <a:lnTo>
                            <a:pt x="504" y="356"/>
                          </a:lnTo>
                          <a:lnTo>
                            <a:pt x="494" y="332"/>
                          </a:lnTo>
                          <a:lnTo>
                            <a:pt x="485" y="309"/>
                          </a:lnTo>
                          <a:lnTo>
                            <a:pt x="474" y="285"/>
                          </a:lnTo>
                          <a:lnTo>
                            <a:pt x="462" y="264"/>
                          </a:lnTo>
                          <a:lnTo>
                            <a:pt x="450" y="242"/>
                          </a:lnTo>
                          <a:lnTo>
                            <a:pt x="435" y="222"/>
                          </a:lnTo>
                          <a:lnTo>
                            <a:pt x="420" y="201"/>
                          </a:lnTo>
                          <a:lnTo>
                            <a:pt x="405" y="181"/>
                          </a:lnTo>
                          <a:lnTo>
                            <a:pt x="388" y="163"/>
                          </a:lnTo>
                          <a:lnTo>
                            <a:pt x="370" y="145"/>
                          </a:lnTo>
                          <a:lnTo>
                            <a:pt x="352" y="128"/>
                          </a:lnTo>
                          <a:lnTo>
                            <a:pt x="333" y="112"/>
                          </a:lnTo>
                          <a:lnTo>
                            <a:pt x="313" y="98"/>
                          </a:lnTo>
                          <a:lnTo>
                            <a:pt x="292" y="84"/>
                          </a:lnTo>
                          <a:lnTo>
                            <a:pt x="270" y="70"/>
                          </a:lnTo>
                          <a:lnTo>
                            <a:pt x="249" y="58"/>
                          </a:lnTo>
                          <a:lnTo>
                            <a:pt x="227" y="47"/>
                          </a:lnTo>
                          <a:lnTo>
                            <a:pt x="203" y="37"/>
                          </a:lnTo>
                          <a:lnTo>
                            <a:pt x="179" y="29"/>
                          </a:lnTo>
                          <a:lnTo>
                            <a:pt x="154" y="20"/>
                          </a:lnTo>
                          <a:lnTo>
                            <a:pt x="130" y="14"/>
                          </a:lnTo>
                          <a:lnTo>
                            <a:pt x="104" y="8"/>
                          </a:lnTo>
                          <a:lnTo>
                            <a:pt x="79" y="4"/>
                          </a:lnTo>
                          <a:lnTo>
                            <a:pt x="52" y="1"/>
                          </a:lnTo>
                          <a:lnTo>
                            <a:pt x="26" y="0"/>
                          </a:lnTo>
                          <a:lnTo>
                            <a:pt x="0" y="0"/>
                          </a:lnTo>
                          <a:lnTo>
                            <a:pt x="3" y="187"/>
                          </a:lnTo>
                          <a:lnTo>
                            <a:pt x="21" y="187"/>
                          </a:lnTo>
                          <a:lnTo>
                            <a:pt x="38" y="188"/>
                          </a:lnTo>
                          <a:lnTo>
                            <a:pt x="53" y="190"/>
                          </a:lnTo>
                          <a:lnTo>
                            <a:pt x="70" y="192"/>
                          </a:lnTo>
                          <a:lnTo>
                            <a:pt x="86" y="196"/>
                          </a:lnTo>
                          <a:lnTo>
                            <a:pt x="102" y="199"/>
                          </a:lnTo>
                          <a:lnTo>
                            <a:pt x="118" y="205"/>
                          </a:lnTo>
                          <a:lnTo>
                            <a:pt x="133" y="210"/>
                          </a:lnTo>
                          <a:lnTo>
                            <a:pt x="148" y="216"/>
                          </a:lnTo>
                          <a:lnTo>
                            <a:pt x="163" y="224"/>
                          </a:lnTo>
                          <a:lnTo>
                            <a:pt x="177" y="232"/>
                          </a:lnTo>
                          <a:lnTo>
                            <a:pt x="190" y="240"/>
                          </a:lnTo>
                          <a:lnTo>
                            <a:pt x="203" y="249"/>
                          </a:lnTo>
                          <a:lnTo>
                            <a:pt x="216" y="259"/>
                          </a:lnTo>
                          <a:lnTo>
                            <a:pt x="229" y="269"/>
                          </a:lnTo>
                          <a:lnTo>
                            <a:pt x="240" y="280"/>
                          </a:lnTo>
                          <a:lnTo>
                            <a:pt x="252" y="292"/>
                          </a:lnTo>
                          <a:lnTo>
                            <a:pt x="263" y="303"/>
                          </a:lnTo>
                          <a:lnTo>
                            <a:pt x="272" y="316"/>
                          </a:lnTo>
                          <a:lnTo>
                            <a:pt x="282" y="329"/>
                          </a:lnTo>
                          <a:lnTo>
                            <a:pt x="291" y="343"/>
                          </a:lnTo>
                          <a:lnTo>
                            <a:pt x="300" y="355"/>
                          </a:lnTo>
                          <a:lnTo>
                            <a:pt x="307" y="370"/>
                          </a:lnTo>
                          <a:lnTo>
                            <a:pt x="314" y="385"/>
                          </a:lnTo>
                          <a:lnTo>
                            <a:pt x="320" y="400"/>
                          </a:lnTo>
                          <a:lnTo>
                            <a:pt x="325" y="415"/>
                          </a:lnTo>
                          <a:lnTo>
                            <a:pt x="331" y="431"/>
                          </a:lnTo>
                          <a:lnTo>
                            <a:pt x="335" y="447"/>
                          </a:lnTo>
                          <a:lnTo>
                            <a:pt x="338" y="462"/>
                          </a:lnTo>
                          <a:lnTo>
                            <a:pt x="340" y="479"/>
                          </a:lnTo>
                          <a:lnTo>
                            <a:pt x="341" y="496"/>
                          </a:lnTo>
                          <a:lnTo>
                            <a:pt x="342" y="513"/>
                          </a:lnTo>
                          <a:lnTo>
                            <a:pt x="529" y="510"/>
                          </a:lnTo>
                          <a:close/>
                        </a:path>
                      </a:pathLst>
                    </a:custGeom>
                    <a:solidFill>
                      <a:srgbClr val="EF2B2F"/>
                    </a:solidFill>
                    <a:ln>
                      <a:noFill/>
                    </a:ln>
                  </p:spPr>
                  <p:txBody>
                    <a:bodyPr/>
                    <a:lstStyle/>
                    <a:p>
                      <a:pPr>
                        <a:defRPr/>
                      </a:pPr>
                      <a:endParaRPr lang="en-US" sz="1050">
                        <a:latin typeface="+mj-lt"/>
                      </a:endParaRPr>
                    </a:p>
                  </p:txBody>
                </p:sp>
                <p:sp>
                  <p:nvSpPr>
                    <p:cNvPr id="41338" name="Freeform 804">
                      <a:extLst>
                        <a:ext uri="{FF2B5EF4-FFF2-40B4-BE49-F238E27FC236}">
                          <a16:creationId xmlns="" xmlns:a16="http://schemas.microsoft.com/office/drawing/2014/main" id="{8021C2E0-1F67-FF18-2A0A-D414CB68022E}"/>
                        </a:ext>
                      </a:extLst>
                    </p:cNvPr>
                    <p:cNvSpPr>
                      <a:spLocks/>
                    </p:cNvSpPr>
                    <p:nvPr/>
                  </p:nvSpPr>
                  <p:spPr bwMode="auto">
                    <a:xfrm>
                      <a:off x="3291" y="3211"/>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3" y="529"/>
                          </a:moveTo>
                          <a:lnTo>
                            <a:pt x="3" y="529"/>
                          </a:lnTo>
                          <a:lnTo>
                            <a:pt x="30" y="527"/>
                          </a:lnTo>
                          <a:lnTo>
                            <a:pt x="57" y="525"/>
                          </a:lnTo>
                          <a:lnTo>
                            <a:pt x="83" y="522"/>
                          </a:lnTo>
                          <a:lnTo>
                            <a:pt x="109" y="517"/>
                          </a:lnTo>
                          <a:lnTo>
                            <a:pt x="133" y="511"/>
                          </a:lnTo>
                          <a:lnTo>
                            <a:pt x="157" y="503"/>
                          </a:lnTo>
                          <a:lnTo>
                            <a:pt x="182" y="495"/>
                          </a:lnTo>
                          <a:lnTo>
                            <a:pt x="205" y="484"/>
                          </a:lnTo>
                          <a:lnTo>
                            <a:pt x="229" y="473"/>
                          </a:lnTo>
                          <a:lnTo>
                            <a:pt x="251" y="462"/>
                          </a:lnTo>
                          <a:lnTo>
                            <a:pt x="272" y="449"/>
                          </a:lnTo>
                          <a:lnTo>
                            <a:pt x="293" y="435"/>
                          </a:lnTo>
                          <a:lnTo>
                            <a:pt x="314" y="420"/>
                          </a:lnTo>
                          <a:lnTo>
                            <a:pt x="333" y="404"/>
                          </a:lnTo>
                          <a:lnTo>
                            <a:pt x="351" y="387"/>
                          </a:lnTo>
                          <a:lnTo>
                            <a:pt x="369" y="369"/>
                          </a:lnTo>
                          <a:lnTo>
                            <a:pt x="386" y="351"/>
                          </a:lnTo>
                          <a:lnTo>
                            <a:pt x="402" y="332"/>
                          </a:lnTo>
                          <a:lnTo>
                            <a:pt x="417" y="312"/>
                          </a:lnTo>
                          <a:lnTo>
                            <a:pt x="430" y="292"/>
                          </a:lnTo>
                          <a:lnTo>
                            <a:pt x="444" y="271"/>
                          </a:lnTo>
                          <a:lnTo>
                            <a:pt x="456" y="248"/>
                          </a:lnTo>
                          <a:lnTo>
                            <a:pt x="468" y="226"/>
                          </a:lnTo>
                          <a:lnTo>
                            <a:pt x="477" y="203"/>
                          </a:lnTo>
                          <a:lnTo>
                            <a:pt x="486" y="178"/>
                          </a:lnTo>
                          <a:lnTo>
                            <a:pt x="494" y="154"/>
                          </a:lnTo>
                          <a:lnTo>
                            <a:pt x="500" y="130"/>
                          </a:lnTo>
                          <a:lnTo>
                            <a:pt x="506" y="104"/>
                          </a:lnTo>
                          <a:lnTo>
                            <a:pt x="510" y="79"/>
                          </a:lnTo>
                          <a:lnTo>
                            <a:pt x="513" y="53"/>
                          </a:lnTo>
                          <a:lnTo>
                            <a:pt x="514" y="27"/>
                          </a:lnTo>
                          <a:lnTo>
                            <a:pt x="514" y="0"/>
                          </a:lnTo>
                          <a:lnTo>
                            <a:pt x="327" y="3"/>
                          </a:lnTo>
                          <a:lnTo>
                            <a:pt x="327" y="20"/>
                          </a:lnTo>
                          <a:lnTo>
                            <a:pt x="326" y="37"/>
                          </a:lnTo>
                          <a:lnTo>
                            <a:pt x="325" y="54"/>
                          </a:lnTo>
                          <a:lnTo>
                            <a:pt x="322" y="70"/>
                          </a:lnTo>
                          <a:lnTo>
                            <a:pt x="319" y="86"/>
                          </a:lnTo>
                          <a:lnTo>
                            <a:pt x="315" y="102"/>
                          </a:lnTo>
                          <a:lnTo>
                            <a:pt x="309" y="118"/>
                          </a:lnTo>
                          <a:lnTo>
                            <a:pt x="304" y="133"/>
                          </a:lnTo>
                          <a:lnTo>
                            <a:pt x="298" y="148"/>
                          </a:lnTo>
                          <a:lnTo>
                            <a:pt x="290" y="163"/>
                          </a:lnTo>
                          <a:lnTo>
                            <a:pt x="283" y="176"/>
                          </a:lnTo>
                          <a:lnTo>
                            <a:pt x="274" y="190"/>
                          </a:lnTo>
                          <a:lnTo>
                            <a:pt x="265" y="204"/>
                          </a:lnTo>
                          <a:lnTo>
                            <a:pt x="255" y="217"/>
                          </a:lnTo>
                          <a:lnTo>
                            <a:pt x="245" y="228"/>
                          </a:lnTo>
                          <a:lnTo>
                            <a:pt x="234" y="240"/>
                          </a:lnTo>
                          <a:lnTo>
                            <a:pt x="222" y="252"/>
                          </a:lnTo>
                          <a:lnTo>
                            <a:pt x="211" y="262"/>
                          </a:lnTo>
                          <a:lnTo>
                            <a:pt x="198" y="272"/>
                          </a:lnTo>
                          <a:lnTo>
                            <a:pt x="185" y="282"/>
                          </a:lnTo>
                          <a:lnTo>
                            <a:pt x="172" y="291"/>
                          </a:lnTo>
                          <a:lnTo>
                            <a:pt x="159" y="299"/>
                          </a:lnTo>
                          <a:lnTo>
                            <a:pt x="144" y="307"/>
                          </a:lnTo>
                          <a:lnTo>
                            <a:pt x="130" y="314"/>
                          </a:lnTo>
                          <a:lnTo>
                            <a:pt x="115" y="320"/>
                          </a:lnTo>
                          <a:lnTo>
                            <a:pt x="99" y="325"/>
                          </a:lnTo>
                          <a:lnTo>
                            <a:pt x="83" y="330"/>
                          </a:lnTo>
                          <a:lnTo>
                            <a:pt x="67" y="334"/>
                          </a:lnTo>
                          <a:lnTo>
                            <a:pt x="51" y="338"/>
                          </a:lnTo>
                          <a:lnTo>
                            <a:pt x="34" y="340"/>
                          </a:lnTo>
                          <a:lnTo>
                            <a:pt x="18" y="342"/>
                          </a:lnTo>
                          <a:lnTo>
                            <a:pt x="0" y="343"/>
                          </a:lnTo>
                          <a:lnTo>
                            <a:pt x="3" y="529"/>
                          </a:lnTo>
                          <a:close/>
                        </a:path>
                      </a:pathLst>
                    </a:custGeom>
                    <a:solidFill>
                      <a:srgbClr val="EF2B2F"/>
                    </a:solidFill>
                    <a:ln>
                      <a:noFill/>
                    </a:ln>
                  </p:spPr>
                  <p:txBody>
                    <a:bodyPr/>
                    <a:lstStyle/>
                    <a:p>
                      <a:pPr>
                        <a:defRPr/>
                      </a:pPr>
                      <a:endParaRPr lang="en-US" sz="1050">
                        <a:latin typeface="+mj-lt"/>
                      </a:endParaRPr>
                    </a:p>
                  </p:txBody>
                </p:sp>
                <p:sp>
                  <p:nvSpPr>
                    <p:cNvPr id="41339" name="Freeform 805">
                      <a:extLst>
                        <a:ext uri="{FF2B5EF4-FFF2-40B4-BE49-F238E27FC236}">
                          <a16:creationId xmlns="" xmlns:a16="http://schemas.microsoft.com/office/drawing/2014/main" id="{A0D8D270-F183-D26A-5972-48BD02564F6F}"/>
                        </a:ext>
                      </a:extLst>
                    </p:cNvPr>
                    <p:cNvSpPr>
                      <a:spLocks/>
                    </p:cNvSpPr>
                    <p:nvPr/>
                  </p:nvSpPr>
                  <p:spPr bwMode="auto">
                    <a:xfrm>
                      <a:off x="3204" y="3215"/>
                      <a:ext cx="88" cy="84"/>
                    </a:xfrm>
                    <a:custGeom>
                      <a:avLst/>
                      <a:gdLst>
                        <a:gd name="T0" fmla="*/ 0 w 528"/>
                        <a:gd name="T1" fmla="*/ 0 h 514"/>
                        <a:gd name="T2" fmla="*/ 0 w 528"/>
                        <a:gd name="T3" fmla="*/ 0 h 514"/>
                        <a:gd name="T4" fmla="*/ 0 w 528"/>
                        <a:gd name="T5" fmla="*/ 0 h 514"/>
                        <a:gd name="T6" fmla="*/ 0 w 528"/>
                        <a:gd name="T7" fmla="*/ 0 h 514"/>
                        <a:gd name="T8" fmla="*/ 0 w 528"/>
                        <a:gd name="T9" fmla="*/ 0 h 514"/>
                        <a:gd name="T10" fmla="*/ 0 w 528"/>
                        <a:gd name="T11" fmla="*/ 0 h 514"/>
                        <a:gd name="T12" fmla="*/ 0 w 528"/>
                        <a:gd name="T13" fmla="*/ 0 h 514"/>
                        <a:gd name="T14" fmla="*/ 0 w 528"/>
                        <a:gd name="T15" fmla="*/ 0 h 514"/>
                        <a:gd name="T16" fmla="*/ 0 w 528"/>
                        <a:gd name="T17" fmla="*/ 0 h 514"/>
                        <a:gd name="T18" fmla="*/ 0 w 528"/>
                        <a:gd name="T19" fmla="*/ 0 h 514"/>
                        <a:gd name="T20" fmla="*/ 0 w 528"/>
                        <a:gd name="T21" fmla="*/ 0 h 514"/>
                        <a:gd name="T22" fmla="*/ 0 w 528"/>
                        <a:gd name="T23" fmla="*/ 0 h 514"/>
                        <a:gd name="T24" fmla="*/ 0 w 528"/>
                        <a:gd name="T25" fmla="*/ 0 h 514"/>
                        <a:gd name="T26" fmla="*/ 0 w 528"/>
                        <a:gd name="T27" fmla="*/ 0 h 514"/>
                        <a:gd name="T28" fmla="*/ 0 w 528"/>
                        <a:gd name="T29" fmla="*/ 0 h 514"/>
                        <a:gd name="T30" fmla="*/ 0 w 528"/>
                        <a:gd name="T31" fmla="*/ 0 h 514"/>
                        <a:gd name="T32" fmla="*/ 0 w 528"/>
                        <a:gd name="T33" fmla="*/ 0 h 514"/>
                        <a:gd name="T34" fmla="*/ 0 w 528"/>
                        <a:gd name="T35" fmla="*/ 0 h 514"/>
                        <a:gd name="T36" fmla="*/ 0 w 528"/>
                        <a:gd name="T37" fmla="*/ 0 h 514"/>
                        <a:gd name="T38" fmla="*/ 0 w 528"/>
                        <a:gd name="T39" fmla="*/ 0 h 514"/>
                        <a:gd name="T40" fmla="*/ 0 w 528"/>
                        <a:gd name="T41" fmla="*/ 0 h 514"/>
                        <a:gd name="T42" fmla="*/ 0 w 528"/>
                        <a:gd name="T43" fmla="*/ 0 h 514"/>
                        <a:gd name="T44" fmla="*/ 0 w 528"/>
                        <a:gd name="T45" fmla="*/ 0 h 514"/>
                        <a:gd name="T46" fmla="*/ 0 w 528"/>
                        <a:gd name="T47" fmla="*/ 0 h 514"/>
                        <a:gd name="T48" fmla="*/ 0 w 528"/>
                        <a:gd name="T49" fmla="*/ 0 h 514"/>
                        <a:gd name="T50" fmla="*/ 0 w 528"/>
                        <a:gd name="T51" fmla="*/ 0 h 514"/>
                        <a:gd name="T52" fmla="*/ 0 w 528"/>
                        <a:gd name="T53" fmla="*/ 0 h 514"/>
                        <a:gd name="T54" fmla="*/ 0 w 528"/>
                        <a:gd name="T55" fmla="*/ 0 h 514"/>
                        <a:gd name="T56" fmla="*/ 0 w 528"/>
                        <a:gd name="T57" fmla="*/ 0 h 514"/>
                        <a:gd name="T58" fmla="*/ 0 w 528"/>
                        <a:gd name="T59" fmla="*/ 0 h 514"/>
                        <a:gd name="T60" fmla="*/ 0 w 528"/>
                        <a:gd name="T61" fmla="*/ 0 h 514"/>
                        <a:gd name="T62" fmla="*/ 0 w 528"/>
                        <a:gd name="T63" fmla="*/ 0 h 514"/>
                        <a:gd name="T64" fmla="*/ 0 w 528"/>
                        <a:gd name="T65" fmla="*/ 0 h 514"/>
                        <a:gd name="T66" fmla="*/ 0 w 528"/>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8"/>
                        <a:gd name="T103" fmla="*/ 0 h 514"/>
                        <a:gd name="T104" fmla="*/ 528 w 528"/>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8" h="514">
                          <a:moveTo>
                            <a:pt x="0" y="2"/>
                          </a:moveTo>
                          <a:lnTo>
                            <a:pt x="0" y="2"/>
                          </a:lnTo>
                          <a:lnTo>
                            <a:pt x="1" y="30"/>
                          </a:lnTo>
                          <a:lnTo>
                            <a:pt x="3" y="55"/>
                          </a:lnTo>
                          <a:lnTo>
                            <a:pt x="7" y="82"/>
                          </a:lnTo>
                          <a:lnTo>
                            <a:pt x="12" y="107"/>
                          </a:lnTo>
                          <a:lnTo>
                            <a:pt x="18" y="133"/>
                          </a:lnTo>
                          <a:lnTo>
                            <a:pt x="25" y="157"/>
                          </a:lnTo>
                          <a:lnTo>
                            <a:pt x="35" y="180"/>
                          </a:lnTo>
                          <a:lnTo>
                            <a:pt x="44" y="204"/>
                          </a:lnTo>
                          <a:lnTo>
                            <a:pt x="55" y="227"/>
                          </a:lnTo>
                          <a:lnTo>
                            <a:pt x="66" y="249"/>
                          </a:lnTo>
                          <a:lnTo>
                            <a:pt x="79" y="271"/>
                          </a:lnTo>
                          <a:lnTo>
                            <a:pt x="94" y="292"/>
                          </a:lnTo>
                          <a:lnTo>
                            <a:pt x="108" y="312"/>
                          </a:lnTo>
                          <a:lnTo>
                            <a:pt x="124" y="331"/>
                          </a:lnTo>
                          <a:lnTo>
                            <a:pt x="141" y="349"/>
                          </a:lnTo>
                          <a:lnTo>
                            <a:pt x="159" y="367"/>
                          </a:lnTo>
                          <a:lnTo>
                            <a:pt x="177" y="384"/>
                          </a:lnTo>
                          <a:lnTo>
                            <a:pt x="196" y="400"/>
                          </a:lnTo>
                          <a:lnTo>
                            <a:pt x="216" y="415"/>
                          </a:lnTo>
                          <a:lnTo>
                            <a:pt x="236" y="430"/>
                          </a:lnTo>
                          <a:lnTo>
                            <a:pt x="258" y="443"/>
                          </a:lnTo>
                          <a:lnTo>
                            <a:pt x="280" y="455"/>
                          </a:lnTo>
                          <a:lnTo>
                            <a:pt x="303" y="466"/>
                          </a:lnTo>
                          <a:lnTo>
                            <a:pt x="326" y="475"/>
                          </a:lnTo>
                          <a:lnTo>
                            <a:pt x="349" y="485"/>
                          </a:lnTo>
                          <a:lnTo>
                            <a:pt x="374" y="492"/>
                          </a:lnTo>
                          <a:lnTo>
                            <a:pt x="399" y="499"/>
                          </a:lnTo>
                          <a:lnTo>
                            <a:pt x="424" y="504"/>
                          </a:lnTo>
                          <a:lnTo>
                            <a:pt x="450" y="508"/>
                          </a:lnTo>
                          <a:lnTo>
                            <a:pt x="476" y="511"/>
                          </a:lnTo>
                          <a:lnTo>
                            <a:pt x="502" y="514"/>
                          </a:lnTo>
                          <a:lnTo>
                            <a:pt x="528" y="513"/>
                          </a:lnTo>
                          <a:lnTo>
                            <a:pt x="525" y="327"/>
                          </a:lnTo>
                          <a:lnTo>
                            <a:pt x="508" y="326"/>
                          </a:lnTo>
                          <a:lnTo>
                            <a:pt x="491" y="325"/>
                          </a:lnTo>
                          <a:lnTo>
                            <a:pt x="474" y="324"/>
                          </a:lnTo>
                          <a:lnTo>
                            <a:pt x="458" y="321"/>
                          </a:lnTo>
                          <a:lnTo>
                            <a:pt x="442" y="317"/>
                          </a:lnTo>
                          <a:lnTo>
                            <a:pt x="426" y="313"/>
                          </a:lnTo>
                          <a:lnTo>
                            <a:pt x="411" y="308"/>
                          </a:lnTo>
                          <a:lnTo>
                            <a:pt x="396" y="302"/>
                          </a:lnTo>
                          <a:lnTo>
                            <a:pt x="381" y="296"/>
                          </a:lnTo>
                          <a:lnTo>
                            <a:pt x="366" y="289"/>
                          </a:lnTo>
                          <a:lnTo>
                            <a:pt x="352" y="281"/>
                          </a:lnTo>
                          <a:lnTo>
                            <a:pt x="338" y="273"/>
                          </a:lnTo>
                          <a:lnTo>
                            <a:pt x="326" y="264"/>
                          </a:lnTo>
                          <a:lnTo>
                            <a:pt x="313" y="254"/>
                          </a:lnTo>
                          <a:lnTo>
                            <a:pt x="300" y="244"/>
                          </a:lnTo>
                          <a:lnTo>
                            <a:pt x="288" y="232"/>
                          </a:lnTo>
                          <a:lnTo>
                            <a:pt x="277" y="222"/>
                          </a:lnTo>
                          <a:lnTo>
                            <a:pt x="266" y="209"/>
                          </a:lnTo>
                          <a:lnTo>
                            <a:pt x="257" y="197"/>
                          </a:lnTo>
                          <a:lnTo>
                            <a:pt x="247" y="185"/>
                          </a:lnTo>
                          <a:lnTo>
                            <a:pt x="237" y="171"/>
                          </a:lnTo>
                          <a:lnTo>
                            <a:pt x="229" y="157"/>
                          </a:lnTo>
                          <a:lnTo>
                            <a:pt x="222" y="143"/>
                          </a:lnTo>
                          <a:lnTo>
                            <a:pt x="215" y="128"/>
                          </a:lnTo>
                          <a:lnTo>
                            <a:pt x="209" y="114"/>
                          </a:lnTo>
                          <a:lnTo>
                            <a:pt x="203" y="98"/>
                          </a:lnTo>
                          <a:lnTo>
                            <a:pt x="198" y="83"/>
                          </a:lnTo>
                          <a:lnTo>
                            <a:pt x="194" y="66"/>
                          </a:lnTo>
                          <a:lnTo>
                            <a:pt x="191" y="50"/>
                          </a:lnTo>
                          <a:lnTo>
                            <a:pt x="189" y="34"/>
                          </a:lnTo>
                          <a:lnTo>
                            <a:pt x="186" y="17"/>
                          </a:lnTo>
                          <a:lnTo>
                            <a:pt x="186" y="0"/>
                          </a:lnTo>
                          <a:lnTo>
                            <a:pt x="0" y="2"/>
                          </a:lnTo>
                          <a:close/>
                        </a:path>
                      </a:pathLst>
                    </a:custGeom>
                    <a:solidFill>
                      <a:srgbClr val="EF2B2F"/>
                    </a:solidFill>
                    <a:ln>
                      <a:noFill/>
                    </a:ln>
                  </p:spPr>
                  <p:txBody>
                    <a:bodyPr/>
                    <a:lstStyle/>
                    <a:p>
                      <a:pPr>
                        <a:defRPr/>
                      </a:pPr>
                      <a:endParaRPr lang="en-US" sz="1050">
                        <a:latin typeface="+mj-lt"/>
                      </a:endParaRPr>
                    </a:p>
                  </p:txBody>
                </p:sp>
                <p:sp>
                  <p:nvSpPr>
                    <p:cNvPr id="41340" name="Freeform 806">
                      <a:extLst>
                        <a:ext uri="{FF2B5EF4-FFF2-40B4-BE49-F238E27FC236}">
                          <a16:creationId xmlns="" xmlns:a16="http://schemas.microsoft.com/office/drawing/2014/main" id="{E6C6256E-4EE1-F315-0F39-8C97FFB8BC44}"/>
                        </a:ext>
                      </a:extLst>
                    </p:cNvPr>
                    <p:cNvSpPr>
                      <a:spLocks/>
                    </p:cNvSpPr>
                    <p:nvPr/>
                  </p:nvSpPr>
                  <p:spPr bwMode="auto">
                    <a:xfrm>
                      <a:off x="3204" y="3123"/>
                      <a:ext cx="84" cy="92"/>
                    </a:xfrm>
                    <a:custGeom>
                      <a:avLst/>
                      <a:gdLst>
                        <a:gd name="T0" fmla="*/ 0 w 513"/>
                        <a:gd name="T1" fmla="*/ 0 h 528"/>
                        <a:gd name="T2" fmla="*/ 0 w 513"/>
                        <a:gd name="T3" fmla="*/ 0 h 528"/>
                        <a:gd name="T4" fmla="*/ 0 w 513"/>
                        <a:gd name="T5" fmla="*/ 0 h 528"/>
                        <a:gd name="T6" fmla="*/ 0 w 513"/>
                        <a:gd name="T7" fmla="*/ 0 h 528"/>
                        <a:gd name="T8" fmla="*/ 0 w 513"/>
                        <a:gd name="T9" fmla="*/ 0 h 528"/>
                        <a:gd name="T10" fmla="*/ 0 w 513"/>
                        <a:gd name="T11" fmla="*/ 0 h 528"/>
                        <a:gd name="T12" fmla="*/ 0 w 513"/>
                        <a:gd name="T13" fmla="*/ 0 h 528"/>
                        <a:gd name="T14" fmla="*/ 0 w 513"/>
                        <a:gd name="T15" fmla="*/ 0 h 528"/>
                        <a:gd name="T16" fmla="*/ 0 w 513"/>
                        <a:gd name="T17" fmla="*/ 0 h 528"/>
                        <a:gd name="T18" fmla="*/ 0 w 513"/>
                        <a:gd name="T19" fmla="*/ 0 h 528"/>
                        <a:gd name="T20" fmla="*/ 0 w 513"/>
                        <a:gd name="T21" fmla="*/ 0 h 528"/>
                        <a:gd name="T22" fmla="*/ 0 w 513"/>
                        <a:gd name="T23" fmla="*/ 0 h 528"/>
                        <a:gd name="T24" fmla="*/ 0 w 513"/>
                        <a:gd name="T25" fmla="*/ 0 h 528"/>
                        <a:gd name="T26" fmla="*/ 0 w 513"/>
                        <a:gd name="T27" fmla="*/ 0 h 528"/>
                        <a:gd name="T28" fmla="*/ 0 w 513"/>
                        <a:gd name="T29" fmla="*/ 0 h 528"/>
                        <a:gd name="T30" fmla="*/ 0 w 513"/>
                        <a:gd name="T31" fmla="*/ 0 h 528"/>
                        <a:gd name="T32" fmla="*/ 0 w 513"/>
                        <a:gd name="T33" fmla="*/ 0 h 528"/>
                        <a:gd name="T34" fmla="*/ 0 w 513"/>
                        <a:gd name="T35" fmla="*/ 0 h 528"/>
                        <a:gd name="T36" fmla="*/ 0 w 513"/>
                        <a:gd name="T37" fmla="*/ 0 h 528"/>
                        <a:gd name="T38" fmla="*/ 0 w 513"/>
                        <a:gd name="T39" fmla="*/ 0 h 528"/>
                        <a:gd name="T40" fmla="*/ 0 w 513"/>
                        <a:gd name="T41" fmla="*/ 0 h 528"/>
                        <a:gd name="T42" fmla="*/ 0 w 513"/>
                        <a:gd name="T43" fmla="*/ 0 h 528"/>
                        <a:gd name="T44" fmla="*/ 0 w 513"/>
                        <a:gd name="T45" fmla="*/ 0 h 528"/>
                        <a:gd name="T46" fmla="*/ 0 w 513"/>
                        <a:gd name="T47" fmla="*/ 0 h 528"/>
                        <a:gd name="T48" fmla="*/ 0 w 513"/>
                        <a:gd name="T49" fmla="*/ 0 h 528"/>
                        <a:gd name="T50" fmla="*/ 0 w 513"/>
                        <a:gd name="T51" fmla="*/ 0 h 528"/>
                        <a:gd name="T52" fmla="*/ 0 w 513"/>
                        <a:gd name="T53" fmla="*/ 0 h 528"/>
                        <a:gd name="T54" fmla="*/ 0 w 513"/>
                        <a:gd name="T55" fmla="*/ 0 h 528"/>
                        <a:gd name="T56" fmla="*/ 0 w 513"/>
                        <a:gd name="T57" fmla="*/ 0 h 528"/>
                        <a:gd name="T58" fmla="*/ 0 w 513"/>
                        <a:gd name="T59" fmla="*/ 0 h 528"/>
                        <a:gd name="T60" fmla="*/ 0 w 513"/>
                        <a:gd name="T61" fmla="*/ 0 h 528"/>
                        <a:gd name="T62" fmla="*/ 0 w 513"/>
                        <a:gd name="T63" fmla="*/ 0 h 528"/>
                        <a:gd name="T64" fmla="*/ 0 w 513"/>
                        <a:gd name="T65" fmla="*/ 0 h 528"/>
                        <a:gd name="T66" fmla="*/ 0 w 513"/>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3"/>
                        <a:gd name="T103" fmla="*/ 0 h 528"/>
                        <a:gd name="T104" fmla="*/ 513 w 513"/>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3" h="528">
                          <a:moveTo>
                            <a:pt x="510" y="0"/>
                          </a:moveTo>
                          <a:lnTo>
                            <a:pt x="510" y="0"/>
                          </a:lnTo>
                          <a:lnTo>
                            <a:pt x="484" y="1"/>
                          </a:lnTo>
                          <a:lnTo>
                            <a:pt x="457" y="3"/>
                          </a:lnTo>
                          <a:lnTo>
                            <a:pt x="431" y="7"/>
                          </a:lnTo>
                          <a:lnTo>
                            <a:pt x="405" y="13"/>
                          </a:lnTo>
                          <a:lnTo>
                            <a:pt x="381" y="19"/>
                          </a:lnTo>
                          <a:lnTo>
                            <a:pt x="356" y="25"/>
                          </a:lnTo>
                          <a:lnTo>
                            <a:pt x="332" y="35"/>
                          </a:lnTo>
                          <a:lnTo>
                            <a:pt x="309" y="44"/>
                          </a:lnTo>
                          <a:lnTo>
                            <a:pt x="285" y="55"/>
                          </a:lnTo>
                          <a:lnTo>
                            <a:pt x="263" y="68"/>
                          </a:lnTo>
                          <a:lnTo>
                            <a:pt x="242" y="81"/>
                          </a:lnTo>
                          <a:lnTo>
                            <a:pt x="220" y="94"/>
                          </a:lnTo>
                          <a:lnTo>
                            <a:pt x="200" y="109"/>
                          </a:lnTo>
                          <a:lnTo>
                            <a:pt x="181" y="125"/>
                          </a:lnTo>
                          <a:lnTo>
                            <a:pt x="163" y="141"/>
                          </a:lnTo>
                          <a:lnTo>
                            <a:pt x="145" y="159"/>
                          </a:lnTo>
                          <a:lnTo>
                            <a:pt x="128" y="177"/>
                          </a:lnTo>
                          <a:lnTo>
                            <a:pt x="112" y="196"/>
                          </a:lnTo>
                          <a:lnTo>
                            <a:pt x="97" y="216"/>
                          </a:lnTo>
                          <a:lnTo>
                            <a:pt x="83" y="238"/>
                          </a:lnTo>
                          <a:lnTo>
                            <a:pt x="70" y="258"/>
                          </a:lnTo>
                          <a:lnTo>
                            <a:pt x="58" y="280"/>
                          </a:lnTo>
                          <a:lnTo>
                            <a:pt x="46" y="303"/>
                          </a:lnTo>
                          <a:lnTo>
                            <a:pt x="37" y="327"/>
                          </a:lnTo>
                          <a:lnTo>
                            <a:pt x="28" y="350"/>
                          </a:lnTo>
                          <a:lnTo>
                            <a:pt x="20" y="374"/>
                          </a:lnTo>
                          <a:lnTo>
                            <a:pt x="13" y="399"/>
                          </a:lnTo>
                          <a:lnTo>
                            <a:pt x="8" y="424"/>
                          </a:lnTo>
                          <a:lnTo>
                            <a:pt x="4" y="450"/>
                          </a:lnTo>
                          <a:lnTo>
                            <a:pt x="1" y="476"/>
                          </a:lnTo>
                          <a:lnTo>
                            <a:pt x="0" y="503"/>
                          </a:lnTo>
                          <a:lnTo>
                            <a:pt x="0" y="528"/>
                          </a:lnTo>
                          <a:lnTo>
                            <a:pt x="186" y="526"/>
                          </a:lnTo>
                          <a:lnTo>
                            <a:pt x="186" y="508"/>
                          </a:lnTo>
                          <a:lnTo>
                            <a:pt x="188" y="491"/>
                          </a:lnTo>
                          <a:lnTo>
                            <a:pt x="189" y="475"/>
                          </a:lnTo>
                          <a:lnTo>
                            <a:pt x="192" y="458"/>
                          </a:lnTo>
                          <a:lnTo>
                            <a:pt x="195" y="442"/>
                          </a:lnTo>
                          <a:lnTo>
                            <a:pt x="199" y="426"/>
                          </a:lnTo>
                          <a:lnTo>
                            <a:pt x="205" y="410"/>
                          </a:lnTo>
                          <a:lnTo>
                            <a:pt x="210" y="396"/>
                          </a:lnTo>
                          <a:lnTo>
                            <a:pt x="216" y="381"/>
                          </a:lnTo>
                          <a:lnTo>
                            <a:pt x="224" y="367"/>
                          </a:lnTo>
                          <a:lnTo>
                            <a:pt x="231" y="352"/>
                          </a:lnTo>
                          <a:lnTo>
                            <a:pt x="240" y="338"/>
                          </a:lnTo>
                          <a:lnTo>
                            <a:pt x="249" y="326"/>
                          </a:lnTo>
                          <a:lnTo>
                            <a:pt x="259" y="313"/>
                          </a:lnTo>
                          <a:lnTo>
                            <a:pt x="269" y="300"/>
                          </a:lnTo>
                          <a:lnTo>
                            <a:pt x="280" y="288"/>
                          </a:lnTo>
                          <a:lnTo>
                            <a:pt x="291" y="278"/>
                          </a:lnTo>
                          <a:lnTo>
                            <a:pt x="303" y="266"/>
                          </a:lnTo>
                          <a:lnTo>
                            <a:pt x="316" y="257"/>
                          </a:lnTo>
                          <a:lnTo>
                            <a:pt x="329" y="247"/>
                          </a:lnTo>
                          <a:lnTo>
                            <a:pt x="342" y="239"/>
                          </a:lnTo>
                          <a:lnTo>
                            <a:pt x="355" y="230"/>
                          </a:lnTo>
                          <a:lnTo>
                            <a:pt x="370" y="222"/>
                          </a:lnTo>
                          <a:lnTo>
                            <a:pt x="384" y="215"/>
                          </a:lnTo>
                          <a:lnTo>
                            <a:pt x="399" y="209"/>
                          </a:lnTo>
                          <a:lnTo>
                            <a:pt x="415" y="204"/>
                          </a:lnTo>
                          <a:lnTo>
                            <a:pt x="431" y="198"/>
                          </a:lnTo>
                          <a:lnTo>
                            <a:pt x="447" y="194"/>
                          </a:lnTo>
                          <a:lnTo>
                            <a:pt x="463" y="192"/>
                          </a:lnTo>
                          <a:lnTo>
                            <a:pt x="479" y="189"/>
                          </a:lnTo>
                          <a:lnTo>
                            <a:pt x="496" y="188"/>
                          </a:lnTo>
                          <a:lnTo>
                            <a:pt x="513" y="187"/>
                          </a:lnTo>
                          <a:lnTo>
                            <a:pt x="510" y="0"/>
                          </a:lnTo>
                          <a:close/>
                        </a:path>
                      </a:pathLst>
                    </a:custGeom>
                    <a:solidFill>
                      <a:srgbClr val="EF2B2F"/>
                    </a:solidFill>
                    <a:ln>
                      <a:noFill/>
                    </a:ln>
                  </p:spPr>
                  <p:txBody>
                    <a:bodyPr/>
                    <a:lstStyle/>
                    <a:p>
                      <a:pPr>
                        <a:defRPr/>
                      </a:pPr>
                      <a:endParaRPr lang="en-US" sz="1050">
                        <a:latin typeface="+mj-lt"/>
                      </a:endParaRPr>
                    </a:p>
                  </p:txBody>
                </p:sp>
                <p:sp>
                  <p:nvSpPr>
                    <p:cNvPr id="41341" name="Freeform 807">
                      <a:extLst>
                        <a:ext uri="{FF2B5EF4-FFF2-40B4-BE49-F238E27FC236}">
                          <a16:creationId xmlns="" xmlns:a16="http://schemas.microsoft.com/office/drawing/2014/main" id="{28BEF67B-81D9-B21E-9CFA-423BED33078D}"/>
                        </a:ext>
                      </a:extLst>
                    </p:cNvPr>
                    <p:cNvSpPr>
                      <a:spLocks/>
                    </p:cNvSpPr>
                    <p:nvPr/>
                  </p:nvSpPr>
                  <p:spPr bwMode="auto">
                    <a:xfrm>
                      <a:off x="2517" y="2641"/>
                      <a:ext cx="88" cy="88"/>
                    </a:xfrm>
                    <a:custGeom>
                      <a:avLst/>
                      <a:gdLst>
                        <a:gd name="T0" fmla="*/ 0 w 530"/>
                        <a:gd name="T1" fmla="*/ 0 h 514"/>
                        <a:gd name="T2" fmla="*/ 0 w 530"/>
                        <a:gd name="T3" fmla="*/ 0 h 514"/>
                        <a:gd name="T4" fmla="*/ 0 w 530"/>
                        <a:gd name="T5" fmla="*/ 0 h 514"/>
                        <a:gd name="T6" fmla="*/ 0 w 530"/>
                        <a:gd name="T7" fmla="*/ 0 h 514"/>
                        <a:gd name="T8" fmla="*/ 0 w 530"/>
                        <a:gd name="T9" fmla="*/ 0 h 514"/>
                        <a:gd name="T10" fmla="*/ 0 w 530"/>
                        <a:gd name="T11" fmla="*/ 0 h 514"/>
                        <a:gd name="T12" fmla="*/ 0 w 530"/>
                        <a:gd name="T13" fmla="*/ 0 h 514"/>
                        <a:gd name="T14" fmla="*/ 0 w 530"/>
                        <a:gd name="T15" fmla="*/ 0 h 514"/>
                        <a:gd name="T16" fmla="*/ 0 w 530"/>
                        <a:gd name="T17" fmla="*/ 0 h 514"/>
                        <a:gd name="T18" fmla="*/ 0 w 530"/>
                        <a:gd name="T19" fmla="*/ 0 h 514"/>
                        <a:gd name="T20" fmla="*/ 0 w 530"/>
                        <a:gd name="T21" fmla="*/ 0 h 514"/>
                        <a:gd name="T22" fmla="*/ 0 w 530"/>
                        <a:gd name="T23" fmla="*/ 0 h 514"/>
                        <a:gd name="T24" fmla="*/ 0 w 530"/>
                        <a:gd name="T25" fmla="*/ 0 h 514"/>
                        <a:gd name="T26" fmla="*/ 0 w 530"/>
                        <a:gd name="T27" fmla="*/ 0 h 514"/>
                        <a:gd name="T28" fmla="*/ 0 w 530"/>
                        <a:gd name="T29" fmla="*/ 0 h 514"/>
                        <a:gd name="T30" fmla="*/ 0 w 530"/>
                        <a:gd name="T31" fmla="*/ 0 h 514"/>
                        <a:gd name="T32" fmla="*/ 0 w 530"/>
                        <a:gd name="T33" fmla="*/ 0 h 514"/>
                        <a:gd name="T34" fmla="*/ 0 w 530"/>
                        <a:gd name="T35" fmla="*/ 0 h 514"/>
                        <a:gd name="T36" fmla="*/ 0 w 530"/>
                        <a:gd name="T37" fmla="*/ 0 h 514"/>
                        <a:gd name="T38" fmla="*/ 0 w 530"/>
                        <a:gd name="T39" fmla="*/ 0 h 514"/>
                        <a:gd name="T40" fmla="*/ 0 w 530"/>
                        <a:gd name="T41" fmla="*/ 0 h 514"/>
                        <a:gd name="T42" fmla="*/ 0 w 530"/>
                        <a:gd name="T43" fmla="*/ 0 h 514"/>
                        <a:gd name="T44" fmla="*/ 0 w 530"/>
                        <a:gd name="T45" fmla="*/ 0 h 514"/>
                        <a:gd name="T46" fmla="*/ 0 w 530"/>
                        <a:gd name="T47" fmla="*/ 0 h 514"/>
                        <a:gd name="T48" fmla="*/ 0 w 530"/>
                        <a:gd name="T49" fmla="*/ 0 h 514"/>
                        <a:gd name="T50" fmla="*/ 0 w 530"/>
                        <a:gd name="T51" fmla="*/ 0 h 514"/>
                        <a:gd name="T52" fmla="*/ 0 w 530"/>
                        <a:gd name="T53" fmla="*/ 0 h 514"/>
                        <a:gd name="T54" fmla="*/ 0 w 530"/>
                        <a:gd name="T55" fmla="*/ 0 h 514"/>
                        <a:gd name="T56" fmla="*/ 0 w 530"/>
                        <a:gd name="T57" fmla="*/ 0 h 514"/>
                        <a:gd name="T58" fmla="*/ 0 w 530"/>
                        <a:gd name="T59" fmla="*/ 0 h 514"/>
                        <a:gd name="T60" fmla="*/ 0 w 530"/>
                        <a:gd name="T61" fmla="*/ 0 h 514"/>
                        <a:gd name="T62" fmla="*/ 0 w 530"/>
                        <a:gd name="T63" fmla="*/ 0 h 514"/>
                        <a:gd name="T64" fmla="*/ 0 w 530"/>
                        <a:gd name="T65" fmla="*/ 0 h 514"/>
                        <a:gd name="T66" fmla="*/ 0 w 530"/>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4"/>
                        <a:gd name="T104" fmla="*/ 530 w 530"/>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4">
                          <a:moveTo>
                            <a:pt x="530" y="510"/>
                          </a:moveTo>
                          <a:lnTo>
                            <a:pt x="530" y="510"/>
                          </a:lnTo>
                          <a:lnTo>
                            <a:pt x="529" y="484"/>
                          </a:lnTo>
                          <a:lnTo>
                            <a:pt x="526" y="457"/>
                          </a:lnTo>
                          <a:lnTo>
                            <a:pt x="522" y="432"/>
                          </a:lnTo>
                          <a:lnTo>
                            <a:pt x="517" y="406"/>
                          </a:lnTo>
                          <a:lnTo>
                            <a:pt x="511" y="381"/>
                          </a:lnTo>
                          <a:lnTo>
                            <a:pt x="503" y="357"/>
                          </a:lnTo>
                          <a:lnTo>
                            <a:pt x="495" y="332"/>
                          </a:lnTo>
                          <a:lnTo>
                            <a:pt x="484" y="309"/>
                          </a:lnTo>
                          <a:lnTo>
                            <a:pt x="474" y="287"/>
                          </a:lnTo>
                          <a:lnTo>
                            <a:pt x="462" y="264"/>
                          </a:lnTo>
                          <a:lnTo>
                            <a:pt x="449" y="242"/>
                          </a:lnTo>
                          <a:lnTo>
                            <a:pt x="435" y="222"/>
                          </a:lnTo>
                          <a:lnTo>
                            <a:pt x="420" y="202"/>
                          </a:lnTo>
                          <a:lnTo>
                            <a:pt x="405" y="183"/>
                          </a:lnTo>
                          <a:lnTo>
                            <a:pt x="388" y="163"/>
                          </a:lnTo>
                          <a:lnTo>
                            <a:pt x="371" y="145"/>
                          </a:lnTo>
                          <a:lnTo>
                            <a:pt x="351" y="130"/>
                          </a:lnTo>
                          <a:lnTo>
                            <a:pt x="332" y="113"/>
                          </a:lnTo>
                          <a:lnTo>
                            <a:pt x="312" y="98"/>
                          </a:lnTo>
                          <a:lnTo>
                            <a:pt x="292" y="84"/>
                          </a:lnTo>
                          <a:lnTo>
                            <a:pt x="271" y="70"/>
                          </a:lnTo>
                          <a:lnTo>
                            <a:pt x="248" y="58"/>
                          </a:lnTo>
                          <a:lnTo>
                            <a:pt x="226" y="48"/>
                          </a:lnTo>
                          <a:lnTo>
                            <a:pt x="203" y="37"/>
                          </a:lnTo>
                          <a:lnTo>
                            <a:pt x="178" y="29"/>
                          </a:lnTo>
                          <a:lnTo>
                            <a:pt x="155" y="21"/>
                          </a:lnTo>
                          <a:lnTo>
                            <a:pt x="130" y="14"/>
                          </a:lnTo>
                          <a:lnTo>
                            <a:pt x="105" y="9"/>
                          </a:lnTo>
                          <a:lnTo>
                            <a:pt x="79" y="4"/>
                          </a:lnTo>
                          <a:lnTo>
                            <a:pt x="53" y="2"/>
                          </a:lnTo>
                          <a:lnTo>
                            <a:pt x="26" y="0"/>
                          </a:lnTo>
                          <a:lnTo>
                            <a:pt x="0" y="0"/>
                          </a:lnTo>
                          <a:lnTo>
                            <a:pt x="3" y="187"/>
                          </a:lnTo>
                          <a:lnTo>
                            <a:pt x="20" y="188"/>
                          </a:lnTo>
                          <a:lnTo>
                            <a:pt x="37" y="188"/>
                          </a:lnTo>
                          <a:lnTo>
                            <a:pt x="54" y="190"/>
                          </a:lnTo>
                          <a:lnTo>
                            <a:pt x="70" y="192"/>
                          </a:lnTo>
                          <a:lnTo>
                            <a:pt x="87" y="196"/>
                          </a:lnTo>
                          <a:lnTo>
                            <a:pt x="103" y="201"/>
                          </a:lnTo>
                          <a:lnTo>
                            <a:pt x="118" y="205"/>
                          </a:lnTo>
                          <a:lnTo>
                            <a:pt x="134" y="211"/>
                          </a:lnTo>
                          <a:lnTo>
                            <a:pt x="148" y="218"/>
                          </a:lnTo>
                          <a:lnTo>
                            <a:pt x="162" y="225"/>
                          </a:lnTo>
                          <a:lnTo>
                            <a:pt x="176" y="232"/>
                          </a:lnTo>
                          <a:lnTo>
                            <a:pt x="190" y="241"/>
                          </a:lnTo>
                          <a:lnTo>
                            <a:pt x="204" y="249"/>
                          </a:lnTo>
                          <a:lnTo>
                            <a:pt x="217" y="259"/>
                          </a:lnTo>
                          <a:lnTo>
                            <a:pt x="228" y="270"/>
                          </a:lnTo>
                          <a:lnTo>
                            <a:pt x="241" y="280"/>
                          </a:lnTo>
                          <a:lnTo>
                            <a:pt x="252" y="292"/>
                          </a:lnTo>
                          <a:lnTo>
                            <a:pt x="262" y="304"/>
                          </a:lnTo>
                          <a:lnTo>
                            <a:pt x="273" y="316"/>
                          </a:lnTo>
                          <a:lnTo>
                            <a:pt x="282" y="329"/>
                          </a:lnTo>
                          <a:lnTo>
                            <a:pt x="291" y="343"/>
                          </a:lnTo>
                          <a:lnTo>
                            <a:pt x="299" y="357"/>
                          </a:lnTo>
                          <a:lnTo>
                            <a:pt x="307" y="370"/>
                          </a:lnTo>
                          <a:lnTo>
                            <a:pt x="314" y="385"/>
                          </a:lnTo>
                          <a:lnTo>
                            <a:pt x="321" y="400"/>
                          </a:lnTo>
                          <a:lnTo>
                            <a:pt x="326" y="415"/>
                          </a:lnTo>
                          <a:lnTo>
                            <a:pt x="330" y="431"/>
                          </a:lnTo>
                          <a:lnTo>
                            <a:pt x="334" y="447"/>
                          </a:lnTo>
                          <a:lnTo>
                            <a:pt x="338" y="463"/>
                          </a:lnTo>
                          <a:lnTo>
                            <a:pt x="340" y="480"/>
                          </a:lnTo>
                          <a:lnTo>
                            <a:pt x="342" y="497"/>
                          </a:lnTo>
                          <a:lnTo>
                            <a:pt x="343" y="514"/>
                          </a:lnTo>
                          <a:lnTo>
                            <a:pt x="530" y="510"/>
                          </a:lnTo>
                          <a:close/>
                        </a:path>
                      </a:pathLst>
                    </a:custGeom>
                    <a:solidFill>
                      <a:srgbClr val="EF2B2F"/>
                    </a:solidFill>
                    <a:ln>
                      <a:noFill/>
                    </a:ln>
                  </p:spPr>
                  <p:txBody>
                    <a:bodyPr/>
                    <a:lstStyle/>
                    <a:p>
                      <a:pPr>
                        <a:defRPr/>
                      </a:pPr>
                      <a:endParaRPr lang="en-US" sz="1050">
                        <a:latin typeface="+mj-lt"/>
                      </a:endParaRPr>
                    </a:p>
                  </p:txBody>
                </p:sp>
                <p:sp>
                  <p:nvSpPr>
                    <p:cNvPr id="41342" name="Freeform 808">
                      <a:extLst>
                        <a:ext uri="{FF2B5EF4-FFF2-40B4-BE49-F238E27FC236}">
                          <a16:creationId xmlns="" xmlns:a16="http://schemas.microsoft.com/office/drawing/2014/main" id="{583FEAA0-8925-C21F-26BB-AB70E937D691}"/>
                        </a:ext>
                      </a:extLst>
                    </p:cNvPr>
                    <p:cNvSpPr>
                      <a:spLocks/>
                    </p:cNvSpPr>
                    <p:nvPr/>
                  </p:nvSpPr>
                  <p:spPr bwMode="auto">
                    <a:xfrm>
                      <a:off x="2522" y="2724"/>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3" y="529"/>
                          </a:moveTo>
                          <a:lnTo>
                            <a:pt x="3" y="529"/>
                          </a:lnTo>
                          <a:lnTo>
                            <a:pt x="30" y="529"/>
                          </a:lnTo>
                          <a:lnTo>
                            <a:pt x="56" y="526"/>
                          </a:lnTo>
                          <a:lnTo>
                            <a:pt x="82" y="522"/>
                          </a:lnTo>
                          <a:lnTo>
                            <a:pt x="107" y="517"/>
                          </a:lnTo>
                          <a:lnTo>
                            <a:pt x="133" y="511"/>
                          </a:lnTo>
                          <a:lnTo>
                            <a:pt x="157" y="503"/>
                          </a:lnTo>
                          <a:lnTo>
                            <a:pt x="180" y="495"/>
                          </a:lnTo>
                          <a:lnTo>
                            <a:pt x="205" y="484"/>
                          </a:lnTo>
                          <a:lnTo>
                            <a:pt x="227" y="474"/>
                          </a:lnTo>
                          <a:lnTo>
                            <a:pt x="249" y="462"/>
                          </a:lnTo>
                          <a:lnTo>
                            <a:pt x="271" y="449"/>
                          </a:lnTo>
                          <a:lnTo>
                            <a:pt x="292" y="435"/>
                          </a:lnTo>
                          <a:lnTo>
                            <a:pt x="312" y="421"/>
                          </a:lnTo>
                          <a:lnTo>
                            <a:pt x="331" y="405"/>
                          </a:lnTo>
                          <a:lnTo>
                            <a:pt x="350" y="388"/>
                          </a:lnTo>
                          <a:lnTo>
                            <a:pt x="367" y="371"/>
                          </a:lnTo>
                          <a:lnTo>
                            <a:pt x="384" y="352"/>
                          </a:lnTo>
                          <a:lnTo>
                            <a:pt x="400" y="332"/>
                          </a:lnTo>
                          <a:lnTo>
                            <a:pt x="415" y="313"/>
                          </a:lnTo>
                          <a:lnTo>
                            <a:pt x="430" y="292"/>
                          </a:lnTo>
                          <a:lnTo>
                            <a:pt x="443" y="271"/>
                          </a:lnTo>
                          <a:lnTo>
                            <a:pt x="455" y="249"/>
                          </a:lnTo>
                          <a:lnTo>
                            <a:pt x="466" y="226"/>
                          </a:lnTo>
                          <a:lnTo>
                            <a:pt x="477" y="203"/>
                          </a:lnTo>
                          <a:lnTo>
                            <a:pt x="485" y="180"/>
                          </a:lnTo>
                          <a:lnTo>
                            <a:pt x="493" y="155"/>
                          </a:lnTo>
                          <a:lnTo>
                            <a:pt x="500" y="130"/>
                          </a:lnTo>
                          <a:lnTo>
                            <a:pt x="505" y="105"/>
                          </a:lnTo>
                          <a:lnTo>
                            <a:pt x="509" y="79"/>
                          </a:lnTo>
                          <a:lnTo>
                            <a:pt x="512" y="53"/>
                          </a:lnTo>
                          <a:lnTo>
                            <a:pt x="514" y="27"/>
                          </a:lnTo>
                          <a:lnTo>
                            <a:pt x="514" y="0"/>
                          </a:lnTo>
                          <a:lnTo>
                            <a:pt x="327" y="4"/>
                          </a:lnTo>
                          <a:lnTo>
                            <a:pt x="326" y="21"/>
                          </a:lnTo>
                          <a:lnTo>
                            <a:pt x="325" y="38"/>
                          </a:lnTo>
                          <a:lnTo>
                            <a:pt x="324" y="55"/>
                          </a:lnTo>
                          <a:lnTo>
                            <a:pt x="321" y="70"/>
                          </a:lnTo>
                          <a:lnTo>
                            <a:pt x="317" y="87"/>
                          </a:lnTo>
                          <a:lnTo>
                            <a:pt x="313" y="103"/>
                          </a:lnTo>
                          <a:lnTo>
                            <a:pt x="309" y="118"/>
                          </a:lnTo>
                          <a:lnTo>
                            <a:pt x="303" y="134"/>
                          </a:lnTo>
                          <a:lnTo>
                            <a:pt x="296" y="148"/>
                          </a:lnTo>
                          <a:lnTo>
                            <a:pt x="289" y="163"/>
                          </a:lnTo>
                          <a:lnTo>
                            <a:pt x="281" y="177"/>
                          </a:lnTo>
                          <a:lnTo>
                            <a:pt x="273" y="190"/>
                          </a:lnTo>
                          <a:lnTo>
                            <a:pt x="264" y="204"/>
                          </a:lnTo>
                          <a:lnTo>
                            <a:pt x="254" y="217"/>
                          </a:lnTo>
                          <a:lnTo>
                            <a:pt x="244" y="229"/>
                          </a:lnTo>
                          <a:lnTo>
                            <a:pt x="234" y="241"/>
                          </a:lnTo>
                          <a:lnTo>
                            <a:pt x="222" y="252"/>
                          </a:lnTo>
                          <a:lnTo>
                            <a:pt x="210" y="262"/>
                          </a:lnTo>
                          <a:lnTo>
                            <a:pt x="197" y="273"/>
                          </a:lnTo>
                          <a:lnTo>
                            <a:pt x="185" y="283"/>
                          </a:lnTo>
                          <a:lnTo>
                            <a:pt x="171" y="291"/>
                          </a:lnTo>
                          <a:lnTo>
                            <a:pt x="157" y="300"/>
                          </a:lnTo>
                          <a:lnTo>
                            <a:pt x="143" y="307"/>
                          </a:lnTo>
                          <a:lnTo>
                            <a:pt x="128" y="314"/>
                          </a:lnTo>
                          <a:lnTo>
                            <a:pt x="114" y="321"/>
                          </a:lnTo>
                          <a:lnTo>
                            <a:pt x="99" y="326"/>
                          </a:lnTo>
                          <a:lnTo>
                            <a:pt x="83" y="330"/>
                          </a:lnTo>
                          <a:lnTo>
                            <a:pt x="67" y="335"/>
                          </a:lnTo>
                          <a:lnTo>
                            <a:pt x="50" y="338"/>
                          </a:lnTo>
                          <a:lnTo>
                            <a:pt x="34" y="340"/>
                          </a:lnTo>
                          <a:lnTo>
                            <a:pt x="17" y="342"/>
                          </a:lnTo>
                          <a:lnTo>
                            <a:pt x="0" y="343"/>
                          </a:lnTo>
                          <a:lnTo>
                            <a:pt x="3" y="529"/>
                          </a:lnTo>
                          <a:close/>
                        </a:path>
                      </a:pathLst>
                    </a:custGeom>
                    <a:solidFill>
                      <a:srgbClr val="EF2B2F"/>
                    </a:solidFill>
                    <a:ln>
                      <a:noFill/>
                    </a:ln>
                  </p:spPr>
                  <p:txBody>
                    <a:bodyPr/>
                    <a:lstStyle/>
                    <a:p>
                      <a:pPr>
                        <a:defRPr/>
                      </a:pPr>
                      <a:endParaRPr lang="en-US" sz="1050">
                        <a:latin typeface="+mj-lt"/>
                      </a:endParaRPr>
                    </a:p>
                  </p:txBody>
                </p:sp>
                <p:sp>
                  <p:nvSpPr>
                    <p:cNvPr id="41343" name="Freeform 809">
                      <a:extLst>
                        <a:ext uri="{FF2B5EF4-FFF2-40B4-BE49-F238E27FC236}">
                          <a16:creationId xmlns="" xmlns:a16="http://schemas.microsoft.com/office/drawing/2014/main" id="{D4CA7A76-5BC1-BE52-A40E-03D9B539FC5D}"/>
                        </a:ext>
                      </a:extLst>
                    </p:cNvPr>
                    <p:cNvSpPr>
                      <a:spLocks/>
                    </p:cNvSpPr>
                    <p:nvPr/>
                  </p:nvSpPr>
                  <p:spPr bwMode="auto">
                    <a:xfrm>
                      <a:off x="2434" y="2728"/>
                      <a:ext cx="88" cy="84"/>
                    </a:xfrm>
                    <a:custGeom>
                      <a:avLst/>
                      <a:gdLst>
                        <a:gd name="T0" fmla="*/ 0 w 530"/>
                        <a:gd name="T1" fmla="*/ 0 h 514"/>
                        <a:gd name="T2" fmla="*/ 0 w 530"/>
                        <a:gd name="T3" fmla="*/ 0 h 514"/>
                        <a:gd name="T4" fmla="*/ 0 w 530"/>
                        <a:gd name="T5" fmla="*/ 0 h 514"/>
                        <a:gd name="T6" fmla="*/ 0 w 530"/>
                        <a:gd name="T7" fmla="*/ 0 h 514"/>
                        <a:gd name="T8" fmla="*/ 0 w 530"/>
                        <a:gd name="T9" fmla="*/ 0 h 514"/>
                        <a:gd name="T10" fmla="*/ 0 w 530"/>
                        <a:gd name="T11" fmla="*/ 0 h 514"/>
                        <a:gd name="T12" fmla="*/ 0 w 530"/>
                        <a:gd name="T13" fmla="*/ 0 h 514"/>
                        <a:gd name="T14" fmla="*/ 0 w 530"/>
                        <a:gd name="T15" fmla="*/ 0 h 514"/>
                        <a:gd name="T16" fmla="*/ 0 w 530"/>
                        <a:gd name="T17" fmla="*/ 0 h 514"/>
                        <a:gd name="T18" fmla="*/ 0 w 530"/>
                        <a:gd name="T19" fmla="*/ 0 h 514"/>
                        <a:gd name="T20" fmla="*/ 0 w 530"/>
                        <a:gd name="T21" fmla="*/ 0 h 514"/>
                        <a:gd name="T22" fmla="*/ 0 w 530"/>
                        <a:gd name="T23" fmla="*/ 0 h 514"/>
                        <a:gd name="T24" fmla="*/ 0 w 530"/>
                        <a:gd name="T25" fmla="*/ 0 h 514"/>
                        <a:gd name="T26" fmla="*/ 0 w 530"/>
                        <a:gd name="T27" fmla="*/ 0 h 514"/>
                        <a:gd name="T28" fmla="*/ 0 w 530"/>
                        <a:gd name="T29" fmla="*/ 0 h 514"/>
                        <a:gd name="T30" fmla="*/ 0 w 530"/>
                        <a:gd name="T31" fmla="*/ 0 h 514"/>
                        <a:gd name="T32" fmla="*/ 0 w 530"/>
                        <a:gd name="T33" fmla="*/ 0 h 514"/>
                        <a:gd name="T34" fmla="*/ 0 w 530"/>
                        <a:gd name="T35" fmla="*/ 0 h 514"/>
                        <a:gd name="T36" fmla="*/ 0 w 530"/>
                        <a:gd name="T37" fmla="*/ 0 h 514"/>
                        <a:gd name="T38" fmla="*/ 0 w 530"/>
                        <a:gd name="T39" fmla="*/ 0 h 514"/>
                        <a:gd name="T40" fmla="*/ 0 w 530"/>
                        <a:gd name="T41" fmla="*/ 0 h 514"/>
                        <a:gd name="T42" fmla="*/ 0 w 530"/>
                        <a:gd name="T43" fmla="*/ 0 h 514"/>
                        <a:gd name="T44" fmla="*/ 0 w 530"/>
                        <a:gd name="T45" fmla="*/ 0 h 514"/>
                        <a:gd name="T46" fmla="*/ 0 w 530"/>
                        <a:gd name="T47" fmla="*/ 0 h 514"/>
                        <a:gd name="T48" fmla="*/ 0 w 530"/>
                        <a:gd name="T49" fmla="*/ 0 h 514"/>
                        <a:gd name="T50" fmla="*/ 0 w 530"/>
                        <a:gd name="T51" fmla="*/ 0 h 514"/>
                        <a:gd name="T52" fmla="*/ 0 w 530"/>
                        <a:gd name="T53" fmla="*/ 0 h 514"/>
                        <a:gd name="T54" fmla="*/ 0 w 530"/>
                        <a:gd name="T55" fmla="*/ 0 h 514"/>
                        <a:gd name="T56" fmla="*/ 0 w 530"/>
                        <a:gd name="T57" fmla="*/ 0 h 514"/>
                        <a:gd name="T58" fmla="*/ 0 w 530"/>
                        <a:gd name="T59" fmla="*/ 0 h 514"/>
                        <a:gd name="T60" fmla="*/ 0 w 530"/>
                        <a:gd name="T61" fmla="*/ 0 h 514"/>
                        <a:gd name="T62" fmla="*/ 0 w 530"/>
                        <a:gd name="T63" fmla="*/ 0 h 514"/>
                        <a:gd name="T64" fmla="*/ 0 w 530"/>
                        <a:gd name="T65" fmla="*/ 0 h 514"/>
                        <a:gd name="T66" fmla="*/ 0 w 530"/>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4"/>
                        <a:gd name="T104" fmla="*/ 530 w 530"/>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4">
                          <a:moveTo>
                            <a:pt x="0" y="4"/>
                          </a:moveTo>
                          <a:lnTo>
                            <a:pt x="0" y="4"/>
                          </a:lnTo>
                          <a:lnTo>
                            <a:pt x="1" y="30"/>
                          </a:lnTo>
                          <a:lnTo>
                            <a:pt x="3" y="57"/>
                          </a:lnTo>
                          <a:lnTo>
                            <a:pt x="8" y="82"/>
                          </a:lnTo>
                          <a:lnTo>
                            <a:pt x="13" y="107"/>
                          </a:lnTo>
                          <a:lnTo>
                            <a:pt x="19" y="133"/>
                          </a:lnTo>
                          <a:lnTo>
                            <a:pt x="27" y="157"/>
                          </a:lnTo>
                          <a:lnTo>
                            <a:pt x="35" y="181"/>
                          </a:lnTo>
                          <a:lnTo>
                            <a:pt x="45" y="205"/>
                          </a:lnTo>
                          <a:lnTo>
                            <a:pt x="55" y="227"/>
                          </a:lnTo>
                          <a:lnTo>
                            <a:pt x="68" y="250"/>
                          </a:lnTo>
                          <a:lnTo>
                            <a:pt x="81" y="271"/>
                          </a:lnTo>
                          <a:lnTo>
                            <a:pt x="95" y="292"/>
                          </a:lnTo>
                          <a:lnTo>
                            <a:pt x="110" y="312"/>
                          </a:lnTo>
                          <a:lnTo>
                            <a:pt x="125" y="331"/>
                          </a:lnTo>
                          <a:lnTo>
                            <a:pt x="142" y="350"/>
                          </a:lnTo>
                          <a:lnTo>
                            <a:pt x="159" y="367"/>
                          </a:lnTo>
                          <a:lnTo>
                            <a:pt x="177" y="384"/>
                          </a:lnTo>
                          <a:lnTo>
                            <a:pt x="197" y="400"/>
                          </a:lnTo>
                          <a:lnTo>
                            <a:pt x="217" y="415"/>
                          </a:lnTo>
                          <a:lnTo>
                            <a:pt x="238" y="430"/>
                          </a:lnTo>
                          <a:lnTo>
                            <a:pt x="259" y="443"/>
                          </a:lnTo>
                          <a:lnTo>
                            <a:pt x="280" y="455"/>
                          </a:lnTo>
                          <a:lnTo>
                            <a:pt x="304" y="466"/>
                          </a:lnTo>
                          <a:lnTo>
                            <a:pt x="327" y="477"/>
                          </a:lnTo>
                          <a:lnTo>
                            <a:pt x="351" y="485"/>
                          </a:lnTo>
                          <a:lnTo>
                            <a:pt x="375" y="493"/>
                          </a:lnTo>
                          <a:lnTo>
                            <a:pt x="399" y="500"/>
                          </a:lnTo>
                          <a:lnTo>
                            <a:pt x="425" y="504"/>
                          </a:lnTo>
                          <a:lnTo>
                            <a:pt x="450" y="509"/>
                          </a:lnTo>
                          <a:lnTo>
                            <a:pt x="477" y="512"/>
                          </a:lnTo>
                          <a:lnTo>
                            <a:pt x="504" y="514"/>
                          </a:lnTo>
                          <a:lnTo>
                            <a:pt x="530" y="513"/>
                          </a:lnTo>
                          <a:lnTo>
                            <a:pt x="527" y="327"/>
                          </a:lnTo>
                          <a:lnTo>
                            <a:pt x="509" y="326"/>
                          </a:lnTo>
                          <a:lnTo>
                            <a:pt x="492" y="325"/>
                          </a:lnTo>
                          <a:lnTo>
                            <a:pt x="476" y="324"/>
                          </a:lnTo>
                          <a:lnTo>
                            <a:pt x="459" y="321"/>
                          </a:lnTo>
                          <a:lnTo>
                            <a:pt x="443" y="318"/>
                          </a:lnTo>
                          <a:lnTo>
                            <a:pt x="427" y="313"/>
                          </a:lnTo>
                          <a:lnTo>
                            <a:pt x="412" y="309"/>
                          </a:lnTo>
                          <a:lnTo>
                            <a:pt x="396" y="303"/>
                          </a:lnTo>
                          <a:lnTo>
                            <a:pt x="381" y="296"/>
                          </a:lnTo>
                          <a:lnTo>
                            <a:pt x="368" y="289"/>
                          </a:lnTo>
                          <a:lnTo>
                            <a:pt x="354" y="281"/>
                          </a:lnTo>
                          <a:lnTo>
                            <a:pt x="340" y="273"/>
                          </a:lnTo>
                          <a:lnTo>
                            <a:pt x="326" y="265"/>
                          </a:lnTo>
                          <a:lnTo>
                            <a:pt x="313" y="254"/>
                          </a:lnTo>
                          <a:lnTo>
                            <a:pt x="302" y="244"/>
                          </a:lnTo>
                          <a:lnTo>
                            <a:pt x="289" y="233"/>
                          </a:lnTo>
                          <a:lnTo>
                            <a:pt x="278" y="222"/>
                          </a:lnTo>
                          <a:lnTo>
                            <a:pt x="268" y="210"/>
                          </a:lnTo>
                          <a:lnTo>
                            <a:pt x="257" y="198"/>
                          </a:lnTo>
                          <a:lnTo>
                            <a:pt x="248" y="185"/>
                          </a:lnTo>
                          <a:lnTo>
                            <a:pt x="239" y="171"/>
                          </a:lnTo>
                          <a:lnTo>
                            <a:pt x="231" y="157"/>
                          </a:lnTo>
                          <a:lnTo>
                            <a:pt x="223" y="144"/>
                          </a:lnTo>
                          <a:lnTo>
                            <a:pt x="216" y="129"/>
                          </a:lnTo>
                          <a:lnTo>
                            <a:pt x="209" y="114"/>
                          </a:lnTo>
                          <a:lnTo>
                            <a:pt x="204" y="99"/>
                          </a:lnTo>
                          <a:lnTo>
                            <a:pt x="199" y="83"/>
                          </a:lnTo>
                          <a:lnTo>
                            <a:pt x="196" y="67"/>
                          </a:lnTo>
                          <a:lnTo>
                            <a:pt x="192" y="50"/>
                          </a:lnTo>
                          <a:lnTo>
                            <a:pt x="190" y="34"/>
                          </a:lnTo>
                          <a:lnTo>
                            <a:pt x="188" y="17"/>
                          </a:lnTo>
                          <a:lnTo>
                            <a:pt x="187" y="0"/>
                          </a:lnTo>
                          <a:lnTo>
                            <a:pt x="0" y="4"/>
                          </a:lnTo>
                          <a:close/>
                        </a:path>
                      </a:pathLst>
                    </a:custGeom>
                    <a:solidFill>
                      <a:srgbClr val="EF2B2F"/>
                    </a:solidFill>
                    <a:ln>
                      <a:noFill/>
                    </a:ln>
                  </p:spPr>
                  <p:txBody>
                    <a:bodyPr/>
                    <a:lstStyle/>
                    <a:p>
                      <a:pPr>
                        <a:defRPr/>
                      </a:pPr>
                      <a:endParaRPr lang="en-US" sz="1050">
                        <a:latin typeface="+mj-lt"/>
                      </a:endParaRPr>
                    </a:p>
                  </p:txBody>
                </p:sp>
                <p:sp>
                  <p:nvSpPr>
                    <p:cNvPr id="41344" name="Freeform 810">
                      <a:extLst>
                        <a:ext uri="{FF2B5EF4-FFF2-40B4-BE49-F238E27FC236}">
                          <a16:creationId xmlns="" xmlns:a16="http://schemas.microsoft.com/office/drawing/2014/main" id="{F77C83BA-015B-FD59-9D12-71D22983CAC7}"/>
                        </a:ext>
                      </a:extLst>
                    </p:cNvPr>
                    <p:cNvSpPr>
                      <a:spLocks/>
                    </p:cNvSpPr>
                    <p:nvPr/>
                  </p:nvSpPr>
                  <p:spPr bwMode="auto">
                    <a:xfrm>
                      <a:off x="2434" y="2641"/>
                      <a:ext cx="84" cy="88"/>
                    </a:xfrm>
                    <a:custGeom>
                      <a:avLst/>
                      <a:gdLst>
                        <a:gd name="T0" fmla="*/ 0 w 514"/>
                        <a:gd name="T1" fmla="*/ 0 h 530"/>
                        <a:gd name="T2" fmla="*/ 0 w 514"/>
                        <a:gd name="T3" fmla="*/ 0 h 530"/>
                        <a:gd name="T4" fmla="*/ 0 w 514"/>
                        <a:gd name="T5" fmla="*/ 0 h 530"/>
                        <a:gd name="T6" fmla="*/ 0 w 514"/>
                        <a:gd name="T7" fmla="*/ 0 h 530"/>
                        <a:gd name="T8" fmla="*/ 0 w 514"/>
                        <a:gd name="T9" fmla="*/ 0 h 530"/>
                        <a:gd name="T10" fmla="*/ 0 w 514"/>
                        <a:gd name="T11" fmla="*/ 0 h 530"/>
                        <a:gd name="T12" fmla="*/ 0 w 514"/>
                        <a:gd name="T13" fmla="*/ 0 h 530"/>
                        <a:gd name="T14" fmla="*/ 0 w 514"/>
                        <a:gd name="T15" fmla="*/ 0 h 530"/>
                        <a:gd name="T16" fmla="*/ 0 w 514"/>
                        <a:gd name="T17" fmla="*/ 0 h 530"/>
                        <a:gd name="T18" fmla="*/ 0 w 514"/>
                        <a:gd name="T19" fmla="*/ 0 h 530"/>
                        <a:gd name="T20" fmla="*/ 0 w 514"/>
                        <a:gd name="T21" fmla="*/ 0 h 530"/>
                        <a:gd name="T22" fmla="*/ 0 w 514"/>
                        <a:gd name="T23" fmla="*/ 0 h 530"/>
                        <a:gd name="T24" fmla="*/ 0 w 514"/>
                        <a:gd name="T25" fmla="*/ 0 h 530"/>
                        <a:gd name="T26" fmla="*/ 0 w 514"/>
                        <a:gd name="T27" fmla="*/ 0 h 530"/>
                        <a:gd name="T28" fmla="*/ 0 w 514"/>
                        <a:gd name="T29" fmla="*/ 0 h 530"/>
                        <a:gd name="T30" fmla="*/ 0 w 514"/>
                        <a:gd name="T31" fmla="*/ 0 h 530"/>
                        <a:gd name="T32" fmla="*/ 0 w 514"/>
                        <a:gd name="T33" fmla="*/ 0 h 530"/>
                        <a:gd name="T34" fmla="*/ 0 w 514"/>
                        <a:gd name="T35" fmla="*/ 0 h 530"/>
                        <a:gd name="T36" fmla="*/ 0 w 514"/>
                        <a:gd name="T37" fmla="*/ 0 h 530"/>
                        <a:gd name="T38" fmla="*/ 0 w 514"/>
                        <a:gd name="T39" fmla="*/ 0 h 530"/>
                        <a:gd name="T40" fmla="*/ 0 w 514"/>
                        <a:gd name="T41" fmla="*/ 0 h 530"/>
                        <a:gd name="T42" fmla="*/ 0 w 514"/>
                        <a:gd name="T43" fmla="*/ 0 h 530"/>
                        <a:gd name="T44" fmla="*/ 0 w 514"/>
                        <a:gd name="T45" fmla="*/ 0 h 530"/>
                        <a:gd name="T46" fmla="*/ 0 w 514"/>
                        <a:gd name="T47" fmla="*/ 0 h 530"/>
                        <a:gd name="T48" fmla="*/ 0 w 514"/>
                        <a:gd name="T49" fmla="*/ 0 h 530"/>
                        <a:gd name="T50" fmla="*/ 0 w 514"/>
                        <a:gd name="T51" fmla="*/ 0 h 530"/>
                        <a:gd name="T52" fmla="*/ 0 w 514"/>
                        <a:gd name="T53" fmla="*/ 0 h 530"/>
                        <a:gd name="T54" fmla="*/ 0 w 514"/>
                        <a:gd name="T55" fmla="*/ 0 h 530"/>
                        <a:gd name="T56" fmla="*/ 0 w 514"/>
                        <a:gd name="T57" fmla="*/ 0 h 530"/>
                        <a:gd name="T58" fmla="*/ 0 w 514"/>
                        <a:gd name="T59" fmla="*/ 0 h 530"/>
                        <a:gd name="T60" fmla="*/ 0 w 514"/>
                        <a:gd name="T61" fmla="*/ 0 h 530"/>
                        <a:gd name="T62" fmla="*/ 0 w 514"/>
                        <a:gd name="T63" fmla="*/ 0 h 530"/>
                        <a:gd name="T64" fmla="*/ 0 w 514"/>
                        <a:gd name="T65" fmla="*/ 0 h 530"/>
                        <a:gd name="T66" fmla="*/ 0 w 514"/>
                        <a:gd name="T67" fmla="*/ 0 h 5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30"/>
                        <a:gd name="T104" fmla="*/ 514 w 514"/>
                        <a:gd name="T105" fmla="*/ 530 h 5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30">
                          <a:moveTo>
                            <a:pt x="511" y="0"/>
                          </a:moveTo>
                          <a:lnTo>
                            <a:pt x="511" y="0"/>
                          </a:lnTo>
                          <a:lnTo>
                            <a:pt x="484" y="1"/>
                          </a:lnTo>
                          <a:lnTo>
                            <a:pt x="458" y="3"/>
                          </a:lnTo>
                          <a:lnTo>
                            <a:pt x="432" y="8"/>
                          </a:lnTo>
                          <a:lnTo>
                            <a:pt x="407" y="13"/>
                          </a:lnTo>
                          <a:lnTo>
                            <a:pt x="381" y="19"/>
                          </a:lnTo>
                          <a:lnTo>
                            <a:pt x="357" y="27"/>
                          </a:lnTo>
                          <a:lnTo>
                            <a:pt x="333" y="35"/>
                          </a:lnTo>
                          <a:lnTo>
                            <a:pt x="309" y="45"/>
                          </a:lnTo>
                          <a:lnTo>
                            <a:pt x="287" y="55"/>
                          </a:lnTo>
                          <a:lnTo>
                            <a:pt x="265" y="68"/>
                          </a:lnTo>
                          <a:lnTo>
                            <a:pt x="242" y="81"/>
                          </a:lnTo>
                          <a:lnTo>
                            <a:pt x="222" y="95"/>
                          </a:lnTo>
                          <a:lnTo>
                            <a:pt x="202" y="109"/>
                          </a:lnTo>
                          <a:lnTo>
                            <a:pt x="183" y="125"/>
                          </a:lnTo>
                          <a:lnTo>
                            <a:pt x="164" y="142"/>
                          </a:lnTo>
                          <a:lnTo>
                            <a:pt x="146" y="159"/>
                          </a:lnTo>
                          <a:lnTo>
                            <a:pt x="130" y="178"/>
                          </a:lnTo>
                          <a:lnTo>
                            <a:pt x="113" y="196"/>
                          </a:lnTo>
                          <a:lnTo>
                            <a:pt x="98" y="217"/>
                          </a:lnTo>
                          <a:lnTo>
                            <a:pt x="84" y="238"/>
                          </a:lnTo>
                          <a:lnTo>
                            <a:pt x="70" y="259"/>
                          </a:lnTo>
                          <a:lnTo>
                            <a:pt x="59" y="280"/>
                          </a:lnTo>
                          <a:lnTo>
                            <a:pt x="48" y="304"/>
                          </a:lnTo>
                          <a:lnTo>
                            <a:pt x="37" y="327"/>
                          </a:lnTo>
                          <a:lnTo>
                            <a:pt x="29" y="350"/>
                          </a:lnTo>
                          <a:lnTo>
                            <a:pt x="21" y="375"/>
                          </a:lnTo>
                          <a:lnTo>
                            <a:pt x="14" y="399"/>
                          </a:lnTo>
                          <a:lnTo>
                            <a:pt x="9" y="424"/>
                          </a:lnTo>
                          <a:lnTo>
                            <a:pt x="4" y="450"/>
                          </a:lnTo>
                          <a:lnTo>
                            <a:pt x="2" y="476"/>
                          </a:lnTo>
                          <a:lnTo>
                            <a:pt x="0" y="503"/>
                          </a:lnTo>
                          <a:lnTo>
                            <a:pt x="0" y="530"/>
                          </a:lnTo>
                          <a:lnTo>
                            <a:pt x="187" y="526"/>
                          </a:lnTo>
                          <a:lnTo>
                            <a:pt x="188" y="508"/>
                          </a:lnTo>
                          <a:lnTo>
                            <a:pt x="188" y="491"/>
                          </a:lnTo>
                          <a:lnTo>
                            <a:pt x="190" y="475"/>
                          </a:lnTo>
                          <a:lnTo>
                            <a:pt x="192" y="458"/>
                          </a:lnTo>
                          <a:lnTo>
                            <a:pt x="197" y="443"/>
                          </a:lnTo>
                          <a:lnTo>
                            <a:pt x="200" y="427"/>
                          </a:lnTo>
                          <a:lnTo>
                            <a:pt x="205" y="412"/>
                          </a:lnTo>
                          <a:lnTo>
                            <a:pt x="211" y="396"/>
                          </a:lnTo>
                          <a:lnTo>
                            <a:pt x="218" y="381"/>
                          </a:lnTo>
                          <a:lnTo>
                            <a:pt x="224" y="367"/>
                          </a:lnTo>
                          <a:lnTo>
                            <a:pt x="233" y="353"/>
                          </a:lnTo>
                          <a:lnTo>
                            <a:pt x="241" y="340"/>
                          </a:lnTo>
                          <a:lnTo>
                            <a:pt x="250" y="326"/>
                          </a:lnTo>
                          <a:lnTo>
                            <a:pt x="259" y="313"/>
                          </a:lnTo>
                          <a:lnTo>
                            <a:pt x="270" y="300"/>
                          </a:lnTo>
                          <a:lnTo>
                            <a:pt x="280" y="289"/>
                          </a:lnTo>
                          <a:lnTo>
                            <a:pt x="292" y="278"/>
                          </a:lnTo>
                          <a:lnTo>
                            <a:pt x="304" y="267"/>
                          </a:lnTo>
                          <a:lnTo>
                            <a:pt x="317" y="257"/>
                          </a:lnTo>
                          <a:lnTo>
                            <a:pt x="329" y="247"/>
                          </a:lnTo>
                          <a:lnTo>
                            <a:pt x="343" y="239"/>
                          </a:lnTo>
                          <a:lnTo>
                            <a:pt x="357" y="230"/>
                          </a:lnTo>
                          <a:lnTo>
                            <a:pt x="371" y="223"/>
                          </a:lnTo>
                          <a:lnTo>
                            <a:pt x="386" y="215"/>
                          </a:lnTo>
                          <a:lnTo>
                            <a:pt x="400" y="209"/>
                          </a:lnTo>
                          <a:lnTo>
                            <a:pt x="415" y="204"/>
                          </a:lnTo>
                          <a:lnTo>
                            <a:pt x="431" y="199"/>
                          </a:lnTo>
                          <a:lnTo>
                            <a:pt x="447" y="195"/>
                          </a:lnTo>
                          <a:lnTo>
                            <a:pt x="463" y="192"/>
                          </a:lnTo>
                          <a:lnTo>
                            <a:pt x="480" y="190"/>
                          </a:lnTo>
                          <a:lnTo>
                            <a:pt x="497" y="188"/>
                          </a:lnTo>
                          <a:lnTo>
                            <a:pt x="514" y="187"/>
                          </a:lnTo>
                          <a:lnTo>
                            <a:pt x="511" y="0"/>
                          </a:lnTo>
                          <a:close/>
                        </a:path>
                      </a:pathLst>
                    </a:custGeom>
                    <a:solidFill>
                      <a:srgbClr val="EF2B2F"/>
                    </a:solidFill>
                    <a:ln>
                      <a:noFill/>
                    </a:ln>
                  </p:spPr>
                  <p:txBody>
                    <a:bodyPr/>
                    <a:lstStyle/>
                    <a:p>
                      <a:pPr>
                        <a:defRPr/>
                      </a:pPr>
                      <a:endParaRPr lang="en-US" sz="1050">
                        <a:latin typeface="+mj-lt"/>
                      </a:endParaRPr>
                    </a:p>
                  </p:txBody>
                </p:sp>
                <p:sp>
                  <p:nvSpPr>
                    <p:cNvPr id="41345" name="Freeform 811">
                      <a:extLst>
                        <a:ext uri="{FF2B5EF4-FFF2-40B4-BE49-F238E27FC236}">
                          <a16:creationId xmlns="" xmlns:a16="http://schemas.microsoft.com/office/drawing/2014/main" id="{BBCAC384-7F3E-4CE1-3284-C17BF00280ED}"/>
                        </a:ext>
                      </a:extLst>
                    </p:cNvPr>
                    <p:cNvSpPr>
                      <a:spLocks/>
                    </p:cNvSpPr>
                    <p:nvPr/>
                  </p:nvSpPr>
                  <p:spPr bwMode="auto">
                    <a:xfrm>
                      <a:off x="3643" y="2621"/>
                      <a:ext cx="92" cy="88"/>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529" y="511"/>
                          </a:moveTo>
                          <a:lnTo>
                            <a:pt x="529" y="511"/>
                          </a:lnTo>
                          <a:lnTo>
                            <a:pt x="528" y="484"/>
                          </a:lnTo>
                          <a:lnTo>
                            <a:pt x="526" y="458"/>
                          </a:lnTo>
                          <a:lnTo>
                            <a:pt x="522" y="432"/>
                          </a:lnTo>
                          <a:lnTo>
                            <a:pt x="516" y="406"/>
                          </a:lnTo>
                          <a:lnTo>
                            <a:pt x="510" y="381"/>
                          </a:lnTo>
                          <a:lnTo>
                            <a:pt x="504" y="357"/>
                          </a:lnTo>
                          <a:lnTo>
                            <a:pt x="494" y="332"/>
                          </a:lnTo>
                          <a:lnTo>
                            <a:pt x="484" y="309"/>
                          </a:lnTo>
                          <a:lnTo>
                            <a:pt x="474" y="286"/>
                          </a:lnTo>
                          <a:lnTo>
                            <a:pt x="461" y="265"/>
                          </a:lnTo>
                          <a:lnTo>
                            <a:pt x="448" y="242"/>
                          </a:lnTo>
                          <a:lnTo>
                            <a:pt x="434" y="221"/>
                          </a:lnTo>
                          <a:lnTo>
                            <a:pt x="420" y="202"/>
                          </a:lnTo>
                          <a:lnTo>
                            <a:pt x="404" y="182"/>
                          </a:lnTo>
                          <a:lnTo>
                            <a:pt x="388" y="164"/>
                          </a:lnTo>
                          <a:lnTo>
                            <a:pt x="370" y="146"/>
                          </a:lnTo>
                          <a:lnTo>
                            <a:pt x="352" y="129"/>
                          </a:lnTo>
                          <a:lnTo>
                            <a:pt x="333" y="113"/>
                          </a:lnTo>
                          <a:lnTo>
                            <a:pt x="312" y="98"/>
                          </a:lnTo>
                          <a:lnTo>
                            <a:pt x="291" y="84"/>
                          </a:lnTo>
                          <a:lnTo>
                            <a:pt x="270" y="70"/>
                          </a:lnTo>
                          <a:lnTo>
                            <a:pt x="249" y="59"/>
                          </a:lnTo>
                          <a:lnTo>
                            <a:pt x="225" y="47"/>
                          </a:lnTo>
                          <a:lnTo>
                            <a:pt x="202" y="37"/>
                          </a:lnTo>
                          <a:lnTo>
                            <a:pt x="179" y="29"/>
                          </a:lnTo>
                          <a:lnTo>
                            <a:pt x="154" y="21"/>
                          </a:lnTo>
                          <a:lnTo>
                            <a:pt x="130" y="14"/>
                          </a:lnTo>
                          <a:lnTo>
                            <a:pt x="104" y="9"/>
                          </a:lnTo>
                          <a:lnTo>
                            <a:pt x="79" y="5"/>
                          </a:lnTo>
                          <a:lnTo>
                            <a:pt x="52" y="1"/>
                          </a:lnTo>
                          <a:lnTo>
                            <a:pt x="26" y="0"/>
                          </a:lnTo>
                          <a:lnTo>
                            <a:pt x="0" y="0"/>
                          </a:lnTo>
                          <a:lnTo>
                            <a:pt x="2" y="187"/>
                          </a:lnTo>
                          <a:lnTo>
                            <a:pt x="20" y="187"/>
                          </a:lnTo>
                          <a:lnTo>
                            <a:pt x="37" y="188"/>
                          </a:lnTo>
                          <a:lnTo>
                            <a:pt x="53" y="190"/>
                          </a:lnTo>
                          <a:lnTo>
                            <a:pt x="70" y="192"/>
                          </a:lnTo>
                          <a:lnTo>
                            <a:pt x="86" y="197"/>
                          </a:lnTo>
                          <a:lnTo>
                            <a:pt x="102" y="200"/>
                          </a:lnTo>
                          <a:lnTo>
                            <a:pt x="118" y="205"/>
                          </a:lnTo>
                          <a:lnTo>
                            <a:pt x="133" y="210"/>
                          </a:lnTo>
                          <a:lnTo>
                            <a:pt x="148" y="217"/>
                          </a:lnTo>
                          <a:lnTo>
                            <a:pt x="162" y="224"/>
                          </a:lnTo>
                          <a:lnTo>
                            <a:pt x="176" y="233"/>
                          </a:lnTo>
                          <a:lnTo>
                            <a:pt x="190" y="240"/>
                          </a:lnTo>
                          <a:lnTo>
                            <a:pt x="203" y="250"/>
                          </a:lnTo>
                          <a:lnTo>
                            <a:pt x="216" y="259"/>
                          </a:lnTo>
                          <a:lnTo>
                            <a:pt x="228" y="270"/>
                          </a:lnTo>
                          <a:lnTo>
                            <a:pt x="240" y="280"/>
                          </a:lnTo>
                          <a:lnTo>
                            <a:pt x="251" y="292"/>
                          </a:lnTo>
                          <a:lnTo>
                            <a:pt x="262" y="304"/>
                          </a:lnTo>
                          <a:lnTo>
                            <a:pt x="272" y="317"/>
                          </a:lnTo>
                          <a:lnTo>
                            <a:pt x="282" y="329"/>
                          </a:lnTo>
                          <a:lnTo>
                            <a:pt x="290" y="343"/>
                          </a:lnTo>
                          <a:lnTo>
                            <a:pt x="299" y="356"/>
                          </a:lnTo>
                          <a:lnTo>
                            <a:pt x="307" y="371"/>
                          </a:lnTo>
                          <a:lnTo>
                            <a:pt x="313" y="385"/>
                          </a:lnTo>
                          <a:lnTo>
                            <a:pt x="320" y="400"/>
                          </a:lnTo>
                          <a:lnTo>
                            <a:pt x="325" y="415"/>
                          </a:lnTo>
                          <a:lnTo>
                            <a:pt x="330" y="431"/>
                          </a:lnTo>
                          <a:lnTo>
                            <a:pt x="335" y="447"/>
                          </a:lnTo>
                          <a:lnTo>
                            <a:pt x="337" y="463"/>
                          </a:lnTo>
                          <a:lnTo>
                            <a:pt x="340" y="480"/>
                          </a:lnTo>
                          <a:lnTo>
                            <a:pt x="341" y="497"/>
                          </a:lnTo>
                          <a:lnTo>
                            <a:pt x="342" y="514"/>
                          </a:lnTo>
                          <a:lnTo>
                            <a:pt x="529" y="511"/>
                          </a:lnTo>
                          <a:close/>
                        </a:path>
                      </a:pathLst>
                    </a:custGeom>
                    <a:solidFill>
                      <a:srgbClr val="EF2B2F"/>
                    </a:solidFill>
                    <a:ln>
                      <a:noFill/>
                    </a:ln>
                  </p:spPr>
                  <p:txBody>
                    <a:bodyPr/>
                    <a:lstStyle/>
                    <a:p>
                      <a:pPr>
                        <a:defRPr/>
                      </a:pPr>
                      <a:endParaRPr lang="en-US" sz="1050">
                        <a:latin typeface="+mj-lt"/>
                      </a:endParaRPr>
                    </a:p>
                  </p:txBody>
                </p:sp>
                <p:sp>
                  <p:nvSpPr>
                    <p:cNvPr id="41346" name="Freeform 812">
                      <a:extLst>
                        <a:ext uri="{FF2B5EF4-FFF2-40B4-BE49-F238E27FC236}">
                          <a16:creationId xmlns="" xmlns:a16="http://schemas.microsoft.com/office/drawing/2014/main" id="{42C004E5-11D3-4065-78EF-A2804EC41E87}"/>
                        </a:ext>
                      </a:extLst>
                    </p:cNvPr>
                    <p:cNvSpPr>
                      <a:spLocks/>
                    </p:cNvSpPr>
                    <p:nvPr/>
                  </p:nvSpPr>
                  <p:spPr bwMode="auto">
                    <a:xfrm>
                      <a:off x="3648" y="2704"/>
                      <a:ext cx="88"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3" y="528"/>
                          </a:moveTo>
                          <a:lnTo>
                            <a:pt x="3" y="528"/>
                          </a:lnTo>
                          <a:lnTo>
                            <a:pt x="30" y="527"/>
                          </a:lnTo>
                          <a:lnTo>
                            <a:pt x="56" y="525"/>
                          </a:lnTo>
                          <a:lnTo>
                            <a:pt x="82" y="522"/>
                          </a:lnTo>
                          <a:lnTo>
                            <a:pt x="108" y="516"/>
                          </a:lnTo>
                          <a:lnTo>
                            <a:pt x="133" y="510"/>
                          </a:lnTo>
                          <a:lnTo>
                            <a:pt x="157" y="503"/>
                          </a:lnTo>
                          <a:lnTo>
                            <a:pt x="182" y="493"/>
                          </a:lnTo>
                          <a:lnTo>
                            <a:pt x="205" y="483"/>
                          </a:lnTo>
                          <a:lnTo>
                            <a:pt x="227" y="473"/>
                          </a:lnTo>
                          <a:lnTo>
                            <a:pt x="250" y="461"/>
                          </a:lnTo>
                          <a:lnTo>
                            <a:pt x="272" y="448"/>
                          </a:lnTo>
                          <a:lnTo>
                            <a:pt x="292" y="435"/>
                          </a:lnTo>
                          <a:lnTo>
                            <a:pt x="312" y="420"/>
                          </a:lnTo>
                          <a:lnTo>
                            <a:pt x="332" y="404"/>
                          </a:lnTo>
                          <a:lnTo>
                            <a:pt x="350" y="387"/>
                          </a:lnTo>
                          <a:lnTo>
                            <a:pt x="369" y="369"/>
                          </a:lnTo>
                          <a:lnTo>
                            <a:pt x="386" y="351"/>
                          </a:lnTo>
                          <a:lnTo>
                            <a:pt x="401" y="332"/>
                          </a:lnTo>
                          <a:lnTo>
                            <a:pt x="416" y="312"/>
                          </a:lnTo>
                          <a:lnTo>
                            <a:pt x="430" y="291"/>
                          </a:lnTo>
                          <a:lnTo>
                            <a:pt x="444" y="270"/>
                          </a:lnTo>
                          <a:lnTo>
                            <a:pt x="456" y="248"/>
                          </a:lnTo>
                          <a:lnTo>
                            <a:pt x="467" y="226"/>
                          </a:lnTo>
                          <a:lnTo>
                            <a:pt x="477" y="202"/>
                          </a:lnTo>
                          <a:lnTo>
                            <a:pt x="485" y="178"/>
                          </a:lnTo>
                          <a:lnTo>
                            <a:pt x="494" y="153"/>
                          </a:lnTo>
                          <a:lnTo>
                            <a:pt x="500" y="129"/>
                          </a:lnTo>
                          <a:lnTo>
                            <a:pt x="506" y="104"/>
                          </a:lnTo>
                          <a:lnTo>
                            <a:pt x="510" y="78"/>
                          </a:lnTo>
                          <a:lnTo>
                            <a:pt x="513" y="53"/>
                          </a:lnTo>
                          <a:lnTo>
                            <a:pt x="514" y="26"/>
                          </a:lnTo>
                          <a:lnTo>
                            <a:pt x="514" y="0"/>
                          </a:lnTo>
                          <a:lnTo>
                            <a:pt x="327" y="3"/>
                          </a:lnTo>
                          <a:lnTo>
                            <a:pt x="327" y="20"/>
                          </a:lnTo>
                          <a:lnTo>
                            <a:pt x="326" y="37"/>
                          </a:lnTo>
                          <a:lnTo>
                            <a:pt x="324" y="54"/>
                          </a:lnTo>
                          <a:lnTo>
                            <a:pt x="322" y="70"/>
                          </a:lnTo>
                          <a:lnTo>
                            <a:pt x="318" y="86"/>
                          </a:lnTo>
                          <a:lnTo>
                            <a:pt x="314" y="102"/>
                          </a:lnTo>
                          <a:lnTo>
                            <a:pt x="309" y="117"/>
                          </a:lnTo>
                          <a:lnTo>
                            <a:pt x="304" y="132"/>
                          </a:lnTo>
                          <a:lnTo>
                            <a:pt x="297" y="147"/>
                          </a:lnTo>
                          <a:lnTo>
                            <a:pt x="290" y="162"/>
                          </a:lnTo>
                          <a:lnTo>
                            <a:pt x="281" y="176"/>
                          </a:lnTo>
                          <a:lnTo>
                            <a:pt x="274" y="190"/>
                          </a:lnTo>
                          <a:lnTo>
                            <a:pt x="264" y="203"/>
                          </a:lnTo>
                          <a:lnTo>
                            <a:pt x="255" y="215"/>
                          </a:lnTo>
                          <a:lnTo>
                            <a:pt x="244" y="228"/>
                          </a:lnTo>
                          <a:lnTo>
                            <a:pt x="234" y="239"/>
                          </a:lnTo>
                          <a:lnTo>
                            <a:pt x="222" y="251"/>
                          </a:lnTo>
                          <a:lnTo>
                            <a:pt x="210" y="262"/>
                          </a:lnTo>
                          <a:lnTo>
                            <a:pt x="198" y="271"/>
                          </a:lnTo>
                          <a:lnTo>
                            <a:pt x="185" y="281"/>
                          </a:lnTo>
                          <a:lnTo>
                            <a:pt x="171" y="290"/>
                          </a:lnTo>
                          <a:lnTo>
                            <a:pt x="158" y="299"/>
                          </a:lnTo>
                          <a:lnTo>
                            <a:pt x="143" y="306"/>
                          </a:lnTo>
                          <a:lnTo>
                            <a:pt x="129" y="314"/>
                          </a:lnTo>
                          <a:lnTo>
                            <a:pt x="114" y="319"/>
                          </a:lnTo>
                          <a:lnTo>
                            <a:pt x="99" y="324"/>
                          </a:lnTo>
                          <a:lnTo>
                            <a:pt x="83" y="330"/>
                          </a:lnTo>
                          <a:lnTo>
                            <a:pt x="67" y="334"/>
                          </a:lnTo>
                          <a:lnTo>
                            <a:pt x="51" y="337"/>
                          </a:lnTo>
                          <a:lnTo>
                            <a:pt x="34" y="339"/>
                          </a:lnTo>
                          <a:lnTo>
                            <a:pt x="17" y="341"/>
                          </a:lnTo>
                          <a:lnTo>
                            <a:pt x="0" y="341"/>
                          </a:lnTo>
                          <a:lnTo>
                            <a:pt x="3" y="528"/>
                          </a:lnTo>
                          <a:close/>
                        </a:path>
                      </a:pathLst>
                    </a:custGeom>
                    <a:solidFill>
                      <a:srgbClr val="EF2B2F"/>
                    </a:solidFill>
                    <a:ln>
                      <a:noFill/>
                    </a:ln>
                  </p:spPr>
                  <p:txBody>
                    <a:bodyPr/>
                    <a:lstStyle/>
                    <a:p>
                      <a:pPr>
                        <a:defRPr/>
                      </a:pPr>
                      <a:endParaRPr lang="en-US" sz="1050">
                        <a:latin typeface="+mj-lt"/>
                      </a:endParaRPr>
                    </a:p>
                  </p:txBody>
                </p:sp>
                <p:sp>
                  <p:nvSpPr>
                    <p:cNvPr id="41347" name="Freeform 813">
                      <a:extLst>
                        <a:ext uri="{FF2B5EF4-FFF2-40B4-BE49-F238E27FC236}">
                          <a16:creationId xmlns="" xmlns:a16="http://schemas.microsoft.com/office/drawing/2014/main" id="{D46A924C-F485-D71E-205E-8F633C7998AF}"/>
                        </a:ext>
                      </a:extLst>
                    </p:cNvPr>
                    <p:cNvSpPr>
                      <a:spLocks/>
                    </p:cNvSpPr>
                    <p:nvPr/>
                  </p:nvSpPr>
                  <p:spPr bwMode="auto">
                    <a:xfrm>
                      <a:off x="3560" y="2708"/>
                      <a:ext cx="88" cy="88"/>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0" y="2"/>
                          </a:moveTo>
                          <a:lnTo>
                            <a:pt x="0" y="2"/>
                          </a:lnTo>
                          <a:lnTo>
                            <a:pt x="1" y="28"/>
                          </a:lnTo>
                          <a:lnTo>
                            <a:pt x="3" y="55"/>
                          </a:lnTo>
                          <a:lnTo>
                            <a:pt x="7" y="81"/>
                          </a:lnTo>
                          <a:lnTo>
                            <a:pt x="12" y="107"/>
                          </a:lnTo>
                          <a:lnTo>
                            <a:pt x="18" y="131"/>
                          </a:lnTo>
                          <a:lnTo>
                            <a:pt x="26" y="157"/>
                          </a:lnTo>
                          <a:lnTo>
                            <a:pt x="34" y="180"/>
                          </a:lnTo>
                          <a:lnTo>
                            <a:pt x="45" y="203"/>
                          </a:lnTo>
                          <a:lnTo>
                            <a:pt x="56" y="227"/>
                          </a:lnTo>
                          <a:lnTo>
                            <a:pt x="67" y="249"/>
                          </a:lnTo>
                          <a:lnTo>
                            <a:pt x="80" y="270"/>
                          </a:lnTo>
                          <a:lnTo>
                            <a:pt x="94" y="291"/>
                          </a:lnTo>
                          <a:lnTo>
                            <a:pt x="109" y="311"/>
                          </a:lnTo>
                          <a:lnTo>
                            <a:pt x="125" y="331"/>
                          </a:lnTo>
                          <a:lnTo>
                            <a:pt x="142" y="349"/>
                          </a:lnTo>
                          <a:lnTo>
                            <a:pt x="160" y="367"/>
                          </a:lnTo>
                          <a:lnTo>
                            <a:pt x="178" y="384"/>
                          </a:lnTo>
                          <a:lnTo>
                            <a:pt x="197" y="400"/>
                          </a:lnTo>
                          <a:lnTo>
                            <a:pt x="217" y="414"/>
                          </a:lnTo>
                          <a:lnTo>
                            <a:pt x="237" y="429"/>
                          </a:lnTo>
                          <a:lnTo>
                            <a:pt x="258" y="442"/>
                          </a:lnTo>
                          <a:lnTo>
                            <a:pt x="281" y="455"/>
                          </a:lnTo>
                          <a:lnTo>
                            <a:pt x="303" y="465"/>
                          </a:lnTo>
                          <a:lnTo>
                            <a:pt x="326" y="475"/>
                          </a:lnTo>
                          <a:lnTo>
                            <a:pt x="351" y="484"/>
                          </a:lnTo>
                          <a:lnTo>
                            <a:pt x="375" y="492"/>
                          </a:lnTo>
                          <a:lnTo>
                            <a:pt x="400" y="498"/>
                          </a:lnTo>
                          <a:lnTo>
                            <a:pt x="425" y="504"/>
                          </a:lnTo>
                          <a:lnTo>
                            <a:pt x="451" y="508"/>
                          </a:lnTo>
                          <a:lnTo>
                            <a:pt x="476" y="511"/>
                          </a:lnTo>
                          <a:lnTo>
                            <a:pt x="503" y="513"/>
                          </a:lnTo>
                          <a:lnTo>
                            <a:pt x="529" y="512"/>
                          </a:lnTo>
                          <a:lnTo>
                            <a:pt x="526" y="325"/>
                          </a:lnTo>
                          <a:lnTo>
                            <a:pt x="509" y="325"/>
                          </a:lnTo>
                          <a:lnTo>
                            <a:pt x="492" y="324"/>
                          </a:lnTo>
                          <a:lnTo>
                            <a:pt x="475" y="323"/>
                          </a:lnTo>
                          <a:lnTo>
                            <a:pt x="459" y="320"/>
                          </a:lnTo>
                          <a:lnTo>
                            <a:pt x="443" y="317"/>
                          </a:lnTo>
                          <a:lnTo>
                            <a:pt x="427" y="313"/>
                          </a:lnTo>
                          <a:lnTo>
                            <a:pt x="411" y="307"/>
                          </a:lnTo>
                          <a:lnTo>
                            <a:pt x="396" y="302"/>
                          </a:lnTo>
                          <a:lnTo>
                            <a:pt x="382" y="296"/>
                          </a:lnTo>
                          <a:lnTo>
                            <a:pt x="367" y="288"/>
                          </a:lnTo>
                          <a:lnTo>
                            <a:pt x="353" y="281"/>
                          </a:lnTo>
                          <a:lnTo>
                            <a:pt x="339" y="272"/>
                          </a:lnTo>
                          <a:lnTo>
                            <a:pt x="325" y="263"/>
                          </a:lnTo>
                          <a:lnTo>
                            <a:pt x="313" y="253"/>
                          </a:lnTo>
                          <a:lnTo>
                            <a:pt x="301" y="244"/>
                          </a:lnTo>
                          <a:lnTo>
                            <a:pt x="289" y="232"/>
                          </a:lnTo>
                          <a:lnTo>
                            <a:pt x="277" y="221"/>
                          </a:lnTo>
                          <a:lnTo>
                            <a:pt x="267" y="209"/>
                          </a:lnTo>
                          <a:lnTo>
                            <a:pt x="257" y="197"/>
                          </a:lnTo>
                          <a:lnTo>
                            <a:pt x="247" y="183"/>
                          </a:lnTo>
                          <a:lnTo>
                            <a:pt x="238" y="170"/>
                          </a:lnTo>
                          <a:lnTo>
                            <a:pt x="230" y="157"/>
                          </a:lnTo>
                          <a:lnTo>
                            <a:pt x="222" y="143"/>
                          </a:lnTo>
                          <a:lnTo>
                            <a:pt x="215" y="128"/>
                          </a:lnTo>
                          <a:lnTo>
                            <a:pt x="210" y="113"/>
                          </a:lnTo>
                          <a:lnTo>
                            <a:pt x="204" y="97"/>
                          </a:lnTo>
                          <a:lnTo>
                            <a:pt x="199" y="82"/>
                          </a:lnTo>
                          <a:lnTo>
                            <a:pt x="195" y="65"/>
                          </a:lnTo>
                          <a:lnTo>
                            <a:pt x="191" y="49"/>
                          </a:lnTo>
                          <a:lnTo>
                            <a:pt x="189" y="34"/>
                          </a:lnTo>
                          <a:lnTo>
                            <a:pt x="187" y="17"/>
                          </a:lnTo>
                          <a:lnTo>
                            <a:pt x="186" y="0"/>
                          </a:lnTo>
                          <a:lnTo>
                            <a:pt x="0" y="2"/>
                          </a:lnTo>
                          <a:close/>
                        </a:path>
                      </a:pathLst>
                    </a:custGeom>
                    <a:solidFill>
                      <a:srgbClr val="EF2B2F"/>
                    </a:solidFill>
                    <a:ln>
                      <a:noFill/>
                    </a:ln>
                  </p:spPr>
                  <p:txBody>
                    <a:bodyPr/>
                    <a:lstStyle/>
                    <a:p>
                      <a:pPr>
                        <a:defRPr/>
                      </a:pPr>
                      <a:endParaRPr lang="en-US" sz="1050">
                        <a:latin typeface="+mj-lt"/>
                      </a:endParaRPr>
                    </a:p>
                  </p:txBody>
                </p:sp>
                <p:sp>
                  <p:nvSpPr>
                    <p:cNvPr id="41348" name="Freeform 814">
                      <a:extLst>
                        <a:ext uri="{FF2B5EF4-FFF2-40B4-BE49-F238E27FC236}">
                          <a16:creationId xmlns="" xmlns:a16="http://schemas.microsoft.com/office/drawing/2014/main" id="{86A81115-CB20-908F-A39E-692BAC44A68D}"/>
                        </a:ext>
                      </a:extLst>
                    </p:cNvPr>
                    <p:cNvSpPr>
                      <a:spLocks/>
                    </p:cNvSpPr>
                    <p:nvPr/>
                  </p:nvSpPr>
                  <p:spPr bwMode="auto">
                    <a:xfrm>
                      <a:off x="3560" y="2621"/>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2" y="0"/>
                          </a:moveTo>
                          <a:lnTo>
                            <a:pt x="512" y="0"/>
                          </a:lnTo>
                          <a:lnTo>
                            <a:pt x="485" y="1"/>
                          </a:lnTo>
                          <a:lnTo>
                            <a:pt x="459" y="4"/>
                          </a:lnTo>
                          <a:lnTo>
                            <a:pt x="432" y="8"/>
                          </a:lnTo>
                          <a:lnTo>
                            <a:pt x="407" y="13"/>
                          </a:lnTo>
                          <a:lnTo>
                            <a:pt x="382" y="19"/>
                          </a:lnTo>
                          <a:lnTo>
                            <a:pt x="357" y="26"/>
                          </a:lnTo>
                          <a:lnTo>
                            <a:pt x="334" y="35"/>
                          </a:lnTo>
                          <a:lnTo>
                            <a:pt x="310" y="45"/>
                          </a:lnTo>
                          <a:lnTo>
                            <a:pt x="287" y="56"/>
                          </a:lnTo>
                          <a:lnTo>
                            <a:pt x="265" y="67"/>
                          </a:lnTo>
                          <a:lnTo>
                            <a:pt x="243" y="81"/>
                          </a:lnTo>
                          <a:lnTo>
                            <a:pt x="222" y="95"/>
                          </a:lnTo>
                          <a:lnTo>
                            <a:pt x="202" y="110"/>
                          </a:lnTo>
                          <a:lnTo>
                            <a:pt x="183" y="126"/>
                          </a:lnTo>
                          <a:lnTo>
                            <a:pt x="165" y="141"/>
                          </a:lnTo>
                          <a:lnTo>
                            <a:pt x="147" y="159"/>
                          </a:lnTo>
                          <a:lnTo>
                            <a:pt x="130" y="178"/>
                          </a:lnTo>
                          <a:lnTo>
                            <a:pt x="114" y="197"/>
                          </a:lnTo>
                          <a:lnTo>
                            <a:pt x="99" y="217"/>
                          </a:lnTo>
                          <a:lnTo>
                            <a:pt x="84" y="237"/>
                          </a:lnTo>
                          <a:lnTo>
                            <a:pt x="71" y="258"/>
                          </a:lnTo>
                          <a:lnTo>
                            <a:pt x="59" y="280"/>
                          </a:lnTo>
                          <a:lnTo>
                            <a:pt x="48" y="304"/>
                          </a:lnTo>
                          <a:lnTo>
                            <a:pt x="38" y="327"/>
                          </a:lnTo>
                          <a:lnTo>
                            <a:pt x="29" y="350"/>
                          </a:lnTo>
                          <a:lnTo>
                            <a:pt x="21" y="375"/>
                          </a:lnTo>
                          <a:lnTo>
                            <a:pt x="15" y="399"/>
                          </a:lnTo>
                          <a:lnTo>
                            <a:pt x="10" y="425"/>
                          </a:lnTo>
                          <a:lnTo>
                            <a:pt x="6" y="450"/>
                          </a:lnTo>
                          <a:lnTo>
                            <a:pt x="2" y="477"/>
                          </a:lnTo>
                          <a:lnTo>
                            <a:pt x="0" y="503"/>
                          </a:lnTo>
                          <a:lnTo>
                            <a:pt x="1" y="529"/>
                          </a:lnTo>
                          <a:lnTo>
                            <a:pt x="187" y="527"/>
                          </a:lnTo>
                          <a:lnTo>
                            <a:pt x="188" y="509"/>
                          </a:lnTo>
                          <a:lnTo>
                            <a:pt x="189" y="492"/>
                          </a:lnTo>
                          <a:lnTo>
                            <a:pt x="190" y="476"/>
                          </a:lnTo>
                          <a:lnTo>
                            <a:pt x="194" y="459"/>
                          </a:lnTo>
                          <a:lnTo>
                            <a:pt x="197" y="443"/>
                          </a:lnTo>
                          <a:lnTo>
                            <a:pt x="201" y="427"/>
                          </a:lnTo>
                          <a:lnTo>
                            <a:pt x="206" y="411"/>
                          </a:lnTo>
                          <a:lnTo>
                            <a:pt x="212" y="396"/>
                          </a:lnTo>
                          <a:lnTo>
                            <a:pt x="218" y="381"/>
                          </a:lnTo>
                          <a:lnTo>
                            <a:pt x="225" y="367"/>
                          </a:lnTo>
                          <a:lnTo>
                            <a:pt x="233" y="353"/>
                          </a:lnTo>
                          <a:lnTo>
                            <a:pt x="241" y="339"/>
                          </a:lnTo>
                          <a:lnTo>
                            <a:pt x="250" y="326"/>
                          </a:lnTo>
                          <a:lnTo>
                            <a:pt x="260" y="313"/>
                          </a:lnTo>
                          <a:lnTo>
                            <a:pt x="270" y="301"/>
                          </a:lnTo>
                          <a:lnTo>
                            <a:pt x="282" y="289"/>
                          </a:lnTo>
                          <a:lnTo>
                            <a:pt x="292" y="277"/>
                          </a:lnTo>
                          <a:lnTo>
                            <a:pt x="305" y="267"/>
                          </a:lnTo>
                          <a:lnTo>
                            <a:pt x="317" y="257"/>
                          </a:lnTo>
                          <a:lnTo>
                            <a:pt x="331" y="248"/>
                          </a:lnTo>
                          <a:lnTo>
                            <a:pt x="343" y="238"/>
                          </a:lnTo>
                          <a:lnTo>
                            <a:pt x="357" y="230"/>
                          </a:lnTo>
                          <a:lnTo>
                            <a:pt x="371" y="222"/>
                          </a:lnTo>
                          <a:lnTo>
                            <a:pt x="386" y="216"/>
                          </a:lnTo>
                          <a:lnTo>
                            <a:pt x="401" y="209"/>
                          </a:lnTo>
                          <a:lnTo>
                            <a:pt x="417" y="204"/>
                          </a:lnTo>
                          <a:lnTo>
                            <a:pt x="431" y="199"/>
                          </a:lnTo>
                          <a:lnTo>
                            <a:pt x="448" y="195"/>
                          </a:lnTo>
                          <a:lnTo>
                            <a:pt x="464" y="191"/>
                          </a:lnTo>
                          <a:lnTo>
                            <a:pt x="480" y="189"/>
                          </a:lnTo>
                          <a:lnTo>
                            <a:pt x="497" y="188"/>
                          </a:lnTo>
                          <a:lnTo>
                            <a:pt x="514" y="187"/>
                          </a:lnTo>
                          <a:lnTo>
                            <a:pt x="512" y="0"/>
                          </a:lnTo>
                          <a:close/>
                        </a:path>
                      </a:pathLst>
                    </a:custGeom>
                    <a:solidFill>
                      <a:srgbClr val="EF2B2F"/>
                    </a:solidFill>
                    <a:ln>
                      <a:noFill/>
                    </a:ln>
                  </p:spPr>
                  <p:txBody>
                    <a:bodyPr/>
                    <a:lstStyle/>
                    <a:p>
                      <a:pPr>
                        <a:defRPr/>
                      </a:pPr>
                      <a:endParaRPr lang="en-US" sz="1050">
                        <a:latin typeface="+mj-lt"/>
                      </a:endParaRPr>
                    </a:p>
                  </p:txBody>
                </p:sp>
                <p:sp>
                  <p:nvSpPr>
                    <p:cNvPr id="41349" name="Freeform 815">
                      <a:extLst>
                        <a:ext uri="{FF2B5EF4-FFF2-40B4-BE49-F238E27FC236}">
                          <a16:creationId xmlns="" xmlns:a16="http://schemas.microsoft.com/office/drawing/2014/main" id="{4F38AC2A-D0F0-C4D0-3B75-9889B09A3EAE}"/>
                        </a:ext>
                      </a:extLst>
                    </p:cNvPr>
                    <p:cNvSpPr>
                      <a:spLocks/>
                    </p:cNvSpPr>
                    <p:nvPr/>
                  </p:nvSpPr>
                  <p:spPr bwMode="auto">
                    <a:xfrm>
                      <a:off x="2482" y="2517"/>
                      <a:ext cx="141" cy="140"/>
                    </a:xfrm>
                    <a:custGeom>
                      <a:avLst/>
                      <a:gdLst>
                        <a:gd name="T0" fmla="*/ 0 w 854"/>
                        <a:gd name="T1" fmla="*/ 0 h 853"/>
                        <a:gd name="T2" fmla="*/ 0 w 854"/>
                        <a:gd name="T3" fmla="*/ 0 h 853"/>
                        <a:gd name="T4" fmla="*/ 0 w 854"/>
                        <a:gd name="T5" fmla="*/ 0 h 853"/>
                        <a:gd name="T6" fmla="*/ 0 w 854"/>
                        <a:gd name="T7" fmla="*/ 0 h 853"/>
                        <a:gd name="T8" fmla="*/ 0 w 854"/>
                        <a:gd name="T9" fmla="*/ 0 h 853"/>
                        <a:gd name="T10" fmla="*/ 0 w 854"/>
                        <a:gd name="T11" fmla="*/ 0 h 853"/>
                        <a:gd name="T12" fmla="*/ 0 w 854"/>
                        <a:gd name="T13" fmla="*/ 0 h 853"/>
                        <a:gd name="T14" fmla="*/ 0 w 854"/>
                        <a:gd name="T15" fmla="*/ 0 h 853"/>
                        <a:gd name="T16" fmla="*/ 0 w 854"/>
                        <a:gd name="T17" fmla="*/ 0 h 853"/>
                        <a:gd name="T18" fmla="*/ 0 w 854"/>
                        <a:gd name="T19" fmla="*/ 0 h 853"/>
                        <a:gd name="T20" fmla="*/ 0 w 854"/>
                        <a:gd name="T21" fmla="*/ 0 h 853"/>
                        <a:gd name="T22" fmla="*/ 0 w 854"/>
                        <a:gd name="T23" fmla="*/ 0 h 853"/>
                        <a:gd name="T24" fmla="*/ 0 w 854"/>
                        <a:gd name="T25" fmla="*/ 0 h 853"/>
                        <a:gd name="T26" fmla="*/ 0 w 854"/>
                        <a:gd name="T27" fmla="*/ 0 h 853"/>
                        <a:gd name="T28" fmla="*/ 0 w 854"/>
                        <a:gd name="T29" fmla="*/ 0 h 853"/>
                        <a:gd name="T30" fmla="*/ 0 w 854"/>
                        <a:gd name="T31" fmla="*/ 0 h 853"/>
                        <a:gd name="T32" fmla="*/ 0 w 854"/>
                        <a:gd name="T33" fmla="*/ 0 h 853"/>
                        <a:gd name="T34" fmla="*/ 0 w 854"/>
                        <a:gd name="T35" fmla="*/ 0 h 853"/>
                        <a:gd name="T36" fmla="*/ 0 w 854"/>
                        <a:gd name="T37" fmla="*/ 0 h 853"/>
                        <a:gd name="T38" fmla="*/ 0 w 854"/>
                        <a:gd name="T39" fmla="*/ 0 h 853"/>
                        <a:gd name="T40" fmla="*/ 0 w 854"/>
                        <a:gd name="T41" fmla="*/ 0 h 853"/>
                        <a:gd name="T42" fmla="*/ 0 w 854"/>
                        <a:gd name="T43" fmla="*/ 0 h 853"/>
                        <a:gd name="T44" fmla="*/ 0 w 854"/>
                        <a:gd name="T45" fmla="*/ 0 h 853"/>
                        <a:gd name="T46" fmla="*/ 0 w 854"/>
                        <a:gd name="T47" fmla="*/ 0 h 853"/>
                        <a:gd name="T48" fmla="*/ 0 w 854"/>
                        <a:gd name="T49" fmla="*/ 0 h 853"/>
                        <a:gd name="T50" fmla="*/ 0 w 854"/>
                        <a:gd name="T51" fmla="*/ 0 h 853"/>
                        <a:gd name="T52" fmla="*/ 0 w 854"/>
                        <a:gd name="T53" fmla="*/ 0 h 853"/>
                        <a:gd name="T54" fmla="*/ 0 w 854"/>
                        <a:gd name="T55" fmla="*/ 0 h 853"/>
                        <a:gd name="T56" fmla="*/ 0 w 854"/>
                        <a:gd name="T57" fmla="*/ 0 h 853"/>
                        <a:gd name="T58" fmla="*/ 0 w 854"/>
                        <a:gd name="T59" fmla="*/ 0 h 853"/>
                        <a:gd name="T60" fmla="*/ 0 w 854"/>
                        <a:gd name="T61" fmla="*/ 0 h 853"/>
                        <a:gd name="T62" fmla="*/ 0 w 854"/>
                        <a:gd name="T63" fmla="*/ 0 h 853"/>
                        <a:gd name="T64" fmla="*/ 0 w 854"/>
                        <a:gd name="T65" fmla="*/ 0 h 853"/>
                        <a:gd name="T66" fmla="*/ 0 w 854"/>
                        <a:gd name="T67" fmla="*/ 0 h 853"/>
                        <a:gd name="T68" fmla="*/ 0 w 854"/>
                        <a:gd name="T69" fmla="*/ 0 h 853"/>
                        <a:gd name="T70" fmla="*/ 0 w 854"/>
                        <a:gd name="T71" fmla="*/ 0 h 853"/>
                        <a:gd name="T72" fmla="*/ 0 w 854"/>
                        <a:gd name="T73" fmla="*/ 0 h 853"/>
                        <a:gd name="T74" fmla="*/ 0 w 854"/>
                        <a:gd name="T75" fmla="*/ 0 h 853"/>
                        <a:gd name="T76" fmla="*/ 0 w 854"/>
                        <a:gd name="T77" fmla="*/ 0 h 853"/>
                        <a:gd name="T78" fmla="*/ 0 w 854"/>
                        <a:gd name="T79" fmla="*/ 0 h 853"/>
                        <a:gd name="T80" fmla="*/ 0 w 854"/>
                        <a:gd name="T81" fmla="*/ 0 h 853"/>
                        <a:gd name="T82" fmla="*/ 0 w 854"/>
                        <a:gd name="T83" fmla="*/ 0 h 853"/>
                        <a:gd name="T84" fmla="*/ 0 w 854"/>
                        <a:gd name="T85" fmla="*/ 0 h 8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4"/>
                        <a:gd name="T130" fmla="*/ 0 h 853"/>
                        <a:gd name="T131" fmla="*/ 854 w 854"/>
                        <a:gd name="T132" fmla="*/ 853 h 8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4" h="853">
                          <a:moveTo>
                            <a:pt x="420" y="0"/>
                          </a:moveTo>
                          <a:lnTo>
                            <a:pt x="441" y="1"/>
                          </a:lnTo>
                          <a:lnTo>
                            <a:pt x="463" y="2"/>
                          </a:lnTo>
                          <a:lnTo>
                            <a:pt x="484" y="4"/>
                          </a:lnTo>
                          <a:lnTo>
                            <a:pt x="506" y="7"/>
                          </a:lnTo>
                          <a:lnTo>
                            <a:pt x="526" y="11"/>
                          </a:lnTo>
                          <a:lnTo>
                            <a:pt x="546" y="17"/>
                          </a:lnTo>
                          <a:lnTo>
                            <a:pt x="566" y="23"/>
                          </a:lnTo>
                          <a:lnTo>
                            <a:pt x="585" y="30"/>
                          </a:lnTo>
                          <a:lnTo>
                            <a:pt x="604" y="39"/>
                          </a:lnTo>
                          <a:lnTo>
                            <a:pt x="624" y="48"/>
                          </a:lnTo>
                          <a:lnTo>
                            <a:pt x="642" y="58"/>
                          </a:lnTo>
                          <a:lnTo>
                            <a:pt x="659" y="69"/>
                          </a:lnTo>
                          <a:lnTo>
                            <a:pt x="676" y="80"/>
                          </a:lnTo>
                          <a:lnTo>
                            <a:pt x="693" y="93"/>
                          </a:lnTo>
                          <a:lnTo>
                            <a:pt x="707" y="106"/>
                          </a:lnTo>
                          <a:lnTo>
                            <a:pt x="723" y="120"/>
                          </a:lnTo>
                          <a:lnTo>
                            <a:pt x="737" y="134"/>
                          </a:lnTo>
                          <a:lnTo>
                            <a:pt x="751" y="149"/>
                          </a:lnTo>
                          <a:lnTo>
                            <a:pt x="764" y="165"/>
                          </a:lnTo>
                          <a:lnTo>
                            <a:pt x="776" y="182"/>
                          </a:lnTo>
                          <a:lnTo>
                            <a:pt x="788" y="199"/>
                          </a:lnTo>
                          <a:lnTo>
                            <a:pt x="799" y="217"/>
                          </a:lnTo>
                          <a:lnTo>
                            <a:pt x="808" y="235"/>
                          </a:lnTo>
                          <a:lnTo>
                            <a:pt x="817" y="253"/>
                          </a:lnTo>
                          <a:lnTo>
                            <a:pt x="825" y="273"/>
                          </a:lnTo>
                          <a:lnTo>
                            <a:pt x="832" y="292"/>
                          </a:lnTo>
                          <a:lnTo>
                            <a:pt x="838" y="313"/>
                          </a:lnTo>
                          <a:lnTo>
                            <a:pt x="843" y="333"/>
                          </a:lnTo>
                          <a:lnTo>
                            <a:pt x="848" y="354"/>
                          </a:lnTo>
                          <a:lnTo>
                            <a:pt x="851" y="375"/>
                          </a:lnTo>
                          <a:lnTo>
                            <a:pt x="853" y="396"/>
                          </a:lnTo>
                          <a:lnTo>
                            <a:pt x="854" y="419"/>
                          </a:lnTo>
                          <a:lnTo>
                            <a:pt x="854" y="441"/>
                          </a:lnTo>
                          <a:lnTo>
                            <a:pt x="852" y="462"/>
                          </a:lnTo>
                          <a:lnTo>
                            <a:pt x="850" y="483"/>
                          </a:lnTo>
                          <a:lnTo>
                            <a:pt x="847" y="505"/>
                          </a:lnTo>
                          <a:lnTo>
                            <a:pt x="842" y="525"/>
                          </a:lnTo>
                          <a:lnTo>
                            <a:pt x="837" y="546"/>
                          </a:lnTo>
                          <a:lnTo>
                            <a:pt x="831" y="565"/>
                          </a:lnTo>
                          <a:lnTo>
                            <a:pt x="823" y="585"/>
                          </a:lnTo>
                          <a:lnTo>
                            <a:pt x="815" y="604"/>
                          </a:lnTo>
                          <a:lnTo>
                            <a:pt x="806" y="622"/>
                          </a:lnTo>
                          <a:lnTo>
                            <a:pt x="796" y="640"/>
                          </a:lnTo>
                          <a:lnTo>
                            <a:pt x="785" y="659"/>
                          </a:lnTo>
                          <a:lnTo>
                            <a:pt x="773" y="675"/>
                          </a:lnTo>
                          <a:lnTo>
                            <a:pt x="762" y="691"/>
                          </a:lnTo>
                          <a:lnTo>
                            <a:pt x="748" y="707"/>
                          </a:lnTo>
                          <a:lnTo>
                            <a:pt x="734" y="722"/>
                          </a:lnTo>
                          <a:lnTo>
                            <a:pt x="719" y="737"/>
                          </a:lnTo>
                          <a:lnTo>
                            <a:pt x="704" y="750"/>
                          </a:lnTo>
                          <a:lnTo>
                            <a:pt x="688" y="764"/>
                          </a:lnTo>
                          <a:lnTo>
                            <a:pt x="672" y="775"/>
                          </a:lnTo>
                          <a:lnTo>
                            <a:pt x="654" y="787"/>
                          </a:lnTo>
                          <a:lnTo>
                            <a:pt x="637" y="797"/>
                          </a:lnTo>
                          <a:lnTo>
                            <a:pt x="619" y="807"/>
                          </a:lnTo>
                          <a:lnTo>
                            <a:pt x="600" y="817"/>
                          </a:lnTo>
                          <a:lnTo>
                            <a:pt x="581" y="824"/>
                          </a:lnTo>
                          <a:lnTo>
                            <a:pt x="561" y="831"/>
                          </a:lnTo>
                          <a:lnTo>
                            <a:pt x="541" y="838"/>
                          </a:lnTo>
                          <a:lnTo>
                            <a:pt x="521" y="842"/>
                          </a:lnTo>
                          <a:lnTo>
                            <a:pt x="499" y="846"/>
                          </a:lnTo>
                          <a:lnTo>
                            <a:pt x="478" y="849"/>
                          </a:lnTo>
                          <a:lnTo>
                            <a:pt x="457" y="852"/>
                          </a:lnTo>
                          <a:lnTo>
                            <a:pt x="435" y="853"/>
                          </a:lnTo>
                          <a:lnTo>
                            <a:pt x="413" y="853"/>
                          </a:lnTo>
                          <a:lnTo>
                            <a:pt x="391" y="852"/>
                          </a:lnTo>
                          <a:lnTo>
                            <a:pt x="370" y="849"/>
                          </a:lnTo>
                          <a:lnTo>
                            <a:pt x="349" y="845"/>
                          </a:lnTo>
                          <a:lnTo>
                            <a:pt x="328" y="841"/>
                          </a:lnTo>
                          <a:lnTo>
                            <a:pt x="308" y="836"/>
                          </a:lnTo>
                          <a:lnTo>
                            <a:pt x="288" y="829"/>
                          </a:lnTo>
                          <a:lnTo>
                            <a:pt x="269" y="822"/>
                          </a:lnTo>
                          <a:lnTo>
                            <a:pt x="250" y="814"/>
                          </a:lnTo>
                          <a:lnTo>
                            <a:pt x="231" y="805"/>
                          </a:lnTo>
                          <a:lnTo>
                            <a:pt x="213" y="795"/>
                          </a:lnTo>
                          <a:lnTo>
                            <a:pt x="196" y="784"/>
                          </a:lnTo>
                          <a:lnTo>
                            <a:pt x="179" y="773"/>
                          </a:lnTo>
                          <a:lnTo>
                            <a:pt x="162" y="760"/>
                          </a:lnTo>
                          <a:lnTo>
                            <a:pt x="147" y="747"/>
                          </a:lnTo>
                          <a:lnTo>
                            <a:pt x="131" y="733"/>
                          </a:lnTo>
                          <a:lnTo>
                            <a:pt x="117" y="719"/>
                          </a:lnTo>
                          <a:lnTo>
                            <a:pt x="103" y="703"/>
                          </a:lnTo>
                          <a:lnTo>
                            <a:pt x="90" y="687"/>
                          </a:lnTo>
                          <a:lnTo>
                            <a:pt x="78" y="671"/>
                          </a:lnTo>
                          <a:lnTo>
                            <a:pt x="66" y="654"/>
                          </a:lnTo>
                          <a:lnTo>
                            <a:pt x="55" y="636"/>
                          </a:lnTo>
                          <a:lnTo>
                            <a:pt x="46" y="618"/>
                          </a:lnTo>
                          <a:lnTo>
                            <a:pt x="37" y="599"/>
                          </a:lnTo>
                          <a:lnTo>
                            <a:pt x="29" y="580"/>
                          </a:lnTo>
                          <a:lnTo>
                            <a:pt x="22" y="561"/>
                          </a:lnTo>
                          <a:lnTo>
                            <a:pt x="16" y="541"/>
                          </a:lnTo>
                          <a:lnTo>
                            <a:pt x="11" y="520"/>
                          </a:lnTo>
                          <a:lnTo>
                            <a:pt x="7" y="499"/>
                          </a:lnTo>
                          <a:lnTo>
                            <a:pt x="3" y="478"/>
                          </a:lnTo>
                          <a:lnTo>
                            <a:pt x="1" y="456"/>
                          </a:lnTo>
                          <a:lnTo>
                            <a:pt x="0" y="435"/>
                          </a:lnTo>
                          <a:lnTo>
                            <a:pt x="0" y="412"/>
                          </a:lnTo>
                          <a:lnTo>
                            <a:pt x="2" y="391"/>
                          </a:lnTo>
                          <a:lnTo>
                            <a:pt x="4" y="370"/>
                          </a:lnTo>
                          <a:lnTo>
                            <a:pt x="8" y="349"/>
                          </a:lnTo>
                          <a:lnTo>
                            <a:pt x="12" y="328"/>
                          </a:lnTo>
                          <a:lnTo>
                            <a:pt x="17" y="307"/>
                          </a:lnTo>
                          <a:lnTo>
                            <a:pt x="24" y="287"/>
                          </a:lnTo>
                          <a:lnTo>
                            <a:pt x="31" y="268"/>
                          </a:lnTo>
                          <a:lnTo>
                            <a:pt x="39" y="249"/>
                          </a:lnTo>
                          <a:lnTo>
                            <a:pt x="48" y="231"/>
                          </a:lnTo>
                          <a:lnTo>
                            <a:pt x="59" y="213"/>
                          </a:lnTo>
                          <a:lnTo>
                            <a:pt x="69" y="195"/>
                          </a:lnTo>
                          <a:lnTo>
                            <a:pt x="81" y="178"/>
                          </a:lnTo>
                          <a:lnTo>
                            <a:pt x="94" y="162"/>
                          </a:lnTo>
                          <a:lnTo>
                            <a:pt x="106" y="146"/>
                          </a:lnTo>
                          <a:lnTo>
                            <a:pt x="120" y="131"/>
                          </a:lnTo>
                          <a:lnTo>
                            <a:pt x="135" y="116"/>
                          </a:lnTo>
                          <a:lnTo>
                            <a:pt x="150" y="103"/>
                          </a:lnTo>
                          <a:lnTo>
                            <a:pt x="166" y="90"/>
                          </a:lnTo>
                          <a:lnTo>
                            <a:pt x="183" y="77"/>
                          </a:lnTo>
                          <a:lnTo>
                            <a:pt x="200" y="67"/>
                          </a:lnTo>
                          <a:lnTo>
                            <a:pt x="217" y="56"/>
                          </a:lnTo>
                          <a:lnTo>
                            <a:pt x="235" y="45"/>
                          </a:lnTo>
                          <a:lnTo>
                            <a:pt x="254" y="37"/>
                          </a:lnTo>
                          <a:lnTo>
                            <a:pt x="273" y="28"/>
                          </a:lnTo>
                          <a:lnTo>
                            <a:pt x="293" y="22"/>
                          </a:lnTo>
                          <a:lnTo>
                            <a:pt x="313" y="16"/>
                          </a:lnTo>
                          <a:lnTo>
                            <a:pt x="334" y="10"/>
                          </a:lnTo>
                          <a:lnTo>
                            <a:pt x="355" y="6"/>
                          </a:lnTo>
                          <a:lnTo>
                            <a:pt x="376" y="3"/>
                          </a:lnTo>
                          <a:lnTo>
                            <a:pt x="397" y="1"/>
                          </a:lnTo>
                          <a:lnTo>
                            <a:pt x="420" y="0"/>
                          </a:lnTo>
                          <a:close/>
                        </a:path>
                      </a:pathLst>
                    </a:custGeom>
                    <a:solidFill>
                      <a:srgbClr val="DC2B19"/>
                    </a:solidFill>
                    <a:ln>
                      <a:noFill/>
                    </a:ln>
                  </p:spPr>
                  <p:txBody>
                    <a:bodyPr/>
                    <a:lstStyle/>
                    <a:p>
                      <a:pPr>
                        <a:defRPr/>
                      </a:pPr>
                      <a:endParaRPr lang="en-US" sz="1050">
                        <a:latin typeface="+mj-lt"/>
                      </a:endParaRPr>
                    </a:p>
                  </p:txBody>
                </p:sp>
                <p:sp>
                  <p:nvSpPr>
                    <p:cNvPr id="41350" name="Freeform 816">
                      <a:extLst>
                        <a:ext uri="{FF2B5EF4-FFF2-40B4-BE49-F238E27FC236}">
                          <a16:creationId xmlns="" xmlns:a16="http://schemas.microsoft.com/office/drawing/2014/main" id="{E27B9CE0-BAB6-5AA1-C535-85068E76A1A8}"/>
                        </a:ext>
                      </a:extLst>
                    </p:cNvPr>
                    <p:cNvSpPr>
                      <a:spLocks/>
                    </p:cNvSpPr>
                    <p:nvPr/>
                  </p:nvSpPr>
                  <p:spPr bwMode="auto">
                    <a:xfrm>
                      <a:off x="2553" y="2501"/>
                      <a:ext cx="88" cy="84"/>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529" y="512"/>
                          </a:moveTo>
                          <a:lnTo>
                            <a:pt x="529" y="512"/>
                          </a:lnTo>
                          <a:lnTo>
                            <a:pt x="528" y="485"/>
                          </a:lnTo>
                          <a:lnTo>
                            <a:pt x="525" y="459"/>
                          </a:lnTo>
                          <a:lnTo>
                            <a:pt x="522" y="432"/>
                          </a:lnTo>
                          <a:lnTo>
                            <a:pt x="517" y="407"/>
                          </a:lnTo>
                          <a:lnTo>
                            <a:pt x="510" y="382"/>
                          </a:lnTo>
                          <a:lnTo>
                            <a:pt x="503" y="357"/>
                          </a:lnTo>
                          <a:lnTo>
                            <a:pt x="494" y="333"/>
                          </a:lnTo>
                          <a:lnTo>
                            <a:pt x="485" y="310"/>
                          </a:lnTo>
                          <a:lnTo>
                            <a:pt x="473" y="287"/>
                          </a:lnTo>
                          <a:lnTo>
                            <a:pt x="462" y="264"/>
                          </a:lnTo>
                          <a:lnTo>
                            <a:pt x="449" y="243"/>
                          </a:lnTo>
                          <a:lnTo>
                            <a:pt x="435" y="222"/>
                          </a:lnTo>
                          <a:lnTo>
                            <a:pt x="420" y="202"/>
                          </a:lnTo>
                          <a:lnTo>
                            <a:pt x="404" y="183"/>
                          </a:lnTo>
                          <a:lnTo>
                            <a:pt x="387" y="165"/>
                          </a:lnTo>
                          <a:lnTo>
                            <a:pt x="370" y="147"/>
                          </a:lnTo>
                          <a:lnTo>
                            <a:pt x="351" y="130"/>
                          </a:lnTo>
                          <a:lnTo>
                            <a:pt x="332" y="114"/>
                          </a:lnTo>
                          <a:lnTo>
                            <a:pt x="313" y="99"/>
                          </a:lnTo>
                          <a:lnTo>
                            <a:pt x="292" y="84"/>
                          </a:lnTo>
                          <a:lnTo>
                            <a:pt x="270" y="71"/>
                          </a:lnTo>
                          <a:lnTo>
                            <a:pt x="248" y="59"/>
                          </a:lnTo>
                          <a:lnTo>
                            <a:pt x="226" y="48"/>
                          </a:lnTo>
                          <a:lnTo>
                            <a:pt x="202" y="39"/>
                          </a:lnTo>
                          <a:lnTo>
                            <a:pt x="179" y="29"/>
                          </a:lnTo>
                          <a:lnTo>
                            <a:pt x="155" y="22"/>
                          </a:lnTo>
                          <a:lnTo>
                            <a:pt x="129" y="15"/>
                          </a:lnTo>
                          <a:lnTo>
                            <a:pt x="105" y="10"/>
                          </a:lnTo>
                          <a:lnTo>
                            <a:pt x="79" y="6"/>
                          </a:lnTo>
                          <a:lnTo>
                            <a:pt x="53" y="2"/>
                          </a:lnTo>
                          <a:lnTo>
                            <a:pt x="26" y="0"/>
                          </a:lnTo>
                          <a:lnTo>
                            <a:pt x="0" y="1"/>
                          </a:lnTo>
                          <a:lnTo>
                            <a:pt x="3" y="187"/>
                          </a:lnTo>
                          <a:lnTo>
                            <a:pt x="21" y="188"/>
                          </a:lnTo>
                          <a:lnTo>
                            <a:pt x="37" y="189"/>
                          </a:lnTo>
                          <a:lnTo>
                            <a:pt x="54" y="190"/>
                          </a:lnTo>
                          <a:lnTo>
                            <a:pt x="70" y="193"/>
                          </a:lnTo>
                          <a:lnTo>
                            <a:pt x="87" y="197"/>
                          </a:lnTo>
                          <a:lnTo>
                            <a:pt x="103" y="201"/>
                          </a:lnTo>
                          <a:lnTo>
                            <a:pt x="117" y="206"/>
                          </a:lnTo>
                          <a:lnTo>
                            <a:pt x="133" y="211"/>
                          </a:lnTo>
                          <a:lnTo>
                            <a:pt x="147" y="218"/>
                          </a:lnTo>
                          <a:lnTo>
                            <a:pt x="162" y="225"/>
                          </a:lnTo>
                          <a:lnTo>
                            <a:pt x="176" y="233"/>
                          </a:lnTo>
                          <a:lnTo>
                            <a:pt x="190" y="241"/>
                          </a:lnTo>
                          <a:lnTo>
                            <a:pt x="203" y="251"/>
                          </a:lnTo>
                          <a:lnTo>
                            <a:pt x="216" y="260"/>
                          </a:lnTo>
                          <a:lnTo>
                            <a:pt x="229" y="270"/>
                          </a:lnTo>
                          <a:lnTo>
                            <a:pt x="241" y="281"/>
                          </a:lnTo>
                          <a:lnTo>
                            <a:pt x="251" y="292"/>
                          </a:lnTo>
                          <a:lnTo>
                            <a:pt x="262" y="305"/>
                          </a:lnTo>
                          <a:lnTo>
                            <a:pt x="272" y="316"/>
                          </a:lnTo>
                          <a:lnTo>
                            <a:pt x="282" y="330"/>
                          </a:lnTo>
                          <a:lnTo>
                            <a:pt x="291" y="343"/>
                          </a:lnTo>
                          <a:lnTo>
                            <a:pt x="299" y="357"/>
                          </a:lnTo>
                          <a:lnTo>
                            <a:pt x="306" y="371"/>
                          </a:lnTo>
                          <a:lnTo>
                            <a:pt x="314" y="385"/>
                          </a:lnTo>
                          <a:lnTo>
                            <a:pt x="320" y="400"/>
                          </a:lnTo>
                          <a:lnTo>
                            <a:pt x="326" y="416"/>
                          </a:lnTo>
                          <a:lnTo>
                            <a:pt x="330" y="431"/>
                          </a:lnTo>
                          <a:lnTo>
                            <a:pt x="334" y="448"/>
                          </a:lnTo>
                          <a:lnTo>
                            <a:pt x="337" y="464"/>
                          </a:lnTo>
                          <a:lnTo>
                            <a:pt x="339" y="480"/>
                          </a:lnTo>
                          <a:lnTo>
                            <a:pt x="342" y="497"/>
                          </a:lnTo>
                          <a:lnTo>
                            <a:pt x="343" y="514"/>
                          </a:lnTo>
                          <a:lnTo>
                            <a:pt x="529" y="512"/>
                          </a:lnTo>
                          <a:close/>
                        </a:path>
                      </a:pathLst>
                    </a:custGeom>
                    <a:solidFill>
                      <a:srgbClr val="EF2B2F"/>
                    </a:solidFill>
                    <a:ln>
                      <a:noFill/>
                    </a:ln>
                  </p:spPr>
                  <p:txBody>
                    <a:bodyPr/>
                    <a:lstStyle/>
                    <a:p>
                      <a:pPr>
                        <a:defRPr/>
                      </a:pPr>
                      <a:endParaRPr lang="en-US" sz="1050">
                        <a:latin typeface="+mj-lt"/>
                      </a:endParaRPr>
                    </a:p>
                  </p:txBody>
                </p:sp>
                <p:sp>
                  <p:nvSpPr>
                    <p:cNvPr id="41351" name="Freeform 817">
                      <a:extLst>
                        <a:ext uri="{FF2B5EF4-FFF2-40B4-BE49-F238E27FC236}">
                          <a16:creationId xmlns="" xmlns:a16="http://schemas.microsoft.com/office/drawing/2014/main" id="{7C6794DE-B62C-2132-5B65-20D258BFF58A}"/>
                        </a:ext>
                      </a:extLst>
                    </p:cNvPr>
                    <p:cNvSpPr>
                      <a:spLocks/>
                    </p:cNvSpPr>
                    <p:nvPr/>
                  </p:nvSpPr>
                  <p:spPr bwMode="auto">
                    <a:xfrm>
                      <a:off x="2553" y="2585"/>
                      <a:ext cx="88"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4" y="528"/>
                          </a:moveTo>
                          <a:lnTo>
                            <a:pt x="4" y="528"/>
                          </a:lnTo>
                          <a:lnTo>
                            <a:pt x="30" y="527"/>
                          </a:lnTo>
                          <a:lnTo>
                            <a:pt x="57" y="525"/>
                          </a:lnTo>
                          <a:lnTo>
                            <a:pt x="82" y="521"/>
                          </a:lnTo>
                          <a:lnTo>
                            <a:pt x="108" y="515"/>
                          </a:lnTo>
                          <a:lnTo>
                            <a:pt x="133" y="509"/>
                          </a:lnTo>
                          <a:lnTo>
                            <a:pt x="158" y="503"/>
                          </a:lnTo>
                          <a:lnTo>
                            <a:pt x="182" y="493"/>
                          </a:lnTo>
                          <a:lnTo>
                            <a:pt x="205" y="483"/>
                          </a:lnTo>
                          <a:lnTo>
                            <a:pt x="228" y="473"/>
                          </a:lnTo>
                          <a:lnTo>
                            <a:pt x="250" y="460"/>
                          </a:lnTo>
                          <a:lnTo>
                            <a:pt x="272" y="447"/>
                          </a:lnTo>
                          <a:lnTo>
                            <a:pt x="293" y="434"/>
                          </a:lnTo>
                          <a:lnTo>
                            <a:pt x="313" y="419"/>
                          </a:lnTo>
                          <a:lnTo>
                            <a:pt x="332" y="403"/>
                          </a:lnTo>
                          <a:lnTo>
                            <a:pt x="351" y="387"/>
                          </a:lnTo>
                          <a:lnTo>
                            <a:pt x="369" y="369"/>
                          </a:lnTo>
                          <a:lnTo>
                            <a:pt x="385" y="351"/>
                          </a:lnTo>
                          <a:lnTo>
                            <a:pt x="401" y="332"/>
                          </a:lnTo>
                          <a:lnTo>
                            <a:pt x="417" y="312"/>
                          </a:lnTo>
                          <a:lnTo>
                            <a:pt x="431" y="291"/>
                          </a:lnTo>
                          <a:lnTo>
                            <a:pt x="443" y="269"/>
                          </a:lnTo>
                          <a:lnTo>
                            <a:pt x="456" y="248"/>
                          </a:lnTo>
                          <a:lnTo>
                            <a:pt x="467" y="226"/>
                          </a:lnTo>
                          <a:lnTo>
                            <a:pt x="477" y="201"/>
                          </a:lnTo>
                          <a:lnTo>
                            <a:pt x="486" y="178"/>
                          </a:lnTo>
                          <a:lnTo>
                            <a:pt x="493" y="154"/>
                          </a:lnTo>
                          <a:lnTo>
                            <a:pt x="501" y="129"/>
                          </a:lnTo>
                          <a:lnTo>
                            <a:pt x="506" y="104"/>
                          </a:lnTo>
                          <a:lnTo>
                            <a:pt x="509" y="78"/>
                          </a:lnTo>
                          <a:lnTo>
                            <a:pt x="512" y="52"/>
                          </a:lnTo>
                          <a:lnTo>
                            <a:pt x="514" y="25"/>
                          </a:lnTo>
                          <a:lnTo>
                            <a:pt x="514" y="0"/>
                          </a:lnTo>
                          <a:lnTo>
                            <a:pt x="328" y="2"/>
                          </a:lnTo>
                          <a:lnTo>
                            <a:pt x="327" y="20"/>
                          </a:lnTo>
                          <a:lnTo>
                            <a:pt x="327" y="37"/>
                          </a:lnTo>
                          <a:lnTo>
                            <a:pt x="324" y="53"/>
                          </a:lnTo>
                          <a:lnTo>
                            <a:pt x="322" y="70"/>
                          </a:lnTo>
                          <a:lnTo>
                            <a:pt x="318" y="86"/>
                          </a:lnTo>
                          <a:lnTo>
                            <a:pt x="314" y="102"/>
                          </a:lnTo>
                          <a:lnTo>
                            <a:pt x="310" y="117"/>
                          </a:lnTo>
                          <a:lnTo>
                            <a:pt x="303" y="132"/>
                          </a:lnTo>
                          <a:lnTo>
                            <a:pt x="297" y="147"/>
                          </a:lnTo>
                          <a:lnTo>
                            <a:pt x="289" y="161"/>
                          </a:lnTo>
                          <a:lnTo>
                            <a:pt x="282" y="176"/>
                          </a:lnTo>
                          <a:lnTo>
                            <a:pt x="273" y="190"/>
                          </a:lnTo>
                          <a:lnTo>
                            <a:pt x="265" y="202"/>
                          </a:lnTo>
                          <a:lnTo>
                            <a:pt x="255" y="215"/>
                          </a:lnTo>
                          <a:lnTo>
                            <a:pt x="245" y="228"/>
                          </a:lnTo>
                          <a:lnTo>
                            <a:pt x="234" y="239"/>
                          </a:lnTo>
                          <a:lnTo>
                            <a:pt x="222" y="250"/>
                          </a:lnTo>
                          <a:lnTo>
                            <a:pt x="211" y="262"/>
                          </a:lnTo>
                          <a:lnTo>
                            <a:pt x="198" y="271"/>
                          </a:lnTo>
                          <a:lnTo>
                            <a:pt x="185" y="281"/>
                          </a:lnTo>
                          <a:lnTo>
                            <a:pt x="171" y="289"/>
                          </a:lnTo>
                          <a:lnTo>
                            <a:pt x="158" y="298"/>
                          </a:lnTo>
                          <a:lnTo>
                            <a:pt x="144" y="306"/>
                          </a:lnTo>
                          <a:lnTo>
                            <a:pt x="129" y="313"/>
                          </a:lnTo>
                          <a:lnTo>
                            <a:pt x="114" y="319"/>
                          </a:lnTo>
                          <a:lnTo>
                            <a:pt x="99" y="324"/>
                          </a:lnTo>
                          <a:lnTo>
                            <a:pt x="83" y="330"/>
                          </a:lnTo>
                          <a:lnTo>
                            <a:pt x="67" y="334"/>
                          </a:lnTo>
                          <a:lnTo>
                            <a:pt x="50" y="336"/>
                          </a:lnTo>
                          <a:lnTo>
                            <a:pt x="34" y="339"/>
                          </a:lnTo>
                          <a:lnTo>
                            <a:pt x="17" y="340"/>
                          </a:lnTo>
                          <a:lnTo>
                            <a:pt x="0" y="341"/>
                          </a:lnTo>
                          <a:lnTo>
                            <a:pt x="4" y="528"/>
                          </a:lnTo>
                          <a:close/>
                        </a:path>
                      </a:pathLst>
                    </a:custGeom>
                    <a:solidFill>
                      <a:srgbClr val="EF2B2F"/>
                    </a:solidFill>
                    <a:ln>
                      <a:noFill/>
                    </a:ln>
                  </p:spPr>
                  <p:txBody>
                    <a:bodyPr/>
                    <a:lstStyle/>
                    <a:p>
                      <a:pPr>
                        <a:defRPr/>
                      </a:pPr>
                      <a:endParaRPr lang="en-US" sz="1050">
                        <a:latin typeface="+mj-lt"/>
                      </a:endParaRPr>
                    </a:p>
                  </p:txBody>
                </p:sp>
                <p:sp>
                  <p:nvSpPr>
                    <p:cNvPr id="41352" name="Freeform 818">
                      <a:extLst>
                        <a:ext uri="{FF2B5EF4-FFF2-40B4-BE49-F238E27FC236}">
                          <a16:creationId xmlns="" xmlns:a16="http://schemas.microsoft.com/office/drawing/2014/main" id="{D2BDC513-2D7A-385F-53BF-CEBD90B37813}"/>
                        </a:ext>
                      </a:extLst>
                    </p:cNvPr>
                    <p:cNvSpPr>
                      <a:spLocks/>
                    </p:cNvSpPr>
                    <p:nvPr/>
                  </p:nvSpPr>
                  <p:spPr bwMode="auto">
                    <a:xfrm>
                      <a:off x="2465" y="2589"/>
                      <a:ext cx="88" cy="84"/>
                    </a:xfrm>
                    <a:custGeom>
                      <a:avLst/>
                      <a:gdLst>
                        <a:gd name="T0" fmla="*/ 0 w 530"/>
                        <a:gd name="T1" fmla="*/ 0 h 513"/>
                        <a:gd name="T2" fmla="*/ 0 w 530"/>
                        <a:gd name="T3" fmla="*/ 0 h 513"/>
                        <a:gd name="T4" fmla="*/ 0 w 530"/>
                        <a:gd name="T5" fmla="*/ 0 h 513"/>
                        <a:gd name="T6" fmla="*/ 0 w 530"/>
                        <a:gd name="T7" fmla="*/ 0 h 513"/>
                        <a:gd name="T8" fmla="*/ 0 w 530"/>
                        <a:gd name="T9" fmla="*/ 0 h 513"/>
                        <a:gd name="T10" fmla="*/ 0 w 530"/>
                        <a:gd name="T11" fmla="*/ 0 h 513"/>
                        <a:gd name="T12" fmla="*/ 0 w 530"/>
                        <a:gd name="T13" fmla="*/ 0 h 513"/>
                        <a:gd name="T14" fmla="*/ 0 w 530"/>
                        <a:gd name="T15" fmla="*/ 0 h 513"/>
                        <a:gd name="T16" fmla="*/ 0 w 530"/>
                        <a:gd name="T17" fmla="*/ 0 h 513"/>
                        <a:gd name="T18" fmla="*/ 0 w 530"/>
                        <a:gd name="T19" fmla="*/ 0 h 513"/>
                        <a:gd name="T20" fmla="*/ 0 w 530"/>
                        <a:gd name="T21" fmla="*/ 0 h 513"/>
                        <a:gd name="T22" fmla="*/ 0 w 530"/>
                        <a:gd name="T23" fmla="*/ 0 h 513"/>
                        <a:gd name="T24" fmla="*/ 0 w 530"/>
                        <a:gd name="T25" fmla="*/ 0 h 513"/>
                        <a:gd name="T26" fmla="*/ 0 w 530"/>
                        <a:gd name="T27" fmla="*/ 0 h 513"/>
                        <a:gd name="T28" fmla="*/ 0 w 530"/>
                        <a:gd name="T29" fmla="*/ 0 h 513"/>
                        <a:gd name="T30" fmla="*/ 0 w 530"/>
                        <a:gd name="T31" fmla="*/ 0 h 513"/>
                        <a:gd name="T32" fmla="*/ 0 w 530"/>
                        <a:gd name="T33" fmla="*/ 0 h 513"/>
                        <a:gd name="T34" fmla="*/ 0 w 530"/>
                        <a:gd name="T35" fmla="*/ 0 h 513"/>
                        <a:gd name="T36" fmla="*/ 0 w 530"/>
                        <a:gd name="T37" fmla="*/ 0 h 513"/>
                        <a:gd name="T38" fmla="*/ 0 w 530"/>
                        <a:gd name="T39" fmla="*/ 0 h 513"/>
                        <a:gd name="T40" fmla="*/ 0 w 530"/>
                        <a:gd name="T41" fmla="*/ 0 h 513"/>
                        <a:gd name="T42" fmla="*/ 0 w 530"/>
                        <a:gd name="T43" fmla="*/ 0 h 513"/>
                        <a:gd name="T44" fmla="*/ 0 w 530"/>
                        <a:gd name="T45" fmla="*/ 0 h 513"/>
                        <a:gd name="T46" fmla="*/ 0 w 530"/>
                        <a:gd name="T47" fmla="*/ 0 h 513"/>
                        <a:gd name="T48" fmla="*/ 0 w 530"/>
                        <a:gd name="T49" fmla="*/ 0 h 513"/>
                        <a:gd name="T50" fmla="*/ 0 w 530"/>
                        <a:gd name="T51" fmla="*/ 0 h 513"/>
                        <a:gd name="T52" fmla="*/ 0 w 530"/>
                        <a:gd name="T53" fmla="*/ 0 h 513"/>
                        <a:gd name="T54" fmla="*/ 0 w 530"/>
                        <a:gd name="T55" fmla="*/ 0 h 513"/>
                        <a:gd name="T56" fmla="*/ 0 w 530"/>
                        <a:gd name="T57" fmla="*/ 0 h 513"/>
                        <a:gd name="T58" fmla="*/ 0 w 530"/>
                        <a:gd name="T59" fmla="*/ 0 h 513"/>
                        <a:gd name="T60" fmla="*/ 0 w 530"/>
                        <a:gd name="T61" fmla="*/ 0 h 513"/>
                        <a:gd name="T62" fmla="*/ 0 w 530"/>
                        <a:gd name="T63" fmla="*/ 0 h 513"/>
                        <a:gd name="T64" fmla="*/ 0 w 530"/>
                        <a:gd name="T65" fmla="*/ 0 h 513"/>
                        <a:gd name="T66" fmla="*/ 0 w 530"/>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3"/>
                        <a:gd name="T104" fmla="*/ 530 w 530"/>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3">
                          <a:moveTo>
                            <a:pt x="0" y="3"/>
                          </a:moveTo>
                          <a:lnTo>
                            <a:pt x="0" y="3"/>
                          </a:lnTo>
                          <a:lnTo>
                            <a:pt x="1" y="29"/>
                          </a:lnTo>
                          <a:lnTo>
                            <a:pt x="3" y="56"/>
                          </a:lnTo>
                          <a:lnTo>
                            <a:pt x="7" y="82"/>
                          </a:lnTo>
                          <a:lnTo>
                            <a:pt x="12" y="108"/>
                          </a:lnTo>
                          <a:lnTo>
                            <a:pt x="19" y="132"/>
                          </a:lnTo>
                          <a:lnTo>
                            <a:pt x="26" y="157"/>
                          </a:lnTo>
                          <a:lnTo>
                            <a:pt x="35" y="181"/>
                          </a:lnTo>
                          <a:lnTo>
                            <a:pt x="44" y="204"/>
                          </a:lnTo>
                          <a:lnTo>
                            <a:pt x="55" y="228"/>
                          </a:lnTo>
                          <a:lnTo>
                            <a:pt x="68" y="250"/>
                          </a:lnTo>
                          <a:lnTo>
                            <a:pt x="80" y="271"/>
                          </a:lnTo>
                          <a:lnTo>
                            <a:pt x="94" y="292"/>
                          </a:lnTo>
                          <a:lnTo>
                            <a:pt x="109" y="313"/>
                          </a:lnTo>
                          <a:lnTo>
                            <a:pt x="125" y="332"/>
                          </a:lnTo>
                          <a:lnTo>
                            <a:pt x="142" y="350"/>
                          </a:lnTo>
                          <a:lnTo>
                            <a:pt x="159" y="368"/>
                          </a:lnTo>
                          <a:lnTo>
                            <a:pt x="177" y="385"/>
                          </a:lnTo>
                          <a:lnTo>
                            <a:pt x="197" y="401"/>
                          </a:lnTo>
                          <a:lnTo>
                            <a:pt x="216" y="415"/>
                          </a:lnTo>
                          <a:lnTo>
                            <a:pt x="238" y="429"/>
                          </a:lnTo>
                          <a:lnTo>
                            <a:pt x="259" y="443"/>
                          </a:lnTo>
                          <a:lnTo>
                            <a:pt x="281" y="455"/>
                          </a:lnTo>
                          <a:lnTo>
                            <a:pt x="303" y="466"/>
                          </a:lnTo>
                          <a:lnTo>
                            <a:pt x="327" y="476"/>
                          </a:lnTo>
                          <a:lnTo>
                            <a:pt x="350" y="484"/>
                          </a:lnTo>
                          <a:lnTo>
                            <a:pt x="375" y="493"/>
                          </a:lnTo>
                          <a:lnTo>
                            <a:pt x="400" y="499"/>
                          </a:lnTo>
                          <a:lnTo>
                            <a:pt x="426" y="505"/>
                          </a:lnTo>
                          <a:lnTo>
                            <a:pt x="451" y="509"/>
                          </a:lnTo>
                          <a:lnTo>
                            <a:pt x="477" y="512"/>
                          </a:lnTo>
                          <a:lnTo>
                            <a:pt x="503" y="513"/>
                          </a:lnTo>
                          <a:lnTo>
                            <a:pt x="530" y="513"/>
                          </a:lnTo>
                          <a:lnTo>
                            <a:pt x="526" y="326"/>
                          </a:lnTo>
                          <a:lnTo>
                            <a:pt x="508" y="326"/>
                          </a:lnTo>
                          <a:lnTo>
                            <a:pt x="492" y="325"/>
                          </a:lnTo>
                          <a:lnTo>
                            <a:pt x="475" y="323"/>
                          </a:lnTo>
                          <a:lnTo>
                            <a:pt x="458" y="321"/>
                          </a:lnTo>
                          <a:lnTo>
                            <a:pt x="443" y="317"/>
                          </a:lnTo>
                          <a:lnTo>
                            <a:pt x="427" y="314"/>
                          </a:lnTo>
                          <a:lnTo>
                            <a:pt x="412" y="308"/>
                          </a:lnTo>
                          <a:lnTo>
                            <a:pt x="396" y="303"/>
                          </a:lnTo>
                          <a:lnTo>
                            <a:pt x="381" y="297"/>
                          </a:lnTo>
                          <a:lnTo>
                            <a:pt x="367" y="289"/>
                          </a:lnTo>
                          <a:lnTo>
                            <a:pt x="353" y="281"/>
                          </a:lnTo>
                          <a:lnTo>
                            <a:pt x="340" y="273"/>
                          </a:lnTo>
                          <a:lnTo>
                            <a:pt x="326" y="264"/>
                          </a:lnTo>
                          <a:lnTo>
                            <a:pt x="313" y="254"/>
                          </a:lnTo>
                          <a:lnTo>
                            <a:pt x="301" y="244"/>
                          </a:lnTo>
                          <a:lnTo>
                            <a:pt x="289" y="233"/>
                          </a:lnTo>
                          <a:lnTo>
                            <a:pt x="278" y="221"/>
                          </a:lnTo>
                          <a:lnTo>
                            <a:pt x="267" y="210"/>
                          </a:lnTo>
                          <a:lnTo>
                            <a:pt x="257" y="197"/>
                          </a:lnTo>
                          <a:lnTo>
                            <a:pt x="247" y="184"/>
                          </a:lnTo>
                          <a:lnTo>
                            <a:pt x="239" y="171"/>
                          </a:lnTo>
                          <a:lnTo>
                            <a:pt x="230" y="158"/>
                          </a:lnTo>
                          <a:lnTo>
                            <a:pt x="223" y="143"/>
                          </a:lnTo>
                          <a:lnTo>
                            <a:pt x="215" y="128"/>
                          </a:lnTo>
                          <a:lnTo>
                            <a:pt x="209" y="113"/>
                          </a:lnTo>
                          <a:lnTo>
                            <a:pt x="204" y="98"/>
                          </a:lnTo>
                          <a:lnTo>
                            <a:pt x="199" y="82"/>
                          </a:lnTo>
                          <a:lnTo>
                            <a:pt x="195" y="66"/>
                          </a:lnTo>
                          <a:lnTo>
                            <a:pt x="192" y="50"/>
                          </a:lnTo>
                          <a:lnTo>
                            <a:pt x="190" y="33"/>
                          </a:lnTo>
                          <a:lnTo>
                            <a:pt x="188"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353" name="Freeform 819">
                      <a:extLst>
                        <a:ext uri="{FF2B5EF4-FFF2-40B4-BE49-F238E27FC236}">
                          <a16:creationId xmlns="" xmlns:a16="http://schemas.microsoft.com/office/drawing/2014/main" id="{2B2B22FF-561A-667C-B1B8-24A88B398334}"/>
                        </a:ext>
                      </a:extLst>
                    </p:cNvPr>
                    <p:cNvSpPr>
                      <a:spLocks/>
                    </p:cNvSpPr>
                    <p:nvPr/>
                  </p:nvSpPr>
                  <p:spPr bwMode="auto">
                    <a:xfrm>
                      <a:off x="2465" y="2501"/>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4" y="1"/>
                          </a:lnTo>
                          <a:lnTo>
                            <a:pt x="457" y="4"/>
                          </a:lnTo>
                          <a:lnTo>
                            <a:pt x="432" y="7"/>
                          </a:lnTo>
                          <a:lnTo>
                            <a:pt x="406" y="12"/>
                          </a:lnTo>
                          <a:lnTo>
                            <a:pt x="381" y="18"/>
                          </a:lnTo>
                          <a:lnTo>
                            <a:pt x="357" y="26"/>
                          </a:lnTo>
                          <a:lnTo>
                            <a:pt x="332" y="34"/>
                          </a:lnTo>
                          <a:lnTo>
                            <a:pt x="309" y="45"/>
                          </a:lnTo>
                          <a:lnTo>
                            <a:pt x="286" y="56"/>
                          </a:lnTo>
                          <a:lnTo>
                            <a:pt x="264" y="67"/>
                          </a:lnTo>
                          <a:lnTo>
                            <a:pt x="242" y="80"/>
                          </a:lnTo>
                          <a:lnTo>
                            <a:pt x="222" y="94"/>
                          </a:lnTo>
                          <a:lnTo>
                            <a:pt x="201" y="109"/>
                          </a:lnTo>
                          <a:lnTo>
                            <a:pt x="182" y="125"/>
                          </a:lnTo>
                          <a:lnTo>
                            <a:pt x="163" y="141"/>
                          </a:lnTo>
                          <a:lnTo>
                            <a:pt x="146" y="160"/>
                          </a:lnTo>
                          <a:lnTo>
                            <a:pt x="129" y="178"/>
                          </a:lnTo>
                          <a:lnTo>
                            <a:pt x="113" y="197"/>
                          </a:lnTo>
                          <a:lnTo>
                            <a:pt x="97" y="217"/>
                          </a:lnTo>
                          <a:lnTo>
                            <a:pt x="84" y="237"/>
                          </a:lnTo>
                          <a:lnTo>
                            <a:pt x="71" y="258"/>
                          </a:lnTo>
                          <a:lnTo>
                            <a:pt x="58" y="280"/>
                          </a:lnTo>
                          <a:lnTo>
                            <a:pt x="48" y="303"/>
                          </a:lnTo>
                          <a:lnTo>
                            <a:pt x="37" y="326"/>
                          </a:lnTo>
                          <a:lnTo>
                            <a:pt x="28" y="350"/>
                          </a:lnTo>
                          <a:lnTo>
                            <a:pt x="21" y="375"/>
                          </a:lnTo>
                          <a:lnTo>
                            <a:pt x="14" y="399"/>
                          </a:lnTo>
                          <a:lnTo>
                            <a:pt x="8" y="425"/>
                          </a:lnTo>
                          <a:lnTo>
                            <a:pt x="5" y="450"/>
                          </a:lnTo>
                          <a:lnTo>
                            <a:pt x="2" y="476"/>
                          </a:lnTo>
                          <a:lnTo>
                            <a:pt x="0" y="502"/>
                          </a:lnTo>
                          <a:lnTo>
                            <a:pt x="0" y="529"/>
                          </a:lnTo>
                          <a:lnTo>
                            <a:pt x="187" y="526"/>
                          </a:lnTo>
                          <a:lnTo>
                            <a:pt x="188" y="509"/>
                          </a:lnTo>
                          <a:lnTo>
                            <a:pt x="188" y="492"/>
                          </a:lnTo>
                          <a:lnTo>
                            <a:pt x="190" y="475"/>
                          </a:lnTo>
                          <a:lnTo>
                            <a:pt x="192" y="459"/>
                          </a:lnTo>
                          <a:lnTo>
                            <a:pt x="196" y="443"/>
                          </a:lnTo>
                          <a:lnTo>
                            <a:pt x="200" y="427"/>
                          </a:lnTo>
                          <a:lnTo>
                            <a:pt x="205" y="411"/>
                          </a:lnTo>
                          <a:lnTo>
                            <a:pt x="211" y="396"/>
                          </a:lnTo>
                          <a:lnTo>
                            <a:pt x="217" y="381"/>
                          </a:lnTo>
                          <a:lnTo>
                            <a:pt x="225" y="366"/>
                          </a:lnTo>
                          <a:lnTo>
                            <a:pt x="232" y="353"/>
                          </a:lnTo>
                          <a:lnTo>
                            <a:pt x="241" y="339"/>
                          </a:lnTo>
                          <a:lnTo>
                            <a:pt x="249" y="325"/>
                          </a:lnTo>
                          <a:lnTo>
                            <a:pt x="259" y="312"/>
                          </a:lnTo>
                          <a:lnTo>
                            <a:pt x="269" y="301"/>
                          </a:lnTo>
                          <a:lnTo>
                            <a:pt x="280" y="289"/>
                          </a:lnTo>
                          <a:lnTo>
                            <a:pt x="292" y="277"/>
                          </a:lnTo>
                          <a:lnTo>
                            <a:pt x="303" y="267"/>
                          </a:lnTo>
                          <a:lnTo>
                            <a:pt x="316" y="257"/>
                          </a:lnTo>
                          <a:lnTo>
                            <a:pt x="329" y="247"/>
                          </a:lnTo>
                          <a:lnTo>
                            <a:pt x="343" y="238"/>
                          </a:lnTo>
                          <a:lnTo>
                            <a:pt x="357" y="230"/>
                          </a:lnTo>
                          <a:lnTo>
                            <a:pt x="370" y="222"/>
                          </a:lnTo>
                          <a:lnTo>
                            <a:pt x="385" y="215"/>
                          </a:lnTo>
                          <a:lnTo>
                            <a:pt x="400" y="209"/>
                          </a:lnTo>
                          <a:lnTo>
                            <a:pt x="415" y="204"/>
                          </a:lnTo>
                          <a:lnTo>
                            <a:pt x="431" y="199"/>
                          </a:lnTo>
                          <a:lnTo>
                            <a:pt x="447" y="195"/>
                          </a:lnTo>
                          <a:lnTo>
                            <a:pt x="464" y="191"/>
                          </a:lnTo>
                          <a:lnTo>
                            <a:pt x="480" y="189"/>
                          </a:lnTo>
                          <a:lnTo>
                            <a:pt x="497" y="187"/>
                          </a:lnTo>
                          <a:lnTo>
                            <a:pt x="514" y="186"/>
                          </a:lnTo>
                          <a:lnTo>
                            <a:pt x="511" y="0"/>
                          </a:lnTo>
                          <a:close/>
                        </a:path>
                      </a:pathLst>
                    </a:custGeom>
                    <a:solidFill>
                      <a:srgbClr val="EF2B2F"/>
                    </a:solidFill>
                    <a:ln>
                      <a:noFill/>
                    </a:ln>
                  </p:spPr>
                  <p:txBody>
                    <a:bodyPr/>
                    <a:lstStyle/>
                    <a:p>
                      <a:pPr>
                        <a:defRPr/>
                      </a:pPr>
                      <a:endParaRPr lang="en-US" sz="1050">
                        <a:latin typeface="+mj-lt"/>
                      </a:endParaRPr>
                    </a:p>
                  </p:txBody>
                </p:sp>
                <p:sp>
                  <p:nvSpPr>
                    <p:cNvPr id="41354" name="Freeform 820">
                      <a:extLst>
                        <a:ext uri="{FF2B5EF4-FFF2-40B4-BE49-F238E27FC236}">
                          <a16:creationId xmlns="" xmlns:a16="http://schemas.microsoft.com/office/drawing/2014/main" id="{D97ACE51-FDFB-9232-855E-52961C32D1E3}"/>
                        </a:ext>
                      </a:extLst>
                    </p:cNvPr>
                    <p:cNvSpPr>
                      <a:spLocks/>
                    </p:cNvSpPr>
                    <p:nvPr/>
                  </p:nvSpPr>
                  <p:spPr bwMode="auto">
                    <a:xfrm>
                      <a:off x="2539" y="3263"/>
                      <a:ext cx="141" cy="144"/>
                    </a:xfrm>
                    <a:custGeom>
                      <a:avLst/>
                      <a:gdLst>
                        <a:gd name="T0" fmla="*/ 0 w 853"/>
                        <a:gd name="T1" fmla="*/ 0 h 852"/>
                        <a:gd name="T2" fmla="*/ 0 w 853"/>
                        <a:gd name="T3" fmla="*/ 0 h 852"/>
                        <a:gd name="T4" fmla="*/ 0 w 853"/>
                        <a:gd name="T5" fmla="*/ 0 h 852"/>
                        <a:gd name="T6" fmla="*/ 0 w 853"/>
                        <a:gd name="T7" fmla="*/ 0 h 852"/>
                        <a:gd name="T8" fmla="*/ 0 w 853"/>
                        <a:gd name="T9" fmla="*/ 0 h 852"/>
                        <a:gd name="T10" fmla="*/ 0 w 853"/>
                        <a:gd name="T11" fmla="*/ 0 h 852"/>
                        <a:gd name="T12" fmla="*/ 0 w 853"/>
                        <a:gd name="T13" fmla="*/ 0 h 852"/>
                        <a:gd name="T14" fmla="*/ 0 w 853"/>
                        <a:gd name="T15" fmla="*/ 0 h 852"/>
                        <a:gd name="T16" fmla="*/ 0 w 853"/>
                        <a:gd name="T17" fmla="*/ 0 h 852"/>
                        <a:gd name="T18" fmla="*/ 0 w 853"/>
                        <a:gd name="T19" fmla="*/ 0 h 852"/>
                        <a:gd name="T20" fmla="*/ 0 w 853"/>
                        <a:gd name="T21" fmla="*/ 0 h 852"/>
                        <a:gd name="T22" fmla="*/ 0 w 853"/>
                        <a:gd name="T23" fmla="*/ 0 h 852"/>
                        <a:gd name="T24" fmla="*/ 0 w 853"/>
                        <a:gd name="T25" fmla="*/ 0 h 852"/>
                        <a:gd name="T26" fmla="*/ 0 w 853"/>
                        <a:gd name="T27" fmla="*/ 0 h 852"/>
                        <a:gd name="T28" fmla="*/ 0 w 853"/>
                        <a:gd name="T29" fmla="*/ 0 h 852"/>
                        <a:gd name="T30" fmla="*/ 0 w 853"/>
                        <a:gd name="T31" fmla="*/ 0 h 852"/>
                        <a:gd name="T32" fmla="*/ 0 w 853"/>
                        <a:gd name="T33" fmla="*/ 0 h 852"/>
                        <a:gd name="T34" fmla="*/ 0 w 853"/>
                        <a:gd name="T35" fmla="*/ 0 h 852"/>
                        <a:gd name="T36" fmla="*/ 0 w 853"/>
                        <a:gd name="T37" fmla="*/ 0 h 852"/>
                        <a:gd name="T38" fmla="*/ 0 w 853"/>
                        <a:gd name="T39" fmla="*/ 0 h 852"/>
                        <a:gd name="T40" fmla="*/ 0 w 853"/>
                        <a:gd name="T41" fmla="*/ 0 h 852"/>
                        <a:gd name="T42" fmla="*/ 0 w 853"/>
                        <a:gd name="T43" fmla="*/ 0 h 852"/>
                        <a:gd name="T44" fmla="*/ 0 w 853"/>
                        <a:gd name="T45" fmla="*/ 0 h 852"/>
                        <a:gd name="T46" fmla="*/ 0 w 853"/>
                        <a:gd name="T47" fmla="*/ 0 h 852"/>
                        <a:gd name="T48" fmla="*/ 0 w 853"/>
                        <a:gd name="T49" fmla="*/ 0 h 852"/>
                        <a:gd name="T50" fmla="*/ 0 w 853"/>
                        <a:gd name="T51" fmla="*/ 0 h 852"/>
                        <a:gd name="T52" fmla="*/ 0 w 853"/>
                        <a:gd name="T53" fmla="*/ 0 h 852"/>
                        <a:gd name="T54" fmla="*/ 0 w 853"/>
                        <a:gd name="T55" fmla="*/ 0 h 852"/>
                        <a:gd name="T56" fmla="*/ 0 w 853"/>
                        <a:gd name="T57" fmla="*/ 0 h 852"/>
                        <a:gd name="T58" fmla="*/ 0 w 853"/>
                        <a:gd name="T59" fmla="*/ 0 h 852"/>
                        <a:gd name="T60" fmla="*/ 0 w 853"/>
                        <a:gd name="T61" fmla="*/ 0 h 852"/>
                        <a:gd name="T62" fmla="*/ 0 w 853"/>
                        <a:gd name="T63" fmla="*/ 0 h 852"/>
                        <a:gd name="T64" fmla="*/ 0 w 853"/>
                        <a:gd name="T65" fmla="*/ 0 h 852"/>
                        <a:gd name="T66" fmla="*/ 0 w 853"/>
                        <a:gd name="T67" fmla="*/ 0 h 852"/>
                        <a:gd name="T68" fmla="*/ 0 w 853"/>
                        <a:gd name="T69" fmla="*/ 0 h 852"/>
                        <a:gd name="T70" fmla="*/ 0 w 853"/>
                        <a:gd name="T71" fmla="*/ 0 h 852"/>
                        <a:gd name="T72" fmla="*/ 0 w 853"/>
                        <a:gd name="T73" fmla="*/ 0 h 852"/>
                        <a:gd name="T74" fmla="*/ 0 w 853"/>
                        <a:gd name="T75" fmla="*/ 0 h 852"/>
                        <a:gd name="T76" fmla="*/ 0 w 853"/>
                        <a:gd name="T77" fmla="*/ 0 h 852"/>
                        <a:gd name="T78" fmla="*/ 0 w 853"/>
                        <a:gd name="T79" fmla="*/ 0 h 852"/>
                        <a:gd name="T80" fmla="*/ 0 w 853"/>
                        <a:gd name="T81" fmla="*/ 0 h 852"/>
                        <a:gd name="T82" fmla="*/ 0 w 853"/>
                        <a:gd name="T83" fmla="*/ 0 h 852"/>
                        <a:gd name="T84" fmla="*/ 0 w 853"/>
                        <a:gd name="T85" fmla="*/ 0 h 8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3"/>
                        <a:gd name="T130" fmla="*/ 0 h 852"/>
                        <a:gd name="T131" fmla="*/ 853 w 853"/>
                        <a:gd name="T132" fmla="*/ 852 h 85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3" h="852">
                          <a:moveTo>
                            <a:pt x="419" y="0"/>
                          </a:moveTo>
                          <a:lnTo>
                            <a:pt x="441" y="0"/>
                          </a:lnTo>
                          <a:lnTo>
                            <a:pt x="462" y="1"/>
                          </a:lnTo>
                          <a:lnTo>
                            <a:pt x="484" y="3"/>
                          </a:lnTo>
                          <a:lnTo>
                            <a:pt x="505" y="7"/>
                          </a:lnTo>
                          <a:lnTo>
                            <a:pt x="525" y="12"/>
                          </a:lnTo>
                          <a:lnTo>
                            <a:pt x="546" y="17"/>
                          </a:lnTo>
                          <a:lnTo>
                            <a:pt x="565" y="24"/>
                          </a:lnTo>
                          <a:lnTo>
                            <a:pt x="586" y="31"/>
                          </a:lnTo>
                          <a:lnTo>
                            <a:pt x="605" y="38"/>
                          </a:lnTo>
                          <a:lnTo>
                            <a:pt x="623" y="48"/>
                          </a:lnTo>
                          <a:lnTo>
                            <a:pt x="641" y="58"/>
                          </a:lnTo>
                          <a:lnTo>
                            <a:pt x="659" y="68"/>
                          </a:lnTo>
                          <a:lnTo>
                            <a:pt x="676" y="80"/>
                          </a:lnTo>
                          <a:lnTo>
                            <a:pt x="692" y="93"/>
                          </a:lnTo>
                          <a:lnTo>
                            <a:pt x="708" y="105"/>
                          </a:lnTo>
                          <a:lnTo>
                            <a:pt x="723" y="119"/>
                          </a:lnTo>
                          <a:lnTo>
                            <a:pt x="737" y="134"/>
                          </a:lnTo>
                          <a:lnTo>
                            <a:pt x="751" y="150"/>
                          </a:lnTo>
                          <a:lnTo>
                            <a:pt x="764" y="166"/>
                          </a:lnTo>
                          <a:lnTo>
                            <a:pt x="776" y="182"/>
                          </a:lnTo>
                          <a:lnTo>
                            <a:pt x="787" y="199"/>
                          </a:lnTo>
                          <a:lnTo>
                            <a:pt x="798" y="217"/>
                          </a:lnTo>
                          <a:lnTo>
                            <a:pt x="808" y="235"/>
                          </a:lnTo>
                          <a:lnTo>
                            <a:pt x="817" y="254"/>
                          </a:lnTo>
                          <a:lnTo>
                            <a:pt x="825" y="273"/>
                          </a:lnTo>
                          <a:lnTo>
                            <a:pt x="832" y="292"/>
                          </a:lnTo>
                          <a:lnTo>
                            <a:pt x="838" y="312"/>
                          </a:lnTo>
                          <a:lnTo>
                            <a:pt x="843" y="333"/>
                          </a:lnTo>
                          <a:lnTo>
                            <a:pt x="847" y="354"/>
                          </a:lnTo>
                          <a:lnTo>
                            <a:pt x="850" y="375"/>
                          </a:lnTo>
                          <a:lnTo>
                            <a:pt x="852" y="397"/>
                          </a:lnTo>
                          <a:lnTo>
                            <a:pt x="853" y="418"/>
                          </a:lnTo>
                          <a:lnTo>
                            <a:pt x="853" y="441"/>
                          </a:lnTo>
                          <a:lnTo>
                            <a:pt x="852" y="462"/>
                          </a:lnTo>
                          <a:lnTo>
                            <a:pt x="850" y="483"/>
                          </a:lnTo>
                          <a:lnTo>
                            <a:pt x="846" y="504"/>
                          </a:lnTo>
                          <a:lnTo>
                            <a:pt x="842" y="525"/>
                          </a:lnTo>
                          <a:lnTo>
                            <a:pt x="836" y="546"/>
                          </a:lnTo>
                          <a:lnTo>
                            <a:pt x="830" y="566"/>
                          </a:lnTo>
                          <a:lnTo>
                            <a:pt x="822" y="585"/>
                          </a:lnTo>
                          <a:lnTo>
                            <a:pt x="815" y="604"/>
                          </a:lnTo>
                          <a:lnTo>
                            <a:pt x="805" y="622"/>
                          </a:lnTo>
                          <a:lnTo>
                            <a:pt x="796" y="640"/>
                          </a:lnTo>
                          <a:lnTo>
                            <a:pt x="784" y="658"/>
                          </a:lnTo>
                          <a:lnTo>
                            <a:pt x="774" y="675"/>
                          </a:lnTo>
                          <a:lnTo>
                            <a:pt x="761" y="691"/>
                          </a:lnTo>
                          <a:lnTo>
                            <a:pt x="748" y="707"/>
                          </a:lnTo>
                          <a:lnTo>
                            <a:pt x="733" y="722"/>
                          </a:lnTo>
                          <a:lnTo>
                            <a:pt x="719" y="737"/>
                          </a:lnTo>
                          <a:lnTo>
                            <a:pt x="703" y="750"/>
                          </a:lnTo>
                          <a:lnTo>
                            <a:pt x="688" y="763"/>
                          </a:lnTo>
                          <a:lnTo>
                            <a:pt x="672" y="775"/>
                          </a:lnTo>
                          <a:lnTo>
                            <a:pt x="655" y="786"/>
                          </a:lnTo>
                          <a:lnTo>
                            <a:pt x="637" y="797"/>
                          </a:lnTo>
                          <a:lnTo>
                            <a:pt x="619" y="807"/>
                          </a:lnTo>
                          <a:lnTo>
                            <a:pt x="599" y="816"/>
                          </a:lnTo>
                          <a:lnTo>
                            <a:pt x="580" y="824"/>
                          </a:lnTo>
                          <a:lnTo>
                            <a:pt x="561" y="831"/>
                          </a:lnTo>
                          <a:lnTo>
                            <a:pt x="541" y="837"/>
                          </a:lnTo>
                          <a:lnTo>
                            <a:pt x="520" y="843"/>
                          </a:lnTo>
                          <a:lnTo>
                            <a:pt x="500" y="847"/>
                          </a:lnTo>
                          <a:lnTo>
                            <a:pt x="478" y="849"/>
                          </a:lnTo>
                          <a:lnTo>
                            <a:pt x="456" y="851"/>
                          </a:lnTo>
                          <a:lnTo>
                            <a:pt x="435" y="852"/>
                          </a:lnTo>
                          <a:lnTo>
                            <a:pt x="413" y="852"/>
                          </a:lnTo>
                          <a:lnTo>
                            <a:pt x="391" y="851"/>
                          </a:lnTo>
                          <a:lnTo>
                            <a:pt x="370" y="849"/>
                          </a:lnTo>
                          <a:lnTo>
                            <a:pt x="349" y="846"/>
                          </a:lnTo>
                          <a:lnTo>
                            <a:pt x="328" y="842"/>
                          </a:lnTo>
                          <a:lnTo>
                            <a:pt x="307" y="835"/>
                          </a:lnTo>
                          <a:lnTo>
                            <a:pt x="287" y="829"/>
                          </a:lnTo>
                          <a:lnTo>
                            <a:pt x="268" y="822"/>
                          </a:lnTo>
                          <a:lnTo>
                            <a:pt x="249" y="814"/>
                          </a:lnTo>
                          <a:lnTo>
                            <a:pt x="231" y="804"/>
                          </a:lnTo>
                          <a:lnTo>
                            <a:pt x="213" y="795"/>
                          </a:lnTo>
                          <a:lnTo>
                            <a:pt x="195" y="784"/>
                          </a:lnTo>
                          <a:lnTo>
                            <a:pt x="178" y="773"/>
                          </a:lnTo>
                          <a:lnTo>
                            <a:pt x="162" y="760"/>
                          </a:lnTo>
                          <a:lnTo>
                            <a:pt x="146" y="747"/>
                          </a:lnTo>
                          <a:lnTo>
                            <a:pt x="131" y="733"/>
                          </a:lnTo>
                          <a:lnTo>
                            <a:pt x="116" y="718"/>
                          </a:lnTo>
                          <a:lnTo>
                            <a:pt x="102" y="704"/>
                          </a:lnTo>
                          <a:lnTo>
                            <a:pt x="90" y="688"/>
                          </a:lnTo>
                          <a:lnTo>
                            <a:pt x="77" y="671"/>
                          </a:lnTo>
                          <a:lnTo>
                            <a:pt x="66" y="654"/>
                          </a:lnTo>
                          <a:lnTo>
                            <a:pt x="56" y="636"/>
                          </a:lnTo>
                          <a:lnTo>
                            <a:pt x="45" y="618"/>
                          </a:lnTo>
                          <a:lnTo>
                            <a:pt x="37" y="599"/>
                          </a:lnTo>
                          <a:lnTo>
                            <a:pt x="29" y="580"/>
                          </a:lnTo>
                          <a:lnTo>
                            <a:pt x="22" y="560"/>
                          </a:lnTo>
                          <a:lnTo>
                            <a:pt x="15" y="540"/>
                          </a:lnTo>
                          <a:lnTo>
                            <a:pt x="10" y="520"/>
                          </a:lnTo>
                          <a:lnTo>
                            <a:pt x="6" y="499"/>
                          </a:lnTo>
                          <a:lnTo>
                            <a:pt x="3" y="478"/>
                          </a:lnTo>
                          <a:lnTo>
                            <a:pt x="0" y="456"/>
                          </a:lnTo>
                          <a:lnTo>
                            <a:pt x="0" y="434"/>
                          </a:lnTo>
                          <a:lnTo>
                            <a:pt x="0" y="412"/>
                          </a:lnTo>
                          <a:lnTo>
                            <a:pt x="2" y="391"/>
                          </a:lnTo>
                          <a:lnTo>
                            <a:pt x="4" y="369"/>
                          </a:lnTo>
                          <a:lnTo>
                            <a:pt x="7" y="348"/>
                          </a:lnTo>
                          <a:lnTo>
                            <a:pt x="11" y="328"/>
                          </a:lnTo>
                          <a:lnTo>
                            <a:pt x="17" y="307"/>
                          </a:lnTo>
                          <a:lnTo>
                            <a:pt x="23" y="288"/>
                          </a:lnTo>
                          <a:lnTo>
                            <a:pt x="30" y="268"/>
                          </a:lnTo>
                          <a:lnTo>
                            <a:pt x="39" y="249"/>
                          </a:lnTo>
                          <a:lnTo>
                            <a:pt x="48" y="230"/>
                          </a:lnTo>
                          <a:lnTo>
                            <a:pt x="58" y="212"/>
                          </a:lnTo>
                          <a:lnTo>
                            <a:pt x="68" y="194"/>
                          </a:lnTo>
                          <a:lnTo>
                            <a:pt x="80" y="177"/>
                          </a:lnTo>
                          <a:lnTo>
                            <a:pt x="93" y="162"/>
                          </a:lnTo>
                          <a:lnTo>
                            <a:pt x="106" y="146"/>
                          </a:lnTo>
                          <a:lnTo>
                            <a:pt x="119" y="131"/>
                          </a:lnTo>
                          <a:lnTo>
                            <a:pt x="134" y="116"/>
                          </a:lnTo>
                          <a:lnTo>
                            <a:pt x="149" y="102"/>
                          </a:lnTo>
                          <a:lnTo>
                            <a:pt x="165" y="89"/>
                          </a:lnTo>
                          <a:lnTo>
                            <a:pt x="182" y="78"/>
                          </a:lnTo>
                          <a:lnTo>
                            <a:pt x="199" y="66"/>
                          </a:lnTo>
                          <a:lnTo>
                            <a:pt x="217" y="55"/>
                          </a:lnTo>
                          <a:lnTo>
                            <a:pt x="235" y="46"/>
                          </a:lnTo>
                          <a:lnTo>
                            <a:pt x="253" y="36"/>
                          </a:lnTo>
                          <a:lnTo>
                            <a:pt x="273" y="29"/>
                          </a:lnTo>
                          <a:lnTo>
                            <a:pt x="292" y="21"/>
                          </a:lnTo>
                          <a:lnTo>
                            <a:pt x="313" y="15"/>
                          </a:lnTo>
                          <a:lnTo>
                            <a:pt x="333" y="10"/>
                          </a:lnTo>
                          <a:lnTo>
                            <a:pt x="354" y="7"/>
                          </a:lnTo>
                          <a:lnTo>
                            <a:pt x="375" y="3"/>
                          </a:lnTo>
                          <a:lnTo>
                            <a:pt x="397" y="1"/>
                          </a:lnTo>
                          <a:lnTo>
                            <a:pt x="419" y="0"/>
                          </a:lnTo>
                          <a:close/>
                        </a:path>
                      </a:pathLst>
                    </a:custGeom>
                    <a:solidFill>
                      <a:srgbClr val="DC2B19"/>
                    </a:solidFill>
                    <a:ln>
                      <a:noFill/>
                    </a:ln>
                  </p:spPr>
                  <p:txBody>
                    <a:bodyPr/>
                    <a:lstStyle/>
                    <a:p>
                      <a:pPr>
                        <a:defRPr/>
                      </a:pPr>
                      <a:endParaRPr lang="en-US" sz="1050">
                        <a:latin typeface="+mj-lt"/>
                      </a:endParaRPr>
                    </a:p>
                  </p:txBody>
                </p:sp>
                <p:sp>
                  <p:nvSpPr>
                    <p:cNvPr id="41355" name="Freeform 821">
                      <a:extLst>
                        <a:ext uri="{FF2B5EF4-FFF2-40B4-BE49-F238E27FC236}">
                          <a16:creationId xmlns="" xmlns:a16="http://schemas.microsoft.com/office/drawing/2014/main" id="{1A6AAAD7-CE34-7B2D-A5D3-6DA0F1B3B2E0}"/>
                        </a:ext>
                      </a:extLst>
                    </p:cNvPr>
                    <p:cNvSpPr>
                      <a:spLocks/>
                    </p:cNvSpPr>
                    <p:nvPr/>
                  </p:nvSpPr>
                  <p:spPr bwMode="auto">
                    <a:xfrm>
                      <a:off x="2610" y="3247"/>
                      <a:ext cx="88" cy="88"/>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529" y="510"/>
                          </a:moveTo>
                          <a:lnTo>
                            <a:pt x="529" y="510"/>
                          </a:lnTo>
                          <a:lnTo>
                            <a:pt x="528" y="484"/>
                          </a:lnTo>
                          <a:lnTo>
                            <a:pt x="526" y="457"/>
                          </a:lnTo>
                          <a:lnTo>
                            <a:pt x="521" y="431"/>
                          </a:lnTo>
                          <a:lnTo>
                            <a:pt x="516" y="405"/>
                          </a:lnTo>
                          <a:lnTo>
                            <a:pt x="510" y="381"/>
                          </a:lnTo>
                          <a:lnTo>
                            <a:pt x="503" y="356"/>
                          </a:lnTo>
                          <a:lnTo>
                            <a:pt x="494" y="332"/>
                          </a:lnTo>
                          <a:lnTo>
                            <a:pt x="484" y="309"/>
                          </a:lnTo>
                          <a:lnTo>
                            <a:pt x="473" y="285"/>
                          </a:lnTo>
                          <a:lnTo>
                            <a:pt x="462" y="263"/>
                          </a:lnTo>
                          <a:lnTo>
                            <a:pt x="448" y="242"/>
                          </a:lnTo>
                          <a:lnTo>
                            <a:pt x="434" y="221"/>
                          </a:lnTo>
                          <a:lnTo>
                            <a:pt x="419" y="200"/>
                          </a:lnTo>
                          <a:lnTo>
                            <a:pt x="403" y="181"/>
                          </a:lnTo>
                          <a:lnTo>
                            <a:pt x="387" y="163"/>
                          </a:lnTo>
                          <a:lnTo>
                            <a:pt x="369" y="145"/>
                          </a:lnTo>
                          <a:lnTo>
                            <a:pt x="351" y="128"/>
                          </a:lnTo>
                          <a:lnTo>
                            <a:pt x="332" y="112"/>
                          </a:lnTo>
                          <a:lnTo>
                            <a:pt x="312" y="97"/>
                          </a:lnTo>
                          <a:lnTo>
                            <a:pt x="292" y="84"/>
                          </a:lnTo>
                          <a:lnTo>
                            <a:pt x="271" y="70"/>
                          </a:lnTo>
                          <a:lnTo>
                            <a:pt x="248" y="58"/>
                          </a:lnTo>
                          <a:lnTo>
                            <a:pt x="226" y="47"/>
                          </a:lnTo>
                          <a:lnTo>
                            <a:pt x="203" y="37"/>
                          </a:lnTo>
                          <a:lnTo>
                            <a:pt x="178" y="29"/>
                          </a:lnTo>
                          <a:lnTo>
                            <a:pt x="154" y="20"/>
                          </a:lnTo>
                          <a:lnTo>
                            <a:pt x="129" y="14"/>
                          </a:lnTo>
                          <a:lnTo>
                            <a:pt x="104" y="8"/>
                          </a:lnTo>
                          <a:lnTo>
                            <a:pt x="78" y="4"/>
                          </a:lnTo>
                          <a:lnTo>
                            <a:pt x="52" y="1"/>
                          </a:lnTo>
                          <a:lnTo>
                            <a:pt x="25" y="0"/>
                          </a:lnTo>
                          <a:lnTo>
                            <a:pt x="0" y="0"/>
                          </a:lnTo>
                          <a:lnTo>
                            <a:pt x="2" y="187"/>
                          </a:lnTo>
                          <a:lnTo>
                            <a:pt x="20" y="187"/>
                          </a:lnTo>
                          <a:lnTo>
                            <a:pt x="37" y="188"/>
                          </a:lnTo>
                          <a:lnTo>
                            <a:pt x="53" y="190"/>
                          </a:lnTo>
                          <a:lnTo>
                            <a:pt x="70" y="192"/>
                          </a:lnTo>
                          <a:lnTo>
                            <a:pt x="86" y="196"/>
                          </a:lnTo>
                          <a:lnTo>
                            <a:pt x="102" y="199"/>
                          </a:lnTo>
                          <a:lnTo>
                            <a:pt x="118" y="205"/>
                          </a:lnTo>
                          <a:lnTo>
                            <a:pt x="133" y="210"/>
                          </a:lnTo>
                          <a:lnTo>
                            <a:pt x="147" y="216"/>
                          </a:lnTo>
                          <a:lnTo>
                            <a:pt x="161" y="224"/>
                          </a:lnTo>
                          <a:lnTo>
                            <a:pt x="176" y="232"/>
                          </a:lnTo>
                          <a:lnTo>
                            <a:pt x="190" y="240"/>
                          </a:lnTo>
                          <a:lnTo>
                            <a:pt x="203" y="249"/>
                          </a:lnTo>
                          <a:lnTo>
                            <a:pt x="215" y="259"/>
                          </a:lnTo>
                          <a:lnTo>
                            <a:pt x="228" y="269"/>
                          </a:lnTo>
                          <a:lnTo>
                            <a:pt x="240" y="280"/>
                          </a:lnTo>
                          <a:lnTo>
                            <a:pt x="250" y="292"/>
                          </a:lnTo>
                          <a:lnTo>
                            <a:pt x="262" y="303"/>
                          </a:lnTo>
                          <a:lnTo>
                            <a:pt x="272" y="316"/>
                          </a:lnTo>
                          <a:lnTo>
                            <a:pt x="281" y="329"/>
                          </a:lnTo>
                          <a:lnTo>
                            <a:pt x="291" y="342"/>
                          </a:lnTo>
                          <a:lnTo>
                            <a:pt x="298" y="355"/>
                          </a:lnTo>
                          <a:lnTo>
                            <a:pt x="307" y="370"/>
                          </a:lnTo>
                          <a:lnTo>
                            <a:pt x="313" y="385"/>
                          </a:lnTo>
                          <a:lnTo>
                            <a:pt x="319" y="400"/>
                          </a:lnTo>
                          <a:lnTo>
                            <a:pt x="325" y="415"/>
                          </a:lnTo>
                          <a:lnTo>
                            <a:pt x="330" y="431"/>
                          </a:lnTo>
                          <a:lnTo>
                            <a:pt x="334" y="447"/>
                          </a:lnTo>
                          <a:lnTo>
                            <a:pt x="336" y="462"/>
                          </a:lnTo>
                          <a:lnTo>
                            <a:pt x="340" y="479"/>
                          </a:lnTo>
                          <a:lnTo>
                            <a:pt x="341" y="495"/>
                          </a:lnTo>
                          <a:lnTo>
                            <a:pt x="342" y="513"/>
                          </a:lnTo>
                          <a:lnTo>
                            <a:pt x="529" y="510"/>
                          </a:lnTo>
                          <a:close/>
                        </a:path>
                      </a:pathLst>
                    </a:custGeom>
                    <a:solidFill>
                      <a:srgbClr val="EF2B2F"/>
                    </a:solidFill>
                    <a:ln>
                      <a:noFill/>
                    </a:ln>
                  </p:spPr>
                  <p:txBody>
                    <a:bodyPr/>
                    <a:lstStyle/>
                    <a:p>
                      <a:pPr>
                        <a:defRPr/>
                      </a:pPr>
                      <a:endParaRPr lang="en-US" sz="1050">
                        <a:latin typeface="+mj-lt"/>
                      </a:endParaRPr>
                    </a:p>
                  </p:txBody>
                </p:sp>
                <p:sp>
                  <p:nvSpPr>
                    <p:cNvPr id="41356" name="Freeform 822">
                      <a:extLst>
                        <a:ext uri="{FF2B5EF4-FFF2-40B4-BE49-F238E27FC236}">
                          <a16:creationId xmlns="" xmlns:a16="http://schemas.microsoft.com/office/drawing/2014/main" id="{37B91B07-2D30-6F16-758E-EBCAA023F1C3}"/>
                        </a:ext>
                      </a:extLst>
                    </p:cNvPr>
                    <p:cNvSpPr>
                      <a:spLocks/>
                    </p:cNvSpPr>
                    <p:nvPr/>
                  </p:nvSpPr>
                  <p:spPr bwMode="auto">
                    <a:xfrm>
                      <a:off x="2610" y="3331"/>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3" y="529"/>
                          </a:moveTo>
                          <a:lnTo>
                            <a:pt x="3" y="529"/>
                          </a:lnTo>
                          <a:lnTo>
                            <a:pt x="29" y="527"/>
                          </a:lnTo>
                          <a:lnTo>
                            <a:pt x="56" y="525"/>
                          </a:lnTo>
                          <a:lnTo>
                            <a:pt x="81" y="521"/>
                          </a:lnTo>
                          <a:lnTo>
                            <a:pt x="108" y="517"/>
                          </a:lnTo>
                          <a:lnTo>
                            <a:pt x="132" y="510"/>
                          </a:lnTo>
                          <a:lnTo>
                            <a:pt x="157" y="503"/>
                          </a:lnTo>
                          <a:lnTo>
                            <a:pt x="181" y="494"/>
                          </a:lnTo>
                          <a:lnTo>
                            <a:pt x="205" y="484"/>
                          </a:lnTo>
                          <a:lnTo>
                            <a:pt x="228" y="473"/>
                          </a:lnTo>
                          <a:lnTo>
                            <a:pt x="250" y="462"/>
                          </a:lnTo>
                          <a:lnTo>
                            <a:pt x="272" y="449"/>
                          </a:lnTo>
                          <a:lnTo>
                            <a:pt x="293" y="435"/>
                          </a:lnTo>
                          <a:lnTo>
                            <a:pt x="313" y="420"/>
                          </a:lnTo>
                          <a:lnTo>
                            <a:pt x="332" y="404"/>
                          </a:lnTo>
                          <a:lnTo>
                            <a:pt x="350" y="387"/>
                          </a:lnTo>
                          <a:lnTo>
                            <a:pt x="368" y="369"/>
                          </a:lnTo>
                          <a:lnTo>
                            <a:pt x="385" y="351"/>
                          </a:lnTo>
                          <a:lnTo>
                            <a:pt x="401" y="332"/>
                          </a:lnTo>
                          <a:lnTo>
                            <a:pt x="416" y="312"/>
                          </a:lnTo>
                          <a:lnTo>
                            <a:pt x="430" y="292"/>
                          </a:lnTo>
                          <a:lnTo>
                            <a:pt x="444" y="271"/>
                          </a:lnTo>
                          <a:lnTo>
                            <a:pt x="455" y="248"/>
                          </a:lnTo>
                          <a:lnTo>
                            <a:pt x="467" y="226"/>
                          </a:lnTo>
                          <a:lnTo>
                            <a:pt x="477" y="203"/>
                          </a:lnTo>
                          <a:lnTo>
                            <a:pt x="485" y="178"/>
                          </a:lnTo>
                          <a:lnTo>
                            <a:pt x="494" y="154"/>
                          </a:lnTo>
                          <a:lnTo>
                            <a:pt x="500" y="130"/>
                          </a:lnTo>
                          <a:lnTo>
                            <a:pt x="505" y="104"/>
                          </a:lnTo>
                          <a:lnTo>
                            <a:pt x="509" y="79"/>
                          </a:lnTo>
                          <a:lnTo>
                            <a:pt x="513" y="52"/>
                          </a:lnTo>
                          <a:lnTo>
                            <a:pt x="514" y="27"/>
                          </a:lnTo>
                          <a:lnTo>
                            <a:pt x="514" y="0"/>
                          </a:lnTo>
                          <a:lnTo>
                            <a:pt x="327" y="3"/>
                          </a:lnTo>
                          <a:lnTo>
                            <a:pt x="327" y="20"/>
                          </a:lnTo>
                          <a:lnTo>
                            <a:pt x="326" y="37"/>
                          </a:lnTo>
                          <a:lnTo>
                            <a:pt x="324" y="54"/>
                          </a:lnTo>
                          <a:lnTo>
                            <a:pt x="321" y="70"/>
                          </a:lnTo>
                          <a:lnTo>
                            <a:pt x="317" y="86"/>
                          </a:lnTo>
                          <a:lnTo>
                            <a:pt x="314" y="102"/>
                          </a:lnTo>
                          <a:lnTo>
                            <a:pt x="309" y="118"/>
                          </a:lnTo>
                          <a:lnTo>
                            <a:pt x="303" y="133"/>
                          </a:lnTo>
                          <a:lnTo>
                            <a:pt x="297" y="148"/>
                          </a:lnTo>
                          <a:lnTo>
                            <a:pt x="290" y="163"/>
                          </a:lnTo>
                          <a:lnTo>
                            <a:pt x="281" y="176"/>
                          </a:lnTo>
                          <a:lnTo>
                            <a:pt x="274" y="190"/>
                          </a:lnTo>
                          <a:lnTo>
                            <a:pt x="264" y="204"/>
                          </a:lnTo>
                          <a:lnTo>
                            <a:pt x="255" y="216"/>
                          </a:lnTo>
                          <a:lnTo>
                            <a:pt x="244" y="228"/>
                          </a:lnTo>
                          <a:lnTo>
                            <a:pt x="233" y="240"/>
                          </a:lnTo>
                          <a:lnTo>
                            <a:pt x="222" y="252"/>
                          </a:lnTo>
                          <a:lnTo>
                            <a:pt x="210" y="262"/>
                          </a:lnTo>
                          <a:lnTo>
                            <a:pt x="197" y="272"/>
                          </a:lnTo>
                          <a:lnTo>
                            <a:pt x="184" y="281"/>
                          </a:lnTo>
                          <a:lnTo>
                            <a:pt x="171" y="291"/>
                          </a:lnTo>
                          <a:lnTo>
                            <a:pt x="158" y="299"/>
                          </a:lnTo>
                          <a:lnTo>
                            <a:pt x="143" y="307"/>
                          </a:lnTo>
                          <a:lnTo>
                            <a:pt x="128" y="313"/>
                          </a:lnTo>
                          <a:lnTo>
                            <a:pt x="113" y="320"/>
                          </a:lnTo>
                          <a:lnTo>
                            <a:pt x="98" y="325"/>
                          </a:lnTo>
                          <a:lnTo>
                            <a:pt x="83" y="330"/>
                          </a:lnTo>
                          <a:lnTo>
                            <a:pt x="67" y="334"/>
                          </a:lnTo>
                          <a:lnTo>
                            <a:pt x="51" y="338"/>
                          </a:lnTo>
                          <a:lnTo>
                            <a:pt x="34" y="340"/>
                          </a:lnTo>
                          <a:lnTo>
                            <a:pt x="17" y="342"/>
                          </a:lnTo>
                          <a:lnTo>
                            <a:pt x="0" y="342"/>
                          </a:lnTo>
                          <a:lnTo>
                            <a:pt x="3" y="529"/>
                          </a:lnTo>
                          <a:close/>
                        </a:path>
                      </a:pathLst>
                    </a:custGeom>
                    <a:solidFill>
                      <a:srgbClr val="EF2B2F"/>
                    </a:solidFill>
                    <a:ln>
                      <a:noFill/>
                    </a:ln>
                  </p:spPr>
                  <p:txBody>
                    <a:bodyPr/>
                    <a:lstStyle/>
                    <a:p>
                      <a:pPr>
                        <a:defRPr/>
                      </a:pPr>
                      <a:endParaRPr lang="en-US" sz="1050">
                        <a:latin typeface="+mj-lt"/>
                      </a:endParaRPr>
                    </a:p>
                  </p:txBody>
                </p:sp>
                <p:sp>
                  <p:nvSpPr>
                    <p:cNvPr id="41357" name="Freeform 823">
                      <a:extLst>
                        <a:ext uri="{FF2B5EF4-FFF2-40B4-BE49-F238E27FC236}">
                          <a16:creationId xmlns="" xmlns:a16="http://schemas.microsoft.com/office/drawing/2014/main" id="{8B007F96-2C77-5E4C-A49F-F198DC1CD622}"/>
                        </a:ext>
                      </a:extLst>
                    </p:cNvPr>
                    <p:cNvSpPr>
                      <a:spLocks/>
                    </p:cNvSpPr>
                    <p:nvPr/>
                  </p:nvSpPr>
                  <p:spPr bwMode="auto">
                    <a:xfrm>
                      <a:off x="2522" y="3335"/>
                      <a:ext cx="88" cy="84"/>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0" y="3"/>
                          </a:moveTo>
                          <a:lnTo>
                            <a:pt x="0" y="3"/>
                          </a:lnTo>
                          <a:lnTo>
                            <a:pt x="1" y="30"/>
                          </a:lnTo>
                          <a:lnTo>
                            <a:pt x="3" y="56"/>
                          </a:lnTo>
                          <a:lnTo>
                            <a:pt x="6" y="83"/>
                          </a:lnTo>
                          <a:lnTo>
                            <a:pt x="12" y="108"/>
                          </a:lnTo>
                          <a:lnTo>
                            <a:pt x="18" y="133"/>
                          </a:lnTo>
                          <a:lnTo>
                            <a:pt x="25" y="157"/>
                          </a:lnTo>
                          <a:lnTo>
                            <a:pt x="34" y="181"/>
                          </a:lnTo>
                          <a:lnTo>
                            <a:pt x="45" y="205"/>
                          </a:lnTo>
                          <a:lnTo>
                            <a:pt x="55" y="228"/>
                          </a:lnTo>
                          <a:lnTo>
                            <a:pt x="67" y="250"/>
                          </a:lnTo>
                          <a:lnTo>
                            <a:pt x="80" y="272"/>
                          </a:lnTo>
                          <a:lnTo>
                            <a:pt x="93" y="293"/>
                          </a:lnTo>
                          <a:lnTo>
                            <a:pt x="108" y="313"/>
                          </a:lnTo>
                          <a:lnTo>
                            <a:pt x="124" y="332"/>
                          </a:lnTo>
                          <a:lnTo>
                            <a:pt x="141" y="350"/>
                          </a:lnTo>
                          <a:lnTo>
                            <a:pt x="159" y="368"/>
                          </a:lnTo>
                          <a:lnTo>
                            <a:pt x="177" y="385"/>
                          </a:lnTo>
                          <a:lnTo>
                            <a:pt x="196" y="401"/>
                          </a:lnTo>
                          <a:lnTo>
                            <a:pt x="217" y="416"/>
                          </a:lnTo>
                          <a:lnTo>
                            <a:pt x="237" y="430"/>
                          </a:lnTo>
                          <a:lnTo>
                            <a:pt x="258" y="444"/>
                          </a:lnTo>
                          <a:lnTo>
                            <a:pt x="280" y="456"/>
                          </a:lnTo>
                          <a:lnTo>
                            <a:pt x="304" y="467"/>
                          </a:lnTo>
                          <a:lnTo>
                            <a:pt x="326" y="476"/>
                          </a:lnTo>
                          <a:lnTo>
                            <a:pt x="350" y="486"/>
                          </a:lnTo>
                          <a:lnTo>
                            <a:pt x="375" y="493"/>
                          </a:lnTo>
                          <a:lnTo>
                            <a:pt x="399" y="500"/>
                          </a:lnTo>
                          <a:lnTo>
                            <a:pt x="425" y="505"/>
                          </a:lnTo>
                          <a:lnTo>
                            <a:pt x="450" y="509"/>
                          </a:lnTo>
                          <a:lnTo>
                            <a:pt x="476" y="512"/>
                          </a:lnTo>
                          <a:lnTo>
                            <a:pt x="502" y="514"/>
                          </a:lnTo>
                          <a:lnTo>
                            <a:pt x="529" y="514"/>
                          </a:lnTo>
                          <a:lnTo>
                            <a:pt x="526" y="327"/>
                          </a:lnTo>
                          <a:lnTo>
                            <a:pt x="509" y="327"/>
                          </a:lnTo>
                          <a:lnTo>
                            <a:pt x="492" y="326"/>
                          </a:lnTo>
                          <a:lnTo>
                            <a:pt x="475" y="325"/>
                          </a:lnTo>
                          <a:lnTo>
                            <a:pt x="459" y="321"/>
                          </a:lnTo>
                          <a:lnTo>
                            <a:pt x="443" y="318"/>
                          </a:lnTo>
                          <a:lnTo>
                            <a:pt x="427" y="314"/>
                          </a:lnTo>
                          <a:lnTo>
                            <a:pt x="411" y="309"/>
                          </a:lnTo>
                          <a:lnTo>
                            <a:pt x="396" y="303"/>
                          </a:lnTo>
                          <a:lnTo>
                            <a:pt x="381" y="297"/>
                          </a:lnTo>
                          <a:lnTo>
                            <a:pt x="366" y="290"/>
                          </a:lnTo>
                          <a:lnTo>
                            <a:pt x="353" y="282"/>
                          </a:lnTo>
                          <a:lnTo>
                            <a:pt x="339" y="274"/>
                          </a:lnTo>
                          <a:lnTo>
                            <a:pt x="325" y="264"/>
                          </a:lnTo>
                          <a:lnTo>
                            <a:pt x="313" y="255"/>
                          </a:lnTo>
                          <a:lnTo>
                            <a:pt x="301" y="245"/>
                          </a:lnTo>
                          <a:lnTo>
                            <a:pt x="289" y="233"/>
                          </a:lnTo>
                          <a:lnTo>
                            <a:pt x="277" y="223"/>
                          </a:lnTo>
                          <a:lnTo>
                            <a:pt x="267" y="210"/>
                          </a:lnTo>
                          <a:lnTo>
                            <a:pt x="257" y="198"/>
                          </a:lnTo>
                          <a:lnTo>
                            <a:pt x="247" y="185"/>
                          </a:lnTo>
                          <a:lnTo>
                            <a:pt x="238" y="172"/>
                          </a:lnTo>
                          <a:lnTo>
                            <a:pt x="229" y="158"/>
                          </a:lnTo>
                          <a:lnTo>
                            <a:pt x="222" y="144"/>
                          </a:lnTo>
                          <a:lnTo>
                            <a:pt x="215" y="129"/>
                          </a:lnTo>
                          <a:lnTo>
                            <a:pt x="209" y="115"/>
                          </a:lnTo>
                          <a:lnTo>
                            <a:pt x="204" y="99"/>
                          </a:lnTo>
                          <a:lnTo>
                            <a:pt x="199" y="83"/>
                          </a:lnTo>
                          <a:lnTo>
                            <a:pt x="194" y="67"/>
                          </a:lnTo>
                          <a:lnTo>
                            <a:pt x="191" y="51"/>
                          </a:lnTo>
                          <a:lnTo>
                            <a:pt x="189" y="35"/>
                          </a:lnTo>
                          <a:lnTo>
                            <a:pt x="187" y="18"/>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358" name="Freeform 824">
                      <a:extLst>
                        <a:ext uri="{FF2B5EF4-FFF2-40B4-BE49-F238E27FC236}">
                          <a16:creationId xmlns="" xmlns:a16="http://schemas.microsoft.com/office/drawing/2014/main" id="{BC1C234F-D4CD-BFD4-A904-FB07B621F6A8}"/>
                        </a:ext>
                      </a:extLst>
                    </p:cNvPr>
                    <p:cNvSpPr>
                      <a:spLocks/>
                    </p:cNvSpPr>
                    <p:nvPr/>
                  </p:nvSpPr>
                  <p:spPr bwMode="auto">
                    <a:xfrm>
                      <a:off x="2522" y="3247"/>
                      <a:ext cx="88"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512" y="0"/>
                          </a:moveTo>
                          <a:lnTo>
                            <a:pt x="512" y="0"/>
                          </a:lnTo>
                          <a:lnTo>
                            <a:pt x="485" y="1"/>
                          </a:lnTo>
                          <a:lnTo>
                            <a:pt x="459" y="3"/>
                          </a:lnTo>
                          <a:lnTo>
                            <a:pt x="432" y="7"/>
                          </a:lnTo>
                          <a:lnTo>
                            <a:pt x="407" y="13"/>
                          </a:lnTo>
                          <a:lnTo>
                            <a:pt x="382" y="19"/>
                          </a:lnTo>
                          <a:lnTo>
                            <a:pt x="358" y="25"/>
                          </a:lnTo>
                          <a:lnTo>
                            <a:pt x="333" y="35"/>
                          </a:lnTo>
                          <a:lnTo>
                            <a:pt x="310" y="44"/>
                          </a:lnTo>
                          <a:lnTo>
                            <a:pt x="287" y="55"/>
                          </a:lnTo>
                          <a:lnTo>
                            <a:pt x="264" y="67"/>
                          </a:lnTo>
                          <a:lnTo>
                            <a:pt x="243" y="79"/>
                          </a:lnTo>
                          <a:lnTo>
                            <a:pt x="222" y="94"/>
                          </a:lnTo>
                          <a:lnTo>
                            <a:pt x="202" y="109"/>
                          </a:lnTo>
                          <a:lnTo>
                            <a:pt x="183" y="125"/>
                          </a:lnTo>
                          <a:lnTo>
                            <a:pt x="165" y="141"/>
                          </a:lnTo>
                          <a:lnTo>
                            <a:pt x="146" y="159"/>
                          </a:lnTo>
                          <a:lnTo>
                            <a:pt x="129" y="177"/>
                          </a:lnTo>
                          <a:lnTo>
                            <a:pt x="114" y="196"/>
                          </a:lnTo>
                          <a:lnTo>
                            <a:pt x="99" y="216"/>
                          </a:lnTo>
                          <a:lnTo>
                            <a:pt x="85" y="236"/>
                          </a:lnTo>
                          <a:lnTo>
                            <a:pt x="71" y="258"/>
                          </a:lnTo>
                          <a:lnTo>
                            <a:pt x="58" y="280"/>
                          </a:lnTo>
                          <a:lnTo>
                            <a:pt x="48" y="302"/>
                          </a:lnTo>
                          <a:lnTo>
                            <a:pt x="38" y="326"/>
                          </a:lnTo>
                          <a:lnTo>
                            <a:pt x="29" y="350"/>
                          </a:lnTo>
                          <a:lnTo>
                            <a:pt x="21" y="374"/>
                          </a:lnTo>
                          <a:lnTo>
                            <a:pt x="15" y="399"/>
                          </a:lnTo>
                          <a:lnTo>
                            <a:pt x="9" y="424"/>
                          </a:lnTo>
                          <a:lnTo>
                            <a:pt x="5" y="450"/>
                          </a:lnTo>
                          <a:lnTo>
                            <a:pt x="2" y="476"/>
                          </a:lnTo>
                          <a:lnTo>
                            <a:pt x="0" y="503"/>
                          </a:lnTo>
                          <a:lnTo>
                            <a:pt x="1" y="528"/>
                          </a:lnTo>
                          <a:lnTo>
                            <a:pt x="188" y="525"/>
                          </a:lnTo>
                          <a:lnTo>
                            <a:pt x="188" y="508"/>
                          </a:lnTo>
                          <a:lnTo>
                            <a:pt x="189" y="491"/>
                          </a:lnTo>
                          <a:lnTo>
                            <a:pt x="190" y="475"/>
                          </a:lnTo>
                          <a:lnTo>
                            <a:pt x="193" y="458"/>
                          </a:lnTo>
                          <a:lnTo>
                            <a:pt x="196" y="442"/>
                          </a:lnTo>
                          <a:lnTo>
                            <a:pt x="201" y="426"/>
                          </a:lnTo>
                          <a:lnTo>
                            <a:pt x="206" y="410"/>
                          </a:lnTo>
                          <a:lnTo>
                            <a:pt x="211" y="396"/>
                          </a:lnTo>
                          <a:lnTo>
                            <a:pt x="218" y="381"/>
                          </a:lnTo>
                          <a:lnTo>
                            <a:pt x="225" y="367"/>
                          </a:lnTo>
                          <a:lnTo>
                            <a:pt x="233" y="352"/>
                          </a:lnTo>
                          <a:lnTo>
                            <a:pt x="241" y="338"/>
                          </a:lnTo>
                          <a:lnTo>
                            <a:pt x="251" y="326"/>
                          </a:lnTo>
                          <a:lnTo>
                            <a:pt x="260" y="313"/>
                          </a:lnTo>
                          <a:lnTo>
                            <a:pt x="270" y="300"/>
                          </a:lnTo>
                          <a:lnTo>
                            <a:pt x="281" y="288"/>
                          </a:lnTo>
                          <a:lnTo>
                            <a:pt x="292" y="277"/>
                          </a:lnTo>
                          <a:lnTo>
                            <a:pt x="305" y="266"/>
                          </a:lnTo>
                          <a:lnTo>
                            <a:pt x="316" y="257"/>
                          </a:lnTo>
                          <a:lnTo>
                            <a:pt x="330" y="247"/>
                          </a:lnTo>
                          <a:lnTo>
                            <a:pt x="343" y="238"/>
                          </a:lnTo>
                          <a:lnTo>
                            <a:pt x="357" y="229"/>
                          </a:lnTo>
                          <a:lnTo>
                            <a:pt x="371" y="222"/>
                          </a:lnTo>
                          <a:lnTo>
                            <a:pt x="385" y="215"/>
                          </a:lnTo>
                          <a:lnTo>
                            <a:pt x="400" y="209"/>
                          </a:lnTo>
                          <a:lnTo>
                            <a:pt x="416" y="204"/>
                          </a:lnTo>
                          <a:lnTo>
                            <a:pt x="431" y="198"/>
                          </a:lnTo>
                          <a:lnTo>
                            <a:pt x="448" y="194"/>
                          </a:lnTo>
                          <a:lnTo>
                            <a:pt x="464" y="191"/>
                          </a:lnTo>
                          <a:lnTo>
                            <a:pt x="480" y="189"/>
                          </a:lnTo>
                          <a:lnTo>
                            <a:pt x="497" y="188"/>
                          </a:lnTo>
                          <a:lnTo>
                            <a:pt x="514" y="187"/>
                          </a:lnTo>
                          <a:lnTo>
                            <a:pt x="512" y="0"/>
                          </a:lnTo>
                          <a:close/>
                        </a:path>
                      </a:pathLst>
                    </a:custGeom>
                    <a:solidFill>
                      <a:srgbClr val="EF2B2F"/>
                    </a:solidFill>
                    <a:ln>
                      <a:noFill/>
                    </a:ln>
                  </p:spPr>
                  <p:txBody>
                    <a:bodyPr/>
                    <a:lstStyle/>
                    <a:p>
                      <a:pPr>
                        <a:defRPr/>
                      </a:pPr>
                      <a:endParaRPr lang="en-US" sz="1050">
                        <a:latin typeface="+mj-lt"/>
                      </a:endParaRPr>
                    </a:p>
                  </p:txBody>
                </p:sp>
                <p:sp>
                  <p:nvSpPr>
                    <p:cNvPr id="41359" name="Freeform 825">
                      <a:extLst>
                        <a:ext uri="{FF2B5EF4-FFF2-40B4-BE49-F238E27FC236}">
                          <a16:creationId xmlns="" xmlns:a16="http://schemas.microsoft.com/office/drawing/2014/main" id="{448260E9-8128-90BE-7A3B-F0759D9A6300}"/>
                        </a:ext>
                      </a:extLst>
                    </p:cNvPr>
                    <p:cNvSpPr>
                      <a:spLocks/>
                    </p:cNvSpPr>
                    <p:nvPr/>
                  </p:nvSpPr>
                  <p:spPr bwMode="auto">
                    <a:xfrm>
                      <a:off x="2056" y="2924"/>
                      <a:ext cx="141" cy="140"/>
                    </a:xfrm>
                    <a:custGeom>
                      <a:avLst/>
                      <a:gdLst>
                        <a:gd name="T0" fmla="*/ 0 w 854"/>
                        <a:gd name="T1" fmla="*/ 0 h 852"/>
                        <a:gd name="T2" fmla="*/ 0 w 854"/>
                        <a:gd name="T3" fmla="*/ 0 h 852"/>
                        <a:gd name="T4" fmla="*/ 0 w 854"/>
                        <a:gd name="T5" fmla="*/ 0 h 852"/>
                        <a:gd name="T6" fmla="*/ 0 w 854"/>
                        <a:gd name="T7" fmla="*/ 0 h 852"/>
                        <a:gd name="T8" fmla="*/ 0 w 854"/>
                        <a:gd name="T9" fmla="*/ 0 h 852"/>
                        <a:gd name="T10" fmla="*/ 0 w 854"/>
                        <a:gd name="T11" fmla="*/ 0 h 852"/>
                        <a:gd name="T12" fmla="*/ 0 w 854"/>
                        <a:gd name="T13" fmla="*/ 0 h 852"/>
                        <a:gd name="T14" fmla="*/ 0 w 854"/>
                        <a:gd name="T15" fmla="*/ 0 h 852"/>
                        <a:gd name="T16" fmla="*/ 0 w 854"/>
                        <a:gd name="T17" fmla="*/ 0 h 852"/>
                        <a:gd name="T18" fmla="*/ 0 w 854"/>
                        <a:gd name="T19" fmla="*/ 0 h 852"/>
                        <a:gd name="T20" fmla="*/ 0 w 854"/>
                        <a:gd name="T21" fmla="*/ 0 h 852"/>
                        <a:gd name="T22" fmla="*/ 0 w 854"/>
                        <a:gd name="T23" fmla="*/ 0 h 852"/>
                        <a:gd name="T24" fmla="*/ 0 w 854"/>
                        <a:gd name="T25" fmla="*/ 0 h 852"/>
                        <a:gd name="T26" fmla="*/ 0 w 854"/>
                        <a:gd name="T27" fmla="*/ 0 h 852"/>
                        <a:gd name="T28" fmla="*/ 0 w 854"/>
                        <a:gd name="T29" fmla="*/ 0 h 852"/>
                        <a:gd name="T30" fmla="*/ 0 w 854"/>
                        <a:gd name="T31" fmla="*/ 0 h 852"/>
                        <a:gd name="T32" fmla="*/ 0 w 854"/>
                        <a:gd name="T33" fmla="*/ 0 h 852"/>
                        <a:gd name="T34" fmla="*/ 0 w 854"/>
                        <a:gd name="T35" fmla="*/ 0 h 852"/>
                        <a:gd name="T36" fmla="*/ 0 w 854"/>
                        <a:gd name="T37" fmla="*/ 0 h 852"/>
                        <a:gd name="T38" fmla="*/ 0 w 854"/>
                        <a:gd name="T39" fmla="*/ 0 h 852"/>
                        <a:gd name="T40" fmla="*/ 0 w 854"/>
                        <a:gd name="T41" fmla="*/ 0 h 852"/>
                        <a:gd name="T42" fmla="*/ 0 w 854"/>
                        <a:gd name="T43" fmla="*/ 0 h 852"/>
                        <a:gd name="T44" fmla="*/ 0 w 854"/>
                        <a:gd name="T45" fmla="*/ 0 h 852"/>
                        <a:gd name="T46" fmla="*/ 0 w 854"/>
                        <a:gd name="T47" fmla="*/ 0 h 852"/>
                        <a:gd name="T48" fmla="*/ 0 w 854"/>
                        <a:gd name="T49" fmla="*/ 0 h 852"/>
                        <a:gd name="T50" fmla="*/ 0 w 854"/>
                        <a:gd name="T51" fmla="*/ 0 h 852"/>
                        <a:gd name="T52" fmla="*/ 0 w 854"/>
                        <a:gd name="T53" fmla="*/ 0 h 852"/>
                        <a:gd name="T54" fmla="*/ 0 w 854"/>
                        <a:gd name="T55" fmla="*/ 0 h 852"/>
                        <a:gd name="T56" fmla="*/ 0 w 854"/>
                        <a:gd name="T57" fmla="*/ 0 h 852"/>
                        <a:gd name="T58" fmla="*/ 0 w 854"/>
                        <a:gd name="T59" fmla="*/ 0 h 852"/>
                        <a:gd name="T60" fmla="*/ 0 w 854"/>
                        <a:gd name="T61" fmla="*/ 0 h 852"/>
                        <a:gd name="T62" fmla="*/ 0 w 854"/>
                        <a:gd name="T63" fmla="*/ 0 h 852"/>
                        <a:gd name="T64" fmla="*/ 0 w 854"/>
                        <a:gd name="T65" fmla="*/ 0 h 852"/>
                        <a:gd name="T66" fmla="*/ 0 w 854"/>
                        <a:gd name="T67" fmla="*/ 0 h 852"/>
                        <a:gd name="T68" fmla="*/ 0 w 854"/>
                        <a:gd name="T69" fmla="*/ 0 h 852"/>
                        <a:gd name="T70" fmla="*/ 0 w 854"/>
                        <a:gd name="T71" fmla="*/ 0 h 852"/>
                        <a:gd name="T72" fmla="*/ 0 w 854"/>
                        <a:gd name="T73" fmla="*/ 0 h 852"/>
                        <a:gd name="T74" fmla="*/ 0 w 854"/>
                        <a:gd name="T75" fmla="*/ 0 h 852"/>
                        <a:gd name="T76" fmla="*/ 0 w 854"/>
                        <a:gd name="T77" fmla="*/ 0 h 852"/>
                        <a:gd name="T78" fmla="*/ 0 w 854"/>
                        <a:gd name="T79" fmla="*/ 0 h 852"/>
                        <a:gd name="T80" fmla="*/ 0 w 854"/>
                        <a:gd name="T81" fmla="*/ 0 h 852"/>
                        <a:gd name="T82" fmla="*/ 0 w 854"/>
                        <a:gd name="T83" fmla="*/ 0 h 852"/>
                        <a:gd name="T84" fmla="*/ 0 w 854"/>
                        <a:gd name="T85" fmla="*/ 0 h 8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4"/>
                        <a:gd name="T130" fmla="*/ 0 h 852"/>
                        <a:gd name="T131" fmla="*/ 854 w 854"/>
                        <a:gd name="T132" fmla="*/ 852 h 85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4" h="852">
                          <a:moveTo>
                            <a:pt x="419" y="0"/>
                          </a:moveTo>
                          <a:lnTo>
                            <a:pt x="441" y="0"/>
                          </a:lnTo>
                          <a:lnTo>
                            <a:pt x="462" y="1"/>
                          </a:lnTo>
                          <a:lnTo>
                            <a:pt x="484" y="3"/>
                          </a:lnTo>
                          <a:lnTo>
                            <a:pt x="505" y="6"/>
                          </a:lnTo>
                          <a:lnTo>
                            <a:pt x="526" y="12"/>
                          </a:lnTo>
                          <a:lnTo>
                            <a:pt x="546" y="17"/>
                          </a:lnTo>
                          <a:lnTo>
                            <a:pt x="566" y="23"/>
                          </a:lnTo>
                          <a:lnTo>
                            <a:pt x="586" y="30"/>
                          </a:lnTo>
                          <a:lnTo>
                            <a:pt x="605" y="38"/>
                          </a:lnTo>
                          <a:lnTo>
                            <a:pt x="623" y="48"/>
                          </a:lnTo>
                          <a:lnTo>
                            <a:pt x="641" y="57"/>
                          </a:lnTo>
                          <a:lnTo>
                            <a:pt x="659" y="68"/>
                          </a:lnTo>
                          <a:lnTo>
                            <a:pt x="676" y="80"/>
                          </a:lnTo>
                          <a:lnTo>
                            <a:pt x="692" y="92"/>
                          </a:lnTo>
                          <a:lnTo>
                            <a:pt x="708" y="105"/>
                          </a:lnTo>
                          <a:lnTo>
                            <a:pt x="723" y="119"/>
                          </a:lnTo>
                          <a:lnTo>
                            <a:pt x="737" y="134"/>
                          </a:lnTo>
                          <a:lnTo>
                            <a:pt x="751" y="149"/>
                          </a:lnTo>
                          <a:lnTo>
                            <a:pt x="764" y="164"/>
                          </a:lnTo>
                          <a:lnTo>
                            <a:pt x="777" y="181"/>
                          </a:lnTo>
                          <a:lnTo>
                            <a:pt x="787" y="198"/>
                          </a:lnTo>
                          <a:lnTo>
                            <a:pt x="798" y="216"/>
                          </a:lnTo>
                          <a:lnTo>
                            <a:pt x="809" y="234"/>
                          </a:lnTo>
                          <a:lnTo>
                            <a:pt x="817" y="252"/>
                          </a:lnTo>
                          <a:lnTo>
                            <a:pt x="825" y="273"/>
                          </a:lnTo>
                          <a:lnTo>
                            <a:pt x="832" y="292"/>
                          </a:lnTo>
                          <a:lnTo>
                            <a:pt x="838" y="312"/>
                          </a:lnTo>
                          <a:lnTo>
                            <a:pt x="844" y="332"/>
                          </a:lnTo>
                          <a:lnTo>
                            <a:pt x="848" y="353"/>
                          </a:lnTo>
                          <a:lnTo>
                            <a:pt x="851" y="374"/>
                          </a:lnTo>
                          <a:lnTo>
                            <a:pt x="853" y="396"/>
                          </a:lnTo>
                          <a:lnTo>
                            <a:pt x="854" y="418"/>
                          </a:lnTo>
                          <a:lnTo>
                            <a:pt x="853" y="440"/>
                          </a:lnTo>
                          <a:lnTo>
                            <a:pt x="852" y="461"/>
                          </a:lnTo>
                          <a:lnTo>
                            <a:pt x="850" y="483"/>
                          </a:lnTo>
                          <a:lnTo>
                            <a:pt x="847" y="504"/>
                          </a:lnTo>
                          <a:lnTo>
                            <a:pt x="843" y="525"/>
                          </a:lnTo>
                          <a:lnTo>
                            <a:pt x="837" y="545"/>
                          </a:lnTo>
                          <a:lnTo>
                            <a:pt x="831" y="564"/>
                          </a:lnTo>
                          <a:lnTo>
                            <a:pt x="823" y="585"/>
                          </a:lnTo>
                          <a:lnTo>
                            <a:pt x="815" y="604"/>
                          </a:lnTo>
                          <a:lnTo>
                            <a:pt x="805" y="622"/>
                          </a:lnTo>
                          <a:lnTo>
                            <a:pt x="796" y="640"/>
                          </a:lnTo>
                          <a:lnTo>
                            <a:pt x="785" y="658"/>
                          </a:lnTo>
                          <a:lnTo>
                            <a:pt x="774" y="675"/>
                          </a:lnTo>
                          <a:lnTo>
                            <a:pt x="761" y="691"/>
                          </a:lnTo>
                          <a:lnTo>
                            <a:pt x="748" y="707"/>
                          </a:lnTo>
                          <a:lnTo>
                            <a:pt x="734" y="721"/>
                          </a:lnTo>
                          <a:lnTo>
                            <a:pt x="719" y="736"/>
                          </a:lnTo>
                          <a:lnTo>
                            <a:pt x="705" y="750"/>
                          </a:lnTo>
                          <a:lnTo>
                            <a:pt x="689" y="763"/>
                          </a:lnTo>
                          <a:lnTo>
                            <a:pt x="672" y="774"/>
                          </a:lnTo>
                          <a:lnTo>
                            <a:pt x="655" y="786"/>
                          </a:lnTo>
                          <a:lnTo>
                            <a:pt x="637" y="797"/>
                          </a:lnTo>
                          <a:lnTo>
                            <a:pt x="619" y="806"/>
                          </a:lnTo>
                          <a:lnTo>
                            <a:pt x="600" y="816"/>
                          </a:lnTo>
                          <a:lnTo>
                            <a:pt x="580" y="823"/>
                          </a:lnTo>
                          <a:lnTo>
                            <a:pt x="561" y="831"/>
                          </a:lnTo>
                          <a:lnTo>
                            <a:pt x="541" y="837"/>
                          </a:lnTo>
                          <a:lnTo>
                            <a:pt x="521" y="841"/>
                          </a:lnTo>
                          <a:lnTo>
                            <a:pt x="500" y="846"/>
                          </a:lnTo>
                          <a:lnTo>
                            <a:pt x="478" y="849"/>
                          </a:lnTo>
                          <a:lnTo>
                            <a:pt x="457" y="851"/>
                          </a:lnTo>
                          <a:lnTo>
                            <a:pt x="435" y="852"/>
                          </a:lnTo>
                          <a:lnTo>
                            <a:pt x="412" y="852"/>
                          </a:lnTo>
                          <a:lnTo>
                            <a:pt x="391" y="851"/>
                          </a:lnTo>
                          <a:lnTo>
                            <a:pt x="370" y="849"/>
                          </a:lnTo>
                          <a:lnTo>
                            <a:pt x="349" y="844"/>
                          </a:lnTo>
                          <a:lnTo>
                            <a:pt x="329" y="840"/>
                          </a:lnTo>
                          <a:lnTo>
                            <a:pt x="307" y="835"/>
                          </a:lnTo>
                          <a:lnTo>
                            <a:pt x="288" y="829"/>
                          </a:lnTo>
                          <a:lnTo>
                            <a:pt x="268" y="821"/>
                          </a:lnTo>
                          <a:lnTo>
                            <a:pt x="249" y="814"/>
                          </a:lnTo>
                          <a:lnTo>
                            <a:pt x="231" y="804"/>
                          </a:lnTo>
                          <a:lnTo>
                            <a:pt x="213" y="795"/>
                          </a:lnTo>
                          <a:lnTo>
                            <a:pt x="195" y="784"/>
                          </a:lnTo>
                          <a:lnTo>
                            <a:pt x="178" y="772"/>
                          </a:lnTo>
                          <a:lnTo>
                            <a:pt x="162" y="760"/>
                          </a:lnTo>
                          <a:lnTo>
                            <a:pt x="146" y="747"/>
                          </a:lnTo>
                          <a:lnTo>
                            <a:pt x="131" y="732"/>
                          </a:lnTo>
                          <a:lnTo>
                            <a:pt x="116" y="718"/>
                          </a:lnTo>
                          <a:lnTo>
                            <a:pt x="103" y="702"/>
                          </a:lnTo>
                          <a:lnTo>
                            <a:pt x="90" y="686"/>
                          </a:lnTo>
                          <a:lnTo>
                            <a:pt x="78" y="670"/>
                          </a:lnTo>
                          <a:lnTo>
                            <a:pt x="66" y="654"/>
                          </a:lnTo>
                          <a:lnTo>
                            <a:pt x="56" y="635"/>
                          </a:lnTo>
                          <a:lnTo>
                            <a:pt x="46" y="617"/>
                          </a:lnTo>
                          <a:lnTo>
                            <a:pt x="37" y="598"/>
                          </a:lnTo>
                          <a:lnTo>
                            <a:pt x="29" y="579"/>
                          </a:lnTo>
                          <a:lnTo>
                            <a:pt x="22" y="560"/>
                          </a:lnTo>
                          <a:lnTo>
                            <a:pt x="15" y="540"/>
                          </a:lnTo>
                          <a:lnTo>
                            <a:pt x="11" y="519"/>
                          </a:lnTo>
                          <a:lnTo>
                            <a:pt x="7" y="499"/>
                          </a:lnTo>
                          <a:lnTo>
                            <a:pt x="4" y="477"/>
                          </a:lnTo>
                          <a:lnTo>
                            <a:pt x="1" y="455"/>
                          </a:lnTo>
                          <a:lnTo>
                            <a:pt x="0" y="434"/>
                          </a:lnTo>
                          <a:lnTo>
                            <a:pt x="0" y="412"/>
                          </a:lnTo>
                          <a:lnTo>
                            <a:pt x="1" y="390"/>
                          </a:lnTo>
                          <a:lnTo>
                            <a:pt x="4" y="369"/>
                          </a:lnTo>
                          <a:lnTo>
                            <a:pt x="8" y="348"/>
                          </a:lnTo>
                          <a:lnTo>
                            <a:pt x="12" y="327"/>
                          </a:lnTo>
                          <a:lnTo>
                            <a:pt x="17" y="307"/>
                          </a:lnTo>
                          <a:lnTo>
                            <a:pt x="24" y="286"/>
                          </a:lnTo>
                          <a:lnTo>
                            <a:pt x="31" y="267"/>
                          </a:lnTo>
                          <a:lnTo>
                            <a:pt x="39" y="248"/>
                          </a:lnTo>
                          <a:lnTo>
                            <a:pt x="48" y="230"/>
                          </a:lnTo>
                          <a:lnTo>
                            <a:pt x="58" y="212"/>
                          </a:lnTo>
                          <a:lnTo>
                            <a:pt x="69" y="194"/>
                          </a:lnTo>
                          <a:lnTo>
                            <a:pt x="80" y="177"/>
                          </a:lnTo>
                          <a:lnTo>
                            <a:pt x="93" y="161"/>
                          </a:lnTo>
                          <a:lnTo>
                            <a:pt x="107" y="145"/>
                          </a:lnTo>
                          <a:lnTo>
                            <a:pt x="120" y="130"/>
                          </a:lnTo>
                          <a:lnTo>
                            <a:pt x="134" y="116"/>
                          </a:lnTo>
                          <a:lnTo>
                            <a:pt x="150" y="102"/>
                          </a:lnTo>
                          <a:lnTo>
                            <a:pt x="166" y="89"/>
                          </a:lnTo>
                          <a:lnTo>
                            <a:pt x="182" y="77"/>
                          </a:lnTo>
                          <a:lnTo>
                            <a:pt x="199" y="66"/>
                          </a:lnTo>
                          <a:lnTo>
                            <a:pt x="217" y="55"/>
                          </a:lnTo>
                          <a:lnTo>
                            <a:pt x="235" y="46"/>
                          </a:lnTo>
                          <a:lnTo>
                            <a:pt x="254" y="36"/>
                          </a:lnTo>
                          <a:lnTo>
                            <a:pt x="273" y="29"/>
                          </a:lnTo>
                          <a:lnTo>
                            <a:pt x="292" y="21"/>
                          </a:lnTo>
                          <a:lnTo>
                            <a:pt x="313" y="15"/>
                          </a:lnTo>
                          <a:lnTo>
                            <a:pt x="334" y="10"/>
                          </a:lnTo>
                          <a:lnTo>
                            <a:pt x="354" y="5"/>
                          </a:lnTo>
                          <a:lnTo>
                            <a:pt x="375" y="2"/>
                          </a:lnTo>
                          <a:lnTo>
                            <a:pt x="398" y="1"/>
                          </a:lnTo>
                          <a:lnTo>
                            <a:pt x="419" y="0"/>
                          </a:lnTo>
                          <a:close/>
                        </a:path>
                      </a:pathLst>
                    </a:custGeom>
                    <a:solidFill>
                      <a:srgbClr val="DC2B19"/>
                    </a:solidFill>
                    <a:ln>
                      <a:noFill/>
                    </a:ln>
                  </p:spPr>
                  <p:txBody>
                    <a:bodyPr/>
                    <a:lstStyle/>
                    <a:p>
                      <a:pPr>
                        <a:defRPr/>
                      </a:pPr>
                      <a:endParaRPr lang="en-US" sz="1050">
                        <a:latin typeface="+mj-lt"/>
                      </a:endParaRPr>
                    </a:p>
                  </p:txBody>
                </p:sp>
                <p:sp>
                  <p:nvSpPr>
                    <p:cNvPr id="41360" name="Freeform 826">
                      <a:extLst>
                        <a:ext uri="{FF2B5EF4-FFF2-40B4-BE49-F238E27FC236}">
                          <a16:creationId xmlns="" xmlns:a16="http://schemas.microsoft.com/office/drawing/2014/main" id="{C00E8EF8-BF43-DBC6-9ACE-732D3B320E44}"/>
                        </a:ext>
                      </a:extLst>
                    </p:cNvPr>
                    <p:cNvSpPr>
                      <a:spLocks/>
                    </p:cNvSpPr>
                    <p:nvPr/>
                  </p:nvSpPr>
                  <p:spPr bwMode="auto">
                    <a:xfrm>
                      <a:off x="2126" y="2908"/>
                      <a:ext cx="88" cy="84"/>
                    </a:xfrm>
                    <a:custGeom>
                      <a:avLst/>
                      <a:gdLst>
                        <a:gd name="T0" fmla="*/ 0 w 529"/>
                        <a:gd name="T1" fmla="*/ 0 h 512"/>
                        <a:gd name="T2" fmla="*/ 0 w 529"/>
                        <a:gd name="T3" fmla="*/ 0 h 512"/>
                        <a:gd name="T4" fmla="*/ 0 w 529"/>
                        <a:gd name="T5" fmla="*/ 0 h 512"/>
                        <a:gd name="T6" fmla="*/ 0 w 529"/>
                        <a:gd name="T7" fmla="*/ 0 h 512"/>
                        <a:gd name="T8" fmla="*/ 0 w 529"/>
                        <a:gd name="T9" fmla="*/ 0 h 512"/>
                        <a:gd name="T10" fmla="*/ 0 w 529"/>
                        <a:gd name="T11" fmla="*/ 0 h 512"/>
                        <a:gd name="T12" fmla="*/ 0 w 529"/>
                        <a:gd name="T13" fmla="*/ 0 h 512"/>
                        <a:gd name="T14" fmla="*/ 0 w 529"/>
                        <a:gd name="T15" fmla="*/ 0 h 512"/>
                        <a:gd name="T16" fmla="*/ 0 w 529"/>
                        <a:gd name="T17" fmla="*/ 0 h 512"/>
                        <a:gd name="T18" fmla="*/ 0 w 529"/>
                        <a:gd name="T19" fmla="*/ 0 h 512"/>
                        <a:gd name="T20" fmla="*/ 0 w 529"/>
                        <a:gd name="T21" fmla="*/ 0 h 512"/>
                        <a:gd name="T22" fmla="*/ 0 w 529"/>
                        <a:gd name="T23" fmla="*/ 0 h 512"/>
                        <a:gd name="T24" fmla="*/ 0 w 529"/>
                        <a:gd name="T25" fmla="*/ 0 h 512"/>
                        <a:gd name="T26" fmla="*/ 0 w 529"/>
                        <a:gd name="T27" fmla="*/ 0 h 512"/>
                        <a:gd name="T28" fmla="*/ 0 w 529"/>
                        <a:gd name="T29" fmla="*/ 0 h 512"/>
                        <a:gd name="T30" fmla="*/ 0 w 529"/>
                        <a:gd name="T31" fmla="*/ 0 h 512"/>
                        <a:gd name="T32" fmla="*/ 0 w 529"/>
                        <a:gd name="T33" fmla="*/ 0 h 512"/>
                        <a:gd name="T34" fmla="*/ 0 w 529"/>
                        <a:gd name="T35" fmla="*/ 0 h 512"/>
                        <a:gd name="T36" fmla="*/ 0 w 529"/>
                        <a:gd name="T37" fmla="*/ 0 h 512"/>
                        <a:gd name="T38" fmla="*/ 0 w 529"/>
                        <a:gd name="T39" fmla="*/ 0 h 512"/>
                        <a:gd name="T40" fmla="*/ 0 w 529"/>
                        <a:gd name="T41" fmla="*/ 0 h 512"/>
                        <a:gd name="T42" fmla="*/ 0 w 529"/>
                        <a:gd name="T43" fmla="*/ 0 h 512"/>
                        <a:gd name="T44" fmla="*/ 0 w 529"/>
                        <a:gd name="T45" fmla="*/ 0 h 512"/>
                        <a:gd name="T46" fmla="*/ 0 w 529"/>
                        <a:gd name="T47" fmla="*/ 0 h 512"/>
                        <a:gd name="T48" fmla="*/ 0 w 529"/>
                        <a:gd name="T49" fmla="*/ 0 h 512"/>
                        <a:gd name="T50" fmla="*/ 0 w 529"/>
                        <a:gd name="T51" fmla="*/ 0 h 512"/>
                        <a:gd name="T52" fmla="*/ 0 w 529"/>
                        <a:gd name="T53" fmla="*/ 0 h 512"/>
                        <a:gd name="T54" fmla="*/ 0 w 529"/>
                        <a:gd name="T55" fmla="*/ 0 h 512"/>
                        <a:gd name="T56" fmla="*/ 0 w 529"/>
                        <a:gd name="T57" fmla="*/ 0 h 512"/>
                        <a:gd name="T58" fmla="*/ 0 w 529"/>
                        <a:gd name="T59" fmla="*/ 0 h 512"/>
                        <a:gd name="T60" fmla="*/ 0 w 529"/>
                        <a:gd name="T61" fmla="*/ 0 h 512"/>
                        <a:gd name="T62" fmla="*/ 0 w 529"/>
                        <a:gd name="T63" fmla="*/ 0 h 512"/>
                        <a:gd name="T64" fmla="*/ 0 w 529"/>
                        <a:gd name="T65" fmla="*/ 0 h 512"/>
                        <a:gd name="T66" fmla="*/ 0 w 529"/>
                        <a:gd name="T67" fmla="*/ 0 h 51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2"/>
                        <a:gd name="T104" fmla="*/ 529 w 529"/>
                        <a:gd name="T105" fmla="*/ 512 h 51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2">
                          <a:moveTo>
                            <a:pt x="529" y="510"/>
                          </a:moveTo>
                          <a:lnTo>
                            <a:pt x="529" y="510"/>
                          </a:lnTo>
                          <a:lnTo>
                            <a:pt x="528" y="483"/>
                          </a:lnTo>
                          <a:lnTo>
                            <a:pt x="525" y="457"/>
                          </a:lnTo>
                          <a:lnTo>
                            <a:pt x="522" y="430"/>
                          </a:lnTo>
                          <a:lnTo>
                            <a:pt x="517" y="405"/>
                          </a:lnTo>
                          <a:lnTo>
                            <a:pt x="511" y="380"/>
                          </a:lnTo>
                          <a:lnTo>
                            <a:pt x="503" y="356"/>
                          </a:lnTo>
                          <a:lnTo>
                            <a:pt x="495" y="332"/>
                          </a:lnTo>
                          <a:lnTo>
                            <a:pt x="484" y="308"/>
                          </a:lnTo>
                          <a:lnTo>
                            <a:pt x="473" y="285"/>
                          </a:lnTo>
                          <a:lnTo>
                            <a:pt x="462" y="263"/>
                          </a:lnTo>
                          <a:lnTo>
                            <a:pt x="449" y="242"/>
                          </a:lnTo>
                          <a:lnTo>
                            <a:pt x="435" y="220"/>
                          </a:lnTo>
                          <a:lnTo>
                            <a:pt x="420" y="200"/>
                          </a:lnTo>
                          <a:lnTo>
                            <a:pt x="404" y="181"/>
                          </a:lnTo>
                          <a:lnTo>
                            <a:pt x="387" y="163"/>
                          </a:lnTo>
                          <a:lnTo>
                            <a:pt x="369" y="145"/>
                          </a:lnTo>
                          <a:lnTo>
                            <a:pt x="351" y="128"/>
                          </a:lnTo>
                          <a:lnTo>
                            <a:pt x="332" y="112"/>
                          </a:lnTo>
                          <a:lnTo>
                            <a:pt x="312" y="97"/>
                          </a:lnTo>
                          <a:lnTo>
                            <a:pt x="292" y="83"/>
                          </a:lnTo>
                          <a:lnTo>
                            <a:pt x="271" y="70"/>
                          </a:lnTo>
                          <a:lnTo>
                            <a:pt x="248" y="58"/>
                          </a:lnTo>
                          <a:lnTo>
                            <a:pt x="226" y="46"/>
                          </a:lnTo>
                          <a:lnTo>
                            <a:pt x="203" y="37"/>
                          </a:lnTo>
                          <a:lnTo>
                            <a:pt x="178" y="27"/>
                          </a:lnTo>
                          <a:lnTo>
                            <a:pt x="154" y="20"/>
                          </a:lnTo>
                          <a:lnTo>
                            <a:pt x="129" y="13"/>
                          </a:lnTo>
                          <a:lnTo>
                            <a:pt x="104" y="8"/>
                          </a:lnTo>
                          <a:lnTo>
                            <a:pt x="78" y="4"/>
                          </a:lnTo>
                          <a:lnTo>
                            <a:pt x="53" y="1"/>
                          </a:lnTo>
                          <a:lnTo>
                            <a:pt x="26" y="0"/>
                          </a:lnTo>
                          <a:lnTo>
                            <a:pt x="0" y="0"/>
                          </a:lnTo>
                          <a:lnTo>
                            <a:pt x="3" y="186"/>
                          </a:lnTo>
                          <a:lnTo>
                            <a:pt x="20" y="186"/>
                          </a:lnTo>
                          <a:lnTo>
                            <a:pt x="37" y="187"/>
                          </a:lnTo>
                          <a:lnTo>
                            <a:pt x="54" y="188"/>
                          </a:lnTo>
                          <a:lnTo>
                            <a:pt x="70" y="192"/>
                          </a:lnTo>
                          <a:lnTo>
                            <a:pt x="86" y="195"/>
                          </a:lnTo>
                          <a:lnTo>
                            <a:pt x="102" y="199"/>
                          </a:lnTo>
                          <a:lnTo>
                            <a:pt x="118" y="204"/>
                          </a:lnTo>
                          <a:lnTo>
                            <a:pt x="133" y="210"/>
                          </a:lnTo>
                          <a:lnTo>
                            <a:pt x="147" y="216"/>
                          </a:lnTo>
                          <a:lnTo>
                            <a:pt x="162" y="223"/>
                          </a:lnTo>
                          <a:lnTo>
                            <a:pt x="176" y="231"/>
                          </a:lnTo>
                          <a:lnTo>
                            <a:pt x="190" y="239"/>
                          </a:lnTo>
                          <a:lnTo>
                            <a:pt x="204" y="249"/>
                          </a:lnTo>
                          <a:lnTo>
                            <a:pt x="215" y="258"/>
                          </a:lnTo>
                          <a:lnTo>
                            <a:pt x="228" y="268"/>
                          </a:lnTo>
                          <a:lnTo>
                            <a:pt x="240" y="280"/>
                          </a:lnTo>
                          <a:lnTo>
                            <a:pt x="251" y="290"/>
                          </a:lnTo>
                          <a:lnTo>
                            <a:pt x="262" y="303"/>
                          </a:lnTo>
                          <a:lnTo>
                            <a:pt x="272" y="316"/>
                          </a:lnTo>
                          <a:lnTo>
                            <a:pt x="282" y="329"/>
                          </a:lnTo>
                          <a:lnTo>
                            <a:pt x="291" y="341"/>
                          </a:lnTo>
                          <a:lnTo>
                            <a:pt x="299" y="355"/>
                          </a:lnTo>
                          <a:lnTo>
                            <a:pt x="307" y="370"/>
                          </a:lnTo>
                          <a:lnTo>
                            <a:pt x="314" y="384"/>
                          </a:lnTo>
                          <a:lnTo>
                            <a:pt x="319" y="399"/>
                          </a:lnTo>
                          <a:lnTo>
                            <a:pt x="325" y="414"/>
                          </a:lnTo>
                          <a:lnTo>
                            <a:pt x="330" y="430"/>
                          </a:lnTo>
                          <a:lnTo>
                            <a:pt x="334" y="446"/>
                          </a:lnTo>
                          <a:lnTo>
                            <a:pt x="338" y="462"/>
                          </a:lnTo>
                          <a:lnTo>
                            <a:pt x="340" y="478"/>
                          </a:lnTo>
                          <a:lnTo>
                            <a:pt x="342" y="495"/>
                          </a:lnTo>
                          <a:lnTo>
                            <a:pt x="343" y="512"/>
                          </a:lnTo>
                          <a:lnTo>
                            <a:pt x="529" y="510"/>
                          </a:lnTo>
                          <a:close/>
                        </a:path>
                      </a:pathLst>
                    </a:custGeom>
                    <a:solidFill>
                      <a:srgbClr val="EF2B2F"/>
                    </a:solidFill>
                    <a:ln>
                      <a:noFill/>
                    </a:ln>
                  </p:spPr>
                  <p:txBody>
                    <a:bodyPr/>
                    <a:lstStyle/>
                    <a:p>
                      <a:pPr>
                        <a:defRPr/>
                      </a:pPr>
                      <a:endParaRPr lang="en-US" sz="1050">
                        <a:latin typeface="+mj-lt"/>
                      </a:endParaRPr>
                    </a:p>
                  </p:txBody>
                </p:sp>
                <p:sp>
                  <p:nvSpPr>
                    <p:cNvPr id="41361" name="Freeform 827">
                      <a:extLst>
                        <a:ext uri="{FF2B5EF4-FFF2-40B4-BE49-F238E27FC236}">
                          <a16:creationId xmlns="" xmlns:a16="http://schemas.microsoft.com/office/drawing/2014/main" id="{C75071AB-5CC5-7A33-9BC6-5424F1F6D732}"/>
                        </a:ext>
                      </a:extLst>
                    </p:cNvPr>
                    <p:cNvSpPr>
                      <a:spLocks/>
                    </p:cNvSpPr>
                    <p:nvPr/>
                  </p:nvSpPr>
                  <p:spPr bwMode="auto">
                    <a:xfrm>
                      <a:off x="2130" y="2992"/>
                      <a:ext cx="84"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2" y="528"/>
                          </a:moveTo>
                          <a:lnTo>
                            <a:pt x="2" y="528"/>
                          </a:lnTo>
                          <a:lnTo>
                            <a:pt x="28" y="527"/>
                          </a:lnTo>
                          <a:lnTo>
                            <a:pt x="55" y="525"/>
                          </a:lnTo>
                          <a:lnTo>
                            <a:pt x="82" y="521"/>
                          </a:lnTo>
                          <a:lnTo>
                            <a:pt x="107" y="516"/>
                          </a:lnTo>
                          <a:lnTo>
                            <a:pt x="131" y="509"/>
                          </a:lnTo>
                          <a:lnTo>
                            <a:pt x="157" y="503"/>
                          </a:lnTo>
                          <a:lnTo>
                            <a:pt x="180" y="493"/>
                          </a:lnTo>
                          <a:lnTo>
                            <a:pt x="204" y="484"/>
                          </a:lnTo>
                          <a:lnTo>
                            <a:pt x="227" y="473"/>
                          </a:lnTo>
                          <a:lnTo>
                            <a:pt x="249" y="461"/>
                          </a:lnTo>
                          <a:lnTo>
                            <a:pt x="271" y="449"/>
                          </a:lnTo>
                          <a:lnTo>
                            <a:pt x="292" y="434"/>
                          </a:lnTo>
                          <a:lnTo>
                            <a:pt x="312" y="419"/>
                          </a:lnTo>
                          <a:lnTo>
                            <a:pt x="331" y="403"/>
                          </a:lnTo>
                          <a:lnTo>
                            <a:pt x="349" y="387"/>
                          </a:lnTo>
                          <a:lnTo>
                            <a:pt x="367" y="369"/>
                          </a:lnTo>
                          <a:lnTo>
                            <a:pt x="384" y="351"/>
                          </a:lnTo>
                          <a:lnTo>
                            <a:pt x="400" y="332"/>
                          </a:lnTo>
                          <a:lnTo>
                            <a:pt x="415" y="312"/>
                          </a:lnTo>
                          <a:lnTo>
                            <a:pt x="430" y="292"/>
                          </a:lnTo>
                          <a:lnTo>
                            <a:pt x="443" y="270"/>
                          </a:lnTo>
                          <a:lnTo>
                            <a:pt x="455" y="248"/>
                          </a:lnTo>
                          <a:lnTo>
                            <a:pt x="466" y="226"/>
                          </a:lnTo>
                          <a:lnTo>
                            <a:pt x="476" y="201"/>
                          </a:lnTo>
                          <a:lnTo>
                            <a:pt x="485" y="178"/>
                          </a:lnTo>
                          <a:lnTo>
                            <a:pt x="492" y="154"/>
                          </a:lnTo>
                          <a:lnTo>
                            <a:pt x="499" y="129"/>
                          </a:lnTo>
                          <a:lnTo>
                            <a:pt x="504" y="104"/>
                          </a:lnTo>
                          <a:lnTo>
                            <a:pt x="508" y="78"/>
                          </a:lnTo>
                          <a:lnTo>
                            <a:pt x="512" y="52"/>
                          </a:lnTo>
                          <a:lnTo>
                            <a:pt x="514" y="25"/>
                          </a:lnTo>
                          <a:lnTo>
                            <a:pt x="513" y="0"/>
                          </a:lnTo>
                          <a:lnTo>
                            <a:pt x="327" y="2"/>
                          </a:lnTo>
                          <a:lnTo>
                            <a:pt x="326" y="20"/>
                          </a:lnTo>
                          <a:lnTo>
                            <a:pt x="325" y="37"/>
                          </a:lnTo>
                          <a:lnTo>
                            <a:pt x="324" y="53"/>
                          </a:lnTo>
                          <a:lnTo>
                            <a:pt x="320" y="70"/>
                          </a:lnTo>
                          <a:lnTo>
                            <a:pt x="317" y="86"/>
                          </a:lnTo>
                          <a:lnTo>
                            <a:pt x="313" y="102"/>
                          </a:lnTo>
                          <a:lnTo>
                            <a:pt x="308" y="118"/>
                          </a:lnTo>
                          <a:lnTo>
                            <a:pt x="302" y="133"/>
                          </a:lnTo>
                          <a:lnTo>
                            <a:pt x="296" y="147"/>
                          </a:lnTo>
                          <a:lnTo>
                            <a:pt x="289" y="162"/>
                          </a:lnTo>
                          <a:lnTo>
                            <a:pt x="281" y="176"/>
                          </a:lnTo>
                          <a:lnTo>
                            <a:pt x="273" y="190"/>
                          </a:lnTo>
                          <a:lnTo>
                            <a:pt x="263" y="203"/>
                          </a:lnTo>
                          <a:lnTo>
                            <a:pt x="254" y="215"/>
                          </a:lnTo>
                          <a:lnTo>
                            <a:pt x="244" y="228"/>
                          </a:lnTo>
                          <a:lnTo>
                            <a:pt x="232" y="240"/>
                          </a:lnTo>
                          <a:lnTo>
                            <a:pt x="222" y="251"/>
                          </a:lnTo>
                          <a:lnTo>
                            <a:pt x="209" y="262"/>
                          </a:lnTo>
                          <a:lnTo>
                            <a:pt x="197" y="272"/>
                          </a:lnTo>
                          <a:lnTo>
                            <a:pt x="183" y="281"/>
                          </a:lnTo>
                          <a:lnTo>
                            <a:pt x="171" y="291"/>
                          </a:lnTo>
                          <a:lnTo>
                            <a:pt x="157" y="299"/>
                          </a:lnTo>
                          <a:lnTo>
                            <a:pt x="143" y="307"/>
                          </a:lnTo>
                          <a:lnTo>
                            <a:pt x="128" y="313"/>
                          </a:lnTo>
                          <a:lnTo>
                            <a:pt x="113" y="319"/>
                          </a:lnTo>
                          <a:lnTo>
                            <a:pt x="97" y="325"/>
                          </a:lnTo>
                          <a:lnTo>
                            <a:pt x="83" y="330"/>
                          </a:lnTo>
                          <a:lnTo>
                            <a:pt x="66" y="334"/>
                          </a:lnTo>
                          <a:lnTo>
                            <a:pt x="50" y="337"/>
                          </a:lnTo>
                          <a:lnTo>
                            <a:pt x="34" y="339"/>
                          </a:lnTo>
                          <a:lnTo>
                            <a:pt x="17" y="340"/>
                          </a:lnTo>
                          <a:lnTo>
                            <a:pt x="0" y="342"/>
                          </a:lnTo>
                          <a:lnTo>
                            <a:pt x="2" y="528"/>
                          </a:lnTo>
                          <a:close/>
                        </a:path>
                      </a:pathLst>
                    </a:custGeom>
                    <a:solidFill>
                      <a:srgbClr val="EF2B2F"/>
                    </a:solidFill>
                    <a:ln>
                      <a:noFill/>
                    </a:ln>
                  </p:spPr>
                  <p:txBody>
                    <a:bodyPr/>
                    <a:lstStyle/>
                    <a:p>
                      <a:pPr>
                        <a:defRPr/>
                      </a:pPr>
                      <a:endParaRPr lang="en-US" sz="1050">
                        <a:latin typeface="+mj-lt"/>
                      </a:endParaRPr>
                    </a:p>
                  </p:txBody>
                </p:sp>
                <p:sp>
                  <p:nvSpPr>
                    <p:cNvPr id="41362" name="Freeform 828">
                      <a:extLst>
                        <a:ext uri="{FF2B5EF4-FFF2-40B4-BE49-F238E27FC236}">
                          <a16:creationId xmlns="" xmlns:a16="http://schemas.microsoft.com/office/drawing/2014/main" id="{B34C8AC9-1B3F-FBA9-E1CB-108098741D91}"/>
                        </a:ext>
                      </a:extLst>
                    </p:cNvPr>
                    <p:cNvSpPr>
                      <a:spLocks/>
                    </p:cNvSpPr>
                    <p:nvPr/>
                  </p:nvSpPr>
                  <p:spPr bwMode="auto">
                    <a:xfrm>
                      <a:off x="2043" y="2996"/>
                      <a:ext cx="88" cy="84"/>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0" y="3"/>
                          </a:moveTo>
                          <a:lnTo>
                            <a:pt x="0" y="3"/>
                          </a:lnTo>
                          <a:lnTo>
                            <a:pt x="1" y="29"/>
                          </a:lnTo>
                          <a:lnTo>
                            <a:pt x="3" y="56"/>
                          </a:lnTo>
                          <a:lnTo>
                            <a:pt x="7" y="83"/>
                          </a:lnTo>
                          <a:lnTo>
                            <a:pt x="13" y="108"/>
                          </a:lnTo>
                          <a:lnTo>
                            <a:pt x="19" y="132"/>
                          </a:lnTo>
                          <a:lnTo>
                            <a:pt x="25" y="157"/>
                          </a:lnTo>
                          <a:lnTo>
                            <a:pt x="35" y="181"/>
                          </a:lnTo>
                          <a:lnTo>
                            <a:pt x="45" y="205"/>
                          </a:lnTo>
                          <a:lnTo>
                            <a:pt x="55" y="228"/>
                          </a:lnTo>
                          <a:lnTo>
                            <a:pt x="67" y="250"/>
                          </a:lnTo>
                          <a:lnTo>
                            <a:pt x="81" y="271"/>
                          </a:lnTo>
                          <a:lnTo>
                            <a:pt x="94" y="293"/>
                          </a:lnTo>
                          <a:lnTo>
                            <a:pt x="109" y="313"/>
                          </a:lnTo>
                          <a:lnTo>
                            <a:pt x="125" y="332"/>
                          </a:lnTo>
                          <a:lnTo>
                            <a:pt x="141" y="350"/>
                          </a:lnTo>
                          <a:lnTo>
                            <a:pt x="159" y="368"/>
                          </a:lnTo>
                          <a:lnTo>
                            <a:pt x="177" y="385"/>
                          </a:lnTo>
                          <a:lnTo>
                            <a:pt x="196" y="401"/>
                          </a:lnTo>
                          <a:lnTo>
                            <a:pt x="217" y="416"/>
                          </a:lnTo>
                          <a:lnTo>
                            <a:pt x="237" y="429"/>
                          </a:lnTo>
                          <a:lnTo>
                            <a:pt x="258" y="443"/>
                          </a:lnTo>
                          <a:lnTo>
                            <a:pt x="280" y="455"/>
                          </a:lnTo>
                          <a:lnTo>
                            <a:pt x="304" y="467"/>
                          </a:lnTo>
                          <a:lnTo>
                            <a:pt x="327" y="476"/>
                          </a:lnTo>
                          <a:lnTo>
                            <a:pt x="350" y="485"/>
                          </a:lnTo>
                          <a:lnTo>
                            <a:pt x="375" y="493"/>
                          </a:lnTo>
                          <a:lnTo>
                            <a:pt x="399" y="499"/>
                          </a:lnTo>
                          <a:lnTo>
                            <a:pt x="425" y="505"/>
                          </a:lnTo>
                          <a:lnTo>
                            <a:pt x="450" y="509"/>
                          </a:lnTo>
                          <a:lnTo>
                            <a:pt x="477" y="512"/>
                          </a:lnTo>
                          <a:lnTo>
                            <a:pt x="503" y="513"/>
                          </a:lnTo>
                          <a:lnTo>
                            <a:pt x="529" y="513"/>
                          </a:lnTo>
                          <a:lnTo>
                            <a:pt x="527" y="327"/>
                          </a:lnTo>
                          <a:lnTo>
                            <a:pt x="509" y="327"/>
                          </a:lnTo>
                          <a:lnTo>
                            <a:pt x="492" y="325"/>
                          </a:lnTo>
                          <a:lnTo>
                            <a:pt x="476" y="323"/>
                          </a:lnTo>
                          <a:lnTo>
                            <a:pt x="459" y="321"/>
                          </a:lnTo>
                          <a:lnTo>
                            <a:pt x="443" y="318"/>
                          </a:lnTo>
                          <a:lnTo>
                            <a:pt x="427" y="314"/>
                          </a:lnTo>
                          <a:lnTo>
                            <a:pt x="412" y="308"/>
                          </a:lnTo>
                          <a:lnTo>
                            <a:pt x="396" y="303"/>
                          </a:lnTo>
                          <a:lnTo>
                            <a:pt x="381" y="297"/>
                          </a:lnTo>
                          <a:lnTo>
                            <a:pt x="367" y="289"/>
                          </a:lnTo>
                          <a:lnTo>
                            <a:pt x="353" y="282"/>
                          </a:lnTo>
                          <a:lnTo>
                            <a:pt x="339" y="273"/>
                          </a:lnTo>
                          <a:lnTo>
                            <a:pt x="326" y="264"/>
                          </a:lnTo>
                          <a:lnTo>
                            <a:pt x="313" y="254"/>
                          </a:lnTo>
                          <a:lnTo>
                            <a:pt x="301" y="244"/>
                          </a:lnTo>
                          <a:lnTo>
                            <a:pt x="289" y="233"/>
                          </a:lnTo>
                          <a:lnTo>
                            <a:pt x="278" y="222"/>
                          </a:lnTo>
                          <a:lnTo>
                            <a:pt x="267" y="210"/>
                          </a:lnTo>
                          <a:lnTo>
                            <a:pt x="257" y="197"/>
                          </a:lnTo>
                          <a:lnTo>
                            <a:pt x="247" y="184"/>
                          </a:lnTo>
                          <a:lnTo>
                            <a:pt x="238" y="172"/>
                          </a:lnTo>
                          <a:lnTo>
                            <a:pt x="230" y="158"/>
                          </a:lnTo>
                          <a:lnTo>
                            <a:pt x="222" y="143"/>
                          </a:lnTo>
                          <a:lnTo>
                            <a:pt x="216" y="128"/>
                          </a:lnTo>
                          <a:lnTo>
                            <a:pt x="209" y="114"/>
                          </a:lnTo>
                          <a:lnTo>
                            <a:pt x="204" y="98"/>
                          </a:lnTo>
                          <a:lnTo>
                            <a:pt x="199" y="83"/>
                          </a:lnTo>
                          <a:lnTo>
                            <a:pt x="194" y="67"/>
                          </a:lnTo>
                          <a:lnTo>
                            <a:pt x="192" y="51"/>
                          </a:lnTo>
                          <a:lnTo>
                            <a:pt x="189" y="34"/>
                          </a:lnTo>
                          <a:lnTo>
                            <a:pt x="188" y="18"/>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363" name="Freeform 829">
                      <a:extLst>
                        <a:ext uri="{FF2B5EF4-FFF2-40B4-BE49-F238E27FC236}">
                          <a16:creationId xmlns="" xmlns:a16="http://schemas.microsoft.com/office/drawing/2014/main" id="{B5B14723-08A2-659B-D53E-597B4B7DEF5C}"/>
                        </a:ext>
                      </a:extLst>
                    </p:cNvPr>
                    <p:cNvSpPr>
                      <a:spLocks/>
                    </p:cNvSpPr>
                    <p:nvPr/>
                  </p:nvSpPr>
                  <p:spPr bwMode="auto">
                    <a:xfrm>
                      <a:off x="2043" y="2908"/>
                      <a:ext cx="84"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511" y="0"/>
                          </a:moveTo>
                          <a:lnTo>
                            <a:pt x="511" y="0"/>
                          </a:lnTo>
                          <a:lnTo>
                            <a:pt x="484" y="1"/>
                          </a:lnTo>
                          <a:lnTo>
                            <a:pt x="458" y="3"/>
                          </a:lnTo>
                          <a:lnTo>
                            <a:pt x="432" y="7"/>
                          </a:lnTo>
                          <a:lnTo>
                            <a:pt x="406" y="11"/>
                          </a:lnTo>
                          <a:lnTo>
                            <a:pt x="381" y="18"/>
                          </a:lnTo>
                          <a:lnTo>
                            <a:pt x="357" y="25"/>
                          </a:lnTo>
                          <a:lnTo>
                            <a:pt x="332" y="35"/>
                          </a:lnTo>
                          <a:lnTo>
                            <a:pt x="309" y="44"/>
                          </a:lnTo>
                          <a:lnTo>
                            <a:pt x="286" y="55"/>
                          </a:lnTo>
                          <a:lnTo>
                            <a:pt x="264" y="66"/>
                          </a:lnTo>
                          <a:lnTo>
                            <a:pt x="242" y="79"/>
                          </a:lnTo>
                          <a:lnTo>
                            <a:pt x="222" y="93"/>
                          </a:lnTo>
                          <a:lnTo>
                            <a:pt x="201" y="108"/>
                          </a:lnTo>
                          <a:lnTo>
                            <a:pt x="182" y="124"/>
                          </a:lnTo>
                          <a:lnTo>
                            <a:pt x="164" y="141"/>
                          </a:lnTo>
                          <a:lnTo>
                            <a:pt x="145" y="159"/>
                          </a:lnTo>
                          <a:lnTo>
                            <a:pt x="128" y="177"/>
                          </a:lnTo>
                          <a:lnTo>
                            <a:pt x="113" y="196"/>
                          </a:lnTo>
                          <a:lnTo>
                            <a:pt x="98" y="216"/>
                          </a:lnTo>
                          <a:lnTo>
                            <a:pt x="84" y="236"/>
                          </a:lnTo>
                          <a:lnTo>
                            <a:pt x="70" y="257"/>
                          </a:lnTo>
                          <a:lnTo>
                            <a:pt x="58" y="280"/>
                          </a:lnTo>
                          <a:lnTo>
                            <a:pt x="47" y="302"/>
                          </a:lnTo>
                          <a:lnTo>
                            <a:pt x="37" y="325"/>
                          </a:lnTo>
                          <a:lnTo>
                            <a:pt x="29" y="350"/>
                          </a:lnTo>
                          <a:lnTo>
                            <a:pt x="20" y="374"/>
                          </a:lnTo>
                          <a:lnTo>
                            <a:pt x="14" y="399"/>
                          </a:lnTo>
                          <a:lnTo>
                            <a:pt x="8" y="424"/>
                          </a:lnTo>
                          <a:lnTo>
                            <a:pt x="4" y="449"/>
                          </a:lnTo>
                          <a:lnTo>
                            <a:pt x="1" y="476"/>
                          </a:lnTo>
                          <a:lnTo>
                            <a:pt x="0" y="501"/>
                          </a:lnTo>
                          <a:lnTo>
                            <a:pt x="0" y="528"/>
                          </a:lnTo>
                          <a:lnTo>
                            <a:pt x="187" y="525"/>
                          </a:lnTo>
                          <a:lnTo>
                            <a:pt x="187" y="508"/>
                          </a:lnTo>
                          <a:lnTo>
                            <a:pt x="188" y="491"/>
                          </a:lnTo>
                          <a:lnTo>
                            <a:pt x="190" y="474"/>
                          </a:lnTo>
                          <a:lnTo>
                            <a:pt x="192" y="458"/>
                          </a:lnTo>
                          <a:lnTo>
                            <a:pt x="196" y="442"/>
                          </a:lnTo>
                          <a:lnTo>
                            <a:pt x="200" y="426"/>
                          </a:lnTo>
                          <a:lnTo>
                            <a:pt x="205" y="410"/>
                          </a:lnTo>
                          <a:lnTo>
                            <a:pt x="210" y="395"/>
                          </a:lnTo>
                          <a:lnTo>
                            <a:pt x="217" y="380"/>
                          </a:lnTo>
                          <a:lnTo>
                            <a:pt x="224" y="366"/>
                          </a:lnTo>
                          <a:lnTo>
                            <a:pt x="233" y="352"/>
                          </a:lnTo>
                          <a:lnTo>
                            <a:pt x="240" y="338"/>
                          </a:lnTo>
                          <a:lnTo>
                            <a:pt x="250" y="325"/>
                          </a:lnTo>
                          <a:lnTo>
                            <a:pt x="259" y="313"/>
                          </a:lnTo>
                          <a:lnTo>
                            <a:pt x="270" y="300"/>
                          </a:lnTo>
                          <a:lnTo>
                            <a:pt x="280" y="288"/>
                          </a:lnTo>
                          <a:lnTo>
                            <a:pt x="292" y="277"/>
                          </a:lnTo>
                          <a:lnTo>
                            <a:pt x="304" y="266"/>
                          </a:lnTo>
                          <a:lnTo>
                            <a:pt x="316" y="256"/>
                          </a:lnTo>
                          <a:lnTo>
                            <a:pt x="329" y="247"/>
                          </a:lnTo>
                          <a:lnTo>
                            <a:pt x="343" y="237"/>
                          </a:lnTo>
                          <a:lnTo>
                            <a:pt x="356" y="229"/>
                          </a:lnTo>
                          <a:lnTo>
                            <a:pt x="371" y="221"/>
                          </a:lnTo>
                          <a:lnTo>
                            <a:pt x="385" y="214"/>
                          </a:lnTo>
                          <a:lnTo>
                            <a:pt x="400" y="209"/>
                          </a:lnTo>
                          <a:lnTo>
                            <a:pt x="415" y="203"/>
                          </a:lnTo>
                          <a:lnTo>
                            <a:pt x="431" y="198"/>
                          </a:lnTo>
                          <a:lnTo>
                            <a:pt x="447" y="194"/>
                          </a:lnTo>
                          <a:lnTo>
                            <a:pt x="463" y="191"/>
                          </a:lnTo>
                          <a:lnTo>
                            <a:pt x="480" y="188"/>
                          </a:lnTo>
                          <a:lnTo>
                            <a:pt x="497" y="186"/>
                          </a:lnTo>
                          <a:lnTo>
                            <a:pt x="514" y="186"/>
                          </a:lnTo>
                          <a:lnTo>
                            <a:pt x="511" y="0"/>
                          </a:lnTo>
                          <a:close/>
                        </a:path>
                      </a:pathLst>
                    </a:custGeom>
                    <a:solidFill>
                      <a:srgbClr val="EF2B2F"/>
                    </a:solidFill>
                    <a:ln>
                      <a:noFill/>
                    </a:ln>
                  </p:spPr>
                  <p:txBody>
                    <a:bodyPr/>
                    <a:lstStyle/>
                    <a:p>
                      <a:pPr>
                        <a:defRPr/>
                      </a:pPr>
                      <a:endParaRPr lang="en-US" sz="1050">
                        <a:latin typeface="+mj-lt"/>
                      </a:endParaRPr>
                    </a:p>
                  </p:txBody>
                </p:sp>
                <p:sp>
                  <p:nvSpPr>
                    <p:cNvPr id="41364" name="Freeform 830">
                      <a:extLst>
                        <a:ext uri="{FF2B5EF4-FFF2-40B4-BE49-F238E27FC236}">
                          <a16:creationId xmlns="" xmlns:a16="http://schemas.microsoft.com/office/drawing/2014/main" id="{17F08F6D-3B2C-267A-8B89-A6BAA5033974}"/>
                        </a:ext>
                      </a:extLst>
                    </p:cNvPr>
                    <p:cNvSpPr>
                      <a:spLocks/>
                    </p:cNvSpPr>
                    <p:nvPr/>
                  </p:nvSpPr>
                  <p:spPr bwMode="auto">
                    <a:xfrm>
                      <a:off x="2689" y="2449"/>
                      <a:ext cx="88" cy="88"/>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529" y="510"/>
                          </a:moveTo>
                          <a:lnTo>
                            <a:pt x="529" y="510"/>
                          </a:lnTo>
                          <a:lnTo>
                            <a:pt x="529" y="484"/>
                          </a:lnTo>
                          <a:lnTo>
                            <a:pt x="526" y="458"/>
                          </a:lnTo>
                          <a:lnTo>
                            <a:pt x="523" y="432"/>
                          </a:lnTo>
                          <a:lnTo>
                            <a:pt x="518" y="406"/>
                          </a:lnTo>
                          <a:lnTo>
                            <a:pt x="511" y="381"/>
                          </a:lnTo>
                          <a:lnTo>
                            <a:pt x="504" y="356"/>
                          </a:lnTo>
                          <a:lnTo>
                            <a:pt x="495" y="333"/>
                          </a:lnTo>
                          <a:lnTo>
                            <a:pt x="485" y="309"/>
                          </a:lnTo>
                          <a:lnTo>
                            <a:pt x="474" y="286"/>
                          </a:lnTo>
                          <a:lnTo>
                            <a:pt x="462" y="264"/>
                          </a:lnTo>
                          <a:lnTo>
                            <a:pt x="450" y="243"/>
                          </a:lnTo>
                          <a:lnTo>
                            <a:pt x="436" y="222"/>
                          </a:lnTo>
                          <a:lnTo>
                            <a:pt x="421" y="202"/>
                          </a:lnTo>
                          <a:lnTo>
                            <a:pt x="405" y="182"/>
                          </a:lnTo>
                          <a:lnTo>
                            <a:pt x="388" y="164"/>
                          </a:lnTo>
                          <a:lnTo>
                            <a:pt x="370" y="146"/>
                          </a:lnTo>
                          <a:lnTo>
                            <a:pt x="352" y="129"/>
                          </a:lnTo>
                          <a:lnTo>
                            <a:pt x="333" y="114"/>
                          </a:lnTo>
                          <a:lnTo>
                            <a:pt x="313" y="99"/>
                          </a:lnTo>
                          <a:lnTo>
                            <a:pt x="293" y="84"/>
                          </a:lnTo>
                          <a:lnTo>
                            <a:pt x="271" y="71"/>
                          </a:lnTo>
                          <a:lnTo>
                            <a:pt x="249" y="58"/>
                          </a:lnTo>
                          <a:lnTo>
                            <a:pt x="227" y="48"/>
                          </a:lnTo>
                          <a:lnTo>
                            <a:pt x="203" y="37"/>
                          </a:lnTo>
                          <a:lnTo>
                            <a:pt x="179" y="29"/>
                          </a:lnTo>
                          <a:lnTo>
                            <a:pt x="154" y="21"/>
                          </a:lnTo>
                          <a:lnTo>
                            <a:pt x="130" y="14"/>
                          </a:lnTo>
                          <a:lnTo>
                            <a:pt x="106" y="10"/>
                          </a:lnTo>
                          <a:lnTo>
                            <a:pt x="79" y="5"/>
                          </a:lnTo>
                          <a:lnTo>
                            <a:pt x="54" y="2"/>
                          </a:lnTo>
                          <a:lnTo>
                            <a:pt x="27" y="0"/>
                          </a:lnTo>
                          <a:lnTo>
                            <a:pt x="0" y="0"/>
                          </a:lnTo>
                          <a:lnTo>
                            <a:pt x="4" y="187"/>
                          </a:lnTo>
                          <a:lnTo>
                            <a:pt x="21" y="188"/>
                          </a:lnTo>
                          <a:lnTo>
                            <a:pt x="38" y="189"/>
                          </a:lnTo>
                          <a:lnTo>
                            <a:pt x="55" y="190"/>
                          </a:lnTo>
                          <a:lnTo>
                            <a:pt x="71" y="193"/>
                          </a:lnTo>
                          <a:lnTo>
                            <a:pt x="88" y="196"/>
                          </a:lnTo>
                          <a:lnTo>
                            <a:pt x="103" y="201"/>
                          </a:lnTo>
                          <a:lnTo>
                            <a:pt x="118" y="205"/>
                          </a:lnTo>
                          <a:lnTo>
                            <a:pt x="133" y="211"/>
                          </a:lnTo>
                          <a:lnTo>
                            <a:pt x="148" y="218"/>
                          </a:lnTo>
                          <a:lnTo>
                            <a:pt x="163" y="225"/>
                          </a:lnTo>
                          <a:lnTo>
                            <a:pt x="177" y="232"/>
                          </a:lnTo>
                          <a:lnTo>
                            <a:pt x="191" y="241"/>
                          </a:lnTo>
                          <a:lnTo>
                            <a:pt x="204" y="249"/>
                          </a:lnTo>
                          <a:lnTo>
                            <a:pt x="217" y="260"/>
                          </a:lnTo>
                          <a:lnTo>
                            <a:pt x="229" y="269"/>
                          </a:lnTo>
                          <a:lnTo>
                            <a:pt x="240" y="281"/>
                          </a:lnTo>
                          <a:lnTo>
                            <a:pt x="252" y="292"/>
                          </a:lnTo>
                          <a:lnTo>
                            <a:pt x="263" y="303"/>
                          </a:lnTo>
                          <a:lnTo>
                            <a:pt x="272" y="316"/>
                          </a:lnTo>
                          <a:lnTo>
                            <a:pt x="283" y="329"/>
                          </a:lnTo>
                          <a:lnTo>
                            <a:pt x="291" y="343"/>
                          </a:lnTo>
                          <a:lnTo>
                            <a:pt x="300" y="356"/>
                          </a:lnTo>
                          <a:lnTo>
                            <a:pt x="307" y="370"/>
                          </a:lnTo>
                          <a:lnTo>
                            <a:pt x="315" y="385"/>
                          </a:lnTo>
                          <a:lnTo>
                            <a:pt x="321" y="400"/>
                          </a:lnTo>
                          <a:lnTo>
                            <a:pt x="325" y="416"/>
                          </a:lnTo>
                          <a:lnTo>
                            <a:pt x="331" y="431"/>
                          </a:lnTo>
                          <a:lnTo>
                            <a:pt x="335" y="448"/>
                          </a:lnTo>
                          <a:lnTo>
                            <a:pt x="338" y="464"/>
                          </a:lnTo>
                          <a:lnTo>
                            <a:pt x="340" y="480"/>
                          </a:lnTo>
                          <a:lnTo>
                            <a:pt x="342" y="497"/>
                          </a:lnTo>
                          <a:lnTo>
                            <a:pt x="343" y="514"/>
                          </a:lnTo>
                          <a:lnTo>
                            <a:pt x="529" y="510"/>
                          </a:lnTo>
                          <a:close/>
                        </a:path>
                      </a:pathLst>
                    </a:custGeom>
                    <a:solidFill>
                      <a:srgbClr val="EF2B2F"/>
                    </a:solidFill>
                    <a:ln>
                      <a:noFill/>
                    </a:ln>
                  </p:spPr>
                  <p:txBody>
                    <a:bodyPr/>
                    <a:lstStyle/>
                    <a:p>
                      <a:pPr>
                        <a:defRPr/>
                      </a:pPr>
                      <a:endParaRPr lang="en-US" sz="1050">
                        <a:latin typeface="+mj-lt"/>
                      </a:endParaRPr>
                    </a:p>
                  </p:txBody>
                </p:sp>
                <p:sp>
                  <p:nvSpPr>
                    <p:cNvPr id="41365" name="Freeform 831">
                      <a:extLst>
                        <a:ext uri="{FF2B5EF4-FFF2-40B4-BE49-F238E27FC236}">
                          <a16:creationId xmlns="" xmlns:a16="http://schemas.microsoft.com/office/drawing/2014/main" id="{9D9A86F6-3F6A-5F54-51E9-C0EEAB01266F}"/>
                        </a:ext>
                      </a:extLst>
                    </p:cNvPr>
                    <p:cNvSpPr>
                      <a:spLocks/>
                    </p:cNvSpPr>
                    <p:nvPr/>
                  </p:nvSpPr>
                  <p:spPr bwMode="auto">
                    <a:xfrm>
                      <a:off x="2689" y="2533"/>
                      <a:ext cx="88" cy="88"/>
                    </a:xfrm>
                    <a:custGeom>
                      <a:avLst/>
                      <a:gdLst>
                        <a:gd name="T0" fmla="*/ 0 w 514"/>
                        <a:gd name="T1" fmla="*/ 0 h 530"/>
                        <a:gd name="T2" fmla="*/ 0 w 514"/>
                        <a:gd name="T3" fmla="*/ 0 h 530"/>
                        <a:gd name="T4" fmla="*/ 0 w 514"/>
                        <a:gd name="T5" fmla="*/ 0 h 530"/>
                        <a:gd name="T6" fmla="*/ 0 w 514"/>
                        <a:gd name="T7" fmla="*/ 0 h 530"/>
                        <a:gd name="T8" fmla="*/ 0 w 514"/>
                        <a:gd name="T9" fmla="*/ 0 h 530"/>
                        <a:gd name="T10" fmla="*/ 0 w 514"/>
                        <a:gd name="T11" fmla="*/ 0 h 530"/>
                        <a:gd name="T12" fmla="*/ 0 w 514"/>
                        <a:gd name="T13" fmla="*/ 0 h 530"/>
                        <a:gd name="T14" fmla="*/ 0 w 514"/>
                        <a:gd name="T15" fmla="*/ 0 h 530"/>
                        <a:gd name="T16" fmla="*/ 0 w 514"/>
                        <a:gd name="T17" fmla="*/ 0 h 530"/>
                        <a:gd name="T18" fmla="*/ 0 w 514"/>
                        <a:gd name="T19" fmla="*/ 0 h 530"/>
                        <a:gd name="T20" fmla="*/ 0 w 514"/>
                        <a:gd name="T21" fmla="*/ 0 h 530"/>
                        <a:gd name="T22" fmla="*/ 0 w 514"/>
                        <a:gd name="T23" fmla="*/ 0 h 530"/>
                        <a:gd name="T24" fmla="*/ 0 w 514"/>
                        <a:gd name="T25" fmla="*/ 0 h 530"/>
                        <a:gd name="T26" fmla="*/ 0 w 514"/>
                        <a:gd name="T27" fmla="*/ 0 h 530"/>
                        <a:gd name="T28" fmla="*/ 0 w 514"/>
                        <a:gd name="T29" fmla="*/ 0 h 530"/>
                        <a:gd name="T30" fmla="*/ 0 w 514"/>
                        <a:gd name="T31" fmla="*/ 0 h 530"/>
                        <a:gd name="T32" fmla="*/ 0 w 514"/>
                        <a:gd name="T33" fmla="*/ 0 h 530"/>
                        <a:gd name="T34" fmla="*/ 0 w 514"/>
                        <a:gd name="T35" fmla="*/ 0 h 530"/>
                        <a:gd name="T36" fmla="*/ 0 w 514"/>
                        <a:gd name="T37" fmla="*/ 0 h 530"/>
                        <a:gd name="T38" fmla="*/ 0 w 514"/>
                        <a:gd name="T39" fmla="*/ 0 h 530"/>
                        <a:gd name="T40" fmla="*/ 0 w 514"/>
                        <a:gd name="T41" fmla="*/ 0 h 530"/>
                        <a:gd name="T42" fmla="*/ 0 w 514"/>
                        <a:gd name="T43" fmla="*/ 0 h 530"/>
                        <a:gd name="T44" fmla="*/ 0 w 514"/>
                        <a:gd name="T45" fmla="*/ 0 h 530"/>
                        <a:gd name="T46" fmla="*/ 0 w 514"/>
                        <a:gd name="T47" fmla="*/ 0 h 530"/>
                        <a:gd name="T48" fmla="*/ 0 w 514"/>
                        <a:gd name="T49" fmla="*/ 0 h 530"/>
                        <a:gd name="T50" fmla="*/ 0 w 514"/>
                        <a:gd name="T51" fmla="*/ 0 h 530"/>
                        <a:gd name="T52" fmla="*/ 0 w 514"/>
                        <a:gd name="T53" fmla="*/ 0 h 530"/>
                        <a:gd name="T54" fmla="*/ 0 w 514"/>
                        <a:gd name="T55" fmla="*/ 0 h 530"/>
                        <a:gd name="T56" fmla="*/ 0 w 514"/>
                        <a:gd name="T57" fmla="*/ 0 h 530"/>
                        <a:gd name="T58" fmla="*/ 0 w 514"/>
                        <a:gd name="T59" fmla="*/ 0 h 530"/>
                        <a:gd name="T60" fmla="*/ 0 w 514"/>
                        <a:gd name="T61" fmla="*/ 0 h 530"/>
                        <a:gd name="T62" fmla="*/ 0 w 514"/>
                        <a:gd name="T63" fmla="*/ 0 h 530"/>
                        <a:gd name="T64" fmla="*/ 0 w 514"/>
                        <a:gd name="T65" fmla="*/ 0 h 530"/>
                        <a:gd name="T66" fmla="*/ 0 w 514"/>
                        <a:gd name="T67" fmla="*/ 0 h 5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30"/>
                        <a:gd name="T104" fmla="*/ 514 w 514"/>
                        <a:gd name="T105" fmla="*/ 530 h 5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30">
                          <a:moveTo>
                            <a:pt x="4" y="530"/>
                          </a:moveTo>
                          <a:lnTo>
                            <a:pt x="4" y="530"/>
                          </a:lnTo>
                          <a:lnTo>
                            <a:pt x="30" y="529"/>
                          </a:lnTo>
                          <a:lnTo>
                            <a:pt x="56" y="527"/>
                          </a:lnTo>
                          <a:lnTo>
                            <a:pt x="82" y="522"/>
                          </a:lnTo>
                          <a:lnTo>
                            <a:pt x="108" y="517"/>
                          </a:lnTo>
                          <a:lnTo>
                            <a:pt x="133" y="511"/>
                          </a:lnTo>
                          <a:lnTo>
                            <a:pt x="158" y="503"/>
                          </a:lnTo>
                          <a:lnTo>
                            <a:pt x="181" y="495"/>
                          </a:lnTo>
                          <a:lnTo>
                            <a:pt x="205" y="485"/>
                          </a:lnTo>
                          <a:lnTo>
                            <a:pt x="228" y="475"/>
                          </a:lnTo>
                          <a:lnTo>
                            <a:pt x="250" y="462"/>
                          </a:lnTo>
                          <a:lnTo>
                            <a:pt x="271" y="449"/>
                          </a:lnTo>
                          <a:lnTo>
                            <a:pt x="292" y="435"/>
                          </a:lnTo>
                          <a:lnTo>
                            <a:pt x="313" y="420"/>
                          </a:lnTo>
                          <a:lnTo>
                            <a:pt x="332" y="405"/>
                          </a:lnTo>
                          <a:lnTo>
                            <a:pt x="350" y="389"/>
                          </a:lnTo>
                          <a:lnTo>
                            <a:pt x="368" y="371"/>
                          </a:lnTo>
                          <a:lnTo>
                            <a:pt x="385" y="353"/>
                          </a:lnTo>
                          <a:lnTo>
                            <a:pt x="401" y="333"/>
                          </a:lnTo>
                          <a:lnTo>
                            <a:pt x="416" y="313"/>
                          </a:lnTo>
                          <a:lnTo>
                            <a:pt x="431" y="292"/>
                          </a:lnTo>
                          <a:lnTo>
                            <a:pt x="443" y="271"/>
                          </a:lnTo>
                          <a:lnTo>
                            <a:pt x="456" y="250"/>
                          </a:lnTo>
                          <a:lnTo>
                            <a:pt x="467" y="226"/>
                          </a:lnTo>
                          <a:lnTo>
                            <a:pt x="476" y="203"/>
                          </a:lnTo>
                          <a:lnTo>
                            <a:pt x="486" y="180"/>
                          </a:lnTo>
                          <a:lnTo>
                            <a:pt x="493" y="155"/>
                          </a:lnTo>
                          <a:lnTo>
                            <a:pt x="501" y="131"/>
                          </a:lnTo>
                          <a:lnTo>
                            <a:pt x="505" y="105"/>
                          </a:lnTo>
                          <a:lnTo>
                            <a:pt x="509" y="80"/>
                          </a:lnTo>
                          <a:lnTo>
                            <a:pt x="512" y="53"/>
                          </a:lnTo>
                          <a:lnTo>
                            <a:pt x="514" y="27"/>
                          </a:lnTo>
                          <a:lnTo>
                            <a:pt x="513" y="0"/>
                          </a:lnTo>
                          <a:lnTo>
                            <a:pt x="327" y="4"/>
                          </a:lnTo>
                          <a:lnTo>
                            <a:pt x="326" y="22"/>
                          </a:lnTo>
                          <a:lnTo>
                            <a:pt x="325" y="39"/>
                          </a:lnTo>
                          <a:lnTo>
                            <a:pt x="324" y="54"/>
                          </a:lnTo>
                          <a:lnTo>
                            <a:pt x="321" y="71"/>
                          </a:lnTo>
                          <a:lnTo>
                            <a:pt x="318" y="87"/>
                          </a:lnTo>
                          <a:lnTo>
                            <a:pt x="314" y="103"/>
                          </a:lnTo>
                          <a:lnTo>
                            <a:pt x="309" y="119"/>
                          </a:lnTo>
                          <a:lnTo>
                            <a:pt x="303" y="134"/>
                          </a:lnTo>
                          <a:lnTo>
                            <a:pt x="297" y="149"/>
                          </a:lnTo>
                          <a:lnTo>
                            <a:pt x="289" y="163"/>
                          </a:lnTo>
                          <a:lnTo>
                            <a:pt x="282" y="177"/>
                          </a:lnTo>
                          <a:lnTo>
                            <a:pt x="273" y="191"/>
                          </a:lnTo>
                          <a:lnTo>
                            <a:pt x="265" y="204"/>
                          </a:lnTo>
                          <a:lnTo>
                            <a:pt x="254" y="217"/>
                          </a:lnTo>
                          <a:lnTo>
                            <a:pt x="245" y="229"/>
                          </a:lnTo>
                          <a:lnTo>
                            <a:pt x="233" y="241"/>
                          </a:lnTo>
                          <a:lnTo>
                            <a:pt x="222" y="252"/>
                          </a:lnTo>
                          <a:lnTo>
                            <a:pt x="211" y="262"/>
                          </a:lnTo>
                          <a:lnTo>
                            <a:pt x="198" y="273"/>
                          </a:lnTo>
                          <a:lnTo>
                            <a:pt x="185" y="283"/>
                          </a:lnTo>
                          <a:lnTo>
                            <a:pt x="171" y="291"/>
                          </a:lnTo>
                          <a:lnTo>
                            <a:pt x="158" y="300"/>
                          </a:lnTo>
                          <a:lnTo>
                            <a:pt x="144" y="307"/>
                          </a:lnTo>
                          <a:lnTo>
                            <a:pt x="129" y="314"/>
                          </a:lnTo>
                          <a:lnTo>
                            <a:pt x="114" y="321"/>
                          </a:lnTo>
                          <a:lnTo>
                            <a:pt x="98" y="326"/>
                          </a:lnTo>
                          <a:lnTo>
                            <a:pt x="83" y="331"/>
                          </a:lnTo>
                          <a:lnTo>
                            <a:pt x="66" y="335"/>
                          </a:lnTo>
                          <a:lnTo>
                            <a:pt x="50" y="338"/>
                          </a:lnTo>
                          <a:lnTo>
                            <a:pt x="34" y="341"/>
                          </a:lnTo>
                          <a:lnTo>
                            <a:pt x="17" y="342"/>
                          </a:lnTo>
                          <a:lnTo>
                            <a:pt x="0" y="343"/>
                          </a:lnTo>
                          <a:lnTo>
                            <a:pt x="4" y="530"/>
                          </a:lnTo>
                          <a:close/>
                        </a:path>
                      </a:pathLst>
                    </a:custGeom>
                    <a:solidFill>
                      <a:srgbClr val="EF2B2F"/>
                    </a:solidFill>
                    <a:ln>
                      <a:noFill/>
                    </a:ln>
                  </p:spPr>
                  <p:txBody>
                    <a:bodyPr/>
                    <a:lstStyle/>
                    <a:p>
                      <a:pPr>
                        <a:defRPr/>
                      </a:pPr>
                      <a:endParaRPr lang="en-US" sz="1050">
                        <a:latin typeface="+mj-lt"/>
                      </a:endParaRPr>
                    </a:p>
                  </p:txBody>
                </p:sp>
                <p:sp>
                  <p:nvSpPr>
                    <p:cNvPr id="41366" name="Freeform 832">
                      <a:extLst>
                        <a:ext uri="{FF2B5EF4-FFF2-40B4-BE49-F238E27FC236}">
                          <a16:creationId xmlns="" xmlns:a16="http://schemas.microsoft.com/office/drawing/2014/main" id="{86EA576A-C08E-E7CF-9058-98CD863948EA}"/>
                        </a:ext>
                      </a:extLst>
                    </p:cNvPr>
                    <p:cNvSpPr>
                      <a:spLocks/>
                    </p:cNvSpPr>
                    <p:nvPr/>
                  </p:nvSpPr>
                  <p:spPr bwMode="auto">
                    <a:xfrm>
                      <a:off x="2601" y="2537"/>
                      <a:ext cx="88" cy="84"/>
                    </a:xfrm>
                    <a:custGeom>
                      <a:avLst/>
                      <a:gdLst>
                        <a:gd name="T0" fmla="*/ 0 w 530"/>
                        <a:gd name="T1" fmla="*/ 0 h 514"/>
                        <a:gd name="T2" fmla="*/ 0 w 530"/>
                        <a:gd name="T3" fmla="*/ 0 h 514"/>
                        <a:gd name="T4" fmla="*/ 0 w 530"/>
                        <a:gd name="T5" fmla="*/ 0 h 514"/>
                        <a:gd name="T6" fmla="*/ 0 w 530"/>
                        <a:gd name="T7" fmla="*/ 0 h 514"/>
                        <a:gd name="T8" fmla="*/ 0 w 530"/>
                        <a:gd name="T9" fmla="*/ 0 h 514"/>
                        <a:gd name="T10" fmla="*/ 0 w 530"/>
                        <a:gd name="T11" fmla="*/ 0 h 514"/>
                        <a:gd name="T12" fmla="*/ 0 w 530"/>
                        <a:gd name="T13" fmla="*/ 0 h 514"/>
                        <a:gd name="T14" fmla="*/ 0 w 530"/>
                        <a:gd name="T15" fmla="*/ 0 h 514"/>
                        <a:gd name="T16" fmla="*/ 0 w 530"/>
                        <a:gd name="T17" fmla="*/ 0 h 514"/>
                        <a:gd name="T18" fmla="*/ 0 w 530"/>
                        <a:gd name="T19" fmla="*/ 0 h 514"/>
                        <a:gd name="T20" fmla="*/ 0 w 530"/>
                        <a:gd name="T21" fmla="*/ 0 h 514"/>
                        <a:gd name="T22" fmla="*/ 0 w 530"/>
                        <a:gd name="T23" fmla="*/ 0 h 514"/>
                        <a:gd name="T24" fmla="*/ 0 w 530"/>
                        <a:gd name="T25" fmla="*/ 0 h 514"/>
                        <a:gd name="T26" fmla="*/ 0 w 530"/>
                        <a:gd name="T27" fmla="*/ 0 h 514"/>
                        <a:gd name="T28" fmla="*/ 0 w 530"/>
                        <a:gd name="T29" fmla="*/ 0 h 514"/>
                        <a:gd name="T30" fmla="*/ 0 w 530"/>
                        <a:gd name="T31" fmla="*/ 0 h 514"/>
                        <a:gd name="T32" fmla="*/ 0 w 530"/>
                        <a:gd name="T33" fmla="*/ 0 h 514"/>
                        <a:gd name="T34" fmla="*/ 0 w 530"/>
                        <a:gd name="T35" fmla="*/ 0 h 514"/>
                        <a:gd name="T36" fmla="*/ 0 w 530"/>
                        <a:gd name="T37" fmla="*/ 0 h 514"/>
                        <a:gd name="T38" fmla="*/ 0 w 530"/>
                        <a:gd name="T39" fmla="*/ 0 h 514"/>
                        <a:gd name="T40" fmla="*/ 0 w 530"/>
                        <a:gd name="T41" fmla="*/ 0 h 514"/>
                        <a:gd name="T42" fmla="*/ 0 w 530"/>
                        <a:gd name="T43" fmla="*/ 0 h 514"/>
                        <a:gd name="T44" fmla="*/ 0 w 530"/>
                        <a:gd name="T45" fmla="*/ 0 h 514"/>
                        <a:gd name="T46" fmla="*/ 0 w 530"/>
                        <a:gd name="T47" fmla="*/ 0 h 514"/>
                        <a:gd name="T48" fmla="*/ 0 w 530"/>
                        <a:gd name="T49" fmla="*/ 0 h 514"/>
                        <a:gd name="T50" fmla="*/ 0 w 530"/>
                        <a:gd name="T51" fmla="*/ 0 h 514"/>
                        <a:gd name="T52" fmla="*/ 0 w 530"/>
                        <a:gd name="T53" fmla="*/ 0 h 514"/>
                        <a:gd name="T54" fmla="*/ 0 w 530"/>
                        <a:gd name="T55" fmla="*/ 0 h 514"/>
                        <a:gd name="T56" fmla="*/ 0 w 530"/>
                        <a:gd name="T57" fmla="*/ 0 h 514"/>
                        <a:gd name="T58" fmla="*/ 0 w 530"/>
                        <a:gd name="T59" fmla="*/ 0 h 514"/>
                        <a:gd name="T60" fmla="*/ 0 w 530"/>
                        <a:gd name="T61" fmla="*/ 0 h 514"/>
                        <a:gd name="T62" fmla="*/ 0 w 530"/>
                        <a:gd name="T63" fmla="*/ 0 h 514"/>
                        <a:gd name="T64" fmla="*/ 0 w 530"/>
                        <a:gd name="T65" fmla="*/ 0 h 514"/>
                        <a:gd name="T66" fmla="*/ 0 w 530"/>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4"/>
                        <a:gd name="T104" fmla="*/ 530 w 530"/>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4">
                          <a:moveTo>
                            <a:pt x="0" y="3"/>
                          </a:moveTo>
                          <a:lnTo>
                            <a:pt x="0" y="3"/>
                          </a:lnTo>
                          <a:lnTo>
                            <a:pt x="1" y="30"/>
                          </a:lnTo>
                          <a:lnTo>
                            <a:pt x="3" y="56"/>
                          </a:lnTo>
                          <a:lnTo>
                            <a:pt x="7" y="82"/>
                          </a:lnTo>
                          <a:lnTo>
                            <a:pt x="12" y="108"/>
                          </a:lnTo>
                          <a:lnTo>
                            <a:pt x="19" y="133"/>
                          </a:lnTo>
                          <a:lnTo>
                            <a:pt x="26" y="157"/>
                          </a:lnTo>
                          <a:lnTo>
                            <a:pt x="35" y="182"/>
                          </a:lnTo>
                          <a:lnTo>
                            <a:pt x="44" y="205"/>
                          </a:lnTo>
                          <a:lnTo>
                            <a:pt x="55" y="227"/>
                          </a:lnTo>
                          <a:lnTo>
                            <a:pt x="68" y="250"/>
                          </a:lnTo>
                          <a:lnTo>
                            <a:pt x="80" y="272"/>
                          </a:lnTo>
                          <a:lnTo>
                            <a:pt x="94" y="292"/>
                          </a:lnTo>
                          <a:lnTo>
                            <a:pt x="109" y="312"/>
                          </a:lnTo>
                          <a:lnTo>
                            <a:pt x="125" y="331"/>
                          </a:lnTo>
                          <a:lnTo>
                            <a:pt x="141" y="350"/>
                          </a:lnTo>
                          <a:lnTo>
                            <a:pt x="159" y="368"/>
                          </a:lnTo>
                          <a:lnTo>
                            <a:pt x="177" y="385"/>
                          </a:lnTo>
                          <a:lnTo>
                            <a:pt x="196" y="401"/>
                          </a:lnTo>
                          <a:lnTo>
                            <a:pt x="216" y="416"/>
                          </a:lnTo>
                          <a:lnTo>
                            <a:pt x="238" y="430"/>
                          </a:lnTo>
                          <a:lnTo>
                            <a:pt x="258" y="444"/>
                          </a:lnTo>
                          <a:lnTo>
                            <a:pt x="280" y="455"/>
                          </a:lnTo>
                          <a:lnTo>
                            <a:pt x="303" y="466"/>
                          </a:lnTo>
                          <a:lnTo>
                            <a:pt x="327" y="477"/>
                          </a:lnTo>
                          <a:lnTo>
                            <a:pt x="350" y="485"/>
                          </a:lnTo>
                          <a:lnTo>
                            <a:pt x="375" y="494"/>
                          </a:lnTo>
                          <a:lnTo>
                            <a:pt x="399" y="500"/>
                          </a:lnTo>
                          <a:lnTo>
                            <a:pt x="424" y="505"/>
                          </a:lnTo>
                          <a:lnTo>
                            <a:pt x="450" y="509"/>
                          </a:lnTo>
                          <a:lnTo>
                            <a:pt x="476" y="513"/>
                          </a:lnTo>
                          <a:lnTo>
                            <a:pt x="503" y="514"/>
                          </a:lnTo>
                          <a:lnTo>
                            <a:pt x="530" y="514"/>
                          </a:lnTo>
                          <a:lnTo>
                            <a:pt x="526" y="327"/>
                          </a:lnTo>
                          <a:lnTo>
                            <a:pt x="508" y="327"/>
                          </a:lnTo>
                          <a:lnTo>
                            <a:pt x="491" y="326"/>
                          </a:lnTo>
                          <a:lnTo>
                            <a:pt x="475" y="324"/>
                          </a:lnTo>
                          <a:lnTo>
                            <a:pt x="458" y="322"/>
                          </a:lnTo>
                          <a:lnTo>
                            <a:pt x="442" y="317"/>
                          </a:lnTo>
                          <a:lnTo>
                            <a:pt x="427" y="314"/>
                          </a:lnTo>
                          <a:lnTo>
                            <a:pt x="411" y="309"/>
                          </a:lnTo>
                          <a:lnTo>
                            <a:pt x="396" y="303"/>
                          </a:lnTo>
                          <a:lnTo>
                            <a:pt x="381" y="296"/>
                          </a:lnTo>
                          <a:lnTo>
                            <a:pt x="367" y="290"/>
                          </a:lnTo>
                          <a:lnTo>
                            <a:pt x="352" y="281"/>
                          </a:lnTo>
                          <a:lnTo>
                            <a:pt x="338" y="274"/>
                          </a:lnTo>
                          <a:lnTo>
                            <a:pt x="326" y="264"/>
                          </a:lnTo>
                          <a:lnTo>
                            <a:pt x="313" y="255"/>
                          </a:lnTo>
                          <a:lnTo>
                            <a:pt x="301" y="244"/>
                          </a:lnTo>
                          <a:lnTo>
                            <a:pt x="289" y="234"/>
                          </a:lnTo>
                          <a:lnTo>
                            <a:pt x="278" y="222"/>
                          </a:lnTo>
                          <a:lnTo>
                            <a:pt x="267" y="210"/>
                          </a:lnTo>
                          <a:lnTo>
                            <a:pt x="257" y="198"/>
                          </a:lnTo>
                          <a:lnTo>
                            <a:pt x="247" y="185"/>
                          </a:lnTo>
                          <a:lnTo>
                            <a:pt x="239" y="171"/>
                          </a:lnTo>
                          <a:lnTo>
                            <a:pt x="230" y="157"/>
                          </a:lnTo>
                          <a:lnTo>
                            <a:pt x="222" y="143"/>
                          </a:lnTo>
                          <a:lnTo>
                            <a:pt x="215" y="129"/>
                          </a:lnTo>
                          <a:lnTo>
                            <a:pt x="209" y="114"/>
                          </a:lnTo>
                          <a:lnTo>
                            <a:pt x="204" y="99"/>
                          </a:lnTo>
                          <a:lnTo>
                            <a:pt x="198" y="83"/>
                          </a:lnTo>
                          <a:lnTo>
                            <a:pt x="195" y="67"/>
                          </a:lnTo>
                          <a:lnTo>
                            <a:pt x="192" y="51"/>
                          </a:lnTo>
                          <a:lnTo>
                            <a:pt x="189" y="34"/>
                          </a:lnTo>
                          <a:lnTo>
                            <a:pt x="188"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367" name="Freeform 833">
                      <a:extLst>
                        <a:ext uri="{FF2B5EF4-FFF2-40B4-BE49-F238E27FC236}">
                          <a16:creationId xmlns="" xmlns:a16="http://schemas.microsoft.com/office/drawing/2014/main" id="{B74B0020-CBD2-7CBB-9BE3-BBFF9667AD4B}"/>
                        </a:ext>
                      </a:extLst>
                    </p:cNvPr>
                    <p:cNvSpPr>
                      <a:spLocks/>
                    </p:cNvSpPr>
                    <p:nvPr/>
                  </p:nvSpPr>
                  <p:spPr bwMode="auto">
                    <a:xfrm>
                      <a:off x="2601" y="2449"/>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0" y="0"/>
                          </a:moveTo>
                          <a:lnTo>
                            <a:pt x="510" y="0"/>
                          </a:lnTo>
                          <a:lnTo>
                            <a:pt x="484" y="1"/>
                          </a:lnTo>
                          <a:lnTo>
                            <a:pt x="457" y="4"/>
                          </a:lnTo>
                          <a:lnTo>
                            <a:pt x="432" y="7"/>
                          </a:lnTo>
                          <a:lnTo>
                            <a:pt x="405" y="13"/>
                          </a:lnTo>
                          <a:lnTo>
                            <a:pt x="381" y="19"/>
                          </a:lnTo>
                          <a:lnTo>
                            <a:pt x="356" y="27"/>
                          </a:lnTo>
                          <a:lnTo>
                            <a:pt x="332" y="35"/>
                          </a:lnTo>
                          <a:lnTo>
                            <a:pt x="309" y="46"/>
                          </a:lnTo>
                          <a:lnTo>
                            <a:pt x="286" y="56"/>
                          </a:lnTo>
                          <a:lnTo>
                            <a:pt x="264" y="68"/>
                          </a:lnTo>
                          <a:lnTo>
                            <a:pt x="242" y="81"/>
                          </a:lnTo>
                          <a:lnTo>
                            <a:pt x="222" y="94"/>
                          </a:lnTo>
                          <a:lnTo>
                            <a:pt x="201" y="109"/>
                          </a:lnTo>
                          <a:lnTo>
                            <a:pt x="182" y="125"/>
                          </a:lnTo>
                          <a:lnTo>
                            <a:pt x="163" y="142"/>
                          </a:lnTo>
                          <a:lnTo>
                            <a:pt x="145" y="159"/>
                          </a:lnTo>
                          <a:lnTo>
                            <a:pt x="128" y="178"/>
                          </a:lnTo>
                          <a:lnTo>
                            <a:pt x="112" y="197"/>
                          </a:lnTo>
                          <a:lnTo>
                            <a:pt x="97" y="218"/>
                          </a:lnTo>
                          <a:lnTo>
                            <a:pt x="84" y="238"/>
                          </a:lnTo>
                          <a:lnTo>
                            <a:pt x="70" y="259"/>
                          </a:lnTo>
                          <a:lnTo>
                            <a:pt x="58" y="281"/>
                          </a:lnTo>
                          <a:lnTo>
                            <a:pt x="47" y="303"/>
                          </a:lnTo>
                          <a:lnTo>
                            <a:pt x="37" y="327"/>
                          </a:lnTo>
                          <a:lnTo>
                            <a:pt x="28" y="351"/>
                          </a:lnTo>
                          <a:lnTo>
                            <a:pt x="21" y="376"/>
                          </a:lnTo>
                          <a:lnTo>
                            <a:pt x="13" y="400"/>
                          </a:lnTo>
                          <a:lnTo>
                            <a:pt x="8" y="425"/>
                          </a:lnTo>
                          <a:lnTo>
                            <a:pt x="4" y="451"/>
                          </a:lnTo>
                          <a:lnTo>
                            <a:pt x="1" y="476"/>
                          </a:lnTo>
                          <a:lnTo>
                            <a:pt x="0" y="503"/>
                          </a:lnTo>
                          <a:lnTo>
                            <a:pt x="0" y="529"/>
                          </a:lnTo>
                          <a:lnTo>
                            <a:pt x="187" y="526"/>
                          </a:lnTo>
                          <a:lnTo>
                            <a:pt x="187" y="509"/>
                          </a:lnTo>
                          <a:lnTo>
                            <a:pt x="188" y="492"/>
                          </a:lnTo>
                          <a:lnTo>
                            <a:pt x="190" y="475"/>
                          </a:lnTo>
                          <a:lnTo>
                            <a:pt x="192" y="458"/>
                          </a:lnTo>
                          <a:lnTo>
                            <a:pt x="196" y="442"/>
                          </a:lnTo>
                          <a:lnTo>
                            <a:pt x="199" y="427"/>
                          </a:lnTo>
                          <a:lnTo>
                            <a:pt x="205" y="412"/>
                          </a:lnTo>
                          <a:lnTo>
                            <a:pt x="211" y="397"/>
                          </a:lnTo>
                          <a:lnTo>
                            <a:pt x="217" y="381"/>
                          </a:lnTo>
                          <a:lnTo>
                            <a:pt x="224" y="367"/>
                          </a:lnTo>
                          <a:lnTo>
                            <a:pt x="232" y="353"/>
                          </a:lnTo>
                          <a:lnTo>
                            <a:pt x="240" y="340"/>
                          </a:lnTo>
                          <a:lnTo>
                            <a:pt x="249" y="326"/>
                          </a:lnTo>
                          <a:lnTo>
                            <a:pt x="259" y="313"/>
                          </a:lnTo>
                          <a:lnTo>
                            <a:pt x="269" y="301"/>
                          </a:lnTo>
                          <a:lnTo>
                            <a:pt x="280" y="290"/>
                          </a:lnTo>
                          <a:lnTo>
                            <a:pt x="292" y="278"/>
                          </a:lnTo>
                          <a:lnTo>
                            <a:pt x="303" y="267"/>
                          </a:lnTo>
                          <a:lnTo>
                            <a:pt x="316" y="257"/>
                          </a:lnTo>
                          <a:lnTo>
                            <a:pt x="329" y="247"/>
                          </a:lnTo>
                          <a:lnTo>
                            <a:pt x="343" y="239"/>
                          </a:lnTo>
                          <a:lnTo>
                            <a:pt x="355" y="230"/>
                          </a:lnTo>
                          <a:lnTo>
                            <a:pt x="370" y="223"/>
                          </a:lnTo>
                          <a:lnTo>
                            <a:pt x="385" y="215"/>
                          </a:lnTo>
                          <a:lnTo>
                            <a:pt x="400" y="209"/>
                          </a:lnTo>
                          <a:lnTo>
                            <a:pt x="415" y="204"/>
                          </a:lnTo>
                          <a:lnTo>
                            <a:pt x="431" y="199"/>
                          </a:lnTo>
                          <a:lnTo>
                            <a:pt x="447" y="195"/>
                          </a:lnTo>
                          <a:lnTo>
                            <a:pt x="463" y="192"/>
                          </a:lnTo>
                          <a:lnTo>
                            <a:pt x="480" y="190"/>
                          </a:lnTo>
                          <a:lnTo>
                            <a:pt x="497" y="188"/>
                          </a:lnTo>
                          <a:lnTo>
                            <a:pt x="514" y="187"/>
                          </a:lnTo>
                          <a:lnTo>
                            <a:pt x="510" y="0"/>
                          </a:lnTo>
                          <a:close/>
                        </a:path>
                      </a:pathLst>
                    </a:custGeom>
                    <a:solidFill>
                      <a:srgbClr val="EF2B2F"/>
                    </a:solidFill>
                    <a:ln>
                      <a:noFill/>
                    </a:ln>
                  </p:spPr>
                  <p:txBody>
                    <a:bodyPr/>
                    <a:lstStyle/>
                    <a:p>
                      <a:pPr>
                        <a:defRPr/>
                      </a:pPr>
                      <a:endParaRPr lang="en-US" sz="1050">
                        <a:latin typeface="+mj-lt"/>
                      </a:endParaRPr>
                    </a:p>
                  </p:txBody>
                </p:sp>
                <p:sp>
                  <p:nvSpPr>
                    <p:cNvPr id="41368" name="Freeform 834">
                      <a:extLst>
                        <a:ext uri="{FF2B5EF4-FFF2-40B4-BE49-F238E27FC236}">
                          <a16:creationId xmlns="" xmlns:a16="http://schemas.microsoft.com/office/drawing/2014/main" id="{16FB6E23-2C07-C665-EDE0-D2159C4E5580}"/>
                        </a:ext>
                      </a:extLst>
                    </p:cNvPr>
                    <p:cNvSpPr>
                      <a:spLocks/>
                    </p:cNvSpPr>
                    <p:nvPr/>
                  </p:nvSpPr>
                  <p:spPr bwMode="auto">
                    <a:xfrm>
                      <a:off x="3375" y="2621"/>
                      <a:ext cx="88" cy="88"/>
                    </a:xfrm>
                    <a:custGeom>
                      <a:avLst/>
                      <a:gdLst>
                        <a:gd name="T0" fmla="*/ 0 w 528"/>
                        <a:gd name="T1" fmla="*/ 0 h 514"/>
                        <a:gd name="T2" fmla="*/ 0 w 528"/>
                        <a:gd name="T3" fmla="*/ 0 h 514"/>
                        <a:gd name="T4" fmla="*/ 0 w 528"/>
                        <a:gd name="T5" fmla="*/ 0 h 514"/>
                        <a:gd name="T6" fmla="*/ 0 w 528"/>
                        <a:gd name="T7" fmla="*/ 0 h 514"/>
                        <a:gd name="T8" fmla="*/ 0 w 528"/>
                        <a:gd name="T9" fmla="*/ 0 h 514"/>
                        <a:gd name="T10" fmla="*/ 0 w 528"/>
                        <a:gd name="T11" fmla="*/ 0 h 514"/>
                        <a:gd name="T12" fmla="*/ 0 w 528"/>
                        <a:gd name="T13" fmla="*/ 0 h 514"/>
                        <a:gd name="T14" fmla="*/ 0 w 528"/>
                        <a:gd name="T15" fmla="*/ 0 h 514"/>
                        <a:gd name="T16" fmla="*/ 0 w 528"/>
                        <a:gd name="T17" fmla="*/ 0 h 514"/>
                        <a:gd name="T18" fmla="*/ 0 w 528"/>
                        <a:gd name="T19" fmla="*/ 0 h 514"/>
                        <a:gd name="T20" fmla="*/ 0 w 528"/>
                        <a:gd name="T21" fmla="*/ 0 h 514"/>
                        <a:gd name="T22" fmla="*/ 0 w 528"/>
                        <a:gd name="T23" fmla="*/ 0 h 514"/>
                        <a:gd name="T24" fmla="*/ 0 w 528"/>
                        <a:gd name="T25" fmla="*/ 0 h 514"/>
                        <a:gd name="T26" fmla="*/ 0 w 528"/>
                        <a:gd name="T27" fmla="*/ 0 h 514"/>
                        <a:gd name="T28" fmla="*/ 0 w 528"/>
                        <a:gd name="T29" fmla="*/ 0 h 514"/>
                        <a:gd name="T30" fmla="*/ 0 w 528"/>
                        <a:gd name="T31" fmla="*/ 0 h 514"/>
                        <a:gd name="T32" fmla="*/ 0 w 528"/>
                        <a:gd name="T33" fmla="*/ 0 h 514"/>
                        <a:gd name="T34" fmla="*/ 0 w 528"/>
                        <a:gd name="T35" fmla="*/ 0 h 514"/>
                        <a:gd name="T36" fmla="*/ 0 w 528"/>
                        <a:gd name="T37" fmla="*/ 0 h 514"/>
                        <a:gd name="T38" fmla="*/ 0 w 528"/>
                        <a:gd name="T39" fmla="*/ 0 h 514"/>
                        <a:gd name="T40" fmla="*/ 0 w 528"/>
                        <a:gd name="T41" fmla="*/ 0 h 514"/>
                        <a:gd name="T42" fmla="*/ 0 w 528"/>
                        <a:gd name="T43" fmla="*/ 0 h 514"/>
                        <a:gd name="T44" fmla="*/ 0 w 528"/>
                        <a:gd name="T45" fmla="*/ 0 h 514"/>
                        <a:gd name="T46" fmla="*/ 0 w 528"/>
                        <a:gd name="T47" fmla="*/ 0 h 514"/>
                        <a:gd name="T48" fmla="*/ 0 w 528"/>
                        <a:gd name="T49" fmla="*/ 0 h 514"/>
                        <a:gd name="T50" fmla="*/ 0 w 528"/>
                        <a:gd name="T51" fmla="*/ 0 h 514"/>
                        <a:gd name="T52" fmla="*/ 0 w 528"/>
                        <a:gd name="T53" fmla="*/ 0 h 514"/>
                        <a:gd name="T54" fmla="*/ 0 w 528"/>
                        <a:gd name="T55" fmla="*/ 0 h 514"/>
                        <a:gd name="T56" fmla="*/ 0 w 528"/>
                        <a:gd name="T57" fmla="*/ 0 h 514"/>
                        <a:gd name="T58" fmla="*/ 0 w 528"/>
                        <a:gd name="T59" fmla="*/ 0 h 514"/>
                        <a:gd name="T60" fmla="*/ 0 w 528"/>
                        <a:gd name="T61" fmla="*/ 0 h 514"/>
                        <a:gd name="T62" fmla="*/ 0 w 528"/>
                        <a:gd name="T63" fmla="*/ 0 h 514"/>
                        <a:gd name="T64" fmla="*/ 0 w 528"/>
                        <a:gd name="T65" fmla="*/ 0 h 514"/>
                        <a:gd name="T66" fmla="*/ 0 w 528"/>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8"/>
                        <a:gd name="T103" fmla="*/ 0 h 514"/>
                        <a:gd name="T104" fmla="*/ 528 w 528"/>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8" h="514">
                          <a:moveTo>
                            <a:pt x="528" y="511"/>
                          </a:moveTo>
                          <a:lnTo>
                            <a:pt x="528" y="511"/>
                          </a:lnTo>
                          <a:lnTo>
                            <a:pt x="527" y="484"/>
                          </a:lnTo>
                          <a:lnTo>
                            <a:pt x="525" y="457"/>
                          </a:lnTo>
                          <a:lnTo>
                            <a:pt x="521" y="432"/>
                          </a:lnTo>
                          <a:lnTo>
                            <a:pt x="517" y="407"/>
                          </a:lnTo>
                          <a:lnTo>
                            <a:pt x="510" y="381"/>
                          </a:lnTo>
                          <a:lnTo>
                            <a:pt x="503" y="357"/>
                          </a:lnTo>
                          <a:lnTo>
                            <a:pt x="493" y="332"/>
                          </a:lnTo>
                          <a:lnTo>
                            <a:pt x="484" y="309"/>
                          </a:lnTo>
                          <a:lnTo>
                            <a:pt x="473" y="287"/>
                          </a:lnTo>
                          <a:lnTo>
                            <a:pt x="461" y="264"/>
                          </a:lnTo>
                          <a:lnTo>
                            <a:pt x="449" y="242"/>
                          </a:lnTo>
                          <a:lnTo>
                            <a:pt x="435" y="222"/>
                          </a:lnTo>
                          <a:lnTo>
                            <a:pt x="420" y="202"/>
                          </a:lnTo>
                          <a:lnTo>
                            <a:pt x="404" y="183"/>
                          </a:lnTo>
                          <a:lnTo>
                            <a:pt x="387" y="164"/>
                          </a:lnTo>
                          <a:lnTo>
                            <a:pt x="369" y="146"/>
                          </a:lnTo>
                          <a:lnTo>
                            <a:pt x="351" y="130"/>
                          </a:lnTo>
                          <a:lnTo>
                            <a:pt x="332" y="113"/>
                          </a:lnTo>
                          <a:lnTo>
                            <a:pt x="312" y="98"/>
                          </a:lnTo>
                          <a:lnTo>
                            <a:pt x="292" y="84"/>
                          </a:lnTo>
                          <a:lnTo>
                            <a:pt x="269" y="70"/>
                          </a:lnTo>
                          <a:lnTo>
                            <a:pt x="248" y="59"/>
                          </a:lnTo>
                          <a:lnTo>
                            <a:pt x="226" y="48"/>
                          </a:lnTo>
                          <a:lnTo>
                            <a:pt x="202" y="37"/>
                          </a:lnTo>
                          <a:lnTo>
                            <a:pt x="178" y="29"/>
                          </a:lnTo>
                          <a:lnTo>
                            <a:pt x="154" y="21"/>
                          </a:lnTo>
                          <a:lnTo>
                            <a:pt x="129" y="14"/>
                          </a:lnTo>
                          <a:lnTo>
                            <a:pt x="104" y="9"/>
                          </a:lnTo>
                          <a:lnTo>
                            <a:pt x="78" y="4"/>
                          </a:lnTo>
                          <a:lnTo>
                            <a:pt x="53" y="2"/>
                          </a:lnTo>
                          <a:lnTo>
                            <a:pt x="26" y="0"/>
                          </a:lnTo>
                          <a:lnTo>
                            <a:pt x="0" y="0"/>
                          </a:lnTo>
                          <a:lnTo>
                            <a:pt x="3" y="187"/>
                          </a:lnTo>
                          <a:lnTo>
                            <a:pt x="20" y="187"/>
                          </a:lnTo>
                          <a:lnTo>
                            <a:pt x="37" y="188"/>
                          </a:lnTo>
                          <a:lnTo>
                            <a:pt x="54" y="190"/>
                          </a:lnTo>
                          <a:lnTo>
                            <a:pt x="70" y="192"/>
                          </a:lnTo>
                          <a:lnTo>
                            <a:pt x="86" y="197"/>
                          </a:lnTo>
                          <a:lnTo>
                            <a:pt x="101" y="200"/>
                          </a:lnTo>
                          <a:lnTo>
                            <a:pt x="117" y="205"/>
                          </a:lnTo>
                          <a:lnTo>
                            <a:pt x="132" y="211"/>
                          </a:lnTo>
                          <a:lnTo>
                            <a:pt x="147" y="218"/>
                          </a:lnTo>
                          <a:lnTo>
                            <a:pt x="162" y="224"/>
                          </a:lnTo>
                          <a:lnTo>
                            <a:pt x="176" y="233"/>
                          </a:lnTo>
                          <a:lnTo>
                            <a:pt x="190" y="241"/>
                          </a:lnTo>
                          <a:lnTo>
                            <a:pt x="202" y="250"/>
                          </a:lnTo>
                          <a:lnTo>
                            <a:pt x="215" y="259"/>
                          </a:lnTo>
                          <a:lnTo>
                            <a:pt x="228" y="270"/>
                          </a:lnTo>
                          <a:lnTo>
                            <a:pt x="240" y="280"/>
                          </a:lnTo>
                          <a:lnTo>
                            <a:pt x="251" y="292"/>
                          </a:lnTo>
                          <a:lnTo>
                            <a:pt x="262" y="304"/>
                          </a:lnTo>
                          <a:lnTo>
                            <a:pt x="271" y="316"/>
                          </a:lnTo>
                          <a:lnTo>
                            <a:pt x="281" y="329"/>
                          </a:lnTo>
                          <a:lnTo>
                            <a:pt x="291" y="343"/>
                          </a:lnTo>
                          <a:lnTo>
                            <a:pt x="299" y="357"/>
                          </a:lnTo>
                          <a:lnTo>
                            <a:pt x="306" y="370"/>
                          </a:lnTo>
                          <a:lnTo>
                            <a:pt x="314" y="385"/>
                          </a:lnTo>
                          <a:lnTo>
                            <a:pt x="319" y="400"/>
                          </a:lnTo>
                          <a:lnTo>
                            <a:pt x="324" y="415"/>
                          </a:lnTo>
                          <a:lnTo>
                            <a:pt x="330" y="431"/>
                          </a:lnTo>
                          <a:lnTo>
                            <a:pt x="334" y="447"/>
                          </a:lnTo>
                          <a:lnTo>
                            <a:pt x="337" y="463"/>
                          </a:lnTo>
                          <a:lnTo>
                            <a:pt x="339" y="480"/>
                          </a:lnTo>
                          <a:lnTo>
                            <a:pt x="341" y="497"/>
                          </a:lnTo>
                          <a:lnTo>
                            <a:pt x="343" y="514"/>
                          </a:lnTo>
                          <a:lnTo>
                            <a:pt x="528" y="511"/>
                          </a:lnTo>
                          <a:close/>
                        </a:path>
                      </a:pathLst>
                    </a:custGeom>
                    <a:solidFill>
                      <a:srgbClr val="EF2B2F"/>
                    </a:solidFill>
                    <a:ln>
                      <a:noFill/>
                    </a:ln>
                  </p:spPr>
                  <p:txBody>
                    <a:bodyPr/>
                    <a:lstStyle/>
                    <a:p>
                      <a:pPr>
                        <a:defRPr/>
                      </a:pPr>
                      <a:endParaRPr lang="en-US" sz="1050">
                        <a:latin typeface="+mj-lt"/>
                      </a:endParaRPr>
                    </a:p>
                  </p:txBody>
                </p:sp>
                <p:sp>
                  <p:nvSpPr>
                    <p:cNvPr id="41369" name="Freeform 835">
                      <a:extLst>
                        <a:ext uri="{FF2B5EF4-FFF2-40B4-BE49-F238E27FC236}">
                          <a16:creationId xmlns="" xmlns:a16="http://schemas.microsoft.com/office/drawing/2014/main" id="{DF3ABA3F-337B-4EB2-FF7C-7010B1CFF2C1}"/>
                        </a:ext>
                      </a:extLst>
                    </p:cNvPr>
                    <p:cNvSpPr>
                      <a:spLocks/>
                    </p:cNvSpPr>
                    <p:nvPr/>
                  </p:nvSpPr>
                  <p:spPr bwMode="auto">
                    <a:xfrm>
                      <a:off x="3379" y="2704"/>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3" y="529"/>
                          </a:moveTo>
                          <a:lnTo>
                            <a:pt x="3" y="529"/>
                          </a:lnTo>
                          <a:lnTo>
                            <a:pt x="29" y="528"/>
                          </a:lnTo>
                          <a:lnTo>
                            <a:pt x="56" y="525"/>
                          </a:lnTo>
                          <a:lnTo>
                            <a:pt x="82" y="522"/>
                          </a:lnTo>
                          <a:lnTo>
                            <a:pt x="108" y="516"/>
                          </a:lnTo>
                          <a:lnTo>
                            <a:pt x="132" y="510"/>
                          </a:lnTo>
                          <a:lnTo>
                            <a:pt x="157" y="502"/>
                          </a:lnTo>
                          <a:lnTo>
                            <a:pt x="181" y="494"/>
                          </a:lnTo>
                          <a:lnTo>
                            <a:pt x="204" y="483"/>
                          </a:lnTo>
                          <a:lnTo>
                            <a:pt x="228" y="473"/>
                          </a:lnTo>
                          <a:lnTo>
                            <a:pt x="250" y="461"/>
                          </a:lnTo>
                          <a:lnTo>
                            <a:pt x="271" y="448"/>
                          </a:lnTo>
                          <a:lnTo>
                            <a:pt x="292" y="435"/>
                          </a:lnTo>
                          <a:lnTo>
                            <a:pt x="313" y="420"/>
                          </a:lnTo>
                          <a:lnTo>
                            <a:pt x="332" y="404"/>
                          </a:lnTo>
                          <a:lnTo>
                            <a:pt x="350" y="387"/>
                          </a:lnTo>
                          <a:lnTo>
                            <a:pt x="368" y="370"/>
                          </a:lnTo>
                          <a:lnTo>
                            <a:pt x="385" y="351"/>
                          </a:lnTo>
                          <a:lnTo>
                            <a:pt x="401" y="332"/>
                          </a:lnTo>
                          <a:lnTo>
                            <a:pt x="416" y="311"/>
                          </a:lnTo>
                          <a:lnTo>
                            <a:pt x="431" y="291"/>
                          </a:lnTo>
                          <a:lnTo>
                            <a:pt x="443" y="270"/>
                          </a:lnTo>
                          <a:lnTo>
                            <a:pt x="456" y="248"/>
                          </a:lnTo>
                          <a:lnTo>
                            <a:pt x="467" y="226"/>
                          </a:lnTo>
                          <a:lnTo>
                            <a:pt x="476" y="202"/>
                          </a:lnTo>
                          <a:lnTo>
                            <a:pt x="486" y="179"/>
                          </a:lnTo>
                          <a:lnTo>
                            <a:pt x="493" y="154"/>
                          </a:lnTo>
                          <a:lnTo>
                            <a:pt x="500" y="129"/>
                          </a:lnTo>
                          <a:lnTo>
                            <a:pt x="505" y="104"/>
                          </a:lnTo>
                          <a:lnTo>
                            <a:pt x="509" y="78"/>
                          </a:lnTo>
                          <a:lnTo>
                            <a:pt x="512" y="53"/>
                          </a:lnTo>
                          <a:lnTo>
                            <a:pt x="514" y="26"/>
                          </a:lnTo>
                          <a:lnTo>
                            <a:pt x="513" y="0"/>
                          </a:lnTo>
                          <a:lnTo>
                            <a:pt x="328" y="3"/>
                          </a:lnTo>
                          <a:lnTo>
                            <a:pt x="326" y="20"/>
                          </a:lnTo>
                          <a:lnTo>
                            <a:pt x="325" y="37"/>
                          </a:lnTo>
                          <a:lnTo>
                            <a:pt x="324" y="54"/>
                          </a:lnTo>
                          <a:lnTo>
                            <a:pt x="321" y="71"/>
                          </a:lnTo>
                          <a:lnTo>
                            <a:pt x="318" y="87"/>
                          </a:lnTo>
                          <a:lnTo>
                            <a:pt x="314" y="102"/>
                          </a:lnTo>
                          <a:lnTo>
                            <a:pt x="308" y="117"/>
                          </a:lnTo>
                          <a:lnTo>
                            <a:pt x="303" y="132"/>
                          </a:lnTo>
                          <a:lnTo>
                            <a:pt x="297" y="147"/>
                          </a:lnTo>
                          <a:lnTo>
                            <a:pt x="289" y="162"/>
                          </a:lnTo>
                          <a:lnTo>
                            <a:pt x="282" y="176"/>
                          </a:lnTo>
                          <a:lnTo>
                            <a:pt x="273" y="189"/>
                          </a:lnTo>
                          <a:lnTo>
                            <a:pt x="264" y="203"/>
                          </a:lnTo>
                          <a:lnTo>
                            <a:pt x="254" y="216"/>
                          </a:lnTo>
                          <a:lnTo>
                            <a:pt x="245" y="228"/>
                          </a:lnTo>
                          <a:lnTo>
                            <a:pt x="233" y="239"/>
                          </a:lnTo>
                          <a:lnTo>
                            <a:pt x="222" y="251"/>
                          </a:lnTo>
                          <a:lnTo>
                            <a:pt x="210" y="262"/>
                          </a:lnTo>
                          <a:lnTo>
                            <a:pt x="198" y="272"/>
                          </a:lnTo>
                          <a:lnTo>
                            <a:pt x="184" y="282"/>
                          </a:lnTo>
                          <a:lnTo>
                            <a:pt x="171" y="290"/>
                          </a:lnTo>
                          <a:lnTo>
                            <a:pt x="158" y="299"/>
                          </a:lnTo>
                          <a:lnTo>
                            <a:pt x="144" y="306"/>
                          </a:lnTo>
                          <a:lnTo>
                            <a:pt x="129" y="314"/>
                          </a:lnTo>
                          <a:lnTo>
                            <a:pt x="114" y="320"/>
                          </a:lnTo>
                          <a:lnTo>
                            <a:pt x="98" y="325"/>
                          </a:lnTo>
                          <a:lnTo>
                            <a:pt x="83" y="329"/>
                          </a:lnTo>
                          <a:lnTo>
                            <a:pt x="66" y="334"/>
                          </a:lnTo>
                          <a:lnTo>
                            <a:pt x="50" y="337"/>
                          </a:lnTo>
                          <a:lnTo>
                            <a:pt x="34" y="339"/>
                          </a:lnTo>
                          <a:lnTo>
                            <a:pt x="17" y="341"/>
                          </a:lnTo>
                          <a:lnTo>
                            <a:pt x="0" y="342"/>
                          </a:lnTo>
                          <a:lnTo>
                            <a:pt x="3" y="529"/>
                          </a:lnTo>
                          <a:close/>
                        </a:path>
                      </a:pathLst>
                    </a:custGeom>
                    <a:solidFill>
                      <a:srgbClr val="EF2B2F"/>
                    </a:solidFill>
                    <a:ln>
                      <a:noFill/>
                    </a:ln>
                  </p:spPr>
                  <p:txBody>
                    <a:bodyPr/>
                    <a:lstStyle/>
                    <a:p>
                      <a:pPr>
                        <a:defRPr/>
                      </a:pPr>
                      <a:endParaRPr lang="en-US" sz="1050">
                        <a:latin typeface="+mj-lt"/>
                      </a:endParaRPr>
                    </a:p>
                  </p:txBody>
                </p:sp>
                <p:sp>
                  <p:nvSpPr>
                    <p:cNvPr id="41370" name="Freeform 836">
                      <a:extLst>
                        <a:ext uri="{FF2B5EF4-FFF2-40B4-BE49-F238E27FC236}">
                          <a16:creationId xmlns="" xmlns:a16="http://schemas.microsoft.com/office/drawing/2014/main" id="{D9AD29C6-FC92-BD2A-0817-FDADEA5E88A8}"/>
                        </a:ext>
                      </a:extLst>
                    </p:cNvPr>
                    <p:cNvSpPr>
                      <a:spLocks/>
                    </p:cNvSpPr>
                    <p:nvPr/>
                  </p:nvSpPr>
                  <p:spPr bwMode="auto">
                    <a:xfrm>
                      <a:off x="3291" y="2708"/>
                      <a:ext cx="88" cy="84"/>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0" y="4"/>
                          </a:moveTo>
                          <a:lnTo>
                            <a:pt x="0" y="4"/>
                          </a:lnTo>
                          <a:lnTo>
                            <a:pt x="1" y="30"/>
                          </a:lnTo>
                          <a:lnTo>
                            <a:pt x="3" y="57"/>
                          </a:lnTo>
                          <a:lnTo>
                            <a:pt x="7" y="82"/>
                          </a:lnTo>
                          <a:lnTo>
                            <a:pt x="12" y="108"/>
                          </a:lnTo>
                          <a:lnTo>
                            <a:pt x="19" y="133"/>
                          </a:lnTo>
                          <a:lnTo>
                            <a:pt x="25" y="157"/>
                          </a:lnTo>
                          <a:lnTo>
                            <a:pt x="35" y="181"/>
                          </a:lnTo>
                          <a:lnTo>
                            <a:pt x="44" y="205"/>
                          </a:lnTo>
                          <a:lnTo>
                            <a:pt x="55" y="227"/>
                          </a:lnTo>
                          <a:lnTo>
                            <a:pt x="67" y="250"/>
                          </a:lnTo>
                          <a:lnTo>
                            <a:pt x="79" y="271"/>
                          </a:lnTo>
                          <a:lnTo>
                            <a:pt x="94" y="292"/>
                          </a:lnTo>
                          <a:lnTo>
                            <a:pt x="109" y="312"/>
                          </a:lnTo>
                          <a:lnTo>
                            <a:pt x="125" y="331"/>
                          </a:lnTo>
                          <a:lnTo>
                            <a:pt x="141" y="351"/>
                          </a:lnTo>
                          <a:lnTo>
                            <a:pt x="159" y="368"/>
                          </a:lnTo>
                          <a:lnTo>
                            <a:pt x="177" y="385"/>
                          </a:lnTo>
                          <a:lnTo>
                            <a:pt x="196" y="400"/>
                          </a:lnTo>
                          <a:lnTo>
                            <a:pt x="216" y="415"/>
                          </a:lnTo>
                          <a:lnTo>
                            <a:pt x="237" y="430"/>
                          </a:lnTo>
                          <a:lnTo>
                            <a:pt x="258" y="443"/>
                          </a:lnTo>
                          <a:lnTo>
                            <a:pt x="280" y="456"/>
                          </a:lnTo>
                          <a:lnTo>
                            <a:pt x="303" y="466"/>
                          </a:lnTo>
                          <a:lnTo>
                            <a:pt x="327" y="477"/>
                          </a:lnTo>
                          <a:lnTo>
                            <a:pt x="350" y="485"/>
                          </a:lnTo>
                          <a:lnTo>
                            <a:pt x="375" y="493"/>
                          </a:lnTo>
                          <a:lnTo>
                            <a:pt x="399" y="500"/>
                          </a:lnTo>
                          <a:lnTo>
                            <a:pt x="424" y="504"/>
                          </a:lnTo>
                          <a:lnTo>
                            <a:pt x="450" y="509"/>
                          </a:lnTo>
                          <a:lnTo>
                            <a:pt x="477" y="512"/>
                          </a:lnTo>
                          <a:lnTo>
                            <a:pt x="503" y="514"/>
                          </a:lnTo>
                          <a:lnTo>
                            <a:pt x="529" y="514"/>
                          </a:lnTo>
                          <a:lnTo>
                            <a:pt x="526" y="327"/>
                          </a:lnTo>
                          <a:lnTo>
                            <a:pt x="508" y="326"/>
                          </a:lnTo>
                          <a:lnTo>
                            <a:pt x="491" y="325"/>
                          </a:lnTo>
                          <a:lnTo>
                            <a:pt x="475" y="324"/>
                          </a:lnTo>
                          <a:lnTo>
                            <a:pt x="458" y="321"/>
                          </a:lnTo>
                          <a:lnTo>
                            <a:pt x="443" y="318"/>
                          </a:lnTo>
                          <a:lnTo>
                            <a:pt x="427" y="313"/>
                          </a:lnTo>
                          <a:lnTo>
                            <a:pt x="411" y="309"/>
                          </a:lnTo>
                          <a:lnTo>
                            <a:pt x="396" y="303"/>
                          </a:lnTo>
                          <a:lnTo>
                            <a:pt x="381" y="296"/>
                          </a:lnTo>
                          <a:lnTo>
                            <a:pt x="367" y="289"/>
                          </a:lnTo>
                          <a:lnTo>
                            <a:pt x="352" y="282"/>
                          </a:lnTo>
                          <a:lnTo>
                            <a:pt x="338" y="273"/>
                          </a:lnTo>
                          <a:lnTo>
                            <a:pt x="326" y="265"/>
                          </a:lnTo>
                          <a:lnTo>
                            <a:pt x="313" y="254"/>
                          </a:lnTo>
                          <a:lnTo>
                            <a:pt x="300" y="244"/>
                          </a:lnTo>
                          <a:lnTo>
                            <a:pt x="289" y="233"/>
                          </a:lnTo>
                          <a:lnTo>
                            <a:pt x="277" y="222"/>
                          </a:lnTo>
                          <a:lnTo>
                            <a:pt x="266" y="211"/>
                          </a:lnTo>
                          <a:lnTo>
                            <a:pt x="257" y="198"/>
                          </a:lnTo>
                          <a:lnTo>
                            <a:pt x="247" y="185"/>
                          </a:lnTo>
                          <a:lnTo>
                            <a:pt x="238" y="171"/>
                          </a:lnTo>
                          <a:lnTo>
                            <a:pt x="229" y="157"/>
                          </a:lnTo>
                          <a:lnTo>
                            <a:pt x="222" y="144"/>
                          </a:lnTo>
                          <a:lnTo>
                            <a:pt x="215" y="129"/>
                          </a:lnTo>
                          <a:lnTo>
                            <a:pt x="209" y="114"/>
                          </a:lnTo>
                          <a:lnTo>
                            <a:pt x="204" y="99"/>
                          </a:lnTo>
                          <a:lnTo>
                            <a:pt x="198" y="83"/>
                          </a:lnTo>
                          <a:lnTo>
                            <a:pt x="194" y="67"/>
                          </a:lnTo>
                          <a:lnTo>
                            <a:pt x="191" y="50"/>
                          </a:lnTo>
                          <a:lnTo>
                            <a:pt x="189" y="34"/>
                          </a:lnTo>
                          <a:lnTo>
                            <a:pt x="188" y="17"/>
                          </a:lnTo>
                          <a:lnTo>
                            <a:pt x="187" y="0"/>
                          </a:lnTo>
                          <a:lnTo>
                            <a:pt x="0" y="4"/>
                          </a:lnTo>
                          <a:close/>
                        </a:path>
                      </a:pathLst>
                    </a:custGeom>
                    <a:solidFill>
                      <a:srgbClr val="EF2B2F"/>
                    </a:solidFill>
                    <a:ln>
                      <a:noFill/>
                    </a:ln>
                  </p:spPr>
                  <p:txBody>
                    <a:bodyPr/>
                    <a:lstStyle/>
                    <a:p>
                      <a:pPr>
                        <a:defRPr/>
                      </a:pPr>
                      <a:endParaRPr lang="en-US" sz="1050">
                        <a:latin typeface="+mj-lt"/>
                      </a:endParaRPr>
                    </a:p>
                  </p:txBody>
                </p:sp>
                <p:sp>
                  <p:nvSpPr>
                    <p:cNvPr id="41371" name="Freeform 837">
                      <a:extLst>
                        <a:ext uri="{FF2B5EF4-FFF2-40B4-BE49-F238E27FC236}">
                          <a16:creationId xmlns="" xmlns:a16="http://schemas.microsoft.com/office/drawing/2014/main" id="{893680D3-9E6E-A684-C4D0-F93BFC801B60}"/>
                        </a:ext>
                      </a:extLst>
                    </p:cNvPr>
                    <p:cNvSpPr>
                      <a:spLocks/>
                    </p:cNvSpPr>
                    <p:nvPr/>
                  </p:nvSpPr>
                  <p:spPr bwMode="auto">
                    <a:xfrm>
                      <a:off x="3291" y="2621"/>
                      <a:ext cx="84" cy="88"/>
                    </a:xfrm>
                    <a:custGeom>
                      <a:avLst/>
                      <a:gdLst>
                        <a:gd name="T0" fmla="*/ 0 w 514"/>
                        <a:gd name="T1" fmla="*/ 0 h 530"/>
                        <a:gd name="T2" fmla="*/ 0 w 514"/>
                        <a:gd name="T3" fmla="*/ 0 h 530"/>
                        <a:gd name="T4" fmla="*/ 0 w 514"/>
                        <a:gd name="T5" fmla="*/ 0 h 530"/>
                        <a:gd name="T6" fmla="*/ 0 w 514"/>
                        <a:gd name="T7" fmla="*/ 0 h 530"/>
                        <a:gd name="T8" fmla="*/ 0 w 514"/>
                        <a:gd name="T9" fmla="*/ 0 h 530"/>
                        <a:gd name="T10" fmla="*/ 0 w 514"/>
                        <a:gd name="T11" fmla="*/ 0 h 530"/>
                        <a:gd name="T12" fmla="*/ 0 w 514"/>
                        <a:gd name="T13" fmla="*/ 0 h 530"/>
                        <a:gd name="T14" fmla="*/ 0 w 514"/>
                        <a:gd name="T15" fmla="*/ 0 h 530"/>
                        <a:gd name="T16" fmla="*/ 0 w 514"/>
                        <a:gd name="T17" fmla="*/ 0 h 530"/>
                        <a:gd name="T18" fmla="*/ 0 w 514"/>
                        <a:gd name="T19" fmla="*/ 0 h 530"/>
                        <a:gd name="T20" fmla="*/ 0 w 514"/>
                        <a:gd name="T21" fmla="*/ 0 h 530"/>
                        <a:gd name="T22" fmla="*/ 0 w 514"/>
                        <a:gd name="T23" fmla="*/ 0 h 530"/>
                        <a:gd name="T24" fmla="*/ 0 w 514"/>
                        <a:gd name="T25" fmla="*/ 0 h 530"/>
                        <a:gd name="T26" fmla="*/ 0 w 514"/>
                        <a:gd name="T27" fmla="*/ 0 h 530"/>
                        <a:gd name="T28" fmla="*/ 0 w 514"/>
                        <a:gd name="T29" fmla="*/ 0 h 530"/>
                        <a:gd name="T30" fmla="*/ 0 w 514"/>
                        <a:gd name="T31" fmla="*/ 0 h 530"/>
                        <a:gd name="T32" fmla="*/ 0 w 514"/>
                        <a:gd name="T33" fmla="*/ 0 h 530"/>
                        <a:gd name="T34" fmla="*/ 0 w 514"/>
                        <a:gd name="T35" fmla="*/ 0 h 530"/>
                        <a:gd name="T36" fmla="*/ 0 w 514"/>
                        <a:gd name="T37" fmla="*/ 0 h 530"/>
                        <a:gd name="T38" fmla="*/ 0 w 514"/>
                        <a:gd name="T39" fmla="*/ 0 h 530"/>
                        <a:gd name="T40" fmla="*/ 0 w 514"/>
                        <a:gd name="T41" fmla="*/ 0 h 530"/>
                        <a:gd name="T42" fmla="*/ 0 w 514"/>
                        <a:gd name="T43" fmla="*/ 0 h 530"/>
                        <a:gd name="T44" fmla="*/ 0 w 514"/>
                        <a:gd name="T45" fmla="*/ 0 h 530"/>
                        <a:gd name="T46" fmla="*/ 0 w 514"/>
                        <a:gd name="T47" fmla="*/ 0 h 530"/>
                        <a:gd name="T48" fmla="*/ 0 w 514"/>
                        <a:gd name="T49" fmla="*/ 0 h 530"/>
                        <a:gd name="T50" fmla="*/ 0 w 514"/>
                        <a:gd name="T51" fmla="*/ 0 h 530"/>
                        <a:gd name="T52" fmla="*/ 0 w 514"/>
                        <a:gd name="T53" fmla="*/ 0 h 530"/>
                        <a:gd name="T54" fmla="*/ 0 w 514"/>
                        <a:gd name="T55" fmla="*/ 0 h 530"/>
                        <a:gd name="T56" fmla="*/ 0 w 514"/>
                        <a:gd name="T57" fmla="*/ 0 h 530"/>
                        <a:gd name="T58" fmla="*/ 0 w 514"/>
                        <a:gd name="T59" fmla="*/ 0 h 530"/>
                        <a:gd name="T60" fmla="*/ 0 w 514"/>
                        <a:gd name="T61" fmla="*/ 0 h 530"/>
                        <a:gd name="T62" fmla="*/ 0 w 514"/>
                        <a:gd name="T63" fmla="*/ 0 h 530"/>
                        <a:gd name="T64" fmla="*/ 0 w 514"/>
                        <a:gd name="T65" fmla="*/ 0 h 530"/>
                        <a:gd name="T66" fmla="*/ 0 w 514"/>
                        <a:gd name="T67" fmla="*/ 0 h 5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30"/>
                        <a:gd name="T104" fmla="*/ 514 w 514"/>
                        <a:gd name="T105" fmla="*/ 530 h 5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30">
                          <a:moveTo>
                            <a:pt x="511" y="0"/>
                          </a:moveTo>
                          <a:lnTo>
                            <a:pt x="511" y="0"/>
                          </a:lnTo>
                          <a:lnTo>
                            <a:pt x="484" y="1"/>
                          </a:lnTo>
                          <a:lnTo>
                            <a:pt x="457" y="3"/>
                          </a:lnTo>
                          <a:lnTo>
                            <a:pt x="431" y="8"/>
                          </a:lnTo>
                          <a:lnTo>
                            <a:pt x="405" y="13"/>
                          </a:lnTo>
                          <a:lnTo>
                            <a:pt x="381" y="19"/>
                          </a:lnTo>
                          <a:lnTo>
                            <a:pt x="357" y="27"/>
                          </a:lnTo>
                          <a:lnTo>
                            <a:pt x="332" y="35"/>
                          </a:lnTo>
                          <a:lnTo>
                            <a:pt x="309" y="45"/>
                          </a:lnTo>
                          <a:lnTo>
                            <a:pt x="285" y="55"/>
                          </a:lnTo>
                          <a:lnTo>
                            <a:pt x="263" y="68"/>
                          </a:lnTo>
                          <a:lnTo>
                            <a:pt x="242" y="81"/>
                          </a:lnTo>
                          <a:lnTo>
                            <a:pt x="221" y="95"/>
                          </a:lnTo>
                          <a:lnTo>
                            <a:pt x="200" y="110"/>
                          </a:lnTo>
                          <a:lnTo>
                            <a:pt x="181" y="125"/>
                          </a:lnTo>
                          <a:lnTo>
                            <a:pt x="163" y="142"/>
                          </a:lnTo>
                          <a:lnTo>
                            <a:pt x="145" y="159"/>
                          </a:lnTo>
                          <a:lnTo>
                            <a:pt x="128" y="178"/>
                          </a:lnTo>
                          <a:lnTo>
                            <a:pt x="112" y="197"/>
                          </a:lnTo>
                          <a:lnTo>
                            <a:pt x="97" y="217"/>
                          </a:lnTo>
                          <a:lnTo>
                            <a:pt x="84" y="238"/>
                          </a:lnTo>
                          <a:lnTo>
                            <a:pt x="70" y="259"/>
                          </a:lnTo>
                          <a:lnTo>
                            <a:pt x="58" y="280"/>
                          </a:lnTo>
                          <a:lnTo>
                            <a:pt x="46" y="304"/>
                          </a:lnTo>
                          <a:lnTo>
                            <a:pt x="37" y="327"/>
                          </a:lnTo>
                          <a:lnTo>
                            <a:pt x="28" y="350"/>
                          </a:lnTo>
                          <a:lnTo>
                            <a:pt x="20" y="375"/>
                          </a:lnTo>
                          <a:lnTo>
                            <a:pt x="14" y="399"/>
                          </a:lnTo>
                          <a:lnTo>
                            <a:pt x="8" y="425"/>
                          </a:lnTo>
                          <a:lnTo>
                            <a:pt x="4" y="450"/>
                          </a:lnTo>
                          <a:lnTo>
                            <a:pt x="1" y="477"/>
                          </a:lnTo>
                          <a:lnTo>
                            <a:pt x="0" y="503"/>
                          </a:lnTo>
                          <a:lnTo>
                            <a:pt x="0" y="530"/>
                          </a:lnTo>
                          <a:lnTo>
                            <a:pt x="187" y="526"/>
                          </a:lnTo>
                          <a:lnTo>
                            <a:pt x="187" y="508"/>
                          </a:lnTo>
                          <a:lnTo>
                            <a:pt x="188" y="491"/>
                          </a:lnTo>
                          <a:lnTo>
                            <a:pt x="190" y="476"/>
                          </a:lnTo>
                          <a:lnTo>
                            <a:pt x="192" y="459"/>
                          </a:lnTo>
                          <a:lnTo>
                            <a:pt x="195" y="443"/>
                          </a:lnTo>
                          <a:lnTo>
                            <a:pt x="199" y="427"/>
                          </a:lnTo>
                          <a:lnTo>
                            <a:pt x="205" y="412"/>
                          </a:lnTo>
                          <a:lnTo>
                            <a:pt x="210" y="396"/>
                          </a:lnTo>
                          <a:lnTo>
                            <a:pt x="216" y="382"/>
                          </a:lnTo>
                          <a:lnTo>
                            <a:pt x="224" y="367"/>
                          </a:lnTo>
                          <a:lnTo>
                            <a:pt x="231" y="354"/>
                          </a:lnTo>
                          <a:lnTo>
                            <a:pt x="240" y="340"/>
                          </a:lnTo>
                          <a:lnTo>
                            <a:pt x="249" y="326"/>
                          </a:lnTo>
                          <a:lnTo>
                            <a:pt x="259" y="313"/>
                          </a:lnTo>
                          <a:lnTo>
                            <a:pt x="269" y="300"/>
                          </a:lnTo>
                          <a:lnTo>
                            <a:pt x="280" y="289"/>
                          </a:lnTo>
                          <a:lnTo>
                            <a:pt x="292" y="278"/>
                          </a:lnTo>
                          <a:lnTo>
                            <a:pt x="303" y="268"/>
                          </a:lnTo>
                          <a:lnTo>
                            <a:pt x="316" y="257"/>
                          </a:lnTo>
                          <a:lnTo>
                            <a:pt x="329" y="247"/>
                          </a:lnTo>
                          <a:lnTo>
                            <a:pt x="342" y="239"/>
                          </a:lnTo>
                          <a:lnTo>
                            <a:pt x="355" y="230"/>
                          </a:lnTo>
                          <a:lnTo>
                            <a:pt x="370" y="223"/>
                          </a:lnTo>
                          <a:lnTo>
                            <a:pt x="385" y="216"/>
                          </a:lnTo>
                          <a:lnTo>
                            <a:pt x="400" y="209"/>
                          </a:lnTo>
                          <a:lnTo>
                            <a:pt x="415" y="204"/>
                          </a:lnTo>
                          <a:lnTo>
                            <a:pt x="431" y="199"/>
                          </a:lnTo>
                          <a:lnTo>
                            <a:pt x="447" y="195"/>
                          </a:lnTo>
                          <a:lnTo>
                            <a:pt x="463" y="192"/>
                          </a:lnTo>
                          <a:lnTo>
                            <a:pt x="480" y="189"/>
                          </a:lnTo>
                          <a:lnTo>
                            <a:pt x="497" y="188"/>
                          </a:lnTo>
                          <a:lnTo>
                            <a:pt x="514" y="187"/>
                          </a:lnTo>
                          <a:lnTo>
                            <a:pt x="511" y="0"/>
                          </a:lnTo>
                          <a:close/>
                        </a:path>
                      </a:pathLst>
                    </a:custGeom>
                    <a:solidFill>
                      <a:srgbClr val="EF2B2F"/>
                    </a:solidFill>
                    <a:ln>
                      <a:noFill/>
                    </a:ln>
                  </p:spPr>
                  <p:txBody>
                    <a:bodyPr/>
                    <a:lstStyle/>
                    <a:p>
                      <a:pPr>
                        <a:defRPr/>
                      </a:pPr>
                      <a:endParaRPr lang="en-US" sz="1050">
                        <a:latin typeface="+mj-lt"/>
                      </a:endParaRPr>
                    </a:p>
                  </p:txBody>
                </p:sp>
                <p:sp>
                  <p:nvSpPr>
                    <p:cNvPr id="41372" name="Freeform 838">
                      <a:extLst>
                        <a:ext uri="{FF2B5EF4-FFF2-40B4-BE49-F238E27FC236}">
                          <a16:creationId xmlns="" xmlns:a16="http://schemas.microsoft.com/office/drawing/2014/main" id="{334A0E27-0F6F-9B27-4E77-F34187B2315A}"/>
                        </a:ext>
                      </a:extLst>
                    </p:cNvPr>
                    <p:cNvSpPr>
                      <a:spLocks/>
                    </p:cNvSpPr>
                    <p:nvPr/>
                  </p:nvSpPr>
                  <p:spPr bwMode="auto">
                    <a:xfrm>
                      <a:off x="2183" y="3040"/>
                      <a:ext cx="88" cy="88"/>
                    </a:xfrm>
                    <a:custGeom>
                      <a:avLst/>
                      <a:gdLst>
                        <a:gd name="T0" fmla="*/ 0 w 528"/>
                        <a:gd name="T1" fmla="*/ 0 h 513"/>
                        <a:gd name="T2" fmla="*/ 0 w 528"/>
                        <a:gd name="T3" fmla="*/ 0 h 513"/>
                        <a:gd name="T4" fmla="*/ 0 w 528"/>
                        <a:gd name="T5" fmla="*/ 0 h 513"/>
                        <a:gd name="T6" fmla="*/ 0 w 528"/>
                        <a:gd name="T7" fmla="*/ 0 h 513"/>
                        <a:gd name="T8" fmla="*/ 0 w 528"/>
                        <a:gd name="T9" fmla="*/ 0 h 513"/>
                        <a:gd name="T10" fmla="*/ 0 w 528"/>
                        <a:gd name="T11" fmla="*/ 0 h 513"/>
                        <a:gd name="T12" fmla="*/ 0 w 528"/>
                        <a:gd name="T13" fmla="*/ 0 h 513"/>
                        <a:gd name="T14" fmla="*/ 0 w 528"/>
                        <a:gd name="T15" fmla="*/ 0 h 513"/>
                        <a:gd name="T16" fmla="*/ 0 w 528"/>
                        <a:gd name="T17" fmla="*/ 0 h 513"/>
                        <a:gd name="T18" fmla="*/ 0 w 528"/>
                        <a:gd name="T19" fmla="*/ 0 h 513"/>
                        <a:gd name="T20" fmla="*/ 0 w 528"/>
                        <a:gd name="T21" fmla="*/ 0 h 513"/>
                        <a:gd name="T22" fmla="*/ 0 w 528"/>
                        <a:gd name="T23" fmla="*/ 0 h 513"/>
                        <a:gd name="T24" fmla="*/ 0 w 528"/>
                        <a:gd name="T25" fmla="*/ 0 h 513"/>
                        <a:gd name="T26" fmla="*/ 0 w 528"/>
                        <a:gd name="T27" fmla="*/ 0 h 513"/>
                        <a:gd name="T28" fmla="*/ 0 w 528"/>
                        <a:gd name="T29" fmla="*/ 0 h 513"/>
                        <a:gd name="T30" fmla="*/ 0 w 528"/>
                        <a:gd name="T31" fmla="*/ 0 h 513"/>
                        <a:gd name="T32" fmla="*/ 0 w 528"/>
                        <a:gd name="T33" fmla="*/ 0 h 513"/>
                        <a:gd name="T34" fmla="*/ 0 w 528"/>
                        <a:gd name="T35" fmla="*/ 0 h 513"/>
                        <a:gd name="T36" fmla="*/ 0 w 528"/>
                        <a:gd name="T37" fmla="*/ 0 h 513"/>
                        <a:gd name="T38" fmla="*/ 0 w 528"/>
                        <a:gd name="T39" fmla="*/ 0 h 513"/>
                        <a:gd name="T40" fmla="*/ 0 w 528"/>
                        <a:gd name="T41" fmla="*/ 0 h 513"/>
                        <a:gd name="T42" fmla="*/ 0 w 528"/>
                        <a:gd name="T43" fmla="*/ 0 h 513"/>
                        <a:gd name="T44" fmla="*/ 0 w 528"/>
                        <a:gd name="T45" fmla="*/ 0 h 513"/>
                        <a:gd name="T46" fmla="*/ 0 w 528"/>
                        <a:gd name="T47" fmla="*/ 0 h 513"/>
                        <a:gd name="T48" fmla="*/ 0 w 528"/>
                        <a:gd name="T49" fmla="*/ 0 h 513"/>
                        <a:gd name="T50" fmla="*/ 0 w 528"/>
                        <a:gd name="T51" fmla="*/ 0 h 513"/>
                        <a:gd name="T52" fmla="*/ 0 w 528"/>
                        <a:gd name="T53" fmla="*/ 0 h 513"/>
                        <a:gd name="T54" fmla="*/ 0 w 528"/>
                        <a:gd name="T55" fmla="*/ 0 h 513"/>
                        <a:gd name="T56" fmla="*/ 0 w 528"/>
                        <a:gd name="T57" fmla="*/ 0 h 513"/>
                        <a:gd name="T58" fmla="*/ 0 w 528"/>
                        <a:gd name="T59" fmla="*/ 0 h 513"/>
                        <a:gd name="T60" fmla="*/ 0 w 528"/>
                        <a:gd name="T61" fmla="*/ 0 h 513"/>
                        <a:gd name="T62" fmla="*/ 0 w 528"/>
                        <a:gd name="T63" fmla="*/ 0 h 513"/>
                        <a:gd name="T64" fmla="*/ 0 w 528"/>
                        <a:gd name="T65" fmla="*/ 0 h 513"/>
                        <a:gd name="T66" fmla="*/ 0 w 528"/>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8"/>
                        <a:gd name="T103" fmla="*/ 0 h 513"/>
                        <a:gd name="T104" fmla="*/ 528 w 528"/>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8" h="513">
                          <a:moveTo>
                            <a:pt x="528" y="510"/>
                          </a:moveTo>
                          <a:lnTo>
                            <a:pt x="528" y="510"/>
                          </a:lnTo>
                          <a:lnTo>
                            <a:pt x="527" y="484"/>
                          </a:lnTo>
                          <a:lnTo>
                            <a:pt x="525" y="457"/>
                          </a:lnTo>
                          <a:lnTo>
                            <a:pt x="521" y="431"/>
                          </a:lnTo>
                          <a:lnTo>
                            <a:pt x="516" y="405"/>
                          </a:lnTo>
                          <a:lnTo>
                            <a:pt x="509" y="381"/>
                          </a:lnTo>
                          <a:lnTo>
                            <a:pt x="503" y="356"/>
                          </a:lnTo>
                          <a:lnTo>
                            <a:pt x="493" y="332"/>
                          </a:lnTo>
                          <a:lnTo>
                            <a:pt x="484" y="309"/>
                          </a:lnTo>
                          <a:lnTo>
                            <a:pt x="473" y="285"/>
                          </a:lnTo>
                          <a:lnTo>
                            <a:pt x="462" y="264"/>
                          </a:lnTo>
                          <a:lnTo>
                            <a:pt x="449" y="242"/>
                          </a:lnTo>
                          <a:lnTo>
                            <a:pt x="434" y="221"/>
                          </a:lnTo>
                          <a:lnTo>
                            <a:pt x="419" y="200"/>
                          </a:lnTo>
                          <a:lnTo>
                            <a:pt x="404" y="181"/>
                          </a:lnTo>
                          <a:lnTo>
                            <a:pt x="387" y="163"/>
                          </a:lnTo>
                          <a:lnTo>
                            <a:pt x="369" y="145"/>
                          </a:lnTo>
                          <a:lnTo>
                            <a:pt x="351" y="128"/>
                          </a:lnTo>
                          <a:lnTo>
                            <a:pt x="332" y="112"/>
                          </a:lnTo>
                          <a:lnTo>
                            <a:pt x="312" y="98"/>
                          </a:lnTo>
                          <a:lnTo>
                            <a:pt x="292" y="84"/>
                          </a:lnTo>
                          <a:lnTo>
                            <a:pt x="269" y="70"/>
                          </a:lnTo>
                          <a:lnTo>
                            <a:pt x="248" y="58"/>
                          </a:lnTo>
                          <a:lnTo>
                            <a:pt x="226" y="47"/>
                          </a:lnTo>
                          <a:lnTo>
                            <a:pt x="202" y="37"/>
                          </a:lnTo>
                          <a:lnTo>
                            <a:pt x="178" y="29"/>
                          </a:lnTo>
                          <a:lnTo>
                            <a:pt x="154" y="20"/>
                          </a:lnTo>
                          <a:lnTo>
                            <a:pt x="129" y="14"/>
                          </a:lnTo>
                          <a:lnTo>
                            <a:pt x="104" y="8"/>
                          </a:lnTo>
                          <a:lnTo>
                            <a:pt x="78" y="4"/>
                          </a:lnTo>
                          <a:lnTo>
                            <a:pt x="52" y="1"/>
                          </a:lnTo>
                          <a:lnTo>
                            <a:pt x="25" y="0"/>
                          </a:lnTo>
                          <a:lnTo>
                            <a:pt x="0" y="0"/>
                          </a:lnTo>
                          <a:lnTo>
                            <a:pt x="3" y="187"/>
                          </a:lnTo>
                          <a:lnTo>
                            <a:pt x="20" y="187"/>
                          </a:lnTo>
                          <a:lnTo>
                            <a:pt x="37" y="188"/>
                          </a:lnTo>
                          <a:lnTo>
                            <a:pt x="54" y="190"/>
                          </a:lnTo>
                          <a:lnTo>
                            <a:pt x="70" y="192"/>
                          </a:lnTo>
                          <a:lnTo>
                            <a:pt x="86" y="196"/>
                          </a:lnTo>
                          <a:lnTo>
                            <a:pt x="102" y="199"/>
                          </a:lnTo>
                          <a:lnTo>
                            <a:pt x="117" y="205"/>
                          </a:lnTo>
                          <a:lnTo>
                            <a:pt x="132" y="210"/>
                          </a:lnTo>
                          <a:lnTo>
                            <a:pt x="147" y="216"/>
                          </a:lnTo>
                          <a:lnTo>
                            <a:pt x="162" y="224"/>
                          </a:lnTo>
                          <a:lnTo>
                            <a:pt x="176" y="232"/>
                          </a:lnTo>
                          <a:lnTo>
                            <a:pt x="190" y="240"/>
                          </a:lnTo>
                          <a:lnTo>
                            <a:pt x="202" y="249"/>
                          </a:lnTo>
                          <a:lnTo>
                            <a:pt x="215" y="259"/>
                          </a:lnTo>
                          <a:lnTo>
                            <a:pt x="228" y="269"/>
                          </a:lnTo>
                          <a:lnTo>
                            <a:pt x="240" y="280"/>
                          </a:lnTo>
                          <a:lnTo>
                            <a:pt x="251" y="292"/>
                          </a:lnTo>
                          <a:lnTo>
                            <a:pt x="262" y="303"/>
                          </a:lnTo>
                          <a:lnTo>
                            <a:pt x="271" y="316"/>
                          </a:lnTo>
                          <a:lnTo>
                            <a:pt x="281" y="329"/>
                          </a:lnTo>
                          <a:lnTo>
                            <a:pt x="291" y="343"/>
                          </a:lnTo>
                          <a:lnTo>
                            <a:pt x="299" y="355"/>
                          </a:lnTo>
                          <a:lnTo>
                            <a:pt x="306" y="370"/>
                          </a:lnTo>
                          <a:lnTo>
                            <a:pt x="313" y="385"/>
                          </a:lnTo>
                          <a:lnTo>
                            <a:pt x="319" y="400"/>
                          </a:lnTo>
                          <a:lnTo>
                            <a:pt x="325" y="415"/>
                          </a:lnTo>
                          <a:lnTo>
                            <a:pt x="330" y="431"/>
                          </a:lnTo>
                          <a:lnTo>
                            <a:pt x="334" y="447"/>
                          </a:lnTo>
                          <a:lnTo>
                            <a:pt x="337" y="462"/>
                          </a:lnTo>
                          <a:lnTo>
                            <a:pt x="339" y="479"/>
                          </a:lnTo>
                          <a:lnTo>
                            <a:pt x="340" y="495"/>
                          </a:lnTo>
                          <a:lnTo>
                            <a:pt x="342" y="513"/>
                          </a:lnTo>
                          <a:lnTo>
                            <a:pt x="528" y="510"/>
                          </a:lnTo>
                          <a:close/>
                        </a:path>
                      </a:pathLst>
                    </a:custGeom>
                    <a:solidFill>
                      <a:srgbClr val="EF2B2F"/>
                    </a:solidFill>
                    <a:ln>
                      <a:noFill/>
                    </a:ln>
                  </p:spPr>
                  <p:txBody>
                    <a:bodyPr/>
                    <a:lstStyle/>
                    <a:p>
                      <a:pPr>
                        <a:defRPr/>
                      </a:pPr>
                      <a:endParaRPr lang="en-US" sz="1050">
                        <a:latin typeface="+mj-lt"/>
                      </a:endParaRPr>
                    </a:p>
                  </p:txBody>
                </p:sp>
                <p:sp>
                  <p:nvSpPr>
                    <p:cNvPr id="41373" name="Freeform 839">
                      <a:extLst>
                        <a:ext uri="{FF2B5EF4-FFF2-40B4-BE49-F238E27FC236}">
                          <a16:creationId xmlns="" xmlns:a16="http://schemas.microsoft.com/office/drawing/2014/main" id="{01F0B93B-6D7F-7741-91B7-B61C75FFB7E6}"/>
                        </a:ext>
                      </a:extLst>
                    </p:cNvPr>
                    <p:cNvSpPr>
                      <a:spLocks/>
                    </p:cNvSpPr>
                    <p:nvPr/>
                  </p:nvSpPr>
                  <p:spPr bwMode="auto">
                    <a:xfrm>
                      <a:off x="2188" y="3127"/>
                      <a:ext cx="84" cy="88"/>
                    </a:xfrm>
                    <a:custGeom>
                      <a:avLst/>
                      <a:gdLst>
                        <a:gd name="T0" fmla="*/ 0 w 512"/>
                        <a:gd name="T1" fmla="*/ 0 h 529"/>
                        <a:gd name="T2" fmla="*/ 0 w 512"/>
                        <a:gd name="T3" fmla="*/ 0 h 529"/>
                        <a:gd name="T4" fmla="*/ 0 w 512"/>
                        <a:gd name="T5" fmla="*/ 0 h 529"/>
                        <a:gd name="T6" fmla="*/ 0 w 512"/>
                        <a:gd name="T7" fmla="*/ 0 h 529"/>
                        <a:gd name="T8" fmla="*/ 0 w 512"/>
                        <a:gd name="T9" fmla="*/ 0 h 529"/>
                        <a:gd name="T10" fmla="*/ 0 w 512"/>
                        <a:gd name="T11" fmla="*/ 0 h 529"/>
                        <a:gd name="T12" fmla="*/ 0 w 512"/>
                        <a:gd name="T13" fmla="*/ 0 h 529"/>
                        <a:gd name="T14" fmla="*/ 0 w 512"/>
                        <a:gd name="T15" fmla="*/ 0 h 529"/>
                        <a:gd name="T16" fmla="*/ 0 w 512"/>
                        <a:gd name="T17" fmla="*/ 0 h 529"/>
                        <a:gd name="T18" fmla="*/ 0 w 512"/>
                        <a:gd name="T19" fmla="*/ 0 h 529"/>
                        <a:gd name="T20" fmla="*/ 0 w 512"/>
                        <a:gd name="T21" fmla="*/ 0 h 529"/>
                        <a:gd name="T22" fmla="*/ 0 w 512"/>
                        <a:gd name="T23" fmla="*/ 0 h 529"/>
                        <a:gd name="T24" fmla="*/ 0 w 512"/>
                        <a:gd name="T25" fmla="*/ 0 h 529"/>
                        <a:gd name="T26" fmla="*/ 0 w 512"/>
                        <a:gd name="T27" fmla="*/ 0 h 529"/>
                        <a:gd name="T28" fmla="*/ 0 w 512"/>
                        <a:gd name="T29" fmla="*/ 0 h 529"/>
                        <a:gd name="T30" fmla="*/ 0 w 512"/>
                        <a:gd name="T31" fmla="*/ 0 h 529"/>
                        <a:gd name="T32" fmla="*/ 0 w 512"/>
                        <a:gd name="T33" fmla="*/ 0 h 529"/>
                        <a:gd name="T34" fmla="*/ 0 w 512"/>
                        <a:gd name="T35" fmla="*/ 0 h 529"/>
                        <a:gd name="T36" fmla="*/ 0 w 512"/>
                        <a:gd name="T37" fmla="*/ 0 h 529"/>
                        <a:gd name="T38" fmla="*/ 0 w 512"/>
                        <a:gd name="T39" fmla="*/ 0 h 529"/>
                        <a:gd name="T40" fmla="*/ 0 w 512"/>
                        <a:gd name="T41" fmla="*/ 0 h 529"/>
                        <a:gd name="T42" fmla="*/ 0 w 512"/>
                        <a:gd name="T43" fmla="*/ 0 h 529"/>
                        <a:gd name="T44" fmla="*/ 0 w 512"/>
                        <a:gd name="T45" fmla="*/ 0 h 529"/>
                        <a:gd name="T46" fmla="*/ 0 w 512"/>
                        <a:gd name="T47" fmla="*/ 0 h 529"/>
                        <a:gd name="T48" fmla="*/ 0 w 512"/>
                        <a:gd name="T49" fmla="*/ 0 h 529"/>
                        <a:gd name="T50" fmla="*/ 0 w 512"/>
                        <a:gd name="T51" fmla="*/ 0 h 529"/>
                        <a:gd name="T52" fmla="*/ 0 w 512"/>
                        <a:gd name="T53" fmla="*/ 0 h 529"/>
                        <a:gd name="T54" fmla="*/ 0 w 512"/>
                        <a:gd name="T55" fmla="*/ 0 h 529"/>
                        <a:gd name="T56" fmla="*/ 0 w 512"/>
                        <a:gd name="T57" fmla="*/ 0 h 529"/>
                        <a:gd name="T58" fmla="*/ 0 w 512"/>
                        <a:gd name="T59" fmla="*/ 0 h 529"/>
                        <a:gd name="T60" fmla="*/ 0 w 512"/>
                        <a:gd name="T61" fmla="*/ 0 h 529"/>
                        <a:gd name="T62" fmla="*/ 0 w 512"/>
                        <a:gd name="T63" fmla="*/ 0 h 529"/>
                        <a:gd name="T64" fmla="*/ 0 w 512"/>
                        <a:gd name="T65" fmla="*/ 0 h 529"/>
                        <a:gd name="T66" fmla="*/ 0 w 512"/>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2"/>
                        <a:gd name="T103" fmla="*/ 0 h 529"/>
                        <a:gd name="T104" fmla="*/ 512 w 512"/>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2" h="529">
                          <a:moveTo>
                            <a:pt x="2" y="529"/>
                          </a:moveTo>
                          <a:lnTo>
                            <a:pt x="2" y="529"/>
                          </a:lnTo>
                          <a:lnTo>
                            <a:pt x="28" y="527"/>
                          </a:lnTo>
                          <a:lnTo>
                            <a:pt x="55" y="525"/>
                          </a:lnTo>
                          <a:lnTo>
                            <a:pt x="81" y="521"/>
                          </a:lnTo>
                          <a:lnTo>
                            <a:pt x="107" y="517"/>
                          </a:lnTo>
                          <a:lnTo>
                            <a:pt x="131" y="511"/>
                          </a:lnTo>
                          <a:lnTo>
                            <a:pt x="156" y="503"/>
                          </a:lnTo>
                          <a:lnTo>
                            <a:pt x="180" y="494"/>
                          </a:lnTo>
                          <a:lnTo>
                            <a:pt x="203" y="484"/>
                          </a:lnTo>
                          <a:lnTo>
                            <a:pt x="227" y="473"/>
                          </a:lnTo>
                          <a:lnTo>
                            <a:pt x="249" y="462"/>
                          </a:lnTo>
                          <a:lnTo>
                            <a:pt x="270" y="449"/>
                          </a:lnTo>
                          <a:lnTo>
                            <a:pt x="292" y="435"/>
                          </a:lnTo>
                          <a:lnTo>
                            <a:pt x="312" y="420"/>
                          </a:lnTo>
                          <a:lnTo>
                            <a:pt x="331" y="404"/>
                          </a:lnTo>
                          <a:lnTo>
                            <a:pt x="349" y="387"/>
                          </a:lnTo>
                          <a:lnTo>
                            <a:pt x="367" y="369"/>
                          </a:lnTo>
                          <a:lnTo>
                            <a:pt x="384" y="351"/>
                          </a:lnTo>
                          <a:lnTo>
                            <a:pt x="400" y="332"/>
                          </a:lnTo>
                          <a:lnTo>
                            <a:pt x="415" y="312"/>
                          </a:lnTo>
                          <a:lnTo>
                            <a:pt x="429" y="292"/>
                          </a:lnTo>
                          <a:lnTo>
                            <a:pt x="442" y="271"/>
                          </a:lnTo>
                          <a:lnTo>
                            <a:pt x="454" y="248"/>
                          </a:lnTo>
                          <a:lnTo>
                            <a:pt x="466" y="226"/>
                          </a:lnTo>
                          <a:lnTo>
                            <a:pt x="475" y="203"/>
                          </a:lnTo>
                          <a:lnTo>
                            <a:pt x="484" y="178"/>
                          </a:lnTo>
                          <a:lnTo>
                            <a:pt x="492" y="154"/>
                          </a:lnTo>
                          <a:lnTo>
                            <a:pt x="499" y="130"/>
                          </a:lnTo>
                          <a:lnTo>
                            <a:pt x="504" y="104"/>
                          </a:lnTo>
                          <a:lnTo>
                            <a:pt x="508" y="79"/>
                          </a:lnTo>
                          <a:lnTo>
                            <a:pt x="511" y="52"/>
                          </a:lnTo>
                          <a:lnTo>
                            <a:pt x="512" y="27"/>
                          </a:lnTo>
                          <a:lnTo>
                            <a:pt x="512" y="0"/>
                          </a:lnTo>
                          <a:lnTo>
                            <a:pt x="326" y="3"/>
                          </a:lnTo>
                          <a:lnTo>
                            <a:pt x="326" y="20"/>
                          </a:lnTo>
                          <a:lnTo>
                            <a:pt x="324" y="37"/>
                          </a:lnTo>
                          <a:lnTo>
                            <a:pt x="322" y="54"/>
                          </a:lnTo>
                          <a:lnTo>
                            <a:pt x="320" y="70"/>
                          </a:lnTo>
                          <a:lnTo>
                            <a:pt x="317" y="86"/>
                          </a:lnTo>
                          <a:lnTo>
                            <a:pt x="313" y="102"/>
                          </a:lnTo>
                          <a:lnTo>
                            <a:pt x="307" y="118"/>
                          </a:lnTo>
                          <a:lnTo>
                            <a:pt x="302" y="133"/>
                          </a:lnTo>
                          <a:lnTo>
                            <a:pt x="296" y="148"/>
                          </a:lnTo>
                          <a:lnTo>
                            <a:pt x="288" y="163"/>
                          </a:lnTo>
                          <a:lnTo>
                            <a:pt x="281" y="176"/>
                          </a:lnTo>
                          <a:lnTo>
                            <a:pt x="272" y="190"/>
                          </a:lnTo>
                          <a:lnTo>
                            <a:pt x="263" y="204"/>
                          </a:lnTo>
                          <a:lnTo>
                            <a:pt x="253" y="216"/>
                          </a:lnTo>
                          <a:lnTo>
                            <a:pt x="243" y="228"/>
                          </a:lnTo>
                          <a:lnTo>
                            <a:pt x="232" y="240"/>
                          </a:lnTo>
                          <a:lnTo>
                            <a:pt x="221" y="252"/>
                          </a:lnTo>
                          <a:lnTo>
                            <a:pt x="209" y="262"/>
                          </a:lnTo>
                          <a:lnTo>
                            <a:pt x="196" y="272"/>
                          </a:lnTo>
                          <a:lnTo>
                            <a:pt x="183" y="281"/>
                          </a:lnTo>
                          <a:lnTo>
                            <a:pt x="170" y="291"/>
                          </a:lnTo>
                          <a:lnTo>
                            <a:pt x="157" y="299"/>
                          </a:lnTo>
                          <a:lnTo>
                            <a:pt x="142" y="307"/>
                          </a:lnTo>
                          <a:lnTo>
                            <a:pt x="128" y="314"/>
                          </a:lnTo>
                          <a:lnTo>
                            <a:pt x="113" y="320"/>
                          </a:lnTo>
                          <a:lnTo>
                            <a:pt x="97" y="325"/>
                          </a:lnTo>
                          <a:lnTo>
                            <a:pt x="81" y="330"/>
                          </a:lnTo>
                          <a:lnTo>
                            <a:pt x="65" y="334"/>
                          </a:lnTo>
                          <a:lnTo>
                            <a:pt x="49" y="338"/>
                          </a:lnTo>
                          <a:lnTo>
                            <a:pt x="32" y="340"/>
                          </a:lnTo>
                          <a:lnTo>
                            <a:pt x="16" y="342"/>
                          </a:lnTo>
                          <a:lnTo>
                            <a:pt x="0" y="342"/>
                          </a:lnTo>
                          <a:lnTo>
                            <a:pt x="2" y="529"/>
                          </a:lnTo>
                          <a:close/>
                        </a:path>
                      </a:pathLst>
                    </a:custGeom>
                    <a:solidFill>
                      <a:srgbClr val="EF2B2F"/>
                    </a:solidFill>
                    <a:ln>
                      <a:noFill/>
                    </a:ln>
                  </p:spPr>
                  <p:txBody>
                    <a:bodyPr/>
                    <a:lstStyle/>
                    <a:p>
                      <a:pPr>
                        <a:defRPr/>
                      </a:pPr>
                      <a:endParaRPr lang="en-US" sz="1050">
                        <a:latin typeface="+mj-lt"/>
                      </a:endParaRPr>
                    </a:p>
                  </p:txBody>
                </p:sp>
                <p:sp>
                  <p:nvSpPr>
                    <p:cNvPr id="41374" name="Freeform 840">
                      <a:extLst>
                        <a:ext uri="{FF2B5EF4-FFF2-40B4-BE49-F238E27FC236}">
                          <a16:creationId xmlns="" xmlns:a16="http://schemas.microsoft.com/office/drawing/2014/main" id="{60A55925-46A3-1048-17D0-8BD08A8C37BC}"/>
                        </a:ext>
                      </a:extLst>
                    </p:cNvPr>
                    <p:cNvSpPr>
                      <a:spLocks/>
                    </p:cNvSpPr>
                    <p:nvPr/>
                  </p:nvSpPr>
                  <p:spPr bwMode="auto">
                    <a:xfrm>
                      <a:off x="2100" y="3127"/>
                      <a:ext cx="88" cy="88"/>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0" y="2"/>
                          </a:moveTo>
                          <a:lnTo>
                            <a:pt x="0" y="2"/>
                          </a:lnTo>
                          <a:lnTo>
                            <a:pt x="1" y="29"/>
                          </a:lnTo>
                          <a:lnTo>
                            <a:pt x="3" y="55"/>
                          </a:lnTo>
                          <a:lnTo>
                            <a:pt x="7" y="82"/>
                          </a:lnTo>
                          <a:lnTo>
                            <a:pt x="12" y="107"/>
                          </a:lnTo>
                          <a:lnTo>
                            <a:pt x="18" y="132"/>
                          </a:lnTo>
                          <a:lnTo>
                            <a:pt x="25" y="156"/>
                          </a:lnTo>
                          <a:lnTo>
                            <a:pt x="35" y="180"/>
                          </a:lnTo>
                          <a:lnTo>
                            <a:pt x="44" y="204"/>
                          </a:lnTo>
                          <a:lnTo>
                            <a:pt x="55" y="227"/>
                          </a:lnTo>
                          <a:lnTo>
                            <a:pt x="67" y="249"/>
                          </a:lnTo>
                          <a:lnTo>
                            <a:pt x="79" y="271"/>
                          </a:lnTo>
                          <a:lnTo>
                            <a:pt x="94" y="292"/>
                          </a:lnTo>
                          <a:lnTo>
                            <a:pt x="108" y="312"/>
                          </a:lnTo>
                          <a:lnTo>
                            <a:pt x="124" y="331"/>
                          </a:lnTo>
                          <a:lnTo>
                            <a:pt x="141" y="349"/>
                          </a:lnTo>
                          <a:lnTo>
                            <a:pt x="159" y="367"/>
                          </a:lnTo>
                          <a:lnTo>
                            <a:pt x="177" y="384"/>
                          </a:lnTo>
                          <a:lnTo>
                            <a:pt x="196" y="400"/>
                          </a:lnTo>
                          <a:lnTo>
                            <a:pt x="216" y="415"/>
                          </a:lnTo>
                          <a:lnTo>
                            <a:pt x="237" y="430"/>
                          </a:lnTo>
                          <a:lnTo>
                            <a:pt x="258" y="443"/>
                          </a:lnTo>
                          <a:lnTo>
                            <a:pt x="280" y="455"/>
                          </a:lnTo>
                          <a:lnTo>
                            <a:pt x="303" y="466"/>
                          </a:lnTo>
                          <a:lnTo>
                            <a:pt x="326" y="475"/>
                          </a:lnTo>
                          <a:lnTo>
                            <a:pt x="350" y="485"/>
                          </a:lnTo>
                          <a:lnTo>
                            <a:pt x="375" y="492"/>
                          </a:lnTo>
                          <a:lnTo>
                            <a:pt x="399" y="499"/>
                          </a:lnTo>
                          <a:lnTo>
                            <a:pt x="425" y="504"/>
                          </a:lnTo>
                          <a:lnTo>
                            <a:pt x="450" y="508"/>
                          </a:lnTo>
                          <a:lnTo>
                            <a:pt x="477" y="511"/>
                          </a:lnTo>
                          <a:lnTo>
                            <a:pt x="503" y="513"/>
                          </a:lnTo>
                          <a:lnTo>
                            <a:pt x="529" y="513"/>
                          </a:lnTo>
                          <a:lnTo>
                            <a:pt x="527" y="326"/>
                          </a:lnTo>
                          <a:lnTo>
                            <a:pt x="508" y="326"/>
                          </a:lnTo>
                          <a:lnTo>
                            <a:pt x="491" y="325"/>
                          </a:lnTo>
                          <a:lnTo>
                            <a:pt x="474" y="324"/>
                          </a:lnTo>
                          <a:lnTo>
                            <a:pt x="459" y="321"/>
                          </a:lnTo>
                          <a:lnTo>
                            <a:pt x="443" y="317"/>
                          </a:lnTo>
                          <a:lnTo>
                            <a:pt x="427" y="313"/>
                          </a:lnTo>
                          <a:lnTo>
                            <a:pt x="411" y="308"/>
                          </a:lnTo>
                          <a:lnTo>
                            <a:pt x="396" y="302"/>
                          </a:lnTo>
                          <a:lnTo>
                            <a:pt x="381" y="296"/>
                          </a:lnTo>
                          <a:lnTo>
                            <a:pt x="366" y="289"/>
                          </a:lnTo>
                          <a:lnTo>
                            <a:pt x="352" y="281"/>
                          </a:lnTo>
                          <a:lnTo>
                            <a:pt x="339" y="273"/>
                          </a:lnTo>
                          <a:lnTo>
                            <a:pt x="326" y="263"/>
                          </a:lnTo>
                          <a:lnTo>
                            <a:pt x="313" y="254"/>
                          </a:lnTo>
                          <a:lnTo>
                            <a:pt x="300" y="244"/>
                          </a:lnTo>
                          <a:lnTo>
                            <a:pt x="289" y="232"/>
                          </a:lnTo>
                          <a:lnTo>
                            <a:pt x="277" y="222"/>
                          </a:lnTo>
                          <a:lnTo>
                            <a:pt x="266" y="209"/>
                          </a:lnTo>
                          <a:lnTo>
                            <a:pt x="257" y="197"/>
                          </a:lnTo>
                          <a:lnTo>
                            <a:pt x="247" y="184"/>
                          </a:lnTo>
                          <a:lnTo>
                            <a:pt x="238" y="171"/>
                          </a:lnTo>
                          <a:lnTo>
                            <a:pt x="229" y="157"/>
                          </a:lnTo>
                          <a:lnTo>
                            <a:pt x="222" y="143"/>
                          </a:lnTo>
                          <a:lnTo>
                            <a:pt x="215" y="129"/>
                          </a:lnTo>
                          <a:lnTo>
                            <a:pt x="209" y="114"/>
                          </a:lnTo>
                          <a:lnTo>
                            <a:pt x="204" y="98"/>
                          </a:lnTo>
                          <a:lnTo>
                            <a:pt x="198" y="83"/>
                          </a:lnTo>
                          <a:lnTo>
                            <a:pt x="194" y="66"/>
                          </a:lnTo>
                          <a:lnTo>
                            <a:pt x="191" y="50"/>
                          </a:lnTo>
                          <a:lnTo>
                            <a:pt x="189" y="34"/>
                          </a:lnTo>
                          <a:lnTo>
                            <a:pt x="188" y="17"/>
                          </a:lnTo>
                          <a:lnTo>
                            <a:pt x="187" y="0"/>
                          </a:lnTo>
                          <a:lnTo>
                            <a:pt x="0" y="2"/>
                          </a:lnTo>
                          <a:close/>
                        </a:path>
                      </a:pathLst>
                    </a:custGeom>
                    <a:solidFill>
                      <a:srgbClr val="EF2B2F"/>
                    </a:solidFill>
                    <a:ln>
                      <a:noFill/>
                    </a:ln>
                  </p:spPr>
                  <p:txBody>
                    <a:bodyPr/>
                    <a:lstStyle/>
                    <a:p>
                      <a:pPr>
                        <a:defRPr/>
                      </a:pPr>
                      <a:endParaRPr lang="en-US" sz="1050">
                        <a:latin typeface="+mj-lt"/>
                      </a:endParaRPr>
                    </a:p>
                  </p:txBody>
                </p:sp>
                <p:sp>
                  <p:nvSpPr>
                    <p:cNvPr id="41375" name="Freeform 841">
                      <a:extLst>
                        <a:ext uri="{FF2B5EF4-FFF2-40B4-BE49-F238E27FC236}">
                          <a16:creationId xmlns="" xmlns:a16="http://schemas.microsoft.com/office/drawing/2014/main" id="{1B77FA0D-CC69-4661-E467-0382A03F3233}"/>
                        </a:ext>
                      </a:extLst>
                    </p:cNvPr>
                    <p:cNvSpPr>
                      <a:spLocks/>
                    </p:cNvSpPr>
                    <p:nvPr/>
                  </p:nvSpPr>
                  <p:spPr bwMode="auto">
                    <a:xfrm>
                      <a:off x="2100" y="3040"/>
                      <a:ext cx="84"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511" y="0"/>
                          </a:moveTo>
                          <a:lnTo>
                            <a:pt x="511" y="0"/>
                          </a:lnTo>
                          <a:lnTo>
                            <a:pt x="484" y="1"/>
                          </a:lnTo>
                          <a:lnTo>
                            <a:pt x="457" y="3"/>
                          </a:lnTo>
                          <a:lnTo>
                            <a:pt x="431" y="7"/>
                          </a:lnTo>
                          <a:lnTo>
                            <a:pt x="405" y="13"/>
                          </a:lnTo>
                          <a:lnTo>
                            <a:pt x="381" y="19"/>
                          </a:lnTo>
                          <a:lnTo>
                            <a:pt x="357" y="25"/>
                          </a:lnTo>
                          <a:lnTo>
                            <a:pt x="332" y="35"/>
                          </a:lnTo>
                          <a:lnTo>
                            <a:pt x="309" y="44"/>
                          </a:lnTo>
                          <a:lnTo>
                            <a:pt x="285" y="55"/>
                          </a:lnTo>
                          <a:lnTo>
                            <a:pt x="263" y="67"/>
                          </a:lnTo>
                          <a:lnTo>
                            <a:pt x="242" y="81"/>
                          </a:lnTo>
                          <a:lnTo>
                            <a:pt x="221" y="94"/>
                          </a:lnTo>
                          <a:lnTo>
                            <a:pt x="200" y="109"/>
                          </a:lnTo>
                          <a:lnTo>
                            <a:pt x="181" y="125"/>
                          </a:lnTo>
                          <a:lnTo>
                            <a:pt x="163" y="141"/>
                          </a:lnTo>
                          <a:lnTo>
                            <a:pt x="145" y="159"/>
                          </a:lnTo>
                          <a:lnTo>
                            <a:pt x="128" y="177"/>
                          </a:lnTo>
                          <a:lnTo>
                            <a:pt x="112" y="196"/>
                          </a:lnTo>
                          <a:lnTo>
                            <a:pt x="97" y="216"/>
                          </a:lnTo>
                          <a:lnTo>
                            <a:pt x="84" y="236"/>
                          </a:lnTo>
                          <a:lnTo>
                            <a:pt x="70" y="258"/>
                          </a:lnTo>
                          <a:lnTo>
                            <a:pt x="58" y="280"/>
                          </a:lnTo>
                          <a:lnTo>
                            <a:pt x="46" y="302"/>
                          </a:lnTo>
                          <a:lnTo>
                            <a:pt x="37" y="327"/>
                          </a:lnTo>
                          <a:lnTo>
                            <a:pt x="28" y="350"/>
                          </a:lnTo>
                          <a:lnTo>
                            <a:pt x="20" y="374"/>
                          </a:lnTo>
                          <a:lnTo>
                            <a:pt x="14" y="399"/>
                          </a:lnTo>
                          <a:lnTo>
                            <a:pt x="8" y="424"/>
                          </a:lnTo>
                          <a:lnTo>
                            <a:pt x="4" y="450"/>
                          </a:lnTo>
                          <a:lnTo>
                            <a:pt x="1" y="476"/>
                          </a:lnTo>
                          <a:lnTo>
                            <a:pt x="0" y="503"/>
                          </a:lnTo>
                          <a:lnTo>
                            <a:pt x="0" y="528"/>
                          </a:lnTo>
                          <a:lnTo>
                            <a:pt x="187" y="526"/>
                          </a:lnTo>
                          <a:lnTo>
                            <a:pt x="187" y="508"/>
                          </a:lnTo>
                          <a:lnTo>
                            <a:pt x="188" y="491"/>
                          </a:lnTo>
                          <a:lnTo>
                            <a:pt x="189" y="475"/>
                          </a:lnTo>
                          <a:lnTo>
                            <a:pt x="192" y="458"/>
                          </a:lnTo>
                          <a:lnTo>
                            <a:pt x="195" y="442"/>
                          </a:lnTo>
                          <a:lnTo>
                            <a:pt x="199" y="426"/>
                          </a:lnTo>
                          <a:lnTo>
                            <a:pt x="205" y="410"/>
                          </a:lnTo>
                          <a:lnTo>
                            <a:pt x="210" y="396"/>
                          </a:lnTo>
                          <a:lnTo>
                            <a:pt x="216" y="381"/>
                          </a:lnTo>
                          <a:lnTo>
                            <a:pt x="224" y="367"/>
                          </a:lnTo>
                          <a:lnTo>
                            <a:pt x="231" y="352"/>
                          </a:lnTo>
                          <a:lnTo>
                            <a:pt x="240" y="338"/>
                          </a:lnTo>
                          <a:lnTo>
                            <a:pt x="249" y="326"/>
                          </a:lnTo>
                          <a:lnTo>
                            <a:pt x="259" y="313"/>
                          </a:lnTo>
                          <a:lnTo>
                            <a:pt x="270" y="300"/>
                          </a:lnTo>
                          <a:lnTo>
                            <a:pt x="280" y="288"/>
                          </a:lnTo>
                          <a:lnTo>
                            <a:pt x="292" y="278"/>
                          </a:lnTo>
                          <a:lnTo>
                            <a:pt x="303" y="266"/>
                          </a:lnTo>
                          <a:lnTo>
                            <a:pt x="316" y="257"/>
                          </a:lnTo>
                          <a:lnTo>
                            <a:pt x="329" y="247"/>
                          </a:lnTo>
                          <a:lnTo>
                            <a:pt x="342" y="238"/>
                          </a:lnTo>
                          <a:lnTo>
                            <a:pt x="356" y="230"/>
                          </a:lnTo>
                          <a:lnTo>
                            <a:pt x="370" y="222"/>
                          </a:lnTo>
                          <a:lnTo>
                            <a:pt x="384" y="215"/>
                          </a:lnTo>
                          <a:lnTo>
                            <a:pt x="399" y="209"/>
                          </a:lnTo>
                          <a:lnTo>
                            <a:pt x="415" y="204"/>
                          </a:lnTo>
                          <a:lnTo>
                            <a:pt x="431" y="198"/>
                          </a:lnTo>
                          <a:lnTo>
                            <a:pt x="447" y="194"/>
                          </a:lnTo>
                          <a:lnTo>
                            <a:pt x="463" y="192"/>
                          </a:lnTo>
                          <a:lnTo>
                            <a:pt x="480" y="189"/>
                          </a:lnTo>
                          <a:lnTo>
                            <a:pt x="496" y="188"/>
                          </a:lnTo>
                          <a:lnTo>
                            <a:pt x="514" y="187"/>
                          </a:lnTo>
                          <a:lnTo>
                            <a:pt x="511" y="0"/>
                          </a:lnTo>
                          <a:close/>
                        </a:path>
                      </a:pathLst>
                    </a:custGeom>
                    <a:solidFill>
                      <a:srgbClr val="EF2B2F"/>
                    </a:solidFill>
                    <a:ln>
                      <a:noFill/>
                    </a:ln>
                  </p:spPr>
                  <p:txBody>
                    <a:bodyPr/>
                    <a:lstStyle/>
                    <a:p>
                      <a:pPr>
                        <a:defRPr/>
                      </a:pPr>
                      <a:endParaRPr lang="en-US" sz="1050">
                        <a:latin typeface="+mj-lt"/>
                      </a:endParaRPr>
                    </a:p>
                  </p:txBody>
                </p:sp>
                <p:sp>
                  <p:nvSpPr>
                    <p:cNvPr id="41376" name="Freeform 842">
                      <a:extLst>
                        <a:ext uri="{FF2B5EF4-FFF2-40B4-BE49-F238E27FC236}">
                          <a16:creationId xmlns="" xmlns:a16="http://schemas.microsoft.com/office/drawing/2014/main" id="{7476E218-DC6E-63C9-F62A-3FF9E42772CB}"/>
                        </a:ext>
                      </a:extLst>
                    </p:cNvPr>
                    <p:cNvSpPr>
                      <a:spLocks/>
                    </p:cNvSpPr>
                    <p:nvPr/>
                  </p:nvSpPr>
                  <p:spPr bwMode="auto">
                    <a:xfrm>
                      <a:off x="1836" y="2573"/>
                      <a:ext cx="145" cy="144"/>
                    </a:xfrm>
                    <a:custGeom>
                      <a:avLst/>
                      <a:gdLst>
                        <a:gd name="T0" fmla="*/ 0 w 853"/>
                        <a:gd name="T1" fmla="*/ 0 h 853"/>
                        <a:gd name="T2" fmla="*/ 0 w 853"/>
                        <a:gd name="T3" fmla="*/ 0 h 853"/>
                        <a:gd name="T4" fmla="*/ 0 w 853"/>
                        <a:gd name="T5" fmla="*/ 0 h 853"/>
                        <a:gd name="T6" fmla="*/ 0 w 853"/>
                        <a:gd name="T7" fmla="*/ 0 h 853"/>
                        <a:gd name="T8" fmla="*/ 0 w 853"/>
                        <a:gd name="T9" fmla="*/ 0 h 853"/>
                        <a:gd name="T10" fmla="*/ 0 w 853"/>
                        <a:gd name="T11" fmla="*/ 0 h 853"/>
                        <a:gd name="T12" fmla="*/ 0 w 853"/>
                        <a:gd name="T13" fmla="*/ 0 h 853"/>
                        <a:gd name="T14" fmla="*/ 0 w 853"/>
                        <a:gd name="T15" fmla="*/ 0 h 853"/>
                        <a:gd name="T16" fmla="*/ 0 w 853"/>
                        <a:gd name="T17" fmla="*/ 0 h 853"/>
                        <a:gd name="T18" fmla="*/ 0 w 853"/>
                        <a:gd name="T19" fmla="*/ 0 h 853"/>
                        <a:gd name="T20" fmla="*/ 0 w 853"/>
                        <a:gd name="T21" fmla="*/ 0 h 853"/>
                        <a:gd name="T22" fmla="*/ 0 w 853"/>
                        <a:gd name="T23" fmla="*/ 0 h 853"/>
                        <a:gd name="T24" fmla="*/ 0 w 853"/>
                        <a:gd name="T25" fmla="*/ 0 h 853"/>
                        <a:gd name="T26" fmla="*/ 0 w 853"/>
                        <a:gd name="T27" fmla="*/ 0 h 853"/>
                        <a:gd name="T28" fmla="*/ 0 w 853"/>
                        <a:gd name="T29" fmla="*/ 0 h 853"/>
                        <a:gd name="T30" fmla="*/ 0 w 853"/>
                        <a:gd name="T31" fmla="*/ 0 h 853"/>
                        <a:gd name="T32" fmla="*/ 0 w 853"/>
                        <a:gd name="T33" fmla="*/ 0 h 853"/>
                        <a:gd name="T34" fmla="*/ 0 w 853"/>
                        <a:gd name="T35" fmla="*/ 0 h 853"/>
                        <a:gd name="T36" fmla="*/ 0 w 853"/>
                        <a:gd name="T37" fmla="*/ 0 h 853"/>
                        <a:gd name="T38" fmla="*/ 0 w 853"/>
                        <a:gd name="T39" fmla="*/ 0 h 853"/>
                        <a:gd name="T40" fmla="*/ 0 w 853"/>
                        <a:gd name="T41" fmla="*/ 0 h 853"/>
                        <a:gd name="T42" fmla="*/ 0 w 853"/>
                        <a:gd name="T43" fmla="*/ 0 h 853"/>
                        <a:gd name="T44" fmla="*/ 0 w 853"/>
                        <a:gd name="T45" fmla="*/ 0 h 853"/>
                        <a:gd name="T46" fmla="*/ 0 w 853"/>
                        <a:gd name="T47" fmla="*/ 0 h 853"/>
                        <a:gd name="T48" fmla="*/ 0 w 853"/>
                        <a:gd name="T49" fmla="*/ 0 h 853"/>
                        <a:gd name="T50" fmla="*/ 0 w 853"/>
                        <a:gd name="T51" fmla="*/ 0 h 853"/>
                        <a:gd name="T52" fmla="*/ 0 w 853"/>
                        <a:gd name="T53" fmla="*/ 0 h 853"/>
                        <a:gd name="T54" fmla="*/ 0 w 853"/>
                        <a:gd name="T55" fmla="*/ 0 h 853"/>
                        <a:gd name="T56" fmla="*/ 0 w 853"/>
                        <a:gd name="T57" fmla="*/ 0 h 853"/>
                        <a:gd name="T58" fmla="*/ 0 w 853"/>
                        <a:gd name="T59" fmla="*/ 0 h 853"/>
                        <a:gd name="T60" fmla="*/ 0 w 853"/>
                        <a:gd name="T61" fmla="*/ 0 h 853"/>
                        <a:gd name="T62" fmla="*/ 0 w 853"/>
                        <a:gd name="T63" fmla="*/ 0 h 853"/>
                        <a:gd name="T64" fmla="*/ 0 w 853"/>
                        <a:gd name="T65" fmla="*/ 0 h 853"/>
                        <a:gd name="T66" fmla="*/ 0 w 853"/>
                        <a:gd name="T67" fmla="*/ 0 h 853"/>
                        <a:gd name="T68" fmla="*/ 0 w 853"/>
                        <a:gd name="T69" fmla="*/ 0 h 853"/>
                        <a:gd name="T70" fmla="*/ 0 w 853"/>
                        <a:gd name="T71" fmla="*/ 0 h 853"/>
                        <a:gd name="T72" fmla="*/ 0 w 853"/>
                        <a:gd name="T73" fmla="*/ 0 h 853"/>
                        <a:gd name="T74" fmla="*/ 0 w 853"/>
                        <a:gd name="T75" fmla="*/ 0 h 853"/>
                        <a:gd name="T76" fmla="*/ 0 w 853"/>
                        <a:gd name="T77" fmla="*/ 0 h 853"/>
                        <a:gd name="T78" fmla="*/ 0 w 853"/>
                        <a:gd name="T79" fmla="*/ 0 h 853"/>
                        <a:gd name="T80" fmla="*/ 0 w 853"/>
                        <a:gd name="T81" fmla="*/ 0 h 853"/>
                        <a:gd name="T82" fmla="*/ 0 w 853"/>
                        <a:gd name="T83" fmla="*/ 0 h 853"/>
                        <a:gd name="T84" fmla="*/ 0 w 853"/>
                        <a:gd name="T85" fmla="*/ 0 h 8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3"/>
                        <a:gd name="T130" fmla="*/ 0 h 853"/>
                        <a:gd name="T131" fmla="*/ 853 w 853"/>
                        <a:gd name="T132" fmla="*/ 853 h 8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3" h="853">
                          <a:moveTo>
                            <a:pt x="419" y="0"/>
                          </a:moveTo>
                          <a:lnTo>
                            <a:pt x="441" y="1"/>
                          </a:lnTo>
                          <a:lnTo>
                            <a:pt x="462" y="2"/>
                          </a:lnTo>
                          <a:lnTo>
                            <a:pt x="484" y="4"/>
                          </a:lnTo>
                          <a:lnTo>
                            <a:pt x="505" y="7"/>
                          </a:lnTo>
                          <a:lnTo>
                            <a:pt x="525" y="11"/>
                          </a:lnTo>
                          <a:lnTo>
                            <a:pt x="546" y="17"/>
                          </a:lnTo>
                          <a:lnTo>
                            <a:pt x="565" y="23"/>
                          </a:lnTo>
                          <a:lnTo>
                            <a:pt x="586" y="31"/>
                          </a:lnTo>
                          <a:lnTo>
                            <a:pt x="605" y="39"/>
                          </a:lnTo>
                          <a:lnTo>
                            <a:pt x="623" y="49"/>
                          </a:lnTo>
                          <a:lnTo>
                            <a:pt x="641" y="58"/>
                          </a:lnTo>
                          <a:lnTo>
                            <a:pt x="659" y="69"/>
                          </a:lnTo>
                          <a:lnTo>
                            <a:pt x="676" y="80"/>
                          </a:lnTo>
                          <a:lnTo>
                            <a:pt x="692" y="93"/>
                          </a:lnTo>
                          <a:lnTo>
                            <a:pt x="708" y="106"/>
                          </a:lnTo>
                          <a:lnTo>
                            <a:pt x="723" y="120"/>
                          </a:lnTo>
                          <a:lnTo>
                            <a:pt x="738" y="135"/>
                          </a:lnTo>
                          <a:lnTo>
                            <a:pt x="751" y="149"/>
                          </a:lnTo>
                          <a:lnTo>
                            <a:pt x="764" y="165"/>
                          </a:lnTo>
                          <a:lnTo>
                            <a:pt x="776" y="182"/>
                          </a:lnTo>
                          <a:lnTo>
                            <a:pt x="787" y="199"/>
                          </a:lnTo>
                          <a:lnTo>
                            <a:pt x="798" y="216"/>
                          </a:lnTo>
                          <a:lnTo>
                            <a:pt x="808" y="235"/>
                          </a:lnTo>
                          <a:lnTo>
                            <a:pt x="817" y="253"/>
                          </a:lnTo>
                          <a:lnTo>
                            <a:pt x="825" y="272"/>
                          </a:lnTo>
                          <a:lnTo>
                            <a:pt x="832" y="293"/>
                          </a:lnTo>
                          <a:lnTo>
                            <a:pt x="838" y="313"/>
                          </a:lnTo>
                          <a:lnTo>
                            <a:pt x="844" y="333"/>
                          </a:lnTo>
                          <a:lnTo>
                            <a:pt x="847" y="354"/>
                          </a:lnTo>
                          <a:lnTo>
                            <a:pt x="850" y="375"/>
                          </a:lnTo>
                          <a:lnTo>
                            <a:pt x="852" y="397"/>
                          </a:lnTo>
                          <a:lnTo>
                            <a:pt x="853" y="419"/>
                          </a:lnTo>
                          <a:lnTo>
                            <a:pt x="853" y="440"/>
                          </a:lnTo>
                          <a:lnTo>
                            <a:pt x="852" y="462"/>
                          </a:lnTo>
                          <a:lnTo>
                            <a:pt x="850" y="484"/>
                          </a:lnTo>
                          <a:lnTo>
                            <a:pt x="846" y="505"/>
                          </a:lnTo>
                          <a:lnTo>
                            <a:pt x="842" y="525"/>
                          </a:lnTo>
                          <a:lnTo>
                            <a:pt x="836" y="545"/>
                          </a:lnTo>
                          <a:lnTo>
                            <a:pt x="830" y="565"/>
                          </a:lnTo>
                          <a:lnTo>
                            <a:pt x="822" y="585"/>
                          </a:lnTo>
                          <a:lnTo>
                            <a:pt x="815" y="603"/>
                          </a:lnTo>
                          <a:lnTo>
                            <a:pt x="805" y="623"/>
                          </a:lnTo>
                          <a:lnTo>
                            <a:pt x="796" y="641"/>
                          </a:lnTo>
                          <a:lnTo>
                            <a:pt x="784" y="658"/>
                          </a:lnTo>
                          <a:lnTo>
                            <a:pt x="773" y="675"/>
                          </a:lnTo>
                          <a:lnTo>
                            <a:pt x="761" y="692"/>
                          </a:lnTo>
                          <a:lnTo>
                            <a:pt x="747" y="707"/>
                          </a:lnTo>
                          <a:lnTo>
                            <a:pt x="733" y="722"/>
                          </a:lnTo>
                          <a:lnTo>
                            <a:pt x="719" y="736"/>
                          </a:lnTo>
                          <a:lnTo>
                            <a:pt x="704" y="750"/>
                          </a:lnTo>
                          <a:lnTo>
                            <a:pt x="688" y="764"/>
                          </a:lnTo>
                          <a:lnTo>
                            <a:pt x="672" y="775"/>
                          </a:lnTo>
                          <a:lnTo>
                            <a:pt x="655" y="787"/>
                          </a:lnTo>
                          <a:lnTo>
                            <a:pt x="637" y="798"/>
                          </a:lnTo>
                          <a:lnTo>
                            <a:pt x="619" y="807"/>
                          </a:lnTo>
                          <a:lnTo>
                            <a:pt x="599" y="816"/>
                          </a:lnTo>
                          <a:lnTo>
                            <a:pt x="580" y="824"/>
                          </a:lnTo>
                          <a:lnTo>
                            <a:pt x="561" y="832"/>
                          </a:lnTo>
                          <a:lnTo>
                            <a:pt x="541" y="837"/>
                          </a:lnTo>
                          <a:lnTo>
                            <a:pt x="520" y="842"/>
                          </a:lnTo>
                          <a:lnTo>
                            <a:pt x="500" y="846"/>
                          </a:lnTo>
                          <a:lnTo>
                            <a:pt x="478" y="850"/>
                          </a:lnTo>
                          <a:lnTo>
                            <a:pt x="456" y="852"/>
                          </a:lnTo>
                          <a:lnTo>
                            <a:pt x="435" y="853"/>
                          </a:lnTo>
                          <a:lnTo>
                            <a:pt x="413" y="853"/>
                          </a:lnTo>
                          <a:lnTo>
                            <a:pt x="391" y="852"/>
                          </a:lnTo>
                          <a:lnTo>
                            <a:pt x="370" y="849"/>
                          </a:lnTo>
                          <a:lnTo>
                            <a:pt x="349" y="845"/>
                          </a:lnTo>
                          <a:lnTo>
                            <a:pt x="328" y="841"/>
                          </a:lnTo>
                          <a:lnTo>
                            <a:pt x="307" y="836"/>
                          </a:lnTo>
                          <a:lnTo>
                            <a:pt x="287" y="829"/>
                          </a:lnTo>
                          <a:lnTo>
                            <a:pt x="268" y="822"/>
                          </a:lnTo>
                          <a:lnTo>
                            <a:pt x="249" y="814"/>
                          </a:lnTo>
                          <a:lnTo>
                            <a:pt x="231" y="805"/>
                          </a:lnTo>
                          <a:lnTo>
                            <a:pt x="213" y="794"/>
                          </a:lnTo>
                          <a:lnTo>
                            <a:pt x="195" y="784"/>
                          </a:lnTo>
                          <a:lnTo>
                            <a:pt x="178" y="772"/>
                          </a:lnTo>
                          <a:lnTo>
                            <a:pt x="162" y="760"/>
                          </a:lnTo>
                          <a:lnTo>
                            <a:pt x="146" y="747"/>
                          </a:lnTo>
                          <a:lnTo>
                            <a:pt x="131" y="733"/>
                          </a:lnTo>
                          <a:lnTo>
                            <a:pt x="116" y="718"/>
                          </a:lnTo>
                          <a:lnTo>
                            <a:pt x="102" y="703"/>
                          </a:lnTo>
                          <a:lnTo>
                            <a:pt x="90" y="687"/>
                          </a:lnTo>
                          <a:lnTo>
                            <a:pt x="77" y="671"/>
                          </a:lnTo>
                          <a:lnTo>
                            <a:pt x="66" y="654"/>
                          </a:lnTo>
                          <a:lnTo>
                            <a:pt x="56" y="636"/>
                          </a:lnTo>
                          <a:lnTo>
                            <a:pt x="45" y="618"/>
                          </a:lnTo>
                          <a:lnTo>
                            <a:pt x="37" y="599"/>
                          </a:lnTo>
                          <a:lnTo>
                            <a:pt x="29" y="580"/>
                          </a:lnTo>
                          <a:lnTo>
                            <a:pt x="22" y="560"/>
                          </a:lnTo>
                          <a:lnTo>
                            <a:pt x="15" y="541"/>
                          </a:lnTo>
                          <a:lnTo>
                            <a:pt x="10" y="520"/>
                          </a:lnTo>
                          <a:lnTo>
                            <a:pt x="6" y="499"/>
                          </a:lnTo>
                          <a:lnTo>
                            <a:pt x="3" y="477"/>
                          </a:lnTo>
                          <a:lnTo>
                            <a:pt x="0" y="456"/>
                          </a:lnTo>
                          <a:lnTo>
                            <a:pt x="0" y="435"/>
                          </a:lnTo>
                          <a:lnTo>
                            <a:pt x="0" y="412"/>
                          </a:lnTo>
                          <a:lnTo>
                            <a:pt x="2" y="391"/>
                          </a:lnTo>
                          <a:lnTo>
                            <a:pt x="4" y="369"/>
                          </a:lnTo>
                          <a:lnTo>
                            <a:pt x="7" y="349"/>
                          </a:lnTo>
                          <a:lnTo>
                            <a:pt x="11" y="328"/>
                          </a:lnTo>
                          <a:lnTo>
                            <a:pt x="16" y="307"/>
                          </a:lnTo>
                          <a:lnTo>
                            <a:pt x="23" y="287"/>
                          </a:lnTo>
                          <a:lnTo>
                            <a:pt x="30" y="268"/>
                          </a:lnTo>
                          <a:lnTo>
                            <a:pt x="39" y="249"/>
                          </a:lnTo>
                          <a:lnTo>
                            <a:pt x="48" y="230"/>
                          </a:lnTo>
                          <a:lnTo>
                            <a:pt x="58" y="212"/>
                          </a:lnTo>
                          <a:lnTo>
                            <a:pt x="68" y="195"/>
                          </a:lnTo>
                          <a:lnTo>
                            <a:pt x="80" y="178"/>
                          </a:lnTo>
                          <a:lnTo>
                            <a:pt x="93" y="162"/>
                          </a:lnTo>
                          <a:lnTo>
                            <a:pt x="106" y="146"/>
                          </a:lnTo>
                          <a:lnTo>
                            <a:pt x="119" y="130"/>
                          </a:lnTo>
                          <a:lnTo>
                            <a:pt x="134" y="116"/>
                          </a:lnTo>
                          <a:lnTo>
                            <a:pt x="149" y="103"/>
                          </a:lnTo>
                          <a:lnTo>
                            <a:pt x="165" y="90"/>
                          </a:lnTo>
                          <a:lnTo>
                            <a:pt x="182" y="77"/>
                          </a:lnTo>
                          <a:lnTo>
                            <a:pt x="199" y="67"/>
                          </a:lnTo>
                          <a:lnTo>
                            <a:pt x="217" y="55"/>
                          </a:lnTo>
                          <a:lnTo>
                            <a:pt x="235" y="45"/>
                          </a:lnTo>
                          <a:lnTo>
                            <a:pt x="253" y="37"/>
                          </a:lnTo>
                          <a:lnTo>
                            <a:pt x="273" y="28"/>
                          </a:lnTo>
                          <a:lnTo>
                            <a:pt x="293" y="22"/>
                          </a:lnTo>
                          <a:lnTo>
                            <a:pt x="313" y="16"/>
                          </a:lnTo>
                          <a:lnTo>
                            <a:pt x="333" y="10"/>
                          </a:lnTo>
                          <a:lnTo>
                            <a:pt x="354" y="6"/>
                          </a:lnTo>
                          <a:lnTo>
                            <a:pt x="375" y="3"/>
                          </a:lnTo>
                          <a:lnTo>
                            <a:pt x="397" y="1"/>
                          </a:lnTo>
                          <a:lnTo>
                            <a:pt x="419" y="0"/>
                          </a:lnTo>
                          <a:close/>
                        </a:path>
                      </a:pathLst>
                    </a:custGeom>
                    <a:solidFill>
                      <a:srgbClr val="DC2B19"/>
                    </a:solidFill>
                    <a:ln>
                      <a:noFill/>
                    </a:ln>
                  </p:spPr>
                  <p:txBody>
                    <a:bodyPr/>
                    <a:lstStyle/>
                    <a:p>
                      <a:pPr>
                        <a:defRPr/>
                      </a:pPr>
                      <a:endParaRPr lang="en-US" sz="1050">
                        <a:latin typeface="+mj-lt"/>
                      </a:endParaRPr>
                    </a:p>
                  </p:txBody>
                </p:sp>
                <p:sp>
                  <p:nvSpPr>
                    <p:cNvPr id="41377" name="Freeform 843">
                      <a:extLst>
                        <a:ext uri="{FF2B5EF4-FFF2-40B4-BE49-F238E27FC236}">
                          <a16:creationId xmlns="" xmlns:a16="http://schemas.microsoft.com/office/drawing/2014/main" id="{3F5E5970-C867-1A8E-C591-1733DEC09C12}"/>
                        </a:ext>
                      </a:extLst>
                    </p:cNvPr>
                    <p:cNvSpPr>
                      <a:spLocks/>
                    </p:cNvSpPr>
                    <p:nvPr/>
                  </p:nvSpPr>
                  <p:spPr bwMode="auto">
                    <a:xfrm>
                      <a:off x="1906" y="2557"/>
                      <a:ext cx="88" cy="88"/>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529" y="511"/>
                          </a:moveTo>
                          <a:lnTo>
                            <a:pt x="529" y="511"/>
                          </a:lnTo>
                          <a:lnTo>
                            <a:pt x="528" y="484"/>
                          </a:lnTo>
                          <a:lnTo>
                            <a:pt x="526" y="459"/>
                          </a:lnTo>
                          <a:lnTo>
                            <a:pt x="521" y="432"/>
                          </a:lnTo>
                          <a:lnTo>
                            <a:pt x="516" y="407"/>
                          </a:lnTo>
                          <a:lnTo>
                            <a:pt x="510" y="381"/>
                          </a:lnTo>
                          <a:lnTo>
                            <a:pt x="503" y="357"/>
                          </a:lnTo>
                          <a:lnTo>
                            <a:pt x="494" y="334"/>
                          </a:lnTo>
                          <a:lnTo>
                            <a:pt x="484" y="309"/>
                          </a:lnTo>
                          <a:lnTo>
                            <a:pt x="474" y="287"/>
                          </a:lnTo>
                          <a:lnTo>
                            <a:pt x="462" y="265"/>
                          </a:lnTo>
                          <a:lnTo>
                            <a:pt x="448" y="243"/>
                          </a:lnTo>
                          <a:lnTo>
                            <a:pt x="434" y="222"/>
                          </a:lnTo>
                          <a:lnTo>
                            <a:pt x="419" y="202"/>
                          </a:lnTo>
                          <a:lnTo>
                            <a:pt x="403" y="183"/>
                          </a:lnTo>
                          <a:lnTo>
                            <a:pt x="387" y="164"/>
                          </a:lnTo>
                          <a:lnTo>
                            <a:pt x="369" y="147"/>
                          </a:lnTo>
                          <a:lnTo>
                            <a:pt x="351" y="130"/>
                          </a:lnTo>
                          <a:lnTo>
                            <a:pt x="332" y="114"/>
                          </a:lnTo>
                          <a:lnTo>
                            <a:pt x="312" y="99"/>
                          </a:lnTo>
                          <a:lnTo>
                            <a:pt x="292" y="84"/>
                          </a:lnTo>
                          <a:lnTo>
                            <a:pt x="270" y="72"/>
                          </a:lnTo>
                          <a:lnTo>
                            <a:pt x="248" y="59"/>
                          </a:lnTo>
                          <a:lnTo>
                            <a:pt x="226" y="48"/>
                          </a:lnTo>
                          <a:lnTo>
                            <a:pt x="202" y="38"/>
                          </a:lnTo>
                          <a:lnTo>
                            <a:pt x="178" y="29"/>
                          </a:lnTo>
                          <a:lnTo>
                            <a:pt x="154" y="22"/>
                          </a:lnTo>
                          <a:lnTo>
                            <a:pt x="129" y="14"/>
                          </a:lnTo>
                          <a:lnTo>
                            <a:pt x="104" y="10"/>
                          </a:lnTo>
                          <a:lnTo>
                            <a:pt x="78" y="6"/>
                          </a:lnTo>
                          <a:lnTo>
                            <a:pt x="52" y="3"/>
                          </a:lnTo>
                          <a:lnTo>
                            <a:pt x="25" y="0"/>
                          </a:lnTo>
                          <a:lnTo>
                            <a:pt x="0" y="0"/>
                          </a:lnTo>
                          <a:lnTo>
                            <a:pt x="2" y="187"/>
                          </a:lnTo>
                          <a:lnTo>
                            <a:pt x="20" y="188"/>
                          </a:lnTo>
                          <a:lnTo>
                            <a:pt x="37" y="189"/>
                          </a:lnTo>
                          <a:lnTo>
                            <a:pt x="53" y="190"/>
                          </a:lnTo>
                          <a:lnTo>
                            <a:pt x="70" y="194"/>
                          </a:lnTo>
                          <a:lnTo>
                            <a:pt x="86" y="197"/>
                          </a:lnTo>
                          <a:lnTo>
                            <a:pt x="102" y="201"/>
                          </a:lnTo>
                          <a:lnTo>
                            <a:pt x="118" y="205"/>
                          </a:lnTo>
                          <a:lnTo>
                            <a:pt x="133" y="212"/>
                          </a:lnTo>
                          <a:lnTo>
                            <a:pt x="147" y="218"/>
                          </a:lnTo>
                          <a:lnTo>
                            <a:pt x="161" y="225"/>
                          </a:lnTo>
                          <a:lnTo>
                            <a:pt x="176" y="233"/>
                          </a:lnTo>
                          <a:lnTo>
                            <a:pt x="190" y="241"/>
                          </a:lnTo>
                          <a:lnTo>
                            <a:pt x="203" y="250"/>
                          </a:lnTo>
                          <a:lnTo>
                            <a:pt x="215" y="260"/>
                          </a:lnTo>
                          <a:lnTo>
                            <a:pt x="228" y="270"/>
                          </a:lnTo>
                          <a:lnTo>
                            <a:pt x="240" y="282"/>
                          </a:lnTo>
                          <a:lnTo>
                            <a:pt x="250" y="292"/>
                          </a:lnTo>
                          <a:lnTo>
                            <a:pt x="262" y="304"/>
                          </a:lnTo>
                          <a:lnTo>
                            <a:pt x="272" y="317"/>
                          </a:lnTo>
                          <a:lnTo>
                            <a:pt x="281" y="329"/>
                          </a:lnTo>
                          <a:lnTo>
                            <a:pt x="291" y="343"/>
                          </a:lnTo>
                          <a:lnTo>
                            <a:pt x="299" y="357"/>
                          </a:lnTo>
                          <a:lnTo>
                            <a:pt x="307" y="371"/>
                          </a:lnTo>
                          <a:lnTo>
                            <a:pt x="313" y="386"/>
                          </a:lnTo>
                          <a:lnTo>
                            <a:pt x="320" y="400"/>
                          </a:lnTo>
                          <a:lnTo>
                            <a:pt x="325" y="416"/>
                          </a:lnTo>
                          <a:lnTo>
                            <a:pt x="330" y="431"/>
                          </a:lnTo>
                          <a:lnTo>
                            <a:pt x="334" y="447"/>
                          </a:lnTo>
                          <a:lnTo>
                            <a:pt x="338" y="464"/>
                          </a:lnTo>
                          <a:lnTo>
                            <a:pt x="340" y="480"/>
                          </a:lnTo>
                          <a:lnTo>
                            <a:pt x="341" y="497"/>
                          </a:lnTo>
                          <a:lnTo>
                            <a:pt x="342" y="514"/>
                          </a:lnTo>
                          <a:lnTo>
                            <a:pt x="529" y="511"/>
                          </a:lnTo>
                          <a:close/>
                        </a:path>
                      </a:pathLst>
                    </a:custGeom>
                    <a:solidFill>
                      <a:srgbClr val="EF2B2F"/>
                    </a:solidFill>
                    <a:ln>
                      <a:noFill/>
                    </a:ln>
                  </p:spPr>
                  <p:txBody>
                    <a:bodyPr/>
                    <a:lstStyle/>
                    <a:p>
                      <a:pPr>
                        <a:defRPr/>
                      </a:pPr>
                      <a:endParaRPr lang="en-US" sz="1050">
                        <a:latin typeface="+mj-lt"/>
                      </a:endParaRPr>
                    </a:p>
                  </p:txBody>
                </p:sp>
                <p:sp>
                  <p:nvSpPr>
                    <p:cNvPr id="41378" name="Freeform 844">
                      <a:extLst>
                        <a:ext uri="{FF2B5EF4-FFF2-40B4-BE49-F238E27FC236}">
                          <a16:creationId xmlns="" xmlns:a16="http://schemas.microsoft.com/office/drawing/2014/main" id="{D582E9E9-278E-2753-0BB5-9E2A3235D623}"/>
                        </a:ext>
                      </a:extLst>
                    </p:cNvPr>
                    <p:cNvSpPr>
                      <a:spLocks/>
                    </p:cNvSpPr>
                    <p:nvPr/>
                  </p:nvSpPr>
                  <p:spPr bwMode="auto">
                    <a:xfrm>
                      <a:off x="1911" y="2645"/>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3" y="529"/>
                          </a:moveTo>
                          <a:lnTo>
                            <a:pt x="3" y="529"/>
                          </a:lnTo>
                          <a:lnTo>
                            <a:pt x="29" y="528"/>
                          </a:lnTo>
                          <a:lnTo>
                            <a:pt x="56" y="526"/>
                          </a:lnTo>
                          <a:lnTo>
                            <a:pt x="81" y="522"/>
                          </a:lnTo>
                          <a:lnTo>
                            <a:pt x="108" y="516"/>
                          </a:lnTo>
                          <a:lnTo>
                            <a:pt x="132" y="510"/>
                          </a:lnTo>
                          <a:lnTo>
                            <a:pt x="157" y="503"/>
                          </a:lnTo>
                          <a:lnTo>
                            <a:pt x="181" y="494"/>
                          </a:lnTo>
                          <a:lnTo>
                            <a:pt x="205" y="485"/>
                          </a:lnTo>
                          <a:lnTo>
                            <a:pt x="228" y="474"/>
                          </a:lnTo>
                          <a:lnTo>
                            <a:pt x="249" y="461"/>
                          </a:lnTo>
                          <a:lnTo>
                            <a:pt x="272" y="448"/>
                          </a:lnTo>
                          <a:lnTo>
                            <a:pt x="293" y="435"/>
                          </a:lnTo>
                          <a:lnTo>
                            <a:pt x="313" y="420"/>
                          </a:lnTo>
                          <a:lnTo>
                            <a:pt x="332" y="404"/>
                          </a:lnTo>
                          <a:lnTo>
                            <a:pt x="350" y="388"/>
                          </a:lnTo>
                          <a:lnTo>
                            <a:pt x="368" y="370"/>
                          </a:lnTo>
                          <a:lnTo>
                            <a:pt x="385" y="352"/>
                          </a:lnTo>
                          <a:lnTo>
                            <a:pt x="401" y="333"/>
                          </a:lnTo>
                          <a:lnTo>
                            <a:pt x="416" y="313"/>
                          </a:lnTo>
                          <a:lnTo>
                            <a:pt x="430" y="291"/>
                          </a:lnTo>
                          <a:lnTo>
                            <a:pt x="444" y="270"/>
                          </a:lnTo>
                          <a:lnTo>
                            <a:pt x="455" y="249"/>
                          </a:lnTo>
                          <a:lnTo>
                            <a:pt x="467" y="226"/>
                          </a:lnTo>
                          <a:lnTo>
                            <a:pt x="477" y="202"/>
                          </a:lnTo>
                          <a:lnTo>
                            <a:pt x="485" y="179"/>
                          </a:lnTo>
                          <a:lnTo>
                            <a:pt x="494" y="155"/>
                          </a:lnTo>
                          <a:lnTo>
                            <a:pt x="500" y="130"/>
                          </a:lnTo>
                          <a:lnTo>
                            <a:pt x="505" y="105"/>
                          </a:lnTo>
                          <a:lnTo>
                            <a:pt x="509" y="79"/>
                          </a:lnTo>
                          <a:lnTo>
                            <a:pt x="513" y="53"/>
                          </a:lnTo>
                          <a:lnTo>
                            <a:pt x="514" y="26"/>
                          </a:lnTo>
                          <a:lnTo>
                            <a:pt x="514" y="0"/>
                          </a:lnTo>
                          <a:lnTo>
                            <a:pt x="327" y="3"/>
                          </a:lnTo>
                          <a:lnTo>
                            <a:pt x="327" y="21"/>
                          </a:lnTo>
                          <a:lnTo>
                            <a:pt x="326" y="38"/>
                          </a:lnTo>
                          <a:lnTo>
                            <a:pt x="324" y="54"/>
                          </a:lnTo>
                          <a:lnTo>
                            <a:pt x="322" y="71"/>
                          </a:lnTo>
                          <a:lnTo>
                            <a:pt x="317" y="87"/>
                          </a:lnTo>
                          <a:lnTo>
                            <a:pt x="314" y="103"/>
                          </a:lnTo>
                          <a:lnTo>
                            <a:pt x="309" y="119"/>
                          </a:lnTo>
                          <a:lnTo>
                            <a:pt x="303" y="133"/>
                          </a:lnTo>
                          <a:lnTo>
                            <a:pt x="297" y="148"/>
                          </a:lnTo>
                          <a:lnTo>
                            <a:pt x="290" y="162"/>
                          </a:lnTo>
                          <a:lnTo>
                            <a:pt x="281" y="176"/>
                          </a:lnTo>
                          <a:lnTo>
                            <a:pt x="274" y="190"/>
                          </a:lnTo>
                          <a:lnTo>
                            <a:pt x="264" y="203"/>
                          </a:lnTo>
                          <a:lnTo>
                            <a:pt x="255" y="216"/>
                          </a:lnTo>
                          <a:lnTo>
                            <a:pt x="244" y="229"/>
                          </a:lnTo>
                          <a:lnTo>
                            <a:pt x="233" y="241"/>
                          </a:lnTo>
                          <a:lnTo>
                            <a:pt x="222" y="251"/>
                          </a:lnTo>
                          <a:lnTo>
                            <a:pt x="210" y="262"/>
                          </a:lnTo>
                          <a:lnTo>
                            <a:pt x="197" y="272"/>
                          </a:lnTo>
                          <a:lnTo>
                            <a:pt x="185" y="282"/>
                          </a:lnTo>
                          <a:lnTo>
                            <a:pt x="171" y="290"/>
                          </a:lnTo>
                          <a:lnTo>
                            <a:pt x="158" y="299"/>
                          </a:lnTo>
                          <a:lnTo>
                            <a:pt x="143" y="306"/>
                          </a:lnTo>
                          <a:lnTo>
                            <a:pt x="128" y="314"/>
                          </a:lnTo>
                          <a:lnTo>
                            <a:pt x="113" y="320"/>
                          </a:lnTo>
                          <a:lnTo>
                            <a:pt x="98" y="325"/>
                          </a:lnTo>
                          <a:lnTo>
                            <a:pt x="83" y="331"/>
                          </a:lnTo>
                          <a:lnTo>
                            <a:pt x="67" y="334"/>
                          </a:lnTo>
                          <a:lnTo>
                            <a:pt x="51" y="337"/>
                          </a:lnTo>
                          <a:lnTo>
                            <a:pt x="34" y="340"/>
                          </a:lnTo>
                          <a:lnTo>
                            <a:pt x="17" y="341"/>
                          </a:lnTo>
                          <a:lnTo>
                            <a:pt x="0" y="342"/>
                          </a:lnTo>
                          <a:lnTo>
                            <a:pt x="3" y="529"/>
                          </a:lnTo>
                          <a:close/>
                        </a:path>
                      </a:pathLst>
                    </a:custGeom>
                    <a:solidFill>
                      <a:srgbClr val="EF2B2F"/>
                    </a:solidFill>
                    <a:ln>
                      <a:noFill/>
                    </a:ln>
                  </p:spPr>
                  <p:txBody>
                    <a:bodyPr/>
                    <a:lstStyle/>
                    <a:p>
                      <a:pPr>
                        <a:defRPr/>
                      </a:pPr>
                      <a:endParaRPr lang="en-US" sz="1050">
                        <a:latin typeface="+mj-lt"/>
                      </a:endParaRPr>
                    </a:p>
                  </p:txBody>
                </p:sp>
                <p:sp>
                  <p:nvSpPr>
                    <p:cNvPr id="41379" name="Freeform 845">
                      <a:extLst>
                        <a:ext uri="{FF2B5EF4-FFF2-40B4-BE49-F238E27FC236}">
                          <a16:creationId xmlns="" xmlns:a16="http://schemas.microsoft.com/office/drawing/2014/main" id="{6BAC9A2E-56A4-5A59-F481-581ABC2B8472}"/>
                        </a:ext>
                      </a:extLst>
                    </p:cNvPr>
                    <p:cNvSpPr>
                      <a:spLocks/>
                    </p:cNvSpPr>
                    <p:nvPr/>
                  </p:nvSpPr>
                  <p:spPr bwMode="auto">
                    <a:xfrm>
                      <a:off x="1823" y="2645"/>
                      <a:ext cx="88" cy="88"/>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0" y="3"/>
                          </a:moveTo>
                          <a:lnTo>
                            <a:pt x="0" y="3"/>
                          </a:lnTo>
                          <a:lnTo>
                            <a:pt x="1" y="29"/>
                          </a:lnTo>
                          <a:lnTo>
                            <a:pt x="3" y="56"/>
                          </a:lnTo>
                          <a:lnTo>
                            <a:pt x="6" y="81"/>
                          </a:lnTo>
                          <a:lnTo>
                            <a:pt x="12" y="107"/>
                          </a:lnTo>
                          <a:lnTo>
                            <a:pt x="18" y="132"/>
                          </a:lnTo>
                          <a:lnTo>
                            <a:pt x="26" y="157"/>
                          </a:lnTo>
                          <a:lnTo>
                            <a:pt x="34" y="181"/>
                          </a:lnTo>
                          <a:lnTo>
                            <a:pt x="45" y="204"/>
                          </a:lnTo>
                          <a:lnTo>
                            <a:pt x="55" y="227"/>
                          </a:lnTo>
                          <a:lnTo>
                            <a:pt x="67" y="249"/>
                          </a:lnTo>
                          <a:lnTo>
                            <a:pt x="80" y="271"/>
                          </a:lnTo>
                          <a:lnTo>
                            <a:pt x="93" y="291"/>
                          </a:lnTo>
                          <a:lnTo>
                            <a:pt x="108" y="312"/>
                          </a:lnTo>
                          <a:lnTo>
                            <a:pt x="124" y="331"/>
                          </a:lnTo>
                          <a:lnTo>
                            <a:pt x="141" y="350"/>
                          </a:lnTo>
                          <a:lnTo>
                            <a:pt x="159" y="368"/>
                          </a:lnTo>
                          <a:lnTo>
                            <a:pt x="177" y="384"/>
                          </a:lnTo>
                          <a:lnTo>
                            <a:pt x="197" y="401"/>
                          </a:lnTo>
                          <a:lnTo>
                            <a:pt x="217" y="416"/>
                          </a:lnTo>
                          <a:lnTo>
                            <a:pt x="237" y="429"/>
                          </a:lnTo>
                          <a:lnTo>
                            <a:pt x="258" y="443"/>
                          </a:lnTo>
                          <a:lnTo>
                            <a:pt x="280" y="455"/>
                          </a:lnTo>
                          <a:lnTo>
                            <a:pt x="303" y="465"/>
                          </a:lnTo>
                          <a:lnTo>
                            <a:pt x="326" y="476"/>
                          </a:lnTo>
                          <a:lnTo>
                            <a:pt x="349" y="484"/>
                          </a:lnTo>
                          <a:lnTo>
                            <a:pt x="375" y="492"/>
                          </a:lnTo>
                          <a:lnTo>
                            <a:pt x="399" y="499"/>
                          </a:lnTo>
                          <a:lnTo>
                            <a:pt x="425" y="505"/>
                          </a:lnTo>
                          <a:lnTo>
                            <a:pt x="450" y="509"/>
                          </a:lnTo>
                          <a:lnTo>
                            <a:pt x="476" y="511"/>
                          </a:lnTo>
                          <a:lnTo>
                            <a:pt x="502" y="513"/>
                          </a:lnTo>
                          <a:lnTo>
                            <a:pt x="529" y="513"/>
                          </a:lnTo>
                          <a:lnTo>
                            <a:pt x="526" y="326"/>
                          </a:lnTo>
                          <a:lnTo>
                            <a:pt x="509" y="326"/>
                          </a:lnTo>
                          <a:lnTo>
                            <a:pt x="492" y="325"/>
                          </a:lnTo>
                          <a:lnTo>
                            <a:pt x="475" y="323"/>
                          </a:lnTo>
                          <a:lnTo>
                            <a:pt x="459" y="321"/>
                          </a:lnTo>
                          <a:lnTo>
                            <a:pt x="443" y="317"/>
                          </a:lnTo>
                          <a:lnTo>
                            <a:pt x="427" y="314"/>
                          </a:lnTo>
                          <a:lnTo>
                            <a:pt x="411" y="308"/>
                          </a:lnTo>
                          <a:lnTo>
                            <a:pt x="396" y="302"/>
                          </a:lnTo>
                          <a:lnTo>
                            <a:pt x="381" y="296"/>
                          </a:lnTo>
                          <a:lnTo>
                            <a:pt x="366" y="289"/>
                          </a:lnTo>
                          <a:lnTo>
                            <a:pt x="353" y="281"/>
                          </a:lnTo>
                          <a:lnTo>
                            <a:pt x="339" y="272"/>
                          </a:lnTo>
                          <a:lnTo>
                            <a:pt x="325" y="264"/>
                          </a:lnTo>
                          <a:lnTo>
                            <a:pt x="312" y="254"/>
                          </a:lnTo>
                          <a:lnTo>
                            <a:pt x="301" y="244"/>
                          </a:lnTo>
                          <a:lnTo>
                            <a:pt x="289" y="233"/>
                          </a:lnTo>
                          <a:lnTo>
                            <a:pt x="277" y="221"/>
                          </a:lnTo>
                          <a:lnTo>
                            <a:pt x="267" y="210"/>
                          </a:lnTo>
                          <a:lnTo>
                            <a:pt x="257" y="197"/>
                          </a:lnTo>
                          <a:lnTo>
                            <a:pt x="246" y="184"/>
                          </a:lnTo>
                          <a:lnTo>
                            <a:pt x="238" y="170"/>
                          </a:lnTo>
                          <a:lnTo>
                            <a:pt x="229" y="157"/>
                          </a:lnTo>
                          <a:lnTo>
                            <a:pt x="222" y="143"/>
                          </a:lnTo>
                          <a:lnTo>
                            <a:pt x="215" y="128"/>
                          </a:lnTo>
                          <a:lnTo>
                            <a:pt x="209" y="113"/>
                          </a:lnTo>
                          <a:lnTo>
                            <a:pt x="204" y="98"/>
                          </a:lnTo>
                          <a:lnTo>
                            <a:pt x="199" y="82"/>
                          </a:lnTo>
                          <a:lnTo>
                            <a:pt x="194" y="66"/>
                          </a:lnTo>
                          <a:lnTo>
                            <a:pt x="191" y="51"/>
                          </a:lnTo>
                          <a:lnTo>
                            <a:pt x="189" y="34"/>
                          </a:lnTo>
                          <a:lnTo>
                            <a:pt x="187" y="17"/>
                          </a:lnTo>
                          <a:lnTo>
                            <a:pt x="186" y="0"/>
                          </a:lnTo>
                          <a:lnTo>
                            <a:pt x="0" y="3"/>
                          </a:lnTo>
                          <a:close/>
                        </a:path>
                      </a:pathLst>
                    </a:custGeom>
                    <a:solidFill>
                      <a:srgbClr val="EF2B2F"/>
                    </a:solidFill>
                    <a:ln>
                      <a:noFill/>
                    </a:ln>
                  </p:spPr>
                  <p:txBody>
                    <a:bodyPr/>
                    <a:lstStyle/>
                    <a:p>
                      <a:pPr>
                        <a:defRPr/>
                      </a:pPr>
                      <a:endParaRPr lang="en-US" sz="1050">
                        <a:latin typeface="+mj-lt"/>
                      </a:endParaRPr>
                    </a:p>
                  </p:txBody>
                </p:sp>
                <p:sp>
                  <p:nvSpPr>
                    <p:cNvPr id="41380" name="Freeform 846">
                      <a:extLst>
                        <a:ext uri="{FF2B5EF4-FFF2-40B4-BE49-F238E27FC236}">
                          <a16:creationId xmlns="" xmlns:a16="http://schemas.microsoft.com/office/drawing/2014/main" id="{040A8290-1389-3052-4A21-986B0123DE0C}"/>
                        </a:ext>
                      </a:extLst>
                    </p:cNvPr>
                    <p:cNvSpPr>
                      <a:spLocks/>
                    </p:cNvSpPr>
                    <p:nvPr/>
                  </p:nvSpPr>
                  <p:spPr bwMode="auto">
                    <a:xfrm>
                      <a:off x="1823" y="2557"/>
                      <a:ext cx="84" cy="88"/>
                    </a:xfrm>
                    <a:custGeom>
                      <a:avLst/>
                      <a:gdLst>
                        <a:gd name="T0" fmla="*/ 0 w 514"/>
                        <a:gd name="T1" fmla="*/ 0 h 530"/>
                        <a:gd name="T2" fmla="*/ 0 w 514"/>
                        <a:gd name="T3" fmla="*/ 0 h 530"/>
                        <a:gd name="T4" fmla="*/ 0 w 514"/>
                        <a:gd name="T5" fmla="*/ 0 h 530"/>
                        <a:gd name="T6" fmla="*/ 0 w 514"/>
                        <a:gd name="T7" fmla="*/ 0 h 530"/>
                        <a:gd name="T8" fmla="*/ 0 w 514"/>
                        <a:gd name="T9" fmla="*/ 0 h 530"/>
                        <a:gd name="T10" fmla="*/ 0 w 514"/>
                        <a:gd name="T11" fmla="*/ 0 h 530"/>
                        <a:gd name="T12" fmla="*/ 0 w 514"/>
                        <a:gd name="T13" fmla="*/ 0 h 530"/>
                        <a:gd name="T14" fmla="*/ 0 w 514"/>
                        <a:gd name="T15" fmla="*/ 0 h 530"/>
                        <a:gd name="T16" fmla="*/ 0 w 514"/>
                        <a:gd name="T17" fmla="*/ 0 h 530"/>
                        <a:gd name="T18" fmla="*/ 0 w 514"/>
                        <a:gd name="T19" fmla="*/ 0 h 530"/>
                        <a:gd name="T20" fmla="*/ 0 w 514"/>
                        <a:gd name="T21" fmla="*/ 0 h 530"/>
                        <a:gd name="T22" fmla="*/ 0 w 514"/>
                        <a:gd name="T23" fmla="*/ 0 h 530"/>
                        <a:gd name="T24" fmla="*/ 0 w 514"/>
                        <a:gd name="T25" fmla="*/ 0 h 530"/>
                        <a:gd name="T26" fmla="*/ 0 w 514"/>
                        <a:gd name="T27" fmla="*/ 0 h 530"/>
                        <a:gd name="T28" fmla="*/ 0 w 514"/>
                        <a:gd name="T29" fmla="*/ 0 h 530"/>
                        <a:gd name="T30" fmla="*/ 0 w 514"/>
                        <a:gd name="T31" fmla="*/ 0 h 530"/>
                        <a:gd name="T32" fmla="*/ 0 w 514"/>
                        <a:gd name="T33" fmla="*/ 0 h 530"/>
                        <a:gd name="T34" fmla="*/ 0 w 514"/>
                        <a:gd name="T35" fmla="*/ 0 h 530"/>
                        <a:gd name="T36" fmla="*/ 0 w 514"/>
                        <a:gd name="T37" fmla="*/ 0 h 530"/>
                        <a:gd name="T38" fmla="*/ 0 w 514"/>
                        <a:gd name="T39" fmla="*/ 0 h 530"/>
                        <a:gd name="T40" fmla="*/ 0 w 514"/>
                        <a:gd name="T41" fmla="*/ 0 h 530"/>
                        <a:gd name="T42" fmla="*/ 0 w 514"/>
                        <a:gd name="T43" fmla="*/ 0 h 530"/>
                        <a:gd name="T44" fmla="*/ 0 w 514"/>
                        <a:gd name="T45" fmla="*/ 0 h 530"/>
                        <a:gd name="T46" fmla="*/ 0 w 514"/>
                        <a:gd name="T47" fmla="*/ 0 h 530"/>
                        <a:gd name="T48" fmla="*/ 0 w 514"/>
                        <a:gd name="T49" fmla="*/ 0 h 530"/>
                        <a:gd name="T50" fmla="*/ 0 w 514"/>
                        <a:gd name="T51" fmla="*/ 0 h 530"/>
                        <a:gd name="T52" fmla="*/ 0 w 514"/>
                        <a:gd name="T53" fmla="*/ 0 h 530"/>
                        <a:gd name="T54" fmla="*/ 0 w 514"/>
                        <a:gd name="T55" fmla="*/ 0 h 530"/>
                        <a:gd name="T56" fmla="*/ 0 w 514"/>
                        <a:gd name="T57" fmla="*/ 0 h 530"/>
                        <a:gd name="T58" fmla="*/ 0 w 514"/>
                        <a:gd name="T59" fmla="*/ 0 h 530"/>
                        <a:gd name="T60" fmla="*/ 0 w 514"/>
                        <a:gd name="T61" fmla="*/ 0 h 530"/>
                        <a:gd name="T62" fmla="*/ 0 w 514"/>
                        <a:gd name="T63" fmla="*/ 0 h 530"/>
                        <a:gd name="T64" fmla="*/ 0 w 514"/>
                        <a:gd name="T65" fmla="*/ 0 h 530"/>
                        <a:gd name="T66" fmla="*/ 0 w 514"/>
                        <a:gd name="T67" fmla="*/ 0 h 5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30"/>
                        <a:gd name="T104" fmla="*/ 514 w 514"/>
                        <a:gd name="T105" fmla="*/ 530 h 5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30">
                          <a:moveTo>
                            <a:pt x="512" y="0"/>
                          </a:moveTo>
                          <a:lnTo>
                            <a:pt x="512" y="0"/>
                          </a:lnTo>
                          <a:lnTo>
                            <a:pt x="485" y="1"/>
                          </a:lnTo>
                          <a:lnTo>
                            <a:pt x="459" y="5"/>
                          </a:lnTo>
                          <a:lnTo>
                            <a:pt x="432" y="8"/>
                          </a:lnTo>
                          <a:lnTo>
                            <a:pt x="407" y="13"/>
                          </a:lnTo>
                          <a:lnTo>
                            <a:pt x="382" y="20"/>
                          </a:lnTo>
                          <a:lnTo>
                            <a:pt x="357" y="27"/>
                          </a:lnTo>
                          <a:lnTo>
                            <a:pt x="333" y="35"/>
                          </a:lnTo>
                          <a:lnTo>
                            <a:pt x="310" y="46"/>
                          </a:lnTo>
                          <a:lnTo>
                            <a:pt x="287" y="57"/>
                          </a:lnTo>
                          <a:lnTo>
                            <a:pt x="264" y="68"/>
                          </a:lnTo>
                          <a:lnTo>
                            <a:pt x="243" y="81"/>
                          </a:lnTo>
                          <a:lnTo>
                            <a:pt x="222" y="95"/>
                          </a:lnTo>
                          <a:lnTo>
                            <a:pt x="202" y="110"/>
                          </a:lnTo>
                          <a:lnTo>
                            <a:pt x="183" y="126"/>
                          </a:lnTo>
                          <a:lnTo>
                            <a:pt x="165" y="143"/>
                          </a:lnTo>
                          <a:lnTo>
                            <a:pt x="147" y="160"/>
                          </a:lnTo>
                          <a:lnTo>
                            <a:pt x="130" y="179"/>
                          </a:lnTo>
                          <a:lnTo>
                            <a:pt x="114" y="198"/>
                          </a:lnTo>
                          <a:lnTo>
                            <a:pt x="99" y="218"/>
                          </a:lnTo>
                          <a:lnTo>
                            <a:pt x="84" y="238"/>
                          </a:lnTo>
                          <a:lnTo>
                            <a:pt x="71" y="259"/>
                          </a:lnTo>
                          <a:lnTo>
                            <a:pt x="58" y="282"/>
                          </a:lnTo>
                          <a:lnTo>
                            <a:pt x="48" y="304"/>
                          </a:lnTo>
                          <a:lnTo>
                            <a:pt x="38" y="327"/>
                          </a:lnTo>
                          <a:lnTo>
                            <a:pt x="29" y="352"/>
                          </a:lnTo>
                          <a:lnTo>
                            <a:pt x="21" y="376"/>
                          </a:lnTo>
                          <a:lnTo>
                            <a:pt x="15" y="400"/>
                          </a:lnTo>
                          <a:lnTo>
                            <a:pt x="10" y="426"/>
                          </a:lnTo>
                          <a:lnTo>
                            <a:pt x="5" y="451"/>
                          </a:lnTo>
                          <a:lnTo>
                            <a:pt x="2" y="477"/>
                          </a:lnTo>
                          <a:lnTo>
                            <a:pt x="0" y="503"/>
                          </a:lnTo>
                          <a:lnTo>
                            <a:pt x="1" y="530"/>
                          </a:lnTo>
                          <a:lnTo>
                            <a:pt x="187" y="527"/>
                          </a:lnTo>
                          <a:lnTo>
                            <a:pt x="188" y="510"/>
                          </a:lnTo>
                          <a:lnTo>
                            <a:pt x="189" y="493"/>
                          </a:lnTo>
                          <a:lnTo>
                            <a:pt x="190" y="476"/>
                          </a:lnTo>
                          <a:lnTo>
                            <a:pt x="193" y="459"/>
                          </a:lnTo>
                          <a:lnTo>
                            <a:pt x="196" y="443"/>
                          </a:lnTo>
                          <a:lnTo>
                            <a:pt x="201" y="427"/>
                          </a:lnTo>
                          <a:lnTo>
                            <a:pt x="206" y="412"/>
                          </a:lnTo>
                          <a:lnTo>
                            <a:pt x="211" y="397"/>
                          </a:lnTo>
                          <a:lnTo>
                            <a:pt x="218" y="382"/>
                          </a:lnTo>
                          <a:lnTo>
                            <a:pt x="225" y="368"/>
                          </a:lnTo>
                          <a:lnTo>
                            <a:pt x="233" y="354"/>
                          </a:lnTo>
                          <a:lnTo>
                            <a:pt x="241" y="340"/>
                          </a:lnTo>
                          <a:lnTo>
                            <a:pt x="251" y="326"/>
                          </a:lnTo>
                          <a:lnTo>
                            <a:pt x="260" y="313"/>
                          </a:lnTo>
                          <a:lnTo>
                            <a:pt x="270" y="302"/>
                          </a:lnTo>
                          <a:lnTo>
                            <a:pt x="281" y="290"/>
                          </a:lnTo>
                          <a:lnTo>
                            <a:pt x="292" y="278"/>
                          </a:lnTo>
                          <a:lnTo>
                            <a:pt x="305" y="268"/>
                          </a:lnTo>
                          <a:lnTo>
                            <a:pt x="316" y="257"/>
                          </a:lnTo>
                          <a:lnTo>
                            <a:pt x="330" y="248"/>
                          </a:lnTo>
                          <a:lnTo>
                            <a:pt x="343" y="239"/>
                          </a:lnTo>
                          <a:lnTo>
                            <a:pt x="357" y="231"/>
                          </a:lnTo>
                          <a:lnTo>
                            <a:pt x="371" y="223"/>
                          </a:lnTo>
                          <a:lnTo>
                            <a:pt x="385" y="216"/>
                          </a:lnTo>
                          <a:lnTo>
                            <a:pt x="400" y="209"/>
                          </a:lnTo>
                          <a:lnTo>
                            <a:pt x="416" y="204"/>
                          </a:lnTo>
                          <a:lnTo>
                            <a:pt x="431" y="200"/>
                          </a:lnTo>
                          <a:lnTo>
                            <a:pt x="448" y="196"/>
                          </a:lnTo>
                          <a:lnTo>
                            <a:pt x="464" y="192"/>
                          </a:lnTo>
                          <a:lnTo>
                            <a:pt x="480" y="190"/>
                          </a:lnTo>
                          <a:lnTo>
                            <a:pt x="497" y="188"/>
                          </a:lnTo>
                          <a:lnTo>
                            <a:pt x="514" y="187"/>
                          </a:lnTo>
                          <a:lnTo>
                            <a:pt x="512" y="0"/>
                          </a:lnTo>
                          <a:close/>
                        </a:path>
                      </a:pathLst>
                    </a:custGeom>
                    <a:solidFill>
                      <a:srgbClr val="EF2B2F"/>
                    </a:solidFill>
                    <a:ln>
                      <a:noFill/>
                    </a:ln>
                  </p:spPr>
                  <p:txBody>
                    <a:bodyPr/>
                    <a:lstStyle/>
                    <a:p>
                      <a:pPr>
                        <a:defRPr/>
                      </a:pPr>
                      <a:endParaRPr lang="en-US" sz="1050">
                        <a:latin typeface="+mj-lt"/>
                      </a:endParaRPr>
                    </a:p>
                  </p:txBody>
                </p:sp>
              </p:grpSp>
              <p:sp>
                <p:nvSpPr>
                  <p:cNvPr id="41162" name="Freeform 847">
                    <a:extLst>
                      <a:ext uri="{FF2B5EF4-FFF2-40B4-BE49-F238E27FC236}">
                        <a16:creationId xmlns="" xmlns:a16="http://schemas.microsoft.com/office/drawing/2014/main" id="{167511BA-8758-8990-2451-6BA86FFB7FD7}"/>
                      </a:ext>
                    </a:extLst>
                  </p:cNvPr>
                  <p:cNvSpPr>
                    <a:spLocks/>
                  </p:cNvSpPr>
                  <p:nvPr/>
                </p:nvSpPr>
                <p:spPr bwMode="auto">
                  <a:xfrm>
                    <a:off x="2004" y="2661"/>
                    <a:ext cx="88" cy="88"/>
                  </a:xfrm>
                  <a:custGeom>
                    <a:avLst/>
                    <a:gdLst>
                      <a:gd name="T0" fmla="*/ 0 w 530"/>
                      <a:gd name="T1" fmla="*/ 0 h 514"/>
                      <a:gd name="T2" fmla="*/ 0 w 530"/>
                      <a:gd name="T3" fmla="*/ 0 h 514"/>
                      <a:gd name="T4" fmla="*/ 0 w 530"/>
                      <a:gd name="T5" fmla="*/ 0 h 514"/>
                      <a:gd name="T6" fmla="*/ 0 w 530"/>
                      <a:gd name="T7" fmla="*/ 0 h 514"/>
                      <a:gd name="T8" fmla="*/ 0 w 530"/>
                      <a:gd name="T9" fmla="*/ 0 h 514"/>
                      <a:gd name="T10" fmla="*/ 0 w 530"/>
                      <a:gd name="T11" fmla="*/ 0 h 514"/>
                      <a:gd name="T12" fmla="*/ 0 w 530"/>
                      <a:gd name="T13" fmla="*/ 0 h 514"/>
                      <a:gd name="T14" fmla="*/ 0 w 530"/>
                      <a:gd name="T15" fmla="*/ 0 h 514"/>
                      <a:gd name="T16" fmla="*/ 0 w 530"/>
                      <a:gd name="T17" fmla="*/ 0 h 514"/>
                      <a:gd name="T18" fmla="*/ 0 w 530"/>
                      <a:gd name="T19" fmla="*/ 0 h 514"/>
                      <a:gd name="T20" fmla="*/ 0 w 530"/>
                      <a:gd name="T21" fmla="*/ 0 h 514"/>
                      <a:gd name="T22" fmla="*/ 0 w 530"/>
                      <a:gd name="T23" fmla="*/ 0 h 514"/>
                      <a:gd name="T24" fmla="*/ 0 w 530"/>
                      <a:gd name="T25" fmla="*/ 0 h 514"/>
                      <a:gd name="T26" fmla="*/ 0 w 530"/>
                      <a:gd name="T27" fmla="*/ 0 h 514"/>
                      <a:gd name="T28" fmla="*/ 0 w 530"/>
                      <a:gd name="T29" fmla="*/ 0 h 514"/>
                      <a:gd name="T30" fmla="*/ 0 w 530"/>
                      <a:gd name="T31" fmla="*/ 0 h 514"/>
                      <a:gd name="T32" fmla="*/ 0 w 530"/>
                      <a:gd name="T33" fmla="*/ 0 h 514"/>
                      <a:gd name="T34" fmla="*/ 0 w 530"/>
                      <a:gd name="T35" fmla="*/ 0 h 514"/>
                      <a:gd name="T36" fmla="*/ 0 w 530"/>
                      <a:gd name="T37" fmla="*/ 0 h 514"/>
                      <a:gd name="T38" fmla="*/ 0 w 530"/>
                      <a:gd name="T39" fmla="*/ 0 h 514"/>
                      <a:gd name="T40" fmla="*/ 0 w 530"/>
                      <a:gd name="T41" fmla="*/ 0 h 514"/>
                      <a:gd name="T42" fmla="*/ 0 w 530"/>
                      <a:gd name="T43" fmla="*/ 0 h 514"/>
                      <a:gd name="T44" fmla="*/ 0 w 530"/>
                      <a:gd name="T45" fmla="*/ 0 h 514"/>
                      <a:gd name="T46" fmla="*/ 0 w 530"/>
                      <a:gd name="T47" fmla="*/ 0 h 514"/>
                      <a:gd name="T48" fmla="*/ 0 w 530"/>
                      <a:gd name="T49" fmla="*/ 0 h 514"/>
                      <a:gd name="T50" fmla="*/ 0 w 530"/>
                      <a:gd name="T51" fmla="*/ 0 h 514"/>
                      <a:gd name="T52" fmla="*/ 0 w 530"/>
                      <a:gd name="T53" fmla="*/ 0 h 514"/>
                      <a:gd name="T54" fmla="*/ 0 w 530"/>
                      <a:gd name="T55" fmla="*/ 0 h 514"/>
                      <a:gd name="T56" fmla="*/ 0 w 530"/>
                      <a:gd name="T57" fmla="*/ 0 h 514"/>
                      <a:gd name="T58" fmla="*/ 0 w 530"/>
                      <a:gd name="T59" fmla="*/ 0 h 514"/>
                      <a:gd name="T60" fmla="*/ 0 w 530"/>
                      <a:gd name="T61" fmla="*/ 0 h 514"/>
                      <a:gd name="T62" fmla="*/ 0 w 530"/>
                      <a:gd name="T63" fmla="*/ 0 h 514"/>
                      <a:gd name="T64" fmla="*/ 0 w 530"/>
                      <a:gd name="T65" fmla="*/ 0 h 514"/>
                      <a:gd name="T66" fmla="*/ 0 w 530"/>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4"/>
                      <a:gd name="T104" fmla="*/ 530 w 530"/>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4">
                        <a:moveTo>
                          <a:pt x="530" y="512"/>
                        </a:moveTo>
                        <a:lnTo>
                          <a:pt x="530" y="512"/>
                        </a:lnTo>
                        <a:lnTo>
                          <a:pt x="529" y="485"/>
                        </a:lnTo>
                        <a:lnTo>
                          <a:pt x="526" y="459"/>
                        </a:lnTo>
                        <a:lnTo>
                          <a:pt x="523" y="432"/>
                        </a:lnTo>
                        <a:lnTo>
                          <a:pt x="517" y="407"/>
                        </a:lnTo>
                        <a:lnTo>
                          <a:pt x="511" y="382"/>
                        </a:lnTo>
                        <a:lnTo>
                          <a:pt x="504" y="357"/>
                        </a:lnTo>
                        <a:lnTo>
                          <a:pt x="495" y="333"/>
                        </a:lnTo>
                        <a:lnTo>
                          <a:pt x="485" y="310"/>
                        </a:lnTo>
                        <a:lnTo>
                          <a:pt x="474" y="287"/>
                        </a:lnTo>
                        <a:lnTo>
                          <a:pt x="462" y="264"/>
                        </a:lnTo>
                        <a:lnTo>
                          <a:pt x="449" y="243"/>
                        </a:lnTo>
                        <a:lnTo>
                          <a:pt x="436" y="222"/>
                        </a:lnTo>
                        <a:lnTo>
                          <a:pt x="421" y="202"/>
                        </a:lnTo>
                        <a:lnTo>
                          <a:pt x="405" y="183"/>
                        </a:lnTo>
                        <a:lnTo>
                          <a:pt x="388" y="165"/>
                        </a:lnTo>
                        <a:lnTo>
                          <a:pt x="371" y="147"/>
                        </a:lnTo>
                        <a:lnTo>
                          <a:pt x="352" y="130"/>
                        </a:lnTo>
                        <a:lnTo>
                          <a:pt x="333" y="114"/>
                        </a:lnTo>
                        <a:lnTo>
                          <a:pt x="312" y="99"/>
                        </a:lnTo>
                        <a:lnTo>
                          <a:pt x="292" y="84"/>
                        </a:lnTo>
                        <a:lnTo>
                          <a:pt x="271" y="71"/>
                        </a:lnTo>
                        <a:lnTo>
                          <a:pt x="249" y="59"/>
                        </a:lnTo>
                        <a:lnTo>
                          <a:pt x="226" y="48"/>
                        </a:lnTo>
                        <a:lnTo>
                          <a:pt x="203" y="38"/>
                        </a:lnTo>
                        <a:lnTo>
                          <a:pt x="179" y="29"/>
                        </a:lnTo>
                        <a:lnTo>
                          <a:pt x="155" y="21"/>
                        </a:lnTo>
                        <a:lnTo>
                          <a:pt x="130" y="15"/>
                        </a:lnTo>
                        <a:lnTo>
                          <a:pt x="105" y="10"/>
                        </a:lnTo>
                        <a:lnTo>
                          <a:pt x="79" y="6"/>
                        </a:lnTo>
                        <a:lnTo>
                          <a:pt x="53" y="2"/>
                        </a:lnTo>
                        <a:lnTo>
                          <a:pt x="27" y="0"/>
                        </a:lnTo>
                        <a:lnTo>
                          <a:pt x="0" y="1"/>
                        </a:lnTo>
                        <a:lnTo>
                          <a:pt x="3" y="187"/>
                        </a:lnTo>
                        <a:lnTo>
                          <a:pt x="20" y="188"/>
                        </a:lnTo>
                        <a:lnTo>
                          <a:pt x="37" y="189"/>
                        </a:lnTo>
                        <a:lnTo>
                          <a:pt x="54" y="190"/>
                        </a:lnTo>
                        <a:lnTo>
                          <a:pt x="70" y="193"/>
                        </a:lnTo>
                        <a:lnTo>
                          <a:pt x="87" y="197"/>
                        </a:lnTo>
                        <a:lnTo>
                          <a:pt x="103" y="201"/>
                        </a:lnTo>
                        <a:lnTo>
                          <a:pt x="118" y="206"/>
                        </a:lnTo>
                        <a:lnTo>
                          <a:pt x="133" y="211"/>
                        </a:lnTo>
                        <a:lnTo>
                          <a:pt x="148" y="218"/>
                        </a:lnTo>
                        <a:lnTo>
                          <a:pt x="163" y="225"/>
                        </a:lnTo>
                        <a:lnTo>
                          <a:pt x="176" y="233"/>
                        </a:lnTo>
                        <a:lnTo>
                          <a:pt x="190" y="241"/>
                        </a:lnTo>
                        <a:lnTo>
                          <a:pt x="204" y="251"/>
                        </a:lnTo>
                        <a:lnTo>
                          <a:pt x="217" y="260"/>
                        </a:lnTo>
                        <a:lnTo>
                          <a:pt x="228" y="270"/>
                        </a:lnTo>
                        <a:lnTo>
                          <a:pt x="241" y="281"/>
                        </a:lnTo>
                        <a:lnTo>
                          <a:pt x="252" y="292"/>
                        </a:lnTo>
                        <a:lnTo>
                          <a:pt x="262" y="305"/>
                        </a:lnTo>
                        <a:lnTo>
                          <a:pt x="273" y="316"/>
                        </a:lnTo>
                        <a:lnTo>
                          <a:pt x="283" y="330"/>
                        </a:lnTo>
                        <a:lnTo>
                          <a:pt x="291" y="343"/>
                        </a:lnTo>
                        <a:lnTo>
                          <a:pt x="300" y="357"/>
                        </a:lnTo>
                        <a:lnTo>
                          <a:pt x="307" y="371"/>
                        </a:lnTo>
                        <a:lnTo>
                          <a:pt x="314" y="385"/>
                        </a:lnTo>
                        <a:lnTo>
                          <a:pt x="321" y="400"/>
                        </a:lnTo>
                        <a:lnTo>
                          <a:pt x="326" y="416"/>
                        </a:lnTo>
                        <a:lnTo>
                          <a:pt x="330" y="431"/>
                        </a:lnTo>
                        <a:lnTo>
                          <a:pt x="335" y="448"/>
                        </a:lnTo>
                        <a:lnTo>
                          <a:pt x="338" y="464"/>
                        </a:lnTo>
                        <a:lnTo>
                          <a:pt x="340" y="480"/>
                        </a:lnTo>
                        <a:lnTo>
                          <a:pt x="342" y="497"/>
                        </a:lnTo>
                        <a:lnTo>
                          <a:pt x="343" y="514"/>
                        </a:lnTo>
                        <a:lnTo>
                          <a:pt x="530" y="512"/>
                        </a:lnTo>
                        <a:close/>
                      </a:path>
                    </a:pathLst>
                  </a:custGeom>
                  <a:solidFill>
                    <a:srgbClr val="EF2B2F"/>
                  </a:solidFill>
                  <a:ln>
                    <a:noFill/>
                  </a:ln>
                </p:spPr>
                <p:txBody>
                  <a:bodyPr/>
                  <a:lstStyle/>
                  <a:p>
                    <a:pPr>
                      <a:defRPr/>
                    </a:pPr>
                    <a:endParaRPr lang="en-US" sz="1050">
                      <a:latin typeface="+mj-lt"/>
                    </a:endParaRPr>
                  </a:p>
                </p:txBody>
              </p:sp>
              <p:sp>
                <p:nvSpPr>
                  <p:cNvPr id="41163" name="Freeform 848">
                    <a:extLst>
                      <a:ext uri="{FF2B5EF4-FFF2-40B4-BE49-F238E27FC236}">
                        <a16:creationId xmlns="" xmlns:a16="http://schemas.microsoft.com/office/drawing/2014/main" id="{2E668021-7D51-8EE5-7E5E-FE823DE55B9A}"/>
                      </a:ext>
                    </a:extLst>
                  </p:cNvPr>
                  <p:cNvSpPr>
                    <a:spLocks/>
                  </p:cNvSpPr>
                  <p:nvPr/>
                </p:nvSpPr>
                <p:spPr bwMode="auto">
                  <a:xfrm>
                    <a:off x="2008" y="2748"/>
                    <a:ext cx="84"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3" y="528"/>
                        </a:moveTo>
                        <a:lnTo>
                          <a:pt x="3" y="528"/>
                        </a:lnTo>
                        <a:lnTo>
                          <a:pt x="30" y="527"/>
                        </a:lnTo>
                        <a:lnTo>
                          <a:pt x="55" y="525"/>
                        </a:lnTo>
                        <a:lnTo>
                          <a:pt x="82" y="521"/>
                        </a:lnTo>
                        <a:lnTo>
                          <a:pt x="107" y="515"/>
                        </a:lnTo>
                        <a:lnTo>
                          <a:pt x="133" y="509"/>
                        </a:lnTo>
                        <a:lnTo>
                          <a:pt x="157" y="502"/>
                        </a:lnTo>
                        <a:lnTo>
                          <a:pt x="181" y="493"/>
                        </a:lnTo>
                        <a:lnTo>
                          <a:pt x="205" y="483"/>
                        </a:lnTo>
                        <a:lnTo>
                          <a:pt x="227" y="473"/>
                        </a:lnTo>
                        <a:lnTo>
                          <a:pt x="250" y="461"/>
                        </a:lnTo>
                        <a:lnTo>
                          <a:pt x="271" y="447"/>
                        </a:lnTo>
                        <a:lnTo>
                          <a:pt x="292" y="434"/>
                        </a:lnTo>
                        <a:lnTo>
                          <a:pt x="312" y="419"/>
                        </a:lnTo>
                        <a:lnTo>
                          <a:pt x="331" y="403"/>
                        </a:lnTo>
                        <a:lnTo>
                          <a:pt x="351" y="387"/>
                        </a:lnTo>
                        <a:lnTo>
                          <a:pt x="368" y="369"/>
                        </a:lnTo>
                        <a:lnTo>
                          <a:pt x="385" y="351"/>
                        </a:lnTo>
                        <a:lnTo>
                          <a:pt x="400" y="332"/>
                        </a:lnTo>
                        <a:lnTo>
                          <a:pt x="415" y="312"/>
                        </a:lnTo>
                        <a:lnTo>
                          <a:pt x="430" y="291"/>
                        </a:lnTo>
                        <a:lnTo>
                          <a:pt x="443" y="270"/>
                        </a:lnTo>
                        <a:lnTo>
                          <a:pt x="456" y="248"/>
                        </a:lnTo>
                        <a:lnTo>
                          <a:pt x="466" y="226"/>
                        </a:lnTo>
                        <a:lnTo>
                          <a:pt x="477" y="201"/>
                        </a:lnTo>
                        <a:lnTo>
                          <a:pt x="485" y="178"/>
                        </a:lnTo>
                        <a:lnTo>
                          <a:pt x="493" y="153"/>
                        </a:lnTo>
                        <a:lnTo>
                          <a:pt x="500" y="129"/>
                        </a:lnTo>
                        <a:lnTo>
                          <a:pt x="505" y="104"/>
                        </a:lnTo>
                        <a:lnTo>
                          <a:pt x="509" y="78"/>
                        </a:lnTo>
                        <a:lnTo>
                          <a:pt x="512" y="52"/>
                        </a:lnTo>
                        <a:lnTo>
                          <a:pt x="514" y="25"/>
                        </a:lnTo>
                        <a:lnTo>
                          <a:pt x="514" y="0"/>
                        </a:lnTo>
                        <a:lnTo>
                          <a:pt x="327" y="2"/>
                        </a:lnTo>
                        <a:lnTo>
                          <a:pt x="326" y="20"/>
                        </a:lnTo>
                        <a:lnTo>
                          <a:pt x="325" y="37"/>
                        </a:lnTo>
                        <a:lnTo>
                          <a:pt x="324" y="53"/>
                        </a:lnTo>
                        <a:lnTo>
                          <a:pt x="321" y="70"/>
                        </a:lnTo>
                        <a:lnTo>
                          <a:pt x="318" y="86"/>
                        </a:lnTo>
                        <a:lnTo>
                          <a:pt x="313" y="101"/>
                        </a:lnTo>
                        <a:lnTo>
                          <a:pt x="309" y="117"/>
                        </a:lnTo>
                        <a:lnTo>
                          <a:pt x="303" y="132"/>
                        </a:lnTo>
                        <a:lnTo>
                          <a:pt x="296" y="147"/>
                        </a:lnTo>
                        <a:lnTo>
                          <a:pt x="289" y="161"/>
                        </a:lnTo>
                        <a:lnTo>
                          <a:pt x="282" y="176"/>
                        </a:lnTo>
                        <a:lnTo>
                          <a:pt x="273" y="190"/>
                        </a:lnTo>
                        <a:lnTo>
                          <a:pt x="265" y="202"/>
                        </a:lnTo>
                        <a:lnTo>
                          <a:pt x="254" y="215"/>
                        </a:lnTo>
                        <a:lnTo>
                          <a:pt x="244" y="228"/>
                        </a:lnTo>
                        <a:lnTo>
                          <a:pt x="234" y="239"/>
                        </a:lnTo>
                        <a:lnTo>
                          <a:pt x="222" y="250"/>
                        </a:lnTo>
                        <a:lnTo>
                          <a:pt x="210" y="262"/>
                        </a:lnTo>
                        <a:lnTo>
                          <a:pt x="198" y="271"/>
                        </a:lnTo>
                        <a:lnTo>
                          <a:pt x="185" y="281"/>
                        </a:lnTo>
                        <a:lnTo>
                          <a:pt x="171" y="290"/>
                        </a:lnTo>
                        <a:lnTo>
                          <a:pt x="157" y="298"/>
                        </a:lnTo>
                        <a:lnTo>
                          <a:pt x="143" y="306"/>
                        </a:lnTo>
                        <a:lnTo>
                          <a:pt x="129" y="313"/>
                        </a:lnTo>
                        <a:lnTo>
                          <a:pt x="114" y="319"/>
                        </a:lnTo>
                        <a:lnTo>
                          <a:pt x="99" y="324"/>
                        </a:lnTo>
                        <a:lnTo>
                          <a:pt x="83" y="330"/>
                        </a:lnTo>
                        <a:lnTo>
                          <a:pt x="67" y="334"/>
                        </a:lnTo>
                        <a:lnTo>
                          <a:pt x="50" y="336"/>
                        </a:lnTo>
                        <a:lnTo>
                          <a:pt x="34" y="339"/>
                        </a:lnTo>
                        <a:lnTo>
                          <a:pt x="17" y="340"/>
                        </a:lnTo>
                        <a:lnTo>
                          <a:pt x="0" y="341"/>
                        </a:lnTo>
                        <a:lnTo>
                          <a:pt x="3" y="528"/>
                        </a:lnTo>
                        <a:close/>
                      </a:path>
                    </a:pathLst>
                  </a:custGeom>
                  <a:solidFill>
                    <a:srgbClr val="EF2B2F"/>
                  </a:solidFill>
                  <a:ln>
                    <a:noFill/>
                  </a:ln>
                </p:spPr>
                <p:txBody>
                  <a:bodyPr/>
                  <a:lstStyle/>
                  <a:p>
                    <a:pPr>
                      <a:defRPr/>
                    </a:pPr>
                    <a:endParaRPr lang="en-US" sz="1050">
                      <a:latin typeface="+mj-lt"/>
                    </a:endParaRPr>
                  </a:p>
                </p:txBody>
              </p:sp>
              <p:sp>
                <p:nvSpPr>
                  <p:cNvPr id="41164" name="Freeform 849">
                    <a:extLst>
                      <a:ext uri="{FF2B5EF4-FFF2-40B4-BE49-F238E27FC236}">
                        <a16:creationId xmlns="" xmlns:a16="http://schemas.microsoft.com/office/drawing/2014/main" id="{A262C2D4-9683-1BF6-1E20-89B05A31B18C}"/>
                      </a:ext>
                    </a:extLst>
                  </p:cNvPr>
                  <p:cNvSpPr>
                    <a:spLocks/>
                  </p:cNvSpPr>
                  <p:nvPr/>
                </p:nvSpPr>
                <p:spPr bwMode="auto">
                  <a:xfrm>
                    <a:off x="1920" y="2748"/>
                    <a:ext cx="88" cy="88"/>
                  </a:xfrm>
                  <a:custGeom>
                    <a:avLst/>
                    <a:gdLst>
                      <a:gd name="T0" fmla="*/ 0 w 530"/>
                      <a:gd name="T1" fmla="*/ 0 h 514"/>
                      <a:gd name="T2" fmla="*/ 0 w 530"/>
                      <a:gd name="T3" fmla="*/ 0 h 514"/>
                      <a:gd name="T4" fmla="*/ 0 w 530"/>
                      <a:gd name="T5" fmla="*/ 0 h 514"/>
                      <a:gd name="T6" fmla="*/ 0 w 530"/>
                      <a:gd name="T7" fmla="*/ 0 h 514"/>
                      <a:gd name="T8" fmla="*/ 0 w 530"/>
                      <a:gd name="T9" fmla="*/ 0 h 514"/>
                      <a:gd name="T10" fmla="*/ 0 w 530"/>
                      <a:gd name="T11" fmla="*/ 0 h 514"/>
                      <a:gd name="T12" fmla="*/ 0 w 530"/>
                      <a:gd name="T13" fmla="*/ 0 h 514"/>
                      <a:gd name="T14" fmla="*/ 0 w 530"/>
                      <a:gd name="T15" fmla="*/ 0 h 514"/>
                      <a:gd name="T16" fmla="*/ 0 w 530"/>
                      <a:gd name="T17" fmla="*/ 0 h 514"/>
                      <a:gd name="T18" fmla="*/ 0 w 530"/>
                      <a:gd name="T19" fmla="*/ 0 h 514"/>
                      <a:gd name="T20" fmla="*/ 0 w 530"/>
                      <a:gd name="T21" fmla="*/ 0 h 514"/>
                      <a:gd name="T22" fmla="*/ 0 w 530"/>
                      <a:gd name="T23" fmla="*/ 0 h 514"/>
                      <a:gd name="T24" fmla="*/ 0 w 530"/>
                      <a:gd name="T25" fmla="*/ 0 h 514"/>
                      <a:gd name="T26" fmla="*/ 0 w 530"/>
                      <a:gd name="T27" fmla="*/ 0 h 514"/>
                      <a:gd name="T28" fmla="*/ 0 w 530"/>
                      <a:gd name="T29" fmla="*/ 0 h 514"/>
                      <a:gd name="T30" fmla="*/ 0 w 530"/>
                      <a:gd name="T31" fmla="*/ 0 h 514"/>
                      <a:gd name="T32" fmla="*/ 0 w 530"/>
                      <a:gd name="T33" fmla="*/ 0 h 514"/>
                      <a:gd name="T34" fmla="*/ 0 w 530"/>
                      <a:gd name="T35" fmla="*/ 0 h 514"/>
                      <a:gd name="T36" fmla="*/ 0 w 530"/>
                      <a:gd name="T37" fmla="*/ 0 h 514"/>
                      <a:gd name="T38" fmla="*/ 0 w 530"/>
                      <a:gd name="T39" fmla="*/ 0 h 514"/>
                      <a:gd name="T40" fmla="*/ 0 w 530"/>
                      <a:gd name="T41" fmla="*/ 0 h 514"/>
                      <a:gd name="T42" fmla="*/ 0 w 530"/>
                      <a:gd name="T43" fmla="*/ 0 h 514"/>
                      <a:gd name="T44" fmla="*/ 0 w 530"/>
                      <a:gd name="T45" fmla="*/ 0 h 514"/>
                      <a:gd name="T46" fmla="*/ 0 w 530"/>
                      <a:gd name="T47" fmla="*/ 0 h 514"/>
                      <a:gd name="T48" fmla="*/ 0 w 530"/>
                      <a:gd name="T49" fmla="*/ 0 h 514"/>
                      <a:gd name="T50" fmla="*/ 0 w 530"/>
                      <a:gd name="T51" fmla="*/ 0 h 514"/>
                      <a:gd name="T52" fmla="*/ 0 w 530"/>
                      <a:gd name="T53" fmla="*/ 0 h 514"/>
                      <a:gd name="T54" fmla="*/ 0 w 530"/>
                      <a:gd name="T55" fmla="*/ 0 h 514"/>
                      <a:gd name="T56" fmla="*/ 0 w 530"/>
                      <a:gd name="T57" fmla="*/ 0 h 514"/>
                      <a:gd name="T58" fmla="*/ 0 w 530"/>
                      <a:gd name="T59" fmla="*/ 0 h 514"/>
                      <a:gd name="T60" fmla="*/ 0 w 530"/>
                      <a:gd name="T61" fmla="*/ 0 h 514"/>
                      <a:gd name="T62" fmla="*/ 0 w 530"/>
                      <a:gd name="T63" fmla="*/ 0 h 514"/>
                      <a:gd name="T64" fmla="*/ 0 w 530"/>
                      <a:gd name="T65" fmla="*/ 0 h 514"/>
                      <a:gd name="T66" fmla="*/ 0 w 530"/>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4"/>
                      <a:gd name="T104" fmla="*/ 530 w 530"/>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4">
                        <a:moveTo>
                          <a:pt x="0" y="4"/>
                        </a:moveTo>
                        <a:lnTo>
                          <a:pt x="0" y="4"/>
                        </a:lnTo>
                        <a:lnTo>
                          <a:pt x="1" y="30"/>
                        </a:lnTo>
                        <a:lnTo>
                          <a:pt x="4" y="57"/>
                        </a:lnTo>
                        <a:lnTo>
                          <a:pt x="8" y="83"/>
                        </a:lnTo>
                        <a:lnTo>
                          <a:pt x="13" y="109"/>
                        </a:lnTo>
                        <a:lnTo>
                          <a:pt x="19" y="133"/>
                        </a:lnTo>
                        <a:lnTo>
                          <a:pt x="27" y="157"/>
                        </a:lnTo>
                        <a:lnTo>
                          <a:pt x="35" y="182"/>
                        </a:lnTo>
                        <a:lnTo>
                          <a:pt x="45" y="205"/>
                        </a:lnTo>
                        <a:lnTo>
                          <a:pt x="56" y="229"/>
                        </a:lnTo>
                        <a:lnTo>
                          <a:pt x="68" y="251"/>
                        </a:lnTo>
                        <a:lnTo>
                          <a:pt x="81" y="272"/>
                        </a:lnTo>
                        <a:lnTo>
                          <a:pt x="95" y="293"/>
                        </a:lnTo>
                        <a:lnTo>
                          <a:pt x="110" y="313"/>
                        </a:lnTo>
                        <a:lnTo>
                          <a:pt x="126" y="333"/>
                        </a:lnTo>
                        <a:lnTo>
                          <a:pt x="143" y="351"/>
                        </a:lnTo>
                        <a:lnTo>
                          <a:pt x="160" y="369"/>
                        </a:lnTo>
                        <a:lnTo>
                          <a:pt x="178" y="386"/>
                        </a:lnTo>
                        <a:lnTo>
                          <a:pt x="197" y="401"/>
                        </a:lnTo>
                        <a:lnTo>
                          <a:pt x="217" y="416"/>
                        </a:lnTo>
                        <a:lnTo>
                          <a:pt x="238" y="430"/>
                        </a:lnTo>
                        <a:lnTo>
                          <a:pt x="259" y="444"/>
                        </a:lnTo>
                        <a:lnTo>
                          <a:pt x="281" y="456"/>
                        </a:lnTo>
                        <a:lnTo>
                          <a:pt x="304" y="467"/>
                        </a:lnTo>
                        <a:lnTo>
                          <a:pt x="327" y="477"/>
                        </a:lnTo>
                        <a:lnTo>
                          <a:pt x="351" y="485"/>
                        </a:lnTo>
                        <a:lnTo>
                          <a:pt x="375" y="494"/>
                        </a:lnTo>
                        <a:lnTo>
                          <a:pt x="400" y="500"/>
                        </a:lnTo>
                        <a:lnTo>
                          <a:pt x="425" y="505"/>
                        </a:lnTo>
                        <a:lnTo>
                          <a:pt x="451" y="510"/>
                        </a:lnTo>
                        <a:lnTo>
                          <a:pt x="477" y="513"/>
                        </a:lnTo>
                        <a:lnTo>
                          <a:pt x="504" y="514"/>
                        </a:lnTo>
                        <a:lnTo>
                          <a:pt x="530" y="514"/>
                        </a:lnTo>
                        <a:lnTo>
                          <a:pt x="527" y="327"/>
                        </a:lnTo>
                        <a:lnTo>
                          <a:pt x="509" y="327"/>
                        </a:lnTo>
                        <a:lnTo>
                          <a:pt x="492" y="326"/>
                        </a:lnTo>
                        <a:lnTo>
                          <a:pt x="476" y="324"/>
                        </a:lnTo>
                        <a:lnTo>
                          <a:pt x="459" y="322"/>
                        </a:lnTo>
                        <a:lnTo>
                          <a:pt x="443" y="318"/>
                        </a:lnTo>
                        <a:lnTo>
                          <a:pt x="427" y="314"/>
                        </a:lnTo>
                        <a:lnTo>
                          <a:pt x="412" y="309"/>
                        </a:lnTo>
                        <a:lnTo>
                          <a:pt x="396" y="304"/>
                        </a:lnTo>
                        <a:lnTo>
                          <a:pt x="382" y="298"/>
                        </a:lnTo>
                        <a:lnTo>
                          <a:pt x="368" y="290"/>
                        </a:lnTo>
                        <a:lnTo>
                          <a:pt x="354" y="282"/>
                        </a:lnTo>
                        <a:lnTo>
                          <a:pt x="340" y="274"/>
                        </a:lnTo>
                        <a:lnTo>
                          <a:pt x="326" y="265"/>
                        </a:lnTo>
                        <a:lnTo>
                          <a:pt x="314" y="255"/>
                        </a:lnTo>
                        <a:lnTo>
                          <a:pt x="302" y="244"/>
                        </a:lnTo>
                        <a:lnTo>
                          <a:pt x="289" y="234"/>
                        </a:lnTo>
                        <a:lnTo>
                          <a:pt x="279" y="222"/>
                        </a:lnTo>
                        <a:lnTo>
                          <a:pt x="268" y="211"/>
                        </a:lnTo>
                        <a:lnTo>
                          <a:pt x="257" y="198"/>
                        </a:lnTo>
                        <a:lnTo>
                          <a:pt x="248" y="185"/>
                        </a:lnTo>
                        <a:lnTo>
                          <a:pt x="239" y="172"/>
                        </a:lnTo>
                        <a:lnTo>
                          <a:pt x="231" y="159"/>
                        </a:lnTo>
                        <a:lnTo>
                          <a:pt x="223" y="144"/>
                        </a:lnTo>
                        <a:lnTo>
                          <a:pt x="216" y="129"/>
                        </a:lnTo>
                        <a:lnTo>
                          <a:pt x="210" y="114"/>
                        </a:lnTo>
                        <a:lnTo>
                          <a:pt x="204" y="99"/>
                        </a:lnTo>
                        <a:lnTo>
                          <a:pt x="199" y="83"/>
                        </a:lnTo>
                        <a:lnTo>
                          <a:pt x="196" y="67"/>
                        </a:lnTo>
                        <a:lnTo>
                          <a:pt x="193" y="51"/>
                        </a:lnTo>
                        <a:lnTo>
                          <a:pt x="189" y="34"/>
                        </a:lnTo>
                        <a:lnTo>
                          <a:pt x="188" y="17"/>
                        </a:lnTo>
                        <a:lnTo>
                          <a:pt x="187" y="0"/>
                        </a:lnTo>
                        <a:lnTo>
                          <a:pt x="0" y="4"/>
                        </a:lnTo>
                        <a:close/>
                      </a:path>
                    </a:pathLst>
                  </a:custGeom>
                  <a:solidFill>
                    <a:srgbClr val="EF2B2F"/>
                  </a:solidFill>
                  <a:ln>
                    <a:noFill/>
                  </a:ln>
                </p:spPr>
                <p:txBody>
                  <a:bodyPr/>
                  <a:lstStyle/>
                  <a:p>
                    <a:pPr>
                      <a:defRPr/>
                    </a:pPr>
                    <a:endParaRPr lang="en-US" sz="1050">
                      <a:latin typeface="+mj-lt"/>
                    </a:endParaRPr>
                  </a:p>
                </p:txBody>
              </p:sp>
              <p:sp>
                <p:nvSpPr>
                  <p:cNvPr id="41165" name="Freeform 850">
                    <a:extLst>
                      <a:ext uri="{FF2B5EF4-FFF2-40B4-BE49-F238E27FC236}">
                        <a16:creationId xmlns="" xmlns:a16="http://schemas.microsoft.com/office/drawing/2014/main" id="{5B54057A-ED8E-A1F0-92F9-CBBF67CEC128}"/>
                      </a:ext>
                    </a:extLst>
                  </p:cNvPr>
                  <p:cNvSpPr>
                    <a:spLocks/>
                  </p:cNvSpPr>
                  <p:nvPr/>
                </p:nvSpPr>
                <p:spPr bwMode="auto">
                  <a:xfrm>
                    <a:off x="1920" y="2661"/>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5" y="1"/>
                        </a:lnTo>
                        <a:lnTo>
                          <a:pt x="458" y="3"/>
                        </a:lnTo>
                        <a:lnTo>
                          <a:pt x="433" y="7"/>
                        </a:lnTo>
                        <a:lnTo>
                          <a:pt x="407" y="12"/>
                        </a:lnTo>
                        <a:lnTo>
                          <a:pt x="382" y="18"/>
                        </a:lnTo>
                        <a:lnTo>
                          <a:pt x="357" y="26"/>
                        </a:lnTo>
                        <a:lnTo>
                          <a:pt x="333" y="34"/>
                        </a:lnTo>
                        <a:lnTo>
                          <a:pt x="309" y="45"/>
                        </a:lnTo>
                        <a:lnTo>
                          <a:pt x="287" y="55"/>
                        </a:lnTo>
                        <a:lnTo>
                          <a:pt x="265" y="67"/>
                        </a:lnTo>
                        <a:lnTo>
                          <a:pt x="242" y="80"/>
                        </a:lnTo>
                        <a:lnTo>
                          <a:pt x="222" y="94"/>
                        </a:lnTo>
                        <a:lnTo>
                          <a:pt x="202" y="109"/>
                        </a:lnTo>
                        <a:lnTo>
                          <a:pt x="183" y="124"/>
                        </a:lnTo>
                        <a:lnTo>
                          <a:pt x="164" y="141"/>
                        </a:lnTo>
                        <a:lnTo>
                          <a:pt x="146" y="159"/>
                        </a:lnTo>
                        <a:lnTo>
                          <a:pt x="130" y="177"/>
                        </a:lnTo>
                        <a:lnTo>
                          <a:pt x="113" y="197"/>
                        </a:lnTo>
                        <a:lnTo>
                          <a:pt x="98" y="217"/>
                        </a:lnTo>
                        <a:lnTo>
                          <a:pt x="84" y="237"/>
                        </a:lnTo>
                        <a:lnTo>
                          <a:pt x="70" y="258"/>
                        </a:lnTo>
                        <a:lnTo>
                          <a:pt x="59" y="280"/>
                        </a:lnTo>
                        <a:lnTo>
                          <a:pt x="48" y="303"/>
                        </a:lnTo>
                        <a:lnTo>
                          <a:pt x="37" y="326"/>
                        </a:lnTo>
                        <a:lnTo>
                          <a:pt x="29" y="350"/>
                        </a:lnTo>
                        <a:lnTo>
                          <a:pt x="22" y="375"/>
                        </a:lnTo>
                        <a:lnTo>
                          <a:pt x="14" y="399"/>
                        </a:lnTo>
                        <a:lnTo>
                          <a:pt x="9" y="425"/>
                        </a:lnTo>
                        <a:lnTo>
                          <a:pt x="5" y="450"/>
                        </a:lnTo>
                        <a:lnTo>
                          <a:pt x="1" y="476"/>
                        </a:lnTo>
                        <a:lnTo>
                          <a:pt x="0" y="502"/>
                        </a:lnTo>
                        <a:lnTo>
                          <a:pt x="0" y="529"/>
                        </a:lnTo>
                        <a:lnTo>
                          <a:pt x="187" y="525"/>
                        </a:lnTo>
                        <a:lnTo>
                          <a:pt x="187" y="508"/>
                        </a:lnTo>
                        <a:lnTo>
                          <a:pt x="188" y="492"/>
                        </a:lnTo>
                        <a:lnTo>
                          <a:pt x="190" y="475"/>
                        </a:lnTo>
                        <a:lnTo>
                          <a:pt x="193" y="459"/>
                        </a:lnTo>
                        <a:lnTo>
                          <a:pt x="197" y="443"/>
                        </a:lnTo>
                        <a:lnTo>
                          <a:pt x="200" y="427"/>
                        </a:lnTo>
                        <a:lnTo>
                          <a:pt x="205" y="411"/>
                        </a:lnTo>
                        <a:lnTo>
                          <a:pt x="212" y="396"/>
                        </a:lnTo>
                        <a:lnTo>
                          <a:pt x="218" y="381"/>
                        </a:lnTo>
                        <a:lnTo>
                          <a:pt x="224" y="366"/>
                        </a:lnTo>
                        <a:lnTo>
                          <a:pt x="233" y="353"/>
                        </a:lnTo>
                        <a:lnTo>
                          <a:pt x="241" y="339"/>
                        </a:lnTo>
                        <a:lnTo>
                          <a:pt x="250" y="325"/>
                        </a:lnTo>
                        <a:lnTo>
                          <a:pt x="259" y="313"/>
                        </a:lnTo>
                        <a:lnTo>
                          <a:pt x="270" y="301"/>
                        </a:lnTo>
                        <a:lnTo>
                          <a:pt x="281" y="289"/>
                        </a:lnTo>
                        <a:lnTo>
                          <a:pt x="292" y="277"/>
                        </a:lnTo>
                        <a:lnTo>
                          <a:pt x="304" y="267"/>
                        </a:lnTo>
                        <a:lnTo>
                          <a:pt x="317" y="257"/>
                        </a:lnTo>
                        <a:lnTo>
                          <a:pt x="330" y="246"/>
                        </a:lnTo>
                        <a:lnTo>
                          <a:pt x="343" y="238"/>
                        </a:lnTo>
                        <a:lnTo>
                          <a:pt x="357" y="229"/>
                        </a:lnTo>
                        <a:lnTo>
                          <a:pt x="371" y="222"/>
                        </a:lnTo>
                        <a:lnTo>
                          <a:pt x="386" y="215"/>
                        </a:lnTo>
                        <a:lnTo>
                          <a:pt x="401" y="209"/>
                        </a:lnTo>
                        <a:lnTo>
                          <a:pt x="416" y="204"/>
                        </a:lnTo>
                        <a:lnTo>
                          <a:pt x="431" y="199"/>
                        </a:lnTo>
                        <a:lnTo>
                          <a:pt x="447" y="194"/>
                        </a:lnTo>
                        <a:lnTo>
                          <a:pt x="463" y="191"/>
                        </a:lnTo>
                        <a:lnTo>
                          <a:pt x="480" y="189"/>
                        </a:lnTo>
                        <a:lnTo>
                          <a:pt x="497" y="187"/>
                        </a:lnTo>
                        <a:lnTo>
                          <a:pt x="514" y="186"/>
                        </a:lnTo>
                        <a:lnTo>
                          <a:pt x="511" y="0"/>
                        </a:lnTo>
                        <a:close/>
                      </a:path>
                    </a:pathLst>
                  </a:custGeom>
                  <a:solidFill>
                    <a:srgbClr val="EF2B2F"/>
                  </a:solidFill>
                  <a:ln>
                    <a:noFill/>
                  </a:ln>
                </p:spPr>
                <p:txBody>
                  <a:bodyPr/>
                  <a:lstStyle/>
                  <a:p>
                    <a:pPr>
                      <a:defRPr/>
                    </a:pPr>
                    <a:endParaRPr lang="en-US" sz="1050">
                      <a:latin typeface="+mj-lt"/>
                    </a:endParaRPr>
                  </a:p>
                </p:txBody>
              </p:sp>
              <p:sp>
                <p:nvSpPr>
                  <p:cNvPr id="41166" name="Freeform 851">
                    <a:extLst>
                      <a:ext uri="{FF2B5EF4-FFF2-40B4-BE49-F238E27FC236}">
                        <a16:creationId xmlns="" xmlns:a16="http://schemas.microsoft.com/office/drawing/2014/main" id="{5BD971FF-E941-E7E2-159F-217F6BFB8D28}"/>
                      </a:ext>
                    </a:extLst>
                  </p:cNvPr>
                  <p:cNvSpPr>
                    <a:spLocks/>
                  </p:cNvSpPr>
                  <p:nvPr/>
                </p:nvSpPr>
                <p:spPr bwMode="auto">
                  <a:xfrm>
                    <a:off x="1925" y="2306"/>
                    <a:ext cx="145" cy="140"/>
                  </a:xfrm>
                  <a:custGeom>
                    <a:avLst/>
                    <a:gdLst>
                      <a:gd name="T0" fmla="*/ 0 w 854"/>
                      <a:gd name="T1" fmla="*/ 0 h 852"/>
                      <a:gd name="T2" fmla="*/ 0 w 854"/>
                      <a:gd name="T3" fmla="*/ 0 h 852"/>
                      <a:gd name="T4" fmla="*/ 0 w 854"/>
                      <a:gd name="T5" fmla="*/ 0 h 852"/>
                      <a:gd name="T6" fmla="*/ 0 w 854"/>
                      <a:gd name="T7" fmla="*/ 0 h 852"/>
                      <a:gd name="T8" fmla="*/ 0 w 854"/>
                      <a:gd name="T9" fmla="*/ 0 h 852"/>
                      <a:gd name="T10" fmla="*/ 0 w 854"/>
                      <a:gd name="T11" fmla="*/ 0 h 852"/>
                      <a:gd name="T12" fmla="*/ 0 w 854"/>
                      <a:gd name="T13" fmla="*/ 0 h 852"/>
                      <a:gd name="T14" fmla="*/ 0 w 854"/>
                      <a:gd name="T15" fmla="*/ 0 h 852"/>
                      <a:gd name="T16" fmla="*/ 0 w 854"/>
                      <a:gd name="T17" fmla="*/ 0 h 852"/>
                      <a:gd name="T18" fmla="*/ 0 w 854"/>
                      <a:gd name="T19" fmla="*/ 0 h 852"/>
                      <a:gd name="T20" fmla="*/ 0 w 854"/>
                      <a:gd name="T21" fmla="*/ 0 h 852"/>
                      <a:gd name="T22" fmla="*/ 0 w 854"/>
                      <a:gd name="T23" fmla="*/ 0 h 852"/>
                      <a:gd name="T24" fmla="*/ 0 w 854"/>
                      <a:gd name="T25" fmla="*/ 0 h 852"/>
                      <a:gd name="T26" fmla="*/ 0 w 854"/>
                      <a:gd name="T27" fmla="*/ 0 h 852"/>
                      <a:gd name="T28" fmla="*/ 0 w 854"/>
                      <a:gd name="T29" fmla="*/ 0 h 852"/>
                      <a:gd name="T30" fmla="*/ 0 w 854"/>
                      <a:gd name="T31" fmla="*/ 0 h 852"/>
                      <a:gd name="T32" fmla="*/ 0 w 854"/>
                      <a:gd name="T33" fmla="*/ 0 h 852"/>
                      <a:gd name="T34" fmla="*/ 0 w 854"/>
                      <a:gd name="T35" fmla="*/ 0 h 852"/>
                      <a:gd name="T36" fmla="*/ 0 w 854"/>
                      <a:gd name="T37" fmla="*/ 0 h 852"/>
                      <a:gd name="T38" fmla="*/ 0 w 854"/>
                      <a:gd name="T39" fmla="*/ 0 h 852"/>
                      <a:gd name="T40" fmla="*/ 0 w 854"/>
                      <a:gd name="T41" fmla="*/ 0 h 852"/>
                      <a:gd name="T42" fmla="*/ 0 w 854"/>
                      <a:gd name="T43" fmla="*/ 0 h 852"/>
                      <a:gd name="T44" fmla="*/ 0 w 854"/>
                      <a:gd name="T45" fmla="*/ 0 h 852"/>
                      <a:gd name="T46" fmla="*/ 0 w 854"/>
                      <a:gd name="T47" fmla="*/ 0 h 852"/>
                      <a:gd name="T48" fmla="*/ 0 w 854"/>
                      <a:gd name="T49" fmla="*/ 0 h 852"/>
                      <a:gd name="T50" fmla="*/ 0 w 854"/>
                      <a:gd name="T51" fmla="*/ 0 h 852"/>
                      <a:gd name="T52" fmla="*/ 0 w 854"/>
                      <a:gd name="T53" fmla="*/ 0 h 852"/>
                      <a:gd name="T54" fmla="*/ 0 w 854"/>
                      <a:gd name="T55" fmla="*/ 0 h 852"/>
                      <a:gd name="T56" fmla="*/ 0 w 854"/>
                      <a:gd name="T57" fmla="*/ 0 h 852"/>
                      <a:gd name="T58" fmla="*/ 0 w 854"/>
                      <a:gd name="T59" fmla="*/ 0 h 852"/>
                      <a:gd name="T60" fmla="*/ 0 w 854"/>
                      <a:gd name="T61" fmla="*/ 0 h 852"/>
                      <a:gd name="T62" fmla="*/ 0 w 854"/>
                      <a:gd name="T63" fmla="*/ 0 h 852"/>
                      <a:gd name="T64" fmla="*/ 0 w 854"/>
                      <a:gd name="T65" fmla="*/ 0 h 852"/>
                      <a:gd name="T66" fmla="*/ 0 w 854"/>
                      <a:gd name="T67" fmla="*/ 0 h 852"/>
                      <a:gd name="T68" fmla="*/ 0 w 854"/>
                      <a:gd name="T69" fmla="*/ 0 h 852"/>
                      <a:gd name="T70" fmla="*/ 0 w 854"/>
                      <a:gd name="T71" fmla="*/ 0 h 852"/>
                      <a:gd name="T72" fmla="*/ 0 w 854"/>
                      <a:gd name="T73" fmla="*/ 0 h 852"/>
                      <a:gd name="T74" fmla="*/ 0 w 854"/>
                      <a:gd name="T75" fmla="*/ 0 h 852"/>
                      <a:gd name="T76" fmla="*/ 0 w 854"/>
                      <a:gd name="T77" fmla="*/ 0 h 852"/>
                      <a:gd name="T78" fmla="*/ 0 w 854"/>
                      <a:gd name="T79" fmla="*/ 0 h 852"/>
                      <a:gd name="T80" fmla="*/ 0 w 854"/>
                      <a:gd name="T81" fmla="*/ 0 h 852"/>
                      <a:gd name="T82" fmla="*/ 0 w 854"/>
                      <a:gd name="T83" fmla="*/ 0 h 852"/>
                      <a:gd name="T84" fmla="*/ 0 w 854"/>
                      <a:gd name="T85" fmla="*/ 0 h 8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54"/>
                      <a:gd name="T130" fmla="*/ 0 h 852"/>
                      <a:gd name="T131" fmla="*/ 854 w 854"/>
                      <a:gd name="T132" fmla="*/ 852 h 85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54" h="852">
                        <a:moveTo>
                          <a:pt x="419" y="0"/>
                        </a:moveTo>
                        <a:lnTo>
                          <a:pt x="440" y="0"/>
                        </a:lnTo>
                        <a:lnTo>
                          <a:pt x="463" y="1"/>
                        </a:lnTo>
                        <a:lnTo>
                          <a:pt x="484" y="3"/>
                        </a:lnTo>
                        <a:lnTo>
                          <a:pt x="505" y="7"/>
                        </a:lnTo>
                        <a:lnTo>
                          <a:pt x="525" y="11"/>
                        </a:lnTo>
                        <a:lnTo>
                          <a:pt x="546" y="17"/>
                        </a:lnTo>
                        <a:lnTo>
                          <a:pt x="566" y="24"/>
                        </a:lnTo>
                        <a:lnTo>
                          <a:pt x="586" y="30"/>
                        </a:lnTo>
                        <a:lnTo>
                          <a:pt x="604" y="38"/>
                        </a:lnTo>
                        <a:lnTo>
                          <a:pt x="623" y="48"/>
                        </a:lnTo>
                        <a:lnTo>
                          <a:pt x="641" y="57"/>
                        </a:lnTo>
                        <a:lnTo>
                          <a:pt x="658" y="68"/>
                        </a:lnTo>
                        <a:lnTo>
                          <a:pt x="675" y="80"/>
                        </a:lnTo>
                        <a:lnTo>
                          <a:pt x="692" y="92"/>
                        </a:lnTo>
                        <a:lnTo>
                          <a:pt x="708" y="105"/>
                        </a:lnTo>
                        <a:lnTo>
                          <a:pt x="723" y="119"/>
                        </a:lnTo>
                        <a:lnTo>
                          <a:pt x="737" y="134"/>
                        </a:lnTo>
                        <a:lnTo>
                          <a:pt x="751" y="149"/>
                        </a:lnTo>
                        <a:lnTo>
                          <a:pt x="764" y="165"/>
                        </a:lnTo>
                        <a:lnTo>
                          <a:pt x="776" y="182"/>
                        </a:lnTo>
                        <a:lnTo>
                          <a:pt x="788" y="199"/>
                        </a:lnTo>
                        <a:lnTo>
                          <a:pt x="798" y="217"/>
                        </a:lnTo>
                        <a:lnTo>
                          <a:pt x="808" y="235"/>
                        </a:lnTo>
                        <a:lnTo>
                          <a:pt x="816" y="253"/>
                        </a:lnTo>
                        <a:lnTo>
                          <a:pt x="825" y="273"/>
                        </a:lnTo>
                        <a:lnTo>
                          <a:pt x="832" y="292"/>
                        </a:lnTo>
                        <a:lnTo>
                          <a:pt x="838" y="312"/>
                        </a:lnTo>
                        <a:lnTo>
                          <a:pt x="843" y="332"/>
                        </a:lnTo>
                        <a:lnTo>
                          <a:pt x="847" y="353"/>
                        </a:lnTo>
                        <a:lnTo>
                          <a:pt x="850" y="375"/>
                        </a:lnTo>
                        <a:lnTo>
                          <a:pt x="853" y="396"/>
                        </a:lnTo>
                        <a:lnTo>
                          <a:pt x="854" y="418"/>
                        </a:lnTo>
                        <a:lnTo>
                          <a:pt x="854" y="440"/>
                        </a:lnTo>
                        <a:lnTo>
                          <a:pt x="853" y="462"/>
                        </a:lnTo>
                        <a:lnTo>
                          <a:pt x="849" y="483"/>
                        </a:lnTo>
                        <a:lnTo>
                          <a:pt x="846" y="504"/>
                        </a:lnTo>
                        <a:lnTo>
                          <a:pt x="842" y="524"/>
                        </a:lnTo>
                        <a:lnTo>
                          <a:pt x="837" y="546"/>
                        </a:lnTo>
                        <a:lnTo>
                          <a:pt x="830" y="565"/>
                        </a:lnTo>
                        <a:lnTo>
                          <a:pt x="823" y="585"/>
                        </a:lnTo>
                        <a:lnTo>
                          <a:pt x="814" y="604"/>
                        </a:lnTo>
                        <a:lnTo>
                          <a:pt x="806" y="622"/>
                        </a:lnTo>
                        <a:lnTo>
                          <a:pt x="795" y="640"/>
                        </a:lnTo>
                        <a:lnTo>
                          <a:pt x="785" y="658"/>
                        </a:lnTo>
                        <a:lnTo>
                          <a:pt x="773" y="675"/>
                        </a:lnTo>
                        <a:lnTo>
                          <a:pt x="761" y="691"/>
                        </a:lnTo>
                        <a:lnTo>
                          <a:pt x="747" y="707"/>
                        </a:lnTo>
                        <a:lnTo>
                          <a:pt x="734" y="722"/>
                        </a:lnTo>
                        <a:lnTo>
                          <a:pt x="719" y="736"/>
                        </a:lnTo>
                        <a:lnTo>
                          <a:pt x="704" y="749"/>
                        </a:lnTo>
                        <a:lnTo>
                          <a:pt x="688" y="763"/>
                        </a:lnTo>
                        <a:lnTo>
                          <a:pt x="672" y="775"/>
                        </a:lnTo>
                        <a:lnTo>
                          <a:pt x="654" y="786"/>
                        </a:lnTo>
                        <a:lnTo>
                          <a:pt x="637" y="797"/>
                        </a:lnTo>
                        <a:lnTo>
                          <a:pt x="619" y="806"/>
                        </a:lnTo>
                        <a:lnTo>
                          <a:pt x="600" y="816"/>
                        </a:lnTo>
                        <a:lnTo>
                          <a:pt x="581" y="823"/>
                        </a:lnTo>
                        <a:lnTo>
                          <a:pt x="560" y="831"/>
                        </a:lnTo>
                        <a:lnTo>
                          <a:pt x="540" y="837"/>
                        </a:lnTo>
                        <a:lnTo>
                          <a:pt x="520" y="841"/>
                        </a:lnTo>
                        <a:lnTo>
                          <a:pt x="499" y="846"/>
                        </a:lnTo>
                        <a:lnTo>
                          <a:pt x="478" y="849"/>
                        </a:lnTo>
                        <a:lnTo>
                          <a:pt x="456" y="851"/>
                        </a:lnTo>
                        <a:lnTo>
                          <a:pt x="435" y="852"/>
                        </a:lnTo>
                        <a:lnTo>
                          <a:pt x="413" y="852"/>
                        </a:lnTo>
                        <a:lnTo>
                          <a:pt x="392" y="851"/>
                        </a:lnTo>
                        <a:lnTo>
                          <a:pt x="369" y="849"/>
                        </a:lnTo>
                        <a:lnTo>
                          <a:pt x="349" y="845"/>
                        </a:lnTo>
                        <a:lnTo>
                          <a:pt x="328" y="840"/>
                        </a:lnTo>
                        <a:lnTo>
                          <a:pt x="308" y="835"/>
                        </a:lnTo>
                        <a:lnTo>
                          <a:pt x="288" y="829"/>
                        </a:lnTo>
                        <a:lnTo>
                          <a:pt x="268" y="821"/>
                        </a:lnTo>
                        <a:lnTo>
                          <a:pt x="249" y="814"/>
                        </a:lnTo>
                        <a:lnTo>
                          <a:pt x="230" y="804"/>
                        </a:lnTo>
                        <a:lnTo>
                          <a:pt x="212" y="795"/>
                        </a:lnTo>
                        <a:lnTo>
                          <a:pt x="195" y="783"/>
                        </a:lnTo>
                        <a:lnTo>
                          <a:pt x="178" y="773"/>
                        </a:lnTo>
                        <a:lnTo>
                          <a:pt x="161" y="760"/>
                        </a:lnTo>
                        <a:lnTo>
                          <a:pt x="146" y="746"/>
                        </a:lnTo>
                        <a:lnTo>
                          <a:pt x="131" y="732"/>
                        </a:lnTo>
                        <a:lnTo>
                          <a:pt x="117" y="718"/>
                        </a:lnTo>
                        <a:lnTo>
                          <a:pt x="103" y="703"/>
                        </a:lnTo>
                        <a:lnTo>
                          <a:pt x="90" y="687"/>
                        </a:lnTo>
                        <a:lnTo>
                          <a:pt x="77" y="671"/>
                        </a:lnTo>
                        <a:lnTo>
                          <a:pt x="66" y="654"/>
                        </a:lnTo>
                        <a:lnTo>
                          <a:pt x="55" y="636"/>
                        </a:lnTo>
                        <a:lnTo>
                          <a:pt x="45" y="618"/>
                        </a:lnTo>
                        <a:lnTo>
                          <a:pt x="37" y="599"/>
                        </a:lnTo>
                        <a:lnTo>
                          <a:pt x="28" y="579"/>
                        </a:lnTo>
                        <a:lnTo>
                          <a:pt x="22" y="560"/>
                        </a:lnTo>
                        <a:lnTo>
                          <a:pt x="16" y="540"/>
                        </a:lnTo>
                        <a:lnTo>
                          <a:pt x="10" y="519"/>
                        </a:lnTo>
                        <a:lnTo>
                          <a:pt x="6" y="499"/>
                        </a:lnTo>
                        <a:lnTo>
                          <a:pt x="3" y="478"/>
                        </a:lnTo>
                        <a:lnTo>
                          <a:pt x="1" y="455"/>
                        </a:lnTo>
                        <a:lnTo>
                          <a:pt x="0" y="434"/>
                        </a:lnTo>
                        <a:lnTo>
                          <a:pt x="1" y="412"/>
                        </a:lnTo>
                        <a:lnTo>
                          <a:pt x="2" y="391"/>
                        </a:lnTo>
                        <a:lnTo>
                          <a:pt x="4" y="369"/>
                        </a:lnTo>
                        <a:lnTo>
                          <a:pt x="7" y="348"/>
                        </a:lnTo>
                        <a:lnTo>
                          <a:pt x="11" y="327"/>
                        </a:lnTo>
                        <a:lnTo>
                          <a:pt x="17" y="307"/>
                        </a:lnTo>
                        <a:lnTo>
                          <a:pt x="23" y="287"/>
                        </a:lnTo>
                        <a:lnTo>
                          <a:pt x="31" y="268"/>
                        </a:lnTo>
                        <a:lnTo>
                          <a:pt x="39" y="248"/>
                        </a:lnTo>
                        <a:lnTo>
                          <a:pt x="48" y="230"/>
                        </a:lnTo>
                        <a:lnTo>
                          <a:pt x="58" y="212"/>
                        </a:lnTo>
                        <a:lnTo>
                          <a:pt x="69" y="194"/>
                        </a:lnTo>
                        <a:lnTo>
                          <a:pt x="80" y="177"/>
                        </a:lnTo>
                        <a:lnTo>
                          <a:pt x="93" y="161"/>
                        </a:lnTo>
                        <a:lnTo>
                          <a:pt x="106" y="146"/>
                        </a:lnTo>
                        <a:lnTo>
                          <a:pt x="120" y="131"/>
                        </a:lnTo>
                        <a:lnTo>
                          <a:pt x="135" y="116"/>
                        </a:lnTo>
                        <a:lnTo>
                          <a:pt x="149" y="102"/>
                        </a:lnTo>
                        <a:lnTo>
                          <a:pt x="165" y="89"/>
                        </a:lnTo>
                        <a:lnTo>
                          <a:pt x="182" y="77"/>
                        </a:lnTo>
                        <a:lnTo>
                          <a:pt x="199" y="66"/>
                        </a:lnTo>
                        <a:lnTo>
                          <a:pt x="216" y="55"/>
                        </a:lnTo>
                        <a:lnTo>
                          <a:pt x="236" y="46"/>
                        </a:lnTo>
                        <a:lnTo>
                          <a:pt x="254" y="36"/>
                        </a:lnTo>
                        <a:lnTo>
                          <a:pt x="273" y="29"/>
                        </a:lnTo>
                        <a:lnTo>
                          <a:pt x="293" y="21"/>
                        </a:lnTo>
                        <a:lnTo>
                          <a:pt x="313" y="15"/>
                        </a:lnTo>
                        <a:lnTo>
                          <a:pt x="333" y="10"/>
                        </a:lnTo>
                        <a:lnTo>
                          <a:pt x="354" y="5"/>
                        </a:lnTo>
                        <a:lnTo>
                          <a:pt x="376" y="2"/>
                        </a:lnTo>
                        <a:lnTo>
                          <a:pt x="397" y="0"/>
                        </a:lnTo>
                        <a:lnTo>
                          <a:pt x="419" y="0"/>
                        </a:lnTo>
                        <a:close/>
                      </a:path>
                    </a:pathLst>
                  </a:custGeom>
                  <a:solidFill>
                    <a:srgbClr val="DC2B19"/>
                  </a:solidFill>
                  <a:ln>
                    <a:noFill/>
                  </a:ln>
                </p:spPr>
                <p:txBody>
                  <a:bodyPr/>
                  <a:lstStyle/>
                  <a:p>
                    <a:pPr>
                      <a:defRPr/>
                    </a:pPr>
                    <a:endParaRPr lang="en-US" sz="1050">
                      <a:latin typeface="+mj-lt"/>
                    </a:endParaRPr>
                  </a:p>
                </p:txBody>
              </p:sp>
              <p:sp>
                <p:nvSpPr>
                  <p:cNvPr id="41167" name="Freeform 852">
                    <a:extLst>
                      <a:ext uri="{FF2B5EF4-FFF2-40B4-BE49-F238E27FC236}">
                        <a16:creationId xmlns="" xmlns:a16="http://schemas.microsoft.com/office/drawing/2014/main" id="{46F49B1E-942C-1E19-5F23-E8230993E4D0}"/>
                      </a:ext>
                    </a:extLst>
                  </p:cNvPr>
                  <p:cNvSpPr>
                    <a:spLocks/>
                  </p:cNvSpPr>
                  <p:nvPr/>
                </p:nvSpPr>
                <p:spPr bwMode="auto">
                  <a:xfrm>
                    <a:off x="1995" y="2290"/>
                    <a:ext cx="88" cy="84"/>
                  </a:xfrm>
                  <a:custGeom>
                    <a:avLst/>
                    <a:gdLst>
                      <a:gd name="T0" fmla="*/ 0 w 530"/>
                      <a:gd name="T1" fmla="*/ 0 h 513"/>
                      <a:gd name="T2" fmla="*/ 0 w 530"/>
                      <a:gd name="T3" fmla="*/ 0 h 513"/>
                      <a:gd name="T4" fmla="*/ 0 w 530"/>
                      <a:gd name="T5" fmla="*/ 0 h 513"/>
                      <a:gd name="T6" fmla="*/ 0 w 530"/>
                      <a:gd name="T7" fmla="*/ 0 h 513"/>
                      <a:gd name="T8" fmla="*/ 0 w 530"/>
                      <a:gd name="T9" fmla="*/ 0 h 513"/>
                      <a:gd name="T10" fmla="*/ 0 w 530"/>
                      <a:gd name="T11" fmla="*/ 0 h 513"/>
                      <a:gd name="T12" fmla="*/ 0 w 530"/>
                      <a:gd name="T13" fmla="*/ 0 h 513"/>
                      <a:gd name="T14" fmla="*/ 0 w 530"/>
                      <a:gd name="T15" fmla="*/ 0 h 513"/>
                      <a:gd name="T16" fmla="*/ 0 w 530"/>
                      <a:gd name="T17" fmla="*/ 0 h 513"/>
                      <a:gd name="T18" fmla="*/ 0 w 530"/>
                      <a:gd name="T19" fmla="*/ 0 h 513"/>
                      <a:gd name="T20" fmla="*/ 0 w 530"/>
                      <a:gd name="T21" fmla="*/ 0 h 513"/>
                      <a:gd name="T22" fmla="*/ 0 w 530"/>
                      <a:gd name="T23" fmla="*/ 0 h 513"/>
                      <a:gd name="T24" fmla="*/ 0 w 530"/>
                      <a:gd name="T25" fmla="*/ 0 h 513"/>
                      <a:gd name="T26" fmla="*/ 0 w 530"/>
                      <a:gd name="T27" fmla="*/ 0 h 513"/>
                      <a:gd name="T28" fmla="*/ 0 w 530"/>
                      <a:gd name="T29" fmla="*/ 0 h 513"/>
                      <a:gd name="T30" fmla="*/ 0 w 530"/>
                      <a:gd name="T31" fmla="*/ 0 h 513"/>
                      <a:gd name="T32" fmla="*/ 0 w 530"/>
                      <a:gd name="T33" fmla="*/ 0 h 513"/>
                      <a:gd name="T34" fmla="*/ 0 w 530"/>
                      <a:gd name="T35" fmla="*/ 0 h 513"/>
                      <a:gd name="T36" fmla="*/ 0 w 530"/>
                      <a:gd name="T37" fmla="*/ 0 h 513"/>
                      <a:gd name="T38" fmla="*/ 0 w 530"/>
                      <a:gd name="T39" fmla="*/ 0 h 513"/>
                      <a:gd name="T40" fmla="*/ 0 w 530"/>
                      <a:gd name="T41" fmla="*/ 0 h 513"/>
                      <a:gd name="T42" fmla="*/ 0 w 530"/>
                      <a:gd name="T43" fmla="*/ 0 h 513"/>
                      <a:gd name="T44" fmla="*/ 0 w 530"/>
                      <a:gd name="T45" fmla="*/ 0 h 513"/>
                      <a:gd name="T46" fmla="*/ 0 w 530"/>
                      <a:gd name="T47" fmla="*/ 0 h 513"/>
                      <a:gd name="T48" fmla="*/ 0 w 530"/>
                      <a:gd name="T49" fmla="*/ 0 h 513"/>
                      <a:gd name="T50" fmla="*/ 0 w 530"/>
                      <a:gd name="T51" fmla="*/ 0 h 513"/>
                      <a:gd name="T52" fmla="*/ 0 w 530"/>
                      <a:gd name="T53" fmla="*/ 0 h 513"/>
                      <a:gd name="T54" fmla="*/ 0 w 530"/>
                      <a:gd name="T55" fmla="*/ 0 h 513"/>
                      <a:gd name="T56" fmla="*/ 0 w 530"/>
                      <a:gd name="T57" fmla="*/ 0 h 513"/>
                      <a:gd name="T58" fmla="*/ 0 w 530"/>
                      <a:gd name="T59" fmla="*/ 0 h 513"/>
                      <a:gd name="T60" fmla="*/ 0 w 530"/>
                      <a:gd name="T61" fmla="*/ 0 h 513"/>
                      <a:gd name="T62" fmla="*/ 0 w 530"/>
                      <a:gd name="T63" fmla="*/ 0 h 513"/>
                      <a:gd name="T64" fmla="*/ 0 w 530"/>
                      <a:gd name="T65" fmla="*/ 0 h 513"/>
                      <a:gd name="T66" fmla="*/ 0 w 530"/>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3"/>
                      <a:gd name="T104" fmla="*/ 530 w 530"/>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3">
                        <a:moveTo>
                          <a:pt x="530" y="511"/>
                        </a:moveTo>
                        <a:lnTo>
                          <a:pt x="530" y="511"/>
                        </a:lnTo>
                        <a:lnTo>
                          <a:pt x="529" y="485"/>
                        </a:lnTo>
                        <a:lnTo>
                          <a:pt x="527" y="458"/>
                        </a:lnTo>
                        <a:lnTo>
                          <a:pt x="523" y="432"/>
                        </a:lnTo>
                        <a:lnTo>
                          <a:pt x="517" y="406"/>
                        </a:lnTo>
                        <a:lnTo>
                          <a:pt x="511" y="382"/>
                        </a:lnTo>
                        <a:lnTo>
                          <a:pt x="503" y="356"/>
                        </a:lnTo>
                        <a:lnTo>
                          <a:pt x="495" y="333"/>
                        </a:lnTo>
                        <a:lnTo>
                          <a:pt x="485" y="310"/>
                        </a:lnTo>
                        <a:lnTo>
                          <a:pt x="475" y="286"/>
                        </a:lnTo>
                        <a:lnTo>
                          <a:pt x="462" y="264"/>
                        </a:lnTo>
                        <a:lnTo>
                          <a:pt x="449" y="243"/>
                        </a:lnTo>
                        <a:lnTo>
                          <a:pt x="436" y="222"/>
                        </a:lnTo>
                        <a:lnTo>
                          <a:pt x="421" y="201"/>
                        </a:lnTo>
                        <a:lnTo>
                          <a:pt x="405" y="182"/>
                        </a:lnTo>
                        <a:lnTo>
                          <a:pt x="389" y="164"/>
                        </a:lnTo>
                        <a:lnTo>
                          <a:pt x="371" y="146"/>
                        </a:lnTo>
                        <a:lnTo>
                          <a:pt x="353" y="129"/>
                        </a:lnTo>
                        <a:lnTo>
                          <a:pt x="334" y="113"/>
                        </a:lnTo>
                        <a:lnTo>
                          <a:pt x="313" y="98"/>
                        </a:lnTo>
                        <a:lnTo>
                          <a:pt x="292" y="84"/>
                        </a:lnTo>
                        <a:lnTo>
                          <a:pt x="271" y="71"/>
                        </a:lnTo>
                        <a:lnTo>
                          <a:pt x="250" y="58"/>
                        </a:lnTo>
                        <a:lnTo>
                          <a:pt x="226" y="48"/>
                        </a:lnTo>
                        <a:lnTo>
                          <a:pt x="203" y="38"/>
                        </a:lnTo>
                        <a:lnTo>
                          <a:pt x="180" y="28"/>
                        </a:lnTo>
                        <a:lnTo>
                          <a:pt x="155" y="21"/>
                        </a:lnTo>
                        <a:lnTo>
                          <a:pt x="131" y="15"/>
                        </a:lnTo>
                        <a:lnTo>
                          <a:pt x="105" y="9"/>
                        </a:lnTo>
                        <a:lnTo>
                          <a:pt x="80" y="5"/>
                        </a:lnTo>
                        <a:lnTo>
                          <a:pt x="53" y="2"/>
                        </a:lnTo>
                        <a:lnTo>
                          <a:pt x="27" y="0"/>
                        </a:lnTo>
                        <a:lnTo>
                          <a:pt x="0" y="1"/>
                        </a:lnTo>
                        <a:lnTo>
                          <a:pt x="3" y="186"/>
                        </a:lnTo>
                        <a:lnTo>
                          <a:pt x="21" y="188"/>
                        </a:lnTo>
                        <a:lnTo>
                          <a:pt x="38" y="189"/>
                        </a:lnTo>
                        <a:lnTo>
                          <a:pt x="54" y="190"/>
                        </a:lnTo>
                        <a:lnTo>
                          <a:pt x="71" y="193"/>
                        </a:lnTo>
                        <a:lnTo>
                          <a:pt x="87" y="196"/>
                        </a:lnTo>
                        <a:lnTo>
                          <a:pt x="103" y="200"/>
                        </a:lnTo>
                        <a:lnTo>
                          <a:pt x="119" y="206"/>
                        </a:lnTo>
                        <a:lnTo>
                          <a:pt x="134" y="211"/>
                        </a:lnTo>
                        <a:lnTo>
                          <a:pt x="149" y="217"/>
                        </a:lnTo>
                        <a:lnTo>
                          <a:pt x="163" y="225"/>
                        </a:lnTo>
                        <a:lnTo>
                          <a:pt x="176" y="232"/>
                        </a:lnTo>
                        <a:lnTo>
                          <a:pt x="190" y="241"/>
                        </a:lnTo>
                        <a:lnTo>
                          <a:pt x="204" y="250"/>
                        </a:lnTo>
                        <a:lnTo>
                          <a:pt x="217" y="260"/>
                        </a:lnTo>
                        <a:lnTo>
                          <a:pt x="229" y="269"/>
                        </a:lnTo>
                        <a:lnTo>
                          <a:pt x="241" y="281"/>
                        </a:lnTo>
                        <a:lnTo>
                          <a:pt x="252" y="292"/>
                        </a:lnTo>
                        <a:lnTo>
                          <a:pt x="262" y="304"/>
                        </a:lnTo>
                        <a:lnTo>
                          <a:pt x="273" y="316"/>
                        </a:lnTo>
                        <a:lnTo>
                          <a:pt x="283" y="330"/>
                        </a:lnTo>
                        <a:lnTo>
                          <a:pt x="291" y="342"/>
                        </a:lnTo>
                        <a:lnTo>
                          <a:pt x="300" y="356"/>
                        </a:lnTo>
                        <a:lnTo>
                          <a:pt x="307" y="370"/>
                        </a:lnTo>
                        <a:lnTo>
                          <a:pt x="314" y="385"/>
                        </a:lnTo>
                        <a:lnTo>
                          <a:pt x="321" y="400"/>
                        </a:lnTo>
                        <a:lnTo>
                          <a:pt x="326" y="416"/>
                        </a:lnTo>
                        <a:lnTo>
                          <a:pt x="331" y="431"/>
                        </a:lnTo>
                        <a:lnTo>
                          <a:pt x="335" y="447"/>
                        </a:lnTo>
                        <a:lnTo>
                          <a:pt x="338" y="463"/>
                        </a:lnTo>
                        <a:lnTo>
                          <a:pt x="341" y="479"/>
                        </a:lnTo>
                        <a:lnTo>
                          <a:pt x="342" y="496"/>
                        </a:lnTo>
                        <a:lnTo>
                          <a:pt x="343" y="513"/>
                        </a:lnTo>
                        <a:lnTo>
                          <a:pt x="530" y="511"/>
                        </a:lnTo>
                        <a:close/>
                      </a:path>
                    </a:pathLst>
                  </a:custGeom>
                  <a:solidFill>
                    <a:srgbClr val="EF2B2F"/>
                  </a:solidFill>
                  <a:ln>
                    <a:noFill/>
                  </a:ln>
                </p:spPr>
                <p:txBody>
                  <a:bodyPr/>
                  <a:lstStyle/>
                  <a:p>
                    <a:pPr>
                      <a:defRPr/>
                    </a:pPr>
                    <a:endParaRPr lang="en-US" sz="1050">
                      <a:latin typeface="+mj-lt"/>
                    </a:endParaRPr>
                  </a:p>
                </p:txBody>
              </p:sp>
              <p:sp>
                <p:nvSpPr>
                  <p:cNvPr id="41168" name="Freeform 853">
                    <a:extLst>
                      <a:ext uri="{FF2B5EF4-FFF2-40B4-BE49-F238E27FC236}">
                        <a16:creationId xmlns="" xmlns:a16="http://schemas.microsoft.com/office/drawing/2014/main" id="{46F2F0EC-A993-8BEA-9965-44FE9F05428E}"/>
                      </a:ext>
                    </a:extLst>
                  </p:cNvPr>
                  <p:cNvSpPr>
                    <a:spLocks/>
                  </p:cNvSpPr>
                  <p:nvPr/>
                </p:nvSpPr>
                <p:spPr bwMode="auto">
                  <a:xfrm>
                    <a:off x="2000" y="2373"/>
                    <a:ext cx="84"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3" y="528"/>
                        </a:moveTo>
                        <a:lnTo>
                          <a:pt x="3" y="528"/>
                        </a:lnTo>
                        <a:lnTo>
                          <a:pt x="30" y="527"/>
                        </a:lnTo>
                        <a:lnTo>
                          <a:pt x="56" y="525"/>
                        </a:lnTo>
                        <a:lnTo>
                          <a:pt x="82" y="521"/>
                        </a:lnTo>
                        <a:lnTo>
                          <a:pt x="107" y="516"/>
                        </a:lnTo>
                        <a:lnTo>
                          <a:pt x="133" y="509"/>
                        </a:lnTo>
                        <a:lnTo>
                          <a:pt x="157" y="503"/>
                        </a:lnTo>
                        <a:lnTo>
                          <a:pt x="182" y="493"/>
                        </a:lnTo>
                        <a:lnTo>
                          <a:pt x="205" y="484"/>
                        </a:lnTo>
                        <a:lnTo>
                          <a:pt x="227" y="473"/>
                        </a:lnTo>
                        <a:lnTo>
                          <a:pt x="250" y="462"/>
                        </a:lnTo>
                        <a:lnTo>
                          <a:pt x="272" y="448"/>
                        </a:lnTo>
                        <a:lnTo>
                          <a:pt x="292" y="434"/>
                        </a:lnTo>
                        <a:lnTo>
                          <a:pt x="312" y="419"/>
                        </a:lnTo>
                        <a:lnTo>
                          <a:pt x="331" y="403"/>
                        </a:lnTo>
                        <a:lnTo>
                          <a:pt x="350" y="387"/>
                        </a:lnTo>
                        <a:lnTo>
                          <a:pt x="369" y="369"/>
                        </a:lnTo>
                        <a:lnTo>
                          <a:pt x="384" y="351"/>
                        </a:lnTo>
                        <a:lnTo>
                          <a:pt x="401" y="332"/>
                        </a:lnTo>
                        <a:lnTo>
                          <a:pt x="416" y="312"/>
                        </a:lnTo>
                        <a:lnTo>
                          <a:pt x="430" y="292"/>
                        </a:lnTo>
                        <a:lnTo>
                          <a:pt x="444" y="271"/>
                        </a:lnTo>
                        <a:lnTo>
                          <a:pt x="456" y="248"/>
                        </a:lnTo>
                        <a:lnTo>
                          <a:pt x="466" y="226"/>
                        </a:lnTo>
                        <a:lnTo>
                          <a:pt x="477" y="202"/>
                        </a:lnTo>
                        <a:lnTo>
                          <a:pt x="485" y="178"/>
                        </a:lnTo>
                        <a:lnTo>
                          <a:pt x="493" y="154"/>
                        </a:lnTo>
                        <a:lnTo>
                          <a:pt x="500" y="130"/>
                        </a:lnTo>
                        <a:lnTo>
                          <a:pt x="506" y="104"/>
                        </a:lnTo>
                        <a:lnTo>
                          <a:pt x="510" y="79"/>
                        </a:lnTo>
                        <a:lnTo>
                          <a:pt x="513" y="52"/>
                        </a:lnTo>
                        <a:lnTo>
                          <a:pt x="514" y="26"/>
                        </a:lnTo>
                        <a:lnTo>
                          <a:pt x="514" y="0"/>
                        </a:lnTo>
                        <a:lnTo>
                          <a:pt x="327" y="2"/>
                        </a:lnTo>
                        <a:lnTo>
                          <a:pt x="327" y="20"/>
                        </a:lnTo>
                        <a:lnTo>
                          <a:pt x="326" y="37"/>
                        </a:lnTo>
                        <a:lnTo>
                          <a:pt x="324" y="53"/>
                        </a:lnTo>
                        <a:lnTo>
                          <a:pt x="322" y="70"/>
                        </a:lnTo>
                        <a:lnTo>
                          <a:pt x="318" y="86"/>
                        </a:lnTo>
                        <a:lnTo>
                          <a:pt x="314" y="102"/>
                        </a:lnTo>
                        <a:lnTo>
                          <a:pt x="309" y="118"/>
                        </a:lnTo>
                        <a:lnTo>
                          <a:pt x="303" y="133"/>
                        </a:lnTo>
                        <a:lnTo>
                          <a:pt x="296" y="148"/>
                        </a:lnTo>
                        <a:lnTo>
                          <a:pt x="290" y="161"/>
                        </a:lnTo>
                        <a:lnTo>
                          <a:pt x="281" y="176"/>
                        </a:lnTo>
                        <a:lnTo>
                          <a:pt x="273" y="190"/>
                        </a:lnTo>
                        <a:lnTo>
                          <a:pt x="264" y="203"/>
                        </a:lnTo>
                        <a:lnTo>
                          <a:pt x="255" y="215"/>
                        </a:lnTo>
                        <a:lnTo>
                          <a:pt x="244" y="228"/>
                        </a:lnTo>
                        <a:lnTo>
                          <a:pt x="234" y="240"/>
                        </a:lnTo>
                        <a:lnTo>
                          <a:pt x="222" y="251"/>
                        </a:lnTo>
                        <a:lnTo>
                          <a:pt x="210" y="262"/>
                        </a:lnTo>
                        <a:lnTo>
                          <a:pt x="198" y="272"/>
                        </a:lnTo>
                        <a:lnTo>
                          <a:pt x="185" y="281"/>
                        </a:lnTo>
                        <a:lnTo>
                          <a:pt x="171" y="291"/>
                        </a:lnTo>
                        <a:lnTo>
                          <a:pt x="157" y="298"/>
                        </a:lnTo>
                        <a:lnTo>
                          <a:pt x="143" y="307"/>
                        </a:lnTo>
                        <a:lnTo>
                          <a:pt x="129" y="313"/>
                        </a:lnTo>
                        <a:lnTo>
                          <a:pt x="114" y="319"/>
                        </a:lnTo>
                        <a:lnTo>
                          <a:pt x="99" y="325"/>
                        </a:lnTo>
                        <a:lnTo>
                          <a:pt x="83" y="330"/>
                        </a:lnTo>
                        <a:lnTo>
                          <a:pt x="67" y="334"/>
                        </a:lnTo>
                        <a:lnTo>
                          <a:pt x="51" y="336"/>
                        </a:lnTo>
                        <a:lnTo>
                          <a:pt x="34" y="340"/>
                        </a:lnTo>
                        <a:lnTo>
                          <a:pt x="17" y="341"/>
                        </a:lnTo>
                        <a:lnTo>
                          <a:pt x="0" y="342"/>
                        </a:lnTo>
                        <a:lnTo>
                          <a:pt x="3" y="528"/>
                        </a:lnTo>
                        <a:close/>
                      </a:path>
                    </a:pathLst>
                  </a:custGeom>
                  <a:solidFill>
                    <a:srgbClr val="EF2B2F"/>
                  </a:solidFill>
                  <a:ln>
                    <a:noFill/>
                  </a:ln>
                </p:spPr>
                <p:txBody>
                  <a:bodyPr/>
                  <a:lstStyle/>
                  <a:p>
                    <a:pPr>
                      <a:defRPr/>
                    </a:pPr>
                    <a:endParaRPr lang="en-US" sz="1050">
                      <a:latin typeface="+mj-lt"/>
                    </a:endParaRPr>
                  </a:p>
                </p:txBody>
              </p:sp>
              <p:sp>
                <p:nvSpPr>
                  <p:cNvPr id="41169" name="Freeform 854">
                    <a:extLst>
                      <a:ext uri="{FF2B5EF4-FFF2-40B4-BE49-F238E27FC236}">
                        <a16:creationId xmlns="" xmlns:a16="http://schemas.microsoft.com/office/drawing/2014/main" id="{16DF7296-DA80-2C83-89F9-F0709386EC0A}"/>
                      </a:ext>
                    </a:extLst>
                  </p:cNvPr>
                  <p:cNvSpPr>
                    <a:spLocks/>
                  </p:cNvSpPr>
                  <p:nvPr/>
                </p:nvSpPr>
                <p:spPr bwMode="auto">
                  <a:xfrm>
                    <a:off x="1912" y="2377"/>
                    <a:ext cx="88" cy="84"/>
                  </a:xfrm>
                  <a:custGeom>
                    <a:avLst/>
                    <a:gdLst>
                      <a:gd name="T0" fmla="*/ 0 w 529"/>
                      <a:gd name="T1" fmla="*/ 0 h 513"/>
                      <a:gd name="T2" fmla="*/ 0 w 529"/>
                      <a:gd name="T3" fmla="*/ 0 h 513"/>
                      <a:gd name="T4" fmla="*/ 0 w 529"/>
                      <a:gd name="T5" fmla="*/ 0 h 513"/>
                      <a:gd name="T6" fmla="*/ 0 w 529"/>
                      <a:gd name="T7" fmla="*/ 0 h 513"/>
                      <a:gd name="T8" fmla="*/ 0 w 529"/>
                      <a:gd name="T9" fmla="*/ 0 h 513"/>
                      <a:gd name="T10" fmla="*/ 0 w 529"/>
                      <a:gd name="T11" fmla="*/ 0 h 513"/>
                      <a:gd name="T12" fmla="*/ 0 w 529"/>
                      <a:gd name="T13" fmla="*/ 0 h 513"/>
                      <a:gd name="T14" fmla="*/ 0 w 529"/>
                      <a:gd name="T15" fmla="*/ 0 h 513"/>
                      <a:gd name="T16" fmla="*/ 0 w 529"/>
                      <a:gd name="T17" fmla="*/ 0 h 513"/>
                      <a:gd name="T18" fmla="*/ 0 w 529"/>
                      <a:gd name="T19" fmla="*/ 0 h 513"/>
                      <a:gd name="T20" fmla="*/ 0 w 529"/>
                      <a:gd name="T21" fmla="*/ 0 h 513"/>
                      <a:gd name="T22" fmla="*/ 0 w 529"/>
                      <a:gd name="T23" fmla="*/ 0 h 513"/>
                      <a:gd name="T24" fmla="*/ 0 w 529"/>
                      <a:gd name="T25" fmla="*/ 0 h 513"/>
                      <a:gd name="T26" fmla="*/ 0 w 529"/>
                      <a:gd name="T27" fmla="*/ 0 h 513"/>
                      <a:gd name="T28" fmla="*/ 0 w 529"/>
                      <a:gd name="T29" fmla="*/ 0 h 513"/>
                      <a:gd name="T30" fmla="*/ 0 w 529"/>
                      <a:gd name="T31" fmla="*/ 0 h 513"/>
                      <a:gd name="T32" fmla="*/ 0 w 529"/>
                      <a:gd name="T33" fmla="*/ 0 h 513"/>
                      <a:gd name="T34" fmla="*/ 0 w 529"/>
                      <a:gd name="T35" fmla="*/ 0 h 513"/>
                      <a:gd name="T36" fmla="*/ 0 w 529"/>
                      <a:gd name="T37" fmla="*/ 0 h 513"/>
                      <a:gd name="T38" fmla="*/ 0 w 529"/>
                      <a:gd name="T39" fmla="*/ 0 h 513"/>
                      <a:gd name="T40" fmla="*/ 0 w 529"/>
                      <a:gd name="T41" fmla="*/ 0 h 513"/>
                      <a:gd name="T42" fmla="*/ 0 w 529"/>
                      <a:gd name="T43" fmla="*/ 0 h 513"/>
                      <a:gd name="T44" fmla="*/ 0 w 529"/>
                      <a:gd name="T45" fmla="*/ 0 h 513"/>
                      <a:gd name="T46" fmla="*/ 0 w 529"/>
                      <a:gd name="T47" fmla="*/ 0 h 513"/>
                      <a:gd name="T48" fmla="*/ 0 w 529"/>
                      <a:gd name="T49" fmla="*/ 0 h 513"/>
                      <a:gd name="T50" fmla="*/ 0 w 529"/>
                      <a:gd name="T51" fmla="*/ 0 h 513"/>
                      <a:gd name="T52" fmla="*/ 0 w 529"/>
                      <a:gd name="T53" fmla="*/ 0 h 513"/>
                      <a:gd name="T54" fmla="*/ 0 w 529"/>
                      <a:gd name="T55" fmla="*/ 0 h 513"/>
                      <a:gd name="T56" fmla="*/ 0 w 529"/>
                      <a:gd name="T57" fmla="*/ 0 h 513"/>
                      <a:gd name="T58" fmla="*/ 0 w 529"/>
                      <a:gd name="T59" fmla="*/ 0 h 513"/>
                      <a:gd name="T60" fmla="*/ 0 w 529"/>
                      <a:gd name="T61" fmla="*/ 0 h 513"/>
                      <a:gd name="T62" fmla="*/ 0 w 529"/>
                      <a:gd name="T63" fmla="*/ 0 h 513"/>
                      <a:gd name="T64" fmla="*/ 0 w 529"/>
                      <a:gd name="T65" fmla="*/ 0 h 513"/>
                      <a:gd name="T66" fmla="*/ 0 w 529"/>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3"/>
                      <a:gd name="T104" fmla="*/ 529 w 529"/>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3">
                        <a:moveTo>
                          <a:pt x="0" y="3"/>
                        </a:moveTo>
                        <a:lnTo>
                          <a:pt x="0" y="3"/>
                        </a:lnTo>
                        <a:lnTo>
                          <a:pt x="0" y="30"/>
                        </a:lnTo>
                        <a:lnTo>
                          <a:pt x="4" y="56"/>
                        </a:lnTo>
                        <a:lnTo>
                          <a:pt x="7" y="82"/>
                        </a:lnTo>
                        <a:lnTo>
                          <a:pt x="12" y="108"/>
                        </a:lnTo>
                        <a:lnTo>
                          <a:pt x="18" y="133"/>
                        </a:lnTo>
                        <a:lnTo>
                          <a:pt x="26" y="157"/>
                        </a:lnTo>
                        <a:lnTo>
                          <a:pt x="34" y="181"/>
                        </a:lnTo>
                        <a:lnTo>
                          <a:pt x="45" y="205"/>
                        </a:lnTo>
                        <a:lnTo>
                          <a:pt x="56" y="228"/>
                        </a:lnTo>
                        <a:lnTo>
                          <a:pt x="67" y="249"/>
                        </a:lnTo>
                        <a:lnTo>
                          <a:pt x="80" y="272"/>
                        </a:lnTo>
                        <a:lnTo>
                          <a:pt x="94" y="292"/>
                        </a:lnTo>
                        <a:lnTo>
                          <a:pt x="109" y="313"/>
                        </a:lnTo>
                        <a:lnTo>
                          <a:pt x="125" y="332"/>
                        </a:lnTo>
                        <a:lnTo>
                          <a:pt x="142" y="350"/>
                        </a:lnTo>
                        <a:lnTo>
                          <a:pt x="159" y="368"/>
                        </a:lnTo>
                        <a:lnTo>
                          <a:pt x="177" y="385"/>
                        </a:lnTo>
                        <a:lnTo>
                          <a:pt x="197" y="401"/>
                        </a:lnTo>
                        <a:lnTo>
                          <a:pt x="217" y="416"/>
                        </a:lnTo>
                        <a:lnTo>
                          <a:pt x="237" y="430"/>
                        </a:lnTo>
                        <a:lnTo>
                          <a:pt x="258" y="443"/>
                        </a:lnTo>
                        <a:lnTo>
                          <a:pt x="281" y="455"/>
                        </a:lnTo>
                        <a:lnTo>
                          <a:pt x="303" y="467"/>
                        </a:lnTo>
                        <a:lnTo>
                          <a:pt x="326" y="476"/>
                        </a:lnTo>
                        <a:lnTo>
                          <a:pt x="351" y="485"/>
                        </a:lnTo>
                        <a:lnTo>
                          <a:pt x="374" y="493"/>
                        </a:lnTo>
                        <a:lnTo>
                          <a:pt x="400" y="500"/>
                        </a:lnTo>
                        <a:lnTo>
                          <a:pt x="425" y="505"/>
                        </a:lnTo>
                        <a:lnTo>
                          <a:pt x="451" y="509"/>
                        </a:lnTo>
                        <a:lnTo>
                          <a:pt x="476" y="512"/>
                        </a:lnTo>
                        <a:lnTo>
                          <a:pt x="503" y="513"/>
                        </a:lnTo>
                        <a:lnTo>
                          <a:pt x="529" y="513"/>
                        </a:lnTo>
                        <a:lnTo>
                          <a:pt x="526" y="327"/>
                        </a:lnTo>
                        <a:lnTo>
                          <a:pt x="509" y="327"/>
                        </a:lnTo>
                        <a:lnTo>
                          <a:pt x="492" y="326"/>
                        </a:lnTo>
                        <a:lnTo>
                          <a:pt x="475" y="324"/>
                        </a:lnTo>
                        <a:lnTo>
                          <a:pt x="458" y="321"/>
                        </a:lnTo>
                        <a:lnTo>
                          <a:pt x="442" y="317"/>
                        </a:lnTo>
                        <a:lnTo>
                          <a:pt x="426" y="314"/>
                        </a:lnTo>
                        <a:lnTo>
                          <a:pt x="411" y="309"/>
                        </a:lnTo>
                        <a:lnTo>
                          <a:pt x="396" y="303"/>
                        </a:lnTo>
                        <a:lnTo>
                          <a:pt x="381" y="297"/>
                        </a:lnTo>
                        <a:lnTo>
                          <a:pt x="367" y="290"/>
                        </a:lnTo>
                        <a:lnTo>
                          <a:pt x="353" y="281"/>
                        </a:lnTo>
                        <a:lnTo>
                          <a:pt x="339" y="274"/>
                        </a:lnTo>
                        <a:lnTo>
                          <a:pt x="325" y="264"/>
                        </a:lnTo>
                        <a:lnTo>
                          <a:pt x="313" y="255"/>
                        </a:lnTo>
                        <a:lnTo>
                          <a:pt x="301" y="244"/>
                        </a:lnTo>
                        <a:lnTo>
                          <a:pt x="289" y="233"/>
                        </a:lnTo>
                        <a:lnTo>
                          <a:pt x="278" y="222"/>
                        </a:lnTo>
                        <a:lnTo>
                          <a:pt x="267" y="210"/>
                        </a:lnTo>
                        <a:lnTo>
                          <a:pt x="256" y="197"/>
                        </a:lnTo>
                        <a:lnTo>
                          <a:pt x="247" y="185"/>
                        </a:lnTo>
                        <a:lnTo>
                          <a:pt x="238" y="171"/>
                        </a:lnTo>
                        <a:lnTo>
                          <a:pt x="230" y="158"/>
                        </a:lnTo>
                        <a:lnTo>
                          <a:pt x="222" y="143"/>
                        </a:lnTo>
                        <a:lnTo>
                          <a:pt x="215" y="128"/>
                        </a:lnTo>
                        <a:lnTo>
                          <a:pt x="208" y="114"/>
                        </a:lnTo>
                        <a:lnTo>
                          <a:pt x="203" y="99"/>
                        </a:lnTo>
                        <a:lnTo>
                          <a:pt x="199" y="83"/>
                        </a:lnTo>
                        <a:lnTo>
                          <a:pt x="195" y="67"/>
                        </a:lnTo>
                        <a:lnTo>
                          <a:pt x="192" y="51"/>
                        </a:lnTo>
                        <a:lnTo>
                          <a:pt x="189" y="34"/>
                        </a:lnTo>
                        <a:lnTo>
                          <a:pt x="187" y="17"/>
                        </a:lnTo>
                        <a:lnTo>
                          <a:pt x="186" y="0"/>
                        </a:lnTo>
                        <a:lnTo>
                          <a:pt x="0" y="3"/>
                        </a:lnTo>
                        <a:close/>
                      </a:path>
                    </a:pathLst>
                  </a:custGeom>
                  <a:solidFill>
                    <a:srgbClr val="EF2B2F"/>
                  </a:solidFill>
                  <a:ln>
                    <a:noFill/>
                  </a:ln>
                </p:spPr>
                <p:txBody>
                  <a:bodyPr/>
                  <a:lstStyle/>
                  <a:p>
                    <a:pPr>
                      <a:defRPr/>
                    </a:pPr>
                    <a:endParaRPr lang="en-US" sz="1050">
                      <a:latin typeface="+mj-lt"/>
                    </a:endParaRPr>
                  </a:p>
                </p:txBody>
              </p:sp>
              <p:sp>
                <p:nvSpPr>
                  <p:cNvPr id="41170" name="Freeform 855">
                    <a:extLst>
                      <a:ext uri="{FF2B5EF4-FFF2-40B4-BE49-F238E27FC236}">
                        <a16:creationId xmlns="" xmlns:a16="http://schemas.microsoft.com/office/drawing/2014/main" id="{24DD0586-B1C2-F072-287E-12323C68C274}"/>
                      </a:ext>
                    </a:extLst>
                  </p:cNvPr>
                  <p:cNvSpPr>
                    <a:spLocks/>
                  </p:cNvSpPr>
                  <p:nvPr/>
                </p:nvSpPr>
                <p:spPr bwMode="auto">
                  <a:xfrm>
                    <a:off x="1912" y="2290"/>
                    <a:ext cx="84" cy="88"/>
                  </a:xfrm>
                  <a:custGeom>
                    <a:avLst/>
                    <a:gdLst>
                      <a:gd name="T0" fmla="*/ 0 w 514"/>
                      <a:gd name="T1" fmla="*/ 0 h 528"/>
                      <a:gd name="T2" fmla="*/ 0 w 514"/>
                      <a:gd name="T3" fmla="*/ 0 h 528"/>
                      <a:gd name="T4" fmla="*/ 0 w 514"/>
                      <a:gd name="T5" fmla="*/ 0 h 528"/>
                      <a:gd name="T6" fmla="*/ 0 w 514"/>
                      <a:gd name="T7" fmla="*/ 0 h 528"/>
                      <a:gd name="T8" fmla="*/ 0 w 514"/>
                      <a:gd name="T9" fmla="*/ 0 h 528"/>
                      <a:gd name="T10" fmla="*/ 0 w 514"/>
                      <a:gd name="T11" fmla="*/ 0 h 528"/>
                      <a:gd name="T12" fmla="*/ 0 w 514"/>
                      <a:gd name="T13" fmla="*/ 0 h 528"/>
                      <a:gd name="T14" fmla="*/ 0 w 514"/>
                      <a:gd name="T15" fmla="*/ 0 h 528"/>
                      <a:gd name="T16" fmla="*/ 0 w 514"/>
                      <a:gd name="T17" fmla="*/ 0 h 528"/>
                      <a:gd name="T18" fmla="*/ 0 w 514"/>
                      <a:gd name="T19" fmla="*/ 0 h 528"/>
                      <a:gd name="T20" fmla="*/ 0 w 514"/>
                      <a:gd name="T21" fmla="*/ 0 h 528"/>
                      <a:gd name="T22" fmla="*/ 0 w 514"/>
                      <a:gd name="T23" fmla="*/ 0 h 528"/>
                      <a:gd name="T24" fmla="*/ 0 w 514"/>
                      <a:gd name="T25" fmla="*/ 0 h 528"/>
                      <a:gd name="T26" fmla="*/ 0 w 514"/>
                      <a:gd name="T27" fmla="*/ 0 h 528"/>
                      <a:gd name="T28" fmla="*/ 0 w 514"/>
                      <a:gd name="T29" fmla="*/ 0 h 528"/>
                      <a:gd name="T30" fmla="*/ 0 w 514"/>
                      <a:gd name="T31" fmla="*/ 0 h 528"/>
                      <a:gd name="T32" fmla="*/ 0 w 514"/>
                      <a:gd name="T33" fmla="*/ 0 h 528"/>
                      <a:gd name="T34" fmla="*/ 0 w 514"/>
                      <a:gd name="T35" fmla="*/ 0 h 528"/>
                      <a:gd name="T36" fmla="*/ 0 w 514"/>
                      <a:gd name="T37" fmla="*/ 0 h 528"/>
                      <a:gd name="T38" fmla="*/ 0 w 514"/>
                      <a:gd name="T39" fmla="*/ 0 h 528"/>
                      <a:gd name="T40" fmla="*/ 0 w 514"/>
                      <a:gd name="T41" fmla="*/ 0 h 528"/>
                      <a:gd name="T42" fmla="*/ 0 w 514"/>
                      <a:gd name="T43" fmla="*/ 0 h 528"/>
                      <a:gd name="T44" fmla="*/ 0 w 514"/>
                      <a:gd name="T45" fmla="*/ 0 h 528"/>
                      <a:gd name="T46" fmla="*/ 0 w 514"/>
                      <a:gd name="T47" fmla="*/ 0 h 528"/>
                      <a:gd name="T48" fmla="*/ 0 w 514"/>
                      <a:gd name="T49" fmla="*/ 0 h 528"/>
                      <a:gd name="T50" fmla="*/ 0 w 514"/>
                      <a:gd name="T51" fmla="*/ 0 h 528"/>
                      <a:gd name="T52" fmla="*/ 0 w 514"/>
                      <a:gd name="T53" fmla="*/ 0 h 528"/>
                      <a:gd name="T54" fmla="*/ 0 w 514"/>
                      <a:gd name="T55" fmla="*/ 0 h 528"/>
                      <a:gd name="T56" fmla="*/ 0 w 514"/>
                      <a:gd name="T57" fmla="*/ 0 h 528"/>
                      <a:gd name="T58" fmla="*/ 0 w 514"/>
                      <a:gd name="T59" fmla="*/ 0 h 528"/>
                      <a:gd name="T60" fmla="*/ 0 w 514"/>
                      <a:gd name="T61" fmla="*/ 0 h 528"/>
                      <a:gd name="T62" fmla="*/ 0 w 514"/>
                      <a:gd name="T63" fmla="*/ 0 h 528"/>
                      <a:gd name="T64" fmla="*/ 0 w 514"/>
                      <a:gd name="T65" fmla="*/ 0 h 528"/>
                      <a:gd name="T66" fmla="*/ 0 w 514"/>
                      <a:gd name="T67" fmla="*/ 0 h 5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8"/>
                      <a:gd name="T104" fmla="*/ 514 w 514"/>
                      <a:gd name="T105" fmla="*/ 528 h 5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8">
                        <a:moveTo>
                          <a:pt x="511" y="0"/>
                        </a:moveTo>
                        <a:lnTo>
                          <a:pt x="511" y="0"/>
                        </a:lnTo>
                        <a:lnTo>
                          <a:pt x="485" y="1"/>
                        </a:lnTo>
                        <a:lnTo>
                          <a:pt x="458" y="3"/>
                        </a:lnTo>
                        <a:lnTo>
                          <a:pt x="433" y="6"/>
                        </a:lnTo>
                        <a:lnTo>
                          <a:pt x="407" y="11"/>
                        </a:lnTo>
                        <a:lnTo>
                          <a:pt x="382" y="18"/>
                        </a:lnTo>
                        <a:lnTo>
                          <a:pt x="357" y="25"/>
                        </a:lnTo>
                        <a:lnTo>
                          <a:pt x="334" y="34"/>
                        </a:lnTo>
                        <a:lnTo>
                          <a:pt x="309" y="44"/>
                        </a:lnTo>
                        <a:lnTo>
                          <a:pt x="287" y="55"/>
                        </a:lnTo>
                        <a:lnTo>
                          <a:pt x="265" y="67"/>
                        </a:lnTo>
                        <a:lnTo>
                          <a:pt x="242" y="79"/>
                        </a:lnTo>
                        <a:lnTo>
                          <a:pt x="222" y="93"/>
                        </a:lnTo>
                        <a:lnTo>
                          <a:pt x="202" y="108"/>
                        </a:lnTo>
                        <a:lnTo>
                          <a:pt x="183" y="124"/>
                        </a:lnTo>
                        <a:lnTo>
                          <a:pt x="164" y="141"/>
                        </a:lnTo>
                        <a:lnTo>
                          <a:pt x="147" y="159"/>
                        </a:lnTo>
                        <a:lnTo>
                          <a:pt x="130" y="177"/>
                        </a:lnTo>
                        <a:lnTo>
                          <a:pt x="114" y="196"/>
                        </a:lnTo>
                        <a:lnTo>
                          <a:pt x="99" y="216"/>
                        </a:lnTo>
                        <a:lnTo>
                          <a:pt x="84" y="236"/>
                        </a:lnTo>
                        <a:lnTo>
                          <a:pt x="71" y="258"/>
                        </a:lnTo>
                        <a:lnTo>
                          <a:pt x="59" y="280"/>
                        </a:lnTo>
                        <a:lnTo>
                          <a:pt x="48" y="303"/>
                        </a:lnTo>
                        <a:lnTo>
                          <a:pt x="37" y="326"/>
                        </a:lnTo>
                        <a:lnTo>
                          <a:pt x="29" y="350"/>
                        </a:lnTo>
                        <a:lnTo>
                          <a:pt x="22" y="374"/>
                        </a:lnTo>
                        <a:lnTo>
                          <a:pt x="14" y="399"/>
                        </a:lnTo>
                        <a:lnTo>
                          <a:pt x="10" y="424"/>
                        </a:lnTo>
                        <a:lnTo>
                          <a:pt x="6" y="450"/>
                        </a:lnTo>
                        <a:lnTo>
                          <a:pt x="2" y="475"/>
                        </a:lnTo>
                        <a:lnTo>
                          <a:pt x="0" y="503"/>
                        </a:lnTo>
                        <a:lnTo>
                          <a:pt x="1" y="528"/>
                        </a:lnTo>
                        <a:lnTo>
                          <a:pt x="187" y="525"/>
                        </a:lnTo>
                        <a:lnTo>
                          <a:pt x="188" y="507"/>
                        </a:lnTo>
                        <a:lnTo>
                          <a:pt x="189" y="491"/>
                        </a:lnTo>
                        <a:lnTo>
                          <a:pt x="190" y="474"/>
                        </a:lnTo>
                        <a:lnTo>
                          <a:pt x="194" y="458"/>
                        </a:lnTo>
                        <a:lnTo>
                          <a:pt x="197" y="442"/>
                        </a:lnTo>
                        <a:lnTo>
                          <a:pt x="201" y="426"/>
                        </a:lnTo>
                        <a:lnTo>
                          <a:pt x="205" y="410"/>
                        </a:lnTo>
                        <a:lnTo>
                          <a:pt x="212" y="396"/>
                        </a:lnTo>
                        <a:lnTo>
                          <a:pt x="218" y="381"/>
                        </a:lnTo>
                        <a:lnTo>
                          <a:pt x="225" y="366"/>
                        </a:lnTo>
                        <a:lnTo>
                          <a:pt x="233" y="352"/>
                        </a:lnTo>
                        <a:lnTo>
                          <a:pt x="241" y="338"/>
                        </a:lnTo>
                        <a:lnTo>
                          <a:pt x="250" y="324"/>
                        </a:lnTo>
                        <a:lnTo>
                          <a:pt x="260" y="313"/>
                        </a:lnTo>
                        <a:lnTo>
                          <a:pt x="270" y="300"/>
                        </a:lnTo>
                        <a:lnTo>
                          <a:pt x="282" y="288"/>
                        </a:lnTo>
                        <a:lnTo>
                          <a:pt x="292" y="277"/>
                        </a:lnTo>
                        <a:lnTo>
                          <a:pt x="304" y="266"/>
                        </a:lnTo>
                        <a:lnTo>
                          <a:pt x="317" y="257"/>
                        </a:lnTo>
                        <a:lnTo>
                          <a:pt x="330" y="246"/>
                        </a:lnTo>
                        <a:lnTo>
                          <a:pt x="343" y="237"/>
                        </a:lnTo>
                        <a:lnTo>
                          <a:pt x="357" y="229"/>
                        </a:lnTo>
                        <a:lnTo>
                          <a:pt x="371" y="222"/>
                        </a:lnTo>
                        <a:lnTo>
                          <a:pt x="386" y="214"/>
                        </a:lnTo>
                        <a:lnTo>
                          <a:pt x="401" y="209"/>
                        </a:lnTo>
                        <a:lnTo>
                          <a:pt x="416" y="204"/>
                        </a:lnTo>
                        <a:lnTo>
                          <a:pt x="431" y="198"/>
                        </a:lnTo>
                        <a:lnTo>
                          <a:pt x="447" y="194"/>
                        </a:lnTo>
                        <a:lnTo>
                          <a:pt x="464" y="191"/>
                        </a:lnTo>
                        <a:lnTo>
                          <a:pt x="480" y="189"/>
                        </a:lnTo>
                        <a:lnTo>
                          <a:pt x="497" y="187"/>
                        </a:lnTo>
                        <a:lnTo>
                          <a:pt x="514" y="185"/>
                        </a:lnTo>
                        <a:lnTo>
                          <a:pt x="511" y="0"/>
                        </a:lnTo>
                        <a:close/>
                      </a:path>
                    </a:pathLst>
                  </a:custGeom>
                  <a:solidFill>
                    <a:srgbClr val="EF2B2F"/>
                  </a:solidFill>
                  <a:ln>
                    <a:noFill/>
                  </a:ln>
                </p:spPr>
                <p:txBody>
                  <a:bodyPr/>
                  <a:lstStyle/>
                  <a:p>
                    <a:pPr>
                      <a:defRPr/>
                    </a:pPr>
                    <a:endParaRPr lang="en-US" sz="1050">
                      <a:latin typeface="+mj-lt"/>
                    </a:endParaRPr>
                  </a:p>
                </p:txBody>
              </p:sp>
              <p:sp>
                <p:nvSpPr>
                  <p:cNvPr id="41171" name="Freeform 856">
                    <a:extLst>
                      <a:ext uri="{FF2B5EF4-FFF2-40B4-BE49-F238E27FC236}">
                        <a16:creationId xmlns="" xmlns:a16="http://schemas.microsoft.com/office/drawing/2014/main" id="{FFBADC81-8AD1-ABD4-B762-1ED4FE621B74}"/>
                      </a:ext>
                    </a:extLst>
                  </p:cNvPr>
                  <p:cNvSpPr>
                    <a:spLocks/>
                  </p:cNvSpPr>
                  <p:nvPr/>
                </p:nvSpPr>
                <p:spPr bwMode="auto">
                  <a:xfrm>
                    <a:off x="1929" y="2413"/>
                    <a:ext cx="88" cy="88"/>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529" y="511"/>
                        </a:moveTo>
                        <a:lnTo>
                          <a:pt x="529" y="511"/>
                        </a:lnTo>
                        <a:lnTo>
                          <a:pt x="528" y="484"/>
                        </a:lnTo>
                        <a:lnTo>
                          <a:pt x="526" y="458"/>
                        </a:lnTo>
                        <a:lnTo>
                          <a:pt x="523" y="432"/>
                        </a:lnTo>
                        <a:lnTo>
                          <a:pt x="517" y="407"/>
                        </a:lnTo>
                        <a:lnTo>
                          <a:pt x="511" y="381"/>
                        </a:lnTo>
                        <a:lnTo>
                          <a:pt x="503" y="357"/>
                        </a:lnTo>
                        <a:lnTo>
                          <a:pt x="495" y="334"/>
                        </a:lnTo>
                        <a:lnTo>
                          <a:pt x="484" y="309"/>
                        </a:lnTo>
                        <a:lnTo>
                          <a:pt x="474" y="287"/>
                        </a:lnTo>
                        <a:lnTo>
                          <a:pt x="462" y="265"/>
                        </a:lnTo>
                        <a:lnTo>
                          <a:pt x="449" y="242"/>
                        </a:lnTo>
                        <a:lnTo>
                          <a:pt x="435" y="222"/>
                        </a:lnTo>
                        <a:lnTo>
                          <a:pt x="421" y="202"/>
                        </a:lnTo>
                        <a:lnTo>
                          <a:pt x="405" y="183"/>
                        </a:lnTo>
                        <a:lnTo>
                          <a:pt x="388" y="164"/>
                        </a:lnTo>
                        <a:lnTo>
                          <a:pt x="370" y="147"/>
                        </a:lnTo>
                        <a:lnTo>
                          <a:pt x="352" y="130"/>
                        </a:lnTo>
                        <a:lnTo>
                          <a:pt x="332" y="114"/>
                        </a:lnTo>
                        <a:lnTo>
                          <a:pt x="312" y="99"/>
                        </a:lnTo>
                        <a:lnTo>
                          <a:pt x="292" y="84"/>
                        </a:lnTo>
                        <a:lnTo>
                          <a:pt x="271" y="71"/>
                        </a:lnTo>
                        <a:lnTo>
                          <a:pt x="249" y="59"/>
                        </a:lnTo>
                        <a:lnTo>
                          <a:pt x="226" y="48"/>
                        </a:lnTo>
                        <a:lnTo>
                          <a:pt x="203" y="38"/>
                        </a:lnTo>
                        <a:lnTo>
                          <a:pt x="178" y="29"/>
                        </a:lnTo>
                        <a:lnTo>
                          <a:pt x="154" y="22"/>
                        </a:lnTo>
                        <a:lnTo>
                          <a:pt x="130" y="14"/>
                        </a:lnTo>
                        <a:lnTo>
                          <a:pt x="104" y="9"/>
                        </a:lnTo>
                        <a:lnTo>
                          <a:pt x="79" y="6"/>
                        </a:lnTo>
                        <a:lnTo>
                          <a:pt x="53" y="3"/>
                        </a:lnTo>
                        <a:lnTo>
                          <a:pt x="27" y="0"/>
                        </a:lnTo>
                        <a:lnTo>
                          <a:pt x="0" y="0"/>
                        </a:lnTo>
                        <a:lnTo>
                          <a:pt x="3" y="187"/>
                        </a:lnTo>
                        <a:lnTo>
                          <a:pt x="20" y="188"/>
                        </a:lnTo>
                        <a:lnTo>
                          <a:pt x="37" y="189"/>
                        </a:lnTo>
                        <a:lnTo>
                          <a:pt x="54" y="190"/>
                        </a:lnTo>
                        <a:lnTo>
                          <a:pt x="70" y="193"/>
                        </a:lnTo>
                        <a:lnTo>
                          <a:pt x="86" y="197"/>
                        </a:lnTo>
                        <a:lnTo>
                          <a:pt x="102" y="201"/>
                        </a:lnTo>
                        <a:lnTo>
                          <a:pt x="118" y="205"/>
                        </a:lnTo>
                        <a:lnTo>
                          <a:pt x="133" y="212"/>
                        </a:lnTo>
                        <a:lnTo>
                          <a:pt x="148" y="218"/>
                        </a:lnTo>
                        <a:lnTo>
                          <a:pt x="163" y="225"/>
                        </a:lnTo>
                        <a:lnTo>
                          <a:pt x="176" y="233"/>
                        </a:lnTo>
                        <a:lnTo>
                          <a:pt x="190" y="241"/>
                        </a:lnTo>
                        <a:lnTo>
                          <a:pt x="204" y="250"/>
                        </a:lnTo>
                        <a:lnTo>
                          <a:pt x="216" y="259"/>
                        </a:lnTo>
                        <a:lnTo>
                          <a:pt x="228" y="270"/>
                        </a:lnTo>
                        <a:lnTo>
                          <a:pt x="240" y="280"/>
                        </a:lnTo>
                        <a:lnTo>
                          <a:pt x="252" y="292"/>
                        </a:lnTo>
                        <a:lnTo>
                          <a:pt x="262" y="304"/>
                        </a:lnTo>
                        <a:lnTo>
                          <a:pt x="272" y="317"/>
                        </a:lnTo>
                        <a:lnTo>
                          <a:pt x="283" y="329"/>
                        </a:lnTo>
                        <a:lnTo>
                          <a:pt x="291" y="343"/>
                        </a:lnTo>
                        <a:lnTo>
                          <a:pt x="300" y="357"/>
                        </a:lnTo>
                        <a:lnTo>
                          <a:pt x="307" y="371"/>
                        </a:lnTo>
                        <a:lnTo>
                          <a:pt x="314" y="385"/>
                        </a:lnTo>
                        <a:lnTo>
                          <a:pt x="320" y="400"/>
                        </a:lnTo>
                        <a:lnTo>
                          <a:pt x="325" y="415"/>
                        </a:lnTo>
                        <a:lnTo>
                          <a:pt x="330" y="431"/>
                        </a:lnTo>
                        <a:lnTo>
                          <a:pt x="335" y="447"/>
                        </a:lnTo>
                        <a:lnTo>
                          <a:pt x="338" y="464"/>
                        </a:lnTo>
                        <a:lnTo>
                          <a:pt x="340" y="480"/>
                        </a:lnTo>
                        <a:lnTo>
                          <a:pt x="342" y="497"/>
                        </a:lnTo>
                        <a:lnTo>
                          <a:pt x="343" y="514"/>
                        </a:lnTo>
                        <a:lnTo>
                          <a:pt x="529" y="511"/>
                        </a:lnTo>
                        <a:close/>
                      </a:path>
                    </a:pathLst>
                  </a:custGeom>
                  <a:solidFill>
                    <a:srgbClr val="EF2B2F"/>
                  </a:solidFill>
                  <a:ln>
                    <a:noFill/>
                  </a:ln>
                </p:spPr>
                <p:txBody>
                  <a:bodyPr/>
                  <a:lstStyle/>
                  <a:p>
                    <a:pPr>
                      <a:defRPr/>
                    </a:pPr>
                    <a:endParaRPr lang="en-US" sz="1050">
                      <a:latin typeface="+mj-lt"/>
                    </a:endParaRPr>
                  </a:p>
                </p:txBody>
              </p:sp>
              <p:sp>
                <p:nvSpPr>
                  <p:cNvPr id="41172" name="Freeform 857">
                    <a:extLst>
                      <a:ext uri="{FF2B5EF4-FFF2-40B4-BE49-F238E27FC236}">
                        <a16:creationId xmlns="" xmlns:a16="http://schemas.microsoft.com/office/drawing/2014/main" id="{789EAAFC-E8D3-E20B-674A-2C10493301B5}"/>
                      </a:ext>
                    </a:extLst>
                  </p:cNvPr>
                  <p:cNvSpPr>
                    <a:spLocks/>
                  </p:cNvSpPr>
                  <p:nvPr/>
                </p:nvSpPr>
                <p:spPr bwMode="auto">
                  <a:xfrm>
                    <a:off x="1929" y="2501"/>
                    <a:ext cx="88"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3" y="529"/>
                        </a:moveTo>
                        <a:lnTo>
                          <a:pt x="3" y="529"/>
                        </a:lnTo>
                        <a:lnTo>
                          <a:pt x="30" y="528"/>
                        </a:lnTo>
                        <a:lnTo>
                          <a:pt x="55" y="526"/>
                        </a:lnTo>
                        <a:lnTo>
                          <a:pt x="82" y="522"/>
                        </a:lnTo>
                        <a:lnTo>
                          <a:pt x="107" y="516"/>
                        </a:lnTo>
                        <a:lnTo>
                          <a:pt x="132" y="510"/>
                        </a:lnTo>
                        <a:lnTo>
                          <a:pt x="157" y="503"/>
                        </a:lnTo>
                        <a:lnTo>
                          <a:pt x="181" y="494"/>
                        </a:lnTo>
                        <a:lnTo>
                          <a:pt x="204" y="485"/>
                        </a:lnTo>
                        <a:lnTo>
                          <a:pt x="227" y="474"/>
                        </a:lnTo>
                        <a:lnTo>
                          <a:pt x="250" y="461"/>
                        </a:lnTo>
                        <a:lnTo>
                          <a:pt x="271" y="448"/>
                        </a:lnTo>
                        <a:lnTo>
                          <a:pt x="292" y="435"/>
                        </a:lnTo>
                        <a:lnTo>
                          <a:pt x="312" y="420"/>
                        </a:lnTo>
                        <a:lnTo>
                          <a:pt x="331" y="404"/>
                        </a:lnTo>
                        <a:lnTo>
                          <a:pt x="349" y="387"/>
                        </a:lnTo>
                        <a:lnTo>
                          <a:pt x="367" y="370"/>
                        </a:lnTo>
                        <a:lnTo>
                          <a:pt x="384" y="351"/>
                        </a:lnTo>
                        <a:lnTo>
                          <a:pt x="400" y="333"/>
                        </a:lnTo>
                        <a:lnTo>
                          <a:pt x="415" y="313"/>
                        </a:lnTo>
                        <a:lnTo>
                          <a:pt x="430" y="291"/>
                        </a:lnTo>
                        <a:lnTo>
                          <a:pt x="443" y="270"/>
                        </a:lnTo>
                        <a:lnTo>
                          <a:pt x="456" y="249"/>
                        </a:lnTo>
                        <a:lnTo>
                          <a:pt x="466" y="226"/>
                        </a:lnTo>
                        <a:lnTo>
                          <a:pt x="476" y="202"/>
                        </a:lnTo>
                        <a:lnTo>
                          <a:pt x="485" y="179"/>
                        </a:lnTo>
                        <a:lnTo>
                          <a:pt x="493" y="155"/>
                        </a:lnTo>
                        <a:lnTo>
                          <a:pt x="499" y="129"/>
                        </a:lnTo>
                        <a:lnTo>
                          <a:pt x="504" y="105"/>
                        </a:lnTo>
                        <a:lnTo>
                          <a:pt x="509" y="79"/>
                        </a:lnTo>
                        <a:lnTo>
                          <a:pt x="512" y="53"/>
                        </a:lnTo>
                        <a:lnTo>
                          <a:pt x="514" y="26"/>
                        </a:lnTo>
                        <a:lnTo>
                          <a:pt x="513" y="0"/>
                        </a:lnTo>
                        <a:lnTo>
                          <a:pt x="327" y="3"/>
                        </a:lnTo>
                        <a:lnTo>
                          <a:pt x="326" y="21"/>
                        </a:lnTo>
                        <a:lnTo>
                          <a:pt x="325" y="37"/>
                        </a:lnTo>
                        <a:lnTo>
                          <a:pt x="324" y="54"/>
                        </a:lnTo>
                        <a:lnTo>
                          <a:pt x="321" y="70"/>
                        </a:lnTo>
                        <a:lnTo>
                          <a:pt x="318" y="87"/>
                        </a:lnTo>
                        <a:lnTo>
                          <a:pt x="313" y="103"/>
                        </a:lnTo>
                        <a:lnTo>
                          <a:pt x="308" y="117"/>
                        </a:lnTo>
                        <a:lnTo>
                          <a:pt x="303" y="133"/>
                        </a:lnTo>
                        <a:lnTo>
                          <a:pt x="296" y="147"/>
                        </a:lnTo>
                        <a:lnTo>
                          <a:pt x="289" y="162"/>
                        </a:lnTo>
                        <a:lnTo>
                          <a:pt x="281" y="176"/>
                        </a:lnTo>
                        <a:lnTo>
                          <a:pt x="273" y="190"/>
                        </a:lnTo>
                        <a:lnTo>
                          <a:pt x="263" y="203"/>
                        </a:lnTo>
                        <a:lnTo>
                          <a:pt x="254" y="216"/>
                        </a:lnTo>
                        <a:lnTo>
                          <a:pt x="244" y="229"/>
                        </a:lnTo>
                        <a:lnTo>
                          <a:pt x="233" y="241"/>
                        </a:lnTo>
                        <a:lnTo>
                          <a:pt x="222" y="251"/>
                        </a:lnTo>
                        <a:lnTo>
                          <a:pt x="209" y="262"/>
                        </a:lnTo>
                        <a:lnTo>
                          <a:pt x="198" y="272"/>
                        </a:lnTo>
                        <a:lnTo>
                          <a:pt x="184" y="282"/>
                        </a:lnTo>
                        <a:lnTo>
                          <a:pt x="171" y="290"/>
                        </a:lnTo>
                        <a:lnTo>
                          <a:pt x="157" y="299"/>
                        </a:lnTo>
                        <a:lnTo>
                          <a:pt x="143" y="306"/>
                        </a:lnTo>
                        <a:lnTo>
                          <a:pt x="128" y="314"/>
                        </a:lnTo>
                        <a:lnTo>
                          <a:pt x="114" y="320"/>
                        </a:lnTo>
                        <a:lnTo>
                          <a:pt x="98" y="325"/>
                        </a:lnTo>
                        <a:lnTo>
                          <a:pt x="83" y="331"/>
                        </a:lnTo>
                        <a:lnTo>
                          <a:pt x="66" y="334"/>
                        </a:lnTo>
                        <a:lnTo>
                          <a:pt x="50" y="337"/>
                        </a:lnTo>
                        <a:lnTo>
                          <a:pt x="34" y="339"/>
                        </a:lnTo>
                        <a:lnTo>
                          <a:pt x="17" y="341"/>
                        </a:lnTo>
                        <a:lnTo>
                          <a:pt x="0" y="342"/>
                        </a:lnTo>
                        <a:lnTo>
                          <a:pt x="3" y="529"/>
                        </a:lnTo>
                        <a:close/>
                      </a:path>
                    </a:pathLst>
                  </a:custGeom>
                  <a:solidFill>
                    <a:srgbClr val="EF2B2F"/>
                  </a:solidFill>
                  <a:ln>
                    <a:noFill/>
                  </a:ln>
                </p:spPr>
                <p:txBody>
                  <a:bodyPr/>
                  <a:lstStyle/>
                  <a:p>
                    <a:pPr>
                      <a:defRPr/>
                    </a:pPr>
                    <a:endParaRPr lang="en-US" sz="1050">
                      <a:latin typeface="+mj-lt"/>
                    </a:endParaRPr>
                  </a:p>
                </p:txBody>
              </p:sp>
              <p:sp>
                <p:nvSpPr>
                  <p:cNvPr id="41173" name="Freeform 858">
                    <a:extLst>
                      <a:ext uri="{FF2B5EF4-FFF2-40B4-BE49-F238E27FC236}">
                        <a16:creationId xmlns="" xmlns:a16="http://schemas.microsoft.com/office/drawing/2014/main" id="{AFE206B8-2E2C-C305-A66E-2AF9399458BB}"/>
                      </a:ext>
                    </a:extLst>
                  </p:cNvPr>
                  <p:cNvSpPr>
                    <a:spLocks/>
                  </p:cNvSpPr>
                  <p:nvPr/>
                </p:nvSpPr>
                <p:spPr bwMode="auto">
                  <a:xfrm>
                    <a:off x="1841" y="2505"/>
                    <a:ext cx="88" cy="84"/>
                  </a:xfrm>
                  <a:custGeom>
                    <a:avLst/>
                    <a:gdLst>
                      <a:gd name="T0" fmla="*/ 0 w 530"/>
                      <a:gd name="T1" fmla="*/ 0 h 513"/>
                      <a:gd name="T2" fmla="*/ 0 w 530"/>
                      <a:gd name="T3" fmla="*/ 0 h 513"/>
                      <a:gd name="T4" fmla="*/ 0 w 530"/>
                      <a:gd name="T5" fmla="*/ 0 h 513"/>
                      <a:gd name="T6" fmla="*/ 0 w 530"/>
                      <a:gd name="T7" fmla="*/ 0 h 513"/>
                      <a:gd name="T8" fmla="*/ 0 w 530"/>
                      <a:gd name="T9" fmla="*/ 0 h 513"/>
                      <a:gd name="T10" fmla="*/ 0 w 530"/>
                      <a:gd name="T11" fmla="*/ 0 h 513"/>
                      <a:gd name="T12" fmla="*/ 0 w 530"/>
                      <a:gd name="T13" fmla="*/ 0 h 513"/>
                      <a:gd name="T14" fmla="*/ 0 w 530"/>
                      <a:gd name="T15" fmla="*/ 0 h 513"/>
                      <a:gd name="T16" fmla="*/ 0 w 530"/>
                      <a:gd name="T17" fmla="*/ 0 h 513"/>
                      <a:gd name="T18" fmla="*/ 0 w 530"/>
                      <a:gd name="T19" fmla="*/ 0 h 513"/>
                      <a:gd name="T20" fmla="*/ 0 w 530"/>
                      <a:gd name="T21" fmla="*/ 0 h 513"/>
                      <a:gd name="T22" fmla="*/ 0 w 530"/>
                      <a:gd name="T23" fmla="*/ 0 h 513"/>
                      <a:gd name="T24" fmla="*/ 0 w 530"/>
                      <a:gd name="T25" fmla="*/ 0 h 513"/>
                      <a:gd name="T26" fmla="*/ 0 w 530"/>
                      <a:gd name="T27" fmla="*/ 0 h 513"/>
                      <a:gd name="T28" fmla="*/ 0 w 530"/>
                      <a:gd name="T29" fmla="*/ 0 h 513"/>
                      <a:gd name="T30" fmla="*/ 0 w 530"/>
                      <a:gd name="T31" fmla="*/ 0 h 513"/>
                      <a:gd name="T32" fmla="*/ 0 w 530"/>
                      <a:gd name="T33" fmla="*/ 0 h 513"/>
                      <a:gd name="T34" fmla="*/ 0 w 530"/>
                      <a:gd name="T35" fmla="*/ 0 h 513"/>
                      <a:gd name="T36" fmla="*/ 0 w 530"/>
                      <a:gd name="T37" fmla="*/ 0 h 513"/>
                      <a:gd name="T38" fmla="*/ 0 w 530"/>
                      <a:gd name="T39" fmla="*/ 0 h 513"/>
                      <a:gd name="T40" fmla="*/ 0 w 530"/>
                      <a:gd name="T41" fmla="*/ 0 h 513"/>
                      <a:gd name="T42" fmla="*/ 0 w 530"/>
                      <a:gd name="T43" fmla="*/ 0 h 513"/>
                      <a:gd name="T44" fmla="*/ 0 w 530"/>
                      <a:gd name="T45" fmla="*/ 0 h 513"/>
                      <a:gd name="T46" fmla="*/ 0 w 530"/>
                      <a:gd name="T47" fmla="*/ 0 h 513"/>
                      <a:gd name="T48" fmla="*/ 0 w 530"/>
                      <a:gd name="T49" fmla="*/ 0 h 513"/>
                      <a:gd name="T50" fmla="*/ 0 w 530"/>
                      <a:gd name="T51" fmla="*/ 0 h 513"/>
                      <a:gd name="T52" fmla="*/ 0 w 530"/>
                      <a:gd name="T53" fmla="*/ 0 h 513"/>
                      <a:gd name="T54" fmla="*/ 0 w 530"/>
                      <a:gd name="T55" fmla="*/ 0 h 513"/>
                      <a:gd name="T56" fmla="*/ 0 w 530"/>
                      <a:gd name="T57" fmla="*/ 0 h 513"/>
                      <a:gd name="T58" fmla="*/ 0 w 530"/>
                      <a:gd name="T59" fmla="*/ 0 h 513"/>
                      <a:gd name="T60" fmla="*/ 0 w 530"/>
                      <a:gd name="T61" fmla="*/ 0 h 513"/>
                      <a:gd name="T62" fmla="*/ 0 w 530"/>
                      <a:gd name="T63" fmla="*/ 0 h 513"/>
                      <a:gd name="T64" fmla="*/ 0 w 530"/>
                      <a:gd name="T65" fmla="*/ 0 h 513"/>
                      <a:gd name="T66" fmla="*/ 0 w 530"/>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3"/>
                      <a:gd name="T104" fmla="*/ 530 w 530"/>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3">
                        <a:moveTo>
                          <a:pt x="0" y="3"/>
                        </a:moveTo>
                        <a:lnTo>
                          <a:pt x="0" y="3"/>
                        </a:lnTo>
                        <a:lnTo>
                          <a:pt x="1" y="29"/>
                        </a:lnTo>
                        <a:lnTo>
                          <a:pt x="3" y="56"/>
                        </a:lnTo>
                        <a:lnTo>
                          <a:pt x="8" y="81"/>
                        </a:lnTo>
                        <a:lnTo>
                          <a:pt x="13" y="107"/>
                        </a:lnTo>
                        <a:lnTo>
                          <a:pt x="19" y="132"/>
                        </a:lnTo>
                        <a:lnTo>
                          <a:pt x="26" y="157"/>
                        </a:lnTo>
                        <a:lnTo>
                          <a:pt x="35" y="181"/>
                        </a:lnTo>
                        <a:lnTo>
                          <a:pt x="45" y="204"/>
                        </a:lnTo>
                        <a:lnTo>
                          <a:pt x="55" y="227"/>
                        </a:lnTo>
                        <a:lnTo>
                          <a:pt x="67" y="249"/>
                        </a:lnTo>
                        <a:lnTo>
                          <a:pt x="80" y="271"/>
                        </a:lnTo>
                        <a:lnTo>
                          <a:pt x="95" y="291"/>
                        </a:lnTo>
                        <a:lnTo>
                          <a:pt x="110" y="312"/>
                        </a:lnTo>
                        <a:lnTo>
                          <a:pt x="126" y="331"/>
                        </a:lnTo>
                        <a:lnTo>
                          <a:pt x="141" y="350"/>
                        </a:lnTo>
                        <a:lnTo>
                          <a:pt x="160" y="368"/>
                        </a:lnTo>
                        <a:lnTo>
                          <a:pt x="178" y="384"/>
                        </a:lnTo>
                        <a:lnTo>
                          <a:pt x="197" y="400"/>
                        </a:lnTo>
                        <a:lnTo>
                          <a:pt x="217" y="415"/>
                        </a:lnTo>
                        <a:lnTo>
                          <a:pt x="237" y="429"/>
                        </a:lnTo>
                        <a:lnTo>
                          <a:pt x="258" y="443"/>
                        </a:lnTo>
                        <a:lnTo>
                          <a:pt x="281" y="455"/>
                        </a:lnTo>
                        <a:lnTo>
                          <a:pt x="304" y="465"/>
                        </a:lnTo>
                        <a:lnTo>
                          <a:pt x="327" y="476"/>
                        </a:lnTo>
                        <a:lnTo>
                          <a:pt x="351" y="484"/>
                        </a:lnTo>
                        <a:lnTo>
                          <a:pt x="375" y="492"/>
                        </a:lnTo>
                        <a:lnTo>
                          <a:pt x="400" y="499"/>
                        </a:lnTo>
                        <a:lnTo>
                          <a:pt x="425" y="505"/>
                        </a:lnTo>
                        <a:lnTo>
                          <a:pt x="451" y="509"/>
                        </a:lnTo>
                        <a:lnTo>
                          <a:pt x="477" y="511"/>
                        </a:lnTo>
                        <a:lnTo>
                          <a:pt x="504" y="513"/>
                        </a:lnTo>
                        <a:lnTo>
                          <a:pt x="530" y="513"/>
                        </a:lnTo>
                        <a:lnTo>
                          <a:pt x="527" y="326"/>
                        </a:lnTo>
                        <a:lnTo>
                          <a:pt x="509" y="325"/>
                        </a:lnTo>
                        <a:lnTo>
                          <a:pt x="492" y="325"/>
                        </a:lnTo>
                        <a:lnTo>
                          <a:pt x="476" y="323"/>
                        </a:lnTo>
                        <a:lnTo>
                          <a:pt x="459" y="321"/>
                        </a:lnTo>
                        <a:lnTo>
                          <a:pt x="443" y="317"/>
                        </a:lnTo>
                        <a:lnTo>
                          <a:pt x="427" y="313"/>
                        </a:lnTo>
                        <a:lnTo>
                          <a:pt x="412" y="308"/>
                        </a:lnTo>
                        <a:lnTo>
                          <a:pt x="396" y="302"/>
                        </a:lnTo>
                        <a:lnTo>
                          <a:pt x="381" y="296"/>
                        </a:lnTo>
                        <a:lnTo>
                          <a:pt x="368" y="288"/>
                        </a:lnTo>
                        <a:lnTo>
                          <a:pt x="353" y="281"/>
                        </a:lnTo>
                        <a:lnTo>
                          <a:pt x="339" y="272"/>
                        </a:lnTo>
                        <a:lnTo>
                          <a:pt x="326" y="264"/>
                        </a:lnTo>
                        <a:lnTo>
                          <a:pt x="314" y="254"/>
                        </a:lnTo>
                        <a:lnTo>
                          <a:pt x="301" y="244"/>
                        </a:lnTo>
                        <a:lnTo>
                          <a:pt x="289" y="233"/>
                        </a:lnTo>
                        <a:lnTo>
                          <a:pt x="278" y="221"/>
                        </a:lnTo>
                        <a:lnTo>
                          <a:pt x="267" y="210"/>
                        </a:lnTo>
                        <a:lnTo>
                          <a:pt x="257" y="197"/>
                        </a:lnTo>
                        <a:lnTo>
                          <a:pt x="248" y="184"/>
                        </a:lnTo>
                        <a:lnTo>
                          <a:pt x="238" y="170"/>
                        </a:lnTo>
                        <a:lnTo>
                          <a:pt x="231" y="157"/>
                        </a:lnTo>
                        <a:lnTo>
                          <a:pt x="222" y="143"/>
                        </a:lnTo>
                        <a:lnTo>
                          <a:pt x="216" y="128"/>
                        </a:lnTo>
                        <a:lnTo>
                          <a:pt x="209" y="113"/>
                        </a:lnTo>
                        <a:lnTo>
                          <a:pt x="204" y="98"/>
                        </a:lnTo>
                        <a:lnTo>
                          <a:pt x="199" y="82"/>
                        </a:lnTo>
                        <a:lnTo>
                          <a:pt x="195" y="66"/>
                        </a:lnTo>
                        <a:lnTo>
                          <a:pt x="191" y="51"/>
                        </a:lnTo>
                        <a:lnTo>
                          <a:pt x="189" y="34"/>
                        </a:lnTo>
                        <a:lnTo>
                          <a:pt x="188"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174" name="Freeform 859">
                    <a:extLst>
                      <a:ext uri="{FF2B5EF4-FFF2-40B4-BE49-F238E27FC236}">
                        <a16:creationId xmlns="" xmlns:a16="http://schemas.microsoft.com/office/drawing/2014/main" id="{79AEF58A-0AA7-C818-E462-BDD9C2B59DCC}"/>
                      </a:ext>
                    </a:extLst>
                  </p:cNvPr>
                  <p:cNvSpPr>
                    <a:spLocks/>
                  </p:cNvSpPr>
                  <p:nvPr/>
                </p:nvSpPr>
                <p:spPr bwMode="auto">
                  <a:xfrm>
                    <a:off x="1841" y="2413"/>
                    <a:ext cx="88" cy="92"/>
                  </a:xfrm>
                  <a:custGeom>
                    <a:avLst/>
                    <a:gdLst>
                      <a:gd name="T0" fmla="*/ 0 w 514"/>
                      <a:gd name="T1" fmla="*/ 0 h 530"/>
                      <a:gd name="T2" fmla="*/ 0 w 514"/>
                      <a:gd name="T3" fmla="*/ 0 h 530"/>
                      <a:gd name="T4" fmla="*/ 0 w 514"/>
                      <a:gd name="T5" fmla="*/ 0 h 530"/>
                      <a:gd name="T6" fmla="*/ 0 w 514"/>
                      <a:gd name="T7" fmla="*/ 0 h 530"/>
                      <a:gd name="T8" fmla="*/ 0 w 514"/>
                      <a:gd name="T9" fmla="*/ 0 h 530"/>
                      <a:gd name="T10" fmla="*/ 0 w 514"/>
                      <a:gd name="T11" fmla="*/ 0 h 530"/>
                      <a:gd name="T12" fmla="*/ 0 w 514"/>
                      <a:gd name="T13" fmla="*/ 0 h 530"/>
                      <a:gd name="T14" fmla="*/ 0 w 514"/>
                      <a:gd name="T15" fmla="*/ 0 h 530"/>
                      <a:gd name="T16" fmla="*/ 0 w 514"/>
                      <a:gd name="T17" fmla="*/ 0 h 530"/>
                      <a:gd name="T18" fmla="*/ 0 w 514"/>
                      <a:gd name="T19" fmla="*/ 0 h 530"/>
                      <a:gd name="T20" fmla="*/ 0 w 514"/>
                      <a:gd name="T21" fmla="*/ 0 h 530"/>
                      <a:gd name="T22" fmla="*/ 0 w 514"/>
                      <a:gd name="T23" fmla="*/ 0 h 530"/>
                      <a:gd name="T24" fmla="*/ 0 w 514"/>
                      <a:gd name="T25" fmla="*/ 0 h 530"/>
                      <a:gd name="T26" fmla="*/ 0 w 514"/>
                      <a:gd name="T27" fmla="*/ 0 h 530"/>
                      <a:gd name="T28" fmla="*/ 0 w 514"/>
                      <a:gd name="T29" fmla="*/ 0 h 530"/>
                      <a:gd name="T30" fmla="*/ 0 w 514"/>
                      <a:gd name="T31" fmla="*/ 0 h 530"/>
                      <a:gd name="T32" fmla="*/ 0 w 514"/>
                      <a:gd name="T33" fmla="*/ 0 h 530"/>
                      <a:gd name="T34" fmla="*/ 0 w 514"/>
                      <a:gd name="T35" fmla="*/ 0 h 530"/>
                      <a:gd name="T36" fmla="*/ 0 w 514"/>
                      <a:gd name="T37" fmla="*/ 0 h 530"/>
                      <a:gd name="T38" fmla="*/ 0 w 514"/>
                      <a:gd name="T39" fmla="*/ 0 h 530"/>
                      <a:gd name="T40" fmla="*/ 0 w 514"/>
                      <a:gd name="T41" fmla="*/ 0 h 530"/>
                      <a:gd name="T42" fmla="*/ 0 w 514"/>
                      <a:gd name="T43" fmla="*/ 0 h 530"/>
                      <a:gd name="T44" fmla="*/ 0 w 514"/>
                      <a:gd name="T45" fmla="*/ 0 h 530"/>
                      <a:gd name="T46" fmla="*/ 0 w 514"/>
                      <a:gd name="T47" fmla="*/ 0 h 530"/>
                      <a:gd name="T48" fmla="*/ 0 w 514"/>
                      <a:gd name="T49" fmla="*/ 0 h 530"/>
                      <a:gd name="T50" fmla="*/ 0 w 514"/>
                      <a:gd name="T51" fmla="*/ 0 h 530"/>
                      <a:gd name="T52" fmla="*/ 0 w 514"/>
                      <a:gd name="T53" fmla="*/ 0 h 530"/>
                      <a:gd name="T54" fmla="*/ 0 w 514"/>
                      <a:gd name="T55" fmla="*/ 0 h 530"/>
                      <a:gd name="T56" fmla="*/ 0 w 514"/>
                      <a:gd name="T57" fmla="*/ 0 h 530"/>
                      <a:gd name="T58" fmla="*/ 0 w 514"/>
                      <a:gd name="T59" fmla="*/ 0 h 530"/>
                      <a:gd name="T60" fmla="*/ 0 w 514"/>
                      <a:gd name="T61" fmla="*/ 0 h 530"/>
                      <a:gd name="T62" fmla="*/ 0 w 514"/>
                      <a:gd name="T63" fmla="*/ 0 h 530"/>
                      <a:gd name="T64" fmla="*/ 0 w 514"/>
                      <a:gd name="T65" fmla="*/ 0 h 530"/>
                      <a:gd name="T66" fmla="*/ 0 w 514"/>
                      <a:gd name="T67" fmla="*/ 0 h 5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30"/>
                      <a:gd name="T104" fmla="*/ 514 w 514"/>
                      <a:gd name="T105" fmla="*/ 530 h 5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30">
                        <a:moveTo>
                          <a:pt x="511" y="0"/>
                        </a:moveTo>
                        <a:lnTo>
                          <a:pt x="511" y="0"/>
                        </a:lnTo>
                        <a:lnTo>
                          <a:pt x="484" y="1"/>
                        </a:lnTo>
                        <a:lnTo>
                          <a:pt x="458" y="5"/>
                        </a:lnTo>
                        <a:lnTo>
                          <a:pt x="432" y="8"/>
                        </a:lnTo>
                        <a:lnTo>
                          <a:pt x="406" y="13"/>
                        </a:lnTo>
                        <a:lnTo>
                          <a:pt x="381" y="19"/>
                        </a:lnTo>
                        <a:lnTo>
                          <a:pt x="357" y="27"/>
                        </a:lnTo>
                        <a:lnTo>
                          <a:pt x="333" y="35"/>
                        </a:lnTo>
                        <a:lnTo>
                          <a:pt x="309" y="45"/>
                        </a:lnTo>
                        <a:lnTo>
                          <a:pt x="286" y="57"/>
                        </a:lnTo>
                        <a:lnTo>
                          <a:pt x="265" y="68"/>
                        </a:lnTo>
                        <a:lnTo>
                          <a:pt x="242" y="81"/>
                        </a:lnTo>
                        <a:lnTo>
                          <a:pt x="221" y="95"/>
                        </a:lnTo>
                        <a:lnTo>
                          <a:pt x="201" y="110"/>
                        </a:lnTo>
                        <a:lnTo>
                          <a:pt x="182" y="126"/>
                        </a:lnTo>
                        <a:lnTo>
                          <a:pt x="164" y="143"/>
                        </a:lnTo>
                        <a:lnTo>
                          <a:pt x="146" y="160"/>
                        </a:lnTo>
                        <a:lnTo>
                          <a:pt x="129" y="179"/>
                        </a:lnTo>
                        <a:lnTo>
                          <a:pt x="113" y="198"/>
                        </a:lnTo>
                        <a:lnTo>
                          <a:pt x="98" y="217"/>
                        </a:lnTo>
                        <a:lnTo>
                          <a:pt x="84" y="238"/>
                        </a:lnTo>
                        <a:lnTo>
                          <a:pt x="70" y="259"/>
                        </a:lnTo>
                        <a:lnTo>
                          <a:pt x="59" y="282"/>
                        </a:lnTo>
                        <a:lnTo>
                          <a:pt x="47" y="304"/>
                        </a:lnTo>
                        <a:lnTo>
                          <a:pt x="37" y="327"/>
                        </a:lnTo>
                        <a:lnTo>
                          <a:pt x="29" y="350"/>
                        </a:lnTo>
                        <a:lnTo>
                          <a:pt x="20" y="375"/>
                        </a:lnTo>
                        <a:lnTo>
                          <a:pt x="14" y="400"/>
                        </a:lnTo>
                        <a:lnTo>
                          <a:pt x="9" y="426"/>
                        </a:lnTo>
                        <a:lnTo>
                          <a:pt x="4" y="451"/>
                        </a:lnTo>
                        <a:lnTo>
                          <a:pt x="1" y="477"/>
                        </a:lnTo>
                        <a:lnTo>
                          <a:pt x="0" y="503"/>
                        </a:lnTo>
                        <a:lnTo>
                          <a:pt x="0" y="530"/>
                        </a:lnTo>
                        <a:lnTo>
                          <a:pt x="187" y="527"/>
                        </a:lnTo>
                        <a:lnTo>
                          <a:pt x="187" y="510"/>
                        </a:lnTo>
                        <a:lnTo>
                          <a:pt x="188" y="493"/>
                        </a:lnTo>
                        <a:lnTo>
                          <a:pt x="190" y="476"/>
                        </a:lnTo>
                        <a:lnTo>
                          <a:pt x="192" y="459"/>
                        </a:lnTo>
                        <a:lnTo>
                          <a:pt x="197" y="443"/>
                        </a:lnTo>
                        <a:lnTo>
                          <a:pt x="200" y="427"/>
                        </a:lnTo>
                        <a:lnTo>
                          <a:pt x="205" y="412"/>
                        </a:lnTo>
                        <a:lnTo>
                          <a:pt x="211" y="396"/>
                        </a:lnTo>
                        <a:lnTo>
                          <a:pt x="217" y="382"/>
                        </a:lnTo>
                        <a:lnTo>
                          <a:pt x="224" y="367"/>
                        </a:lnTo>
                        <a:lnTo>
                          <a:pt x="233" y="354"/>
                        </a:lnTo>
                        <a:lnTo>
                          <a:pt x="240" y="340"/>
                        </a:lnTo>
                        <a:lnTo>
                          <a:pt x="250" y="326"/>
                        </a:lnTo>
                        <a:lnTo>
                          <a:pt x="259" y="313"/>
                        </a:lnTo>
                        <a:lnTo>
                          <a:pt x="270" y="302"/>
                        </a:lnTo>
                        <a:lnTo>
                          <a:pt x="281" y="289"/>
                        </a:lnTo>
                        <a:lnTo>
                          <a:pt x="292" y="278"/>
                        </a:lnTo>
                        <a:lnTo>
                          <a:pt x="304" y="268"/>
                        </a:lnTo>
                        <a:lnTo>
                          <a:pt x="317" y="257"/>
                        </a:lnTo>
                        <a:lnTo>
                          <a:pt x="329" y="248"/>
                        </a:lnTo>
                        <a:lnTo>
                          <a:pt x="342" y="239"/>
                        </a:lnTo>
                        <a:lnTo>
                          <a:pt x="356" y="231"/>
                        </a:lnTo>
                        <a:lnTo>
                          <a:pt x="371" y="223"/>
                        </a:lnTo>
                        <a:lnTo>
                          <a:pt x="386" y="216"/>
                        </a:lnTo>
                        <a:lnTo>
                          <a:pt x="401" y="209"/>
                        </a:lnTo>
                        <a:lnTo>
                          <a:pt x="415" y="204"/>
                        </a:lnTo>
                        <a:lnTo>
                          <a:pt x="431" y="200"/>
                        </a:lnTo>
                        <a:lnTo>
                          <a:pt x="447" y="196"/>
                        </a:lnTo>
                        <a:lnTo>
                          <a:pt x="463" y="192"/>
                        </a:lnTo>
                        <a:lnTo>
                          <a:pt x="480" y="190"/>
                        </a:lnTo>
                        <a:lnTo>
                          <a:pt x="497" y="188"/>
                        </a:lnTo>
                        <a:lnTo>
                          <a:pt x="514" y="187"/>
                        </a:lnTo>
                        <a:lnTo>
                          <a:pt x="511" y="0"/>
                        </a:lnTo>
                        <a:close/>
                      </a:path>
                    </a:pathLst>
                  </a:custGeom>
                  <a:solidFill>
                    <a:srgbClr val="EF2B2F"/>
                  </a:solidFill>
                  <a:ln>
                    <a:noFill/>
                  </a:ln>
                </p:spPr>
                <p:txBody>
                  <a:bodyPr/>
                  <a:lstStyle/>
                  <a:p>
                    <a:pPr>
                      <a:defRPr/>
                    </a:pPr>
                    <a:endParaRPr lang="en-US" sz="1050">
                      <a:latin typeface="+mj-lt"/>
                    </a:endParaRPr>
                  </a:p>
                </p:txBody>
              </p:sp>
              <p:sp>
                <p:nvSpPr>
                  <p:cNvPr id="41175" name="Freeform 860">
                    <a:extLst>
                      <a:ext uri="{FF2B5EF4-FFF2-40B4-BE49-F238E27FC236}">
                        <a16:creationId xmlns="" xmlns:a16="http://schemas.microsoft.com/office/drawing/2014/main" id="{882275E1-4014-D382-BC0D-F2376957EF7B}"/>
                      </a:ext>
                    </a:extLst>
                  </p:cNvPr>
                  <p:cNvSpPr>
                    <a:spLocks/>
                  </p:cNvSpPr>
                  <p:nvPr/>
                </p:nvSpPr>
                <p:spPr bwMode="auto">
                  <a:xfrm>
                    <a:off x="2110" y="2764"/>
                    <a:ext cx="88" cy="88"/>
                  </a:xfrm>
                  <a:custGeom>
                    <a:avLst/>
                    <a:gdLst>
                      <a:gd name="T0" fmla="*/ 0 w 530"/>
                      <a:gd name="T1" fmla="*/ 0 h 513"/>
                      <a:gd name="T2" fmla="*/ 0 w 530"/>
                      <a:gd name="T3" fmla="*/ 0 h 513"/>
                      <a:gd name="T4" fmla="*/ 0 w 530"/>
                      <a:gd name="T5" fmla="*/ 0 h 513"/>
                      <a:gd name="T6" fmla="*/ 0 w 530"/>
                      <a:gd name="T7" fmla="*/ 0 h 513"/>
                      <a:gd name="T8" fmla="*/ 0 w 530"/>
                      <a:gd name="T9" fmla="*/ 0 h 513"/>
                      <a:gd name="T10" fmla="*/ 0 w 530"/>
                      <a:gd name="T11" fmla="*/ 0 h 513"/>
                      <a:gd name="T12" fmla="*/ 0 w 530"/>
                      <a:gd name="T13" fmla="*/ 0 h 513"/>
                      <a:gd name="T14" fmla="*/ 0 w 530"/>
                      <a:gd name="T15" fmla="*/ 0 h 513"/>
                      <a:gd name="T16" fmla="*/ 0 w 530"/>
                      <a:gd name="T17" fmla="*/ 0 h 513"/>
                      <a:gd name="T18" fmla="*/ 0 w 530"/>
                      <a:gd name="T19" fmla="*/ 0 h 513"/>
                      <a:gd name="T20" fmla="*/ 0 w 530"/>
                      <a:gd name="T21" fmla="*/ 0 h 513"/>
                      <a:gd name="T22" fmla="*/ 0 w 530"/>
                      <a:gd name="T23" fmla="*/ 0 h 513"/>
                      <a:gd name="T24" fmla="*/ 0 w 530"/>
                      <a:gd name="T25" fmla="*/ 0 h 513"/>
                      <a:gd name="T26" fmla="*/ 0 w 530"/>
                      <a:gd name="T27" fmla="*/ 0 h 513"/>
                      <a:gd name="T28" fmla="*/ 0 w 530"/>
                      <a:gd name="T29" fmla="*/ 0 h 513"/>
                      <a:gd name="T30" fmla="*/ 0 w 530"/>
                      <a:gd name="T31" fmla="*/ 0 h 513"/>
                      <a:gd name="T32" fmla="*/ 0 w 530"/>
                      <a:gd name="T33" fmla="*/ 0 h 513"/>
                      <a:gd name="T34" fmla="*/ 0 w 530"/>
                      <a:gd name="T35" fmla="*/ 0 h 513"/>
                      <a:gd name="T36" fmla="*/ 0 w 530"/>
                      <a:gd name="T37" fmla="*/ 0 h 513"/>
                      <a:gd name="T38" fmla="*/ 0 w 530"/>
                      <a:gd name="T39" fmla="*/ 0 h 513"/>
                      <a:gd name="T40" fmla="*/ 0 w 530"/>
                      <a:gd name="T41" fmla="*/ 0 h 513"/>
                      <a:gd name="T42" fmla="*/ 0 w 530"/>
                      <a:gd name="T43" fmla="*/ 0 h 513"/>
                      <a:gd name="T44" fmla="*/ 0 w 530"/>
                      <a:gd name="T45" fmla="*/ 0 h 513"/>
                      <a:gd name="T46" fmla="*/ 0 w 530"/>
                      <a:gd name="T47" fmla="*/ 0 h 513"/>
                      <a:gd name="T48" fmla="*/ 0 w 530"/>
                      <a:gd name="T49" fmla="*/ 0 h 513"/>
                      <a:gd name="T50" fmla="*/ 0 w 530"/>
                      <a:gd name="T51" fmla="*/ 0 h 513"/>
                      <a:gd name="T52" fmla="*/ 0 w 530"/>
                      <a:gd name="T53" fmla="*/ 0 h 513"/>
                      <a:gd name="T54" fmla="*/ 0 w 530"/>
                      <a:gd name="T55" fmla="*/ 0 h 513"/>
                      <a:gd name="T56" fmla="*/ 0 w 530"/>
                      <a:gd name="T57" fmla="*/ 0 h 513"/>
                      <a:gd name="T58" fmla="*/ 0 w 530"/>
                      <a:gd name="T59" fmla="*/ 0 h 513"/>
                      <a:gd name="T60" fmla="*/ 0 w 530"/>
                      <a:gd name="T61" fmla="*/ 0 h 513"/>
                      <a:gd name="T62" fmla="*/ 0 w 530"/>
                      <a:gd name="T63" fmla="*/ 0 h 513"/>
                      <a:gd name="T64" fmla="*/ 0 w 530"/>
                      <a:gd name="T65" fmla="*/ 0 h 513"/>
                      <a:gd name="T66" fmla="*/ 0 w 530"/>
                      <a:gd name="T67" fmla="*/ 0 h 5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3"/>
                      <a:gd name="T104" fmla="*/ 530 w 530"/>
                      <a:gd name="T105" fmla="*/ 513 h 5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3">
                        <a:moveTo>
                          <a:pt x="530" y="510"/>
                        </a:moveTo>
                        <a:lnTo>
                          <a:pt x="530" y="510"/>
                        </a:lnTo>
                        <a:lnTo>
                          <a:pt x="529" y="484"/>
                        </a:lnTo>
                        <a:lnTo>
                          <a:pt x="527" y="458"/>
                        </a:lnTo>
                        <a:lnTo>
                          <a:pt x="523" y="432"/>
                        </a:lnTo>
                        <a:lnTo>
                          <a:pt x="517" y="406"/>
                        </a:lnTo>
                        <a:lnTo>
                          <a:pt x="511" y="381"/>
                        </a:lnTo>
                        <a:lnTo>
                          <a:pt x="504" y="356"/>
                        </a:lnTo>
                        <a:lnTo>
                          <a:pt x="495" y="333"/>
                        </a:lnTo>
                        <a:lnTo>
                          <a:pt x="486" y="309"/>
                        </a:lnTo>
                        <a:lnTo>
                          <a:pt x="474" y="286"/>
                        </a:lnTo>
                        <a:lnTo>
                          <a:pt x="462" y="264"/>
                        </a:lnTo>
                        <a:lnTo>
                          <a:pt x="450" y="243"/>
                        </a:lnTo>
                        <a:lnTo>
                          <a:pt x="436" y="222"/>
                        </a:lnTo>
                        <a:lnTo>
                          <a:pt x="421" y="201"/>
                        </a:lnTo>
                        <a:lnTo>
                          <a:pt x="405" y="182"/>
                        </a:lnTo>
                        <a:lnTo>
                          <a:pt x="388" y="164"/>
                        </a:lnTo>
                        <a:lnTo>
                          <a:pt x="371" y="146"/>
                        </a:lnTo>
                        <a:lnTo>
                          <a:pt x="352" y="129"/>
                        </a:lnTo>
                        <a:lnTo>
                          <a:pt x="333" y="113"/>
                        </a:lnTo>
                        <a:lnTo>
                          <a:pt x="314" y="99"/>
                        </a:lnTo>
                        <a:lnTo>
                          <a:pt x="292" y="84"/>
                        </a:lnTo>
                        <a:lnTo>
                          <a:pt x="271" y="71"/>
                        </a:lnTo>
                        <a:lnTo>
                          <a:pt x="249" y="58"/>
                        </a:lnTo>
                        <a:lnTo>
                          <a:pt x="226" y="48"/>
                        </a:lnTo>
                        <a:lnTo>
                          <a:pt x="203" y="37"/>
                        </a:lnTo>
                        <a:lnTo>
                          <a:pt x="180" y="29"/>
                        </a:lnTo>
                        <a:lnTo>
                          <a:pt x="155" y="21"/>
                        </a:lnTo>
                        <a:lnTo>
                          <a:pt x="130" y="14"/>
                        </a:lnTo>
                        <a:lnTo>
                          <a:pt x="105" y="9"/>
                        </a:lnTo>
                        <a:lnTo>
                          <a:pt x="80" y="5"/>
                        </a:lnTo>
                        <a:lnTo>
                          <a:pt x="53" y="2"/>
                        </a:lnTo>
                        <a:lnTo>
                          <a:pt x="27" y="0"/>
                        </a:lnTo>
                        <a:lnTo>
                          <a:pt x="0" y="0"/>
                        </a:lnTo>
                        <a:lnTo>
                          <a:pt x="3" y="187"/>
                        </a:lnTo>
                        <a:lnTo>
                          <a:pt x="22" y="188"/>
                        </a:lnTo>
                        <a:lnTo>
                          <a:pt x="37" y="189"/>
                        </a:lnTo>
                        <a:lnTo>
                          <a:pt x="54" y="190"/>
                        </a:lnTo>
                        <a:lnTo>
                          <a:pt x="70" y="193"/>
                        </a:lnTo>
                        <a:lnTo>
                          <a:pt x="87" y="196"/>
                        </a:lnTo>
                        <a:lnTo>
                          <a:pt x="103" y="200"/>
                        </a:lnTo>
                        <a:lnTo>
                          <a:pt x="118" y="205"/>
                        </a:lnTo>
                        <a:lnTo>
                          <a:pt x="134" y="211"/>
                        </a:lnTo>
                        <a:lnTo>
                          <a:pt x="148" y="217"/>
                        </a:lnTo>
                        <a:lnTo>
                          <a:pt x="163" y="225"/>
                        </a:lnTo>
                        <a:lnTo>
                          <a:pt x="177" y="232"/>
                        </a:lnTo>
                        <a:lnTo>
                          <a:pt x="190" y="241"/>
                        </a:lnTo>
                        <a:lnTo>
                          <a:pt x="204" y="249"/>
                        </a:lnTo>
                        <a:lnTo>
                          <a:pt x="217" y="260"/>
                        </a:lnTo>
                        <a:lnTo>
                          <a:pt x="230" y="269"/>
                        </a:lnTo>
                        <a:lnTo>
                          <a:pt x="241" y="281"/>
                        </a:lnTo>
                        <a:lnTo>
                          <a:pt x="252" y="292"/>
                        </a:lnTo>
                        <a:lnTo>
                          <a:pt x="263" y="303"/>
                        </a:lnTo>
                        <a:lnTo>
                          <a:pt x="273" y="316"/>
                        </a:lnTo>
                        <a:lnTo>
                          <a:pt x="283" y="329"/>
                        </a:lnTo>
                        <a:lnTo>
                          <a:pt x="291" y="343"/>
                        </a:lnTo>
                        <a:lnTo>
                          <a:pt x="300" y="356"/>
                        </a:lnTo>
                        <a:lnTo>
                          <a:pt x="307" y="370"/>
                        </a:lnTo>
                        <a:lnTo>
                          <a:pt x="315" y="385"/>
                        </a:lnTo>
                        <a:lnTo>
                          <a:pt x="321" y="400"/>
                        </a:lnTo>
                        <a:lnTo>
                          <a:pt x="326" y="416"/>
                        </a:lnTo>
                        <a:lnTo>
                          <a:pt x="331" y="431"/>
                        </a:lnTo>
                        <a:lnTo>
                          <a:pt x="335" y="447"/>
                        </a:lnTo>
                        <a:lnTo>
                          <a:pt x="338" y="464"/>
                        </a:lnTo>
                        <a:lnTo>
                          <a:pt x="340" y="479"/>
                        </a:lnTo>
                        <a:lnTo>
                          <a:pt x="342" y="496"/>
                        </a:lnTo>
                        <a:lnTo>
                          <a:pt x="343" y="513"/>
                        </a:lnTo>
                        <a:lnTo>
                          <a:pt x="530" y="510"/>
                        </a:lnTo>
                        <a:close/>
                      </a:path>
                    </a:pathLst>
                  </a:custGeom>
                  <a:solidFill>
                    <a:srgbClr val="EF2B2F"/>
                  </a:solidFill>
                  <a:ln>
                    <a:noFill/>
                  </a:ln>
                </p:spPr>
                <p:txBody>
                  <a:bodyPr/>
                  <a:lstStyle/>
                  <a:p>
                    <a:pPr>
                      <a:defRPr/>
                    </a:pPr>
                    <a:endParaRPr lang="en-US" sz="1050">
                      <a:latin typeface="+mj-lt"/>
                    </a:endParaRPr>
                  </a:p>
                </p:txBody>
              </p:sp>
              <p:sp>
                <p:nvSpPr>
                  <p:cNvPr id="41176" name="Freeform 861">
                    <a:extLst>
                      <a:ext uri="{FF2B5EF4-FFF2-40B4-BE49-F238E27FC236}">
                        <a16:creationId xmlns="" xmlns:a16="http://schemas.microsoft.com/office/drawing/2014/main" id="{81E4E6F9-F56D-BB3A-A9AF-D3FA5E5FE5DD}"/>
                      </a:ext>
                    </a:extLst>
                  </p:cNvPr>
                  <p:cNvSpPr>
                    <a:spLocks/>
                  </p:cNvSpPr>
                  <p:nvPr/>
                </p:nvSpPr>
                <p:spPr bwMode="auto">
                  <a:xfrm>
                    <a:off x="2114" y="2852"/>
                    <a:ext cx="84" cy="88"/>
                  </a:xfrm>
                  <a:custGeom>
                    <a:avLst/>
                    <a:gdLst>
                      <a:gd name="T0" fmla="*/ 0 w 514"/>
                      <a:gd name="T1" fmla="*/ 0 h 530"/>
                      <a:gd name="T2" fmla="*/ 0 w 514"/>
                      <a:gd name="T3" fmla="*/ 0 h 530"/>
                      <a:gd name="T4" fmla="*/ 0 w 514"/>
                      <a:gd name="T5" fmla="*/ 0 h 530"/>
                      <a:gd name="T6" fmla="*/ 0 w 514"/>
                      <a:gd name="T7" fmla="*/ 0 h 530"/>
                      <a:gd name="T8" fmla="*/ 0 w 514"/>
                      <a:gd name="T9" fmla="*/ 0 h 530"/>
                      <a:gd name="T10" fmla="*/ 0 w 514"/>
                      <a:gd name="T11" fmla="*/ 0 h 530"/>
                      <a:gd name="T12" fmla="*/ 0 w 514"/>
                      <a:gd name="T13" fmla="*/ 0 h 530"/>
                      <a:gd name="T14" fmla="*/ 0 w 514"/>
                      <a:gd name="T15" fmla="*/ 0 h 530"/>
                      <a:gd name="T16" fmla="*/ 0 w 514"/>
                      <a:gd name="T17" fmla="*/ 0 h 530"/>
                      <a:gd name="T18" fmla="*/ 0 w 514"/>
                      <a:gd name="T19" fmla="*/ 0 h 530"/>
                      <a:gd name="T20" fmla="*/ 0 w 514"/>
                      <a:gd name="T21" fmla="*/ 0 h 530"/>
                      <a:gd name="T22" fmla="*/ 0 w 514"/>
                      <a:gd name="T23" fmla="*/ 0 h 530"/>
                      <a:gd name="T24" fmla="*/ 0 w 514"/>
                      <a:gd name="T25" fmla="*/ 0 h 530"/>
                      <a:gd name="T26" fmla="*/ 0 w 514"/>
                      <a:gd name="T27" fmla="*/ 0 h 530"/>
                      <a:gd name="T28" fmla="*/ 0 w 514"/>
                      <a:gd name="T29" fmla="*/ 0 h 530"/>
                      <a:gd name="T30" fmla="*/ 0 w 514"/>
                      <a:gd name="T31" fmla="*/ 0 h 530"/>
                      <a:gd name="T32" fmla="*/ 0 w 514"/>
                      <a:gd name="T33" fmla="*/ 0 h 530"/>
                      <a:gd name="T34" fmla="*/ 0 w 514"/>
                      <a:gd name="T35" fmla="*/ 0 h 530"/>
                      <a:gd name="T36" fmla="*/ 0 w 514"/>
                      <a:gd name="T37" fmla="*/ 0 h 530"/>
                      <a:gd name="T38" fmla="*/ 0 w 514"/>
                      <a:gd name="T39" fmla="*/ 0 h 530"/>
                      <a:gd name="T40" fmla="*/ 0 w 514"/>
                      <a:gd name="T41" fmla="*/ 0 h 530"/>
                      <a:gd name="T42" fmla="*/ 0 w 514"/>
                      <a:gd name="T43" fmla="*/ 0 h 530"/>
                      <a:gd name="T44" fmla="*/ 0 w 514"/>
                      <a:gd name="T45" fmla="*/ 0 h 530"/>
                      <a:gd name="T46" fmla="*/ 0 w 514"/>
                      <a:gd name="T47" fmla="*/ 0 h 530"/>
                      <a:gd name="T48" fmla="*/ 0 w 514"/>
                      <a:gd name="T49" fmla="*/ 0 h 530"/>
                      <a:gd name="T50" fmla="*/ 0 w 514"/>
                      <a:gd name="T51" fmla="*/ 0 h 530"/>
                      <a:gd name="T52" fmla="*/ 0 w 514"/>
                      <a:gd name="T53" fmla="*/ 0 h 530"/>
                      <a:gd name="T54" fmla="*/ 0 w 514"/>
                      <a:gd name="T55" fmla="*/ 0 h 530"/>
                      <a:gd name="T56" fmla="*/ 0 w 514"/>
                      <a:gd name="T57" fmla="*/ 0 h 530"/>
                      <a:gd name="T58" fmla="*/ 0 w 514"/>
                      <a:gd name="T59" fmla="*/ 0 h 530"/>
                      <a:gd name="T60" fmla="*/ 0 w 514"/>
                      <a:gd name="T61" fmla="*/ 0 h 530"/>
                      <a:gd name="T62" fmla="*/ 0 w 514"/>
                      <a:gd name="T63" fmla="*/ 0 h 530"/>
                      <a:gd name="T64" fmla="*/ 0 w 514"/>
                      <a:gd name="T65" fmla="*/ 0 h 530"/>
                      <a:gd name="T66" fmla="*/ 0 w 514"/>
                      <a:gd name="T67" fmla="*/ 0 h 5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30"/>
                      <a:gd name="T104" fmla="*/ 514 w 514"/>
                      <a:gd name="T105" fmla="*/ 530 h 5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30">
                        <a:moveTo>
                          <a:pt x="3" y="530"/>
                        </a:moveTo>
                        <a:lnTo>
                          <a:pt x="3" y="530"/>
                        </a:lnTo>
                        <a:lnTo>
                          <a:pt x="30" y="529"/>
                        </a:lnTo>
                        <a:lnTo>
                          <a:pt x="56" y="526"/>
                        </a:lnTo>
                        <a:lnTo>
                          <a:pt x="82" y="522"/>
                        </a:lnTo>
                        <a:lnTo>
                          <a:pt x="107" y="517"/>
                        </a:lnTo>
                        <a:lnTo>
                          <a:pt x="133" y="510"/>
                        </a:lnTo>
                        <a:lnTo>
                          <a:pt x="157" y="503"/>
                        </a:lnTo>
                        <a:lnTo>
                          <a:pt x="182" y="495"/>
                        </a:lnTo>
                        <a:lnTo>
                          <a:pt x="205" y="485"/>
                        </a:lnTo>
                        <a:lnTo>
                          <a:pt x="227" y="474"/>
                        </a:lnTo>
                        <a:lnTo>
                          <a:pt x="250" y="462"/>
                        </a:lnTo>
                        <a:lnTo>
                          <a:pt x="272" y="449"/>
                        </a:lnTo>
                        <a:lnTo>
                          <a:pt x="292" y="435"/>
                        </a:lnTo>
                        <a:lnTo>
                          <a:pt x="312" y="420"/>
                        </a:lnTo>
                        <a:lnTo>
                          <a:pt x="332" y="404"/>
                        </a:lnTo>
                        <a:lnTo>
                          <a:pt x="351" y="388"/>
                        </a:lnTo>
                        <a:lnTo>
                          <a:pt x="369" y="370"/>
                        </a:lnTo>
                        <a:lnTo>
                          <a:pt x="385" y="352"/>
                        </a:lnTo>
                        <a:lnTo>
                          <a:pt x="401" y="333"/>
                        </a:lnTo>
                        <a:lnTo>
                          <a:pt x="417" y="313"/>
                        </a:lnTo>
                        <a:lnTo>
                          <a:pt x="430" y="292"/>
                        </a:lnTo>
                        <a:lnTo>
                          <a:pt x="443" y="271"/>
                        </a:lnTo>
                        <a:lnTo>
                          <a:pt x="456" y="249"/>
                        </a:lnTo>
                        <a:lnTo>
                          <a:pt x="466" y="226"/>
                        </a:lnTo>
                        <a:lnTo>
                          <a:pt x="477" y="203"/>
                        </a:lnTo>
                        <a:lnTo>
                          <a:pt x="486" y="179"/>
                        </a:lnTo>
                        <a:lnTo>
                          <a:pt x="493" y="155"/>
                        </a:lnTo>
                        <a:lnTo>
                          <a:pt x="500" y="131"/>
                        </a:lnTo>
                        <a:lnTo>
                          <a:pt x="506" y="105"/>
                        </a:lnTo>
                        <a:lnTo>
                          <a:pt x="509" y="80"/>
                        </a:lnTo>
                        <a:lnTo>
                          <a:pt x="512" y="53"/>
                        </a:lnTo>
                        <a:lnTo>
                          <a:pt x="514" y="27"/>
                        </a:lnTo>
                        <a:lnTo>
                          <a:pt x="514" y="0"/>
                        </a:lnTo>
                        <a:lnTo>
                          <a:pt x="327" y="3"/>
                        </a:lnTo>
                        <a:lnTo>
                          <a:pt x="326" y="21"/>
                        </a:lnTo>
                        <a:lnTo>
                          <a:pt x="326" y="38"/>
                        </a:lnTo>
                        <a:lnTo>
                          <a:pt x="324" y="54"/>
                        </a:lnTo>
                        <a:lnTo>
                          <a:pt x="322" y="71"/>
                        </a:lnTo>
                        <a:lnTo>
                          <a:pt x="318" y="87"/>
                        </a:lnTo>
                        <a:lnTo>
                          <a:pt x="314" y="103"/>
                        </a:lnTo>
                        <a:lnTo>
                          <a:pt x="309" y="119"/>
                        </a:lnTo>
                        <a:lnTo>
                          <a:pt x="303" y="134"/>
                        </a:lnTo>
                        <a:lnTo>
                          <a:pt x="297" y="149"/>
                        </a:lnTo>
                        <a:lnTo>
                          <a:pt x="289" y="163"/>
                        </a:lnTo>
                        <a:lnTo>
                          <a:pt x="282" y="177"/>
                        </a:lnTo>
                        <a:lnTo>
                          <a:pt x="273" y="191"/>
                        </a:lnTo>
                        <a:lnTo>
                          <a:pt x="265" y="204"/>
                        </a:lnTo>
                        <a:lnTo>
                          <a:pt x="255" y="217"/>
                        </a:lnTo>
                        <a:lnTo>
                          <a:pt x="244" y="229"/>
                        </a:lnTo>
                        <a:lnTo>
                          <a:pt x="234" y="241"/>
                        </a:lnTo>
                        <a:lnTo>
                          <a:pt x="222" y="252"/>
                        </a:lnTo>
                        <a:lnTo>
                          <a:pt x="210" y="262"/>
                        </a:lnTo>
                        <a:lnTo>
                          <a:pt x="198" y="273"/>
                        </a:lnTo>
                        <a:lnTo>
                          <a:pt x="185" y="282"/>
                        </a:lnTo>
                        <a:lnTo>
                          <a:pt x="171" y="291"/>
                        </a:lnTo>
                        <a:lnTo>
                          <a:pt x="157" y="299"/>
                        </a:lnTo>
                        <a:lnTo>
                          <a:pt x="144" y="307"/>
                        </a:lnTo>
                        <a:lnTo>
                          <a:pt x="129" y="314"/>
                        </a:lnTo>
                        <a:lnTo>
                          <a:pt x="114" y="321"/>
                        </a:lnTo>
                        <a:lnTo>
                          <a:pt x="99" y="326"/>
                        </a:lnTo>
                        <a:lnTo>
                          <a:pt x="83" y="331"/>
                        </a:lnTo>
                        <a:lnTo>
                          <a:pt x="67" y="334"/>
                        </a:lnTo>
                        <a:lnTo>
                          <a:pt x="50" y="338"/>
                        </a:lnTo>
                        <a:lnTo>
                          <a:pt x="34" y="341"/>
                        </a:lnTo>
                        <a:lnTo>
                          <a:pt x="17" y="342"/>
                        </a:lnTo>
                        <a:lnTo>
                          <a:pt x="0" y="343"/>
                        </a:lnTo>
                        <a:lnTo>
                          <a:pt x="3" y="530"/>
                        </a:lnTo>
                        <a:close/>
                      </a:path>
                    </a:pathLst>
                  </a:custGeom>
                  <a:solidFill>
                    <a:srgbClr val="EF2B2F"/>
                  </a:solidFill>
                  <a:ln>
                    <a:noFill/>
                  </a:ln>
                </p:spPr>
                <p:txBody>
                  <a:bodyPr/>
                  <a:lstStyle/>
                  <a:p>
                    <a:pPr>
                      <a:defRPr/>
                    </a:pPr>
                    <a:endParaRPr lang="en-US" sz="1050">
                      <a:latin typeface="+mj-lt"/>
                    </a:endParaRPr>
                  </a:p>
                </p:txBody>
              </p:sp>
              <p:sp>
                <p:nvSpPr>
                  <p:cNvPr id="41177" name="Freeform 862">
                    <a:extLst>
                      <a:ext uri="{FF2B5EF4-FFF2-40B4-BE49-F238E27FC236}">
                        <a16:creationId xmlns="" xmlns:a16="http://schemas.microsoft.com/office/drawing/2014/main" id="{4630DF62-50AB-916C-0FD5-17E0E2BEA864}"/>
                      </a:ext>
                    </a:extLst>
                  </p:cNvPr>
                  <p:cNvSpPr>
                    <a:spLocks/>
                  </p:cNvSpPr>
                  <p:nvPr/>
                </p:nvSpPr>
                <p:spPr bwMode="auto">
                  <a:xfrm>
                    <a:off x="2026" y="2852"/>
                    <a:ext cx="88" cy="88"/>
                  </a:xfrm>
                  <a:custGeom>
                    <a:avLst/>
                    <a:gdLst>
                      <a:gd name="T0" fmla="*/ 0 w 530"/>
                      <a:gd name="T1" fmla="*/ 0 h 514"/>
                      <a:gd name="T2" fmla="*/ 0 w 530"/>
                      <a:gd name="T3" fmla="*/ 0 h 514"/>
                      <a:gd name="T4" fmla="*/ 0 w 530"/>
                      <a:gd name="T5" fmla="*/ 0 h 514"/>
                      <a:gd name="T6" fmla="*/ 0 w 530"/>
                      <a:gd name="T7" fmla="*/ 0 h 514"/>
                      <a:gd name="T8" fmla="*/ 0 w 530"/>
                      <a:gd name="T9" fmla="*/ 0 h 514"/>
                      <a:gd name="T10" fmla="*/ 0 w 530"/>
                      <a:gd name="T11" fmla="*/ 0 h 514"/>
                      <a:gd name="T12" fmla="*/ 0 w 530"/>
                      <a:gd name="T13" fmla="*/ 0 h 514"/>
                      <a:gd name="T14" fmla="*/ 0 w 530"/>
                      <a:gd name="T15" fmla="*/ 0 h 514"/>
                      <a:gd name="T16" fmla="*/ 0 w 530"/>
                      <a:gd name="T17" fmla="*/ 0 h 514"/>
                      <a:gd name="T18" fmla="*/ 0 w 530"/>
                      <a:gd name="T19" fmla="*/ 0 h 514"/>
                      <a:gd name="T20" fmla="*/ 0 w 530"/>
                      <a:gd name="T21" fmla="*/ 0 h 514"/>
                      <a:gd name="T22" fmla="*/ 0 w 530"/>
                      <a:gd name="T23" fmla="*/ 0 h 514"/>
                      <a:gd name="T24" fmla="*/ 0 w 530"/>
                      <a:gd name="T25" fmla="*/ 0 h 514"/>
                      <a:gd name="T26" fmla="*/ 0 w 530"/>
                      <a:gd name="T27" fmla="*/ 0 h 514"/>
                      <a:gd name="T28" fmla="*/ 0 w 530"/>
                      <a:gd name="T29" fmla="*/ 0 h 514"/>
                      <a:gd name="T30" fmla="*/ 0 w 530"/>
                      <a:gd name="T31" fmla="*/ 0 h 514"/>
                      <a:gd name="T32" fmla="*/ 0 w 530"/>
                      <a:gd name="T33" fmla="*/ 0 h 514"/>
                      <a:gd name="T34" fmla="*/ 0 w 530"/>
                      <a:gd name="T35" fmla="*/ 0 h 514"/>
                      <a:gd name="T36" fmla="*/ 0 w 530"/>
                      <a:gd name="T37" fmla="*/ 0 h 514"/>
                      <a:gd name="T38" fmla="*/ 0 w 530"/>
                      <a:gd name="T39" fmla="*/ 0 h 514"/>
                      <a:gd name="T40" fmla="*/ 0 w 530"/>
                      <a:gd name="T41" fmla="*/ 0 h 514"/>
                      <a:gd name="T42" fmla="*/ 0 w 530"/>
                      <a:gd name="T43" fmla="*/ 0 h 514"/>
                      <a:gd name="T44" fmla="*/ 0 w 530"/>
                      <a:gd name="T45" fmla="*/ 0 h 514"/>
                      <a:gd name="T46" fmla="*/ 0 w 530"/>
                      <a:gd name="T47" fmla="*/ 0 h 514"/>
                      <a:gd name="T48" fmla="*/ 0 w 530"/>
                      <a:gd name="T49" fmla="*/ 0 h 514"/>
                      <a:gd name="T50" fmla="*/ 0 w 530"/>
                      <a:gd name="T51" fmla="*/ 0 h 514"/>
                      <a:gd name="T52" fmla="*/ 0 w 530"/>
                      <a:gd name="T53" fmla="*/ 0 h 514"/>
                      <a:gd name="T54" fmla="*/ 0 w 530"/>
                      <a:gd name="T55" fmla="*/ 0 h 514"/>
                      <a:gd name="T56" fmla="*/ 0 w 530"/>
                      <a:gd name="T57" fmla="*/ 0 h 514"/>
                      <a:gd name="T58" fmla="*/ 0 w 530"/>
                      <a:gd name="T59" fmla="*/ 0 h 514"/>
                      <a:gd name="T60" fmla="*/ 0 w 530"/>
                      <a:gd name="T61" fmla="*/ 0 h 514"/>
                      <a:gd name="T62" fmla="*/ 0 w 530"/>
                      <a:gd name="T63" fmla="*/ 0 h 514"/>
                      <a:gd name="T64" fmla="*/ 0 w 530"/>
                      <a:gd name="T65" fmla="*/ 0 h 514"/>
                      <a:gd name="T66" fmla="*/ 0 w 530"/>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4"/>
                      <a:gd name="T104" fmla="*/ 530 w 530"/>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4">
                        <a:moveTo>
                          <a:pt x="0" y="3"/>
                        </a:moveTo>
                        <a:lnTo>
                          <a:pt x="0" y="3"/>
                        </a:lnTo>
                        <a:lnTo>
                          <a:pt x="2" y="30"/>
                        </a:lnTo>
                        <a:lnTo>
                          <a:pt x="5" y="56"/>
                        </a:lnTo>
                        <a:lnTo>
                          <a:pt x="8" y="82"/>
                        </a:lnTo>
                        <a:lnTo>
                          <a:pt x="13" y="107"/>
                        </a:lnTo>
                        <a:lnTo>
                          <a:pt x="20" y="133"/>
                        </a:lnTo>
                        <a:lnTo>
                          <a:pt x="27" y="157"/>
                        </a:lnTo>
                        <a:lnTo>
                          <a:pt x="36" y="182"/>
                        </a:lnTo>
                        <a:lnTo>
                          <a:pt x="45" y="205"/>
                        </a:lnTo>
                        <a:lnTo>
                          <a:pt x="56" y="227"/>
                        </a:lnTo>
                        <a:lnTo>
                          <a:pt x="68" y="249"/>
                        </a:lnTo>
                        <a:lnTo>
                          <a:pt x="81" y="272"/>
                        </a:lnTo>
                        <a:lnTo>
                          <a:pt x="95" y="292"/>
                        </a:lnTo>
                        <a:lnTo>
                          <a:pt x="110" y="312"/>
                        </a:lnTo>
                        <a:lnTo>
                          <a:pt x="126" y="331"/>
                        </a:lnTo>
                        <a:lnTo>
                          <a:pt x="143" y="350"/>
                        </a:lnTo>
                        <a:lnTo>
                          <a:pt x="160" y="368"/>
                        </a:lnTo>
                        <a:lnTo>
                          <a:pt x="178" y="385"/>
                        </a:lnTo>
                        <a:lnTo>
                          <a:pt x="198" y="401"/>
                        </a:lnTo>
                        <a:lnTo>
                          <a:pt x="217" y="416"/>
                        </a:lnTo>
                        <a:lnTo>
                          <a:pt x="238" y="430"/>
                        </a:lnTo>
                        <a:lnTo>
                          <a:pt x="260" y="444"/>
                        </a:lnTo>
                        <a:lnTo>
                          <a:pt x="282" y="455"/>
                        </a:lnTo>
                        <a:lnTo>
                          <a:pt x="304" y="466"/>
                        </a:lnTo>
                        <a:lnTo>
                          <a:pt x="328" y="476"/>
                        </a:lnTo>
                        <a:lnTo>
                          <a:pt x="351" y="485"/>
                        </a:lnTo>
                        <a:lnTo>
                          <a:pt x="375" y="492"/>
                        </a:lnTo>
                        <a:lnTo>
                          <a:pt x="401" y="500"/>
                        </a:lnTo>
                        <a:lnTo>
                          <a:pt x="426" y="505"/>
                        </a:lnTo>
                        <a:lnTo>
                          <a:pt x="451" y="509"/>
                        </a:lnTo>
                        <a:lnTo>
                          <a:pt x="477" y="513"/>
                        </a:lnTo>
                        <a:lnTo>
                          <a:pt x="504" y="514"/>
                        </a:lnTo>
                        <a:lnTo>
                          <a:pt x="530" y="514"/>
                        </a:lnTo>
                        <a:lnTo>
                          <a:pt x="527" y="327"/>
                        </a:lnTo>
                        <a:lnTo>
                          <a:pt x="509" y="327"/>
                        </a:lnTo>
                        <a:lnTo>
                          <a:pt x="493" y="326"/>
                        </a:lnTo>
                        <a:lnTo>
                          <a:pt x="476" y="324"/>
                        </a:lnTo>
                        <a:lnTo>
                          <a:pt x="459" y="322"/>
                        </a:lnTo>
                        <a:lnTo>
                          <a:pt x="443" y="317"/>
                        </a:lnTo>
                        <a:lnTo>
                          <a:pt x="427" y="314"/>
                        </a:lnTo>
                        <a:lnTo>
                          <a:pt x="413" y="309"/>
                        </a:lnTo>
                        <a:lnTo>
                          <a:pt x="397" y="302"/>
                        </a:lnTo>
                        <a:lnTo>
                          <a:pt x="382" y="296"/>
                        </a:lnTo>
                        <a:lnTo>
                          <a:pt x="368" y="290"/>
                        </a:lnTo>
                        <a:lnTo>
                          <a:pt x="354" y="281"/>
                        </a:lnTo>
                        <a:lnTo>
                          <a:pt x="340" y="274"/>
                        </a:lnTo>
                        <a:lnTo>
                          <a:pt x="326" y="264"/>
                        </a:lnTo>
                        <a:lnTo>
                          <a:pt x="314" y="255"/>
                        </a:lnTo>
                        <a:lnTo>
                          <a:pt x="302" y="244"/>
                        </a:lnTo>
                        <a:lnTo>
                          <a:pt x="289" y="233"/>
                        </a:lnTo>
                        <a:lnTo>
                          <a:pt x="279" y="222"/>
                        </a:lnTo>
                        <a:lnTo>
                          <a:pt x="268" y="210"/>
                        </a:lnTo>
                        <a:lnTo>
                          <a:pt x="257" y="197"/>
                        </a:lnTo>
                        <a:lnTo>
                          <a:pt x="248" y="185"/>
                        </a:lnTo>
                        <a:lnTo>
                          <a:pt x="239" y="171"/>
                        </a:lnTo>
                        <a:lnTo>
                          <a:pt x="231" y="157"/>
                        </a:lnTo>
                        <a:lnTo>
                          <a:pt x="223" y="143"/>
                        </a:lnTo>
                        <a:lnTo>
                          <a:pt x="216" y="128"/>
                        </a:lnTo>
                        <a:lnTo>
                          <a:pt x="210" y="114"/>
                        </a:lnTo>
                        <a:lnTo>
                          <a:pt x="204" y="99"/>
                        </a:lnTo>
                        <a:lnTo>
                          <a:pt x="200" y="83"/>
                        </a:lnTo>
                        <a:lnTo>
                          <a:pt x="196" y="67"/>
                        </a:lnTo>
                        <a:lnTo>
                          <a:pt x="193" y="51"/>
                        </a:lnTo>
                        <a:lnTo>
                          <a:pt x="191" y="34"/>
                        </a:lnTo>
                        <a:lnTo>
                          <a:pt x="188"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178" name="Freeform 863">
                    <a:extLst>
                      <a:ext uri="{FF2B5EF4-FFF2-40B4-BE49-F238E27FC236}">
                        <a16:creationId xmlns="" xmlns:a16="http://schemas.microsoft.com/office/drawing/2014/main" id="{8E3659C3-5B2E-5F03-20AA-46ADCF15A165}"/>
                      </a:ext>
                    </a:extLst>
                  </p:cNvPr>
                  <p:cNvSpPr>
                    <a:spLocks/>
                  </p:cNvSpPr>
                  <p:nvPr/>
                </p:nvSpPr>
                <p:spPr bwMode="auto">
                  <a:xfrm>
                    <a:off x="2026" y="2764"/>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5" y="1"/>
                        </a:lnTo>
                        <a:lnTo>
                          <a:pt x="458" y="4"/>
                        </a:lnTo>
                        <a:lnTo>
                          <a:pt x="433" y="7"/>
                        </a:lnTo>
                        <a:lnTo>
                          <a:pt x="407" y="13"/>
                        </a:lnTo>
                        <a:lnTo>
                          <a:pt x="382" y="19"/>
                        </a:lnTo>
                        <a:lnTo>
                          <a:pt x="357" y="26"/>
                        </a:lnTo>
                        <a:lnTo>
                          <a:pt x="333" y="35"/>
                        </a:lnTo>
                        <a:lnTo>
                          <a:pt x="310" y="46"/>
                        </a:lnTo>
                        <a:lnTo>
                          <a:pt x="287" y="56"/>
                        </a:lnTo>
                        <a:lnTo>
                          <a:pt x="265" y="68"/>
                        </a:lnTo>
                        <a:lnTo>
                          <a:pt x="243" y="81"/>
                        </a:lnTo>
                        <a:lnTo>
                          <a:pt x="222" y="94"/>
                        </a:lnTo>
                        <a:lnTo>
                          <a:pt x="202" y="109"/>
                        </a:lnTo>
                        <a:lnTo>
                          <a:pt x="183" y="125"/>
                        </a:lnTo>
                        <a:lnTo>
                          <a:pt x="164" y="142"/>
                        </a:lnTo>
                        <a:lnTo>
                          <a:pt x="146" y="159"/>
                        </a:lnTo>
                        <a:lnTo>
                          <a:pt x="130" y="178"/>
                        </a:lnTo>
                        <a:lnTo>
                          <a:pt x="114" y="197"/>
                        </a:lnTo>
                        <a:lnTo>
                          <a:pt x="98" y="217"/>
                        </a:lnTo>
                        <a:lnTo>
                          <a:pt x="84" y="238"/>
                        </a:lnTo>
                        <a:lnTo>
                          <a:pt x="71" y="259"/>
                        </a:lnTo>
                        <a:lnTo>
                          <a:pt x="59" y="281"/>
                        </a:lnTo>
                        <a:lnTo>
                          <a:pt x="48" y="303"/>
                        </a:lnTo>
                        <a:lnTo>
                          <a:pt x="38" y="327"/>
                        </a:lnTo>
                        <a:lnTo>
                          <a:pt x="29" y="351"/>
                        </a:lnTo>
                        <a:lnTo>
                          <a:pt x="22" y="374"/>
                        </a:lnTo>
                        <a:lnTo>
                          <a:pt x="14" y="400"/>
                        </a:lnTo>
                        <a:lnTo>
                          <a:pt x="9" y="425"/>
                        </a:lnTo>
                        <a:lnTo>
                          <a:pt x="6" y="451"/>
                        </a:lnTo>
                        <a:lnTo>
                          <a:pt x="3" y="476"/>
                        </a:lnTo>
                        <a:lnTo>
                          <a:pt x="0" y="503"/>
                        </a:lnTo>
                        <a:lnTo>
                          <a:pt x="0" y="529"/>
                        </a:lnTo>
                        <a:lnTo>
                          <a:pt x="187" y="526"/>
                        </a:lnTo>
                        <a:lnTo>
                          <a:pt x="188" y="509"/>
                        </a:lnTo>
                        <a:lnTo>
                          <a:pt x="188" y="492"/>
                        </a:lnTo>
                        <a:lnTo>
                          <a:pt x="191" y="475"/>
                        </a:lnTo>
                        <a:lnTo>
                          <a:pt x="193" y="458"/>
                        </a:lnTo>
                        <a:lnTo>
                          <a:pt x="197" y="442"/>
                        </a:lnTo>
                        <a:lnTo>
                          <a:pt x="201" y="426"/>
                        </a:lnTo>
                        <a:lnTo>
                          <a:pt x="205" y="412"/>
                        </a:lnTo>
                        <a:lnTo>
                          <a:pt x="212" y="397"/>
                        </a:lnTo>
                        <a:lnTo>
                          <a:pt x="218" y="381"/>
                        </a:lnTo>
                        <a:lnTo>
                          <a:pt x="226" y="367"/>
                        </a:lnTo>
                        <a:lnTo>
                          <a:pt x="233" y="353"/>
                        </a:lnTo>
                        <a:lnTo>
                          <a:pt x="242" y="339"/>
                        </a:lnTo>
                        <a:lnTo>
                          <a:pt x="250" y="326"/>
                        </a:lnTo>
                        <a:lnTo>
                          <a:pt x="260" y="313"/>
                        </a:lnTo>
                        <a:lnTo>
                          <a:pt x="270" y="301"/>
                        </a:lnTo>
                        <a:lnTo>
                          <a:pt x="281" y="290"/>
                        </a:lnTo>
                        <a:lnTo>
                          <a:pt x="293" y="278"/>
                        </a:lnTo>
                        <a:lnTo>
                          <a:pt x="304" y="267"/>
                        </a:lnTo>
                        <a:lnTo>
                          <a:pt x="317" y="257"/>
                        </a:lnTo>
                        <a:lnTo>
                          <a:pt x="330" y="247"/>
                        </a:lnTo>
                        <a:lnTo>
                          <a:pt x="343" y="239"/>
                        </a:lnTo>
                        <a:lnTo>
                          <a:pt x="357" y="230"/>
                        </a:lnTo>
                        <a:lnTo>
                          <a:pt x="371" y="223"/>
                        </a:lnTo>
                        <a:lnTo>
                          <a:pt x="386" y="215"/>
                        </a:lnTo>
                        <a:lnTo>
                          <a:pt x="401" y="209"/>
                        </a:lnTo>
                        <a:lnTo>
                          <a:pt x="416" y="204"/>
                        </a:lnTo>
                        <a:lnTo>
                          <a:pt x="432" y="199"/>
                        </a:lnTo>
                        <a:lnTo>
                          <a:pt x="448" y="195"/>
                        </a:lnTo>
                        <a:lnTo>
                          <a:pt x="465" y="192"/>
                        </a:lnTo>
                        <a:lnTo>
                          <a:pt x="480" y="190"/>
                        </a:lnTo>
                        <a:lnTo>
                          <a:pt x="497" y="188"/>
                        </a:lnTo>
                        <a:lnTo>
                          <a:pt x="514" y="187"/>
                        </a:lnTo>
                        <a:lnTo>
                          <a:pt x="511" y="0"/>
                        </a:lnTo>
                        <a:close/>
                      </a:path>
                    </a:pathLst>
                  </a:custGeom>
                  <a:solidFill>
                    <a:srgbClr val="EF2B2F"/>
                  </a:solidFill>
                  <a:ln>
                    <a:noFill/>
                  </a:ln>
                </p:spPr>
                <p:txBody>
                  <a:bodyPr/>
                  <a:lstStyle/>
                  <a:p>
                    <a:pPr>
                      <a:defRPr/>
                    </a:pPr>
                    <a:endParaRPr lang="en-US" sz="1050">
                      <a:latin typeface="+mj-lt"/>
                    </a:endParaRPr>
                  </a:p>
                </p:txBody>
              </p:sp>
              <p:sp>
                <p:nvSpPr>
                  <p:cNvPr id="41179" name="Freeform 864">
                    <a:extLst>
                      <a:ext uri="{FF2B5EF4-FFF2-40B4-BE49-F238E27FC236}">
                        <a16:creationId xmlns="" xmlns:a16="http://schemas.microsoft.com/office/drawing/2014/main" id="{70C07D87-6A03-FF9C-90F1-0833C97A1928}"/>
                      </a:ext>
                    </a:extLst>
                  </p:cNvPr>
                  <p:cNvSpPr>
                    <a:spLocks/>
                  </p:cNvSpPr>
                  <p:nvPr/>
                </p:nvSpPr>
                <p:spPr bwMode="auto">
                  <a:xfrm>
                    <a:off x="2079" y="2170"/>
                    <a:ext cx="88" cy="84"/>
                  </a:xfrm>
                  <a:custGeom>
                    <a:avLst/>
                    <a:gdLst>
                      <a:gd name="T0" fmla="*/ 0 w 529"/>
                      <a:gd name="T1" fmla="*/ 0 h 514"/>
                      <a:gd name="T2" fmla="*/ 0 w 529"/>
                      <a:gd name="T3" fmla="*/ 0 h 514"/>
                      <a:gd name="T4" fmla="*/ 0 w 529"/>
                      <a:gd name="T5" fmla="*/ 0 h 514"/>
                      <a:gd name="T6" fmla="*/ 0 w 529"/>
                      <a:gd name="T7" fmla="*/ 0 h 514"/>
                      <a:gd name="T8" fmla="*/ 0 w 529"/>
                      <a:gd name="T9" fmla="*/ 0 h 514"/>
                      <a:gd name="T10" fmla="*/ 0 w 529"/>
                      <a:gd name="T11" fmla="*/ 0 h 514"/>
                      <a:gd name="T12" fmla="*/ 0 w 529"/>
                      <a:gd name="T13" fmla="*/ 0 h 514"/>
                      <a:gd name="T14" fmla="*/ 0 w 529"/>
                      <a:gd name="T15" fmla="*/ 0 h 514"/>
                      <a:gd name="T16" fmla="*/ 0 w 529"/>
                      <a:gd name="T17" fmla="*/ 0 h 514"/>
                      <a:gd name="T18" fmla="*/ 0 w 529"/>
                      <a:gd name="T19" fmla="*/ 0 h 514"/>
                      <a:gd name="T20" fmla="*/ 0 w 529"/>
                      <a:gd name="T21" fmla="*/ 0 h 514"/>
                      <a:gd name="T22" fmla="*/ 0 w 529"/>
                      <a:gd name="T23" fmla="*/ 0 h 514"/>
                      <a:gd name="T24" fmla="*/ 0 w 529"/>
                      <a:gd name="T25" fmla="*/ 0 h 514"/>
                      <a:gd name="T26" fmla="*/ 0 w 529"/>
                      <a:gd name="T27" fmla="*/ 0 h 514"/>
                      <a:gd name="T28" fmla="*/ 0 w 529"/>
                      <a:gd name="T29" fmla="*/ 0 h 514"/>
                      <a:gd name="T30" fmla="*/ 0 w 529"/>
                      <a:gd name="T31" fmla="*/ 0 h 514"/>
                      <a:gd name="T32" fmla="*/ 0 w 529"/>
                      <a:gd name="T33" fmla="*/ 0 h 514"/>
                      <a:gd name="T34" fmla="*/ 0 w 529"/>
                      <a:gd name="T35" fmla="*/ 0 h 514"/>
                      <a:gd name="T36" fmla="*/ 0 w 529"/>
                      <a:gd name="T37" fmla="*/ 0 h 514"/>
                      <a:gd name="T38" fmla="*/ 0 w 529"/>
                      <a:gd name="T39" fmla="*/ 0 h 514"/>
                      <a:gd name="T40" fmla="*/ 0 w 529"/>
                      <a:gd name="T41" fmla="*/ 0 h 514"/>
                      <a:gd name="T42" fmla="*/ 0 w 529"/>
                      <a:gd name="T43" fmla="*/ 0 h 514"/>
                      <a:gd name="T44" fmla="*/ 0 w 529"/>
                      <a:gd name="T45" fmla="*/ 0 h 514"/>
                      <a:gd name="T46" fmla="*/ 0 w 529"/>
                      <a:gd name="T47" fmla="*/ 0 h 514"/>
                      <a:gd name="T48" fmla="*/ 0 w 529"/>
                      <a:gd name="T49" fmla="*/ 0 h 514"/>
                      <a:gd name="T50" fmla="*/ 0 w 529"/>
                      <a:gd name="T51" fmla="*/ 0 h 514"/>
                      <a:gd name="T52" fmla="*/ 0 w 529"/>
                      <a:gd name="T53" fmla="*/ 0 h 514"/>
                      <a:gd name="T54" fmla="*/ 0 w 529"/>
                      <a:gd name="T55" fmla="*/ 0 h 514"/>
                      <a:gd name="T56" fmla="*/ 0 w 529"/>
                      <a:gd name="T57" fmla="*/ 0 h 514"/>
                      <a:gd name="T58" fmla="*/ 0 w 529"/>
                      <a:gd name="T59" fmla="*/ 0 h 514"/>
                      <a:gd name="T60" fmla="*/ 0 w 529"/>
                      <a:gd name="T61" fmla="*/ 0 h 514"/>
                      <a:gd name="T62" fmla="*/ 0 w 529"/>
                      <a:gd name="T63" fmla="*/ 0 h 514"/>
                      <a:gd name="T64" fmla="*/ 0 w 529"/>
                      <a:gd name="T65" fmla="*/ 0 h 514"/>
                      <a:gd name="T66" fmla="*/ 0 w 529"/>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9"/>
                      <a:gd name="T103" fmla="*/ 0 h 514"/>
                      <a:gd name="T104" fmla="*/ 529 w 529"/>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9" h="514">
                        <a:moveTo>
                          <a:pt x="529" y="510"/>
                        </a:moveTo>
                        <a:lnTo>
                          <a:pt x="529" y="510"/>
                        </a:lnTo>
                        <a:lnTo>
                          <a:pt x="528" y="484"/>
                        </a:lnTo>
                        <a:lnTo>
                          <a:pt x="526" y="457"/>
                        </a:lnTo>
                        <a:lnTo>
                          <a:pt x="523" y="432"/>
                        </a:lnTo>
                        <a:lnTo>
                          <a:pt x="517" y="406"/>
                        </a:lnTo>
                        <a:lnTo>
                          <a:pt x="511" y="381"/>
                        </a:lnTo>
                        <a:lnTo>
                          <a:pt x="503" y="357"/>
                        </a:lnTo>
                        <a:lnTo>
                          <a:pt x="495" y="332"/>
                        </a:lnTo>
                        <a:lnTo>
                          <a:pt x="484" y="309"/>
                        </a:lnTo>
                        <a:lnTo>
                          <a:pt x="474" y="287"/>
                        </a:lnTo>
                        <a:lnTo>
                          <a:pt x="462" y="264"/>
                        </a:lnTo>
                        <a:lnTo>
                          <a:pt x="449" y="242"/>
                        </a:lnTo>
                        <a:lnTo>
                          <a:pt x="435" y="222"/>
                        </a:lnTo>
                        <a:lnTo>
                          <a:pt x="421" y="202"/>
                        </a:lnTo>
                        <a:lnTo>
                          <a:pt x="405" y="183"/>
                        </a:lnTo>
                        <a:lnTo>
                          <a:pt x="388" y="163"/>
                        </a:lnTo>
                        <a:lnTo>
                          <a:pt x="370" y="145"/>
                        </a:lnTo>
                        <a:lnTo>
                          <a:pt x="352" y="130"/>
                        </a:lnTo>
                        <a:lnTo>
                          <a:pt x="332" y="114"/>
                        </a:lnTo>
                        <a:lnTo>
                          <a:pt x="312" y="98"/>
                        </a:lnTo>
                        <a:lnTo>
                          <a:pt x="292" y="84"/>
                        </a:lnTo>
                        <a:lnTo>
                          <a:pt x="271" y="71"/>
                        </a:lnTo>
                        <a:lnTo>
                          <a:pt x="249" y="58"/>
                        </a:lnTo>
                        <a:lnTo>
                          <a:pt x="226" y="48"/>
                        </a:lnTo>
                        <a:lnTo>
                          <a:pt x="203" y="37"/>
                        </a:lnTo>
                        <a:lnTo>
                          <a:pt x="178" y="29"/>
                        </a:lnTo>
                        <a:lnTo>
                          <a:pt x="154" y="21"/>
                        </a:lnTo>
                        <a:lnTo>
                          <a:pt x="130" y="14"/>
                        </a:lnTo>
                        <a:lnTo>
                          <a:pt x="105" y="9"/>
                        </a:lnTo>
                        <a:lnTo>
                          <a:pt x="79" y="5"/>
                        </a:lnTo>
                        <a:lnTo>
                          <a:pt x="53" y="2"/>
                        </a:lnTo>
                        <a:lnTo>
                          <a:pt x="27" y="0"/>
                        </a:lnTo>
                        <a:lnTo>
                          <a:pt x="0" y="0"/>
                        </a:lnTo>
                        <a:lnTo>
                          <a:pt x="3" y="187"/>
                        </a:lnTo>
                        <a:lnTo>
                          <a:pt x="20" y="188"/>
                        </a:lnTo>
                        <a:lnTo>
                          <a:pt x="37" y="188"/>
                        </a:lnTo>
                        <a:lnTo>
                          <a:pt x="54" y="190"/>
                        </a:lnTo>
                        <a:lnTo>
                          <a:pt x="70" y="192"/>
                        </a:lnTo>
                        <a:lnTo>
                          <a:pt x="86" y="196"/>
                        </a:lnTo>
                        <a:lnTo>
                          <a:pt x="103" y="201"/>
                        </a:lnTo>
                        <a:lnTo>
                          <a:pt x="118" y="205"/>
                        </a:lnTo>
                        <a:lnTo>
                          <a:pt x="133" y="211"/>
                        </a:lnTo>
                        <a:lnTo>
                          <a:pt x="148" y="218"/>
                        </a:lnTo>
                        <a:lnTo>
                          <a:pt x="162" y="225"/>
                        </a:lnTo>
                        <a:lnTo>
                          <a:pt x="176" y="232"/>
                        </a:lnTo>
                        <a:lnTo>
                          <a:pt x="190" y="241"/>
                        </a:lnTo>
                        <a:lnTo>
                          <a:pt x="204" y="249"/>
                        </a:lnTo>
                        <a:lnTo>
                          <a:pt x="217" y="259"/>
                        </a:lnTo>
                        <a:lnTo>
                          <a:pt x="228" y="270"/>
                        </a:lnTo>
                        <a:lnTo>
                          <a:pt x="240" y="280"/>
                        </a:lnTo>
                        <a:lnTo>
                          <a:pt x="252" y="292"/>
                        </a:lnTo>
                        <a:lnTo>
                          <a:pt x="262" y="304"/>
                        </a:lnTo>
                        <a:lnTo>
                          <a:pt x="272" y="316"/>
                        </a:lnTo>
                        <a:lnTo>
                          <a:pt x="282" y="329"/>
                        </a:lnTo>
                        <a:lnTo>
                          <a:pt x="291" y="343"/>
                        </a:lnTo>
                        <a:lnTo>
                          <a:pt x="299" y="357"/>
                        </a:lnTo>
                        <a:lnTo>
                          <a:pt x="307" y="370"/>
                        </a:lnTo>
                        <a:lnTo>
                          <a:pt x="314" y="385"/>
                        </a:lnTo>
                        <a:lnTo>
                          <a:pt x="320" y="400"/>
                        </a:lnTo>
                        <a:lnTo>
                          <a:pt x="325" y="415"/>
                        </a:lnTo>
                        <a:lnTo>
                          <a:pt x="330" y="431"/>
                        </a:lnTo>
                        <a:lnTo>
                          <a:pt x="335" y="447"/>
                        </a:lnTo>
                        <a:lnTo>
                          <a:pt x="338" y="464"/>
                        </a:lnTo>
                        <a:lnTo>
                          <a:pt x="340" y="480"/>
                        </a:lnTo>
                        <a:lnTo>
                          <a:pt x="342" y="497"/>
                        </a:lnTo>
                        <a:lnTo>
                          <a:pt x="343" y="514"/>
                        </a:lnTo>
                        <a:lnTo>
                          <a:pt x="529" y="510"/>
                        </a:lnTo>
                        <a:close/>
                      </a:path>
                    </a:pathLst>
                  </a:custGeom>
                  <a:solidFill>
                    <a:srgbClr val="EF2B2F"/>
                  </a:solidFill>
                  <a:ln>
                    <a:noFill/>
                  </a:ln>
                </p:spPr>
                <p:txBody>
                  <a:bodyPr/>
                  <a:lstStyle/>
                  <a:p>
                    <a:pPr>
                      <a:defRPr/>
                    </a:pPr>
                    <a:endParaRPr lang="en-US" sz="1050">
                      <a:latin typeface="+mj-lt"/>
                    </a:endParaRPr>
                  </a:p>
                </p:txBody>
              </p:sp>
              <p:sp>
                <p:nvSpPr>
                  <p:cNvPr id="41180" name="Freeform 865">
                    <a:extLst>
                      <a:ext uri="{FF2B5EF4-FFF2-40B4-BE49-F238E27FC236}">
                        <a16:creationId xmlns="" xmlns:a16="http://schemas.microsoft.com/office/drawing/2014/main" id="{52120DD4-F1B6-AB96-DAD3-FEA1D6E6361E}"/>
                      </a:ext>
                    </a:extLst>
                  </p:cNvPr>
                  <p:cNvSpPr>
                    <a:spLocks/>
                  </p:cNvSpPr>
                  <p:nvPr/>
                </p:nvSpPr>
                <p:spPr bwMode="auto">
                  <a:xfrm>
                    <a:off x="2079" y="2254"/>
                    <a:ext cx="88" cy="88"/>
                  </a:xfrm>
                  <a:custGeom>
                    <a:avLst/>
                    <a:gdLst>
                      <a:gd name="T0" fmla="*/ 0 w 514"/>
                      <a:gd name="T1" fmla="*/ 0 h 530"/>
                      <a:gd name="T2" fmla="*/ 0 w 514"/>
                      <a:gd name="T3" fmla="*/ 0 h 530"/>
                      <a:gd name="T4" fmla="*/ 0 w 514"/>
                      <a:gd name="T5" fmla="*/ 0 h 530"/>
                      <a:gd name="T6" fmla="*/ 0 w 514"/>
                      <a:gd name="T7" fmla="*/ 0 h 530"/>
                      <a:gd name="T8" fmla="*/ 0 w 514"/>
                      <a:gd name="T9" fmla="*/ 0 h 530"/>
                      <a:gd name="T10" fmla="*/ 0 w 514"/>
                      <a:gd name="T11" fmla="*/ 0 h 530"/>
                      <a:gd name="T12" fmla="*/ 0 w 514"/>
                      <a:gd name="T13" fmla="*/ 0 h 530"/>
                      <a:gd name="T14" fmla="*/ 0 w 514"/>
                      <a:gd name="T15" fmla="*/ 0 h 530"/>
                      <a:gd name="T16" fmla="*/ 0 w 514"/>
                      <a:gd name="T17" fmla="*/ 0 h 530"/>
                      <a:gd name="T18" fmla="*/ 0 w 514"/>
                      <a:gd name="T19" fmla="*/ 0 h 530"/>
                      <a:gd name="T20" fmla="*/ 0 w 514"/>
                      <a:gd name="T21" fmla="*/ 0 h 530"/>
                      <a:gd name="T22" fmla="*/ 0 w 514"/>
                      <a:gd name="T23" fmla="*/ 0 h 530"/>
                      <a:gd name="T24" fmla="*/ 0 w 514"/>
                      <a:gd name="T25" fmla="*/ 0 h 530"/>
                      <a:gd name="T26" fmla="*/ 0 w 514"/>
                      <a:gd name="T27" fmla="*/ 0 h 530"/>
                      <a:gd name="T28" fmla="*/ 0 w 514"/>
                      <a:gd name="T29" fmla="*/ 0 h 530"/>
                      <a:gd name="T30" fmla="*/ 0 w 514"/>
                      <a:gd name="T31" fmla="*/ 0 h 530"/>
                      <a:gd name="T32" fmla="*/ 0 w 514"/>
                      <a:gd name="T33" fmla="*/ 0 h 530"/>
                      <a:gd name="T34" fmla="*/ 0 w 514"/>
                      <a:gd name="T35" fmla="*/ 0 h 530"/>
                      <a:gd name="T36" fmla="*/ 0 w 514"/>
                      <a:gd name="T37" fmla="*/ 0 h 530"/>
                      <a:gd name="T38" fmla="*/ 0 w 514"/>
                      <a:gd name="T39" fmla="*/ 0 h 530"/>
                      <a:gd name="T40" fmla="*/ 0 w 514"/>
                      <a:gd name="T41" fmla="*/ 0 h 530"/>
                      <a:gd name="T42" fmla="*/ 0 w 514"/>
                      <a:gd name="T43" fmla="*/ 0 h 530"/>
                      <a:gd name="T44" fmla="*/ 0 w 514"/>
                      <a:gd name="T45" fmla="*/ 0 h 530"/>
                      <a:gd name="T46" fmla="*/ 0 w 514"/>
                      <a:gd name="T47" fmla="*/ 0 h 530"/>
                      <a:gd name="T48" fmla="*/ 0 w 514"/>
                      <a:gd name="T49" fmla="*/ 0 h 530"/>
                      <a:gd name="T50" fmla="*/ 0 w 514"/>
                      <a:gd name="T51" fmla="*/ 0 h 530"/>
                      <a:gd name="T52" fmla="*/ 0 w 514"/>
                      <a:gd name="T53" fmla="*/ 0 h 530"/>
                      <a:gd name="T54" fmla="*/ 0 w 514"/>
                      <a:gd name="T55" fmla="*/ 0 h 530"/>
                      <a:gd name="T56" fmla="*/ 0 w 514"/>
                      <a:gd name="T57" fmla="*/ 0 h 530"/>
                      <a:gd name="T58" fmla="*/ 0 w 514"/>
                      <a:gd name="T59" fmla="*/ 0 h 530"/>
                      <a:gd name="T60" fmla="*/ 0 w 514"/>
                      <a:gd name="T61" fmla="*/ 0 h 530"/>
                      <a:gd name="T62" fmla="*/ 0 w 514"/>
                      <a:gd name="T63" fmla="*/ 0 h 530"/>
                      <a:gd name="T64" fmla="*/ 0 w 514"/>
                      <a:gd name="T65" fmla="*/ 0 h 530"/>
                      <a:gd name="T66" fmla="*/ 0 w 514"/>
                      <a:gd name="T67" fmla="*/ 0 h 5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30"/>
                      <a:gd name="T104" fmla="*/ 514 w 514"/>
                      <a:gd name="T105" fmla="*/ 530 h 5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30">
                        <a:moveTo>
                          <a:pt x="3" y="530"/>
                        </a:moveTo>
                        <a:lnTo>
                          <a:pt x="3" y="530"/>
                        </a:lnTo>
                        <a:lnTo>
                          <a:pt x="30" y="529"/>
                        </a:lnTo>
                        <a:lnTo>
                          <a:pt x="55" y="527"/>
                        </a:lnTo>
                        <a:lnTo>
                          <a:pt x="82" y="522"/>
                        </a:lnTo>
                        <a:lnTo>
                          <a:pt x="107" y="517"/>
                        </a:lnTo>
                        <a:lnTo>
                          <a:pt x="132" y="511"/>
                        </a:lnTo>
                        <a:lnTo>
                          <a:pt x="157" y="503"/>
                        </a:lnTo>
                        <a:lnTo>
                          <a:pt x="180" y="495"/>
                        </a:lnTo>
                        <a:lnTo>
                          <a:pt x="205" y="485"/>
                        </a:lnTo>
                        <a:lnTo>
                          <a:pt x="227" y="474"/>
                        </a:lnTo>
                        <a:lnTo>
                          <a:pt x="249" y="462"/>
                        </a:lnTo>
                        <a:lnTo>
                          <a:pt x="271" y="449"/>
                        </a:lnTo>
                        <a:lnTo>
                          <a:pt x="292" y="435"/>
                        </a:lnTo>
                        <a:lnTo>
                          <a:pt x="312" y="421"/>
                        </a:lnTo>
                        <a:lnTo>
                          <a:pt x="331" y="405"/>
                        </a:lnTo>
                        <a:lnTo>
                          <a:pt x="349" y="388"/>
                        </a:lnTo>
                        <a:lnTo>
                          <a:pt x="367" y="371"/>
                        </a:lnTo>
                        <a:lnTo>
                          <a:pt x="384" y="352"/>
                        </a:lnTo>
                        <a:lnTo>
                          <a:pt x="400" y="332"/>
                        </a:lnTo>
                        <a:lnTo>
                          <a:pt x="415" y="313"/>
                        </a:lnTo>
                        <a:lnTo>
                          <a:pt x="430" y="292"/>
                        </a:lnTo>
                        <a:lnTo>
                          <a:pt x="443" y="271"/>
                        </a:lnTo>
                        <a:lnTo>
                          <a:pt x="456" y="249"/>
                        </a:lnTo>
                        <a:lnTo>
                          <a:pt x="466" y="226"/>
                        </a:lnTo>
                        <a:lnTo>
                          <a:pt x="476" y="203"/>
                        </a:lnTo>
                        <a:lnTo>
                          <a:pt x="485" y="180"/>
                        </a:lnTo>
                        <a:lnTo>
                          <a:pt x="493" y="155"/>
                        </a:lnTo>
                        <a:lnTo>
                          <a:pt x="499" y="130"/>
                        </a:lnTo>
                        <a:lnTo>
                          <a:pt x="504" y="105"/>
                        </a:lnTo>
                        <a:lnTo>
                          <a:pt x="509" y="80"/>
                        </a:lnTo>
                        <a:lnTo>
                          <a:pt x="512" y="53"/>
                        </a:lnTo>
                        <a:lnTo>
                          <a:pt x="514" y="27"/>
                        </a:lnTo>
                        <a:lnTo>
                          <a:pt x="513" y="0"/>
                        </a:lnTo>
                        <a:lnTo>
                          <a:pt x="327" y="4"/>
                        </a:lnTo>
                        <a:lnTo>
                          <a:pt x="326" y="22"/>
                        </a:lnTo>
                        <a:lnTo>
                          <a:pt x="325" y="38"/>
                        </a:lnTo>
                        <a:lnTo>
                          <a:pt x="324" y="55"/>
                        </a:lnTo>
                        <a:lnTo>
                          <a:pt x="321" y="70"/>
                        </a:lnTo>
                        <a:lnTo>
                          <a:pt x="317" y="87"/>
                        </a:lnTo>
                        <a:lnTo>
                          <a:pt x="313" y="103"/>
                        </a:lnTo>
                        <a:lnTo>
                          <a:pt x="308" y="118"/>
                        </a:lnTo>
                        <a:lnTo>
                          <a:pt x="303" y="134"/>
                        </a:lnTo>
                        <a:lnTo>
                          <a:pt x="296" y="148"/>
                        </a:lnTo>
                        <a:lnTo>
                          <a:pt x="289" y="163"/>
                        </a:lnTo>
                        <a:lnTo>
                          <a:pt x="281" y="178"/>
                        </a:lnTo>
                        <a:lnTo>
                          <a:pt x="273" y="190"/>
                        </a:lnTo>
                        <a:lnTo>
                          <a:pt x="263" y="204"/>
                        </a:lnTo>
                        <a:lnTo>
                          <a:pt x="254" y="217"/>
                        </a:lnTo>
                        <a:lnTo>
                          <a:pt x="244" y="230"/>
                        </a:lnTo>
                        <a:lnTo>
                          <a:pt x="233" y="241"/>
                        </a:lnTo>
                        <a:lnTo>
                          <a:pt x="222" y="252"/>
                        </a:lnTo>
                        <a:lnTo>
                          <a:pt x="209" y="262"/>
                        </a:lnTo>
                        <a:lnTo>
                          <a:pt x="197" y="273"/>
                        </a:lnTo>
                        <a:lnTo>
                          <a:pt x="185" y="283"/>
                        </a:lnTo>
                        <a:lnTo>
                          <a:pt x="171" y="291"/>
                        </a:lnTo>
                        <a:lnTo>
                          <a:pt x="157" y="300"/>
                        </a:lnTo>
                        <a:lnTo>
                          <a:pt x="143" y="307"/>
                        </a:lnTo>
                        <a:lnTo>
                          <a:pt x="128" y="314"/>
                        </a:lnTo>
                        <a:lnTo>
                          <a:pt x="114" y="321"/>
                        </a:lnTo>
                        <a:lnTo>
                          <a:pt x="98" y="326"/>
                        </a:lnTo>
                        <a:lnTo>
                          <a:pt x="83" y="330"/>
                        </a:lnTo>
                        <a:lnTo>
                          <a:pt x="66" y="335"/>
                        </a:lnTo>
                        <a:lnTo>
                          <a:pt x="50" y="338"/>
                        </a:lnTo>
                        <a:lnTo>
                          <a:pt x="34" y="340"/>
                        </a:lnTo>
                        <a:lnTo>
                          <a:pt x="17" y="342"/>
                        </a:lnTo>
                        <a:lnTo>
                          <a:pt x="0" y="343"/>
                        </a:lnTo>
                        <a:lnTo>
                          <a:pt x="3" y="530"/>
                        </a:lnTo>
                        <a:close/>
                      </a:path>
                    </a:pathLst>
                  </a:custGeom>
                  <a:solidFill>
                    <a:srgbClr val="EF2B2F"/>
                  </a:solidFill>
                  <a:ln>
                    <a:noFill/>
                  </a:ln>
                </p:spPr>
                <p:txBody>
                  <a:bodyPr/>
                  <a:lstStyle/>
                  <a:p>
                    <a:pPr>
                      <a:defRPr/>
                    </a:pPr>
                    <a:endParaRPr lang="en-US" sz="1050">
                      <a:latin typeface="+mj-lt"/>
                    </a:endParaRPr>
                  </a:p>
                </p:txBody>
              </p:sp>
              <p:sp>
                <p:nvSpPr>
                  <p:cNvPr id="41181" name="Freeform 866">
                    <a:extLst>
                      <a:ext uri="{FF2B5EF4-FFF2-40B4-BE49-F238E27FC236}">
                        <a16:creationId xmlns="" xmlns:a16="http://schemas.microsoft.com/office/drawing/2014/main" id="{0EB3F847-93DC-E333-B4F9-50827E485D57}"/>
                      </a:ext>
                    </a:extLst>
                  </p:cNvPr>
                  <p:cNvSpPr>
                    <a:spLocks/>
                  </p:cNvSpPr>
                  <p:nvPr/>
                </p:nvSpPr>
                <p:spPr bwMode="auto">
                  <a:xfrm>
                    <a:off x="1995" y="2258"/>
                    <a:ext cx="88" cy="84"/>
                  </a:xfrm>
                  <a:custGeom>
                    <a:avLst/>
                    <a:gdLst>
                      <a:gd name="T0" fmla="*/ 0 w 530"/>
                      <a:gd name="T1" fmla="*/ 0 h 514"/>
                      <a:gd name="T2" fmla="*/ 0 w 530"/>
                      <a:gd name="T3" fmla="*/ 0 h 514"/>
                      <a:gd name="T4" fmla="*/ 0 w 530"/>
                      <a:gd name="T5" fmla="*/ 0 h 514"/>
                      <a:gd name="T6" fmla="*/ 0 w 530"/>
                      <a:gd name="T7" fmla="*/ 0 h 514"/>
                      <a:gd name="T8" fmla="*/ 0 w 530"/>
                      <a:gd name="T9" fmla="*/ 0 h 514"/>
                      <a:gd name="T10" fmla="*/ 0 w 530"/>
                      <a:gd name="T11" fmla="*/ 0 h 514"/>
                      <a:gd name="T12" fmla="*/ 0 w 530"/>
                      <a:gd name="T13" fmla="*/ 0 h 514"/>
                      <a:gd name="T14" fmla="*/ 0 w 530"/>
                      <a:gd name="T15" fmla="*/ 0 h 514"/>
                      <a:gd name="T16" fmla="*/ 0 w 530"/>
                      <a:gd name="T17" fmla="*/ 0 h 514"/>
                      <a:gd name="T18" fmla="*/ 0 w 530"/>
                      <a:gd name="T19" fmla="*/ 0 h 514"/>
                      <a:gd name="T20" fmla="*/ 0 w 530"/>
                      <a:gd name="T21" fmla="*/ 0 h 514"/>
                      <a:gd name="T22" fmla="*/ 0 w 530"/>
                      <a:gd name="T23" fmla="*/ 0 h 514"/>
                      <a:gd name="T24" fmla="*/ 0 w 530"/>
                      <a:gd name="T25" fmla="*/ 0 h 514"/>
                      <a:gd name="T26" fmla="*/ 0 w 530"/>
                      <a:gd name="T27" fmla="*/ 0 h 514"/>
                      <a:gd name="T28" fmla="*/ 0 w 530"/>
                      <a:gd name="T29" fmla="*/ 0 h 514"/>
                      <a:gd name="T30" fmla="*/ 0 w 530"/>
                      <a:gd name="T31" fmla="*/ 0 h 514"/>
                      <a:gd name="T32" fmla="*/ 0 w 530"/>
                      <a:gd name="T33" fmla="*/ 0 h 514"/>
                      <a:gd name="T34" fmla="*/ 0 w 530"/>
                      <a:gd name="T35" fmla="*/ 0 h 514"/>
                      <a:gd name="T36" fmla="*/ 0 w 530"/>
                      <a:gd name="T37" fmla="*/ 0 h 514"/>
                      <a:gd name="T38" fmla="*/ 0 w 530"/>
                      <a:gd name="T39" fmla="*/ 0 h 514"/>
                      <a:gd name="T40" fmla="*/ 0 w 530"/>
                      <a:gd name="T41" fmla="*/ 0 h 514"/>
                      <a:gd name="T42" fmla="*/ 0 w 530"/>
                      <a:gd name="T43" fmla="*/ 0 h 514"/>
                      <a:gd name="T44" fmla="*/ 0 w 530"/>
                      <a:gd name="T45" fmla="*/ 0 h 514"/>
                      <a:gd name="T46" fmla="*/ 0 w 530"/>
                      <a:gd name="T47" fmla="*/ 0 h 514"/>
                      <a:gd name="T48" fmla="*/ 0 w 530"/>
                      <a:gd name="T49" fmla="*/ 0 h 514"/>
                      <a:gd name="T50" fmla="*/ 0 w 530"/>
                      <a:gd name="T51" fmla="*/ 0 h 514"/>
                      <a:gd name="T52" fmla="*/ 0 w 530"/>
                      <a:gd name="T53" fmla="*/ 0 h 514"/>
                      <a:gd name="T54" fmla="*/ 0 w 530"/>
                      <a:gd name="T55" fmla="*/ 0 h 514"/>
                      <a:gd name="T56" fmla="*/ 0 w 530"/>
                      <a:gd name="T57" fmla="*/ 0 h 514"/>
                      <a:gd name="T58" fmla="*/ 0 w 530"/>
                      <a:gd name="T59" fmla="*/ 0 h 514"/>
                      <a:gd name="T60" fmla="*/ 0 w 530"/>
                      <a:gd name="T61" fmla="*/ 0 h 514"/>
                      <a:gd name="T62" fmla="*/ 0 w 530"/>
                      <a:gd name="T63" fmla="*/ 0 h 514"/>
                      <a:gd name="T64" fmla="*/ 0 w 530"/>
                      <a:gd name="T65" fmla="*/ 0 h 514"/>
                      <a:gd name="T66" fmla="*/ 0 w 530"/>
                      <a:gd name="T67" fmla="*/ 0 h 5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0"/>
                      <a:gd name="T103" fmla="*/ 0 h 514"/>
                      <a:gd name="T104" fmla="*/ 530 w 530"/>
                      <a:gd name="T105" fmla="*/ 514 h 5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0" h="514">
                        <a:moveTo>
                          <a:pt x="0" y="3"/>
                        </a:moveTo>
                        <a:lnTo>
                          <a:pt x="0" y="3"/>
                        </a:lnTo>
                        <a:lnTo>
                          <a:pt x="1" y="30"/>
                        </a:lnTo>
                        <a:lnTo>
                          <a:pt x="3" y="57"/>
                        </a:lnTo>
                        <a:lnTo>
                          <a:pt x="8" y="82"/>
                        </a:lnTo>
                        <a:lnTo>
                          <a:pt x="13" y="107"/>
                        </a:lnTo>
                        <a:lnTo>
                          <a:pt x="19" y="133"/>
                        </a:lnTo>
                        <a:lnTo>
                          <a:pt x="27" y="157"/>
                        </a:lnTo>
                        <a:lnTo>
                          <a:pt x="35" y="181"/>
                        </a:lnTo>
                        <a:lnTo>
                          <a:pt x="45" y="205"/>
                        </a:lnTo>
                        <a:lnTo>
                          <a:pt x="55" y="227"/>
                        </a:lnTo>
                        <a:lnTo>
                          <a:pt x="68" y="250"/>
                        </a:lnTo>
                        <a:lnTo>
                          <a:pt x="81" y="272"/>
                        </a:lnTo>
                        <a:lnTo>
                          <a:pt x="95" y="292"/>
                        </a:lnTo>
                        <a:lnTo>
                          <a:pt x="110" y="312"/>
                        </a:lnTo>
                        <a:lnTo>
                          <a:pt x="125" y="331"/>
                        </a:lnTo>
                        <a:lnTo>
                          <a:pt x="141" y="350"/>
                        </a:lnTo>
                        <a:lnTo>
                          <a:pt x="159" y="367"/>
                        </a:lnTo>
                        <a:lnTo>
                          <a:pt x="178" y="384"/>
                        </a:lnTo>
                        <a:lnTo>
                          <a:pt x="197" y="400"/>
                        </a:lnTo>
                        <a:lnTo>
                          <a:pt x="217" y="416"/>
                        </a:lnTo>
                        <a:lnTo>
                          <a:pt x="238" y="430"/>
                        </a:lnTo>
                        <a:lnTo>
                          <a:pt x="258" y="444"/>
                        </a:lnTo>
                        <a:lnTo>
                          <a:pt x="281" y="455"/>
                        </a:lnTo>
                        <a:lnTo>
                          <a:pt x="304" y="466"/>
                        </a:lnTo>
                        <a:lnTo>
                          <a:pt x="327" y="477"/>
                        </a:lnTo>
                        <a:lnTo>
                          <a:pt x="351" y="485"/>
                        </a:lnTo>
                        <a:lnTo>
                          <a:pt x="375" y="493"/>
                        </a:lnTo>
                        <a:lnTo>
                          <a:pt x="399" y="500"/>
                        </a:lnTo>
                        <a:lnTo>
                          <a:pt x="425" y="505"/>
                        </a:lnTo>
                        <a:lnTo>
                          <a:pt x="450" y="510"/>
                        </a:lnTo>
                        <a:lnTo>
                          <a:pt x="477" y="512"/>
                        </a:lnTo>
                        <a:lnTo>
                          <a:pt x="504" y="514"/>
                        </a:lnTo>
                        <a:lnTo>
                          <a:pt x="530" y="514"/>
                        </a:lnTo>
                        <a:lnTo>
                          <a:pt x="527" y="327"/>
                        </a:lnTo>
                        <a:lnTo>
                          <a:pt x="509" y="326"/>
                        </a:lnTo>
                        <a:lnTo>
                          <a:pt x="492" y="326"/>
                        </a:lnTo>
                        <a:lnTo>
                          <a:pt x="476" y="324"/>
                        </a:lnTo>
                        <a:lnTo>
                          <a:pt x="459" y="322"/>
                        </a:lnTo>
                        <a:lnTo>
                          <a:pt x="443" y="318"/>
                        </a:lnTo>
                        <a:lnTo>
                          <a:pt x="427" y="313"/>
                        </a:lnTo>
                        <a:lnTo>
                          <a:pt x="411" y="309"/>
                        </a:lnTo>
                        <a:lnTo>
                          <a:pt x="396" y="303"/>
                        </a:lnTo>
                        <a:lnTo>
                          <a:pt x="381" y="296"/>
                        </a:lnTo>
                        <a:lnTo>
                          <a:pt x="368" y="289"/>
                        </a:lnTo>
                        <a:lnTo>
                          <a:pt x="353" y="281"/>
                        </a:lnTo>
                        <a:lnTo>
                          <a:pt x="339" y="273"/>
                        </a:lnTo>
                        <a:lnTo>
                          <a:pt x="326" y="264"/>
                        </a:lnTo>
                        <a:lnTo>
                          <a:pt x="313" y="255"/>
                        </a:lnTo>
                        <a:lnTo>
                          <a:pt x="302" y="244"/>
                        </a:lnTo>
                        <a:lnTo>
                          <a:pt x="289" y="234"/>
                        </a:lnTo>
                        <a:lnTo>
                          <a:pt x="278" y="222"/>
                        </a:lnTo>
                        <a:lnTo>
                          <a:pt x="267" y="210"/>
                        </a:lnTo>
                        <a:lnTo>
                          <a:pt x="257" y="198"/>
                        </a:lnTo>
                        <a:lnTo>
                          <a:pt x="248" y="185"/>
                        </a:lnTo>
                        <a:lnTo>
                          <a:pt x="239" y="171"/>
                        </a:lnTo>
                        <a:lnTo>
                          <a:pt x="231" y="157"/>
                        </a:lnTo>
                        <a:lnTo>
                          <a:pt x="222" y="144"/>
                        </a:lnTo>
                        <a:lnTo>
                          <a:pt x="216" y="129"/>
                        </a:lnTo>
                        <a:lnTo>
                          <a:pt x="209" y="114"/>
                        </a:lnTo>
                        <a:lnTo>
                          <a:pt x="204" y="99"/>
                        </a:lnTo>
                        <a:lnTo>
                          <a:pt x="199" y="83"/>
                        </a:lnTo>
                        <a:lnTo>
                          <a:pt x="196" y="67"/>
                        </a:lnTo>
                        <a:lnTo>
                          <a:pt x="192" y="50"/>
                        </a:lnTo>
                        <a:lnTo>
                          <a:pt x="189" y="34"/>
                        </a:lnTo>
                        <a:lnTo>
                          <a:pt x="188" y="17"/>
                        </a:lnTo>
                        <a:lnTo>
                          <a:pt x="187" y="0"/>
                        </a:lnTo>
                        <a:lnTo>
                          <a:pt x="0" y="3"/>
                        </a:lnTo>
                        <a:close/>
                      </a:path>
                    </a:pathLst>
                  </a:custGeom>
                  <a:solidFill>
                    <a:srgbClr val="EF2B2F"/>
                  </a:solidFill>
                  <a:ln>
                    <a:noFill/>
                  </a:ln>
                </p:spPr>
                <p:txBody>
                  <a:bodyPr/>
                  <a:lstStyle/>
                  <a:p>
                    <a:pPr>
                      <a:defRPr/>
                    </a:pPr>
                    <a:endParaRPr lang="en-US" sz="1050">
                      <a:latin typeface="+mj-lt"/>
                    </a:endParaRPr>
                  </a:p>
                </p:txBody>
              </p:sp>
              <p:sp>
                <p:nvSpPr>
                  <p:cNvPr id="41182" name="Freeform 867">
                    <a:extLst>
                      <a:ext uri="{FF2B5EF4-FFF2-40B4-BE49-F238E27FC236}">
                        <a16:creationId xmlns="" xmlns:a16="http://schemas.microsoft.com/office/drawing/2014/main" id="{95AE8BF1-5DFD-6D75-E62E-4CE6B01422B1}"/>
                      </a:ext>
                    </a:extLst>
                  </p:cNvPr>
                  <p:cNvSpPr>
                    <a:spLocks/>
                  </p:cNvSpPr>
                  <p:nvPr/>
                </p:nvSpPr>
                <p:spPr bwMode="auto">
                  <a:xfrm>
                    <a:off x="1995" y="2170"/>
                    <a:ext cx="84" cy="88"/>
                  </a:xfrm>
                  <a:custGeom>
                    <a:avLst/>
                    <a:gdLst>
                      <a:gd name="T0" fmla="*/ 0 w 514"/>
                      <a:gd name="T1" fmla="*/ 0 h 529"/>
                      <a:gd name="T2" fmla="*/ 0 w 514"/>
                      <a:gd name="T3" fmla="*/ 0 h 529"/>
                      <a:gd name="T4" fmla="*/ 0 w 514"/>
                      <a:gd name="T5" fmla="*/ 0 h 529"/>
                      <a:gd name="T6" fmla="*/ 0 w 514"/>
                      <a:gd name="T7" fmla="*/ 0 h 529"/>
                      <a:gd name="T8" fmla="*/ 0 w 514"/>
                      <a:gd name="T9" fmla="*/ 0 h 529"/>
                      <a:gd name="T10" fmla="*/ 0 w 514"/>
                      <a:gd name="T11" fmla="*/ 0 h 529"/>
                      <a:gd name="T12" fmla="*/ 0 w 514"/>
                      <a:gd name="T13" fmla="*/ 0 h 529"/>
                      <a:gd name="T14" fmla="*/ 0 w 514"/>
                      <a:gd name="T15" fmla="*/ 0 h 529"/>
                      <a:gd name="T16" fmla="*/ 0 w 514"/>
                      <a:gd name="T17" fmla="*/ 0 h 529"/>
                      <a:gd name="T18" fmla="*/ 0 w 514"/>
                      <a:gd name="T19" fmla="*/ 0 h 529"/>
                      <a:gd name="T20" fmla="*/ 0 w 514"/>
                      <a:gd name="T21" fmla="*/ 0 h 529"/>
                      <a:gd name="T22" fmla="*/ 0 w 514"/>
                      <a:gd name="T23" fmla="*/ 0 h 529"/>
                      <a:gd name="T24" fmla="*/ 0 w 514"/>
                      <a:gd name="T25" fmla="*/ 0 h 529"/>
                      <a:gd name="T26" fmla="*/ 0 w 514"/>
                      <a:gd name="T27" fmla="*/ 0 h 529"/>
                      <a:gd name="T28" fmla="*/ 0 w 514"/>
                      <a:gd name="T29" fmla="*/ 0 h 529"/>
                      <a:gd name="T30" fmla="*/ 0 w 514"/>
                      <a:gd name="T31" fmla="*/ 0 h 529"/>
                      <a:gd name="T32" fmla="*/ 0 w 514"/>
                      <a:gd name="T33" fmla="*/ 0 h 529"/>
                      <a:gd name="T34" fmla="*/ 0 w 514"/>
                      <a:gd name="T35" fmla="*/ 0 h 529"/>
                      <a:gd name="T36" fmla="*/ 0 w 514"/>
                      <a:gd name="T37" fmla="*/ 0 h 529"/>
                      <a:gd name="T38" fmla="*/ 0 w 514"/>
                      <a:gd name="T39" fmla="*/ 0 h 529"/>
                      <a:gd name="T40" fmla="*/ 0 w 514"/>
                      <a:gd name="T41" fmla="*/ 0 h 529"/>
                      <a:gd name="T42" fmla="*/ 0 w 514"/>
                      <a:gd name="T43" fmla="*/ 0 h 529"/>
                      <a:gd name="T44" fmla="*/ 0 w 514"/>
                      <a:gd name="T45" fmla="*/ 0 h 529"/>
                      <a:gd name="T46" fmla="*/ 0 w 514"/>
                      <a:gd name="T47" fmla="*/ 0 h 529"/>
                      <a:gd name="T48" fmla="*/ 0 w 514"/>
                      <a:gd name="T49" fmla="*/ 0 h 529"/>
                      <a:gd name="T50" fmla="*/ 0 w 514"/>
                      <a:gd name="T51" fmla="*/ 0 h 529"/>
                      <a:gd name="T52" fmla="*/ 0 w 514"/>
                      <a:gd name="T53" fmla="*/ 0 h 529"/>
                      <a:gd name="T54" fmla="*/ 0 w 514"/>
                      <a:gd name="T55" fmla="*/ 0 h 529"/>
                      <a:gd name="T56" fmla="*/ 0 w 514"/>
                      <a:gd name="T57" fmla="*/ 0 h 529"/>
                      <a:gd name="T58" fmla="*/ 0 w 514"/>
                      <a:gd name="T59" fmla="*/ 0 h 529"/>
                      <a:gd name="T60" fmla="*/ 0 w 514"/>
                      <a:gd name="T61" fmla="*/ 0 h 529"/>
                      <a:gd name="T62" fmla="*/ 0 w 514"/>
                      <a:gd name="T63" fmla="*/ 0 h 529"/>
                      <a:gd name="T64" fmla="*/ 0 w 514"/>
                      <a:gd name="T65" fmla="*/ 0 h 529"/>
                      <a:gd name="T66" fmla="*/ 0 w 514"/>
                      <a:gd name="T67" fmla="*/ 0 h 5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4"/>
                      <a:gd name="T103" fmla="*/ 0 h 529"/>
                      <a:gd name="T104" fmla="*/ 514 w 514"/>
                      <a:gd name="T105" fmla="*/ 529 h 5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4" h="529">
                        <a:moveTo>
                          <a:pt x="511" y="0"/>
                        </a:moveTo>
                        <a:lnTo>
                          <a:pt x="511" y="0"/>
                        </a:lnTo>
                        <a:lnTo>
                          <a:pt x="484" y="1"/>
                        </a:lnTo>
                        <a:lnTo>
                          <a:pt x="458" y="3"/>
                        </a:lnTo>
                        <a:lnTo>
                          <a:pt x="432" y="8"/>
                        </a:lnTo>
                        <a:lnTo>
                          <a:pt x="406" y="13"/>
                        </a:lnTo>
                        <a:lnTo>
                          <a:pt x="381" y="19"/>
                        </a:lnTo>
                        <a:lnTo>
                          <a:pt x="357" y="27"/>
                        </a:lnTo>
                        <a:lnTo>
                          <a:pt x="333" y="35"/>
                        </a:lnTo>
                        <a:lnTo>
                          <a:pt x="309" y="45"/>
                        </a:lnTo>
                        <a:lnTo>
                          <a:pt x="287" y="56"/>
                        </a:lnTo>
                        <a:lnTo>
                          <a:pt x="265" y="68"/>
                        </a:lnTo>
                        <a:lnTo>
                          <a:pt x="242" y="81"/>
                        </a:lnTo>
                        <a:lnTo>
                          <a:pt x="222" y="95"/>
                        </a:lnTo>
                        <a:lnTo>
                          <a:pt x="202" y="109"/>
                        </a:lnTo>
                        <a:lnTo>
                          <a:pt x="183" y="125"/>
                        </a:lnTo>
                        <a:lnTo>
                          <a:pt x="164" y="142"/>
                        </a:lnTo>
                        <a:lnTo>
                          <a:pt x="146" y="159"/>
                        </a:lnTo>
                        <a:lnTo>
                          <a:pt x="129" y="178"/>
                        </a:lnTo>
                        <a:lnTo>
                          <a:pt x="113" y="197"/>
                        </a:lnTo>
                        <a:lnTo>
                          <a:pt x="98" y="217"/>
                        </a:lnTo>
                        <a:lnTo>
                          <a:pt x="84" y="238"/>
                        </a:lnTo>
                        <a:lnTo>
                          <a:pt x="70" y="259"/>
                        </a:lnTo>
                        <a:lnTo>
                          <a:pt x="59" y="281"/>
                        </a:lnTo>
                        <a:lnTo>
                          <a:pt x="48" y="304"/>
                        </a:lnTo>
                        <a:lnTo>
                          <a:pt x="37" y="327"/>
                        </a:lnTo>
                        <a:lnTo>
                          <a:pt x="29" y="350"/>
                        </a:lnTo>
                        <a:lnTo>
                          <a:pt x="20" y="375"/>
                        </a:lnTo>
                        <a:lnTo>
                          <a:pt x="14" y="400"/>
                        </a:lnTo>
                        <a:lnTo>
                          <a:pt x="9" y="424"/>
                        </a:lnTo>
                        <a:lnTo>
                          <a:pt x="4" y="450"/>
                        </a:lnTo>
                        <a:lnTo>
                          <a:pt x="1" y="476"/>
                        </a:lnTo>
                        <a:lnTo>
                          <a:pt x="0" y="503"/>
                        </a:lnTo>
                        <a:lnTo>
                          <a:pt x="0" y="529"/>
                        </a:lnTo>
                        <a:lnTo>
                          <a:pt x="187" y="526"/>
                        </a:lnTo>
                        <a:lnTo>
                          <a:pt x="187" y="508"/>
                        </a:lnTo>
                        <a:lnTo>
                          <a:pt x="188" y="492"/>
                        </a:lnTo>
                        <a:lnTo>
                          <a:pt x="190" y="475"/>
                        </a:lnTo>
                        <a:lnTo>
                          <a:pt x="192" y="458"/>
                        </a:lnTo>
                        <a:lnTo>
                          <a:pt x="197" y="443"/>
                        </a:lnTo>
                        <a:lnTo>
                          <a:pt x="200" y="427"/>
                        </a:lnTo>
                        <a:lnTo>
                          <a:pt x="205" y="412"/>
                        </a:lnTo>
                        <a:lnTo>
                          <a:pt x="212" y="396"/>
                        </a:lnTo>
                        <a:lnTo>
                          <a:pt x="217" y="382"/>
                        </a:lnTo>
                        <a:lnTo>
                          <a:pt x="224" y="367"/>
                        </a:lnTo>
                        <a:lnTo>
                          <a:pt x="233" y="353"/>
                        </a:lnTo>
                        <a:lnTo>
                          <a:pt x="240" y="340"/>
                        </a:lnTo>
                        <a:lnTo>
                          <a:pt x="250" y="326"/>
                        </a:lnTo>
                        <a:lnTo>
                          <a:pt x="259" y="313"/>
                        </a:lnTo>
                        <a:lnTo>
                          <a:pt x="270" y="300"/>
                        </a:lnTo>
                        <a:lnTo>
                          <a:pt x="281" y="289"/>
                        </a:lnTo>
                        <a:lnTo>
                          <a:pt x="292" y="278"/>
                        </a:lnTo>
                        <a:lnTo>
                          <a:pt x="304" y="267"/>
                        </a:lnTo>
                        <a:lnTo>
                          <a:pt x="317" y="257"/>
                        </a:lnTo>
                        <a:lnTo>
                          <a:pt x="329" y="247"/>
                        </a:lnTo>
                        <a:lnTo>
                          <a:pt x="343" y="239"/>
                        </a:lnTo>
                        <a:lnTo>
                          <a:pt x="356" y="230"/>
                        </a:lnTo>
                        <a:lnTo>
                          <a:pt x="371" y="223"/>
                        </a:lnTo>
                        <a:lnTo>
                          <a:pt x="386" y="215"/>
                        </a:lnTo>
                        <a:lnTo>
                          <a:pt x="401" y="209"/>
                        </a:lnTo>
                        <a:lnTo>
                          <a:pt x="415" y="204"/>
                        </a:lnTo>
                        <a:lnTo>
                          <a:pt x="431" y="200"/>
                        </a:lnTo>
                        <a:lnTo>
                          <a:pt x="447" y="195"/>
                        </a:lnTo>
                        <a:lnTo>
                          <a:pt x="463" y="192"/>
                        </a:lnTo>
                        <a:lnTo>
                          <a:pt x="480" y="190"/>
                        </a:lnTo>
                        <a:lnTo>
                          <a:pt x="497" y="188"/>
                        </a:lnTo>
                        <a:lnTo>
                          <a:pt x="514" y="187"/>
                        </a:lnTo>
                        <a:lnTo>
                          <a:pt x="511" y="0"/>
                        </a:lnTo>
                        <a:close/>
                      </a:path>
                    </a:pathLst>
                  </a:custGeom>
                  <a:solidFill>
                    <a:srgbClr val="EF2B2F"/>
                  </a:solidFill>
                  <a:ln>
                    <a:noFill/>
                  </a:ln>
                </p:spPr>
                <p:txBody>
                  <a:bodyPr/>
                  <a:lstStyle/>
                  <a:p>
                    <a:pPr>
                      <a:defRPr/>
                    </a:pPr>
                    <a:endParaRPr lang="en-US" sz="1050">
                      <a:latin typeface="+mj-lt"/>
                    </a:endParaRPr>
                  </a:p>
                </p:txBody>
              </p:sp>
            </p:grpSp>
            <p:sp>
              <p:nvSpPr>
                <p:cNvPr id="41141" name="AutoShape 868">
                  <a:extLst>
                    <a:ext uri="{FF2B5EF4-FFF2-40B4-BE49-F238E27FC236}">
                      <a16:creationId xmlns="" xmlns:a16="http://schemas.microsoft.com/office/drawing/2014/main" id="{F9FAF414-4237-1EC0-DF31-3CAE1FED4DFA}"/>
                    </a:ext>
                  </a:extLst>
                </p:cNvPr>
                <p:cNvSpPr>
                  <a:spLocks noChangeArrowheads="1"/>
                </p:cNvSpPr>
                <p:nvPr/>
              </p:nvSpPr>
              <p:spPr bwMode="auto">
                <a:xfrm>
                  <a:off x="2400" y="2332"/>
                  <a:ext cx="240" cy="144"/>
                </a:xfrm>
                <a:prstGeom prst="rightArrow">
                  <a:avLst>
                    <a:gd name="adj1" fmla="val 50000"/>
                    <a:gd name="adj2" fmla="val 41667"/>
                  </a:avLst>
                </a:prstGeom>
                <a:no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ltLang="en-US" sz="1200">
                    <a:latin typeface="+mj-lt"/>
                  </a:endParaRPr>
                </a:p>
              </p:txBody>
            </p:sp>
            <p:sp>
              <p:nvSpPr>
                <p:cNvPr id="41142" name="AutoShape 869">
                  <a:extLst>
                    <a:ext uri="{FF2B5EF4-FFF2-40B4-BE49-F238E27FC236}">
                      <a16:creationId xmlns="" xmlns:a16="http://schemas.microsoft.com/office/drawing/2014/main" id="{23092C2C-E903-EE53-3278-7B45C8AA0C3D}"/>
                    </a:ext>
                  </a:extLst>
                </p:cNvPr>
                <p:cNvSpPr>
                  <a:spLocks/>
                </p:cNvSpPr>
                <p:nvPr/>
              </p:nvSpPr>
              <p:spPr bwMode="auto">
                <a:xfrm>
                  <a:off x="2352" y="2140"/>
                  <a:ext cx="332" cy="9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noFill/>
                <a:ln>
                  <a:noFill/>
                </a:ln>
              </p:spPr>
              <p:txBody>
                <a:bodyPr wrap="none" anchor="ctr"/>
                <a:lstStyle/>
                <a:p>
                  <a:pPr>
                    <a:defRPr/>
                  </a:pPr>
                  <a:endParaRPr lang="en-US" sz="1050">
                    <a:latin typeface="+mj-lt"/>
                  </a:endParaRPr>
                </a:p>
              </p:txBody>
            </p:sp>
            <p:sp>
              <p:nvSpPr>
                <p:cNvPr id="41143" name="AutoShape 870">
                  <a:extLst>
                    <a:ext uri="{FF2B5EF4-FFF2-40B4-BE49-F238E27FC236}">
                      <a16:creationId xmlns="" xmlns:a16="http://schemas.microsoft.com/office/drawing/2014/main" id="{3B11366F-4E06-18CE-DF37-91F1C09E0DAC}"/>
                    </a:ext>
                  </a:extLst>
                </p:cNvPr>
                <p:cNvSpPr>
                  <a:spLocks/>
                </p:cNvSpPr>
                <p:nvPr/>
              </p:nvSpPr>
              <p:spPr bwMode="auto">
                <a:xfrm>
                  <a:off x="4320" y="1372"/>
                  <a:ext cx="384" cy="1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noFill/>
                <a:ln>
                  <a:noFill/>
                </a:ln>
              </p:spPr>
              <p:txBody>
                <a:bodyPr wrap="none" anchor="ctr"/>
                <a:lstStyle/>
                <a:p>
                  <a:pPr>
                    <a:defRPr/>
                  </a:pPr>
                  <a:endParaRPr lang="en-US" sz="1050">
                    <a:latin typeface="+mj-lt"/>
                  </a:endParaRPr>
                </a:p>
              </p:txBody>
            </p:sp>
            <p:sp>
              <p:nvSpPr>
                <p:cNvPr id="41144" name="AutoShape 871">
                  <a:extLst>
                    <a:ext uri="{FF2B5EF4-FFF2-40B4-BE49-F238E27FC236}">
                      <a16:creationId xmlns="" xmlns:a16="http://schemas.microsoft.com/office/drawing/2014/main" id="{A7E3F25E-0279-D34D-1BD6-CD1C5C23BAB1}"/>
                    </a:ext>
                  </a:extLst>
                </p:cNvPr>
                <p:cNvSpPr>
                  <a:spLocks noChangeArrowheads="1"/>
                </p:cNvSpPr>
                <p:nvPr/>
              </p:nvSpPr>
              <p:spPr bwMode="auto">
                <a:xfrm rot="-1454120">
                  <a:off x="4991" y="2237"/>
                  <a:ext cx="148" cy="242"/>
                </a:xfrm>
                <a:prstGeom prst="downArrow">
                  <a:avLst>
                    <a:gd name="adj1" fmla="val 50000"/>
                    <a:gd name="adj2" fmla="val 42014"/>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ltLang="en-US" sz="1200">
                    <a:latin typeface="+mj-lt"/>
                  </a:endParaRPr>
                </a:p>
              </p:txBody>
            </p:sp>
            <p:sp>
              <p:nvSpPr>
                <p:cNvPr id="41145" name="AutoShape 872">
                  <a:extLst>
                    <a:ext uri="{FF2B5EF4-FFF2-40B4-BE49-F238E27FC236}">
                      <a16:creationId xmlns="" xmlns:a16="http://schemas.microsoft.com/office/drawing/2014/main" id="{5DB2DC6A-433B-2660-0349-7C17189FAF1E}"/>
                    </a:ext>
                  </a:extLst>
                </p:cNvPr>
                <p:cNvSpPr>
                  <a:spLocks noChangeArrowheads="1"/>
                </p:cNvSpPr>
                <p:nvPr/>
              </p:nvSpPr>
              <p:spPr bwMode="auto">
                <a:xfrm rot="-4949863">
                  <a:off x="4264" y="1547"/>
                  <a:ext cx="137" cy="242"/>
                </a:xfrm>
                <a:prstGeom prst="downArrow">
                  <a:avLst>
                    <a:gd name="adj1" fmla="val 50000"/>
                    <a:gd name="adj2" fmla="val 42014"/>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ltLang="en-US" sz="1200">
                    <a:latin typeface="+mj-lt"/>
                  </a:endParaRPr>
                </a:p>
              </p:txBody>
            </p:sp>
            <p:sp>
              <p:nvSpPr>
                <p:cNvPr id="41146" name="AutoShape 873">
                  <a:extLst>
                    <a:ext uri="{FF2B5EF4-FFF2-40B4-BE49-F238E27FC236}">
                      <a16:creationId xmlns="" xmlns:a16="http://schemas.microsoft.com/office/drawing/2014/main" id="{C3C49750-C230-76B7-5260-8DDD7973467A}"/>
                    </a:ext>
                  </a:extLst>
                </p:cNvPr>
                <p:cNvSpPr>
                  <a:spLocks noChangeArrowheads="1"/>
                </p:cNvSpPr>
                <p:nvPr/>
              </p:nvSpPr>
              <p:spPr bwMode="auto">
                <a:xfrm rot="2100616">
                  <a:off x="4788" y="3196"/>
                  <a:ext cx="147" cy="242"/>
                </a:xfrm>
                <a:prstGeom prst="downArrow">
                  <a:avLst>
                    <a:gd name="adj1" fmla="val 50000"/>
                    <a:gd name="adj2" fmla="val 42014"/>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ltLang="en-US" sz="1200">
                    <a:latin typeface="+mj-lt"/>
                  </a:endParaRPr>
                </a:p>
              </p:txBody>
            </p:sp>
            <p:sp>
              <p:nvSpPr>
                <p:cNvPr id="41147" name="AutoShape 874">
                  <a:extLst>
                    <a:ext uri="{FF2B5EF4-FFF2-40B4-BE49-F238E27FC236}">
                      <a16:creationId xmlns="" xmlns:a16="http://schemas.microsoft.com/office/drawing/2014/main" id="{744A6967-2CA5-3C9B-B400-AF0C12977BFF}"/>
                    </a:ext>
                  </a:extLst>
                </p:cNvPr>
                <p:cNvSpPr>
                  <a:spLocks noChangeArrowheads="1"/>
                </p:cNvSpPr>
                <p:nvPr/>
              </p:nvSpPr>
              <p:spPr bwMode="auto">
                <a:xfrm rot="6367417">
                  <a:off x="3839" y="3483"/>
                  <a:ext cx="144" cy="241"/>
                </a:xfrm>
                <a:prstGeom prst="downArrow">
                  <a:avLst>
                    <a:gd name="adj1" fmla="val 50000"/>
                    <a:gd name="adj2" fmla="val 42014"/>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ltLang="en-US" sz="1200">
                    <a:latin typeface="+mj-lt"/>
                  </a:endParaRPr>
                </a:p>
              </p:txBody>
            </p:sp>
            <p:sp>
              <p:nvSpPr>
                <p:cNvPr id="41148" name="AutoShape 875">
                  <a:extLst>
                    <a:ext uri="{FF2B5EF4-FFF2-40B4-BE49-F238E27FC236}">
                      <a16:creationId xmlns="" xmlns:a16="http://schemas.microsoft.com/office/drawing/2014/main" id="{BB3CC0FF-AB36-4292-BEA7-292ACC701D60}"/>
                    </a:ext>
                  </a:extLst>
                </p:cNvPr>
                <p:cNvSpPr>
                  <a:spLocks noChangeArrowheads="1"/>
                </p:cNvSpPr>
                <p:nvPr/>
              </p:nvSpPr>
              <p:spPr bwMode="auto">
                <a:xfrm rot="9327031">
                  <a:off x="3104" y="2882"/>
                  <a:ext cx="144" cy="242"/>
                </a:xfrm>
                <a:prstGeom prst="downArrow">
                  <a:avLst>
                    <a:gd name="adj1" fmla="val 50000"/>
                    <a:gd name="adj2" fmla="val 42014"/>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ltLang="en-US" sz="1200">
                    <a:latin typeface="+mj-lt"/>
                  </a:endParaRPr>
                </a:p>
              </p:txBody>
            </p:sp>
            <p:sp>
              <p:nvSpPr>
                <p:cNvPr id="41149" name="AutoShape 876">
                  <a:extLst>
                    <a:ext uri="{FF2B5EF4-FFF2-40B4-BE49-F238E27FC236}">
                      <a16:creationId xmlns="" xmlns:a16="http://schemas.microsoft.com/office/drawing/2014/main" id="{AC3BD0B4-BF9E-13D3-B8A2-608DFDD325EE}"/>
                    </a:ext>
                  </a:extLst>
                </p:cNvPr>
                <p:cNvSpPr>
                  <a:spLocks noChangeArrowheads="1"/>
                </p:cNvSpPr>
                <p:nvPr/>
              </p:nvSpPr>
              <p:spPr bwMode="auto">
                <a:xfrm rot="-8365194">
                  <a:off x="3304" y="1899"/>
                  <a:ext cx="144" cy="242"/>
                </a:xfrm>
                <a:prstGeom prst="downArrow">
                  <a:avLst>
                    <a:gd name="adj1" fmla="val 50000"/>
                    <a:gd name="adj2" fmla="val 42014"/>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ltLang="en-US" sz="1200">
                    <a:latin typeface="+mj-lt"/>
                  </a:endParaRPr>
                </a:p>
              </p:txBody>
            </p:sp>
            <p:sp>
              <p:nvSpPr>
                <p:cNvPr id="41150" name="AutoShape 877">
                  <a:extLst>
                    <a:ext uri="{FF2B5EF4-FFF2-40B4-BE49-F238E27FC236}">
                      <a16:creationId xmlns="" xmlns:a16="http://schemas.microsoft.com/office/drawing/2014/main" id="{F53591D1-289E-BE78-5C49-3D0272557B8A}"/>
                    </a:ext>
                  </a:extLst>
                </p:cNvPr>
                <p:cNvSpPr>
                  <a:spLocks noChangeArrowheads="1"/>
                </p:cNvSpPr>
                <p:nvPr/>
              </p:nvSpPr>
              <p:spPr bwMode="auto">
                <a:xfrm rot="-944664">
                  <a:off x="3840" y="2092"/>
                  <a:ext cx="191" cy="288"/>
                </a:xfrm>
                <a:prstGeom prst="downArrow">
                  <a:avLst>
                    <a:gd name="adj1" fmla="val 50000"/>
                    <a:gd name="adj2" fmla="val 37500"/>
                  </a:avLst>
                </a:prstGeom>
                <a:solidFill>
                  <a:srgbClr val="FF0000"/>
                </a:solidFill>
                <a:ln w="9525">
                  <a:solidFill>
                    <a:srgbClr val="FF000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ltLang="en-US" sz="1200">
                    <a:latin typeface="+mj-lt"/>
                  </a:endParaRPr>
                </a:p>
              </p:txBody>
            </p:sp>
            <p:sp>
              <p:nvSpPr>
                <p:cNvPr id="41151" name="Text Box 878">
                  <a:extLst>
                    <a:ext uri="{FF2B5EF4-FFF2-40B4-BE49-F238E27FC236}">
                      <a16:creationId xmlns="" xmlns:a16="http://schemas.microsoft.com/office/drawing/2014/main" id="{430088EF-9291-0BF0-8300-1ADBE6D34ADA}"/>
                    </a:ext>
                  </a:extLst>
                </p:cNvPr>
                <p:cNvSpPr txBox="1">
                  <a:spLocks noChangeArrowheads="1"/>
                </p:cNvSpPr>
                <p:nvPr/>
              </p:nvSpPr>
              <p:spPr bwMode="auto">
                <a:xfrm>
                  <a:off x="1144" y="2732"/>
                  <a:ext cx="914" cy="335"/>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defRPr/>
                  </a:pPr>
                  <a:r>
                    <a:rPr lang="en-US" altLang="en-US" sz="1050">
                      <a:latin typeface="+mj-lt"/>
                    </a:rPr>
                    <a:t>Binary coded Chromosome</a:t>
                  </a:r>
                </a:p>
              </p:txBody>
            </p:sp>
            <p:sp>
              <p:nvSpPr>
                <p:cNvPr id="41152" name="Text Box 879">
                  <a:extLst>
                    <a:ext uri="{FF2B5EF4-FFF2-40B4-BE49-F238E27FC236}">
                      <a16:creationId xmlns="" xmlns:a16="http://schemas.microsoft.com/office/drawing/2014/main" id="{78F42FA6-BBF7-44A0-CD36-40A012CA4F52}"/>
                    </a:ext>
                  </a:extLst>
                </p:cNvPr>
                <p:cNvSpPr txBox="1">
                  <a:spLocks noChangeArrowheads="1"/>
                </p:cNvSpPr>
                <p:nvPr/>
              </p:nvSpPr>
              <p:spPr bwMode="auto">
                <a:xfrm>
                  <a:off x="1944" y="2148"/>
                  <a:ext cx="912" cy="205"/>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defRPr/>
                  </a:pPr>
                  <a:r>
                    <a:rPr lang="en-US" altLang="en-US" sz="1050">
                      <a:latin typeface="+mj-lt"/>
                    </a:rPr>
                    <a:t>Random Pop</a:t>
                  </a:r>
                </a:p>
              </p:txBody>
            </p:sp>
            <p:sp>
              <p:nvSpPr>
                <p:cNvPr id="41153" name="Text Box 880">
                  <a:extLst>
                    <a:ext uri="{FF2B5EF4-FFF2-40B4-BE49-F238E27FC236}">
                      <a16:creationId xmlns="" xmlns:a16="http://schemas.microsoft.com/office/drawing/2014/main" id="{390B82BC-78C8-5865-24C8-7EDA40853C2C}"/>
                    </a:ext>
                  </a:extLst>
                </p:cNvPr>
                <p:cNvSpPr txBox="1">
                  <a:spLocks noChangeArrowheads="1"/>
                </p:cNvSpPr>
                <p:nvPr/>
              </p:nvSpPr>
              <p:spPr bwMode="auto">
                <a:xfrm>
                  <a:off x="3072" y="1252"/>
                  <a:ext cx="1347" cy="205"/>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defRPr/>
                  </a:pPr>
                  <a:r>
                    <a:rPr lang="en-US" altLang="en-US" sz="1050">
                      <a:latin typeface="+mj-lt"/>
                    </a:rPr>
                    <a:t>Objective Function</a:t>
                  </a:r>
                </a:p>
              </p:txBody>
            </p:sp>
            <p:sp>
              <p:nvSpPr>
                <p:cNvPr id="41154" name="Text Box 881">
                  <a:extLst>
                    <a:ext uri="{FF2B5EF4-FFF2-40B4-BE49-F238E27FC236}">
                      <a16:creationId xmlns="" xmlns:a16="http://schemas.microsoft.com/office/drawing/2014/main" id="{B1F74C63-90F3-981D-644D-C80602A7EAF6}"/>
                    </a:ext>
                  </a:extLst>
                </p:cNvPr>
                <p:cNvSpPr txBox="1">
                  <a:spLocks noChangeArrowheads="1"/>
                </p:cNvSpPr>
                <p:nvPr/>
              </p:nvSpPr>
              <p:spPr bwMode="auto">
                <a:xfrm>
                  <a:off x="4592" y="1172"/>
                  <a:ext cx="624" cy="335"/>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defRPr/>
                  </a:pPr>
                  <a:r>
                    <a:rPr lang="en-US" altLang="en-US" sz="1050">
                      <a:latin typeface="+mj-lt"/>
                    </a:rPr>
                    <a:t>Selection Operator</a:t>
                  </a:r>
                </a:p>
              </p:txBody>
            </p:sp>
            <p:sp>
              <p:nvSpPr>
                <p:cNvPr id="41155" name="Text Box 882">
                  <a:extLst>
                    <a:ext uri="{FF2B5EF4-FFF2-40B4-BE49-F238E27FC236}">
                      <a16:creationId xmlns="" xmlns:a16="http://schemas.microsoft.com/office/drawing/2014/main" id="{3176FD65-5D2F-9877-8B59-458C5EF02416}"/>
                    </a:ext>
                  </a:extLst>
                </p:cNvPr>
                <p:cNvSpPr txBox="1">
                  <a:spLocks noChangeArrowheads="1"/>
                </p:cNvSpPr>
                <p:nvPr/>
              </p:nvSpPr>
              <p:spPr bwMode="auto">
                <a:xfrm>
                  <a:off x="3984" y="3916"/>
                  <a:ext cx="1104" cy="205"/>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defRPr/>
                  </a:pPr>
                  <a:r>
                    <a:rPr lang="en-US" altLang="en-US" sz="1050">
                      <a:latin typeface="+mj-lt"/>
                    </a:rPr>
                    <a:t>X-Over Operator</a:t>
                  </a:r>
                </a:p>
              </p:txBody>
            </p:sp>
            <p:sp>
              <p:nvSpPr>
                <p:cNvPr id="41156" name="Text Box 883">
                  <a:extLst>
                    <a:ext uri="{FF2B5EF4-FFF2-40B4-BE49-F238E27FC236}">
                      <a16:creationId xmlns="" xmlns:a16="http://schemas.microsoft.com/office/drawing/2014/main" id="{D1F7B282-1A44-FC5F-ECC9-19DDB66A36AC}"/>
                    </a:ext>
                  </a:extLst>
                </p:cNvPr>
                <p:cNvSpPr txBox="1">
                  <a:spLocks noChangeArrowheads="1"/>
                </p:cNvSpPr>
                <p:nvPr/>
              </p:nvSpPr>
              <p:spPr bwMode="auto">
                <a:xfrm>
                  <a:off x="3072" y="3644"/>
                  <a:ext cx="628" cy="335"/>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defRPr/>
                  </a:pPr>
                  <a:r>
                    <a:rPr lang="en-US" altLang="en-US" sz="1050">
                      <a:latin typeface="+mj-lt"/>
                    </a:rPr>
                    <a:t>Mutation Operator</a:t>
                  </a:r>
                </a:p>
              </p:txBody>
            </p:sp>
            <p:sp>
              <p:nvSpPr>
                <p:cNvPr id="41157" name="Text Box 884">
                  <a:extLst>
                    <a:ext uri="{FF2B5EF4-FFF2-40B4-BE49-F238E27FC236}">
                      <a16:creationId xmlns="" xmlns:a16="http://schemas.microsoft.com/office/drawing/2014/main" id="{8A872881-35BD-D58E-29AB-D54E1A5DB835}"/>
                    </a:ext>
                  </a:extLst>
                </p:cNvPr>
                <p:cNvSpPr txBox="1">
                  <a:spLocks noChangeArrowheads="1"/>
                </p:cNvSpPr>
                <p:nvPr/>
              </p:nvSpPr>
              <p:spPr bwMode="auto">
                <a:xfrm>
                  <a:off x="3736" y="2984"/>
                  <a:ext cx="919" cy="205"/>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defRPr/>
                  </a:pPr>
                  <a:r>
                    <a:rPr lang="en-US" altLang="en-US" sz="1050">
                      <a:latin typeface="+mj-lt"/>
                    </a:rPr>
                    <a:t>Best Solution</a:t>
                  </a:r>
                </a:p>
              </p:txBody>
            </p:sp>
            <p:sp>
              <p:nvSpPr>
                <p:cNvPr id="41158" name="Text Box 885">
                  <a:extLst>
                    <a:ext uri="{FF2B5EF4-FFF2-40B4-BE49-F238E27FC236}">
                      <a16:creationId xmlns="" xmlns:a16="http://schemas.microsoft.com/office/drawing/2014/main" id="{1DF6C23C-A7ED-5FCA-9AAE-0B64AD6CE4DF}"/>
                    </a:ext>
                  </a:extLst>
                </p:cNvPr>
                <p:cNvSpPr txBox="1">
                  <a:spLocks noChangeArrowheads="1"/>
                </p:cNvSpPr>
                <p:nvPr/>
              </p:nvSpPr>
              <p:spPr bwMode="auto">
                <a:xfrm>
                  <a:off x="2576" y="2688"/>
                  <a:ext cx="919" cy="205"/>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defRPr/>
                  </a:pPr>
                  <a:r>
                    <a:rPr lang="en-US" altLang="en-US" sz="1050">
                      <a:latin typeface="+mj-lt"/>
                    </a:rPr>
                    <a:t>New offspring</a:t>
                  </a:r>
                </a:p>
              </p:txBody>
            </p:sp>
            <p:sp>
              <p:nvSpPr>
                <p:cNvPr id="41159" name="AutoShape 886">
                  <a:extLst>
                    <a:ext uri="{FF2B5EF4-FFF2-40B4-BE49-F238E27FC236}">
                      <a16:creationId xmlns="" xmlns:a16="http://schemas.microsoft.com/office/drawing/2014/main" id="{3053632D-ABB8-3414-8BF8-5768B705CACE}"/>
                    </a:ext>
                  </a:extLst>
                </p:cNvPr>
                <p:cNvSpPr>
                  <a:spLocks noChangeArrowheads="1"/>
                </p:cNvSpPr>
                <p:nvPr/>
              </p:nvSpPr>
              <p:spPr bwMode="auto">
                <a:xfrm>
                  <a:off x="2032" y="2380"/>
                  <a:ext cx="670" cy="192"/>
                </a:xfrm>
                <a:prstGeom prst="rightArrow">
                  <a:avLst>
                    <a:gd name="adj1" fmla="val 50000"/>
                    <a:gd name="adj2" fmla="val 87500"/>
                  </a:avLst>
                </a:prstGeom>
                <a:solidFill>
                  <a:srgbClr val="000080"/>
                </a:solidFill>
                <a:ln w="9525">
                  <a:solidFill>
                    <a:srgbClr val="000080"/>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ltLang="en-US" sz="1200">
                    <a:latin typeface="+mj-lt"/>
                  </a:endParaRPr>
                </a:p>
              </p:txBody>
            </p:sp>
          </p:grpSp>
        </p:grpSp>
        <p:sp>
          <p:nvSpPr>
            <p:cNvPr id="40964" name="Text Box 887">
              <a:extLst>
                <a:ext uri="{FF2B5EF4-FFF2-40B4-BE49-F238E27FC236}">
                  <a16:creationId xmlns="" xmlns:a16="http://schemas.microsoft.com/office/drawing/2014/main" id="{A47CB986-BA1D-66B7-398D-252C5D3C318C}"/>
                </a:ext>
              </a:extLst>
            </p:cNvPr>
            <p:cNvSpPr txBox="1">
              <a:spLocks noChangeArrowheads="1"/>
            </p:cNvSpPr>
            <p:nvPr/>
          </p:nvSpPr>
          <p:spPr bwMode="auto">
            <a:xfrm>
              <a:off x="5136" y="3168"/>
              <a:ext cx="531" cy="335"/>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defRPr/>
              </a:pPr>
              <a:r>
                <a:rPr lang="en-US" altLang="en-US" sz="1050">
                  <a:latin typeface="+mj-lt"/>
                </a:rPr>
                <a:t>Mating pool</a:t>
              </a:r>
            </a:p>
          </p:txBody>
        </p:sp>
        <p:sp>
          <p:nvSpPr>
            <p:cNvPr id="40965" name="Text Box 888">
              <a:extLst>
                <a:ext uri="{FF2B5EF4-FFF2-40B4-BE49-F238E27FC236}">
                  <a16:creationId xmlns="" xmlns:a16="http://schemas.microsoft.com/office/drawing/2014/main" id="{5CA03D7F-19D3-8511-8AAF-F42F1585240A}"/>
                </a:ext>
              </a:extLst>
            </p:cNvPr>
            <p:cNvSpPr txBox="1">
              <a:spLocks noChangeArrowheads="1"/>
            </p:cNvSpPr>
            <p:nvPr/>
          </p:nvSpPr>
          <p:spPr bwMode="auto">
            <a:xfrm>
              <a:off x="1488" y="1161"/>
              <a:ext cx="958" cy="223"/>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defRPr/>
              </a:pPr>
              <a:r>
                <a:rPr lang="en-US" altLang="en-US" sz="1200" b="1">
                  <a:latin typeface="+mj-lt"/>
                </a:rPr>
                <a:t>Simple GA</a:t>
              </a:r>
              <a:r>
                <a:rPr lang="en-US" altLang="en-US" sz="1200">
                  <a:latin typeface="+mj-lt"/>
                </a:rPr>
                <a:t> </a:t>
              </a:r>
            </a:p>
          </p:txBody>
        </p:sp>
      </p:gr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Image result for genetic algorithm scheme">
            <a:extLst>
              <a:ext uri="{FF2B5EF4-FFF2-40B4-BE49-F238E27FC236}">
                <a16:creationId xmlns="" xmlns:a16="http://schemas.microsoft.com/office/drawing/2014/main" id="{8D2C5F34-AECE-14A1-EA7F-DE55BB4BC7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1194" y="1885950"/>
            <a:ext cx="6055519" cy="2578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 xmlns:a16="http://schemas.microsoft.com/office/drawing/2014/main" id="{55E688F0-61AA-5F6D-6B41-499C70ABC60C}"/>
              </a:ext>
            </a:extLst>
          </p:cNvPr>
          <p:cNvSpPr/>
          <p:nvPr/>
        </p:nvSpPr>
        <p:spPr>
          <a:xfrm>
            <a:off x="1914525" y="1200150"/>
            <a:ext cx="5314950" cy="461665"/>
          </a:xfrm>
          <a:prstGeom prst="rect">
            <a:avLst/>
          </a:prstGeom>
        </p:spPr>
        <p:txBody>
          <a:bodyPr>
            <a:spAutoFit/>
          </a:bodyPr>
          <a:lstStyle/>
          <a:p>
            <a:pPr eaLnBrk="1" fontAlgn="auto" hangingPunct="1">
              <a:spcAft>
                <a:spcPts val="0"/>
              </a:spcAft>
              <a:defRPr/>
            </a:pPr>
            <a:r>
              <a:rPr lang="en-US" sz="2400" b="1" dirty="0">
                <a:solidFill>
                  <a:schemeClr val="bg2">
                    <a:lumMod val="50000"/>
                  </a:schemeClr>
                </a:solidFill>
                <a:latin typeface="+mj-lt"/>
                <a:cs typeface="Arial" panose="020B0604020202020204" pitchFamily="34" charset="0"/>
              </a:rPr>
              <a:t>Scheme of Genetic algorithm</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 xmlns:a16="http://schemas.microsoft.com/office/drawing/2014/main" id="{762B2BDF-1E2D-1718-0AB5-179BFA117622}"/>
              </a:ext>
            </a:extLst>
          </p:cNvPr>
          <p:cNvSpPr>
            <a:spLocks noGrp="1"/>
          </p:cNvSpPr>
          <p:nvPr>
            <p:ph type="title" idx="4294967295"/>
          </p:nvPr>
        </p:nvSpPr>
        <p:spPr>
          <a:xfrm>
            <a:off x="3067050" y="1085850"/>
            <a:ext cx="6076950" cy="1085850"/>
          </a:xfrm>
        </p:spPr>
        <p:txBody>
          <a:bodyPr/>
          <a:lstStyle/>
          <a:p>
            <a:pPr algn="l"/>
            <a:r>
              <a:rPr lang="en-US" altLang="en-US">
                <a:solidFill>
                  <a:srgbClr val="0033CC"/>
                </a:solidFill>
                <a:cs typeface="Arial" panose="020B0604020202020204" pitchFamily="34" charset="0"/>
              </a:rPr>
              <a:t/>
            </a:r>
            <a:br>
              <a:rPr lang="en-US" altLang="en-US">
                <a:solidFill>
                  <a:srgbClr val="0033CC"/>
                </a:solidFill>
                <a:cs typeface="Arial" panose="020B0604020202020204" pitchFamily="34" charset="0"/>
              </a:rPr>
            </a:br>
            <a:r>
              <a:rPr lang="en-US" altLang="en-US" sz="2700" b="1">
                <a:solidFill>
                  <a:srgbClr val="0033CC"/>
                </a:solidFill>
                <a:cs typeface="Arial" panose="020B0604020202020204" pitchFamily="34" charset="0"/>
              </a:rPr>
              <a:t>Simulated Annealing</a:t>
            </a:r>
            <a:r>
              <a:rPr lang="en-US" altLang="en-US">
                <a:solidFill>
                  <a:srgbClr val="0033CC"/>
                </a:solidFill>
                <a:cs typeface="Arial" panose="020B0604020202020204" pitchFamily="34" charset="0"/>
              </a:rPr>
              <a:t/>
            </a:r>
            <a:br>
              <a:rPr lang="en-US" altLang="en-US">
                <a:solidFill>
                  <a:srgbClr val="0033CC"/>
                </a:solidFill>
                <a:cs typeface="Arial" panose="020B0604020202020204" pitchFamily="34" charset="0"/>
              </a:rPr>
            </a:br>
            <a:r>
              <a:rPr lang="en-US" altLang="en-US">
                <a:solidFill>
                  <a:srgbClr val="0033CC"/>
                </a:solidFill>
                <a:cs typeface="Arial" panose="020B0604020202020204" pitchFamily="34" charset="0"/>
              </a:rPr>
              <a:t/>
            </a:r>
            <a:br>
              <a:rPr lang="en-US" altLang="en-US">
                <a:solidFill>
                  <a:srgbClr val="0033CC"/>
                </a:solidFill>
                <a:cs typeface="Arial" panose="020B0604020202020204" pitchFamily="34" charset="0"/>
              </a:rPr>
            </a:br>
            <a:r>
              <a:rPr lang="en-US" altLang="en-US">
                <a:solidFill>
                  <a:srgbClr val="0033CC"/>
                </a:solidFill>
                <a:cs typeface="Arial" panose="020B0604020202020204" pitchFamily="34" charset="0"/>
              </a:rPr>
              <a:t>Annealing</a:t>
            </a:r>
          </a:p>
        </p:txBody>
      </p:sp>
      <p:sp>
        <p:nvSpPr>
          <p:cNvPr id="12291" name="Rectangle 3">
            <a:extLst>
              <a:ext uri="{FF2B5EF4-FFF2-40B4-BE49-F238E27FC236}">
                <a16:creationId xmlns="" xmlns:a16="http://schemas.microsoft.com/office/drawing/2014/main" id="{A71F2AD8-76CC-AB16-957A-A6EFD2167DC4}"/>
              </a:ext>
            </a:extLst>
          </p:cNvPr>
          <p:cNvSpPr>
            <a:spLocks noGrp="1" noChangeArrowheads="1"/>
          </p:cNvSpPr>
          <p:nvPr>
            <p:ph type="body" idx="4294967295"/>
          </p:nvPr>
        </p:nvSpPr>
        <p:spPr>
          <a:xfrm>
            <a:off x="2125266" y="2171700"/>
            <a:ext cx="7018734" cy="3429000"/>
          </a:xfrm>
        </p:spPr>
        <p:txBody>
          <a:bodyPr/>
          <a:lstStyle/>
          <a:p>
            <a:pPr>
              <a:lnSpc>
                <a:spcPct val="80000"/>
              </a:lnSpc>
              <a:spcAft>
                <a:spcPts val="450"/>
              </a:spcAft>
              <a:defRPr/>
            </a:pPr>
            <a:r>
              <a:rPr lang="en-US" altLang="en-US" sz="2100" dirty="0">
                <a:latin typeface="+mj-lt"/>
                <a:cs typeface="Arial" panose="020B0604020202020204" pitchFamily="34" charset="0"/>
              </a:rPr>
              <a:t>Annealing is a thermal process for obtaining low energy states of a solid in a heat bath.</a:t>
            </a:r>
          </a:p>
          <a:p>
            <a:pPr>
              <a:lnSpc>
                <a:spcPct val="80000"/>
              </a:lnSpc>
              <a:spcAft>
                <a:spcPts val="450"/>
              </a:spcAft>
              <a:defRPr/>
            </a:pPr>
            <a:r>
              <a:rPr lang="en-US" altLang="en-US" sz="2100" dirty="0">
                <a:latin typeface="+mj-lt"/>
                <a:cs typeface="Arial" panose="020B0604020202020204" pitchFamily="34" charset="0"/>
              </a:rPr>
              <a:t>The process contains two steps:</a:t>
            </a:r>
          </a:p>
          <a:p>
            <a:pPr lvl="1">
              <a:lnSpc>
                <a:spcPct val="80000"/>
              </a:lnSpc>
              <a:spcAft>
                <a:spcPts val="450"/>
              </a:spcAft>
              <a:defRPr/>
            </a:pPr>
            <a:r>
              <a:rPr lang="en-US" altLang="en-US" sz="1800" dirty="0">
                <a:latin typeface="+mj-lt"/>
                <a:cs typeface="Arial" panose="020B0604020202020204" pitchFamily="34" charset="0"/>
              </a:rPr>
              <a:t>Increase the temperature of the heat bath to a maximum value at which the solid melts.</a:t>
            </a:r>
          </a:p>
          <a:p>
            <a:pPr lvl="1">
              <a:lnSpc>
                <a:spcPct val="80000"/>
              </a:lnSpc>
              <a:spcAft>
                <a:spcPts val="450"/>
              </a:spcAft>
              <a:defRPr/>
            </a:pPr>
            <a:r>
              <a:rPr lang="en-US" altLang="en-US" sz="1800" dirty="0">
                <a:latin typeface="+mj-lt"/>
                <a:cs typeface="Arial" panose="020B0604020202020204" pitchFamily="34" charset="0"/>
              </a:rPr>
              <a:t>Decrease carefully the temperature of the heat bath until the particles arrange themselves in the ground state of the solid. Ground state is a minimum energy state of the solid.</a:t>
            </a:r>
          </a:p>
          <a:p>
            <a:pPr>
              <a:lnSpc>
                <a:spcPct val="80000"/>
              </a:lnSpc>
              <a:spcAft>
                <a:spcPts val="450"/>
              </a:spcAft>
              <a:defRPr/>
            </a:pPr>
            <a:r>
              <a:rPr lang="en-US" altLang="en-US" sz="2100" dirty="0">
                <a:latin typeface="+mj-lt"/>
                <a:cs typeface="Arial" panose="020B0604020202020204" pitchFamily="34" charset="0"/>
              </a:rPr>
              <a:t>The ground state of the solid is obtained only if the maximum temperature is high enough and the cooling is done slowly.</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 xmlns:a16="http://schemas.microsoft.com/office/drawing/2014/main" id="{53DFB737-24E6-5D02-2797-1C0256E92071}"/>
              </a:ext>
            </a:extLst>
          </p:cNvPr>
          <p:cNvSpPr>
            <a:spLocks noGrp="1"/>
          </p:cNvSpPr>
          <p:nvPr>
            <p:ph type="title" idx="4294967295"/>
          </p:nvPr>
        </p:nvSpPr>
        <p:spPr>
          <a:xfrm>
            <a:off x="2353866" y="1028700"/>
            <a:ext cx="6790134" cy="569119"/>
          </a:xfrm>
        </p:spPr>
        <p:txBody>
          <a:bodyPr/>
          <a:lstStyle/>
          <a:p>
            <a:pPr algn="l"/>
            <a:r>
              <a:rPr lang="en-US" altLang="en-US" b="1">
                <a:solidFill>
                  <a:srgbClr val="0033CC"/>
                </a:solidFill>
                <a:cs typeface="Arial" panose="020B0604020202020204" pitchFamily="34" charset="0"/>
              </a:rPr>
              <a:t>Simulated Annealing</a:t>
            </a:r>
          </a:p>
        </p:txBody>
      </p:sp>
      <p:sp>
        <p:nvSpPr>
          <p:cNvPr id="13315" name="Rectangle 3">
            <a:extLst>
              <a:ext uri="{FF2B5EF4-FFF2-40B4-BE49-F238E27FC236}">
                <a16:creationId xmlns="" xmlns:a16="http://schemas.microsoft.com/office/drawing/2014/main" id="{F8FA267A-93C2-140E-9854-CF60C3B190CF}"/>
              </a:ext>
            </a:extLst>
          </p:cNvPr>
          <p:cNvSpPr>
            <a:spLocks noGrp="1" noChangeArrowheads="1"/>
          </p:cNvSpPr>
          <p:nvPr>
            <p:ph type="body" idx="4294967295"/>
          </p:nvPr>
        </p:nvSpPr>
        <p:spPr>
          <a:xfrm>
            <a:off x="2353866" y="2002631"/>
            <a:ext cx="6790134" cy="3429000"/>
          </a:xfrm>
        </p:spPr>
        <p:txBody>
          <a:bodyPr/>
          <a:lstStyle/>
          <a:p>
            <a:pPr>
              <a:lnSpc>
                <a:spcPct val="80000"/>
              </a:lnSpc>
              <a:spcAft>
                <a:spcPts val="900"/>
              </a:spcAft>
              <a:defRPr/>
            </a:pPr>
            <a:r>
              <a:rPr lang="en-US" altLang="en-US" sz="2100" dirty="0">
                <a:latin typeface="+mj-lt"/>
                <a:cs typeface="Arial" panose="020B0604020202020204" pitchFamily="34" charset="0"/>
              </a:rPr>
              <a:t>The process of annealing can be simulated with the Metropolis algorithm, which is based on Monte Carlo techniques.</a:t>
            </a:r>
          </a:p>
          <a:p>
            <a:pPr>
              <a:lnSpc>
                <a:spcPct val="80000"/>
              </a:lnSpc>
              <a:spcAft>
                <a:spcPts val="900"/>
              </a:spcAft>
              <a:defRPr/>
            </a:pPr>
            <a:r>
              <a:rPr lang="en-US" altLang="en-US" sz="2100" dirty="0">
                <a:latin typeface="+mj-lt"/>
                <a:cs typeface="Arial" panose="020B0604020202020204" pitchFamily="34" charset="0"/>
              </a:rPr>
              <a:t>We can apply this algorithm to generate a solution to combinatorial optimization problems assuming an analogy between them and physical many-particle systems with the following equivalences:</a:t>
            </a:r>
          </a:p>
          <a:p>
            <a:pPr lvl="1">
              <a:lnSpc>
                <a:spcPct val="80000"/>
              </a:lnSpc>
              <a:spcAft>
                <a:spcPts val="900"/>
              </a:spcAft>
              <a:defRPr/>
            </a:pPr>
            <a:r>
              <a:rPr lang="en-US" altLang="en-US" sz="1800" dirty="0">
                <a:latin typeface="+mj-lt"/>
                <a:cs typeface="Arial" panose="020B0604020202020204" pitchFamily="34" charset="0"/>
              </a:rPr>
              <a:t>Solutions in the problem are equivalent to states in a physical system.</a:t>
            </a:r>
          </a:p>
          <a:p>
            <a:pPr lvl="1">
              <a:lnSpc>
                <a:spcPct val="80000"/>
              </a:lnSpc>
              <a:spcAft>
                <a:spcPts val="900"/>
              </a:spcAft>
              <a:defRPr/>
            </a:pPr>
            <a:r>
              <a:rPr lang="en-US" altLang="en-US" sz="1800" dirty="0">
                <a:latin typeface="+mj-lt"/>
                <a:cs typeface="Arial" panose="020B0604020202020204" pitchFamily="34" charset="0"/>
              </a:rPr>
              <a:t>The cost of a solution is equivalent to the “energy” of a state.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a:extLst>
              <a:ext uri="{FF2B5EF4-FFF2-40B4-BE49-F238E27FC236}">
                <a16:creationId xmlns="" xmlns:a16="http://schemas.microsoft.com/office/drawing/2014/main" id="{247C5E75-6706-4469-541D-48DAC666BEC9}"/>
              </a:ext>
            </a:extLst>
          </p:cNvPr>
          <p:cNvSpPr>
            <a:spLocks noGrp="1" noChangeArrowheads="1"/>
          </p:cNvSpPr>
          <p:nvPr>
            <p:ph type="body" idx="4294967295"/>
          </p:nvPr>
        </p:nvSpPr>
        <p:spPr>
          <a:xfrm>
            <a:off x="2239566" y="2002631"/>
            <a:ext cx="6904434" cy="3429000"/>
          </a:xfrm>
        </p:spPr>
        <p:txBody>
          <a:bodyPr/>
          <a:lstStyle/>
          <a:p>
            <a:pPr>
              <a:lnSpc>
                <a:spcPct val="90000"/>
              </a:lnSpc>
              <a:spcAft>
                <a:spcPts val="900"/>
              </a:spcAft>
              <a:defRPr/>
            </a:pPr>
            <a:r>
              <a:rPr lang="en-US" altLang="en-US" sz="1800" dirty="0">
                <a:latin typeface="+mj-lt"/>
                <a:cs typeface="Arial" panose="020B0604020202020204" pitchFamily="34" charset="0"/>
              </a:rPr>
              <a:t>To apply simulated annealing with  optimization purposes we require the following:</a:t>
            </a:r>
          </a:p>
          <a:p>
            <a:pPr lvl="1">
              <a:lnSpc>
                <a:spcPct val="90000"/>
              </a:lnSpc>
              <a:spcAft>
                <a:spcPts val="900"/>
              </a:spcAft>
              <a:defRPr/>
            </a:pPr>
            <a:r>
              <a:rPr lang="en-US" altLang="en-US" sz="1500" dirty="0">
                <a:latin typeface="+mj-lt"/>
                <a:cs typeface="Arial" panose="020B0604020202020204" pitchFamily="34" charset="0"/>
              </a:rPr>
              <a:t>A successor function that returns a “close” neighboring solution given the actual one. This will work as the “disturbance” for the particles of the system.</a:t>
            </a:r>
          </a:p>
          <a:p>
            <a:pPr lvl="1">
              <a:lnSpc>
                <a:spcPct val="90000"/>
              </a:lnSpc>
              <a:spcAft>
                <a:spcPts val="900"/>
              </a:spcAft>
              <a:defRPr/>
            </a:pPr>
            <a:r>
              <a:rPr lang="en-US" altLang="en-US" sz="1500" dirty="0">
                <a:latin typeface="+mj-lt"/>
                <a:cs typeface="Arial" panose="020B0604020202020204" pitchFamily="34" charset="0"/>
              </a:rPr>
              <a:t>A target function to optimize that depends on the current state of the system. This function will work as the energy of the system.</a:t>
            </a:r>
          </a:p>
          <a:p>
            <a:pPr>
              <a:lnSpc>
                <a:spcPct val="90000"/>
              </a:lnSpc>
              <a:spcAft>
                <a:spcPts val="900"/>
              </a:spcAft>
              <a:defRPr/>
            </a:pPr>
            <a:r>
              <a:rPr lang="en-US" altLang="en-US" sz="1800" dirty="0">
                <a:latin typeface="+mj-lt"/>
                <a:cs typeface="Arial" panose="020B0604020202020204" pitchFamily="34" charset="0"/>
              </a:rPr>
              <a:t>The search is started with a randomized state. In a polling loop we will move to neighboring states always accepting the moves that decrease the energy while only accepting bad moves accordingly to a probability distribution dependent on the “temperature” of the system. </a:t>
            </a:r>
          </a:p>
        </p:txBody>
      </p:sp>
      <p:sp>
        <p:nvSpPr>
          <p:cNvPr id="35843" name="Rectangle 2">
            <a:extLst>
              <a:ext uri="{FF2B5EF4-FFF2-40B4-BE49-F238E27FC236}">
                <a16:creationId xmlns="" xmlns:a16="http://schemas.microsoft.com/office/drawing/2014/main" id="{60F75279-53CB-9BB7-25F8-558CABEE01B3}"/>
              </a:ext>
            </a:extLst>
          </p:cNvPr>
          <p:cNvSpPr txBox="1">
            <a:spLocks noChangeArrowheads="1"/>
          </p:cNvSpPr>
          <p:nvPr/>
        </p:nvSpPr>
        <p:spPr bwMode="auto">
          <a:xfrm>
            <a:off x="1744266" y="1028700"/>
            <a:ext cx="6790134" cy="569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85000"/>
              <a:buFont typeface="Wingdings 2" panose="05020102010507070707" pitchFamily="18" charset="2"/>
              <a:buChar char=""/>
              <a:defRPr sz="2700">
                <a:solidFill>
                  <a:schemeClr val="tx1"/>
                </a:solidFill>
                <a:latin typeface="Georgia" panose="02040502050405020303" pitchFamily="18" charset="0"/>
              </a:defRPr>
            </a:lvl1pPr>
            <a:lvl2pPr marL="547688" indent="-273050">
              <a:spcBef>
                <a:spcPct val="20000"/>
              </a:spcBef>
              <a:buClr>
                <a:schemeClr val="accent2"/>
              </a:buClr>
              <a:buSzPct val="70000"/>
              <a:buFont typeface="Wingdings" panose="05000000000000000000" pitchFamily="2" charset="2"/>
              <a:buChar char=""/>
              <a:defRPr sz="2200">
                <a:solidFill>
                  <a:schemeClr val="tx2"/>
                </a:solidFill>
                <a:latin typeface="Georgia" panose="02040502050405020303" pitchFamily="18" charset="0"/>
              </a:defRPr>
            </a:lvl2pPr>
            <a:lvl3pPr marL="822325" indent="-228600">
              <a:spcBef>
                <a:spcPct val="20000"/>
              </a:spcBef>
              <a:buClr>
                <a:srgbClr val="8CADAE"/>
              </a:buClr>
              <a:buSzPct val="75000"/>
              <a:buFont typeface="Wingdings 2" panose="05020102010507070707" pitchFamily="18" charset="2"/>
              <a:buChar char=""/>
              <a:defRPr sz="2000">
                <a:solidFill>
                  <a:schemeClr val="tx1"/>
                </a:solidFill>
                <a:latin typeface="Georgia" panose="02040502050405020303" pitchFamily="18" charset="0"/>
              </a:defRPr>
            </a:lvl3pPr>
            <a:lvl4pPr marL="1096963" indent="-228600">
              <a:spcBef>
                <a:spcPct val="20000"/>
              </a:spcBef>
              <a:buClr>
                <a:srgbClr val="8C7B70"/>
              </a:buClr>
              <a:buSzPct val="70000"/>
              <a:buFont typeface="Wingdings" panose="05000000000000000000" pitchFamily="2" charset="2"/>
              <a:buChar char=""/>
              <a:defRPr sz="2000">
                <a:solidFill>
                  <a:schemeClr val="tx2"/>
                </a:solidFill>
                <a:latin typeface="Georgia" panose="02040502050405020303" pitchFamily="18" charset="0"/>
              </a:defRPr>
            </a:lvl4pPr>
            <a:lvl5pPr marL="1371600" indent="-228600">
              <a:spcBef>
                <a:spcPct val="20000"/>
              </a:spcBef>
              <a:buClr>
                <a:srgbClr val="8FB08C"/>
              </a:buClr>
              <a:buChar char="•"/>
              <a:defRPr sz="2000">
                <a:solidFill>
                  <a:schemeClr val="tx1"/>
                </a:solidFill>
                <a:latin typeface="Georgia" panose="02040502050405020303" pitchFamily="18" charset="0"/>
              </a:defRPr>
            </a:lvl5pPr>
            <a:lvl6pPr marL="18288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6pPr>
            <a:lvl7pPr marL="22860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7pPr>
            <a:lvl8pPr marL="27432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8pPr>
            <a:lvl9pPr marL="32004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9pPr>
          </a:lstStyle>
          <a:p>
            <a:pPr defTabSz="685800">
              <a:spcBef>
                <a:spcPct val="0"/>
              </a:spcBef>
              <a:buClrTx/>
              <a:buSzTx/>
              <a:buNone/>
            </a:pPr>
            <a:r>
              <a:rPr kumimoji="0" lang="en-US" altLang="en-US" sz="2475" b="1">
                <a:solidFill>
                  <a:srgbClr val="0033CC"/>
                </a:solidFill>
                <a:ea typeface="+mn-ea"/>
                <a:cs typeface="Arial" panose="020B0604020202020204" pitchFamily="34" charset="0"/>
              </a:rPr>
              <a:t>Simulated Annealing</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a:extLst>
              <a:ext uri="{FF2B5EF4-FFF2-40B4-BE49-F238E27FC236}">
                <a16:creationId xmlns="" xmlns:a16="http://schemas.microsoft.com/office/drawing/2014/main" id="{EA7C2749-B320-C32C-788C-FC6EF62CE480}"/>
              </a:ext>
            </a:extLst>
          </p:cNvPr>
          <p:cNvSpPr>
            <a:spLocks noGrp="1" noChangeArrowheads="1"/>
          </p:cNvSpPr>
          <p:nvPr>
            <p:ph type="body" idx="4294967295"/>
          </p:nvPr>
        </p:nvSpPr>
        <p:spPr>
          <a:xfrm>
            <a:off x="3143250" y="2977754"/>
            <a:ext cx="6000750" cy="902494"/>
          </a:xfrm>
        </p:spPr>
        <p:txBody>
          <a:bodyPr/>
          <a:lstStyle/>
          <a:p>
            <a:pPr>
              <a:lnSpc>
                <a:spcPct val="90000"/>
              </a:lnSpc>
              <a:defRPr/>
            </a:pPr>
            <a:r>
              <a:rPr lang="en-US" altLang="en-US" sz="1800" dirty="0">
                <a:latin typeface="+mj-lt"/>
              </a:rPr>
              <a:t>The distribution used to decide if we accept a bad movement is know as </a:t>
            </a:r>
            <a:r>
              <a:rPr lang="en-US" altLang="en-US" sz="1800" dirty="0" err="1">
                <a:latin typeface="+mj-lt"/>
              </a:rPr>
              <a:t>Boltzman</a:t>
            </a:r>
            <a:r>
              <a:rPr lang="en-US" altLang="en-US" sz="1800" dirty="0">
                <a:latin typeface="+mj-lt"/>
              </a:rPr>
              <a:t> distribution.</a:t>
            </a:r>
          </a:p>
          <a:p>
            <a:pPr>
              <a:lnSpc>
                <a:spcPct val="90000"/>
              </a:lnSpc>
              <a:buFont typeface="Wingdings" panose="05000000000000000000" pitchFamily="2" charset="2"/>
              <a:buNone/>
              <a:defRPr/>
            </a:pPr>
            <a:endParaRPr lang="en-US" altLang="en-US" sz="1800" dirty="0">
              <a:latin typeface="+mj-lt"/>
            </a:endParaRPr>
          </a:p>
          <a:p>
            <a:pPr>
              <a:lnSpc>
                <a:spcPct val="90000"/>
              </a:lnSpc>
              <a:defRPr/>
            </a:pPr>
            <a:endParaRPr lang="en-US" altLang="en-US" sz="1800" dirty="0">
              <a:latin typeface="+mj-lt"/>
            </a:endParaRPr>
          </a:p>
        </p:txBody>
      </p:sp>
      <p:sp>
        <p:nvSpPr>
          <p:cNvPr id="15365" name="Text Box 5">
            <a:extLst>
              <a:ext uri="{FF2B5EF4-FFF2-40B4-BE49-F238E27FC236}">
                <a16:creationId xmlns="" xmlns:a16="http://schemas.microsoft.com/office/drawing/2014/main" id="{DA87B331-5818-3B94-99E8-EDD5E9C2A81C}"/>
              </a:ext>
            </a:extLst>
          </p:cNvPr>
          <p:cNvSpPr txBox="1">
            <a:spLocks noChangeArrowheads="1"/>
          </p:cNvSpPr>
          <p:nvPr/>
        </p:nvSpPr>
        <p:spPr bwMode="auto">
          <a:xfrm>
            <a:off x="1600200" y="2000250"/>
            <a:ext cx="6515100" cy="923330"/>
          </a:xfrm>
          <a:prstGeom prst="rect">
            <a:avLst/>
          </a:prstGeom>
          <a:noFill/>
          <a:ln>
            <a:noFill/>
          </a:ln>
          <a:effectLst/>
        </p:spPr>
        <p:txBody>
          <a:bodyPr>
            <a:spAutoFit/>
          </a:bodyPr>
          <a:lstStyle/>
          <a:p>
            <a:pPr defTabSz="685800" eaLnBrk="1" hangingPunct="1">
              <a:spcBef>
                <a:spcPct val="20000"/>
              </a:spcBef>
              <a:buClr>
                <a:srgbClr val="ACCBF9"/>
              </a:buClr>
              <a:buSzPct val="70000"/>
              <a:buFont typeface="Wingdings" panose="05000000000000000000" pitchFamily="2" charset="2"/>
              <a:buChar char="o"/>
              <a:defRPr/>
            </a:pPr>
            <a:r>
              <a:rPr kumimoji="0" lang="en-US" altLang="en-US" sz="1800" dirty="0">
                <a:solidFill>
                  <a:prstClr val="black"/>
                </a:solidFill>
                <a:latin typeface="Georgia"/>
                <a:ea typeface="+mn-ea"/>
              </a:rPr>
              <a:t> Decrease the temperature slowly, accepting less bad moves at each temperature level until at very low temperatures the algorithm becomes a greedy hill-climbing algorithm.</a:t>
            </a:r>
          </a:p>
        </p:txBody>
      </p:sp>
      <p:sp>
        <p:nvSpPr>
          <p:cNvPr id="15367" name="Rectangle 7">
            <a:extLst>
              <a:ext uri="{FF2B5EF4-FFF2-40B4-BE49-F238E27FC236}">
                <a16:creationId xmlns="" xmlns:a16="http://schemas.microsoft.com/office/drawing/2014/main" id="{C7D70626-5A14-F447-DAB9-653390C0E1EB}"/>
              </a:ext>
            </a:extLst>
          </p:cNvPr>
          <p:cNvSpPr>
            <a:spLocks noChangeArrowheads="1"/>
          </p:cNvSpPr>
          <p:nvPr/>
        </p:nvSpPr>
        <p:spPr bwMode="auto">
          <a:xfrm>
            <a:off x="1600200" y="3714750"/>
            <a:ext cx="6515100" cy="1028700"/>
          </a:xfrm>
          <a:prstGeom prst="rect">
            <a:avLst/>
          </a:prstGeom>
          <a:noFill/>
          <a:ln>
            <a:noFill/>
          </a:ln>
          <a:effectLst/>
        </p:spPr>
        <p:txBody>
          <a:bodyPr/>
          <a:lstStyle>
            <a:lvl1pPr marL="469900" indent="-469900">
              <a:spcBef>
                <a:spcPct val="20000"/>
              </a:spcBef>
              <a:buClr>
                <a:schemeClr val="bg2"/>
              </a:buClr>
              <a:buSzPct val="70000"/>
              <a:buFont typeface="Wingdings" panose="05000000000000000000" pitchFamily="2" charset="2"/>
              <a:buChar char="o"/>
              <a:defRPr sz="3200">
                <a:solidFill>
                  <a:schemeClr val="tx1"/>
                </a:solidFill>
                <a:latin typeface="Times New Roman" panose="02020603050405020304" pitchFamily="18" charset="0"/>
              </a:defRPr>
            </a:lvl1pPr>
            <a:lvl2pPr marL="908050" indent="-436563">
              <a:spcBef>
                <a:spcPct val="20000"/>
              </a:spcBef>
              <a:buClr>
                <a:schemeClr val="accent2"/>
              </a:buClr>
              <a:buSzPct val="75000"/>
              <a:buFont typeface="Wingdings" panose="05000000000000000000" pitchFamily="2" charset="2"/>
              <a:buChar char="n"/>
              <a:defRPr sz="2800">
                <a:solidFill>
                  <a:schemeClr val="tx1"/>
                </a:solidFill>
                <a:latin typeface="Times New Roman" panose="02020603050405020304" pitchFamily="18" charset="0"/>
              </a:defRPr>
            </a:lvl2pPr>
            <a:lvl3pPr marL="1377950" indent="-468313">
              <a:spcBef>
                <a:spcPct val="20000"/>
              </a:spcBef>
              <a:buClr>
                <a:schemeClr val="bg2"/>
              </a:buClr>
              <a:buSzPct val="65000"/>
              <a:buFont typeface="Wingdings" panose="05000000000000000000" pitchFamily="2" charset="2"/>
              <a:buChar char="o"/>
              <a:defRPr sz="2400">
                <a:solidFill>
                  <a:schemeClr val="tx1"/>
                </a:solidFill>
                <a:latin typeface="Times New Roman" panose="02020603050405020304" pitchFamily="18" charset="0"/>
              </a:defRPr>
            </a:lvl3pPr>
            <a:lvl4pPr marL="1827213" indent="-438150">
              <a:spcBef>
                <a:spcPct val="20000"/>
              </a:spcBef>
              <a:buClr>
                <a:schemeClr val="accent2"/>
              </a:buClr>
              <a:buSzPct val="75000"/>
              <a:buFont typeface="Wingdings" panose="05000000000000000000" pitchFamily="2" charset="2"/>
              <a:buChar char="n"/>
              <a:defRPr sz="2000">
                <a:solidFill>
                  <a:schemeClr val="tx1"/>
                </a:solidFill>
                <a:latin typeface="Times New Roman" panose="02020603050405020304" pitchFamily="18" charset="0"/>
              </a:defRPr>
            </a:lvl4pPr>
            <a:lvl5pPr marL="2297113" indent="-468313">
              <a:spcBef>
                <a:spcPct val="20000"/>
              </a:spcBef>
              <a:buClr>
                <a:schemeClr val="accent1"/>
              </a:buClr>
              <a:buSzPct val="50000"/>
              <a:buFont typeface="Wingdings" panose="05000000000000000000" pitchFamily="2" charset="2"/>
              <a:buChar char="o"/>
              <a:defRPr sz="2000">
                <a:solidFill>
                  <a:schemeClr val="tx1"/>
                </a:solidFill>
                <a:latin typeface="Times New Roman" panose="02020603050405020304" pitchFamily="18" charset="0"/>
              </a:defRPr>
            </a:lvl5pPr>
            <a:lvl6pPr marL="2754313" indent="-468313" fontAlgn="base">
              <a:spcBef>
                <a:spcPct val="20000"/>
              </a:spcBef>
              <a:spcAft>
                <a:spcPct val="0"/>
              </a:spcAft>
              <a:buClr>
                <a:schemeClr val="accent1"/>
              </a:buClr>
              <a:buSzPct val="50000"/>
              <a:buFont typeface="Wingdings" panose="05000000000000000000" pitchFamily="2" charset="2"/>
              <a:buChar char="o"/>
              <a:defRPr sz="2000">
                <a:solidFill>
                  <a:schemeClr val="tx1"/>
                </a:solidFill>
                <a:latin typeface="Times New Roman" panose="02020603050405020304" pitchFamily="18" charset="0"/>
              </a:defRPr>
            </a:lvl6pPr>
            <a:lvl7pPr marL="3211513" indent="-468313" fontAlgn="base">
              <a:spcBef>
                <a:spcPct val="20000"/>
              </a:spcBef>
              <a:spcAft>
                <a:spcPct val="0"/>
              </a:spcAft>
              <a:buClr>
                <a:schemeClr val="accent1"/>
              </a:buClr>
              <a:buSzPct val="50000"/>
              <a:buFont typeface="Wingdings" panose="05000000000000000000" pitchFamily="2" charset="2"/>
              <a:buChar char="o"/>
              <a:defRPr sz="2000">
                <a:solidFill>
                  <a:schemeClr val="tx1"/>
                </a:solidFill>
                <a:latin typeface="Times New Roman" panose="02020603050405020304" pitchFamily="18" charset="0"/>
              </a:defRPr>
            </a:lvl7pPr>
            <a:lvl8pPr marL="3668713" indent="-468313" fontAlgn="base">
              <a:spcBef>
                <a:spcPct val="20000"/>
              </a:spcBef>
              <a:spcAft>
                <a:spcPct val="0"/>
              </a:spcAft>
              <a:buClr>
                <a:schemeClr val="accent1"/>
              </a:buClr>
              <a:buSzPct val="50000"/>
              <a:buFont typeface="Wingdings" panose="05000000000000000000" pitchFamily="2" charset="2"/>
              <a:buChar char="o"/>
              <a:defRPr sz="2000">
                <a:solidFill>
                  <a:schemeClr val="tx1"/>
                </a:solidFill>
                <a:latin typeface="Times New Roman" panose="02020603050405020304" pitchFamily="18" charset="0"/>
              </a:defRPr>
            </a:lvl8pPr>
            <a:lvl9pPr marL="4125913" indent="-468313" fontAlgn="base">
              <a:spcBef>
                <a:spcPct val="20000"/>
              </a:spcBef>
              <a:spcAft>
                <a:spcPct val="0"/>
              </a:spcAft>
              <a:buClr>
                <a:schemeClr val="accent1"/>
              </a:buClr>
              <a:buSzPct val="50000"/>
              <a:buFont typeface="Wingdings" panose="05000000000000000000" pitchFamily="2" charset="2"/>
              <a:buChar char="o"/>
              <a:defRPr sz="2000">
                <a:solidFill>
                  <a:schemeClr val="tx1"/>
                </a:solidFill>
                <a:latin typeface="Times New Roman" panose="02020603050405020304" pitchFamily="18" charset="0"/>
              </a:defRPr>
            </a:lvl9pPr>
          </a:lstStyle>
          <a:p>
            <a:pPr marL="352425" indent="-352425" defTabSz="685800" eaLnBrk="1" hangingPunct="1">
              <a:lnSpc>
                <a:spcPct val="90000"/>
              </a:lnSpc>
              <a:buClr>
                <a:srgbClr val="ACCBF9"/>
              </a:buClr>
              <a:defRPr/>
            </a:pPr>
            <a:r>
              <a:rPr kumimoji="0" lang="en-US" altLang="en-US" sz="1800" dirty="0">
                <a:solidFill>
                  <a:prstClr val="black"/>
                </a:solidFill>
                <a:latin typeface="Georgia"/>
                <a:ea typeface="+mn-ea"/>
                <a:cs typeface="Arial" panose="020B0604020202020204" pitchFamily="34" charset="0"/>
              </a:rPr>
              <a:t>This distribution is very well known is in solid physics and plays a central role in simulated annealing. Where </a:t>
            </a:r>
            <a:r>
              <a:rPr kumimoji="0" lang="el-GR" altLang="en-US" sz="1800" dirty="0">
                <a:solidFill>
                  <a:prstClr val="black"/>
                </a:solidFill>
                <a:latin typeface="Georgia"/>
                <a:ea typeface="+mn-ea"/>
                <a:cs typeface="Arial" panose="020B0604020202020204" pitchFamily="34" charset="0"/>
              </a:rPr>
              <a:t>γ</a:t>
            </a:r>
            <a:r>
              <a:rPr kumimoji="0" lang="en-US" altLang="en-US" sz="1800" dirty="0">
                <a:solidFill>
                  <a:prstClr val="black"/>
                </a:solidFill>
                <a:latin typeface="Georgia"/>
                <a:ea typeface="+mn-ea"/>
                <a:cs typeface="Arial" panose="020B0604020202020204" pitchFamily="34" charset="0"/>
              </a:rPr>
              <a:t> is the current configuration of the system, E </a:t>
            </a:r>
            <a:r>
              <a:rPr kumimoji="0" lang="el-GR" altLang="en-US" sz="1800" baseline="-25000" dirty="0">
                <a:solidFill>
                  <a:prstClr val="black"/>
                </a:solidFill>
                <a:latin typeface="Georgia"/>
                <a:ea typeface="+mn-ea"/>
                <a:cs typeface="Arial" panose="020B0604020202020204" pitchFamily="34" charset="0"/>
              </a:rPr>
              <a:t>γ</a:t>
            </a:r>
            <a:r>
              <a:rPr kumimoji="0" lang="en-US" altLang="en-US" sz="1800" dirty="0">
                <a:solidFill>
                  <a:prstClr val="black"/>
                </a:solidFill>
                <a:latin typeface="Georgia"/>
                <a:ea typeface="+mn-ea"/>
                <a:cs typeface="Arial" panose="020B0604020202020204" pitchFamily="34" charset="0"/>
              </a:rPr>
              <a:t> is the energy related with it, and Z is a normalization constant.</a:t>
            </a:r>
            <a:endParaRPr kumimoji="0" lang="el-GR" altLang="en-US" sz="1800" dirty="0">
              <a:solidFill>
                <a:prstClr val="black"/>
              </a:solidFill>
              <a:latin typeface="Georgia"/>
              <a:ea typeface="+mn-ea"/>
              <a:cs typeface="Arial" panose="020B0604020202020204" pitchFamily="34" charset="0"/>
            </a:endParaRPr>
          </a:p>
          <a:p>
            <a:pPr marL="352425" indent="-352425" defTabSz="685800" eaLnBrk="1" hangingPunct="1">
              <a:lnSpc>
                <a:spcPct val="90000"/>
              </a:lnSpc>
              <a:buClr>
                <a:srgbClr val="ACCBF9"/>
              </a:buClr>
              <a:buNone/>
              <a:defRPr/>
            </a:pPr>
            <a:endParaRPr kumimoji="0" lang="en-US" altLang="en-US" sz="1800" dirty="0">
              <a:solidFill>
                <a:prstClr val="black"/>
              </a:solidFill>
              <a:latin typeface="Georgia"/>
              <a:ea typeface="+mn-ea"/>
              <a:cs typeface="Arial" panose="020B0604020202020204" pitchFamily="34" charset="0"/>
            </a:endParaRPr>
          </a:p>
          <a:p>
            <a:pPr marL="352425" indent="-352425" defTabSz="685800" eaLnBrk="1" hangingPunct="1">
              <a:lnSpc>
                <a:spcPct val="90000"/>
              </a:lnSpc>
              <a:buClr>
                <a:srgbClr val="ACCBF9"/>
              </a:buClr>
              <a:defRPr/>
            </a:pPr>
            <a:endParaRPr kumimoji="0" lang="en-US" altLang="en-US" sz="1800" dirty="0">
              <a:solidFill>
                <a:prstClr val="black"/>
              </a:solidFill>
              <a:latin typeface="Georgia"/>
              <a:ea typeface="+mn-ea"/>
              <a:cs typeface="Arial" panose="020B0604020202020204" pitchFamily="34" charset="0"/>
            </a:endParaRPr>
          </a:p>
        </p:txBody>
      </p:sp>
      <p:sp>
        <p:nvSpPr>
          <p:cNvPr id="36869" name="Rectangle 2">
            <a:extLst>
              <a:ext uri="{FF2B5EF4-FFF2-40B4-BE49-F238E27FC236}">
                <a16:creationId xmlns="" xmlns:a16="http://schemas.microsoft.com/office/drawing/2014/main" id="{183D89F6-CF0D-E4A3-91C3-D5A8F8A2EF17}"/>
              </a:ext>
            </a:extLst>
          </p:cNvPr>
          <p:cNvSpPr txBox="1">
            <a:spLocks noChangeArrowheads="1"/>
          </p:cNvSpPr>
          <p:nvPr/>
        </p:nvSpPr>
        <p:spPr bwMode="auto">
          <a:xfrm>
            <a:off x="1744266" y="1028700"/>
            <a:ext cx="6790134" cy="569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85000"/>
              <a:buFont typeface="Wingdings 2" panose="05020102010507070707" pitchFamily="18" charset="2"/>
              <a:buChar char=""/>
              <a:defRPr sz="2700">
                <a:solidFill>
                  <a:schemeClr val="tx1"/>
                </a:solidFill>
                <a:latin typeface="Georgia" panose="02040502050405020303" pitchFamily="18" charset="0"/>
              </a:defRPr>
            </a:lvl1pPr>
            <a:lvl2pPr marL="547688" indent="-273050">
              <a:spcBef>
                <a:spcPct val="20000"/>
              </a:spcBef>
              <a:buClr>
                <a:schemeClr val="accent2"/>
              </a:buClr>
              <a:buSzPct val="70000"/>
              <a:buFont typeface="Wingdings" panose="05000000000000000000" pitchFamily="2" charset="2"/>
              <a:buChar char=""/>
              <a:defRPr sz="2200">
                <a:solidFill>
                  <a:schemeClr val="tx2"/>
                </a:solidFill>
                <a:latin typeface="Georgia" panose="02040502050405020303" pitchFamily="18" charset="0"/>
              </a:defRPr>
            </a:lvl2pPr>
            <a:lvl3pPr marL="822325" indent="-228600">
              <a:spcBef>
                <a:spcPct val="20000"/>
              </a:spcBef>
              <a:buClr>
                <a:srgbClr val="8CADAE"/>
              </a:buClr>
              <a:buSzPct val="75000"/>
              <a:buFont typeface="Wingdings 2" panose="05020102010507070707" pitchFamily="18" charset="2"/>
              <a:buChar char=""/>
              <a:defRPr sz="2000">
                <a:solidFill>
                  <a:schemeClr val="tx1"/>
                </a:solidFill>
                <a:latin typeface="Georgia" panose="02040502050405020303" pitchFamily="18" charset="0"/>
              </a:defRPr>
            </a:lvl3pPr>
            <a:lvl4pPr marL="1096963" indent="-228600">
              <a:spcBef>
                <a:spcPct val="20000"/>
              </a:spcBef>
              <a:buClr>
                <a:srgbClr val="8C7B70"/>
              </a:buClr>
              <a:buSzPct val="70000"/>
              <a:buFont typeface="Wingdings" panose="05000000000000000000" pitchFamily="2" charset="2"/>
              <a:buChar char=""/>
              <a:defRPr sz="2000">
                <a:solidFill>
                  <a:schemeClr val="tx2"/>
                </a:solidFill>
                <a:latin typeface="Georgia" panose="02040502050405020303" pitchFamily="18" charset="0"/>
              </a:defRPr>
            </a:lvl4pPr>
            <a:lvl5pPr marL="1371600" indent="-228600">
              <a:spcBef>
                <a:spcPct val="20000"/>
              </a:spcBef>
              <a:buClr>
                <a:srgbClr val="8FB08C"/>
              </a:buClr>
              <a:buChar char="•"/>
              <a:defRPr sz="2000">
                <a:solidFill>
                  <a:schemeClr val="tx1"/>
                </a:solidFill>
                <a:latin typeface="Georgia" panose="02040502050405020303" pitchFamily="18" charset="0"/>
              </a:defRPr>
            </a:lvl5pPr>
            <a:lvl6pPr marL="18288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6pPr>
            <a:lvl7pPr marL="22860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7pPr>
            <a:lvl8pPr marL="27432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8pPr>
            <a:lvl9pPr marL="32004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9pPr>
          </a:lstStyle>
          <a:p>
            <a:pPr defTabSz="685800">
              <a:spcBef>
                <a:spcPct val="0"/>
              </a:spcBef>
              <a:buClrTx/>
              <a:buSzTx/>
              <a:buNone/>
            </a:pPr>
            <a:r>
              <a:rPr kumimoji="0" lang="en-US" altLang="en-US" sz="2475" b="1">
                <a:solidFill>
                  <a:srgbClr val="0033CC"/>
                </a:solidFill>
                <a:ea typeface="+mn-ea"/>
                <a:cs typeface="Arial" panose="020B0604020202020204" pitchFamily="34" charset="0"/>
              </a:rPr>
              <a:t>Simulated Annealing</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 xmlns:a16="http://schemas.microsoft.com/office/drawing/2014/main" id="{F618A9AC-F02F-2C8E-5432-FC874A8F9388}"/>
              </a:ext>
            </a:extLst>
          </p:cNvPr>
          <p:cNvSpPr>
            <a:spLocks noGrp="1"/>
          </p:cNvSpPr>
          <p:nvPr>
            <p:ph type="title" idx="4294967295"/>
          </p:nvPr>
        </p:nvSpPr>
        <p:spPr>
          <a:xfrm>
            <a:off x="2486025" y="1063229"/>
            <a:ext cx="6657975" cy="857250"/>
          </a:xfrm>
        </p:spPr>
        <p:txBody>
          <a:bodyPr/>
          <a:lstStyle/>
          <a:p>
            <a:pPr algn="l" eaLnBrk="1" hangingPunct="1"/>
            <a:r>
              <a:rPr lang="en-US" altLang="en-US" sz="2400" b="1">
                <a:solidFill>
                  <a:srgbClr val="0033CC"/>
                </a:solidFill>
                <a:cs typeface="Arial" panose="020B0604020202020204" pitchFamily="34" charset="0"/>
              </a:rPr>
              <a:t>Swarm intelligence</a:t>
            </a:r>
          </a:p>
        </p:txBody>
      </p:sp>
      <p:sp>
        <p:nvSpPr>
          <p:cNvPr id="30723" name="Rectangle 10">
            <a:extLst>
              <a:ext uri="{FF2B5EF4-FFF2-40B4-BE49-F238E27FC236}">
                <a16:creationId xmlns="" xmlns:a16="http://schemas.microsoft.com/office/drawing/2014/main" id="{06ECAB2B-9311-17C8-2839-3F39CA83B423}"/>
              </a:ext>
            </a:extLst>
          </p:cNvPr>
          <p:cNvSpPr>
            <a:spLocks noGrp="1" noChangeArrowheads="1"/>
          </p:cNvSpPr>
          <p:nvPr>
            <p:ph type="body" sz="half" idx="4294967295"/>
          </p:nvPr>
        </p:nvSpPr>
        <p:spPr>
          <a:xfrm>
            <a:off x="2771775" y="2228850"/>
            <a:ext cx="6372225" cy="2628900"/>
          </a:xfrm>
        </p:spPr>
        <p:txBody>
          <a:bodyPr/>
          <a:lstStyle/>
          <a:p>
            <a:pPr eaLnBrk="1" hangingPunct="1">
              <a:lnSpc>
                <a:spcPct val="80000"/>
              </a:lnSpc>
              <a:defRPr/>
            </a:pPr>
            <a:r>
              <a:rPr lang="en-US" altLang="en-US" sz="1800" dirty="0">
                <a:latin typeface="+mj-lt"/>
              </a:rPr>
              <a:t>Collective system capable of accomplishing difficult tasks in dynamic and varied environments without any external guidance or control and with no central coordination</a:t>
            </a:r>
          </a:p>
          <a:p>
            <a:pPr eaLnBrk="1" hangingPunct="1">
              <a:lnSpc>
                <a:spcPct val="80000"/>
              </a:lnSpc>
              <a:defRPr/>
            </a:pPr>
            <a:endParaRPr lang="en-US" altLang="en-US" sz="1800" dirty="0">
              <a:latin typeface="+mj-lt"/>
            </a:endParaRPr>
          </a:p>
          <a:p>
            <a:pPr eaLnBrk="1" hangingPunct="1">
              <a:lnSpc>
                <a:spcPct val="80000"/>
              </a:lnSpc>
              <a:defRPr/>
            </a:pPr>
            <a:r>
              <a:rPr lang="en-US" altLang="en-US" sz="1800" dirty="0">
                <a:latin typeface="+mj-lt"/>
              </a:rPr>
              <a:t>Achieving a collective performance which could not normally be achieved by an individual acting alone </a:t>
            </a:r>
          </a:p>
          <a:p>
            <a:pPr eaLnBrk="1" hangingPunct="1">
              <a:lnSpc>
                <a:spcPct val="80000"/>
              </a:lnSpc>
              <a:defRPr/>
            </a:pPr>
            <a:endParaRPr lang="en-US" altLang="en-US" sz="1800" dirty="0">
              <a:latin typeface="+mj-lt"/>
            </a:endParaRPr>
          </a:p>
          <a:p>
            <a:pPr eaLnBrk="1" hangingPunct="1">
              <a:lnSpc>
                <a:spcPct val="80000"/>
              </a:lnSpc>
              <a:defRPr/>
            </a:pPr>
            <a:r>
              <a:rPr lang="en-US" altLang="en-US" sz="1800" dirty="0">
                <a:latin typeface="+mj-lt"/>
              </a:rPr>
              <a:t>Constituting a natural model particularly suited to distributed problem solving</a:t>
            </a:r>
            <a:endParaRPr lang="en-US" altLang="en-US" sz="1500" dirty="0">
              <a:latin typeface="+mj-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 xmlns:a16="http://schemas.microsoft.com/office/drawing/2014/main" id="{17DB3A1B-6567-CD13-1DC0-5557193B49AA}"/>
              </a:ext>
            </a:extLst>
          </p:cNvPr>
          <p:cNvSpPr>
            <a:spLocks noGrp="1"/>
          </p:cNvSpPr>
          <p:nvPr>
            <p:ph type="title" idx="4294967295"/>
          </p:nvPr>
        </p:nvSpPr>
        <p:spPr>
          <a:xfrm>
            <a:off x="1543050" y="971550"/>
            <a:ext cx="7600950" cy="628650"/>
          </a:xfrm>
        </p:spPr>
        <p:txBody>
          <a:bodyPr/>
          <a:lstStyle/>
          <a:p>
            <a:pPr algn="l"/>
            <a:r>
              <a:rPr lang="en-US" altLang="en-US" sz="3000" b="1">
                <a:solidFill>
                  <a:srgbClr val="0033CC"/>
                </a:solidFill>
                <a:cs typeface="Arial" panose="020B0604020202020204" pitchFamily="34" charset="0"/>
              </a:rPr>
              <a:t>Particle Swarm Optimization</a:t>
            </a:r>
          </a:p>
        </p:txBody>
      </p:sp>
      <p:sp>
        <p:nvSpPr>
          <p:cNvPr id="82947" name="Rectangle 3">
            <a:extLst>
              <a:ext uri="{FF2B5EF4-FFF2-40B4-BE49-F238E27FC236}">
                <a16:creationId xmlns="" xmlns:a16="http://schemas.microsoft.com/office/drawing/2014/main" id="{A2E91F38-5DFC-5D1F-678A-396B9E89006F}"/>
              </a:ext>
            </a:extLst>
          </p:cNvPr>
          <p:cNvSpPr>
            <a:spLocks noGrp="1" noChangeArrowheads="1"/>
          </p:cNvSpPr>
          <p:nvPr>
            <p:ph type="body" idx="4294967295"/>
          </p:nvPr>
        </p:nvSpPr>
        <p:spPr>
          <a:xfrm>
            <a:off x="0" y="1943100"/>
            <a:ext cx="4914900" cy="3257550"/>
          </a:xfrm>
        </p:spPr>
        <p:txBody>
          <a:bodyPr/>
          <a:lstStyle/>
          <a:p>
            <a:pPr>
              <a:spcAft>
                <a:spcPts val="900"/>
              </a:spcAft>
              <a:defRPr/>
            </a:pPr>
            <a:r>
              <a:rPr lang="en-US" altLang="en-US" sz="1800" dirty="0">
                <a:latin typeface="+mj-lt"/>
                <a:cs typeface="Times New Roman" panose="02020603050405020304" pitchFamily="18" charset="0"/>
              </a:rPr>
              <a:t>Metaheuristic technique based on the movement and intelligence of swarms looking for the most fertile feeding location</a:t>
            </a:r>
            <a:r>
              <a:rPr lang="en-US" altLang="en-US" sz="1800" dirty="0">
                <a:latin typeface="+mj-lt"/>
              </a:rPr>
              <a:t> </a:t>
            </a:r>
          </a:p>
          <a:p>
            <a:pPr>
              <a:spcAft>
                <a:spcPts val="900"/>
              </a:spcAft>
              <a:defRPr/>
            </a:pPr>
            <a:r>
              <a:rPr lang="en-US" altLang="en-US" sz="1800" dirty="0">
                <a:latin typeface="+mj-lt"/>
                <a:cs typeface="Times New Roman" panose="02020603050405020304" pitchFamily="18" charset="0"/>
              </a:rPr>
              <a:t>Simple algorithm, easy to implement and few parameters to adjust mainly the velocity</a:t>
            </a:r>
          </a:p>
          <a:p>
            <a:pPr>
              <a:spcAft>
                <a:spcPts val="900"/>
              </a:spcAft>
              <a:defRPr/>
            </a:pPr>
            <a:r>
              <a:rPr lang="en-US" altLang="en-US" sz="1800" dirty="0">
                <a:latin typeface="+mj-lt"/>
              </a:rPr>
              <a:t> A “swarm” is an apparently disorganized collection (population) of moving individuals that tend to cluster together while each individual seems to be moving in a random direction.</a:t>
            </a:r>
          </a:p>
        </p:txBody>
      </p:sp>
      <p:pic>
        <p:nvPicPr>
          <p:cNvPr id="39940" name="Picture 2" descr="Image result for pso gif">
            <a:extLst>
              <a:ext uri="{FF2B5EF4-FFF2-40B4-BE49-F238E27FC236}">
                <a16:creationId xmlns="" xmlns:a16="http://schemas.microsoft.com/office/drawing/2014/main" id="{8E18686D-29DA-4AC6-D897-EB7E7A7FBC18}"/>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457950" y="2057400"/>
            <a:ext cx="2571750"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a:extLst>
              <a:ext uri="{FF2B5EF4-FFF2-40B4-BE49-F238E27FC236}">
                <a16:creationId xmlns="" xmlns:a16="http://schemas.microsoft.com/office/drawing/2014/main" id="{B7ACB5BE-6533-64A6-29B1-0B63277810BE}"/>
              </a:ext>
            </a:extLst>
          </p:cNvPr>
          <p:cNvSpPr>
            <a:spLocks noGrp="1"/>
          </p:cNvSpPr>
          <p:nvPr>
            <p:ph type="body" idx="4294967295"/>
          </p:nvPr>
        </p:nvSpPr>
        <p:spPr>
          <a:xfrm>
            <a:off x="1828800" y="2114550"/>
            <a:ext cx="6629400" cy="2857500"/>
          </a:xfrm>
        </p:spPr>
        <p:txBody>
          <a:bodyPr/>
          <a:lstStyle/>
          <a:p>
            <a:pPr algn="just">
              <a:lnSpc>
                <a:spcPct val="90000"/>
              </a:lnSpc>
              <a:spcAft>
                <a:spcPts val="900"/>
              </a:spcAft>
            </a:pPr>
            <a:r>
              <a:rPr lang="en-US" altLang="en-US" sz="1800">
                <a:latin typeface="Georgia (Headings)"/>
                <a:cs typeface="Arial" panose="020B0604020202020204" pitchFamily="34" charset="0"/>
              </a:rPr>
              <a:t>It uses a number of agents (particles) that constitute a swarm moving around in the search space looking for the best solution.</a:t>
            </a:r>
          </a:p>
          <a:p>
            <a:pPr algn="just">
              <a:lnSpc>
                <a:spcPct val="90000"/>
              </a:lnSpc>
              <a:spcAft>
                <a:spcPts val="900"/>
              </a:spcAft>
            </a:pPr>
            <a:r>
              <a:rPr lang="en-US" altLang="en-US" sz="1800">
                <a:latin typeface="Georgia (Headings)"/>
                <a:cs typeface="Arial" panose="020B0604020202020204" pitchFamily="34" charset="0"/>
              </a:rPr>
              <a:t>Each particle is treated as a point in a D-dimensional space which adjusts its “flying” according to its own flying experience as well as the flying experience of other particles </a:t>
            </a:r>
          </a:p>
          <a:p>
            <a:pPr algn="just">
              <a:lnSpc>
                <a:spcPct val="90000"/>
              </a:lnSpc>
              <a:spcAft>
                <a:spcPts val="900"/>
              </a:spcAft>
            </a:pPr>
            <a:r>
              <a:rPr lang="en-US" altLang="en-US" sz="1800">
                <a:latin typeface="Georgia (Headings)"/>
                <a:cs typeface="Arial" panose="020B0604020202020204" pitchFamily="34" charset="0"/>
              </a:rPr>
              <a:t>Each particle keeps track of its coordinates in the problem space which are associated with the best solution (fitness) that has achieved so far. This value is called </a:t>
            </a:r>
            <a:r>
              <a:rPr lang="en-US" altLang="en-US" sz="1800" b="1" i="1">
                <a:latin typeface="Georgia (Headings)"/>
                <a:cs typeface="Arial" panose="020B0604020202020204" pitchFamily="34" charset="0"/>
              </a:rPr>
              <a:t>pbest.</a:t>
            </a:r>
          </a:p>
        </p:txBody>
      </p:sp>
      <p:sp>
        <p:nvSpPr>
          <p:cNvPr id="40963" name="Rectangle 2">
            <a:extLst>
              <a:ext uri="{FF2B5EF4-FFF2-40B4-BE49-F238E27FC236}">
                <a16:creationId xmlns="" xmlns:a16="http://schemas.microsoft.com/office/drawing/2014/main" id="{7C642CD8-23B8-981C-733F-1AF083E907CA}"/>
              </a:ext>
            </a:extLst>
          </p:cNvPr>
          <p:cNvSpPr txBox="1">
            <a:spLocks noChangeArrowheads="1"/>
          </p:cNvSpPr>
          <p:nvPr/>
        </p:nvSpPr>
        <p:spPr bwMode="auto">
          <a:xfrm>
            <a:off x="1543050" y="971550"/>
            <a:ext cx="76009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85000"/>
              <a:buFont typeface="Wingdings 2" panose="05020102010507070707" pitchFamily="18" charset="2"/>
              <a:buChar char=""/>
              <a:defRPr sz="2700">
                <a:solidFill>
                  <a:schemeClr val="tx1"/>
                </a:solidFill>
                <a:latin typeface="Georgia" panose="02040502050405020303" pitchFamily="18" charset="0"/>
              </a:defRPr>
            </a:lvl1pPr>
            <a:lvl2pPr marL="547688" indent="-273050">
              <a:spcBef>
                <a:spcPct val="20000"/>
              </a:spcBef>
              <a:buClr>
                <a:schemeClr val="accent2"/>
              </a:buClr>
              <a:buSzPct val="70000"/>
              <a:buFont typeface="Wingdings" panose="05000000000000000000" pitchFamily="2" charset="2"/>
              <a:buChar char=""/>
              <a:defRPr sz="2200">
                <a:solidFill>
                  <a:schemeClr val="tx2"/>
                </a:solidFill>
                <a:latin typeface="Georgia" panose="02040502050405020303" pitchFamily="18" charset="0"/>
              </a:defRPr>
            </a:lvl2pPr>
            <a:lvl3pPr marL="822325" indent="-228600">
              <a:spcBef>
                <a:spcPct val="20000"/>
              </a:spcBef>
              <a:buClr>
                <a:srgbClr val="8CADAE"/>
              </a:buClr>
              <a:buSzPct val="75000"/>
              <a:buFont typeface="Wingdings 2" panose="05020102010507070707" pitchFamily="18" charset="2"/>
              <a:buChar char=""/>
              <a:defRPr sz="2000">
                <a:solidFill>
                  <a:schemeClr val="tx1"/>
                </a:solidFill>
                <a:latin typeface="Georgia" panose="02040502050405020303" pitchFamily="18" charset="0"/>
              </a:defRPr>
            </a:lvl3pPr>
            <a:lvl4pPr marL="1096963" indent="-228600">
              <a:spcBef>
                <a:spcPct val="20000"/>
              </a:spcBef>
              <a:buClr>
                <a:srgbClr val="8C7B70"/>
              </a:buClr>
              <a:buSzPct val="70000"/>
              <a:buFont typeface="Wingdings" panose="05000000000000000000" pitchFamily="2" charset="2"/>
              <a:buChar char=""/>
              <a:defRPr sz="2000">
                <a:solidFill>
                  <a:schemeClr val="tx2"/>
                </a:solidFill>
                <a:latin typeface="Georgia" panose="02040502050405020303" pitchFamily="18" charset="0"/>
              </a:defRPr>
            </a:lvl4pPr>
            <a:lvl5pPr marL="1371600" indent="-228600">
              <a:spcBef>
                <a:spcPct val="20000"/>
              </a:spcBef>
              <a:buClr>
                <a:srgbClr val="8FB08C"/>
              </a:buClr>
              <a:buChar char="•"/>
              <a:defRPr sz="2000">
                <a:solidFill>
                  <a:schemeClr val="tx1"/>
                </a:solidFill>
                <a:latin typeface="Georgia" panose="02040502050405020303" pitchFamily="18" charset="0"/>
              </a:defRPr>
            </a:lvl5pPr>
            <a:lvl6pPr marL="18288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6pPr>
            <a:lvl7pPr marL="22860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7pPr>
            <a:lvl8pPr marL="27432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8pPr>
            <a:lvl9pPr marL="32004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9pPr>
          </a:lstStyle>
          <a:p>
            <a:pPr defTabSz="685800">
              <a:spcBef>
                <a:spcPct val="0"/>
              </a:spcBef>
              <a:buClrTx/>
              <a:buSzTx/>
              <a:buNone/>
            </a:pPr>
            <a:r>
              <a:rPr kumimoji="0" lang="en-US" altLang="en-US" sz="3000" b="1">
                <a:solidFill>
                  <a:srgbClr val="0033CC"/>
                </a:solidFill>
                <a:latin typeface="Georgia (Headings)"/>
                <a:ea typeface="+mn-ea"/>
                <a:cs typeface="Arial" panose="020B0604020202020204" pitchFamily="34" charset="0"/>
              </a:rPr>
              <a:t>Particle Swarm Optimization</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a:extLst>
              <a:ext uri="{FF2B5EF4-FFF2-40B4-BE49-F238E27FC236}">
                <a16:creationId xmlns="" xmlns:a16="http://schemas.microsoft.com/office/drawing/2014/main" id="{705EF585-5756-6EC4-22FD-2AF135711BEC}"/>
              </a:ext>
            </a:extLst>
          </p:cNvPr>
          <p:cNvSpPr>
            <a:spLocks noGrp="1" noChangeArrowheads="1"/>
          </p:cNvSpPr>
          <p:nvPr>
            <p:ph type="body" idx="4294967295"/>
          </p:nvPr>
        </p:nvSpPr>
        <p:spPr>
          <a:xfrm>
            <a:off x="2000250" y="1971675"/>
            <a:ext cx="6400800" cy="2180035"/>
          </a:xfrm>
        </p:spPr>
        <p:txBody>
          <a:bodyPr/>
          <a:lstStyle/>
          <a:p>
            <a:pPr algn="just">
              <a:defRPr/>
            </a:pPr>
            <a:r>
              <a:rPr lang="en-US" altLang="en-US" sz="1800" dirty="0">
                <a:latin typeface="+mj-lt"/>
                <a:cs typeface="Arial" panose="020B0604020202020204" pitchFamily="34" charset="0"/>
              </a:rPr>
              <a:t>Another best value that is tracked by the PSO is the best value obtained so far by any particle in the neighbors of the particle. This value is called </a:t>
            </a:r>
            <a:r>
              <a:rPr lang="en-US" altLang="en-US" sz="1800" b="1" i="1" dirty="0" err="1">
                <a:latin typeface="+mj-lt"/>
                <a:cs typeface="Arial" panose="020B0604020202020204" pitchFamily="34" charset="0"/>
              </a:rPr>
              <a:t>gbest</a:t>
            </a:r>
            <a:r>
              <a:rPr lang="en-US" altLang="en-US" sz="1800" dirty="0">
                <a:latin typeface="+mj-lt"/>
                <a:cs typeface="Arial" panose="020B0604020202020204" pitchFamily="34" charset="0"/>
              </a:rPr>
              <a:t>.</a:t>
            </a:r>
          </a:p>
          <a:p>
            <a:pPr algn="just">
              <a:buFont typeface="Wingdings" panose="05000000000000000000" pitchFamily="2" charset="2"/>
              <a:buNone/>
              <a:defRPr/>
            </a:pPr>
            <a:endParaRPr lang="en-US" altLang="en-US" sz="1800" dirty="0">
              <a:latin typeface="+mj-lt"/>
              <a:cs typeface="Arial" panose="020B0604020202020204" pitchFamily="34" charset="0"/>
            </a:endParaRPr>
          </a:p>
          <a:p>
            <a:pPr algn="just">
              <a:defRPr/>
            </a:pPr>
            <a:r>
              <a:rPr lang="en-US" altLang="en-US" sz="1800" dirty="0">
                <a:latin typeface="+mj-lt"/>
                <a:cs typeface="Arial" panose="020B0604020202020204" pitchFamily="34" charset="0"/>
              </a:rPr>
              <a:t> The PSO concept consists of changing the velocity (or acceleration) of each particle toward its </a:t>
            </a:r>
            <a:r>
              <a:rPr lang="en-US" altLang="en-US" sz="1800" i="1" dirty="0" err="1">
                <a:latin typeface="+mj-lt"/>
                <a:cs typeface="Arial" panose="020B0604020202020204" pitchFamily="34" charset="0"/>
              </a:rPr>
              <a:t>pbest</a:t>
            </a:r>
            <a:r>
              <a:rPr lang="en-US" altLang="en-US" sz="1800" dirty="0">
                <a:latin typeface="+mj-lt"/>
                <a:cs typeface="Arial" panose="020B0604020202020204" pitchFamily="34" charset="0"/>
              </a:rPr>
              <a:t> and the </a:t>
            </a:r>
            <a:r>
              <a:rPr lang="en-US" altLang="en-US" sz="1800" i="1" dirty="0" err="1">
                <a:latin typeface="+mj-lt"/>
                <a:cs typeface="Arial" panose="020B0604020202020204" pitchFamily="34" charset="0"/>
              </a:rPr>
              <a:t>gbest</a:t>
            </a:r>
            <a:r>
              <a:rPr lang="en-US" altLang="en-US" sz="1800" dirty="0">
                <a:latin typeface="+mj-lt"/>
                <a:cs typeface="Arial" panose="020B0604020202020204" pitchFamily="34" charset="0"/>
              </a:rPr>
              <a:t> position at each time step.</a:t>
            </a:r>
          </a:p>
          <a:p>
            <a:pPr algn="just">
              <a:buFont typeface="Wingdings" panose="05000000000000000000" pitchFamily="2" charset="2"/>
              <a:buNone/>
              <a:defRPr/>
            </a:pPr>
            <a:r>
              <a:rPr lang="en-US" altLang="en-US" sz="1800" dirty="0">
                <a:latin typeface="+mj-lt"/>
                <a:cs typeface="Arial" panose="020B0604020202020204" pitchFamily="34" charset="0"/>
              </a:rPr>
              <a:t> </a:t>
            </a:r>
          </a:p>
        </p:txBody>
      </p:sp>
      <p:sp>
        <p:nvSpPr>
          <p:cNvPr id="41987" name="Rectangle 2">
            <a:extLst>
              <a:ext uri="{FF2B5EF4-FFF2-40B4-BE49-F238E27FC236}">
                <a16:creationId xmlns="" xmlns:a16="http://schemas.microsoft.com/office/drawing/2014/main" id="{4328A9FD-7FA7-9DB5-9C5B-A0AA2072DBAC}"/>
              </a:ext>
            </a:extLst>
          </p:cNvPr>
          <p:cNvSpPr txBox="1">
            <a:spLocks noChangeArrowheads="1"/>
          </p:cNvSpPr>
          <p:nvPr/>
        </p:nvSpPr>
        <p:spPr bwMode="auto">
          <a:xfrm>
            <a:off x="1614488" y="951310"/>
            <a:ext cx="76009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85000"/>
              <a:buFont typeface="Wingdings 2" panose="05020102010507070707" pitchFamily="18" charset="2"/>
              <a:buChar char=""/>
              <a:defRPr sz="2700">
                <a:solidFill>
                  <a:schemeClr val="tx1"/>
                </a:solidFill>
                <a:latin typeface="Georgia" panose="02040502050405020303" pitchFamily="18" charset="0"/>
              </a:defRPr>
            </a:lvl1pPr>
            <a:lvl2pPr marL="547688" indent="-273050">
              <a:spcBef>
                <a:spcPct val="20000"/>
              </a:spcBef>
              <a:buClr>
                <a:schemeClr val="accent2"/>
              </a:buClr>
              <a:buSzPct val="70000"/>
              <a:buFont typeface="Wingdings" panose="05000000000000000000" pitchFamily="2" charset="2"/>
              <a:buChar char=""/>
              <a:defRPr sz="2200">
                <a:solidFill>
                  <a:schemeClr val="tx2"/>
                </a:solidFill>
                <a:latin typeface="Georgia" panose="02040502050405020303" pitchFamily="18" charset="0"/>
              </a:defRPr>
            </a:lvl2pPr>
            <a:lvl3pPr marL="822325" indent="-228600">
              <a:spcBef>
                <a:spcPct val="20000"/>
              </a:spcBef>
              <a:buClr>
                <a:srgbClr val="8CADAE"/>
              </a:buClr>
              <a:buSzPct val="75000"/>
              <a:buFont typeface="Wingdings 2" panose="05020102010507070707" pitchFamily="18" charset="2"/>
              <a:buChar char=""/>
              <a:defRPr sz="2000">
                <a:solidFill>
                  <a:schemeClr val="tx1"/>
                </a:solidFill>
                <a:latin typeface="Georgia" panose="02040502050405020303" pitchFamily="18" charset="0"/>
              </a:defRPr>
            </a:lvl3pPr>
            <a:lvl4pPr marL="1096963" indent="-228600">
              <a:spcBef>
                <a:spcPct val="20000"/>
              </a:spcBef>
              <a:buClr>
                <a:srgbClr val="8C7B70"/>
              </a:buClr>
              <a:buSzPct val="70000"/>
              <a:buFont typeface="Wingdings" panose="05000000000000000000" pitchFamily="2" charset="2"/>
              <a:buChar char=""/>
              <a:defRPr sz="2000">
                <a:solidFill>
                  <a:schemeClr val="tx2"/>
                </a:solidFill>
                <a:latin typeface="Georgia" panose="02040502050405020303" pitchFamily="18" charset="0"/>
              </a:defRPr>
            </a:lvl4pPr>
            <a:lvl5pPr marL="1371600" indent="-228600">
              <a:spcBef>
                <a:spcPct val="20000"/>
              </a:spcBef>
              <a:buClr>
                <a:srgbClr val="8FB08C"/>
              </a:buClr>
              <a:buChar char="•"/>
              <a:defRPr sz="2000">
                <a:solidFill>
                  <a:schemeClr val="tx1"/>
                </a:solidFill>
                <a:latin typeface="Georgia" panose="02040502050405020303" pitchFamily="18" charset="0"/>
              </a:defRPr>
            </a:lvl5pPr>
            <a:lvl6pPr marL="18288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6pPr>
            <a:lvl7pPr marL="22860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7pPr>
            <a:lvl8pPr marL="27432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8pPr>
            <a:lvl9pPr marL="3200400" indent="-228600" eaLnBrk="0" fontAlgn="base" hangingPunct="0">
              <a:spcBef>
                <a:spcPct val="20000"/>
              </a:spcBef>
              <a:spcAft>
                <a:spcPct val="0"/>
              </a:spcAft>
              <a:buClr>
                <a:srgbClr val="8FB08C"/>
              </a:buClr>
              <a:buChar char="•"/>
              <a:defRPr sz="2000">
                <a:solidFill>
                  <a:schemeClr val="tx1"/>
                </a:solidFill>
                <a:latin typeface="Georgia" panose="02040502050405020303" pitchFamily="18" charset="0"/>
              </a:defRPr>
            </a:lvl9pPr>
          </a:lstStyle>
          <a:p>
            <a:pPr defTabSz="685800">
              <a:spcBef>
                <a:spcPct val="0"/>
              </a:spcBef>
              <a:buClrTx/>
              <a:buSzTx/>
              <a:buNone/>
            </a:pPr>
            <a:r>
              <a:rPr kumimoji="0" lang="en-US" altLang="en-US" sz="3000" b="1">
                <a:solidFill>
                  <a:srgbClr val="0033CC"/>
                </a:solidFill>
                <a:ea typeface="+mn-ea"/>
                <a:cs typeface="Arial" panose="020B0604020202020204" pitchFamily="34" charset="0"/>
              </a:rPr>
              <a:t>Particle Swarm Optimization</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Image result for particle swarm optimization scheme">
            <a:extLst>
              <a:ext uri="{FF2B5EF4-FFF2-40B4-BE49-F238E27FC236}">
                <a16:creationId xmlns="" xmlns:a16="http://schemas.microsoft.com/office/drawing/2014/main" id="{EAB63D97-347B-F1C0-8929-2018E09CD7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1075" y="971550"/>
            <a:ext cx="2828925" cy="4836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 xmlns:a16="http://schemas.microsoft.com/office/drawing/2014/main" id="{D5784B93-A093-CE8B-AADA-28D80557C2D5}"/>
              </a:ext>
            </a:extLst>
          </p:cNvPr>
          <p:cNvSpPr/>
          <p:nvPr/>
        </p:nvSpPr>
        <p:spPr>
          <a:xfrm>
            <a:off x="1914525" y="1200150"/>
            <a:ext cx="2828925" cy="830997"/>
          </a:xfrm>
          <a:prstGeom prst="rect">
            <a:avLst/>
          </a:prstGeom>
        </p:spPr>
        <p:txBody>
          <a:bodyPr>
            <a:spAutoFit/>
          </a:bodyPr>
          <a:lstStyle/>
          <a:p>
            <a:pPr eaLnBrk="1" fontAlgn="auto" hangingPunct="1">
              <a:spcAft>
                <a:spcPts val="0"/>
              </a:spcAft>
              <a:defRPr/>
            </a:pPr>
            <a:r>
              <a:rPr lang="en-US" sz="2400" b="1" dirty="0">
                <a:solidFill>
                  <a:schemeClr val="bg2">
                    <a:lumMod val="50000"/>
                  </a:schemeClr>
                </a:solidFill>
                <a:latin typeface="+mj-lt"/>
                <a:cs typeface="Arial" panose="020B0604020202020204" pitchFamily="34" charset="0"/>
              </a:rPr>
              <a:t>Scheme of Particle Swarm Optimization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7266&quot;/&gt;&lt;partner val=&quot;530&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eweekdayFirstOfWeek val=&quot;1&quot;/&gt;&lt;m_mruColor&gt;&lt;m_vecMRU length=&quot;7&quot;&gt;&lt;elem&gt;&lt;m_ppcolschidx val=&quot;0&quot;/&gt;&lt;m_rgb r=&quot;3c&quot; g=&quot;55&quot; b=&quot;7b&quot;/&gt;&lt;/elem&gt;&lt;elem&gt;&lt;m_ppcolschidx val=&quot;0&quot;/&gt;&lt;m_rgb r=&quot;c8&quot; g=&quot;cf&quot; b=&quot;d7&quot;/&gt;&lt;/elem&gt;&lt;elem&gt;&lt;m_ppcolschidx val=&quot;0&quot;/&gt;&lt;m_rgb r=&quot;82&quot; g=&quot;8c&quot; b=&quot;96&quot;/&gt;&lt;/elem&gt;&lt;elem&gt;&lt;m_ppcolschidx val=&quot;0&quot;/&gt;&lt;m_rgb r=&quot;42&quot; g=&quot;57&quot; b=&quot;73&quot;/&gt;&lt;/elem&gt;&lt;elem&gt;&lt;m_ppcolschidx val=&quot;0&quot;/&gt;&lt;m_rgb r=&quot;ff&quot; g=&quot;cc&quot; b=&quot;0&quot;/&gt;&lt;/elem&gt;&lt;elem&gt;&lt;m_ppcolschidx val=&quot;0&quot;/&gt;&lt;m_rgb r=&quot;2d&quot; g=&quot;37&quot; b=&quot;49&quot;/&gt;&lt;/elem&gt;&lt;elem&gt;&lt;m_ppcolschidx val=&quot;0&quot;/&gt;&lt;m_rgb r=&quot;14&quot; g=&quot;1d&quot; b=&quot;29&quot;/&gt;&lt;/elem&gt;&lt;/m_vecMRU&gt;&lt;/m_mruColor&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gt;.&lt;/m_chDecimalSymbol&gt;&lt;m_nGroupingDigits val=&quot;3&quot;/&gt;&lt;m_chGroupingSymbol&gt;,&lt;/m_chGroupingSymbol&gt;&lt;/m_precDefault&gt;&lt;/CDefaultPrec&gt;&lt;/root&gt;"/>
  <p:tag name="THINKCELLUNDODONOTDELETE" val="1014"/>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JKtRWYxlZk.TMcaPKrkw0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JKtRWYxlZk.TMcaPKrkw0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JKtRWYxlZk.TMcaPKrkw0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JKtRWYxlZk.TMcaPKrkw0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JKtRWYxlZk.TMcaPKrkw0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JKtRWYxlZk.TMcaPKrkw0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JKtRWYxlZk.TMcaPKrkw0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JKtRWYxlZk.TMcaPKrkw0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JKtRWYxlZk.TMcaPKrkw0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JKtRWYxlZk.TMcaPKrkw0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JKtRWYxlZk.TMcaPKrkw0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JKtRWYxlZk.TMcaPKrkw0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JKtRWYxlZk.TMcaPKrkw0g"/>
</p:tagLst>
</file>

<file path=ppt/theme/_rels/them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기본 디자인">
  <a:themeElements>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기본 디자인">
      <a:majorFont>
        <a:latin typeface="HY견고딕"/>
        <a:ea typeface="HY견고딕"/>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spPr>
      <a:bodyPr anchor="ctr"/>
      <a:lstStyle>
        <a:defPPr>
          <a:defRPr sz="1050" b="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xfrm>
          <a:off x="0" y="0"/>
          <a:ext cx="1" cy="1"/>
        </a:xfrm>
        <a:custGeom>
          <a:avLst/>
          <a:gdLst/>
          <a:ahLst/>
          <a:cxnLst/>
          <a:rect l="0" t="0" r="0" b="0"/>
          <a:pathLst/>
        </a:custGeom>
        <a:solidFill>
          <a:schemeClr val="bg1"/>
        </a:solidFill>
        <a:ln w="9525"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altLang="en-US" sz="1100" b="0" i="0" u="none" strike="noStrike" cap="none" normalizeH="0" baseline="0" smtClean="0">
            <a:ln>
              <a:noFill/>
            </a:ln>
            <a:solidFill>
              <a:schemeClr val="tx1"/>
            </a:solidFill>
            <a:effectLst/>
            <a:latin typeface="맑은 고딕" pitchFamily="50" charset="-127"/>
            <a:ea typeface="맑은 고딕" pitchFamily="50" charset="-127"/>
          </a:defRPr>
        </a:defPPr>
      </a:lstStyle>
    </a:lnDef>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Knowledgeworks Temlat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2_Knowledgeworks Temlate">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altLang="en-US" sz="1100" b="0" i="0" u="none" strike="noStrike" cap="none" normalizeH="0" baseline="0" smtClean="0">
            <a:ln>
              <a:noFill/>
            </a:ln>
            <a:solidFill>
              <a:schemeClr val="tx1"/>
            </a:solidFill>
            <a:effectLst/>
            <a:latin typeface="맑은 고딕" pitchFamily="50" charset="-127"/>
            <a:ea typeface="맑은 고딕" pitchFamily="50" charset="-127"/>
          </a:defRPr>
        </a:defPPr>
      </a:lstStyle>
    </a:spDef>
    <a:lnDef>
      <a:spPr bwMode="auto">
        <a:xfrm>
          <a:off x="0" y="0"/>
          <a:ext cx="1" cy="1"/>
        </a:xfrm>
        <a:custGeom>
          <a:avLst/>
          <a:gdLst/>
          <a:ahLst/>
          <a:cxnLst/>
          <a:rect l="0" t="0" r="0" b="0"/>
          <a:pathLst/>
        </a:custGeom>
        <a:solidFill>
          <a:schemeClr val="bg1"/>
        </a:solidFill>
        <a:ln w="9525"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altLang="en-US" sz="1100" b="0" i="0" u="none" strike="noStrike" cap="none" normalizeH="0" baseline="0" smtClean="0">
            <a:ln>
              <a:noFill/>
            </a:ln>
            <a:solidFill>
              <a:schemeClr val="tx1"/>
            </a:solidFill>
            <a:effectLst/>
            <a:latin typeface="맑은 고딕" pitchFamily="50" charset="-127"/>
            <a:ea typeface="맑은 고딕" pitchFamily="50" charset="-127"/>
          </a:defRPr>
        </a:defPPr>
      </a:lstStyle>
    </a:lnDef>
  </a:objectDefaults>
  <a:extraClrSchemeLst>
    <a:extraClrScheme>
      <a:clrScheme name="2_Knowledgeworks Temlate 1">
        <a:dk1>
          <a:srgbClr val="004785"/>
        </a:dk1>
        <a:lt1>
          <a:srgbClr val="FFFFFF"/>
        </a:lt1>
        <a:dk2>
          <a:srgbClr val="004785"/>
        </a:dk2>
        <a:lt2>
          <a:srgbClr val="808080"/>
        </a:lt2>
        <a:accent1>
          <a:srgbClr val="3E7898"/>
        </a:accent1>
        <a:accent2>
          <a:srgbClr val="C0D8E6"/>
        </a:accent2>
        <a:accent3>
          <a:srgbClr val="FFFFFF"/>
        </a:accent3>
        <a:accent4>
          <a:srgbClr val="003B71"/>
        </a:accent4>
        <a:accent5>
          <a:srgbClr val="AFBECA"/>
        </a:accent5>
        <a:accent6>
          <a:srgbClr val="AEC4D0"/>
        </a:accent6>
        <a:hlink>
          <a:srgbClr val="6EA5C4"/>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ivic">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4.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34489</TotalTime>
  <Words>9526</Words>
  <Application>Microsoft Office PowerPoint</Application>
  <PresentationFormat>On-screen Show (4:3)</PresentationFormat>
  <Paragraphs>1552</Paragraphs>
  <Slides>155</Slides>
  <Notes>82</Notes>
  <HiddenSlides>0</HiddenSlides>
  <MMClips>0</MMClips>
  <ScaleCrop>false</ScaleCrop>
  <HeadingPairs>
    <vt:vector size="8" baseType="variant">
      <vt:variant>
        <vt:lpstr>Fonts Used</vt:lpstr>
      </vt:variant>
      <vt:variant>
        <vt:i4>18</vt:i4>
      </vt:variant>
      <vt:variant>
        <vt:lpstr>Theme</vt:lpstr>
      </vt:variant>
      <vt:variant>
        <vt:i4>3</vt:i4>
      </vt:variant>
      <vt:variant>
        <vt:lpstr>Embedded OLE Servers</vt:lpstr>
      </vt:variant>
      <vt:variant>
        <vt:i4>2</vt:i4>
      </vt:variant>
      <vt:variant>
        <vt:lpstr>Slide Titles</vt:lpstr>
      </vt:variant>
      <vt:variant>
        <vt:i4>155</vt:i4>
      </vt:variant>
    </vt:vector>
  </HeadingPairs>
  <TitlesOfParts>
    <vt:vector size="178" baseType="lpstr">
      <vt:lpstr>맑은 고딕</vt:lpstr>
      <vt:lpstr>Arial</vt:lpstr>
      <vt:lpstr>Calibri</vt:lpstr>
      <vt:lpstr>Cambria</vt:lpstr>
      <vt:lpstr>Cambria Math</vt:lpstr>
      <vt:lpstr>Garamond</vt:lpstr>
      <vt:lpstr>Georgia</vt:lpstr>
      <vt:lpstr>Georgia (Headings)</vt:lpstr>
      <vt:lpstr>굴림</vt:lpstr>
      <vt:lpstr>HY견고딕</vt:lpstr>
      <vt:lpstr>MS Mincho</vt:lpstr>
      <vt:lpstr>Söhne</vt:lpstr>
      <vt:lpstr>Symbol</vt:lpstr>
      <vt:lpstr>Times New Roman</vt:lpstr>
      <vt:lpstr>Verdana</vt:lpstr>
      <vt:lpstr>Wingdings</vt:lpstr>
      <vt:lpstr>Wingdings 2</vt:lpstr>
      <vt:lpstr>가는각진제목체</vt:lpstr>
      <vt:lpstr>기본 디자인</vt:lpstr>
      <vt:lpstr>2_Knowledgeworks Temlate</vt:lpstr>
      <vt:lpstr>Civic</vt:lpstr>
      <vt:lpstr>Formel</vt:lpstr>
      <vt:lpstr>Equation</vt:lpstr>
      <vt:lpstr>PowerPoint Presentation</vt:lpstr>
      <vt:lpstr>Design of Experiment (DOE) Terminology</vt:lpstr>
      <vt:lpstr>DOE Terminology</vt:lpstr>
      <vt:lpstr>DOE Terminology</vt:lpstr>
      <vt:lpstr>Need for DOE methodology</vt:lpstr>
      <vt:lpstr>Full factorial design, Basic concepts of 22, 23 and 2k designs</vt:lpstr>
      <vt:lpstr>Full factorial design, Basic concepts of 22, 23 and 2k designs</vt:lpstr>
      <vt:lpstr>PowerPoint Presentation</vt:lpstr>
      <vt:lpstr>PowerPoint Presentation</vt:lpstr>
      <vt:lpstr>PowerPoint Presentation</vt:lpstr>
      <vt:lpstr>PowerPoint Presentation</vt:lpstr>
      <vt:lpstr>PowerPoint Presentation</vt:lpstr>
      <vt:lpstr>PowerPoint Presentation</vt:lpstr>
      <vt:lpstr>23 design</vt:lpstr>
      <vt:lpstr>23 design</vt:lpstr>
      <vt:lpstr>23 design</vt:lpstr>
      <vt:lpstr>PowerPoint Presentation</vt:lpstr>
      <vt:lpstr>PowerPoint Presentation</vt:lpstr>
      <vt:lpstr>PowerPoint Presentation</vt:lpstr>
      <vt:lpstr>Taguchi Method</vt:lpstr>
      <vt:lpstr>Taguchi Method</vt:lpstr>
      <vt:lpstr>Taguchi Method</vt:lpstr>
      <vt:lpstr>Taguchi Method</vt:lpstr>
      <vt:lpstr>Taguchi Method</vt:lpstr>
      <vt:lpstr>Taguchi Method</vt:lpstr>
      <vt:lpstr>What is robust design?</vt:lpstr>
      <vt:lpstr>What is robust design?</vt:lpstr>
      <vt:lpstr>What is robust design?</vt:lpstr>
      <vt:lpstr>What is robust design?</vt:lpstr>
      <vt:lpstr>What is robust design?</vt:lpstr>
      <vt:lpstr>Background of the Taguchi Method</vt:lpstr>
      <vt:lpstr>Background of the Taguchi Method</vt:lpstr>
      <vt:lpstr>Taguchi Terminology</vt:lpstr>
      <vt:lpstr>Taguchi Terminology</vt:lpstr>
      <vt:lpstr>Taguchi Method is quite different:</vt:lpstr>
      <vt:lpstr>Taguchi Method is quite different:</vt:lpstr>
      <vt:lpstr>Taguchi’s Design of Experiment Idea</vt:lpstr>
      <vt:lpstr>Taguchi’s Analysis Ideas</vt:lpstr>
      <vt:lpstr>The Taguchi Quality Loss Function (QLF)</vt:lpstr>
      <vt:lpstr>The Taguchi Quality Loss Function (QLF)</vt:lpstr>
      <vt:lpstr>The Taguchi Quality Loss Function (QLF)</vt:lpstr>
      <vt:lpstr>Quality Evaluations</vt:lpstr>
      <vt:lpstr>Quality Evaluations</vt:lpstr>
      <vt:lpstr>Quality Evaluations</vt:lpstr>
      <vt:lpstr>Quality Evaluations (S/N Ratio) </vt:lpstr>
      <vt:lpstr>Quality Evaluations (S/N Ratio) </vt:lpstr>
      <vt:lpstr>Quality Evaluations</vt:lpstr>
      <vt:lpstr>Quality Evaluations</vt:lpstr>
      <vt:lpstr>Quality Evaluations</vt:lpstr>
      <vt:lpstr>8-Steps in Taguchi Methodology</vt:lpstr>
      <vt:lpstr>Concept of ANOVA</vt:lpstr>
      <vt:lpstr>Purpose and Applications</vt:lpstr>
      <vt:lpstr>PowerPoint Presentation</vt:lpstr>
      <vt:lpstr>Taguchi Analysis (Example)</vt:lpstr>
      <vt:lpstr>Taguchi Analysis (Orthogonal Array)</vt:lpstr>
      <vt:lpstr>Taguchi Analysis (Orthogonal Array)</vt:lpstr>
      <vt:lpstr>Taguchi Analysis (Example Problem)</vt:lpstr>
      <vt:lpstr>Taguchi Analysis (Example Problem)</vt:lpstr>
      <vt:lpstr>Taguchi Analysis (Example Problem)</vt:lpstr>
      <vt:lpstr>Taguchi Analysis (Example Problem)</vt:lpstr>
      <vt:lpstr>Taguchi Analysis (Example Problem)</vt:lpstr>
      <vt:lpstr>Taguchi Analysis (Example Problem)</vt:lpstr>
      <vt:lpstr>Taguchi Analysis (Example Problem)</vt:lpstr>
      <vt:lpstr>Taguchi Analysis (Example Problem)</vt:lpstr>
      <vt:lpstr>Taguchi Analysis (Example Problem)</vt:lpstr>
      <vt:lpstr>PowerPoint Presentation</vt:lpstr>
      <vt:lpstr>PowerPoint Presentation</vt:lpstr>
      <vt:lpstr>PowerPoint Presentation</vt:lpstr>
      <vt:lpstr>PowerPoint Presentation</vt:lpstr>
      <vt:lpstr>Response Surface Design</vt:lpstr>
      <vt:lpstr>Background of response surface design</vt:lpstr>
      <vt:lpstr>Background of response surface design</vt:lpstr>
      <vt:lpstr>Background of response surface design</vt:lpstr>
      <vt:lpstr>Background of response surface design</vt:lpstr>
      <vt:lpstr>Background of response surface design</vt:lpstr>
      <vt:lpstr>Background of response surface design</vt:lpstr>
      <vt:lpstr>Background of response surface design</vt:lpstr>
      <vt:lpstr>Background of response surface design</vt:lpstr>
      <vt:lpstr>Background of response surface design</vt:lpstr>
      <vt:lpstr>Example 1 (First-order RSM)</vt:lpstr>
      <vt:lpstr>Example 1 (RSM First-order Model)</vt:lpstr>
      <vt:lpstr>Example 1 (First-order RSM)</vt:lpstr>
      <vt:lpstr>Example 1 (First-order RSM)</vt:lpstr>
      <vt:lpstr>Example 1 (First-order RSM)</vt:lpstr>
      <vt:lpstr>Example 1 (First-order RSM)</vt:lpstr>
      <vt:lpstr>Example 1 (First-order RSM)</vt:lpstr>
      <vt:lpstr>Example 1 (First-order RSM)</vt:lpstr>
      <vt:lpstr>Example 1 (First-order RSM)</vt:lpstr>
      <vt:lpstr>Example 1 (First-order RSM)</vt:lpstr>
      <vt:lpstr>Example 1 (First-order RSM)</vt:lpstr>
      <vt:lpstr>Example 1 (First-order RSM)</vt:lpstr>
      <vt:lpstr>Example 1 (First-order RSM)</vt:lpstr>
      <vt:lpstr>Example 1 (First-order RSM)</vt:lpstr>
      <vt:lpstr>Example 1 (First-order RSM)</vt:lpstr>
      <vt:lpstr>Analysis of a Second-Order Response Surface</vt:lpstr>
      <vt:lpstr>Analysis of a Second-Order Response Surface</vt:lpstr>
      <vt:lpstr>Analysis of a Second-Order Response Surface</vt:lpstr>
      <vt:lpstr>Analysis of a Second-Order Response Surface</vt:lpstr>
      <vt:lpstr>Analysis of a Second-Order Response Surface</vt:lpstr>
      <vt:lpstr>Analysis of a Second-Order Response Surface</vt:lpstr>
      <vt:lpstr>Features for selecting response surface design</vt:lpstr>
      <vt:lpstr>Example.</vt:lpstr>
      <vt:lpstr>Example.</vt:lpstr>
      <vt:lpstr>Example.</vt:lpstr>
      <vt:lpstr>Example.</vt:lpstr>
      <vt:lpstr>Example.</vt:lpstr>
      <vt:lpstr>Example.</vt:lpstr>
      <vt:lpstr>Design for fitting the Second-Order Model</vt:lpstr>
      <vt:lpstr>Central Composite designs (CCD)</vt:lpstr>
      <vt:lpstr>Central Composite designs (CCD)</vt:lpstr>
      <vt:lpstr>Central Composite designs (CCD)</vt:lpstr>
      <vt:lpstr>Central Composite designs (CCD)</vt:lpstr>
      <vt:lpstr>Central Composite designs (CCD)</vt:lpstr>
      <vt:lpstr>Central Composite designs (CCD)</vt:lpstr>
      <vt:lpstr>Central Composite designs (CCD)</vt:lpstr>
      <vt:lpstr> Central composite rotatable design for two variables</vt:lpstr>
      <vt:lpstr> Central composite rotatable design for three variables</vt:lpstr>
      <vt:lpstr>Central Composite designs (CCD)</vt:lpstr>
      <vt:lpstr>Central Composite designs (CCD)</vt:lpstr>
      <vt:lpstr>Box-Behnken designs (BBD)</vt:lpstr>
      <vt:lpstr>Box-Behnken designs (BBD)</vt:lpstr>
      <vt:lpstr>PowerPoint Presentation</vt:lpstr>
      <vt:lpstr>PowerPoint Presentation</vt:lpstr>
      <vt:lpstr>PowerPoint Presentation</vt:lpstr>
      <vt:lpstr>Box-Behnken designs (BBD)</vt:lpstr>
      <vt:lpstr>Box-Behnken designs (BBD)</vt:lpstr>
      <vt:lpstr>PowerPoint Presentation</vt:lpstr>
      <vt:lpstr>PowerPoint Presentation</vt:lpstr>
      <vt:lpstr>PowerPoint Presentation</vt:lpstr>
      <vt:lpstr>Box-Behnken designs (BBD)</vt:lpstr>
      <vt:lpstr>Box-Behnken designs (BBD)</vt:lpstr>
      <vt:lpstr>Optimisation steps</vt:lpstr>
      <vt:lpstr>Optimisation steps</vt:lpstr>
      <vt:lpstr>Optimisation steps</vt:lpstr>
      <vt:lpstr>PowerPoint Presentation</vt:lpstr>
      <vt:lpstr>Component of Optimization Problem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Simulated Annealing  Annealing</vt:lpstr>
      <vt:lpstr>Simulated Annealing</vt:lpstr>
      <vt:lpstr>PowerPoint Presentation</vt:lpstr>
      <vt:lpstr>PowerPoint Presentation</vt:lpstr>
      <vt:lpstr>Swarm intelligence</vt:lpstr>
      <vt:lpstr>Particle Swarm Optimization</vt:lpstr>
      <vt:lpstr>PowerPoint Presentation</vt:lpstr>
      <vt:lpstr>PowerPoint Presentation</vt:lpstr>
      <vt:lpstr>PowerPoint Presentation</vt:lpstr>
    </vt:vector>
  </TitlesOfParts>
  <Company>knowledgeworks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KRISS 프로젝트 착수보고</dc:title>
  <dc:creator>조승철</dc:creator>
  <cp:lastModifiedBy>Microsoft account</cp:lastModifiedBy>
  <cp:revision>1370</cp:revision>
  <cp:lastPrinted>2023-01-25T03:23:56Z</cp:lastPrinted>
  <dcterms:created xsi:type="dcterms:W3CDTF">2009-01-23T07:32:02Z</dcterms:created>
  <dcterms:modified xsi:type="dcterms:W3CDTF">2025-11-05T06:50:02Z</dcterms:modified>
</cp:coreProperties>
</file>